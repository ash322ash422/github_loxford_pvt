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2.xml" ContentType="application/inkml+xml"/>
  <Override PartName="/ppt/ink/ink1863.xml" ContentType="application/inkml+xml"/>
  <Override PartName="/ppt/ink/ink1864.xml" ContentType="application/inkml+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ink/ink1907.xml" ContentType="application/inkml+xml"/>
  <Override PartName="/ppt/ink/ink1908.xml" ContentType="application/inkml+xml"/>
  <Override PartName="/ppt/ink/ink1909.xml" ContentType="application/inkml+xml"/>
  <Override PartName="/ppt/ink/ink1910.xml" ContentType="application/inkml+xml"/>
  <Override PartName="/ppt/ink/ink1911.xml" ContentType="application/inkml+xml"/>
  <Override PartName="/ppt/ink/ink1912.xml" ContentType="application/inkml+xml"/>
  <Override PartName="/ppt/ink/ink1913.xml" ContentType="application/inkml+xml"/>
  <Override PartName="/ppt/ink/ink1914.xml" ContentType="application/inkml+xml"/>
  <Override PartName="/ppt/ink/ink1915.xml" ContentType="application/inkml+xml"/>
  <Override PartName="/ppt/ink/ink1916.xml" ContentType="application/inkml+xml"/>
  <Override PartName="/ppt/ink/ink1917.xml" ContentType="application/inkml+xml"/>
  <Override PartName="/ppt/ink/ink1918.xml" ContentType="application/inkml+xml"/>
  <Override PartName="/ppt/ink/ink1919.xml" ContentType="application/inkml+xml"/>
  <Override PartName="/ppt/ink/ink1920.xml" ContentType="application/inkml+xml"/>
  <Override PartName="/ppt/ink/ink1921.xml" ContentType="application/inkml+xml"/>
  <Override PartName="/ppt/ink/ink1922.xml" ContentType="application/inkml+xml"/>
  <Override PartName="/ppt/ink/ink1923.xml" ContentType="application/inkml+xml"/>
  <Override PartName="/ppt/ink/ink1924.xml" ContentType="application/inkml+xml"/>
  <Override PartName="/ppt/ink/ink1925.xml" ContentType="application/inkml+xml"/>
  <Override PartName="/ppt/ink/ink1926.xml" ContentType="application/inkml+xml"/>
  <Override PartName="/ppt/ink/ink1927.xml" ContentType="application/inkml+xml"/>
  <Override PartName="/ppt/ink/ink1928.xml" ContentType="application/inkml+xml"/>
  <Override PartName="/ppt/ink/ink1929.xml" ContentType="application/inkml+xml"/>
  <Override PartName="/ppt/ink/ink1930.xml" ContentType="application/inkml+xml"/>
  <Override PartName="/ppt/ink/ink1931.xml" ContentType="application/inkml+xml"/>
  <Override PartName="/ppt/ink/ink1932.xml" ContentType="application/inkml+xml"/>
  <Override PartName="/ppt/ink/ink1933.xml" ContentType="application/inkml+xml"/>
  <Override PartName="/ppt/ink/ink1934.xml" ContentType="application/inkml+xml"/>
  <Override PartName="/ppt/ink/ink1935.xml" ContentType="application/inkml+xml"/>
  <Override PartName="/ppt/ink/ink1936.xml" ContentType="application/inkml+xml"/>
  <Override PartName="/ppt/ink/ink1937.xml" ContentType="application/inkml+xml"/>
  <Override PartName="/ppt/ink/ink1938.xml" ContentType="application/inkml+xml"/>
  <Override PartName="/ppt/ink/ink1939.xml" ContentType="application/inkml+xml"/>
  <Override PartName="/ppt/ink/ink1940.xml" ContentType="application/inkml+xml"/>
  <Override PartName="/ppt/ink/ink1941.xml" ContentType="application/inkml+xml"/>
  <Override PartName="/ppt/ink/ink1942.xml" ContentType="application/inkml+xml"/>
  <Override PartName="/ppt/ink/ink1943.xml" ContentType="application/inkml+xml"/>
  <Override PartName="/ppt/ink/ink1944.xml" ContentType="application/inkml+xml"/>
  <Override PartName="/ppt/ink/ink1945.xml" ContentType="application/inkml+xml"/>
  <Override PartName="/ppt/ink/ink1946.xml" ContentType="application/inkml+xml"/>
  <Override PartName="/ppt/ink/ink1947.xml" ContentType="application/inkml+xml"/>
  <Override PartName="/ppt/ink/ink1948.xml" ContentType="application/inkml+xml"/>
  <Override PartName="/ppt/ink/ink1949.xml" ContentType="application/inkml+xml"/>
  <Override PartName="/ppt/ink/ink1950.xml" ContentType="application/inkml+xml"/>
  <Override PartName="/ppt/ink/ink1951.xml" ContentType="application/inkml+xml"/>
  <Override PartName="/ppt/ink/ink1952.xml" ContentType="application/inkml+xml"/>
  <Override PartName="/ppt/ink/ink1953.xml" ContentType="application/inkml+xml"/>
  <Override PartName="/ppt/ink/ink1954.xml" ContentType="application/inkml+xml"/>
  <Override PartName="/ppt/ink/ink1955.xml" ContentType="application/inkml+xml"/>
  <Override PartName="/ppt/ink/ink1956.xml" ContentType="application/inkml+xml"/>
  <Override PartName="/ppt/ink/ink1957.xml" ContentType="application/inkml+xml"/>
  <Override PartName="/ppt/ink/ink1958.xml" ContentType="application/inkml+xml"/>
  <Override PartName="/ppt/ink/ink1959.xml" ContentType="application/inkml+xml"/>
  <Override PartName="/ppt/ink/ink1960.xml" ContentType="application/inkml+xml"/>
  <Override PartName="/ppt/ink/ink1961.xml" ContentType="application/inkml+xml"/>
  <Override PartName="/ppt/ink/ink1962.xml" ContentType="application/inkml+xml"/>
  <Override PartName="/ppt/ink/ink1963.xml" ContentType="application/inkml+xml"/>
  <Override PartName="/ppt/ink/ink1964.xml" ContentType="application/inkml+xml"/>
  <Override PartName="/ppt/ink/ink1965.xml" ContentType="application/inkml+xml"/>
  <Override PartName="/ppt/ink/ink1966.xml" ContentType="application/inkml+xml"/>
  <Override PartName="/ppt/ink/ink1967.xml" ContentType="application/inkml+xml"/>
  <Override PartName="/ppt/ink/ink1968.xml" ContentType="application/inkml+xml"/>
  <Override PartName="/ppt/ink/ink1969.xml" ContentType="application/inkml+xml"/>
  <Override PartName="/ppt/ink/ink1970.xml" ContentType="application/inkml+xml"/>
  <Override PartName="/ppt/ink/ink1971.xml" ContentType="application/inkml+xml"/>
  <Override PartName="/ppt/ink/ink1972.xml" ContentType="application/inkml+xml"/>
  <Override PartName="/ppt/ink/ink1973.xml" ContentType="application/inkml+xml"/>
  <Override PartName="/ppt/ink/ink1974.xml" ContentType="application/inkml+xml"/>
  <Override PartName="/ppt/ink/ink1975.xml" ContentType="application/inkml+xml"/>
  <Override PartName="/ppt/ink/ink1976.xml" ContentType="application/inkml+xml"/>
  <Override PartName="/ppt/ink/ink1977.xml" ContentType="application/inkml+xml"/>
  <Override PartName="/ppt/ink/ink1978.xml" ContentType="application/inkml+xml"/>
  <Override PartName="/ppt/ink/ink1979.xml" ContentType="application/inkml+xml"/>
  <Override PartName="/ppt/ink/ink1980.xml" ContentType="application/inkml+xml"/>
  <Override PartName="/ppt/ink/ink1981.xml" ContentType="application/inkml+xml"/>
  <Override PartName="/ppt/ink/ink1982.xml" ContentType="application/inkml+xml"/>
  <Override PartName="/ppt/ink/ink1983.xml" ContentType="application/inkml+xml"/>
  <Override PartName="/ppt/ink/ink1984.xml" ContentType="application/inkml+xml"/>
  <Override PartName="/ppt/ink/ink1985.xml" ContentType="application/inkml+xml"/>
  <Override PartName="/ppt/ink/ink1986.xml" ContentType="application/inkml+xml"/>
  <Override PartName="/ppt/ink/ink1987.xml" ContentType="application/inkml+xml"/>
  <Override PartName="/ppt/ink/ink1988.xml" ContentType="application/inkml+xml"/>
  <Override PartName="/ppt/ink/ink1989.xml" ContentType="application/inkml+xml"/>
  <Override PartName="/ppt/ink/ink1990.xml" ContentType="application/inkml+xml"/>
  <Override PartName="/ppt/ink/ink1991.xml" ContentType="application/inkml+xml"/>
  <Override PartName="/ppt/ink/ink1992.xml" ContentType="application/inkml+xml"/>
  <Override PartName="/ppt/ink/ink1993.xml" ContentType="application/inkml+xml"/>
  <Override PartName="/ppt/ink/ink1994.xml" ContentType="application/inkml+xml"/>
  <Override PartName="/ppt/ink/ink1995.xml" ContentType="application/inkml+xml"/>
  <Override PartName="/ppt/ink/ink1996.xml" ContentType="application/inkml+xml"/>
  <Override PartName="/ppt/ink/ink1997.xml" ContentType="application/inkml+xml"/>
  <Override PartName="/ppt/ink/ink1998.xml" ContentType="application/inkml+xml"/>
  <Override PartName="/ppt/ink/ink1999.xml" ContentType="application/inkml+xml"/>
  <Override PartName="/ppt/ink/ink2000.xml" ContentType="application/inkml+xml"/>
  <Override PartName="/ppt/ink/ink2001.xml" ContentType="application/inkml+xml"/>
  <Override PartName="/ppt/ink/ink2002.xml" ContentType="application/inkml+xml"/>
  <Override PartName="/ppt/ink/ink2003.xml" ContentType="application/inkml+xml"/>
  <Override PartName="/ppt/ink/ink2004.xml" ContentType="application/inkml+xml"/>
  <Override PartName="/ppt/ink/ink2005.xml" ContentType="application/inkml+xml"/>
  <Override PartName="/ppt/ink/ink2006.xml" ContentType="application/inkml+xml"/>
  <Override PartName="/ppt/ink/ink2007.xml" ContentType="application/inkml+xml"/>
  <Override PartName="/ppt/ink/ink2008.xml" ContentType="application/inkml+xml"/>
  <Override PartName="/ppt/ink/ink2009.xml" ContentType="application/inkml+xml"/>
  <Override PartName="/ppt/ink/ink2010.xml" ContentType="application/inkml+xml"/>
  <Override PartName="/ppt/ink/ink2011.xml" ContentType="application/inkml+xml"/>
  <Override PartName="/ppt/ink/ink2012.xml" ContentType="application/inkml+xml"/>
  <Override PartName="/ppt/ink/ink2013.xml" ContentType="application/inkml+xml"/>
  <Override PartName="/ppt/ink/ink2014.xml" ContentType="application/inkml+xml"/>
  <Override PartName="/ppt/ink/ink2015.xml" ContentType="application/inkml+xml"/>
  <Override PartName="/ppt/ink/ink2016.xml" ContentType="application/inkml+xml"/>
  <Override PartName="/ppt/ink/ink2017.xml" ContentType="application/inkml+xml"/>
  <Override PartName="/ppt/ink/ink2018.xml" ContentType="application/inkml+xml"/>
  <Override PartName="/ppt/ink/ink2019.xml" ContentType="application/inkml+xml"/>
  <Override PartName="/ppt/ink/ink2020.xml" ContentType="application/inkml+xml"/>
  <Override PartName="/ppt/ink/ink2021.xml" ContentType="application/inkml+xml"/>
  <Override PartName="/ppt/ink/ink2022.xml" ContentType="application/inkml+xml"/>
  <Override PartName="/ppt/ink/ink2023.xml" ContentType="application/inkml+xml"/>
  <Override PartName="/ppt/ink/ink2024.xml" ContentType="application/inkml+xml"/>
  <Override PartName="/ppt/ink/ink2025.xml" ContentType="application/inkml+xml"/>
  <Override PartName="/ppt/ink/ink2026.xml" ContentType="application/inkml+xml"/>
  <Override PartName="/ppt/ink/ink2027.xml" ContentType="application/inkml+xml"/>
  <Override PartName="/ppt/ink/ink2028.xml" ContentType="application/inkml+xml"/>
  <Override PartName="/ppt/ink/ink2029.xml" ContentType="application/inkml+xml"/>
  <Override PartName="/ppt/ink/ink2030.xml" ContentType="application/inkml+xml"/>
  <Override PartName="/ppt/ink/ink2031.xml" ContentType="application/inkml+xml"/>
  <Override PartName="/ppt/ink/ink2032.xml" ContentType="application/inkml+xml"/>
  <Override PartName="/ppt/ink/ink2033.xml" ContentType="application/inkml+xml"/>
  <Override PartName="/ppt/ink/ink2034.xml" ContentType="application/inkml+xml"/>
  <Override PartName="/ppt/ink/ink2035.xml" ContentType="application/inkml+xml"/>
  <Override PartName="/ppt/ink/ink2036.xml" ContentType="application/inkml+xml"/>
  <Override PartName="/ppt/ink/ink2037.xml" ContentType="application/inkml+xml"/>
  <Override PartName="/ppt/ink/ink2038.xml" ContentType="application/inkml+xml"/>
  <Override PartName="/ppt/ink/ink2039.xml" ContentType="application/inkml+xml"/>
  <Override PartName="/ppt/ink/ink2040.xml" ContentType="application/inkml+xml"/>
  <Override PartName="/ppt/ink/ink2041.xml" ContentType="application/inkml+xml"/>
  <Override PartName="/ppt/ink/ink2042.xml" ContentType="application/inkml+xml"/>
  <Override PartName="/ppt/ink/ink2043.xml" ContentType="application/inkml+xml"/>
  <Override PartName="/ppt/ink/ink2044.xml" ContentType="application/inkml+xml"/>
  <Override PartName="/ppt/ink/ink2045.xml" ContentType="application/inkml+xml"/>
  <Override PartName="/ppt/ink/ink2046.xml" ContentType="application/inkml+xml"/>
  <Override PartName="/ppt/ink/ink2047.xml" ContentType="application/inkml+xml"/>
  <Override PartName="/ppt/ink/ink2048.xml" ContentType="application/inkml+xml"/>
  <Override PartName="/ppt/ink/ink2049.xml" ContentType="application/inkml+xml"/>
  <Override PartName="/ppt/ink/ink2050.xml" ContentType="application/inkml+xml"/>
  <Override PartName="/ppt/ink/ink2051.xml" ContentType="application/inkml+xml"/>
  <Override PartName="/ppt/ink/ink2052.xml" ContentType="application/inkml+xml"/>
  <Override PartName="/ppt/ink/ink2053.xml" ContentType="application/inkml+xml"/>
  <Override PartName="/ppt/ink/ink2054.xml" ContentType="application/inkml+xml"/>
  <Override PartName="/ppt/ink/ink2055.xml" ContentType="application/inkml+xml"/>
  <Override PartName="/ppt/ink/ink2056.xml" ContentType="application/inkml+xml"/>
  <Override PartName="/ppt/ink/ink2057.xml" ContentType="application/inkml+xml"/>
  <Override PartName="/ppt/ink/ink2058.xml" ContentType="application/inkml+xml"/>
  <Override PartName="/ppt/ink/ink2059.xml" ContentType="application/inkml+xml"/>
  <Override PartName="/ppt/ink/ink2060.xml" ContentType="application/inkml+xml"/>
  <Override PartName="/ppt/ink/ink2061.xml" ContentType="application/inkml+xml"/>
  <Override PartName="/ppt/ink/ink2062.xml" ContentType="application/inkml+xml"/>
  <Override PartName="/ppt/ink/ink2063.xml" ContentType="application/inkml+xml"/>
  <Override PartName="/ppt/ink/ink2064.xml" ContentType="application/inkml+xml"/>
  <Override PartName="/ppt/ink/ink2065.xml" ContentType="application/inkml+xml"/>
  <Override PartName="/ppt/ink/ink2066.xml" ContentType="application/inkml+xml"/>
  <Override PartName="/ppt/ink/ink2067.xml" ContentType="application/inkml+xml"/>
  <Override PartName="/ppt/ink/ink2068.xml" ContentType="application/inkml+xml"/>
  <Override PartName="/ppt/ink/ink2069.xml" ContentType="application/inkml+xml"/>
  <Override PartName="/ppt/ink/ink2070.xml" ContentType="application/inkml+xml"/>
  <Override PartName="/ppt/ink/ink2071.xml" ContentType="application/inkml+xml"/>
  <Override PartName="/ppt/ink/ink2072.xml" ContentType="application/inkml+xml"/>
  <Override PartName="/ppt/ink/ink2073.xml" ContentType="application/inkml+xml"/>
  <Override PartName="/ppt/ink/ink2074.xml" ContentType="application/inkml+xml"/>
  <Override PartName="/ppt/ink/ink2075.xml" ContentType="application/inkml+xml"/>
  <Override PartName="/ppt/ink/ink2076.xml" ContentType="application/inkml+xml"/>
  <Override PartName="/ppt/ink/ink2077.xml" ContentType="application/inkml+xml"/>
  <Override PartName="/ppt/ink/ink2078.xml" ContentType="application/inkml+xml"/>
  <Override PartName="/ppt/ink/ink2079.xml" ContentType="application/inkml+xml"/>
  <Override PartName="/ppt/ink/ink2080.xml" ContentType="application/inkml+xml"/>
  <Override PartName="/ppt/ink/ink2081.xml" ContentType="application/inkml+xml"/>
  <Override PartName="/ppt/ink/ink2082.xml" ContentType="application/inkml+xml"/>
  <Override PartName="/ppt/ink/ink2083.xml" ContentType="application/inkml+xml"/>
  <Override PartName="/ppt/ink/ink2084.xml" ContentType="application/inkml+xml"/>
  <Override PartName="/ppt/ink/ink2085.xml" ContentType="application/inkml+xml"/>
  <Override PartName="/ppt/ink/ink2086.xml" ContentType="application/inkml+xml"/>
  <Override PartName="/ppt/ink/ink2087.xml" ContentType="application/inkml+xml"/>
  <Override PartName="/ppt/ink/ink2088.xml" ContentType="application/inkml+xml"/>
  <Override PartName="/ppt/ink/ink2089.xml" ContentType="application/inkml+xml"/>
  <Override PartName="/ppt/ink/ink2090.xml" ContentType="application/inkml+xml"/>
  <Override PartName="/ppt/ink/ink2091.xml" ContentType="application/inkml+xml"/>
  <Override PartName="/ppt/ink/ink2092.xml" ContentType="application/inkml+xml"/>
  <Override PartName="/ppt/ink/ink2093.xml" ContentType="application/inkml+xml"/>
  <Override PartName="/ppt/ink/ink2094.xml" ContentType="application/inkml+xml"/>
  <Override PartName="/ppt/ink/ink2095.xml" ContentType="application/inkml+xml"/>
  <Override PartName="/ppt/ink/ink2096.xml" ContentType="application/inkml+xml"/>
  <Override PartName="/ppt/ink/ink2097.xml" ContentType="application/inkml+xml"/>
  <Override PartName="/ppt/ink/ink2098.xml" ContentType="application/inkml+xml"/>
  <Override PartName="/ppt/ink/ink2099.xml" ContentType="application/inkml+xml"/>
  <Override PartName="/ppt/ink/ink2100.xml" ContentType="application/inkml+xml"/>
  <Override PartName="/ppt/ink/ink2101.xml" ContentType="application/inkml+xml"/>
  <Override PartName="/ppt/ink/ink2102.xml" ContentType="application/inkml+xml"/>
  <Override PartName="/ppt/ink/ink2103.xml" ContentType="application/inkml+xml"/>
  <Override PartName="/ppt/ink/ink2104.xml" ContentType="application/inkml+xml"/>
  <Override PartName="/ppt/ink/ink2105.xml" ContentType="application/inkml+xml"/>
  <Override PartName="/ppt/ink/ink2106.xml" ContentType="application/inkml+xml"/>
  <Override PartName="/ppt/ink/ink2107.xml" ContentType="application/inkml+xml"/>
  <Override PartName="/ppt/ink/ink2108.xml" ContentType="application/inkml+xml"/>
  <Override PartName="/ppt/ink/ink2109.xml" ContentType="application/inkml+xml"/>
  <Override PartName="/ppt/ink/ink2110.xml" ContentType="application/inkml+xml"/>
  <Override PartName="/ppt/ink/ink2111.xml" ContentType="application/inkml+xml"/>
  <Override PartName="/ppt/ink/ink2112.xml" ContentType="application/inkml+xml"/>
  <Override PartName="/ppt/ink/ink2113.xml" ContentType="application/inkml+xml"/>
  <Override PartName="/ppt/ink/ink2114.xml" ContentType="application/inkml+xml"/>
  <Override PartName="/ppt/ink/ink2115.xml" ContentType="application/inkml+xml"/>
  <Override PartName="/ppt/ink/ink2116.xml" ContentType="application/inkml+xml"/>
  <Override PartName="/ppt/ink/ink2117.xml" ContentType="application/inkml+xml"/>
  <Override PartName="/ppt/ink/ink2118.xml" ContentType="application/inkml+xml"/>
  <Override PartName="/ppt/ink/ink2119.xml" ContentType="application/inkml+xml"/>
  <Override PartName="/ppt/ink/ink2120.xml" ContentType="application/inkml+xml"/>
  <Override PartName="/ppt/ink/ink2121.xml" ContentType="application/inkml+xml"/>
  <Override PartName="/ppt/ink/ink2122.xml" ContentType="application/inkml+xml"/>
  <Override PartName="/ppt/ink/ink2123.xml" ContentType="application/inkml+xml"/>
  <Override PartName="/ppt/ink/ink2124.xml" ContentType="application/inkml+xml"/>
  <Override PartName="/ppt/ink/ink2125.xml" ContentType="application/inkml+xml"/>
  <Override PartName="/ppt/ink/ink2126.xml" ContentType="application/inkml+xml"/>
  <Override PartName="/ppt/ink/ink2127.xml" ContentType="application/inkml+xml"/>
  <Override PartName="/ppt/ink/ink2128.xml" ContentType="application/inkml+xml"/>
  <Override PartName="/ppt/ink/ink2129.xml" ContentType="application/inkml+xml"/>
  <Override PartName="/ppt/ink/ink2130.xml" ContentType="application/inkml+xml"/>
  <Override PartName="/ppt/ink/ink2131.xml" ContentType="application/inkml+xml"/>
  <Override PartName="/ppt/ink/ink2132.xml" ContentType="application/inkml+xml"/>
  <Override PartName="/ppt/ink/ink2133.xml" ContentType="application/inkml+xml"/>
  <Override PartName="/ppt/ink/ink2134.xml" ContentType="application/inkml+xml"/>
  <Override PartName="/ppt/ink/ink2135.xml" ContentType="application/inkml+xml"/>
  <Override PartName="/ppt/ink/ink2136.xml" ContentType="application/inkml+xml"/>
  <Override PartName="/ppt/ink/ink2137.xml" ContentType="application/inkml+xml"/>
  <Override PartName="/ppt/ink/ink2138.xml" ContentType="application/inkml+xml"/>
  <Override PartName="/ppt/ink/ink2139.xml" ContentType="application/inkml+xml"/>
  <Override PartName="/ppt/ink/ink2140.xml" ContentType="application/inkml+xml"/>
  <Override PartName="/ppt/ink/ink2141.xml" ContentType="application/inkml+xml"/>
  <Override PartName="/ppt/ink/ink2142.xml" ContentType="application/inkml+xml"/>
  <Override PartName="/ppt/ink/ink2143.xml" ContentType="application/inkml+xml"/>
  <Override PartName="/ppt/ink/ink2144.xml" ContentType="application/inkml+xml"/>
  <Override PartName="/ppt/ink/ink2145.xml" ContentType="application/inkml+xml"/>
  <Override PartName="/ppt/ink/ink2146.xml" ContentType="application/inkml+xml"/>
  <Override PartName="/ppt/ink/ink2147.xml" ContentType="application/inkml+xml"/>
  <Override PartName="/ppt/ink/ink2148.xml" ContentType="application/inkml+xml"/>
  <Override PartName="/ppt/ink/ink2149.xml" ContentType="application/inkml+xml"/>
  <Override PartName="/ppt/ink/ink2150.xml" ContentType="application/inkml+xml"/>
  <Override PartName="/ppt/ink/ink2151.xml" ContentType="application/inkml+xml"/>
  <Override PartName="/ppt/ink/ink2152.xml" ContentType="application/inkml+xml"/>
  <Override PartName="/ppt/ink/ink2153.xml" ContentType="application/inkml+xml"/>
  <Override PartName="/ppt/ink/ink2154.xml" ContentType="application/inkml+xml"/>
  <Override PartName="/ppt/ink/ink2155.xml" ContentType="application/inkml+xml"/>
  <Override PartName="/ppt/ink/ink2156.xml" ContentType="application/inkml+xml"/>
  <Override PartName="/ppt/ink/ink2157.xml" ContentType="application/inkml+xml"/>
  <Override PartName="/ppt/ink/ink2158.xml" ContentType="application/inkml+xml"/>
  <Override PartName="/ppt/ink/ink2159.xml" ContentType="application/inkml+xml"/>
  <Override PartName="/ppt/ink/ink2160.xml" ContentType="application/inkml+xml"/>
  <Override PartName="/ppt/ink/ink2161.xml" ContentType="application/inkml+xml"/>
  <Override PartName="/ppt/ink/ink2162.xml" ContentType="application/inkml+xml"/>
  <Override PartName="/ppt/ink/ink2163.xml" ContentType="application/inkml+xml"/>
  <Override PartName="/ppt/ink/ink2164.xml" ContentType="application/inkml+xml"/>
  <Override PartName="/ppt/ink/ink2165.xml" ContentType="application/inkml+xml"/>
  <Override PartName="/ppt/ink/ink2166.xml" ContentType="application/inkml+xml"/>
  <Override PartName="/ppt/ink/ink2167.xml" ContentType="application/inkml+xml"/>
  <Override PartName="/ppt/ink/ink2168.xml" ContentType="application/inkml+xml"/>
  <Override PartName="/ppt/ink/ink2169.xml" ContentType="application/inkml+xml"/>
  <Override PartName="/ppt/ink/ink2170.xml" ContentType="application/inkml+xml"/>
  <Override PartName="/ppt/ink/ink2171.xml" ContentType="application/inkml+xml"/>
  <Override PartName="/ppt/ink/ink2172.xml" ContentType="application/inkml+xml"/>
  <Override PartName="/ppt/ink/ink2173.xml" ContentType="application/inkml+xml"/>
  <Override PartName="/ppt/ink/ink2174.xml" ContentType="application/inkml+xml"/>
  <Override PartName="/ppt/ink/ink2175.xml" ContentType="application/inkml+xml"/>
  <Override PartName="/ppt/ink/ink2176.xml" ContentType="application/inkml+xml"/>
  <Override PartName="/ppt/ink/ink2177.xml" ContentType="application/inkml+xml"/>
  <Override PartName="/ppt/ink/ink2178.xml" ContentType="application/inkml+xml"/>
  <Override PartName="/ppt/ink/ink2179.xml" ContentType="application/inkml+xml"/>
  <Override PartName="/ppt/ink/ink2180.xml" ContentType="application/inkml+xml"/>
  <Override PartName="/ppt/ink/ink2181.xml" ContentType="application/inkml+xml"/>
  <Override PartName="/ppt/ink/ink2182.xml" ContentType="application/inkml+xml"/>
  <Override PartName="/ppt/ink/ink2183.xml" ContentType="application/inkml+xml"/>
  <Override PartName="/ppt/ink/ink2184.xml" ContentType="application/inkml+xml"/>
  <Override PartName="/ppt/ink/ink2185.xml" ContentType="application/inkml+xml"/>
  <Override PartName="/ppt/ink/ink2186.xml" ContentType="application/inkml+xml"/>
  <Override PartName="/ppt/ink/ink2187.xml" ContentType="application/inkml+xml"/>
  <Override PartName="/ppt/ink/ink2188.xml" ContentType="application/inkml+xml"/>
  <Override PartName="/ppt/ink/ink2189.xml" ContentType="application/inkml+xml"/>
  <Override PartName="/ppt/ink/ink2190.xml" ContentType="application/inkml+xml"/>
  <Override PartName="/ppt/ink/ink2191.xml" ContentType="application/inkml+xml"/>
  <Override PartName="/ppt/ink/ink2192.xml" ContentType="application/inkml+xml"/>
  <Override PartName="/ppt/ink/ink2193.xml" ContentType="application/inkml+xml"/>
  <Override PartName="/ppt/ink/ink2194.xml" ContentType="application/inkml+xml"/>
  <Override PartName="/ppt/ink/ink2195.xml" ContentType="application/inkml+xml"/>
  <Override PartName="/ppt/ink/ink2196.xml" ContentType="application/inkml+xml"/>
  <Override PartName="/ppt/ink/ink2197.xml" ContentType="application/inkml+xml"/>
  <Override PartName="/ppt/ink/ink2198.xml" ContentType="application/inkml+xml"/>
  <Override PartName="/ppt/ink/ink2199.xml" ContentType="application/inkml+xml"/>
  <Override PartName="/ppt/ink/ink2200.xml" ContentType="application/inkml+xml"/>
  <Override PartName="/ppt/ink/ink2201.xml" ContentType="application/inkml+xml"/>
  <Override PartName="/ppt/ink/ink2202.xml" ContentType="application/inkml+xml"/>
  <Override PartName="/ppt/ink/ink2203.xml" ContentType="application/inkml+xml"/>
  <Override PartName="/ppt/ink/ink2204.xml" ContentType="application/inkml+xml"/>
  <Override PartName="/ppt/ink/ink2205.xml" ContentType="application/inkml+xml"/>
  <Override PartName="/ppt/ink/ink2206.xml" ContentType="application/inkml+xml"/>
  <Override PartName="/ppt/ink/ink2207.xml" ContentType="application/inkml+xml"/>
  <Override PartName="/ppt/ink/ink2208.xml" ContentType="application/inkml+xml"/>
  <Override PartName="/ppt/ink/ink2209.xml" ContentType="application/inkml+xml"/>
  <Override PartName="/ppt/ink/ink2210.xml" ContentType="application/inkml+xml"/>
  <Override PartName="/ppt/ink/ink2211.xml" ContentType="application/inkml+xml"/>
  <Override PartName="/ppt/ink/ink2212.xml" ContentType="application/inkml+xml"/>
  <Override PartName="/ppt/ink/ink2213.xml" ContentType="application/inkml+xml"/>
  <Override PartName="/ppt/ink/ink2214.xml" ContentType="application/inkml+xml"/>
  <Override PartName="/ppt/ink/ink2215.xml" ContentType="application/inkml+xml"/>
  <Override PartName="/ppt/ink/ink2216.xml" ContentType="application/inkml+xml"/>
  <Override PartName="/ppt/ink/ink2217.xml" ContentType="application/inkml+xml"/>
  <Override PartName="/ppt/ink/ink2218.xml" ContentType="application/inkml+xml"/>
  <Override PartName="/ppt/ink/ink2219.xml" ContentType="application/inkml+xml"/>
  <Override PartName="/ppt/ink/ink2220.xml" ContentType="application/inkml+xml"/>
  <Override PartName="/ppt/ink/ink2221.xml" ContentType="application/inkml+xml"/>
  <Override PartName="/ppt/ink/ink2222.xml" ContentType="application/inkml+xml"/>
  <Override PartName="/ppt/ink/ink2223.xml" ContentType="application/inkml+xml"/>
  <Override PartName="/ppt/ink/ink2224.xml" ContentType="application/inkml+xml"/>
  <Override PartName="/ppt/ink/ink2225.xml" ContentType="application/inkml+xml"/>
  <Override PartName="/ppt/ink/ink2226.xml" ContentType="application/inkml+xml"/>
  <Override PartName="/ppt/ink/ink2227.xml" ContentType="application/inkml+xml"/>
  <Override PartName="/ppt/ink/ink2228.xml" ContentType="application/inkml+xml"/>
  <Override PartName="/ppt/ink/ink2229.xml" ContentType="application/inkml+xml"/>
  <Override PartName="/ppt/ink/ink2230.xml" ContentType="application/inkml+xml"/>
  <Override PartName="/ppt/ink/ink2231.xml" ContentType="application/inkml+xml"/>
  <Override PartName="/ppt/ink/ink2232.xml" ContentType="application/inkml+xml"/>
  <Override PartName="/ppt/ink/ink2233.xml" ContentType="application/inkml+xml"/>
  <Override PartName="/ppt/ink/ink2234.xml" ContentType="application/inkml+xml"/>
  <Override PartName="/ppt/ink/ink2235.xml" ContentType="application/inkml+xml"/>
  <Override PartName="/ppt/ink/ink2236.xml" ContentType="application/inkml+xml"/>
  <Override PartName="/ppt/ink/ink2237.xml" ContentType="application/inkml+xml"/>
  <Override PartName="/ppt/ink/ink2238.xml" ContentType="application/inkml+xml"/>
  <Override PartName="/ppt/ink/ink2239.xml" ContentType="application/inkml+xml"/>
  <Override PartName="/ppt/ink/ink2240.xml" ContentType="application/inkml+xml"/>
  <Override PartName="/ppt/ink/ink2241.xml" ContentType="application/inkml+xml"/>
  <Override PartName="/ppt/ink/ink2242.xml" ContentType="application/inkml+xml"/>
  <Override PartName="/ppt/ink/ink2243.xml" ContentType="application/inkml+xml"/>
  <Override PartName="/ppt/ink/ink2244.xml" ContentType="application/inkml+xml"/>
  <Override PartName="/ppt/ink/ink2245.xml" ContentType="application/inkml+xml"/>
  <Override PartName="/ppt/ink/ink2246.xml" ContentType="application/inkml+xml"/>
  <Override PartName="/ppt/ink/ink2247.xml" ContentType="application/inkml+xml"/>
  <Override PartName="/ppt/ink/ink2248.xml" ContentType="application/inkml+xml"/>
  <Override PartName="/ppt/ink/ink2249.xml" ContentType="application/inkml+xml"/>
  <Override PartName="/ppt/ink/ink2250.xml" ContentType="application/inkml+xml"/>
  <Override PartName="/ppt/ink/ink2251.xml" ContentType="application/inkml+xml"/>
  <Override PartName="/ppt/ink/ink2252.xml" ContentType="application/inkml+xml"/>
  <Override PartName="/ppt/ink/ink2253.xml" ContentType="application/inkml+xml"/>
  <Override PartName="/ppt/ink/ink2254.xml" ContentType="application/inkml+xml"/>
  <Override PartName="/ppt/ink/ink2255.xml" ContentType="application/inkml+xml"/>
  <Override PartName="/ppt/ink/ink2256.xml" ContentType="application/inkml+xml"/>
  <Override PartName="/ppt/ink/ink2257.xml" ContentType="application/inkml+xml"/>
  <Override PartName="/ppt/ink/ink2258.xml" ContentType="application/inkml+xml"/>
  <Override PartName="/ppt/ink/ink2259.xml" ContentType="application/inkml+xml"/>
  <Override PartName="/ppt/ink/ink2260.xml" ContentType="application/inkml+xml"/>
  <Override PartName="/ppt/ink/ink2261.xml" ContentType="application/inkml+xml"/>
  <Override PartName="/ppt/ink/ink2262.xml" ContentType="application/inkml+xml"/>
  <Override PartName="/ppt/ink/ink2263.xml" ContentType="application/inkml+xml"/>
  <Override PartName="/ppt/ink/ink2264.xml" ContentType="application/inkml+xml"/>
  <Override PartName="/ppt/ink/ink2265.xml" ContentType="application/inkml+xml"/>
  <Override PartName="/ppt/ink/ink2266.xml" ContentType="application/inkml+xml"/>
  <Override PartName="/ppt/ink/ink2267.xml" ContentType="application/inkml+xml"/>
  <Override PartName="/ppt/ink/ink2268.xml" ContentType="application/inkml+xml"/>
  <Override PartName="/ppt/ink/ink2269.xml" ContentType="application/inkml+xml"/>
  <Override PartName="/ppt/ink/ink2270.xml" ContentType="application/inkml+xml"/>
  <Override PartName="/ppt/ink/ink2271.xml" ContentType="application/inkml+xml"/>
  <Override PartName="/ppt/ink/ink2272.xml" ContentType="application/inkml+xml"/>
  <Override PartName="/ppt/ink/ink2273.xml" ContentType="application/inkml+xml"/>
  <Override PartName="/ppt/ink/ink2274.xml" ContentType="application/inkml+xml"/>
  <Override PartName="/ppt/ink/ink2275.xml" ContentType="application/inkml+xml"/>
  <Override PartName="/ppt/ink/ink2276.xml" ContentType="application/inkml+xml"/>
  <Override PartName="/ppt/ink/ink2277.xml" ContentType="application/inkml+xml"/>
  <Override PartName="/ppt/ink/ink2278.xml" ContentType="application/inkml+xml"/>
  <Override PartName="/ppt/ink/ink2279.xml" ContentType="application/inkml+xml"/>
  <Override PartName="/ppt/ink/ink2280.xml" ContentType="application/inkml+xml"/>
  <Override PartName="/ppt/ink/ink2281.xml" ContentType="application/inkml+xml"/>
  <Override PartName="/ppt/ink/ink2282.xml" ContentType="application/inkml+xml"/>
  <Override PartName="/ppt/ink/ink2283.xml" ContentType="application/inkml+xml"/>
  <Override PartName="/ppt/ink/ink2284.xml" ContentType="application/inkml+xml"/>
  <Override PartName="/ppt/ink/ink2285.xml" ContentType="application/inkml+xml"/>
  <Override PartName="/ppt/ink/ink2286.xml" ContentType="application/inkml+xml"/>
  <Override PartName="/ppt/ink/ink2287.xml" ContentType="application/inkml+xml"/>
  <Override PartName="/ppt/ink/ink2288.xml" ContentType="application/inkml+xml"/>
  <Override PartName="/ppt/ink/ink2289.xml" ContentType="application/inkml+xml"/>
  <Override PartName="/ppt/ink/ink229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61" r:id="rId5"/>
    <p:sldId id="262" r:id="rId6"/>
    <p:sldId id="263" r:id="rId7"/>
    <p:sldId id="258" r:id="rId8"/>
    <p:sldId id="264" r:id="rId9"/>
    <p:sldId id="259" r:id="rId10"/>
    <p:sldId id="279"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0" r:id="rId26"/>
    <p:sldId id="281" r:id="rId27"/>
    <p:sldId id="282" r:id="rId28"/>
    <p:sldId id="283" r:id="rId29"/>
    <p:sldId id="284" r:id="rId30"/>
    <p:sldId id="286" r:id="rId31"/>
    <p:sldId id="287" r:id="rId32"/>
    <p:sldId id="288" r:id="rId33"/>
    <p:sldId id="289" r:id="rId34"/>
    <p:sldId id="291" r:id="rId35"/>
    <p:sldId id="290" r:id="rId36"/>
    <p:sldId id="285" r:id="rId37"/>
    <p:sldId id="292"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5ADB5B-7B6F-440E-AB01-FBE498D9C6E4}"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IN"/>
        </a:p>
      </dgm:t>
    </dgm:pt>
    <dgm:pt modelId="{15A8070D-D894-4553-8419-DBDDCE1FB319}">
      <dgm:prSet phldrT="[Text]"/>
      <dgm:spPr/>
      <dgm:t>
        <a:bodyPr/>
        <a:lstStyle/>
        <a:p>
          <a:r>
            <a:rPr lang="en-IN" dirty="0"/>
            <a:t>1</a:t>
          </a:r>
        </a:p>
      </dgm:t>
    </dgm:pt>
    <dgm:pt modelId="{6DD03D6C-E93A-4389-939F-D7C476F4FAFE}" type="parTrans" cxnId="{B8004804-143F-417C-A52A-29C413E4AF70}">
      <dgm:prSet/>
      <dgm:spPr/>
      <dgm:t>
        <a:bodyPr/>
        <a:lstStyle/>
        <a:p>
          <a:endParaRPr lang="en-IN"/>
        </a:p>
      </dgm:t>
    </dgm:pt>
    <dgm:pt modelId="{D1507BD0-E539-4B0A-A540-3C2434FA02CB}" type="sibTrans" cxnId="{B8004804-143F-417C-A52A-29C413E4AF70}">
      <dgm:prSet/>
      <dgm:spPr/>
      <dgm:t>
        <a:bodyPr/>
        <a:lstStyle/>
        <a:p>
          <a:endParaRPr lang="en-IN"/>
        </a:p>
      </dgm:t>
    </dgm:pt>
    <dgm:pt modelId="{7B647D11-906B-44DE-8028-5D5FE6F73EA5}">
      <dgm:prSet phldrT="[Text]"/>
      <dgm:spPr/>
      <dgm:t>
        <a:bodyPr/>
        <a:lstStyle/>
        <a:p>
          <a:pPr>
            <a:buFont typeface="Arial" panose="020B0604020202020204" pitchFamily="34" charset="0"/>
            <a:buChar char="•"/>
          </a:pPr>
          <a:r>
            <a:rPr lang="en-US" b="1" dirty="0"/>
            <a:t>Convolutional Neural Networks (CNNs)</a:t>
          </a:r>
          <a:r>
            <a:rPr lang="en-US" dirty="0"/>
            <a:t> are a specialized type of deep learning model designed to effectively analyze and interpret visual data such as images and videos.</a:t>
          </a:r>
          <a:endParaRPr lang="en-IN" dirty="0"/>
        </a:p>
      </dgm:t>
    </dgm:pt>
    <dgm:pt modelId="{AA5AAA56-13E3-404D-A197-605AF29A0629}" type="parTrans" cxnId="{C8592B8B-5D83-448E-879C-1E8B6267A2AA}">
      <dgm:prSet/>
      <dgm:spPr/>
      <dgm:t>
        <a:bodyPr/>
        <a:lstStyle/>
        <a:p>
          <a:endParaRPr lang="en-IN"/>
        </a:p>
      </dgm:t>
    </dgm:pt>
    <dgm:pt modelId="{F0F76239-C996-409A-B118-F7AC7E24A807}" type="sibTrans" cxnId="{C8592B8B-5D83-448E-879C-1E8B6267A2AA}">
      <dgm:prSet/>
      <dgm:spPr/>
      <dgm:t>
        <a:bodyPr/>
        <a:lstStyle/>
        <a:p>
          <a:endParaRPr lang="en-IN"/>
        </a:p>
      </dgm:t>
    </dgm:pt>
    <dgm:pt modelId="{02680CA9-7AE5-4ED3-AFF1-52C36ABBE9D3}">
      <dgm:prSet phldrT="[Text]"/>
      <dgm:spPr/>
      <dgm:t>
        <a:bodyPr/>
        <a:lstStyle/>
        <a:p>
          <a:r>
            <a:rPr lang="en-IN" dirty="0"/>
            <a:t>2</a:t>
          </a:r>
        </a:p>
      </dgm:t>
    </dgm:pt>
    <dgm:pt modelId="{38F0C98F-B2F9-4900-B989-5FD8B5A1C25B}" type="parTrans" cxnId="{DBBD1ECB-89DC-48E2-B0E0-785C4740B467}">
      <dgm:prSet/>
      <dgm:spPr/>
      <dgm:t>
        <a:bodyPr/>
        <a:lstStyle/>
        <a:p>
          <a:endParaRPr lang="en-IN"/>
        </a:p>
      </dgm:t>
    </dgm:pt>
    <dgm:pt modelId="{B05D1D24-4C97-488F-8ACC-13319C2F3C03}" type="sibTrans" cxnId="{DBBD1ECB-89DC-48E2-B0E0-785C4740B467}">
      <dgm:prSet/>
      <dgm:spPr/>
      <dgm:t>
        <a:bodyPr/>
        <a:lstStyle/>
        <a:p>
          <a:endParaRPr lang="en-IN"/>
        </a:p>
      </dgm:t>
    </dgm:pt>
    <dgm:pt modelId="{A6F87E25-EFA1-4352-9B3B-5EC1BE94B190}">
      <dgm:prSet phldrT="[Text]"/>
      <dgm:spPr/>
      <dgm:t>
        <a:bodyPr/>
        <a:lstStyle/>
        <a:p>
          <a:pPr>
            <a:buFont typeface="Arial" panose="020B0604020202020204" pitchFamily="34" charset="0"/>
            <a:buChar char="•"/>
          </a:pPr>
          <a:r>
            <a:rPr lang="en-US" b="1" dirty="0"/>
            <a:t>CNNs are widely used in computer vision tasks</a:t>
          </a:r>
          <a:r>
            <a:rPr lang="en-US" dirty="0"/>
            <a:t>, including image recognition and object detection, due to their ability to automatically identify patterns and features in visual inputs.</a:t>
          </a:r>
          <a:endParaRPr lang="en-IN" dirty="0"/>
        </a:p>
      </dgm:t>
    </dgm:pt>
    <dgm:pt modelId="{F89DCE87-7F8C-41B6-92C6-98B30FD945CC}" type="parTrans" cxnId="{F49C00F6-6657-476D-B7DF-92E693B7BC87}">
      <dgm:prSet/>
      <dgm:spPr/>
      <dgm:t>
        <a:bodyPr/>
        <a:lstStyle/>
        <a:p>
          <a:endParaRPr lang="en-IN"/>
        </a:p>
      </dgm:t>
    </dgm:pt>
    <dgm:pt modelId="{AB19E37D-A22F-4715-B231-00F50A8E69EB}" type="sibTrans" cxnId="{F49C00F6-6657-476D-B7DF-92E693B7BC87}">
      <dgm:prSet/>
      <dgm:spPr/>
      <dgm:t>
        <a:bodyPr/>
        <a:lstStyle/>
        <a:p>
          <a:endParaRPr lang="en-IN"/>
        </a:p>
      </dgm:t>
    </dgm:pt>
    <dgm:pt modelId="{3E84FE8C-6AA6-45AB-85F8-735A06D7B54D}">
      <dgm:prSet phldrT="[Text]"/>
      <dgm:spPr/>
      <dgm:t>
        <a:bodyPr/>
        <a:lstStyle/>
        <a:p>
          <a:r>
            <a:rPr lang="en-IN" dirty="0"/>
            <a:t>3</a:t>
          </a:r>
        </a:p>
      </dgm:t>
    </dgm:pt>
    <dgm:pt modelId="{1FC77BF7-C775-4082-95EF-CAB07E551F64}" type="parTrans" cxnId="{FEF28776-C6AC-4A36-B830-5D13A9C5E0CE}">
      <dgm:prSet/>
      <dgm:spPr/>
      <dgm:t>
        <a:bodyPr/>
        <a:lstStyle/>
        <a:p>
          <a:endParaRPr lang="en-IN"/>
        </a:p>
      </dgm:t>
    </dgm:pt>
    <dgm:pt modelId="{542A3C49-67AF-4007-9ED4-0C9D39F5DF96}" type="sibTrans" cxnId="{FEF28776-C6AC-4A36-B830-5D13A9C5E0CE}">
      <dgm:prSet/>
      <dgm:spPr/>
      <dgm:t>
        <a:bodyPr/>
        <a:lstStyle/>
        <a:p>
          <a:endParaRPr lang="en-IN"/>
        </a:p>
      </dgm:t>
    </dgm:pt>
    <dgm:pt modelId="{2D6EF43B-D17A-444F-9A29-EC2D8DE0CDBB}">
      <dgm:prSet phldrT="[Text]"/>
      <dgm:spPr/>
      <dgm:t>
        <a:bodyPr/>
        <a:lstStyle/>
        <a:p>
          <a:pPr>
            <a:buFont typeface="Arial" panose="020B0604020202020204" pitchFamily="34" charset="0"/>
            <a:buChar char="•"/>
          </a:pPr>
          <a:r>
            <a:rPr lang="en-US" b="1"/>
            <a:t>Common applications</a:t>
          </a:r>
          <a:r>
            <a:rPr lang="en-US"/>
            <a:t> of CNNs include self-driving car systems, facial recognition technology, and medical image analysis.</a:t>
          </a:r>
          <a:endParaRPr lang="en-IN"/>
        </a:p>
      </dgm:t>
    </dgm:pt>
    <dgm:pt modelId="{69CBBEA4-C637-43D8-B7D9-4FEA87609F39}" type="parTrans" cxnId="{E7C69AAE-4A96-4416-98A0-877FEFDD0248}">
      <dgm:prSet/>
      <dgm:spPr/>
      <dgm:t>
        <a:bodyPr/>
        <a:lstStyle/>
        <a:p>
          <a:endParaRPr lang="en-IN"/>
        </a:p>
      </dgm:t>
    </dgm:pt>
    <dgm:pt modelId="{785A9D8E-F431-4D3F-9E99-53A16B012543}" type="sibTrans" cxnId="{E7C69AAE-4A96-4416-98A0-877FEFDD0248}">
      <dgm:prSet/>
      <dgm:spPr/>
      <dgm:t>
        <a:bodyPr/>
        <a:lstStyle/>
        <a:p>
          <a:endParaRPr lang="en-IN"/>
        </a:p>
      </dgm:t>
    </dgm:pt>
    <dgm:pt modelId="{18F5E009-763C-4B43-9E5A-4A28FCD7C2B0}">
      <dgm:prSet phldrT="[Text]"/>
      <dgm:spPr/>
      <dgm:t>
        <a:bodyPr/>
        <a:lstStyle/>
        <a:p>
          <a:pPr>
            <a:buFont typeface="Arial" panose="020B0604020202020204" pitchFamily="34" charset="0"/>
            <a:buChar char="•"/>
          </a:pPr>
          <a:r>
            <a:rPr lang="en-US" b="0" i="0" dirty="0"/>
            <a:t>Convolutional Neural Network (CNN) is a type of deep neural network which has proven to perform well in computer vision tasks such as image classification, object detection, object localization and neural style transfer.</a:t>
          </a:r>
          <a:endParaRPr lang="en-IN" dirty="0"/>
        </a:p>
      </dgm:t>
    </dgm:pt>
    <dgm:pt modelId="{401E7892-8BE8-4E9F-8A66-B512694E7FB2}" type="parTrans" cxnId="{9D84D0D5-3A7E-4C0E-BCAB-E962AEFD8DBD}">
      <dgm:prSet/>
      <dgm:spPr/>
      <dgm:t>
        <a:bodyPr/>
        <a:lstStyle/>
        <a:p>
          <a:endParaRPr lang="en-IN"/>
        </a:p>
      </dgm:t>
    </dgm:pt>
    <dgm:pt modelId="{06C46057-BC9B-4AC4-9C61-83E5601FD32E}" type="sibTrans" cxnId="{9D84D0D5-3A7E-4C0E-BCAB-E962AEFD8DBD}">
      <dgm:prSet/>
      <dgm:spPr/>
      <dgm:t>
        <a:bodyPr/>
        <a:lstStyle/>
        <a:p>
          <a:endParaRPr lang="en-IN"/>
        </a:p>
      </dgm:t>
    </dgm:pt>
    <dgm:pt modelId="{FAA94380-1449-4B37-9984-0E12AC98598B}" type="pres">
      <dgm:prSet presAssocID="{2F5ADB5B-7B6F-440E-AB01-FBE498D9C6E4}" presName="linearFlow" presStyleCnt="0">
        <dgm:presLayoutVars>
          <dgm:dir/>
          <dgm:animLvl val="lvl"/>
          <dgm:resizeHandles val="exact"/>
        </dgm:presLayoutVars>
      </dgm:prSet>
      <dgm:spPr/>
    </dgm:pt>
    <dgm:pt modelId="{63368708-70E2-430F-BE4F-C917B7E9B050}" type="pres">
      <dgm:prSet presAssocID="{15A8070D-D894-4553-8419-DBDDCE1FB319}" presName="composite" presStyleCnt="0"/>
      <dgm:spPr/>
    </dgm:pt>
    <dgm:pt modelId="{380690AB-E16C-4BB5-AC78-462F492B4034}" type="pres">
      <dgm:prSet presAssocID="{15A8070D-D894-4553-8419-DBDDCE1FB319}" presName="parentText" presStyleLbl="alignNode1" presStyleIdx="0" presStyleCnt="3">
        <dgm:presLayoutVars>
          <dgm:chMax val="1"/>
          <dgm:bulletEnabled val="1"/>
        </dgm:presLayoutVars>
      </dgm:prSet>
      <dgm:spPr/>
    </dgm:pt>
    <dgm:pt modelId="{7F221EA8-965C-4C3B-B618-BA45D1037274}" type="pres">
      <dgm:prSet presAssocID="{15A8070D-D894-4553-8419-DBDDCE1FB319}" presName="descendantText" presStyleLbl="alignAcc1" presStyleIdx="0" presStyleCnt="3">
        <dgm:presLayoutVars>
          <dgm:bulletEnabled val="1"/>
        </dgm:presLayoutVars>
      </dgm:prSet>
      <dgm:spPr/>
    </dgm:pt>
    <dgm:pt modelId="{6599E8BA-82E2-4AC3-BB80-BCFAECA389DE}" type="pres">
      <dgm:prSet presAssocID="{D1507BD0-E539-4B0A-A540-3C2434FA02CB}" presName="sp" presStyleCnt="0"/>
      <dgm:spPr/>
    </dgm:pt>
    <dgm:pt modelId="{C1F720E7-2C0C-494A-AC50-D2E63F7D6136}" type="pres">
      <dgm:prSet presAssocID="{02680CA9-7AE5-4ED3-AFF1-52C36ABBE9D3}" presName="composite" presStyleCnt="0"/>
      <dgm:spPr/>
    </dgm:pt>
    <dgm:pt modelId="{7F9B0C3A-CD66-49FB-948C-4867026D3D09}" type="pres">
      <dgm:prSet presAssocID="{02680CA9-7AE5-4ED3-AFF1-52C36ABBE9D3}" presName="parentText" presStyleLbl="alignNode1" presStyleIdx="1" presStyleCnt="3">
        <dgm:presLayoutVars>
          <dgm:chMax val="1"/>
          <dgm:bulletEnabled val="1"/>
        </dgm:presLayoutVars>
      </dgm:prSet>
      <dgm:spPr/>
    </dgm:pt>
    <dgm:pt modelId="{F48A986F-E580-45A8-B076-A48D5BA52468}" type="pres">
      <dgm:prSet presAssocID="{02680CA9-7AE5-4ED3-AFF1-52C36ABBE9D3}" presName="descendantText" presStyleLbl="alignAcc1" presStyleIdx="1" presStyleCnt="3">
        <dgm:presLayoutVars>
          <dgm:bulletEnabled val="1"/>
        </dgm:presLayoutVars>
      </dgm:prSet>
      <dgm:spPr/>
    </dgm:pt>
    <dgm:pt modelId="{0E37F84F-F648-4D5B-81D2-4EC49FF95781}" type="pres">
      <dgm:prSet presAssocID="{B05D1D24-4C97-488F-8ACC-13319C2F3C03}" presName="sp" presStyleCnt="0"/>
      <dgm:spPr/>
    </dgm:pt>
    <dgm:pt modelId="{8338EFAC-F40F-48DD-AC85-F8A640913F22}" type="pres">
      <dgm:prSet presAssocID="{3E84FE8C-6AA6-45AB-85F8-735A06D7B54D}" presName="composite" presStyleCnt="0"/>
      <dgm:spPr/>
    </dgm:pt>
    <dgm:pt modelId="{EB20DD01-3C0A-4EA3-BE81-DB6C31C8EBCE}" type="pres">
      <dgm:prSet presAssocID="{3E84FE8C-6AA6-45AB-85F8-735A06D7B54D}" presName="parentText" presStyleLbl="alignNode1" presStyleIdx="2" presStyleCnt="3">
        <dgm:presLayoutVars>
          <dgm:chMax val="1"/>
          <dgm:bulletEnabled val="1"/>
        </dgm:presLayoutVars>
      </dgm:prSet>
      <dgm:spPr/>
    </dgm:pt>
    <dgm:pt modelId="{A987678A-DD35-44E2-8D52-8AFB54FACD91}" type="pres">
      <dgm:prSet presAssocID="{3E84FE8C-6AA6-45AB-85F8-735A06D7B54D}" presName="descendantText" presStyleLbl="alignAcc1" presStyleIdx="2" presStyleCnt="3">
        <dgm:presLayoutVars>
          <dgm:bulletEnabled val="1"/>
        </dgm:presLayoutVars>
      </dgm:prSet>
      <dgm:spPr/>
    </dgm:pt>
  </dgm:ptLst>
  <dgm:cxnLst>
    <dgm:cxn modelId="{B8004804-143F-417C-A52A-29C413E4AF70}" srcId="{2F5ADB5B-7B6F-440E-AB01-FBE498D9C6E4}" destId="{15A8070D-D894-4553-8419-DBDDCE1FB319}" srcOrd="0" destOrd="0" parTransId="{6DD03D6C-E93A-4389-939F-D7C476F4FAFE}" sibTransId="{D1507BD0-E539-4B0A-A540-3C2434FA02CB}"/>
    <dgm:cxn modelId="{45BB730A-7744-485B-B66D-4A1B5C9AD64B}" type="presOf" srcId="{02680CA9-7AE5-4ED3-AFF1-52C36ABBE9D3}" destId="{7F9B0C3A-CD66-49FB-948C-4867026D3D09}" srcOrd="0" destOrd="0" presId="urn:microsoft.com/office/officeart/2005/8/layout/chevron2"/>
    <dgm:cxn modelId="{62EB472A-BDB3-48C7-8883-BDC24CE404CE}" type="presOf" srcId="{A6F87E25-EFA1-4352-9B3B-5EC1BE94B190}" destId="{F48A986F-E580-45A8-B076-A48D5BA52468}" srcOrd="0" destOrd="0" presId="urn:microsoft.com/office/officeart/2005/8/layout/chevron2"/>
    <dgm:cxn modelId="{3CE3C13F-7D7A-4F39-99DC-50C10F8B770E}" type="presOf" srcId="{18F5E009-763C-4B43-9E5A-4A28FCD7C2B0}" destId="{7F221EA8-965C-4C3B-B618-BA45D1037274}" srcOrd="0" destOrd="1" presId="urn:microsoft.com/office/officeart/2005/8/layout/chevron2"/>
    <dgm:cxn modelId="{FEF28776-C6AC-4A36-B830-5D13A9C5E0CE}" srcId="{2F5ADB5B-7B6F-440E-AB01-FBE498D9C6E4}" destId="{3E84FE8C-6AA6-45AB-85F8-735A06D7B54D}" srcOrd="2" destOrd="0" parTransId="{1FC77BF7-C775-4082-95EF-CAB07E551F64}" sibTransId="{542A3C49-67AF-4007-9ED4-0C9D39F5DF96}"/>
    <dgm:cxn modelId="{A7FC6980-F2D5-4B1D-9996-986FE158EB4C}" type="presOf" srcId="{2F5ADB5B-7B6F-440E-AB01-FBE498D9C6E4}" destId="{FAA94380-1449-4B37-9984-0E12AC98598B}" srcOrd="0" destOrd="0" presId="urn:microsoft.com/office/officeart/2005/8/layout/chevron2"/>
    <dgm:cxn modelId="{C8592B8B-5D83-448E-879C-1E8B6267A2AA}" srcId="{15A8070D-D894-4553-8419-DBDDCE1FB319}" destId="{7B647D11-906B-44DE-8028-5D5FE6F73EA5}" srcOrd="0" destOrd="0" parTransId="{AA5AAA56-13E3-404D-A197-605AF29A0629}" sibTransId="{F0F76239-C996-409A-B118-F7AC7E24A807}"/>
    <dgm:cxn modelId="{E7C69AAE-4A96-4416-98A0-877FEFDD0248}" srcId="{3E84FE8C-6AA6-45AB-85F8-735A06D7B54D}" destId="{2D6EF43B-D17A-444F-9A29-EC2D8DE0CDBB}" srcOrd="0" destOrd="0" parTransId="{69CBBEA4-C637-43D8-B7D9-4FEA87609F39}" sibTransId="{785A9D8E-F431-4D3F-9E99-53A16B012543}"/>
    <dgm:cxn modelId="{164800BC-8889-48FC-A777-D79631980E9C}" type="presOf" srcId="{15A8070D-D894-4553-8419-DBDDCE1FB319}" destId="{380690AB-E16C-4BB5-AC78-462F492B4034}" srcOrd="0" destOrd="0" presId="urn:microsoft.com/office/officeart/2005/8/layout/chevron2"/>
    <dgm:cxn modelId="{87F3DCC8-64CF-497E-8670-3CBE1C28FC82}" type="presOf" srcId="{7B647D11-906B-44DE-8028-5D5FE6F73EA5}" destId="{7F221EA8-965C-4C3B-B618-BA45D1037274}" srcOrd="0" destOrd="0" presId="urn:microsoft.com/office/officeart/2005/8/layout/chevron2"/>
    <dgm:cxn modelId="{278F0ECB-D1DE-4790-865E-6BA084DB9815}" type="presOf" srcId="{2D6EF43B-D17A-444F-9A29-EC2D8DE0CDBB}" destId="{A987678A-DD35-44E2-8D52-8AFB54FACD91}" srcOrd="0" destOrd="0" presId="urn:microsoft.com/office/officeart/2005/8/layout/chevron2"/>
    <dgm:cxn modelId="{DBBD1ECB-89DC-48E2-B0E0-785C4740B467}" srcId="{2F5ADB5B-7B6F-440E-AB01-FBE498D9C6E4}" destId="{02680CA9-7AE5-4ED3-AFF1-52C36ABBE9D3}" srcOrd="1" destOrd="0" parTransId="{38F0C98F-B2F9-4900-B989-5FD8B5A1C25B}" sibTransId="{B05D1D24-4C97-488F-8ACC-13319C2F3C03}"/>
    <dgm:cxn modelId="{9D84D0D5-3A7E-4C0E-BCAB-E962AEFD8DBD}" srcId="{15A8070D-D894-4553-8419-DBDDCE1FB319}" destId="{18F5E009-763C-4B43-9E5A-4A28FCD7C2B0}" srcOrd="1" destOrd="0" parTransId="{401E7892-8BE8-4E9F-8A66-B512694E7FB2}" sibTransId="{06C46057-BC9B-4AC4-9C61-83E5601FD32E}"/>
    <dgm:cxn modelId="{78F702EB-D577-4547-9716-757409BAD9FC}" type="presOf" srcId="{3E84FE8C-6AA6-45AB-85F8-735A06D7B54D}" destId="{EB20DD01-3C0A-4EA3-BE81-DB6C31C8EBCE}" srcOrd="0" destOrd="0" presId="urn:microsoft.com/office/officeart/2005/8/layout/chevron2"/>
    <dgm:cxn modelId="{F49C00F6-6657-476D-B7DF-92E693B7BC87}" srcId="{02680CA9-7AE5-4ED3-AFF1-52C36ABBE9D3}" destId="{A6F87E25-EFA1-4352-9B3B-5EC1BE94B190}" srcOrd="0" destOrd="0" parTransId="{F89DCE87-7F8C-41B6-92C6-98B30FD945CC}" sibTransId="{AB19E37D-A22F-4715-B231-00F50A8E69EB}"/>
    <dgm:cxn modelId="{873A9392-31A0-406F-8D26-830DA6FDD040}" type="presParOf" srcId="{FAA94380-1449-4B37-9984-0E12AC98598B}" destId="{63368708-70E2-430F-BE4F-C917B7E9B050}" srcOrd="0" destOrd="0" presId="urn:microsoft.com/office/officeart/2005/8/layout/chevron2"/>
    <dgm:cxn modelId="{E1EAA5F8-153D-48FB-9EE2-B2E29FD0B8BF}" type="presParOf" srcId="{63368708-70E2-430F-BE4F-C917B7E9B050}" destId="{380690AB-E16C-4BB5-AC78-462F492B4034}" srcOrd="0" destOrd="0" presId="urn:microsoft.com/office/officeart/2005/8/layout/chevron2"/>
    <dgm:cxn modelId="{05875D02-1B69-4C21-9F6D-EC7C910A691C}" type="presParOf" srcId="{63368708-70E2-430F-BE4F-C917B7E9B050}" destId="{7F221EA8-965C-4C3B-B618-BA45D1037274}" srcOrd="1" destOrd="0" presId="urn:microsoft.com/office/officeart/2005/8/layout/chevron2"/>
    <dgm:cxn modelId="{B38CA2B9-7218-4EEC-901E-707F32CC636E}" type="presParOf" srcId="{FAA94380-1449-4B37-9984-0E12AC98598B}" destId="{6599E8BA-82E2-4AC3-BB80-BCFAECA389DE}" srcOrd="1" destOrd="0" presId="urn:microsoft.com/office/officeart/2005/8/layout/chevron2"/>
    <dgm:cxn modelId="{DF78F291-37C0-449E-A09E-3BE15E8382CA}" type="presParOf" srcId="{FAA94380-1449-4B37-9984-0E12AC98598B}" destId="{C1F720E7-2C0C-494A-AC50-D2E63F7D6136}" srcOrd="2" destOrd="0" presId="urn:microsoft.com/office/officeart/2005/8/layout/chevron2"/>
    <dgm:cxn modelId="{5167A421-13A6-4CB9-B9DA-769EACB6E3FE}" type="presParOf" srcId="{C1F720E7-2C0C-494A-AC50-D2E63F7D6136}" destId="{7F9B0C3A-CD66-49FB-948C-4867026D3D09}" srcOrd="0" destOrd="0" presId="urn:microsoft.com/office/officeart/2005/8/layout/chevron2"/>
    <dgm:cxn modelId="{7B0F3BF2-9B72-4908-9297-2E33306CEC3F}" type="presParOf" srcId="{C1F720E7-2C0C-494A-AC50-D2E63F7D6136}" destId="{F48A986F-E580-45A8-B076-A48D5BA52468}" srcOrd="1" destOrd="0" presId="urn:microsoft.com/office/officeart/2005/8/layout/chevron2"/>
    <dgm:cxn modelId="{6EE0989F-5C6D-4464-8D81-9B4862354EF7}" type="presParOf" srcId="{FAA94380-1449-4B37-9984-0E12AC98598B}" destId="{0E37F84F-F648-4D5B-81D2-4EC49FF95781}" srcOrd="3" destOrd="0" presId="urn:microsoft.com/office/officeart/2005/8/layout/chevron2"/>
    <dgm:cxn modelId="{DF18795F-168D-4F1E-91D4-F67390C0C0B6}" type="presParOf" srcId="{FAA94380-1449-4B37-9984-0E12AC98598B}" destId="{8338EFAC-F40F-48DD-AC85-F8A640913F22}" srcOrd="4" destOrd="0" presId="urn:microsoft.com/office/officeart/2005/8/layout/chevron2"/>
    <dgm:cxn modelId="{8923A802-4A54-49C4-8F4D-4D26AC0B1733}" type="presParOf" srcId="{8338EFAC-F40F-48DD-AC85-F8A640913F22}" destId="{EB20DD01-3C0A-4EA3-BE81-DB6C31C8EBCE}" srcOrd="0" destOrd="0" presId="urn:microsoft.com/office/officeart/2005/8/layout/chevron2"/>
    <dgm:cxn modelId="{A844FFED-C1F7-4714-BFF6-3E93F96B6767}" type="presParOf" srcId="{8338EFAC-F40F-48DD-AC85-F8A640913F22}" destId="{A987678A-DD35-44E2-8D52-8AFB54FACD9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6F409F-98DB-42E3-A299-BC7621C615E2}"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IN"/>
        </a:p>
      </dgm:t>
    </dgm:pt>
    <dgm:pt modelId="{6F6A7B44-D3E5-4C55-BBF5-0E96410E66CE}">
      <dgm:prSet phldrT="[Text]"/>
      <dgm:spPr/>
      <dgm:t>
        <a:bodyPr/>
        <a:lstStyle/>
        <a:p>
          <a:r>
            <a:rPr lang="en-IN" dirty="0"/>
            <a:t>1</a:t>
          </a:r>
        </a:p>
      </dgm:t>
    </dgm:pt>
    <dgm:pt modelId="{6E7F3545-193C-4C62-AD23-E8B8220CFA9C}" type="parTrans" cxnId="{A111ED88-066E-41B5-A04A-F37F162EE5BE}">
      <dgm:prSet/>
      <dgm:spPr/>
      <dgm:t>
        <a:bodyPr/>
        <a:lstStyle/>
        <a:p>
          <a:endParaRPr lang="en-IN"/>
        </a:p>
      </dgm:t>
    </dgm:pt>
    <dgm:pt modelId="{EA5CB88F-CE57-4012-9500-6257D4FFC2F3}" type="sibTrans" cxnId="{A111ED88-066E-41B5-A04A-F37F162EE5BE}">
      <dgm:prSet/>
      <dgm:spPr/>
      <dgm:t>
        <a:bodyPr/>
        <a:lstStyle/>
        <a:p>
          <a:endParaRPr lang="en-IN"/>
        </a:p>
      </dgm:t>
    </dgm:pt>
    <dgm:pt modelId="{A6B57D63-7427-4E17-A8F1-6E2CD860CA5F}">
      <dgm:prSet phldrT="[Text]"/>
      <dgm:spPr/>
      <dgm:t>
        <a:bodyPr/>
        <a:lstStyle/>
        <a:p>
          <a:r>
            <a:rPr lang="en-IN" dirty="0"/>
            <a:t>2</a:t>
          </a:r>
        </a:p>
      </dgm:t>
    </dgm:pt>
    <dgm:pt modelId="{FA857504-FDA7-48E4-9A55-3C14A28AF76E}" type="parTrans" cxnId="{7F5CC14B-E267-4F6B-B6A0-DBFFC7608AFF}">
      <dgm:prSet/>
      <dgm:spPr/>
      <dgm:t>
        <a:bodyPr/>
        <a:lstStyle/>
        <a:p>
          <a:endParaRPr lang="en-IN"/>
        </a:p>
      </dgm:t>
    </dgm:pt>
    <dgm:pt modelId="{2E594A0F-A6ED-4683-8B2B-817AE806337A}" type="sibTrans" cxnId="{7F5CC14B-E267-4F6B-B6A0-DBFFC7608AFF}">
      <dgm:prSet/>
      <dgm:spPr/>
      <dgm:t>
        <a:bodyPr/>
        <a:lstStyle/>
        <a:p>
          <a:endParaRPr lang="en-IN"/>
        </a:p>
      </dgm:t>
    </dgm:pt>
    <dgm:pt modelId="{A1E388DA-AE55-41EB-8442-6362C5E33403}">
      <dgm:prSet phldrT="[Text]" custT="1"/>
      <dgm:spPr/>
      <dgm:t>
        <a:bodyPr/>
        <a:lstStyle/>
        <a:p>
          <a:r>
            <a:rPr lang="en-US" sz="1100" dirty="0"/>
            <a:t>They showed the cat various images, but initially observed no neural response from the visual cortex.</a:t>
          </a:r>
          <a:endParaRPr lang="en-IN" sz="1100" dirty="0"/>
        </a:p>
      </dgm:t>
    </dgm:pt>
    <dgm:pt modelId="{114E6F66-B3C0-4B53-BD03-28B7AD1F1B18}" type="parTrans" cxnId="{26797B2B-D7F8-48AC-93BC-3698C987E9A2}">
      <dgm:prSet/>
      <dgm:spPr/>
      <dgm:t>
        <a:bodyPr/>
        <a:lstStyle/>
        <a:p>
          <a:endParaRPr lang="en-IN"/>
        </a:p>
      </dgm:t>
    </dgm:pt>
    <dgm:pt modelId="{FDF25AC1-DE90-4A76-8E59-36A3D8F46990}" type="sibTrans" cxnId="{26797B2B-D7F8-48AC-93BC-3698C987E9A2}">
      <dgm:prSet/>
      <dgm:spPr/>
      <dgm:t>
        <a:bodyPr/>
        <a:lstStyle/>
        <a:p>
          <a:endParaRPr lang="en-IN"/>
        </a:p>
      </dgm:t>
    </dgm:pt>
    <dgm:pt modelId="{F8FD1A2B-4668-4663-A5F2-AF6A944F56FF}">
      <dgm:prSet phldrT="[Text]" custT="1"/>
      <dgm:spPr/>
      <dgm:t>
        <a:bodyPr/>
        <a:lstStyle/>
        <a:p>
          <a:r>
            <a:rPr lang="en-US" sz="1100" dirty="0"/>
            <a:t>A breakthrough occurred when a simple horizontal line of light accidentally appeared on the screen as it was turned off—this triggered a strong response in the cat's brain.</a:t>
          </a:r>
          <a:endParaRPr lang="en-IN" sz="1100" dirty="0"/>
        </a:p>
      </dgm:t>
    </dgm:pt>
    <dgm:pt modelId="{33542658-CD5E-4861-99E0-53DB82EFA175}" type="parTrans" cxnId="{D526BCCF-4A85-4E2D-A13D-4CEA95332224}">
      <dgm:prSet/>
      <dgm:spPr/>
      <dgm:t>
        <a:bodyPr/>
        <a:lstStyle/>
        <a:p>
          <a:endParaRPr lang="en-IN"/>
        </a:p>
      </dgm:t>
    </dgm:pt>
    <dgm:pt modelId="{958C256A-B164-4983-ABF2-BB6A96E06EA1}" type="sibTrans" cxnId="{D526BCCF-4A85-4E2D-A13D-4CEA95332224}">
      <dgm:prSet/>
      <dgm:spPr/>
      <dgm:t>
        <a:bodyPr/>
        <a:lstStyle/>
        <a:p>
          <a:endParaRPr lang="en-IN"/>
        </a:p>
      </dgm:t>
    </dgm:pt>
    <dgm:pt modelId="{D29DE1D0-0FA7-4988-B331-AC15B949EA67}">
      <dgm:prSet phldrT="[Text]"/>
      <dgm:spPr/>
      <dgm:t>
        <a:bodyPr/>
        <a:lstStyle/>
        <a:p>
          <a:r>
            <a:rPr lang="en-IN" dirty="0"/>
            <a:t>3</a:t>
          </a:r>
        </a:p>
      </dgm:t>
    </dgm:pt>
    <dgm:pt modelId="{FF7D2E94-C4ED-4534-9F9E-C037F2464AD9}" type="parTrans" cxnId="{44C9BEC7-88CA-4649-BCF0-9C3100D1B7EE}">
      <dgm:prSet/>
      <dgm:spPr/>
      <dgm:t>
        <a:bodyPr/>
        <a:lstStyle/>
        <a:p>
          <a:endParaRPr lang="en-IN"/>
        </a:p>
      </dgm:t>
    </dgm:pt>
    <dgm:pt modelId="{4F1BA9B6-7535-4B6F-8D94-FB48B7565CC4}" type="sibTrans" cxnId="{44C9BEC7-88CA-4649-BCF0-9C3100D1B7EE}">
      <dgm:prSet/>
      <dgm:spPr/>
      <dgm:t>
        <a:bodyPr/>
        <a:lstStyle/>
        <a:p>
          <a:endParaRPr lang="en-IN"/>
        </a:p>
      </dgm:t>
    </dgm:pt>
    <dgm:pt modelId="{4A8A8753-290A-4CE3-A503-2D42158477A9}">
      <dgm:prSet phldrT="[Text]" custT="1"/>
      <dgm:spPr/>
      <dgm:t>
        <a:bodyPr/>
        <a:lstStyle/>
        <a:p>
          <a:r>
            <a:rPr lang="en-US" sz="1200" dirty="0"/>
            <a:t>This experiment revealed that the brain processes visual information by detecting edges and lines, laying the foundation for our understanding of biological vision and inspiring modern computer vision techniques.</a:t>
          </a:r>
          <a:endParaRPr lang="en-IN" sz="1200" dirty="0"/>
        </a:p>
      </dgm:t>
    </dgm:pt>
    <dgm:pt modelId="{8D75474F-8D56-427B-9AD6-2F2008CC8AEF}" type="parTrans" cxnId="{7DB920CC-2975-4AF5-B8F3-6E7931FF8C07}">
      <dgm:prSet/>
      <dgm:spPr/>
      <dgm:t>
        <a:bodyPr/>
        <a:lstStyle/>
        <a:p>
          <a:endParaRPr lang="en-IN"/>
        </a:p>
      </dgm:t>
    </dgm:pt>
    <dgm:pt modelId="{20B649D4-AD7A-45C4-8A2C-90EACBD386E4}" type="sibTrans" cxnId="{7DB920CC-2975-4AF5-B8F3-6E7931FF8C07}">
      <dgm:prSet/>
      <dgm:spPr/>
      <dgm:t>
        <a:bodyPr/>
        <a:lstStyle/>
        <a:p>
          <a:endParaRPr lang="en-IN"/>
        </a:p>
      </dgm:t>
    </dgm:pt>
    <dgm:pt modelId="{6AF5B84A-263A-4991-8305-B90CF08FA22C}">
      <dgm:prSet phldrT="[Text]" custT="1"/>
      <dgm:spPr/>
      <dgm:t>
        <a:bodyPr/>
        <a:lstStyle/>
        <a:p>
          <a:r>
            <a:rPr lang="en-US" sz="1200" dirty="0"/>
            <a:t>In 1959, scientists David Hubel and Torsten Wiesel conducted an experiment by placing a cat in a harness and inserting an electrode into its primary visual cortex to monitor brain activity.</a:t>
          </a:r>
          <a:endParaRPr lang="en-IN" sz="1200" dirty="0"/>
        </a:p>
      </dgm:t>
    </dgm:pt>
    <dgm:pt modelId="{F6888B0B-3033-413E-876E-1597343BE705}" type="sibTrans" cxnId="{F9C97901-15FD-494A-A47D-AC2846D44739}">
      <dgm:prSet/>
      <dgm:spPr/>
      <dgm:t>
        <a:bodyPr/>
        <a:lstStyle/>
        <a:p>
          <a:endParaRPr lang="en-IN"/>
        </a:p>
      </dgm:t>
    </dgm:pt>
    <dgm:pt modelId="{3C0CDB7A-5C8D-4959-8474-EC15283314B7}" type="parTrans" cxnId="{F9C97901-15FD-494A-A47D-AC2846D44739}">
      <dgm:prSet/>
      <dgm:spPr/>
      <dgm:t>
        <a:bodyPr/>
        <a:lstStyle/>
        <a:p>
          <a:endParaRPr lang="en-IN"/>
        </a:p>
      </dgm:t>
    </dgm:pt>
    <dgm:pt modelId="{2DEF9161-B5CB-4389-A127-91FA1661282A}" type="pres">
      <dgm:prSet presAssocID="{5F6F409F-98DB-42E3-A299-BC7621C615E2}" presName="linearFlow" presStyleCnt="0">
        <dgm:presLayoutVars>
          <dgm:dir/>
          <dgm:animLvl val="lvl"/>
          <dgm:resizeHandles val="exact"/>
        </dgm:presLayoutVars>
      </dgm:prSet>
      <dgm:spPr/>
    </dgm:pt>
    <dgm:pt modelId="{F6CC7293-4118-4A14-BE2A-F5297A92D1E0}" type="pres">
      <dgm:prSet presAssocID="{6F6A7B44-D3E5-4C55-BBF5-0E96410E66CE}" presName="composite" presStyleCnt="0"/>
      <dgm:spPr/>
    </dgm:pt>
    <dgm:pt modelId="{A52FB9F3-37EE-433A-8468-7DC62EB5E2E3}" type="pres">
      <dgm:prSet presAssocID="{6F6A7B44-D3E5-4C55-BBF5-0E96410E66CE}" presName="parentText" presStyleLbl="alignNode1" presStyleIdx="0" presStyleCnt="3">
        <dgm:presLayoutVars>
          <dgm:chMax val="1"/>
          <dgm:bulletEnabled val="1"/>
        </dgm:presLayoutVars>
      </dgm:prSet>
      <dgm:spPr/>
    </dgm:pt>
    <dgm:pt modelId="{3F3B6621-EC52-45CD-85A7-12396A25FF85}" type="pres">
      <dgm:prSet presAssocID="{6F6A7B44-D3E5-4C55-BBF5-0E96410E66CE}" presName="descendantText" presStyleLbl="alignAcc1" presStyleIdx="0" presStyleCnt="3">
        <dgm:presLayoutVars>
          <dgm:bulletEnabled val="1"/>
        </dgm:presLayoutVars>
      </dgm:prSet>
      <dgm:spPr/>
    </dgm:pt>
    <dgm:pt modelId="{1B9C9534-7AC7-48B0-83A3-255D55E17BB9}" type="pres">
      <dgm:prSet presAssocID="{EA5CB88F-CE57-4012-9500-6257D4FFC2F3}" presName="sp" presStyleCnt="0"/>
      <dgm:spPr/>
    </dgm:pt>
    <dgm:pt modelId="{34C28CC6-9521-4029-AE83-B5B6D1F17DFE}" type="pres">
      <dgm:prSet presAssocID="{A6B57D63-7427-4E17-A8F1-6E2CD860CA5F}" presName="composite" presStyleCnt="0"/>
      <dgm:spPr/>
    </dgm:pt>
    <dgm:pt modelId="{E6F53B5A-14EC-4C23-8954-96461447F37D}" type="pres">
      <dgm:prSet presAssocID="{A6B57D63-7427-4E17-A8F1-6E2CD860CA5F}" presName="parentText" presStyleLbl="alignNode1" presStyleIdx="1" presStyleCnt="3">
        <dgm:presLayoutVars>
          <dgm:chMax val="1"/>
          <dgm:bulletEnabled val="1"/>
        </dgm:presLayoutVars>
      </dgm:prSet>
      <dgm:spPr/>
    </dgm:pt>
    <dgm:pt modelId="{304E0E68-7380-453E-9D73-A87CA7C062D6}" type="pres">
      <dgm:prSet presAssocID="{A6B57D63-7427-4E17-A8F1-6E2CD860CA5F}" presName="descendantText" presStyleLbl="alignAcc1" presStyleIdx="1" presStyleCnt="3">
        <dgm:presLayoutVars>
          <dgm:bulletEnabled val="1"/>
        </dgm:presLayoutVars>
      </dgm:prSet>
      <dgm:spPr/>
    </dgm:pt>
    <dgm:pt modelId="{75613991-F7F4-4027-83A4-7730D16CD116}" type="pres">
      <dgm:prSet presAssocID="{2E594A0F-A6ED-4683-8B2B-817AE806337A}" presName="sp" presStyleCnt="0"/>
      <dgm:spPr/>
    </dgm:pt>
    <dgm:pt modelId="{AE3FED1B-0CC2-46AC-BC83-BFA76F567C6C}" type="pres">
      <dgm:prSet presAssocID="{D29DE1D0-0FA7-4988-B331-AC15B949EA67}" presName="composite" presStyleCnt="0"/>
      <dgm:spPr/>
    </dgm:pt>
    <dgm:pt modelId="{27B39696-FC3A-4BC9-8C7C-5FA064BEE934}" type="pres">
      <dgm:prSet presAssocID="{D29DE1D0-0FA7-4988-B331-AC15B949EA67}" presName="parentText" presStyleLbl="alignNode1" presStyleIdx="2" presStyleCnt="3">
        <dgm:presLayoutVars>
          <dgm:chMax val="1"/>
          <dgm:bulletEnabled val="1"/>
        </dgm:presLayoutVars>
      </dgm:prSet>
      <dgm:spPr/>
    </dgm:pt>
    <dgm:pt modelId="{E6C1229F-9104-49F1-93B2-0127517BBC70}" type="pres">
      <dgm:prSet presAssocID="{D29DE1D0-0FA7-4988-B331-AC15B949EA67}" presName="descendantText" presStyleLbl="alignAcc1" presStyleIdx="2" presStyleCnt="3">
        <dgm:presLayoutVars>
          <dgm:bulletEnabled val="1"/>
        </dgm:presLayoutVars>
      </dgm:prSet>
      <dgm:spPr/>
    </dgm:pt>
  </dgm:ptLst>
  <dgm:cxnLst>
    <dgm:cxn modelId="{F9C97901-15FD-494A-A47D-AC2846D44739}" srcId="{6F6A7B44-D3E5-4C55-BBF5-0E96410E66CE}" destId="{6AF5B84A-263A-4991-8305-B90CF08FA22C}" srcOrd="0" destOrd="0" parTransId="{3C0CDB7A-5C8D-4959-8474-EC15283314B7}" sibTransId="{F6888B0B-3033-413E-876E-1597343BE705}"/>
    <dgm:cxn modelId="{6B7FED0D-EB37-4444-9610-1F3045FE1864}" type="presOf" srcId="{6AF5B84A-263A-4991-8305-B90CF08FA22C}" destId="{3F3B6621-EC52-45CD-85A7-12396A25FF85}" srcOrd="0" destOrd="0" presId="urn:microsoft.com/office/officeart/2005/8/layout/chevron2"/>
    <dgm:cxn modelId="{F69F5F29-5BAD-40B2-9176-69428C1D60B0}" type="presOf" srcId="{A6B57D63-7427-4E17-A8F1-6E2CD860CA5F}" destId="{E6F53B5A-14EC-4C23-8954-96461447F37D}" srcOrd="0" destOrd="0" presId="urn:microsoft.com/office/officeart/2005/8/layout/chevron2"/>
    <dgm:cxn modelId="{ABC46F2A-4AEE-4EDA-96DF-F7C7BE11016B}" type="presOf" srcId="{6F6A7B44-D3E5-4C55-BBF5-0E96410E66CE}" destId="{A52FB9F3-37EE-433A-8468-7DC62EB5E2E3}" srcOrd="0" destOrd="0" presId="urn:microsoft.com/office/officeart/2005/8/layout/chevron2"/>
    <dgm:cxn modelId="{26797B2B-D7F8-48AC-93BC-3698C987E9A2}" srcId="{A6B57D63-7427-4E17-A8F1-6E2CD860CA5F}" destId="{A1E388DA-AE55-41EB-8442-6362C5E33403}" srcOrd="0" destOrd="0" parTransId="{114E6F66-B3C0-4B53-BD03-28B7AD1F1B18}" sibTransId="{FDF25AC1-DE90-4A76-8E59-36A3D8F46990}"/>
    <dgm:cxn modelId="{7F5CC14B-E267-4F6B-B6A0-DBFFC7608AFF}" srcId="{5F6F409F-98DB-42E3-A299-BC7621C615E2}" destId="{A6B57D63-7427-4E17-A8F1-6E2CD860CA5F}" srcOrd="1" destOrd="0" parTransId="{FA857504-FDA7-48E4-9A55-3C14A28AF76E}" sibTransId="{2E594A0F-A6ED-4683-8B2B-817AE806337A}"/>
    <dgm:cxn modelId="{884A794D-261C-4868-9E50-9EB52D62C7F8}" type="presOf" srcId="{F8FD1A2B-4668-4663-A5F2-AF6A944F56FF}" destId="{304E0E68-7380-453E-9D73-A87CA7C062D6}" srcOrd="0" destOrd="1" presId="urn:microsoft.com/office/officeart/2005/8/layout/chevron2"/>
    <dgm:cxn modelId="{A111ED88-066E-41B5-A04A-F37F162EE5BE}" srcId="{5F6F409F-98DB-42E3-A299-BC7621C615E2}" destId="{6F6A7B44-D3E5-4C55-BBF5-0E96410E66CE}" srcOrd="0" destOrd="0" parTransId="{6E7F3545-193C-4C62-AD23-E8B8220CFA9C}" sibTransId="{EA5CB88F-CE57-4012-9500-6257D4FFC2F3}"/>
    <dgm:cxn modelId="{5EFF81A1-3B08-4223-A6D0-FF8E09EBD9C8}" type="presOf" srcId="{4A8A8753-290A-4CE3-A503-2D42158477A9}" destId="{E6C1229F-9104-49F1-93B2-0127517BBC70}" srcOrd="0" destOrd="0" presId="urn:microsoft.com/office/officeart/2005/8/layout/chevron2"/>
    <dgm:cxn modelId="{F98917A4-879A-49D7-8889-5893A9EA17A4}" type="presOf" srcId="{A1E388DA-AE55-41EB-8442-6362C5E33403}" destId="{304E0E68-7380-453E-9D73-A87CA7C062D6}" srcOrd="0" destOrd="0" presId="urn:microsoft.com/office/officeart/2005/8/layout/chevron2"/>
    <dgm:cxn modelId="{5BE840A8-A973-4B6B-B1C8-1650A4CD68ED}" type="presOf" srcId="{5F6F409F-98DB-42E3-A299-BC7621C615E2}" destId="{2DEF9161-B5CB-4389-A127-91FA1661282A}" srcOrd="0" destOrd="0" presId="urn:microsoft.com/office/officeart/2005/8/layout/chevron2"/>
    <dgm:cxn modelId="{3825E7AA-BF43-4D5F-817B-75F2E1B5703E}" type="presOf" srcId="{D29DE1D0-0FA7-4988-B331-AC15B949EA67}" destId="{27B39696-FC3A-4BC9-8C7C-5FA064BEE934}" srcOrd="0" destOrd="0" presId="urn:microsoft.com/office/officeart/2005/8/layout/chevron2"/>
    <dgm:cxn modelId="{44C9BEC7-88CA-4649-BCF0-9C3100D1B7EE}" srcId="{5F6F409F-98DB-42E3-A299-BC7621C615E2}" destId="{D29DE1D0-0FA7-4988-B331-AC15B949EA67}" srcOrd="2" destOrd="0" parTransId="{FF7D2E94-C4ED-4534-9F9E-C037F2464AD9}" sibTransId="{4F1BA9B6-7535-4B6F-8D94-FB48B7565CC4}"/>
    <dgm:cxn modelId="{7DB920CC-2975-4AF5-B8F3-6E7931FF8C07}" srcId="{D29DE1D0-0FA7-4988-B331-AC15B949EA67}" destId="{4A8A8753-290A-4CE3-A503-2D42158477A9}" srcOrd="0" destOrd="0" parTransId="{8D75474F-8D56-427B-9AD6-2F2008CC8AEF}" sibTransId="{20B649D4-AD7A-45C4-8A2C-90EACBD386E4}"/>
    <dgm:cxn modelId="{D526BCCF-4A85-4E2D-A13D-4CEA95332224}" srcId="{A6B57D63-7427-4E17-A8F1-6E2CD860CA5F}" destId="{F8FD1A2B-4668-4663-A5F2-AF6A944F56FF}" srcOrd="1" destOrd="0" parTransId="{33542658-CD5E-4861-99E0-53DB82EFA175}" sibTransId="{958C256A-B164-4983-ABF2-BB6A96E06EA1}"/>
    <dgm:cxn modelId="{8380C6D8-2307-4FF4-8043-D35CCF9316AE}" type="presParOf" srcId="{2DEF9161-B5CB-4389-A127-91FA1661282A}" destId="{F6CC7293-4118-4A14-BE2A-F5297A92D1E0}" srcOrd="0" destOrd="0" presId="urn:microsoft.com/office/officeart/2005/8/layout/chevron2"/>
    <dgm:cxn modelId="{2BD05BBC-ADC7-4BB0-8435-60E1F939693F}" type="presParOf" srcId="{F6CC7293-4118-4A14-BE2A-F5297A92D1E0}" destId="{A52FB9F3-37EE-433A-8468-7DC62EB5E2E3}" srcOrd="0" destOrd="0" presId="urn:microsoft.com/office/officeart/2005/8/layout/chevron2"/>
    <dgm:cxn modelId="{2521FC45-A772-4DFF-A4F7-C4A70CE003A6}" type="presParOf" srcId="{F6CC7293-4118-4A14-BE2A-F5297A92D1E0}" destId="{3F3B6621-EC52-45CD-85A7-12396A25FF85}" srcOrd="1" destOrd="0" presId="urn:microsoft.com/office/officeart/2005/8/layout/chevron2"/>
    <dgm:cxn modelId="{42C814AF-6D7B-4798-B9FB-6C5C72D035C6}" type="presParOf" srcId="{2DEF9161-B5CB-4389-A127-91FA1661282A}" destId="{1B9C9534-7AC7-48B0-83A3-255D55E17BB9}" srcOrd="1" destOrd="0" presId="urn:microsoft.com/office/officeart/2005/8/layout/chevron2"/>
    <dgm:cxn modelId="{AB52FF02-8F75-40A7-AA24-716B2C4AF9F7}" type="presParOf" srcId="{2DEF9161-B5CB-4389-A127-91FA1661282A}" destId="{34C28CC6-9521-4029-AE83-B5B6D1F17DFE}" srcOrd="2" destOrd="0" presId="urn:microsoft.com/office/officeart/2005/8/layout/chevron2"/>
    <dgm:cxn modelId="{6A5D9560-B04B-44D8-AE83-0F0403FAB25E}" type="presParOf" srcId="{34C28CC6-9521-4029-AE83-B5B6D1F17DFE}" destId="{E6F53B5A-14EC-4C23-8954-96461447F37D}" srcOrd="0" destOrd="0" presId="urn:microsoft.com/office/officeart/2005/8/layout/chevron2"/>
    <dgm:cxn modelId="{1EA99AF1-6016-4691-8862-B62A9761F199}" type="presParOf" srcId="{34C28CC6-9521-4029-AE83-B5B6D1F17DFE}" destId="{304E0E68-7380-453E-9D73-A87CA7C062D6}" srcOrd="1" destOrd="0" presId="urn:microsoft.com/office/officeart/2005/8/layout/chevron2"/>
    <dgm:cxn modelId="{F91DE881-7728-401B-8AE8-AFAE7DD7651E}" type="presParOf" srcId="{2DEF9161-B5CB-4389-A127-91FA1661282A}" destId="{75613991-F7F4-4027-83A4-7730D16CD116}" srcOrd="3" destOrd="0" presId="urn:microsoft.com/office/officeart/2005/8/layout/chevron2"/>
    <dgm:cxn modelId="{D2A85D98-F729-41F3-BD85-4D62F4CE3C7E}" type="presParOf" srcId="{2DEF9161-B5CB-4389-A127-91FA1661282A}" destId="{AE3FED1B-0CC2-46AC-BC83-BFA76F567C6C}" srcOrd="4" destOrd="0" presId="urn:microsoft.com/office/officeart/2005/8/layout/chevron2"/>
    <dgm:cxn modelId="{A18C0DC7-A2D8-43D0-A26F-DC6599947BC7}" type="presParOf" srcId="{AE3FED1B-0CC2-46AC-BC83-BFA76F567C6C}" destId="{27B39696-FC3A-4BC9-8C7C-5FA064BEE934}" srcOrd="0" destOrd="0" presId="urn:microsoft.com/office/officeart/2005/8/layout/chevron2"/>
    <dgm:cxn modelId="{7D765B8B-FB76-4178-9898-14150E026758}" type="presParOf" srcId="{AE3FED1B-0CC2-46AC-BC83-BFA76F567C6C}" destId="{E6C1229F-9104-49F1-93B2-0127517BBC7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0690AB-E16C-4BB5-AC78-462F492B4034}">
      <dsp:nvSpPr>
        <dsp:cNvPr id="0" name=""/>
        <dsp:cNvSpPr/>
      </dsp:nvSpPr>
      <dsp:spPr>
        <a:xfrm rot="5400000">
          <a:off x="-227255" y="229447"/>
          <a:ext cx="1515039" cy="1060527"/>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kern="1200" dirty="0"/>
            <a:t>1</a:t>
          </a:r>
        </a:p>
      </dsp:txBody>
      <dsp:txXfrm rot="-5400000">
        <a:off x="2" y="532455"/>
        <a:ext cx="1060527" cy="454512"/>
      </dsp:txXfrm>
    </dsp:sp>
    <dsp:sp modelId="{7F221EA8-965C-4C3B-B618-BA45D1037274}">
      <dsp:nvSpPr>
        <dsp:cNvPr id="0" name=""/>
        <dsp:cNvSpPr/>
      </dsp:nvSpPr>
      <dsp:spPr>
        <a:xfrm rot="5400000">
          <a:off x="2454050" y="-1391331"/>
          <a:ext cx="984775" cy="3771822"/>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5715" rIns="5715" bIns="571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US" sz="900" b="1" kern="1200" dirty="0"/>
            <a:t>Convolutional Neural Networks (CNNs)</a:t>
          </a:r>
          <a:r>
            <a:rPr lang="en-US" sz="900" kern="1200" dirty="0"/>
            <a:t> are a specialized type of deep learning model designed to effectively analyze and interpret visual data such as images and videos.</a:t>
          </a:r>
          <a:endParaRPr lang="en-IN" sz="900" kern="1200" dirty="0"/>
        </a:p>
        <a:p>
          <a:pPr marL="57150" lvl="1" indent="-57150" algn="l" defTabSz="400050">
            <a:lnSpc>
              <a:spcPct val="90000"/>
            </a:lnSpc>
            <a:spcBef>
              <a:spcPct val="0"/>
            </a:spcBef>
            <a:spcAft>
              <a:spcPct val="15000"/>
            </a:spcAft>
            <a:buFont typeface="Arial" panose="020B0604020202020204" pitchFamily="34" charset="0"/>
            <a:buChar char="•"/>
          </a:pPr>
          <a:r>
            <a:rPr lang="en-US" sz="900" b="0" i="0" kern="1200" dirty="0"/>
            <a:t>Convolutional Neural Network (CNN) is a type of deep neural network which has proven to perform well in computer vision tasks such as image classification, object detection, object localization and neural style transfer.</a:t>
          </a:r>
          <a:endParaRPr lang="en-IN" sz="900" kern="1200" dirty="0"/>
        </a:p>
      </dsp:txBody>
      <dsp:txXfrm rot="-5400000">
        <a:off x="1060527" y="50265"/>
        <a:ext cx="3723749" cy="888629"/>
      </dsp:txXfrm>
    </dsp:sp>
    <dsp:sp modelId="{7F9B0C3A-CD66-49FB-948C-4867026D3D09}">
      <dsp:nvSpPr>
        <dsp:cNvPr id="0" name=""/>
        <dsp:cNvSpPr/>
      </dsp:nvSpPr>
      <dsp:spPr>
        <a:xfrm rot="5400000">
          <a:off x="-227255" y="1549361"/>
          <a:ext cx="1515039" cy="1060527"/>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kern="1200" dirty="0"/>
            <a:t>2</a:t>
          </a:r>
        </a:p>
      </dsp:txBody>
      <dsp:txXfrm rot="-5400000">
        <a:off x="2" y="1852369"/>
        <a:ext cx="1060527" cy="454512"/>
      </dsp:txXfrm>
    </dsp:sp>
    <dsp:sp modelId="{F48A986F-E580-45A8-B076-A48D5BA52468}">
      <dsp:nvSpPr>
        <dsp:cNvPr id="0" name=""/>
        <dsp:cNvSpPr/>
      </dsp:nvSpPr>
      <dsp:spPr>
        <a:xfrm rot="5400000">
          <a:off x="2454050" y="-71418"/>
          <a:ext cx="984775" cy="3771822"/>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5715" rIns="5715" bIns="571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US" sz="900" b="1" kern="1200" dirty="0"/>
            <a:t>CNNs are widely used in computer vision tasks</a:t>
          </a:r>
          <a:r>
            <a:rPr lang="en-US" sz="900" kern="1200" dirty="0"/>
            <a:t>, including image recognition and object detection, due to their ability to automatically identify patterns and features in visual inputs.</a:t>
          </a:r>
          <a:endParaRPr lang="en-IN" sz="900" kern="1200" dirty="0"/>
        </a:p>
      </dsp:txBody>
      <dsp:txXfrm rot="-5400000">
        <a:off x="1060527" y="1370178"/>
        <a:ext cx="3723749" cy="888629"/>
      </dsp:txXfrm>
    </dsp:sp>
    <dsp:sp modelId="{EB20DD01-3C0A-4EA3-BE81-DB6C31C8EBCE}">
      <dsp:nvSpPr>
        <dsp:cNvPr id="0" name=""/>
        <dsp:cNvSpPr/>
      </dsp:nvSpPr>
      <dsp:spPr>
        <a:xfrm rot="5400000">
          <a:off x="-227255" y="2869274"/>
          <a:ext cx="1515039" cy="1060527"/>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kern="1200" dirty="0"/>
            <a:t>3</a:t>
          </a:r>
        </a:p>
      </dsp:txBody>
      <dsp:txXfrm rot="-5400000">
        <a:off x="2" y="3172282"/>
        <a:ext cx="1060527" cy="454512"/>
      </dsp:txXfrm>
    </dsp:sp>
    <dsp:sp modelId="{A987678A-DD35-44E2-8D52-8AFB54FACD91}">
      <dsp:nvSpPr>
        <dsp:cNvPr id="0" name=""/>
        <dsp:cNvSpPr/>
      </dsp:nvSpPr>
      <dsp:spPr>
        <a:xfrm rot="5400000">
          <a:off x="2454050" y="1248495"/>
          <a:ext cx="984775" cy="3771822"/>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5715" rIns="5715" bIns="571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US" sz="900" b="1" kern="1200"/>
            <a:t>Common applications</a:t>
          </a:r>
          <a:r>
            <a:rPr lang="en-US" sz="900" kern="1200"/>
            <a:t> of CNNs include self-driving car systems, facial recognition technology, and medical image analysis.</a:t>
          </a:r>
          <a:endParaRPr lang="en-IN" sz="900" kern="1200"/>
        </a:p>
      </dsp:txBody>
      <dsp:txXfrm rot="-5400000">
        <a:off x="1060527" y="2690092"/>
        <a:ext cx="3723749" cy="8886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2FB9F3-37EE-433A-8468-7DC62EB5E2E3}">
      <dsp:nvSpPr>
        <dsp:cNvPr id="0" name=""/>
        <dsp:cNvSpPr/>
      </dsp:nvSpPr>
      <dsp:spPr>
        <a:xfrm rot="5400000">
          <a:off x="-201859" y="205382"/>
          <a:ext cx="1345728" cy="94200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IN" sz="2600" kern="1200" dirty="0"/>
            <a:t>1</a:t>
          </a:r>
        </a:p>
      </dsp:txBody>
      <dsp:txXfrm rot="-5400000">
        <a:off x="1" y="474528"/>
        <a:ext cx="942009" cy="403719"/>
      </dsp:txXfrm>
    </dsp:sp>
    <dsp:sp modelId="{3F3B6621-EC52-45CD-85A7-12396A25FF85}">
      <dsp:nvSpPr>
        <dsp:cNvPr id="0" name=""/>
        <dsp:cNvSpPr/>
      </dsp:nvSpPr>
      <dsp:spPr>
        <a:xfrm rot="5400000">
          <a:off x="2922010" y="-1976477"/>
          <a:ext cx="874723" cy="4834724"/>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In 1959, scientists David Hubel and Torsten Wiesel conducted an experiment by placing a cat in a harness and inserting an electrode into its primary visual cortex to monitor brain activity.</a:t>
          </a:r>
          <a:endParaRPr lang="en-IN" sz="1200" kern="1200" dirty="0"/>
        </a:p>
      </dsp:txBody>
      <dsp:txXfrm rot="-5400000">
        <a:off x="942010" y="46223"/>
        <a:ext cx="4792024" cy="789323"/>
      </dsp:txXfrm>
    </dsp:sp>
    <dsp:sp modelId="{E6F53B5A-14EC-4C23-8954-96461447F37D}">
      <dsp:nvSpPr>
        <dsp:cNvPr id="0" name=""/>
        <dsp:cNvSpPr/>
      </dsp:nvSpPr>
      <dsp:spPr>
        <a:xfrm rot="5400000">
          <a:off x="-201859" y="1353562"/>
          <a:ext cx="1345728" cy="94200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IN" sz="2600" kern="1200" dirty="0"/>
            <a:t>2</a:t>
          </a:r>
        </a:p>
      </dsp:txBody>
      <dsp:txXfrm rot="-5400000">
        <a:off x="1" y="1622708"/>
        <a:ext cx="942009" cy="403719"/>
      </dsp:txXfrm>
    </dsp:sp>
    <dsp:sp modelId="{304E0E68-7380-453E-9D73-A87CA7C062D6}">
      <dsp:nvSpPr>
        <dsp:cNvPr id="0" name=""/>
        <dsp:cNvSpPr/>
      </dsp:nvSpPr>
      <dsp:spPr>
        <a:xfrm rot="5400000">
          <a:off x="2922010" y="-828297"/>
          <a:ext cx="874723" cy="4834724"/>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88950">
            <a:lnSpc>
              <a:spcPct val="90000"/>
            </a:lnSpc>
            <a:spcBef>
              <a:spcPct val="0"/>
            </a:spcBef>
            <a:spcAft>
              <a:spcPct val="15000"/>
            </a:spcAft>
            <a:buChar char="•"/>
          </a:pPr>
          <a:r>
            <a:rPr lang="en-US" sz="1100" kern="1200" dirty="0"/>
            <a:t>They showed the cat various images, but initially observed no neural response from the visual cortex.</a:t>
          </a:r>
          <a:endParaRPr lang="en-IN" sz="1100" kern="1200" dirty="0"/>
        </a:p>
        <a:p>
          <a:pPr marL="57150" lvl="1" indent="-57150" algn="l" defTabSz="488950">
            <a:lnSpc>
              <a:spcPct val="90000"/>
            </a:lnSpc>
            <a:spcBef>
              <a:spcPct val="0"/>
            </a:spcBef>
            <a:spcAft>
              <a:spcPct val="15000"/>
            </a:spcAft>
            <a:buChar char="•"/>
          </a:pPr>
          <a:r>
            <a:rPr lang="en-US" sz="1100" kern="1200" dirty="0"/>
            <a:t>A breakthrough occurred when a simple horizontal line of light accidentally appeared on the screen as it was turned off—this triggered a strong response in the cat's brain.</a:t>
          </a:r>
          <a:endParaRPr lang="en-IN" sz="1100" kern="1200" dirty="0"/>
        </a:p>
      </dsp:txBody>
      <dsp:txXfrm rot="-5400000">
        <a:off x="942010" y="1194403"/>
        <a:ext cx="4792024" cy="789323"/>
      </dsp:txXfrm>
    </dsp:sp>
    <dsp:sp modelId="{27B39696-FC3A-4BC9-8C7C-5FA064BEE934}">
      <dsp:nvSpPr>
        <dsp:cNvPr id="0" name=""/>
        <dsp:cNvSpPr/>
      </dsp:nvSpPr>
      <dsp:spPr>
        <a:xfrm rot="5400000">
          <a:off x="-201859" y="2501742"/>
          <a:ext cx="1345728" cy="942009"/>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IN" sz="2600" kern="1200" dirty="0"/>
            <a:t>3</a:t>
          </a:r>
        </a:p>
      </dsp:txBody>
      <dsp:txXfrm rot="-5400000">
        <a:off x="1" y="2770888"/>
        <a:ext cx="942009" cy="403719"/>
      </dsp:txXfrm>
    </dsp:sp>
    <dsp:sp modelId="{E6C1229F-9104-49F1-93B2-0127517BBC70}">
      <dsp:nvSpPr>
        <dsp:cNvPr id="0" name=""/>
        <dsp:cNvSpPr/>
      </dsp:nvSpPr>
      <dsp:spPr>
        <a:xfrm rot="5400000">
          <a:off x="2922010" y="319882"/>
          <a:ext cx="874723" cy="4834724"/>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This experiment revealed that the brain processes visual information by detecting edges and lines, laying the foundation for our understanding of biological vision and inspiring modern computer vision techniques.</a:t>
          </a:r>
          <a:endParaRPr lang="en-IN" sz="1200" kern="1200" dirty="0"/>
        </a:p>
      </dsp:txBody>
      <dsp:txXfrm rot="-5400000">
        <a:off x="942010" y="2342582"/>
        <a:ext cx="4792024" cy="789323"/>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0:22.009"/>
    </inkml:context>
    <inkml:brush xml:id="br0">
      <inkml:brushProperty name="width" value="0.035" units="cm"/>
      <inkml:brushProperty name="height" value="0.035" units="cm"/>
      <inkml:brushProperty name="color" value="#F71A09"/>
    </inkml:brush>
  </inkml:definitions>
  <inkml:trace contextRef="#ctx0" brushRef="#br0">1 1416 24323,'4399'0'0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0:30.361"/>
    </inkml:context>
    <inkml:brush xml:id="br0">
      <inkml:brushProperty name="width" value="0.035" units="cm"/>
      <inkml:brushProperty name="height" value="0.035" units="cm"/>
      <inkml:brushProperty name="color" value="#F71A09"/>
    </inkml:brush>
  </inkml:definitions>
  <inkml:trace contextRef="#ctx0" brushRef="#br0">19 1 24352,'-18'4074'0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0:40.010"/>
    </inkml:context>
    <inkml:brush xml:id="br0">
      <inkml:brushProperty name="width" value="0.035" units="cm"/>
      <inkml:brushProperty name="height" value="0.035" units="cm"/>
      <inkml:brushProperty name="color" value="#F71A09"/>
    </inkml:brush>
  </inkml:definitions>
  <inkml:trace contextRef="#ctx0" brushRef="#br0">0 0 24329,'4466'17'0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0:49.826"/>
    </inkml:context>
    <inkml:brush xml:id="br0">
      <inkml:brushProperty name="width" value="0.035" units="cm"/>
      <inkml:brushProperty name="height" value="0.035" units="cm"/>
      <inkml:brushProperty name="color" value="#F71A09"/>
    </inkml:brush>
  </inkml:definitions>
  <inkml:trace contextRef="#ctx0" brushRef="#br0">0 1 24575,'3'6'0,"0"0"0,0 0 0,-1 1 0,0-1 0,0 1 0,-1-1 0,0 1 0,0 0 0,0 8 0,1 0 0,13 586 0,-17-414 0,1 1998 70,2-1103-1505,-1-1053-5391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0:57.864"/>
    </inkml:context>
    <inkml:brush xml:id="br0">
      <inkml:brushProperty name="width" value="0.035" units="cm"/>
      <inkml:brushProperty name="height" value="0.035" units="cm"/>
      <inkml:brushProperty name="color" value="#F71A09"/>
    </inkml:brush>
  </inkml:definitions>
  <inkml:trace contextRef="#ctx0" brushRef="#br0">3 0 22663,'0'682'0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02.113"/>
    </inkml:context>
    <inkml:brush xml:id="br0">
      <inkml:brushProperty name="width" value="0.035" units="cm"/>
      <inkml:brushProperty name="height" value="0.035" units="cm"/>
      <inkml:brushProperty name="color" value="#F71A09"/>
    </inkml:brush>
  </inkml:definitions>
  <inkml:trace contextRef="#ctx0" brushRef="#br0">0 17 24383,'4520'0'0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06.606"/>
    </inkml:context>
    <inkml:brush xml:id="br0">
      <inkml:brushProperty name="width" value="0.035" units="cm"/>
      <inkml:brushProperty name="height" value="0.035" units="cm"/>
      <inkml:brushProperty name="color" value="#F71A09"/>
    </inkml:brush>
  </inkml:definitions>
  <inkml:trace contextRef="#ctx0" brushRef="#br0">0 0 24256,'0'4109'0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11.843"/>
    </inkml:context>
    <inkml:brush xml:id="br0">
      <inkml:brushProperty name="width" value="0.035" units="cm"/>
      <inkml:brushProperty name="height" value="0.035" units="cm"/>
      <inkml:brushProperty name="color" value="#F71A09"/>
    </inkml:brush>
  </inkml:definitions>
  <inkml:trace contextRef="#ctx0" brushRef="#br0">0 0 23756,'955'0'0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14.468"/>
    </inkml:context>
    <inkml:brush xml:id="br0">
      <inkml:brushProperty name="width" value="0.035" units="cm"/>
      <inkml:brushProperty name="height" value="0.035" units="cm"/>
      <inkml:brushProperty name="color" value="#F71A09"/>
    </inkml:brush>
  </inkml:definitions>
  <inkml:trace contextRef="#ctx0" brushRef="#br0">1 0 24575,'0'3'0,"0"7"0,0 7 0,0 4 0,0 4 0,0 4 0,0 2 0,0-3-8191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17.458"/>
    </inkml:context>
    <inkml:brush xml:id="br0">
      <inkml:brushProperty name="width" value="0.035" units="cm"/>
      <inkml:brushProperty name="height" value="0.035" units="cm"/>
      <inkml:brushProperty name="color" value="#F71A09"/>
    </inkml:brush>
  </inkml:definitions>
  <inkml:trace contextRef="#ctx0" brushRef="#br0">0 0 24143,'35'597'0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21.929"/>
    </inkml:context>
    <inkml:brush xml:id="br0">
      <inkml:brushProperty name="width" value="0.035" units="cm"/>
      <inkml:brushProperty name="height" value="0.035" units="cm"/>
      <inkml:brushProperty name="color" value="#F71A09"/>
    </inkml:brush>
  </inkml:definitions>
  <inkml:trace contextRef="#ctx0" brushRef="#br0">0 1 23892,'4314'0'0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25.508"/>
    </inkml:context>
    <inkml:brush xml:id="br0">
      <inkml:brushProperty name="width" value="0.035" units="cm"/>
      <inkml:brushProperty name="height" value="0.035" units="cm"/>
      <inkml:brushProperty name="color" value="#F71A09"/>
    </inkml:brush>
  </inkml:definitions>
  <inkml:trace contextRef="#ctx0" brushRef="#br0">0 1 23977,'101'4244'0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28.265"/>
    </inkml:context>
    <inkml:brush xml:id="br0">
      <inkml:brushProperty name="width" value="0.035" units="cm"/>
      <inkml:brushProperty name="height" value="0.035" units="cm"/>
      <inkml:brushProperty name="color" value="#F71A09"/>
    </inkml:brush>
  </inkml:definitions>
  <inkml:trace contextRef="#ctx0" brushRef="#br0">1 0 24575,'3'1'0,"-1"-1"0,1 1 0,-1 0 0,0 0 0,1 0 0,-1 0 0,0 0 0,1 1 0,1 1 0,19 9 0,10-6 0,0-2 0,1-1 0,0-1 0,54-5 0,-21 2 0,36-8 131,-15 1-1627,-60 7-5330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33.821"/>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0 24575,'0'0'0,"0"6"0,0 19 0,0 6 0,0 6 0,0 10 0,0-1 0,0 0 0,0-3 0,0 8 0,0-6 0,0-2 0,0-3 0,0-2 0,0-3 0,0 0 0,4-5 0,3-3 0,0-8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36.358"/>
    </inkml:context>
    <inkml:brush xml:id="br0">
      <inkml:brushProperty name="width" value="0.05" units="cm"/>
      <inkml:brushProperty name="height" value="0.05" units="cm"/>
      <inkml:brushProperty name="color" value="#AE198D"/>
      <inkml:brushProperty name="inkEffects" value="galaxy"/>
      <inkml:brushProperty name="anchorX" value="-575.96112"/>
      <inkml:brushProperty name="anchorY" value="-993.90009"/>
      <inkml:brushProperty name="scaleFactor" value="0.5"/>
    </inkml:brush>
  </inkml:definitions>
  <inkml:trace contextRef="#ctx0" brushRef="#br0">0 136 24391,'4722'-136'0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37.487"/>
    </inkml:context>
    <inkml:brush xml:id="br0">
      <inkml:brushProperty name="width" value="0.05" units="cm"/>
      <inkml:brushProperty name="height" value="0.05" units="cm"/>
      <inkml:brushProperty name="color" value="#AE198D"/>
      <inkml:brushProperty name="inkEffects" value="galaxy"/>
      <inkml:brushProperty name="anchorX" value="-6338.44629"/>
      <inkml:brushProperty name="anchorY" value="-2201.30518"/>
      <inkml:brushProperty name="scaleFactor" value="0.5"/>
    </inkml:brush>
  </inkml:definitions>
  <inkml:trace contextRef="#ctx0" brushRef="#br0">1 1 24575,'0'0'0,"0"3"0,0 14 0,0 8 0,0 6 0,0 13 0,0 0 0,0-1 0,0-1 0,0-3 0,0-1 0,0-2 0,0-2 0,0 0 0,0-7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38.885"/>
    </inkml:context>
    <inkml:brush xml:id="br0">
      <inkml:brushProperty name="width" value="0.05" units="cm"/>
      <inkml:brushProperty name="height" value="0.05" units="cm"/>
      <inkml:brushProperty name="color" value="#AE198D"/>
      <inkml:brushProperty name="inkEffects" value="galaxy"/>
      <inkml:brushProperty name="anchorX" value="-7185.11279"/>
      <inkml:brushProperty name="anchorY" value="-3505.49683"/>
      <inkml:brushProperty name="scaleFactor" value="0.5"/>
    </inkml:brush>
  </inkml:definitions>
  <inkml:trace contextRef="#ctx0" brushRef="#br0">1 1 24575,'0'0'0,"6"0"0,5 0 0,0 6 0,-2 8 0,-2 14 0,-2 5 0,-2 15 0,-2 2 0,-1 2 0,0 2 0,0-4 0,-1-3 0,1-12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41.923"/>
    </inkml:context>
    <inkml:brush xml:id="br0">
      <inkml:brushProperty name="width" value="0.05" units="cm"/>
      <inkml:brushProperty name="height" value="0.05" units="cm"/>
      <inkml:brushProperty name="color" value="#AE198D"/>
      <inkml:brushProperty name="inkEffects" value="galaxy"/>
      <inkml:brushProperty name="anchorX" value="-8083.63477"/>
      <inkml:brushProperty name="anchorY" value="-4769.43555"/>
      <inkml:brushProperty name="scaleFactor" value="0.5"/>
    </inkml:brush>
  </inkml:definitions>
  <inkml:trace contextRef="#ctx0" brushRef="#br0">1 254 24575,'0'0'0,"6"-6"0,9-19 0,9-6 0,-1-6 0,1 1 0,-2 3 0,-1 5 0,-2 4 0,3 6 0,6 6 0,-1 9 0,3 10 0,2 9 0,-3 5 0,-6 5 0,-3 0 0,-6 0 0,-4-3 0,-5 2 0,-3 1 0,-1 3 0,-5 2 0,-1 1 0,-3-2 0,1-3 0,-2 4 0,-13-3 0,1 1 0,-1-1 0,4-4 0,2 2 0,0-3 0,1-1 0,-4-5 0,6-5 0,11-5 0,10-3 0,10-2 0,8-2 0,5-1 0,3 0 0,-2-3 0,1 0 0,-1 0 0,-2 0 0,-4 2 0,-3 1 0,1 0 0,1 1 0,3 0 0,-4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45.462"/>
    </inkml:context>
    <inkml:brush xml:id="br0">
      <inkml:brushProperty name="width" value="0.05" units="cm"/>
      <inkml:brushProperty name="height" value="0.05" units="cm"/>
      <inkml:brushProperty name="color" value="#AE198D"/>
      <inkml:brushProperty name="inkEffects" value="galaxy"/>
      <inkml:brushProperty name="anchorX" value="-9523.91309"/>
      <inkml:brushProperty name="anchorY" value="-5939.17578"/>
      <inkml:brushProperty name="scaleFactor" value="0.5"/>
    </inkml:brush>
  </inkml:definitions>
  <inkml:trace contextRef="#ctx0" brushRef="#br0">294 135 24575,'0'0'0,"0"-3"0,-3 0 0,-7-1 0,-4-2 0,-3-3 0,-4-3 0,-5 2 0,-3 1 0,1 3 0,5 5 0,6 9 0,6 9 0,4 6 0,5 6 0,1 10 0,2 3 0,0 0 0,0 0 0,0-6 0,6-8 0,-5-26 0,-1 0 0,0 0 0,0 0 0,0-1 0,0 1 0,1 0 0,-1-1 0,4 4 0,16 6 0,5-5 0,2 0 0,-2 0 0,-2 0 0,2-2 0,-2 3 0,1 2 0,-4 6 0,-6 6 0,-4 5 0,-5 3 0,-3 4 0,-2-2 0,-5-3 0,-1-3 0,-3-7 0,-2-2 0,-7-5 0,-5-3 0,-5-4 0,-3-3 0,-3 0 0,-1-2 0,2 0 0,1 1 0,3-1 0,2 1 0,4-4 0,6-7 0,5-6 0,4-7 0,4-11 0,2-4 0,1-2 0,1-10 0,0 1 0,0-2 0,3 7 0,6 3 0,5 0 0,2 7 0,-3 1 0,2-2 0,-1 3 0,0 4 0,1 8 0,1-1 0,-1 2 0,5 5 0,3 4 0,6 4 0,4 11 0,-28-2 0,0 0 0,-1 0 0,1 1 0,7 4 0,17 13 0,-7 7 0,-8 4 0,-6 3 0,-4 1 0,-4 0 0,-1 0 0,-5-6 0,-7-8 0,-7 3 0,-6-6 0,-4-4 0,-3-4 0,-3-5 0,-3 1 0,2-2 0,8-1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47.739"/>
    </inkml:context>
    <inkml:brush xml:id="br0">
      <inkml:brushProperty name="width" value="0.05" units="cm"/>
      <inkml:brushProperty name="height" value="0.05" units="cm"/>
      <inkml:brushProperty name="color" value="#AE198D"/>
      <inkml:brushProperty name="inkEffects" value="galaxy"/>
      <inkml:brushProperty name="anchorX" value="-8510.5791"/>
      <inkml:brushProperty name="anchorY" value="-5328.61768"/>
      <inkml:brushProperty name="scaleFactor" value="0.5"/>
    </inkml:brush>
  </inkml:definitions>
  <inkml:trace contextRef="#ctx0" brushRef="#br0">1 17 24575,'0'0'0,"0"-2"0,7-2 0,7 0 0,3 2 0,6 0 0,4 0 0,14 2 0,2-1 0,9 1 0,-2 0 0,-2 1 0,-3-1 0,-4 0 0,-3 0 0,-2 0 0,2 0 0,-4 3 0,0 1 0,-2-1 0,-6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49.361"/>
    </inkml:context>
    <inkml:brush xml:id="br0">
      <inkml:brushProperty name="width" value="0.05" units="cm"/>
      <inkml:brushProperty name="height" value="0.05" units="cm"/>
      <inkml:brushProperty name="color" value="#AE198D"/>
      <inkml:brushProperty name="inkEffects" value="galaxy"/>
      <inkml:brushProperty name="anchorX" value="-10003.74414"/>
      <inkml:brushProperty name="anchorY" value="-6171.66699"/>
      <inkml:brushProperty name="scaleFactor" value="0.5"/>
    </inkml:brush>
  </inkml:definitions>
  <inkml:trace contextRef="#ctx0" brushRef="#br0">1 1 24575,'0'0'0,"5"0"0,10 0 0,6 0 0,5 0 0,1 0 0,3 0 0,-2 0 0,-2 0 0,0 0 0,2 0 0,1 0 0,2 0 0,1 0 0,2 0 0,-4 0 0,-2 0 0,-4 0 0,-7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50.871"/>
    </inkml:context>
    <inkml:brush xml:id="br0">
      <inkml:brushProperty name="width" value="0.05" units="cm"/>
      <inkml:brushProperty name="height" value="0.05" units="cm"/>
      <inkml:brushProperty name="color" value="#AE198D"/>
      <inkml:brushProperty name="inkEffects" value="galaxy"/>
      <inkml:brushProperty name="anchorX" value="-11308.07813"/>
      <inkml:brushProperty name="anchorY" value="-7018.3335"/>
      <inkml:brushProperty name="scaleFactor" value="0.5"/>
    </inkml:brush>
  </inkml:definitions>
  <inkml:trace contextRef="#ctx0" brushRef="#br0">1 0 24575,'0'0'0,"0"3"0,0 8 0,0 13 0,0 7 0,0 15 0,0 9 0,0 1 0,0 7 0,0 14 0,0-2 0,0 2 0,0-9 0,0-12 0,0-9 0,0-7 0,0-5 0,0-2 0,0-2 0,0 1 0,0 0 0,0 1 0,0-7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52.806"/>
    </inkml:context>
    <inkml:brush xml:id="br0">
      <inkml:brushProperty name="width" value="0.05" units="cm"/>
      <inkml:brushProperty name="height" value="0.05" units="cm"/>
      <inkml:brushProperty name="color" value="#AE198D"/>
      <inkml:brushProperty name="inkEffects" value="galaxy"/>
      <inkml:brushProperty name="anchorX" value="-12154.74512"/>
      <inkml:brushProperty name="anchorY" value="-8815.51367"/>
      <inkml:brushProperty name="scaleFactor" value="0.5"/>
    </inkml:brush>
  </inkml:definitions>
  <inkml:trace contextRef="#ctx0" brushRef="#br0">171 332 24575,'0'0'0,"-6"-3"0,-5-4 0,0-7 0,2-7 0,2-4 0,2-5 0,2-10 0,2-1 0,1-1 0,0 4 0,7 9 0,-6 27 0,0 0 0,0 0 0,0 0 0,0 0 0,1 0 0,-1 0 0,1 0 0,2-2 0,14-9 0,5 7 0,5 3 0,-1 4 0,-1 3 0,-2 5 0,-3-1 0,-1 10 0,-5 5 0,-5 6 0,-4 6 0,-2-1 0,-3 1 0,-1 0 0,-1-1 0,1 1 0,-1-1 0,0 3 0,-3-2 0,-3-5 0,-7 0 0,-3-3 0,-5 3 0,-1-5 0,0-6 0,5-2 0,1-3 0,1 7 0,-3-3 0,-3-2 0,-5-5 0,-2-4 0,-3-3 0,-1-3 0,9 0 0,13-2 0,14 7 0,13 0 0,9 1 0,5-2 0,5-1 0,1-2 0,5 6 0,-5 0 0,0-1 0,-1-2 0,-1-1 0,-7-2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55.526"/>
    </inkml:context>
    <inkml:brush xml:id="br0">
      <inkml:brushProperty name="width" value="0.05" units="cm"/>
      <inkml:brushProperty name="height" value="0.05" units="cm"/>
      <inkml:brushProperty name="color" value="#AE198D"/>
      <inkml:brushProperty name="inkEffects" value="galaxy"/>
      <inkml:brushProperty name="anchorX" value="-13185.75684"/>
      <inkml:brushProperty name="anchorY" value="-10070.80664"/>
      <inkml:brushProperty name="scaleFactor" value="0.5"/>
    </inkml:brush>
  </inkml:definitions>
  <inkml:trace contextRef="#ctx0" brushRef="#br0">244 51 24575,'0'0'0,"-3"0"0,-4-3 0,-3-4 0,-4 0 0,-1-3 0,-2 2 0,-3 1 0,-5 2 0,0 1 0,5 6 0,4 8 0,6 7 0,7 7 0,4 5 0,2 4 0,0 1 0,10 12 0,0 0 0,3-4 0,0-1 0,-2-4 0,0-5 0,-3-4 0,3-1 0,1-3 0,5-6 0,4 1 0,1 0 0,-4 2 0,-6 4 0,-4-1 0,-5 3 0,-3-1 0,-5-24 0,2 1 0,-1-1 0,0 1 0,1-1 0,-1 1 0,0-1 0,-3 5 0,-10 15 0,-5-6 0,-1-4 0,0-8 0,-3-4 0,-4-2 0,-2-1 0,-2 0 0,-5-2 0,5-7 0,7-7 0,7-2 0,7 0 0,5-5 0,7 2 0,8-2 0,2-3 0,3-4 0,1 0 0,-3 4 0,4-1 0,1 3 0,0 4 0,1 5 0,-5-2 0,1 2 0,-1 1 0,0-1 0,-2 1 0,-4 0 0,-2-4 0,-2 1 0,-3-1 0,0 1 0,-2 1 0,1-3 0,-1 5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57.200"/>
    </inkml:context>
    <inkml:brush xml:id="br0">
      <inkml:brushProperty name="width" value="0.05" units="cm"/>
      <inkml:brushProperty name="height" value="0.05" units="cm"/>
      <inkml:brushProperty name="color" value="#AE198D"/>
      <inkml:brushProperty name="inkEffects" value="galaxy"/>
      <inkml:brushProperty name="anchorX" value="-12322.97461"/>
      <inkml:brushProperty name="anchorY" value="-9270.73438"/>
      <inkml:brushProperty name="scaleFactor" value="0.5"/>
    </inkml:brush>
  </inkml:definitions>
  <inkml:trace contextRef="#ctx0" brushRef="#br0">0 1 24575,'0'0'0,"0"2"0,0 9 0,0 6 0,0 7 0,0 5 0,0 6 0,4-1 0,0 1 0,-1-3 0,0-1 0,-1-1 0,0 2 0,-2 0 0,1 1 0,-1 0 0,0 1 0,-1 0 0,1-7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59.350"/>
    </inkml:context>
    <inkml:brush xml:id="br0">
      <inkml:brushProperty name="width" value="0.05" units="cm"/>
      <inkml:brushProperty name="height" value="0.05" units="cm"/>
      <inkml:brushProperty name="color" value="#AE198D"/>
      <inkml:brushProperty name="inkEffects" value="galaxy"/>
      <inkml:brushProperty name="anchorX" value="-13187.33984"/>
      <inkml:brushProperty name="anchorY" value="-10623.20996"/>
      <inkml:brushProperty name="scaleFactor" value="0.5"/>
    </inkml:brush>
  </inkml:definitions>
  <inkml:trace contextRef="#ctx0" brushRef="#br0">1 0 24575,'0'0'0,"0"6"0,0 9 0,0 12 0,0 17 0,0 11 0,0 2 0,0-3 0,0-4 0,0-5 0,0-4 0,0-3 0,0-10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01.292"/>
    </inkml:context>
    <inkml:brush xml:id="br0">
      <inkml:brushProperty name="width" value="0.05" units="cm"/>
      <inkml:brushProperty name="height" value="0.05" units="cm"/>
      <inkml:brushProperty name="color" value="#AE198D"/>
      <inkml:brushProperty name="inkEffects" value="galaxy"/>
      <inkml:brushProperty name="anchorX" value="-14034.00684"/>
      <inkml:brushProperty name="anchorY" value="-11929.90039"/>
      <inkml:brushProperty name="scaleFactor" value="0.5"/>
    </inkml:brush>
  </inkml:definitions>
  <inkml:trace contextRef="#ctx0" brushRef="#br0">1 17 24575,'0'0'0,"3"-3"0,4-1 0,7 1 0,6 0 0,6 1 0,4 1 0,2 0 0,3 4 0,-3 4 0,-11 7 0,-20-12 0,0-1 0,1 1 0,-1 0 0,0-1 0,0 1 0,0 0 0,-1 0 0,1 0 0,0 0 0,0 3 0,0-3 0,0 1 0,-1 0 0,0 0 0,0 0 0,0 0 0,0 0 0,-1 3 0,-3 24 0,-5-1 0,-4-2 0,1-3 0,-2-2 0,0 1 0,-4-5 0,-2-1 0,0-1 0,-3 3 0,-3-3 0,7-3 0,12-4 0,7-9 0,0 0 0,0 0 0,0 1 0,0-1 0,0 0 0,1 0 0,-1 1 0,0-1 0,0 0 0,0 0 0,0 0 0,0 1 0,0-1 0,0 0 0,0 0 0,1 0 0,-1 1 0,0-1 0,0 0 0,0 0 0,0 0 0,1 0 0,-1 0 0,0 0 0,0 1 0,0-1 0,0 0 0,1 0 0,-1 0 0,0 0 0,0 0 0,1 0 0,-1 0 0,0 0 0,17 3 0,8-2 0,5-1 0,5-1 0,1 1 0,0-1 0,-3 0 0,0 1 0,-2 0 0,-5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03.565"/>
    </inkml:context>
    <inkml:brush xml:id="br0">
      <inkml:brushProperty name="width" value="0.05" units="cm"/>
      <inkml:brushProperty name="height" value="0.05" units="cm"/>
      <inkml:brushProperty name="color" value="#AE198D"/>
      <inkml:brushProperty name="inkEffects" value="galaxy"/>
      <inkml:brushProperty name="anchorX" value="-15220.42969"/>
      <inkml:brushProperty name="anchorY" value="-13101.20117"/>
      <inkml:brushProperty name="scaleFactor" value="0.5"/>
    </inkml:brush>
  </inkml:definitions>
  <inkml:trace contextRef="#ctx0" brushRef="#br0">0 53 24575,'0'0'0,"0"-3"0,0-4 0,4-4 0,6 1 0,8 2 0,5 2 0,6 2 0,3 1 0,-1 2 0,-6 8 0,-24-6 0,1 0 0,0 0 0,0 0 0,0 0 0,-1 1 0,1-1 0,0 0 0,2 4 0,7 16 0,-4 6 0,-8 7 0,-1 0 0,-13-2 0,11-28 0,1 0 0,0 0 0,-1 0 0,0-1 0,-6 6 0,-18 18 0,3-2 0,-5-2 0,3 4 0,2-1 0,9-2 0,16-23 0,-1 1 0,1-1 0,-1 1 0,1-1 0,-1 1 0,1-1 0,0 1 0,-1-1 0,1 1 0,0-1 0,0 3 0,1-4 0,-1 1 0,0 0 0,0 0 0,0 0 0,1 0 0,-1-1 0,1 1 0,-1 0 0,0 0 0,1 0 0,-1-1 0,1 1 0,0 0 0,-1-1 0,1 1 0,-1-1 0,2 2 0,14 10 0,4 0 0,5-3 0,-3-3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05.838"/>
    </inkml:context>
    <inkml:brush xml:id="br0">
      <inkml:brushProperty name="width" value="0.05" units="cm"/>
      <inkml:brushProperty name="height" value="0.05" units="cm"/>
      <inkml:brushProperty name="color" value="#AE198D"/>
      <inkml:brushProperty name="inkEffects" value="galaxy"/>
      <inkml:brushProperty name="anchorX" value="-16165.53809"/>
      <inkml:brushProperty name="anchorY" value="-14316.97559"/>
      <inkml:brushProperty name="scaleFactor" value="0.5"/>
    </inkml:brush>
  </inkml:definitions>
  <inkml:trace contextRef="#ctx0" brushRef="#br0">90 249 24575,'0'0'0,"2"18"0,6 9 0,-1 4 0,-1 17 0,-1 2 0,-2-2 0,-1-4 0,-1-7 0,-7-9 0,5-27 0,0 1 0,0 0 0,0-1 0,0 1 0,0 0 0,0-1 0,0 1 0,0-1 0,-1 0 0,-1 2 0,-14 8 0,15-13 0,0 2 0,0 0 0,1 0 0,-1 0 0,0-1 0,1 1 0,-1-1 0,0 1 0,1-1 0,-1 0 0,1 0 0,-3-1 0,2 1 0,0-1 0,-1 0 0,0-1 0,0 1 0,1-1 0,-3-3 0,-12-23 0,5-11 0,4-4 0,4-1 0,2 2 0,2 2 0,1 2 0,0 3 0,0 0 0,0 2 0,3 3 0,-1 1 0,4 3 0,10 4 0,3-6 0,4 6 0,5 5 0,-1 9 0,-1 6 0,-7 9 0,-18-5 0,-1 0 0,1 0 0,-1 0 0,0 1 0,1-1 0,-1 0 0,0 1 0,0-1 0,2 3 0,6 29 0,-7 3 0,-4 4 0,-5 3 0,-3-4 0,-7-1 0,1-2 0,2-5 0,-3-1 0,7-6 0,9-7 0,3-16 0,-2 0 0,1 0 0,-1 0 0,1 0 0,0 0 0,0 0 0,-1 0 0,1 0 0,0 0 0,0 0 0,0-1 0,0 1 0,2 1 0,16 11 0,7-4 0,5 5 0,3-3 0,-6 1 0,-3 2 0,3 0 0,-5-1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08.741"/>
    </inkml:context>
    <inkml:brush xml:id="br0">
      <inkml:brushProperty name="width" value="0.05" units="cm"/>
      <inkml:brushProperty name="height" value="0.05" units="cm"/>
      <inkml:brushProperty name="color" value="#AE198D"/>
      <inkml:brushProperty name="inkEffects" value="galaxy"/>
      <inkml:brushProperty name="anchorX" value="-17265.67969"/>
      <inkml:brushProperty name="anchorY" value="-15416.85938"/>
      <inkml:brushProperty name="scaleFactor" value="0.5"/>
    </inkml:brush>
  </inkml:definitions>
  <inkml:trace contextRef="#ctx0" brushRef="#br0">228 1 24575,'0'0'0,"-6"0"0,-8 0 0,-7 0 0,-6 3 0,-3 1 0,-3 6 0,1 4 0,7 2 0,7 5 0,6 4 0,6 3 0,3 0 0,6-1 0,5-3 0,7-6 0,7-6 0,4-4 0,-2-11 0,-4-6 0,-6-5 0,-9 1 0,-7-2 0,3 0 0,7 2 0,7 4 0,4 2 0,1 0 0,-2 5 0,-17 4 0,0-1 0,0-1 0,0 0 0,0 1 0,0 0 0,0-1 0,-1 1 0,1-1 0,0 1 0,0 0 0,0 0 0,-1-1 0,1 1 0,0 0 0,0 1 0,8 20 0,-3 10 0,-4 9 0,-1 2 0,-1 0 0,-1-1 0,1-2 0,-1-10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10.695"/>
    </inkml:context>
    <inkml:brush xml:id="br0">
      <inkml:brushProperty name="width" value="0.05" units="cm"/>
      <inkml:brushProperty name="height" value="0.05" units="cm"/>
      <inkml:brushProperty name="color" value="#AE198D"/>
      <inkml:brushProperty name="inkEffects" value="galaxy"/>
      <inkml:brushProperty name="anchorX" value="-12087.33887"/>
      <inkml:brushProperty name="anchorY" value="-11134.01855"/>
      <inkml:brushProperty name="scaleFactor" value="0.5"/>
    </inkml:brush>
  </inkml:definitions>
  <inkml:trace contextRef="#ctx0" brushRef="#br0">0 0 24575,'170'358'0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14.641"/>
    </inkml:context>
    <inkml:brush xml:id="br0">
      <inkml:brushProperty name="width" value="0.05" units="cm"/>
      <inkml:brushProperty name="height" value="0.05" units="cm"/>
      <inkml:brushProperty name="color" value="#AE198D"/>
      <inkml:brushProperty name="inkEffects" value="galaxy"/>
      <inkml:brushProperty name="anchorX" value="-18977.67578"/>
      <inkml:brushProperty name="anchorY" value="-17970.69141"/>
      <inkml:brushProperty name="scaleFactor" value="0.5"/>
    </inkml:brush>
  </inkml:definitions>
  <inkml:trace contextRef="#ctx0" brushRef="#br0">13 72 24575,'0'0'0,"0"-6"0,0-6 0,4-2 0,6 2 0,7 1 0,7 3 0,5 3 0,3 3 0,-2 1 0,-5 4 0,0 1 0,-2 0 0,-6 6 0,-5 7 0,-5 5 0,-3 5 0,-2 4 0,-2 3 0,-1 7 0,0 2 0,0-1 0,0-5 0,-6-8 0,6-27 0,0 0 0,0 0 0,0 0 0,-1 0 0,1 0 0,0 0 0,-1 0 0,-2 2 0,-14 8 0,-2-5 0,0-5 0,-3-2 0,-11-2 0,-2 0 0,1 1 0,0 0 0,7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43.370"/>
    </inkml:context>
    <inkml:brush xml:id="br0">
      <inkml:brushProperty name="width" value="0.035" units="cm"/>
      <inkml:brushProperty name="height" value="0.035" units="cm"/>
      <inkml:brushProperty name="color" value="#F71A09"/>
    </inkml:brush>
  </inkml:definitions>
  <inkml:trace contextRef="#ctx0" brushRef="#br0">0 0 24575,'3'0'0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44.646"/>
    </inkml:context>
    <inkml:brush xml:id="br0">
      <inkml:brushProperty name="width" value="0.035" units="cm"/>
      <inkml:brushProperty name="height" value="0.035" units="cm"/>
      <inkml:brushProperty name="color" value="#F71A09"/>
    </inkml:brush>
  </inkml:definitions>
  <inkml:trace contextRef="#ctx0" brushRef="#br0">441 1121 24575,'-1'-44'0,"-3"0"0,-2 1 0,-1-1 0,-2 1 0,-18-48 0,-90-201 0,-34-22 0,130 270-455,-2 0 0,-36-50 0,43 71-6371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47.564"/>
    </inkml:context>
    <inkml:brush xml:id="br0">
      <inkml:brushProperty name="width" value="0.035" units="cm"/>
      <inkml:brushProperty name="height" value="0.035" units="cm"/>
      <inkml:brushProperty name="color" value="#F71A09"/>
    </inkml:brush>
  </inkml:definitions>
  <inkml:trace contextRef="#ctx0" brushRef="#br0">0 49 24575,'5'-1'0,"1"1"0,-1-1 0,0-1 0,0 1 0,-1-1 0,1 1 0,5-4 0,20-6 0,16 4 0,1 2 0,-1 2 0,82 5 0,-36 0 0,-63-2-104,-10 1-211,1-1-1,0-1 1,29-5 0,-22-1-6511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49.205"/>
    </inkml:context>
    <inkml:brush xml:id="br0">
      <inkml:brushProperty name="width" value="0.035" units="cm"/>
      <inkml:brushProperty name="height" value="0.035" units="cm"/>
      <inkml:brushProperty name="color" value="#F71A09"/>
    </inkml:brush>
  </inkml:definitions>
  <inkml:trace contextRef="#ctx0" brushRef="#br0">1 0 24575,'0'3'0,"0"4"0,0 6 0,0 7 0,0 6 0,0 4 0,0 3 0,0 2 0,0 0 0,0 0 0,0 1 0,0-1 0,0 0 0,0-4 0,0 0 0,0-1 0,0-5-8191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0.813"/>
    </inkml:context>
    <inkml:brush xml:id="br0">
      <inkml:brushProperty name="width" value="0.035" units="cm"/>
      <inkml:brushProperty name="height" value="0.035" units="cm"/>
      <inkml:brushProperty name="color" value="#F71A09"/>
    </inkml:brush>
  </inkml:definitions>
  <inkml:trace contextRef="#ctx0" brushRef="#br0">8 0 24575,'-3'3'0,"-1"6"0,3 6 0,2 10 0,1 17 0,-1 6 0,1-2 0,-1-2 0,-1-4 0,1 6 0,5 1 0,2-7-8191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3.353"/>
    </inkml:context>
    <inkml:brush xml:id="br0">
      <inkml:brushProperty name="width" value="0.035" units="cm"/>
      <inkml:brushProperty name="height" value="0.035" units="cm"/>
      <inkml:brushProperty name="color" value="#F71A09"/>
    </inkml:brush>
  </inkml:definitions>
  <inkml:trace contextRef="#ctx0" brushRef="#br0">1 327 24575,'0'0'0,"1"1"0,0-1 0,-1 0 0,1 1 0,-1-1 0,1 1 0,-1-1 0,1 1 0,-1-1 0,1 1 0,-1-1 0,0 1 0,1-1 0,-1 1 0,1-1 0,-1 1 0,0 0 0,0-1 0,1 1 0,-1 0 0,0-1 0,0 1 0,0 0 0,0-1 0,0 2 0,3 21 0,-2-20 0,3 167 0,-1-162 0,2-11 0,4-14 0,-4-2 0,-1 0 0,-1 0 0,0-1 0,-2 1 0,0-33 0,-2 29 0,2-1 0,1 0 0,6-32 0,4-5 0,-10 45 0,0-1 0,2 1 0,0 0 0,1 0 0,9-20 0,-12 33 0,0 0 0,1 0 0,-1 0 0,1 1 0,-1-1 0,1 1 0,0-1 0,0 1 0,0 0 0,0 0 0,1 1 0,-1-1 0,0 0 0,5 0 0,8-4 0,31-5 0,-26 6 0,-3 1 0,1 0 0,0 1 0,-1 1 0,1 0 0,0 2 0,0 0 0,28 4 0,-47-4 0,0 0 0,1 0 0,-1 0 0,1 0 0,-1 0 0,0 0 0,1 0 0,-1 0 0,0 1 0,1-1 0,-1 0 0,0 0 0,1 0 0,-1 0 0,0 0 0,1 1 0,-1-1 0,0 0 0,0 0 0,1 1 0,-1-1 0,0 0 0,0 0 0,1 1 0,-1-1 0,0 0 0,0 1 0,0-1 0,1 0 0,-1 1 0,-9 6 0,-29 6 0,28-10 0,-203 84 22,124-48-1409,63-28-5439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4.087"/>
    </inkml:context>
    <inkml:brush xml:id="br0">
      <inkml:brushProperty name="width" value="0.035" units="cm"/>
      <inkml:brushProperty name="height" value="0.035" units="cm"/>
      <inkml:brushProperty name="color" value="#F71A09"/>
    </inkml:brush>
  </inkml:definitions>
  <inkml:trace contextRef="#ctx0" brushRef="#br0">0 281 24575,'6'-3'0,"5"-4"0,9-3 0,1-4 0,3-4 0,3-6 0,6-4 0,3-3 0,1 4 0,-3 3 0,5-6 0,-2 3 0,-4 5 0,-8 7-8191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4.708"/>
    </inkml:context>
    <inkml:brush xml:id="br0">
      <inkml:brushProperty name="width" value="0.035" units="cm"/>
      <inkml:brushProperty name="height" value="0.035" units="cm"/>
      <inkml:brushProperty name="color" value="#F71A09"/>
    </inkml:brush>
  </inkml:definitions>
  <inkml:trace contextRef="#ctx0" brushRef="#br0">0 388 24575,'0'-3'0,"0"-12"0,0-10 0,3-15 0,7-6 0,1-2 0,8 2 0,7 3 0,-2-3 0,-2 4 0,-4 8-8191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5.554"/>
    </inkml:context>
    <inkml:brush xml:id="br0">
      <inkml:brushProperty name="width" value="0.035" units="cm"/>
      <inkml:brushProperty name="height" value="0.035" units="cm"/>
      <inkml:brushProperty name="color" value="#F71A09"/>
    </inkml:brush>
  </inkml:definitions>
  <inkml:trace contextRef="#ctx0" brushRef="#br0">1 0 24575,'0'3'0,"0"7"0,0 7 0,0 6 0,0 12 0,0 5 0,0 2 0,0-1 0,0-4 0,0-6 0,0-2 0,5 0 0,3 1 0,-1-5-8191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6.993"/>
    </inkml:context>
    <inkml:brush xml:id="br0">
      <inkml:brushProperty name="width" value="0.035" units="cm"/>
      <inkml:brushProperty name="height" value="0.035" units="cm"/>
      <inkml:brushProperty name="color" value="#F71A09"/>
    </inkml:brush>
  </inkml:definitions>
  <inkml:trace contextRef="#ctx0" brushRef="#br0">195 1 24575,'-23'0'0,"11"-1"0,0 1 0,-17 2 0,25-1 0,1-1 0,-1 1 0,1 0 0,-1 0 0,1 1 0,0-1 0,0 1 0,0-1 0,0 1 0,0 0 0,0 0 0,-4 4 0,0 2 0,0-1 0,1 1 0,0 0 0,1 0 0,0 1 0,0-1 0,1 1 0,0 0 0,0 1 0,1-1 0,-4 18 0,4-6 0,1 0 0,1 0 0,0 0 0,4 32 0,0-37 0,1 1 0,0-1 0,1 0 0,1 0 0,12 23 0,7 21 0,-14-28 0,-2 0 0,-1 1 0,-2 0 0,3 49 0,-8-66 0,-1 1 0,0-1 0,-1 0 0,-1 0 0,0 0 0,-1 0 0,-1 0 0,-1 0 0,0-1 0,-1 0 0,-10 19 0,14-31-85,0 0 0,0 0-1,-1 0 1,1 0 0,-1 0-1,0-1 1,1 1 0,-1-1-1,0 0 1,-1 0 0,1 0-1,0 0 1,-1 0 0,1-1-1,-7 3 1,-8 0-6741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7.776"/>
    </inkml:context>
    <inkml:brush xml:id="br0">
      <inkml:brushProperty name="width" value="0.035" units="cm"/>
      <inkml:brushProperty name="height" value="0.035" units="cm"/>
      <inkml:brushProperty name="color" value="#F71A09"/>
    </inkml:brush>
  </inkml:definitions>
  <inkml:trace contextRef="#ctx0" brushRef="#br0">0 157 24575,'3'-3'0,"1"-4"0,0-3 0,5-7 0,0-2 0,6-4 0,5 1 0,5 0 0,5 2 0,-4 6-8191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1.037"/>
    </inkml:context>
    <inkml:brush xml:id="br0">
      <inkml:brushProperty name="width" value="0.035" units="cm"/>
      <inkml:brushProperty name="height" value="0.035" units="cm"/>
      <inkml:brushProperty name="color" value="#F71A09"/>
    </inkml:brush>
  </inkml:definitions>
  <inkml:trace contextRef="#ctx0" brushRef="#br0">0 0 24575,'0'21'0,"0"12"0,0 15 0,0 25 0,0 9 0,0 23 0,0 17 0,0 1 0,0-8 0,0-18 0,0-10 0,0-16 0,0-18-8191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3.153"/>
    </inkml:context>
    <inkml:brush xml:id="br0">
      <inkml:brushProperty name="width" value="0.035" units="cm"/>
      <inkml:brushProperty name="height" value="0.035" units="cm"/>
      <inkml:brushProperty name="color" value="#F71A09"/>
    </inkml:brush>
  </inkml:definitions>
  <inkml:trace contextRef="#ctx0" brushRef="#br0">1 827 24575,'0'-90'0,"9"-246"0,-4 292 0,2 1 0,1 1 0,2-1 0,3 2 0,28-69 0,-39 105 0,1-1 0,0 1 0,0-1 0,1 1 0,-1 0 0,1 0 0,0 1 0,0-1 0,1 1 0,0 0 0,-1 0 0,1 0 0,6-3 0,-7 5 0,-1 1 0,1 0 0,-1 0 0,1 0 0,0 0 0,-1 0 0,1 1 0,0 0 0,0 0 0,-1 0 0,1 0 0,0 0 0,0 1 0,-1-1 0,1 1 0,0 0 0,-1 0 0,1 1 0,-1-1 0,0 1 0,1-1 0,3 4 0,-1 0 0,1-1 0,-1 2 0,0-1 0,0 1 0,-1 0 0,0 0 0,0 0 0,0 1 0,-1 0 0,0 0 0,0 0 0,-1 0 0,1 0 0,-2 1 0,1 0 0,-1-1 0,2 15 0,0 11 0,-1 0 0,-3 65 0,0-71 0,-1 82 0,-4 103 0,4-204 0,0-1 0,-1 1 0,1-1 0,-1 0 0,-1 1 0,1-1 0,-1 0 0,-1 0 0,1-1 0,-1 1 0,0-1 0,-1 0 0,1 0 0,-1 0 0,-1 0 0,1-1 0,-1 0 0,0 0 0,0 0 0,0-1 0,-9 5 0,-92 43 0,89-44 0,-36 9 0,90-15 0,342-4-1365,-349 2-5461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4.948"/>
    </inkml:context>
    <inkml:brush xml:id="br0">
      <inkml:brushProperty name="width" value="0.035" units="cm"/>
      <inkml:brushProperty name="height" value="0.035" units="cm"/>
      <inkml:brushProperty name="color" value="#F71A09"/>
    </inkml:brush>
  </inkml:definitions>
  <inkml:trace contextRef="#ctx0" brushRef="#br0">261 135 24575,'-1'-3'0,"1"-1"0,-1 1 0,0 0 0,0 0 0,0 0 0,-1 0 0,1 0 0,-1 0 0,0 1 0,1-1 0,-1 0 0,0 1 0,-1-1 0,1 1 0,0 0 0,-1 0 0,-4-4 0,-8-4 0,-29-17 0,34 21 0,-5-2 0,-29-12 0,38 18 0,0 0 0,0 0 0,1 1 0,-1 0 0,0 0 0,0 0 0,0 1 0,-11 0 0,16 0 0,-1 1 0,1-1 0,-1 0 0,1 1 0,-1-1 0,1 1 0,0-1 0,-1 1 0,1 0 0,0-1 0,-1 1 0,1 0 0,0 0 0,0 0 0,0 0 0,0 0 0,0 0 0,0 1 0,0-1 0,0 0 0,-1 2 0,1 0 0,0 1 0,0-1 0,0 0 0,0 0 0,1 0 0,-1 0 0,1 1 0,0-1 0,0 6 0,2 4 0,0 0 0,1 0 0,7 21 0,22 78 0,-22-72 0,2 0 0,1-1 0,31 62 0,-39-92 0,-1 1 0,1 0 0,1-1 0,0 0 0,0 0 0,0 0 0,1-1 0,1 0 0,-1 0 0,17 11 0,-19-15 0,-1 0 0,1-1 0,-1 1 0,0 1 0,0-1 0,0 1 0,-1-1 0,1 1 0,-1 0 0,0 0 0,-1 1 0,4 7 0,1 6 0,-2 0 0,6 28 0,-7-27 0,-1-1 0,-1 1 0,-1 0 0,-2 37 0,1-52 0,-1 0 0,1 0 0,-1 0 0,-1 0 0,1 0 0,-1 0 0,1 0 0,-1-1 0,-1 1 0,1 0 0,-1-1 0,1 0 0,-1 0 0,0 0 0,-1 0 0,1 0 0,-1-1 0,0 1 0,0-1 0,0 0 0,0 0 0,0 0 0,-1-1 0,-5 3 0,1-2 0,0 0 0,0-1 0,0 0 0,0 0 0,0-1 0,-1-1 0,-15 0 0,21 0 0,1 0 0,-1 0 0,1-1 0,0 1 0,-1-1 0,1 0 0,0 0 0,-1 0 0,1-1 0,0 1 0,0-1 0,0 0 0,0 0 0,0 0 0,1 0 0,-1 0 0,0-1 0,1 1 0,0-1 0,0 1 0,0-1 0,0 0 0,-3-6 0,1-1 0,1-1 0,0 1 0,1-1 0,0 0 0,1 0 0,0 0 0,1 0 0,0 0 0,1 0 0,0 0 0,3-14 0,6-16 0,23-64 0,-17 59 0,-2 0 0,-3 11 0,19-45 0,-15 44-59,-13 28-72,1 1 1,0-1-1,1 0 0,0 1 1,0 0-1,0 0 1,1 0-1,0 0 1,10-9-1,10-4-6695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5.610"/>
    </inkml:context>
    <inkml:brush xml:id="br0">
      <inkml:brushProperty name="width" value="0.035" units="cm"/>
      <inkml:brushProperty name="height" value="0.035" units="cm"/>
      <inkml:brushProperty name="color" value="#F71A09"/>
    </inkml:brush>
  </inkml:definitions>
  <inkml:trace contextRef="#ctx0" brushRef="#br0">314 11 24575,'0'-3'0,"-3"0"0,-15-1 0,-14 4 0,-6 13 0,-7 17 0,0 11 0,4 16 0,6 2 0,3 1 0,7-8-8191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6.215"/>
    </inkml:context>
    <inkml:brush xml:id="br0">
      <inkml:brushProperty name="width" value="0.035" units="cm"/>
      <inkml:brushProperty name="height" value="0.035" units="cm"/>
      <inkml:brushProperty name="color" value="#F71A09"/>
    </inkml:brush>
  </inkml:definitions>
  <inkml:trace contextRef="#ctx0" brushRef="#br0">1 45 24575,'0'-5'0,"0"-6"0,3 0 0,6 1 0,8 3 0,13 11 0,4 8 0,2 13 0,0 17 0,-2 4 0,-2 7 0,-6-1 0,-1-3 0,-3-8 0,-2-6 0,-4-8 0,-2-5 0,-4-6-8191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7.665"/>
    </inkml:context>
    <inkml:brush xml:id="br0">
      <inkml:brushProperty name="width" value="0.035" units="cm"/>
      <inkml:brushProperty name="height" value="0.035" units="cm"/>
      <inkml:brushProperty name="color" value="#F71A09"/>
    </inkml:brush>
  </inkml:definitions>
  <inkml:trace contextRef="#ctx0" brushRef="#br0">70 0 24575,'0'3'0,"0"13"0,-6 26 0,-1 32 0,-6 16 0,-1-2 0,3-2 0,2-9 0,4-12 0,1-12 0,3-14-8191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9.223"/>
    </inkml:context>
    <inkml:brush xml:id="br0">
      <inkml:brushProperty name="width" value="0.035" units="cm"/>
      <inkml:brushProperty name="height" value="0.035" units="cm"/>
      <inkml:brushProperty name="color" value="#F71A09"/>
    </inkml:brush>
  </inkml:definitions>
  <inkml:trace contextRef="#ctx0" brushRef="#br0">0 231 24575,'1'-8'0,"0"0"0,0-1 0,1 1 0,0 0 0,0 0 0,1 0 0,0 1 0,1-1 0,0 1 0,6-11 0,0 3 0,1 1 0,0 0 0,23-22 0,-26 29 0,-1 2 0,1-1 0,0 1 0,1 1 0,-1-1 0,1 1 0,0 1 0,0 0 0,0 0 0,0 0 0,1 1 0,-1 1 0,13-1 0,8 1 0,1 1 0,54 7 0,-81-7 0,0 0 0,-1 1 0,1 0 0,-1-1 0,1 1 0,-1 1 0,1-1 0,-1 0 0,1 1 0,-1 0 0,0 0 0,0 0 0,0 0 0,0 0 0,0 1 0,-1-1 0,1 1 0,0-1 0,-1 1 0,0 0 0,0 0 0,0 0 0,0 1 0,0-1 0,-1 0 0,0 1 0,1-1 0,-1 1 0,0-1 0,-1 1 0,2 7 0,2 33 0,-1 1 0,-2 0 0,-6 44 0,4-76 0,-1 14 0,-2-1 0,0 0 0,-2 0 0,-1 0 0,-19 45 0,10-35 0,-2-1 0,-2 0 0,-29 40 0,16-26 0,-48 98 0,80-146 0,1 0 0,-1 0 0,0 0 0,1 1 0,-1-1 0,1 0 0,0 0 0,-1 0 0,1 1 0,0-1 0,0 0 0,-1 0 0,1 1 0,0-1 0,0 0 0,1 0 0,-1 1 0,0-1 0,0 0 0,1 0 0,-1 1 0,0-1 0,1 0 0,-1 0 0,1 0 0,0 0 0,-1 0 0,1 0 0,0 0 0,0 0 0,-1 0 0,1 0 0,0 0 0,0 0 0,0 0 0,0-1 0,0 1 0,0 0 0,1-1 0,-1 1 0,0-1 0,0 1 0,0-1 0,0 0 0,1 1 0,-1-1 0,0 0 0,2 0 0,9 2 0,1 0 0,-1-2 0,1 1 0,12-2 0,-12 0 0,171-11 107,-79 3-1579,-80 8-5354</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0.915"/>
    </inkml:context>
    <inkml:brush xml:id="br0">
      <inkml:brushProperty name="width" value="0.035" units="cm"/>
      <inkml:brushProperty name="height" value="0.035" units="cm"/>
      <inkml:brushProperty name="color" value="#F71A09"/>
    </inkml:brush>
  </inkml:definitions>
  <inkml:trace contextRef="#ctx0" brushRef="#br0">142 495 24575,'3'-5'0,"0"0"0,-1 0 0,1 0 0,-1 0 0,0-1 0,0 1 0,-1-1 0,0 1 0,0-1 0,0 1 0,-1-1 0,1-9 0,0 1 0,0-13 0,-1-1 0,-1 0 0,-1 0 0,-7-33 0,0 17 0,-29-79 0,36 117 0,0 1 0,-1 0 0,0 0 0,0 1 0,0-1 0,0 1 0,-1-1 0,0 1 0,-8-7 0,11 10 0,0 0 0,0 0 0,0 1 0,0-1 0,0 0 0,-1 1 0,1-1 0,0 1 0,0-1 0,-1 1 0,1 0 0,0-1 0,-1 1 0,1 0 0,0 0 0,-1 0 0,1 0 0,0 0 0,-1 0 0,1 0 0,0 0 0,-1 1 0,1-1 0,0 1 0,0-1 0,-1 1 0,1-1 0,0 1 0,0-1 0,0 1 0,0 0 0,-1 0 0,1 0 0,0 0 0,1 0 0,-1 0 0,0 0 0,0 0 0,0 0 0,0 0 0,1 0 0,-1 0 0,1 1 0,-1-1 0,1 0 0,-1 2 0,-2 5 0,0 0 0,0-1 0,1 1 0,0 1 0,1-1 0,-1 14 0,2 53 0,1-44 0,-1-18 0,0 3 0,1 0 0,0-1 0,0 1 0,6 19 0,-6-31 0,0 0 0,1 0 0,-1-1 0,1 1 0,0 0 0,0-1 0,0 1 0,0-1 0,1 0 0,0 0 0,-1 0 0,1 0 0,0 0 0,0-1 0,0 1 0,1-1 0,-1 0 0,1 0 0,-1 0 0,1 0 0,5 1 0,49 13 0,-45-14 0,0 1 0,0 0 0,-1 1 0,0 1 0,0 0 0,0 0 0,0 1 0,16 12 0,-2 3 0,-9-8 0,-1 1 0,23 25 0,-34-33 0,0-1 0,-1 2 0,0-1 0,0 0 0,-1 1 0,0 0 0,0 0 0,0 0 0,-1 0 0,0 0 0,1 11 0,1 35 0,-2 1 0,-6 59 0,2-79 0,2-26 0,-1 0 0,0 0 0,0-1 0,-1 1 0,-4 14 0,5-19 0,0-1 0,0 1 0,-1-1 0,1 0 0,-1 1 0,0-1 0,1 0 0,-1 0 0,0 0 0,0 0 0,0 0 0,-1-1 0,1 1 0,0-1 0,-1 1 0,1-1 0,-1 0 0,1 0 0,-1 0 0,-4 1 0,-8 1 0,-1-1 0,1 0 0,-1-1 0,0-1 0,0-1 0,1 0 0,-1-1 0,-16-4 0,27 5 0,1 0 0,0-1 0,0 1 0,-1-1 0,1-1 0,0 1 0,1 0 0,-1-1 0,0 0 0,1 0 0,-1 0 0,1 0 0,-5-6 0,4 2 0,0 1 0,0-1 0,1 0 0,-1 1 0,2-2 0,-1 1 0,-2-12 0,1-6 0,1-1 0,1 0 0,2-44 0,0 64 0,0-10-151,0 0-1,2-1 0,0 1 0,0 0 1,2 0-1,0 1 0,1-1 1,9-20-1,3 6-6674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1.681"/>
    </inkml:context>
    <inkml:brush xml:id="br0">
      <inkml:brushProperty name="width" value="0.035" units="cm"/>
      <inkml:brushProperty name="height" value="0.035" units="cm"/>
      <inkml:brushProperty name="color" value="#F71A09"/>
    </inkml:brush>
  </inkml:definitions>
  <inkml:trace contextRef="#ctx0" brushRef="#br0">279 7 24575,'0'-2'0,"-5"-2"0,-15 9 0,-8 9 0,-1 9 0,0 5 0,4 4 0,1 3 0,2 4 0,1-2 0,2 1 0,0-2 0,5-2 0,1-4 0,2-7-8191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2.667"/>
    </inkml:context>
    <inkml:brush xml:id="br0">
      <inkml:brushProperty name="width" value="0.035" units="cm"/>
      <inkml:brushProperty name="height" value="0.035" units="cm"/>
      <inkml:brushProperty name="color" value="#F71A09"/>
    </inkml:brush>
  </inkml:definitions>
  <inkml:trace contextRef="#ctx0" brushRef="#br0">1 0 24575,'15'7'0,"0"1"0,-1 0 0,0 1 0,0 1 0,-1 0 0,22 21 0,-10-8 0,13 10 0,-1 1 0,-2 2 0,-1 2 0,-2 1 0,-2 1 0,-2 2 0,30 58 0,15 71 0,-69-165-41,-1 0 1,2 0-1,-1 0 0,1-1 0,0 1 0,8 6 0,-3-3-1038,6 7-5747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4.639"/>
    </inkml:context>
    <inkml:brush xml:id="br0">
      <inkml:brushProperty name="width" value="0.035" units="cm"/>
      <inkml:brushProperty name="height" value="0.035" units="cm"/>
      <inkml:brushProperty name="color" value="#F71A09"/>
    </inkml:brush>
  </inkml:definitions>
  <inkml:trace contextRef="#ctx0" brushRef="#br0">57 153 24575,'5'-3'0,"-1"1"0,1-1 0,0 1 0,0 0 0,0 0 0,0 1 0,10-3 0,-5 1 0,147-51 0,-114 36 0,1 2 0,1 2 0,74-13 0,-115 27 0,1-1 0,-1 1 0,1-1 0,0 2 0,-1-1 0,1 0 0,-1 1 0,1 0 0,-1 0 0,8 3 0,-9-3 0,-1 0 0,1 1 0,-1 0 0,0 0 0,0-1 0,1 1 0,-1 1 0,0-1 0,-1 0 0,1 0 0,0 1 0,-1-1 0,1 1 0,-1-1 0,0 1 0,0 0 0,0 0 0,1 2 0,1 6 0,0-1 0,-1 0 0,0 1 0,-1 0 0,0-1 0,-1 1 0,0 0 0,0 0 0,-1-1 0,-1 1 0,0-1 0,0 1 0,-1-1 0,0 0 0,-1 0 0,0 0 0,-1 0 0,0 0 0,0-1 0,-1 0 0,0 0 0,-1-1 0,-13 14 0,-9 4 0,21-19 0,0-1 0,0 2 0,1-1 0,-1 1 0,2 0 0,-9 13 0,15-20 0,-1 0 0,1 0 0,0 0 0,-1 0 0,1 0 0,0 1 0,-1-1 0,1 0 0,0 0 0,0 0 0,0 1 0,0-1 0,0 0 0,1 0 0,-1 0 0,0 1 0,0-1 0,1 0 0,-1 0 0,1 0 0,-1 0 0,1 0 0,-1 0 0,1 0 0,0 0 0,-1 0 0,1 0 0,0 0 0,0 0 0,0 0 0,1 1 0,4 2 0,1 1 0,-1-1 0,1-1 0,6 4 0,-2-1 0,25 12 0,-20-10 0,0 0 0,0 1 0,28 22 0,-40-28 0,0 1 0,0 0 0,0 0 0,-1 1 0,0-1 0,1 1 0,-1 0 0,-1 0 0,1 0 0,-1 0 0,0 0 0,0 0 0,0 1 0,-1-1 0,0 1 0,0-1 0,0 8 0,-1-4 0,-1 0 0,0-1 0,0 1 0,-1 0 0,0-1 0,-1 1 0,0-1 0,0 0 0,-1 1 0,0-1 0,0-1 0,-1 1 0,0-1 0,0 0 0,-1 0 0,-10 10 0,-4 2 0,-1 0 0,-1-2 0,-1 0 0,-24 13 0,33-23 0,1 0 0,-2-1 0,1 0 0,-1-2 0,0 1 0,0-2 0,0 0 0,-20 1 0,-17-1 0,-57-5 0,47 0 0,-5 1-1365,10 0-5461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5.645"/>
    </inkml:context>
    <inkml:brush xml:id="br0">
      <inkml:brushProperty name="width" value="0.035" units="cm"/>
      <inkml:brushProperty name="height" value="0.035" units="cm"/>
      <inkml:brushProperty name="color" value="#F71A09"/>
    </inkml:brush>
  </inkml:definitions>
  <inkml:trace contextRef="#ctx0" brushRef="#br0">1 87 24575,'11'-6'0,"13"-5"0,8 0 0,10 1 0,4 3 0,3 0 0,-5-3 0,-3 1 0,-3 3 0,-2 1 0,-2 2 0,-6 1-8191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6.265"/>
    </inkml:context>
    <inkml:brush xml:id="br0">
      <inkml:brushProperty name="width" value="0.035" units="cm"/>
      <inkml:brushProperty name="height" value="0.035" units="cm"/>
      <inkml:brushProperty name="color" value="#F71A09"/>
    </inkml:brush>
  </inkml:definitions>
  <inkml:trace contextRef="#ctx0" brushRef="#br0">0 76 24575,'9'-5'0,"-1"0"0,1 1 0,0 0 0,0 1 0,1 0 0,-1 0 0,0 1 0,14-2 0,10 1 0,38 2 0,-44 1 0,0-1 0,34-6 0,123-17 0,-155 21-1365,-4-1-5461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21.418"/>
    </inkml:context>
    <inkml:brush xml:id="br0">
      <inkml:brushProperty name="width" value="0.035" units="cm"/>
      <inkml:brushProperty name="height" value="0.035" units="cm"/>
      <inkml:brushProperty name="color" value="#F71A09"/>
    </inkml:brush>
  </inkml:definitions>
  <inkml:trace contextRef="#ctx0" brushRef="#br0">303 1 24575,'-3'0'0,"0"1"0,0 0 0,-1-1 0,1 1 0,0 0 0,0 1 0,0-1 0,1 0 0,-1 1 0,0 0 0,0 0 0,1 0 0,-1 0 0,1 0 0,0 0 0,-4 5 0,-5 7 0,-17 27 0,21-29 0,-22 39 0,3 1 0,-35 103 0,29-69 0,14-41 0,-19 54 0,36-98 0,1 1 0,-1-1 0,1 1 0,0-1 0,-1 1 0,1-1 0,0 1 0,0-1 0,0 1 0,0-1 0,0 1 0,0-1 0,1 1 0,-1-1 0,1 1 0,-1-1 0,1 1 0,-1-1 0,1 0 0,0 1 0,-1-1 0,1 0 0,0 0 0,0 1 0,0-1 0,0 0 0,0 0 0,0 0 0,0 0 0,1 0 0,-1 0 0,0 0 0,0-1 0,1 1 0,-1 0 0,3 0 0,4 1 0,0 0 0,1 0 0,-1-1 0,0 0 0,12-1 0,-16 0 0,265 17 0,-260-16 0,0 0 0,0-1 0,0-1 0,0 1 0,0-1 0,0-1 0,-1 1 0,12-5 0,-16 4 0,0 0 0,0 0 0,1 0 0,-2 0 0,1-1 0,0 0 0,-1 0 0,1 0 0,-1 0 0,0-1 0,0 1 0,0-1 0,0 1 0,-1-1 0,1 0 0,-1 0 0,3-9 0,0-3 0,-1 1 0,-1-1 0,0 0 0,-1 0 0,-1 0 0,0-1 0,-1 1 0,-1 0 0,-1 0 0,-6-30 0,7 42 0,-1-1 0,1 0 0,-1 1 0,0-1 0,-1 1 0,1-1 0,-1 1 0,-5-7 0,7 10 0,1 1 0,-1-1 0,1 1 0,-1-1 0,0 0 0,0 1 0,1-1 0,-1 1 0,0 0 0,1-1 0,-1 1 0,0 0 0,0-1 0,0 1 0,0 0 0,1 0 0,-1 0 0,0 0 0,0-1 0,0 1 0,0 0 0,-1 1 0,1-1 0,0 1 0,-1 0 0,1 0 0,0-1 0,0 1 0,0 0 0,0 0 0,0 0 0,0 0 0,0 1 0,0-1 0,0 0 0,0 0 0,0 0 0,1 1 0,-1-1 0,0 1 0,1 0 0,-11 26 0,3 0 0,-11 52 0,6-21 0,-5 17 0,4 1 0,3 0 0,3 1 0,3 90 0,6-137-1365,-1-4-5461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23.819"/>
    </inkml:context>
    <inkml:brush xml:id="br0">
      <inkml:brushProperty name="width" value="0.035" units="cm"/>
      <inkml:brushProperty name="height" value="0.035" units="cm"/>
      <inkml:brushProperty name="color" value="#F71A09"/>
    </inkml:brush>
  </inkml:definitions>
  <inkml:trace contextRef="#ctx0" brushRef="#br0">437 204 24575,'-1'-6'0,"0"-1"0,0 1 0,0-1 0,-1 1 0,0 0 0,0-1 0,0 1 0,-1 0 0,0 0 0,0 1 0,-1-1 0,1 1 0,-1-1 0,-8-7 0,-5-5 0,-1 2 0,-31-23 0,44 35 0,-1 0 0,0 0 0,0 1 0,0 0 0,0 0 0,0 1 0,-1-1 0,1 1 0,-1 1 0,-7-2 0,12 3 0,0-1 0,-1 1 0,1 0 0,-1 1 0,1-1 0,-1 0 0,1 1 0,0-1 0,-1 1 0,1-1 0,0 1 0,-1 0 0,1 0 0,0 0 0,0 1 0,0-1 0,0 0 0,0 1 0,0 0 0,0-1 0,0 1 0,1 0 0,-1 0 0,1 0 0,-1 0 0,1 0 0,0 0 0,0 0 0,0 0 0,-1 4 0,-4 10 0,1-1 0,0 1 0,2 0 0,0 0 0,1 0 0,0 0 0,1 26 0,2-36 0,-1 0 0,1 0 0,1 0 0,-1 0 0,1 0 0,0 0 0,0-1 0,1 1 0,-1-1 0,5 6 0,-4-7 0,0 0 0,0-1 0,0 0 0,0 1 0,1-1 0,-1-1 0,1 1 0,0 0 0,0-1 0,0 0 0,0 0 0,1 0 0,-1 0 0,9 1 0,-3 0 0,1-1 0,0 0 0,0-1 0,0 0 0,0-1 0,0 0 0,17-3 0,-25 3 0,0-1 0,1 1 0,-1-1 0,0 0 0,0 0 0,0-1 0,0 1 0,0 0 0,0-1 0,0 0 0,-1 0 0,1 0 0,0 0 0,-1 0 0,0 0 0,1-1 0,-1 1 0,0-1 0,0 0 0,0 1 0,-1-1 0,1 0 0,-1 0 0,0 0 0,1 0 0,-1-1 0,0 1 0,0-5 0,0 3 0,-1 0 0,1 0 0,-1 0 0,0 0 0,-1 0 0,1 0 0,-2-7 0,2 12 0,-1 0 0,1 0 0,0 0 0,0 0 0,0-1 0,0 1 0,0 0 0,0 0 0,0 0 0,0 0 0,-1 0 0,1 0 0,0 0 0,0 0 0,0 0 0,0 0 0,0 0 0,-1 0 0,1 0 0,0 0 0,0 0 0,0 0 0,0 0 0,0 0 0,0 0 0,-1 0 0,1 0 0,0 0 0,0 0 0,0 0 0,0 0 0,0 0 0,0 0 0,0 0 0,-1 1 0,1-1 0,0 0 0,0 0 0,0 0 0,0 0 0,0 0 0,0 0 0,0 0 0,0 0 0,0 1 0,0-1 0,0 0 0,-1 0 0,1 0 0,0 0 0,0 0 0,0 0 0,0 1 0,0-1 0,0 0 0,0 0 0,0 0 0,0 0 0,0 0 0,0 0 0,0 1 0,0-1 0,0 0 0,1 0 0,-1 0 0,-4 12 0,-2 36 0,2 1 0,4 76 0,1-65 0,1-28 0,1 0 0,10 40 0,-7-38 0,5 56 0,-11-89 0,1 13 0,-1 0 0,0 0 0,-1 0 0,0-1 0,-4 16 0,4-25 0,0-1 0,0 0 0,-1 1 0,1-1 0,-1 0 0,0 1 0,0-1 0,0 0 0,0-1 0,-1 1 0,1 0 0,-1 0 0,1-1 0,-1 0 0,0 1 0,0-1 0,0 0 0,-1-1 0,1 1 0,0 0 0,0-1 0,-1 0 0,1 0 0,-5 1 0,-22 3 0,0-2 0,0-1 0,0-2 0,-39-3 0,-1 0 0,48 3 0,14 1 0,0-1 0,0 0 0,1-1 0,-1 1 0,-12-4 0,20 4-2,0 0 0,-1 0 0,1 0 0,-1 0 1,1 0-1,0 0 0,-1-1 0,1 1 0,0 0 0,-1 0 0,1 0 0,0 0 0,0-1 0,-1 1 0,1 0 0,0 0 0,-1-1 0,1 1 0,0 0 0,0 0 0,0-1 0,-1 1 0,1 0 0,0-1 1,0 1-1,0 0 0,0-1 0,0 1 0,-1 0 0,1-1 0,0 1 0,0 0 0,0-1 0,0 1 0,0-1 0,0 1 0,10-13 182,20-7-1653,-10 10-5353</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25.117"/>
    </inkml:context>
    <inkml:brush xml:id="br0">
      <inkml:brushProperty name="width" value="0.035" units="cm"/>
      <inkml:brushProperty name="height" value="0.035" units="cm"/>
      <inkml:brushProperty name="color" value="#F71A09"/>
    </inkml:brush>
  </inkml:definitions>
  <inkml:trace contextRef="#ctx0" brushRef="#br0">1 2 24575,'2'0'0,"0"-1"0,1 1 0,-1-1 0,0 1 0,1 0 0,-1 0 0,0 0 0,1 0 0,-1 1 0,0-1 0,1 0 0,-1 1 0,0 0 0,0-1 0,0 1 0,1 0 0,-1 0 0,0 1 0,2 0 0,-1 1 0,0 0 0,-1-1 0,1 1 0,-1 0 0,0 0 0,0 0 0,0 1 0,0-1 0,0 0 0,2 8 0,0 3 0,-1 1 0,0-1 0,-1 1 0,1 28 0,-4 88 0,-1-80 0,2 0 0,3 0 0,11 66 0,-3-48-1365,-7-36-5461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25.918"/>
    </inkml:context>
    <inkml:brush xml:id="br0">
      <inkml:brushProperty name="width" value="0.035" units="cm"/>
      <inkml:brushProperty name="height" value="0.035" units="cm"/>
      <inkml:brushProperty name="color" value="#F71A09"/>
    </inkml:brush>
  </inkml:definitions>
  <inkml:trace contextRef="#ctx0" brushRef="#br0">35 1 24575,'0'6'0,"0"7"0,0 8 0,0 6 0,-3 1 0,-4-4 0,0 0 0,0 1 0,2 2 0,2 3 0,1-4-8191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28.815"/>
    </inkml:context>
    <inkml:brush xml:id="br0">
      <inkml:brushProperty name="width" value="0.035" units="cm"/>
      <inkml:brushProperty name="height" value="0.035" units="cm"/>
      <inkml:brushProperty name="color" value="#F71A09"/>
    </inkml:brush>
  </inkml:definitions>
  <inkml:trace contextRef="#ctx0" brushRef="#br0">26 204 24575,'2'0'0,"1"-1"0,0 1 0,-1 0 0,1-1 0,-1 0 0,1 1 0,-1-1 0,1 0 0,-1 0 0,1 0 0,-1-1 0,0 1 0,0-1 0,0 1 0,0-1 0,0 0 0,0 1 0,2-4 0,2-3 0,0 0 0,0-1 0,6-13 0,7-12 0,-14 28 0,0 0 0,1 0 0,-1 0 0,1 1 0,0 0 0,0 0 0,1 0 0,10-5 0,-2 3 0,1 0 0,29-8 0,-15 4 0,-30 11 0,0 0 0,0 0 0,0 0 0,1 0 0,-1 0 0,0 0 0,0-1 0,0 1 0,0 0 0,0 0 0,0 0 0,0 0 0,1 0 0,-1 0 0,0 0 0,0 0 0,0 0 0,0 0 0,0 0 0,0 0 0,0 0 0,0 0 0,1-1 0,-1 1 0,0 0 0,0 0 0,0 0 0,0 0 0,0 0 0,0 0 0,0 0 0,0 0 0,0-1 0,0 1 0,0 0 0,0 0 0,0 0 0,0 0 0,0 0 0,0 0 0,0-1 0,0 1 0,0 0 0,0 0 0,0 0 0,0 0 0,0 0 0,0 0 0,0-1 0,0 1 0,0 0 0,0 0 0,-17 0 0,-9 2 0,0 1 0,1 1 0,-1 1 0,-34 13 0,53-16 0,1 1 0,0 0 0,-1 0 0,1 1 0,1 0 0,-1 0 0,0 0 0,1 0 0,0 1 0,0 0 0,1 0 0,-1 0 0,1 1 0,0 0 0,0-1 0,1 1 0,0 1 0,0-1 0,0 0 0,1 1 0,-3 13 0,1 10 0,1 1 0,2 0 0,4 53 0,-1-29 0,-2-49 0,0 1 0,0 1 0,1-1 0,0 1 0,0-1 0,0 1 0,4 7 0,-5-13 0,1 0 0,0-1 0,0 1 0,0 0 0,1 0 0,-1-1 0,0 1 0,1-1 0,-1 1 0,1-1 0,-1 0 0,1 0 0,-1 1 0,1-1 0,0 0 0,0 0 0,0-1 0,0 1 0,-1 0 0,1-1 0,0 1 0,0-1 0,0 1 0,0-1 0,0 0 0,0 0 0,4 0 0,10-2 0,1 0 0,-1-1 0,0-1 0,0 0 0,-1-1 0,1-1 0,-1 0 0,20-12 0,48-19 0,-73 34 0,17-6 0,34-8 0,-54 16 0,1 0 0,0 0 0,0 0 0,-1 1 0,1 0 0,0 1 0,0-1 0,-1 2 0,12 2 0,-15-2 0,0 0 0,0 0 0,0 0 0,0 1 0,0 0 0,-1 0 0,1 0 0,-1 0 0,0 0 0,0 1 0,0 0 0,0-1 0,-1 1 0,1 0 0,-1 0 0,0 1 0,0-1 0,-1 0 0,1 1 0,0 4 0,3 8 0,-1 1 0,-1 0 0,1 32 0,-3-39 0,-1 1 0,-1 0 0,1-1 0,-2 1 0,1-1 0,-5 14 0,4-21 0,1 1 0,-1-1 0,0 0 0,0 0 0,-1 0 0,1 0 0,-1 0 0,0-1 0,0 1 0,0-1 0,0 0 0,-1 1 0,1-2 0,-1 1 0,0 0 0,0-1 0,0 0 0,-6 3 0,3-2 7,-1-1-1,1 1 1,-1-2-1,0 1 1,1-1-1,-1 0 1,-14-1 0,-3-2-159,-28-5 1,18 2-964,6 1-5711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0.728"/>
    </inkml:context>
    <inkml:brush xml:id="br0">
      <inkml:brushProperty name="width" value="0.035" units="cm"/>
      <inkml:brushProperty name="height" value="0.035" units="cm"/>
      <inkml:brushProperty name="color" value="#F71A09"/>
    </inkml:brush>
  </inkml:definitions>
  <inkml:trace contextRef="#ctx0" brushRef="#br0">104 330 24575,'-1'-6'0,"0"0"0,0 1 0,-1-1 0,0 1 0,0-1 0,0 1 0,0 0 0,-1-1 0,-5-5 0,-5-14 0,7 9 0,0 1 0,1-1 0,0 0 0,1-1 0,1 1 0,1-1 0,0 1 0,1-1 0,2-22 0,0 36 0,-1 1 0,0-1 0,1 1 0,0-1 0,-1 1 0,1 0 0,0-1 0,0 1 0,0 0 0,1 0 0,-1 0 0,1 0 0,-1 0 0,1 0 0,-1 0 0,1 0 0,0 1 0,3-3 0,-1 2 0,-1 0 0,1 0 0,0 0 0,0 0 0,0 1 0,0 0 0,1 0 0,-1 0 0,0 0 0,6 1 0,-3-1 0,-1 1 0,1 0 0,0 1 0,0 0 0,-1 0 0,1 0 0,0 1 0,-1 0 0,0 0 0,1 1 0,-1 0 0,0 0 0,11 7 0,-11-3 0,1 0 0,-1 0 0,-1 1 0,1 0 0,-1 0 0,-1 0 0,1 0 0,-1 1 0,-1 0 0,0-1 0,0 1 0,0 1 0,-1-1 0,1 18 0,0 9 0,-2 0 0,-5 54 0,1-64 0,-2-1 0,0 1 0,-2-1 0,-1-1 0,-1 1 0,-16 31 0,20-45 0,-15 34 0,-1-1 0,-3 0 0,-41 57 0,53-85 0,-2 1 0,1 2 0,-21 38 0,33-55 0,0-1 0,0 0 0,1 1 0,-1-1 0,1 1 0,-1-1 0,1 1 0,0 0 0,-1-1 0,1 1 0,0-1 0,0 1 0,0-1 0,0 1 0,0 0 0,1-1 0,-1 1 0,0-1 0,1 1 0,0 1 0,0-1 0,0-1 0,0 0 0,0 0 0,0 0 0,1 0 0,-1 0 0,0 0 0,0 0 0,1-1 0,-1 1 0,0 0 0,1-1 0,-1 1 0,1-1 0,-1 1 0,1-1 0,1 0 0,8 1 0,1 0 0,-1-1 0,1-1 0,16-2 0,-17 2 0,200-13-1365,-185 14-5461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2.369"/>
    </inkml:context>
    <inkml:brush xml:id="br0">
      <inkml:brushProperty name="width" value="0.035" units="cm"/>
      <inkml:brushProperty name="height" value="0.035" units="cm"/>
      <inkml:brushProperty name="color" value="#F71A09"/>
    </inkml:brush>
  </inkml:definitions>
  <inkml:trace contextRef="#ctx0" brushRef="#br0">228 1 24575,'-9'6'0,"1"0"0,1 0 0,-1 1 0,1 0 0,1 1 0,-1 0 0,-9 16 0,12-20 0,-34 55 0,-45 92 0,76-135 0,1 1 0,0 0 0,2 0 0,0 1 0,1-1 0,1 1 0,0 0 0,1-1 0,1 1 0,4 31 0,-3-45 0,0 1 0,0-1 0,0 0 0,1-1 0,-1 1 0,1 0 0,0 0 0,0-1 0,0 1 0,0-1 0,5 6 0,3 1 0,0-1 0,13 11 0,-14-13 0,0 0 0,-1 0 0,0 1 0,9 11 0,1 8 0,0 1 0,-2 1 0,-1 0 0,-1 1 0,-1 1 0,-2 0 0,-1 1 0,-2 0 0,-1 0 0,-1 1 0,2 62 0,-8-86-105,0 0 0,0 1 0,-1-1 0,0 1 0,0-1 0,-1 0 0,0 0 0,-1 0 0,0 0 0,-1 0 0,0-1 0,-5 9 0,-5 1-6721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3.199"/>
    </inkml:context>
    <inkml:brush xml:id="br0">
      <inkml:brushProperty name="width" value="0.035" units="cm"/>
      <inkml:brushProperty name="height" value="0.035" units="cm"/>
      <inkml:brushProperty name="color" value="#F71A09"/>
    </inkml:brush>
  </inkml:definitions>
  <inkml:trace contextRef="#ctx0" brushRef="#br0">0 84 24575,'6'0'0,"2"-3"0,2-4 0,5-1 0,7 2 0,4 1 0,1-1 0,0 0 0,-1-5 0,0 0 0,0 2 0,2 2 0,-4 2-8191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4.971"/>
    </inkml:context>
    <inkml:brush xml:id="br0">
      <inkml:brushProperty name="width" value="0.035" units="cm"/>
      <inkml:brushProperty name="height" value="0.035" units="cm"/>
      <inkml:brushProperty name="color" value="#F71A09"/>
    </inkml:brush>
  </inkml:definitions>
  <inkml:trace contextRef="#ctx0" brushRef="#br0">122 346 24575,'2'0'0,"0"0"0,0 0 0,0 0 0,0-1 0,0 1 0,1-1 0,-1 0 0,-1 1 0,1-1 0,0 0 0,0 0 0,0 0 0,0-1 0,-1 1 0,1 0 0,2-3 0,-1 0 0,0 1 0,0-1 0,0 0 0,-1 0 0,1-1 0,3-8 0,-1-2 0,0-1 0,-1 0 0,2-19 0,-4 23 0,7-63 0,-8 68 0,-1-1 0,0 0 0,-1 1 0,0-1 0,0 1 0,0-1 0,-4-9 0,3 13 0,0 1 0,0 0 0,0-1 0,0 1 0,-1 0 0,1 0 0,-1 1 0,0-1 0,0 1 0,0-1 0,0 1 0,0 0 0,0 0 0,-1 0 0,1 1 0,-1-1 0,1 1 0,-5-2 0,3 2 0,-1-1 0,0 1 0,1 0 0,-1 0 0,0 1 0,1 0 0,-1 0 0,0 0 0,0 0 0,1 1 0,-8 2 0,9-2 0,1 1 0,-1 0 0,1 0 0,0 0 0,-1 0 0,1 1 0,0-1 0,0 1 0,1 0 0,-1 0 0,1 0 0,-1 0 0,1 0 0,0 1 0,0-1 0,0 1 0,1-1 0,-1 1 0,-1 7 0,-1 5 0,0-1 0,2 0 0,-2 25 0,3 117 0,2-103 0,0-46 0,0 0 0,0 0 0,0 0 0,1 0 0,1 0 0,-1-1 0,1 1 0,0-1 0,1 0 0,0 0 0,0 0 0,0 0 0,1 0 0,0-1 0,1 0 0,-1 0 0,1-1 0,0 1 0,0-1 0,1 0 0,0-1 0,8 5 0,4 1 0,1 0 0,1-1 0,0-2 0,0 0 0,0-1 0,44 7 0,-42-11-1365,-2-1-5461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6.748"/>
    </inkml:context>
    <inkml:brush xml:id="br0">
      <inkml:brushProperty name="width" value="0.035" units="cm"/>
      <inkml:brushProperty name="height" value="0.035" units="cm"/>
      <inkml:brushProperty name="color" value="#F71A09"/>
    </inkml:brush>
  </inkml:definitions>
  <inkml:trace contextRef="#ctx0" brushRef="#br0">226 13 24575,'-2'-1'0,"0"-1"0,0 1 0,0 0 0,0-1 0,-1 1 0,1 0 0,0 1 0,-1-1 0,1 0 0,-1 1 0,1-1 0,-1 1 0,1-1 0,-5 1 0,-36 4 0,36-3 0,0 0 0,0 1 0,0 0 0,1 0 0,-1 1 0,1 0 0,-1 0 0,1 1 0,0-1 0,0 1 0,1 1 0,-1-1 0,1 1 0,0 0 0,0 0 0,0 0 0,1 1 0,0 0 0,0 0 0,0 0 0,1 0 0,0 0 0,0 1 0,1-1 0,-1 1 0,1 0 0,1 0 0,-2 14 0,1-7 0,0 0 0,2 0 0,-1 0 0,2 0 0,0 1 0,4 18 0,-4-28 0,1 1 0,0-1 0,0 0 0,0 1 0,1-1 0,-1 0 0,1-1 0,0 1 0,1 0 0,-1-1 0,1 0 0,0 0 0,0 0 0,0 0 0,1 0 0,-1-1 0,1 0 0,7 4 0,-8-5 0,3 2 0,0-1 0,-1 0 0,2 0 0,13 4 0,-19-7 0,0 0 0,0 1 0,0-1 0,0 0 0,0 0 0,1-1 0,-1 1 0,0 0 0,0-1 0,-1 1 0,1-1 0,0 1 0,0-1 0,0 0 0,0 0 0,0 0 0,-1 0 0,1 0 0,0-1 0,-1 1 0,1 0 0,-1-1 0,2-1 0,3-5 0,0-1 0,-1 1 0,0-1 0,0 0 0,-1-1 0,0 1 0,-1-1 0,0 0 0,0 1 0,1-13 0,-1-7 0,0 0 0,-2-37 0,-5 258-1365,4-162-5461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7.767"/>
    </inkml:context>
    <inkml:brush xml:id="br0">
      <inkml:brushProperty name="width" value="0.035" units="cm"/>
      <inkml:brushProperty name="height" value="0.035" units="cm"/>
      <inkml:brushProperty name="color" value="#F71A09"/>
    </inkml:brush>
  </inkml:definitions>
  <inkml:trace contextRef="#ctx0" brushRef="#br0">0 1 24575,'13'484'0,"9"-280"0,-14-145 0,0 112 0,-6-98 0,0-43 0,12 52 0,0 11 0,-8-27-1365,-1-33-5461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8.691"/>
    </inkml:context>
    <inkml:brush xml:id="br0">
      <inkml:brushProperty name="width" value="0.035" units="cm"/>
      <inkml:brushProperty name="height" value="0.035" units="cm"/>
      <inkml:brushProperty name="color" value="#F71A09"/>
    </inkml:brush>
  </inkml:definitions>
  <inkml:trace contextRef="#ctx0" brushRef="#br0">0 70 24575,'0'-3'0,"6"-1"0,8 0 0,4 1 0,5 1 0,4 1 0,4 0 0,2 1 0,1 0 0,1 0 0,0 0 0,0 0 0,-3-2 0,-2-8 0,-5-4 0,-1 0 0,-5 2-8191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9.792"/>
    </inkml:context>
    <inkml:brush xml:id="br0">
      <inkml:brushProperty name="width" value="0.035" units="cm"/>
      <inkml:brushProperty name="height" value="0.035" units="cm"/>
      <inkml:brushProperty name="color" value="#F71A09"/>
    </inkml:brush>
  </inkml:definitions>
  <inkml:trace contextRef="#ctx0" brushRef="#br0">0 1 24575,'5'0'0,"-1"-1"0,1 1 0,-1 1 0,1-1 0,-1 0 0,0 1 0,1 0 0,-1 0 0,0 1 0,1-1 0,-1 1 0,0 0 0,0 0 0,0 0 0,-1 0 0,1 1 0,0 0 0,-1-1 0,0 1 0,1 1 0,-1-1 0,0 0 0,-1 1 0,5 6 0,-1 2 0,0 0 0,0 0 0,-1 1 0,-1-1 0,0 1 0,-1 0 0,0 0 0,-1 1 0,0 20 0,1-9 0,8 35 0,-8-48 0,0 1 0,-1 0 0,0 0 0,-1 0 0,0 24 0,-1-34 0,-1 0 0,1 0 0,0 0 0,-1 1 0,0-1 0,0 0 0,0 0 0,0 0 0,0 0 0,-1 0 0,1-1 0,-1 1 0,0 0 0,0-1 0,0 1 0,0-1 0,0 1 0,0-1 0,-1 0 0,1 0 0,-1 0 0,0 0 0,1-1 0,-1 1 0,0-1 0,0 1 0,0-1 0,-6 1 0,-47 5-1365,28-6-5461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41.472"/>
    </inkml:context>
    <inkml:brush xml:id="br0">
      <inkml:brushProperty name="width" value="0.035" units="cm"/>
      <inkml:brushProperty name="height" value="0.035" units="cm"/>
      <inkml:brushProperty name="color" value="#F71A09"/>
    </inkml:brush>
  </inkml:definitions>
  <inkml:trace contextRef="#ctx0" brushRef="#br0">0 43 24575,'1'0'0,"-1"0"0,0 0 0,0 0 0,0 0 0,0 1 0,0-1 0,0 0 0,0 0 0,1 0 0,-1 0 0,0 0 0,0 0 0,0 0 0,0 0 0,0 0 0,1 0 0,-1 0 0,0 0 0,0 0 0,0 0 0,0 0 0,0 0 0,0 0 0,1 0 0,-1 0 0,0 0 0,0-1 0,0 1 0,0 0 0,0 0 0,0 0 0,1 0 0,-1 0 0,0 0 0,0 0 0,0 0 0,0 0 0,0 0 0,0-1 0,0 1 0,0 0 0,0 0 0,0 0 0,0 0 0,0 0 0,1 0 0,-1-1 0,0 1 0,0 0 0,0 0 0,0 0 0,0 0 0,0 0 0,0-1 0,0 1 0,0 0 0,0 0 0,0 0 0,-1 0 0,1 0 0,0 0 0,0-1 0,0 1 0,0 0 0,6 11 0,9 44 0,-8-32 0,-1 1 0,5 39 0,8 57 0,-5-37 0,-13-76 0,0 1 0,1-1 0,-1 0 0,1-1 0,1 1 0,-1 0 0,6 9 0,-6-13 0,0 0 0,1 0 0,-1 0 0,1 0 0,-1-1 0,1 1 0,0-1 0,0 0 0,0 0 0,1 0 0,-1 0 0,0 0 0,1-1 0,-1 1 0,7 1 0,-3-1 0,97 24 0,-88-24 0,0 1 0,0-2 0,-1 0 0,28-2 0,-41 1 0,0-1 0,1 1 0,-1-1 0,0 1 0,0-1 0,0 0 0,1 0 0,-1 0 0,0 0 0,0 0 0,0 0 0,0-1 0,-1 1 0,1-1 0,0 1 0,0-1 0,-1 0 0,1 1 0,-1-1 0,0 0 0,1 0 0,-1 0 0,0 0 0,0 0 0,0 0 0,-1-1 0,1 1 0,0 0 0,0-4 0,0-6 0,0-1 0,0 1 0,-1 0 0,-3-19 0,2 18 0,-6-55 0,-3 0 0,-33-114 0,37 164 0,0-1 0,-12-22 0,18 40 0,-1 0 0,1 0 0,-1 0 0,1 0 0,-1 0 0,1 0 0,-1 0 0,0 0 0,1 0 0,-1 0 0,0 0 0,0 0 0,0 1 0,0-1 0,1 0 0,-1 1 0,0-1 0,0 1 0,0-1 0,-2 0 0,2 1 0,0 1 0,1-1 0,-1 0 0,0 1 0,1-1 0,-1 1 0,1-1 0,-1 1 0,1-1 0,-1 1 0,1-1 0,-1 1 0,1-1 0,0 1 0,-1 0 0,1-1 0,0 1 0,-1 0 0,1-1 0,0 1 0,0 0 0,0-1 0,-1 2 0,0 7 0,-1-1 0,1 1 0,1 0 0,0 11 0,3 10 0,1 1 0,16 56 0,29 58 0,-4-14 0,-28-79 0,40 84 0,-55-133-136,0 0-1,0 0 1,0 0-1,0 0 1,0 0-1,0 0 1,1-1-1,-1 1 0,5 3 1,8 3-6690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42.844"/>
    </inkml:context>
    <inkml:brush xml:id="br0">
      <inkml:brushProperty name="width" value="0.035" units="cm"/>
      <inkml:brushProperty name="height" value="0.035" units="cm"/>
      <inkml:brushProperty name="color" value="#F71A09"/>
    </inkml:brush>
  </inkml:definitions>
  <inkml:trace contextRef="#ctx0" brushRef="#br0">63 274 24575,'7'9'0,"0"0"0,-1 0 0,0 1 0,-1 0 0,0 0 0,0 1 0,3 12 0,10 19 0,16 22 0,-19-37 0,-1 0 0,-1 1 0,10 33 0,-15-35 0,-2 0 0,3 33 0,-7-48 0,-2 0 0,1 0 0,-2 0 0,1 0 0,-2 0 0,1 0 0,-1 0 0,-4 11 0,4-19 0,1 1 0,0-1 0,-1 0 0,0 0 0,0 0 0,0 0 0,0 0 0,0-1 0,0 1 0,-1 0 0,0-1 0,1 0 0,-1 0 0,0 0 0,0 0 0,0 0 0,0 0 0,0-1 0,0 0 0,-1 1 0,1-1 0,0 0 0,-1-1 0,1 1 0,-1-1 0,1 1 0,-1-1 0,1 0 0,-1 0 0,1 0 0,-1-1 0,1 0 0,-1 1 0,1-1 0,-1 0 0,1 0 0,0-1 0,0 1 0,0-1 0,0 0 0,0 0 0,0 0 0,-4-3 0,0-1 0,1 0 0,0 0 0,0 0 0,1-1 0,0 0 0,0 0 0,0 0 0,1 0 0,0-1 0,1 0 0,-5-13 0,-1-9 0,-8-59 0,9 43 0,4 23 0,1 12 0,1-1 0,0 1 0,0-1 0,1-12 0,1 21 0,1 0 0,-1 0 0,1 0 0,-1 0 0,1 0 0,0 0 0,0 0 0,0 0 0,0 0 0,1 0 0,-1 0 0,1 1 0,0-1 0,-1 1 0,1-1 0,1 1 0,-1 0 0,0-1 0,5-2 0,26-19 0,-1-1 0,-1-2 0,-1-1 0,-1-1 0,-2-2 0,-1 0 0,-1-2 0,26-48 0,3-27-1365,-35 69-5461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44.382"/>
    </inkml:context>
    <inkml:brush xml:id="br0">
      <inkml:brushProperty name="width" value="0.035" units="cm"/>
      <inkml:brushProperty name="height" value="0.035" units="cm"/>
      <inkml:brushProperty name="color" value="#F71A09"/>
    </inkml:brush>
  </inkml:definitions>
  <inkml:trace contextRef="#ctx0" brushRef="#br0">311 172 24575,'2'2'0,"0"0"0,0-1 0,0 0 0,1 1 0,-1-1 0,1 0 0,-1 0 0,1 0 0,-1 0 0,1-1 0,0 1 0,2 0 0,36 1 0,-27-2 0,-10 1 0,0-1 0,0 0 0,0-1 0,0 1 0,0 0 0,0-1 0,7-2 0,-10 2 0,0 1 0,0-1 0,0 0 0,0 1 0,0-1 0,0 0 0,0 1 0,0-1 0,0 0 0,0 0 0,-1 0 0,1 0 0,0 0 0,-1 0 0,1 0 0,-1 0 0,1 0 0,-1 0 0,1 0 0,-1 0 0,0 0 0,1-1 0,-1 1 0,0 0 0,0 0 0,0 0 0,0 0 0,0-1 0,0 1 0,0 0 0,-1-2 0,-1-2 0,1-1 0,-2 1 0,1-1 0,0 1 0,-1 0 0,0 0 0,0 0 0,-1 0 0,1 1 0,-1-1 0,0 1 0,0 0 0,0 0 0,-1 0 0,1 1 0,-11-6 0,-3-2 0,-1 1 0,-1 0 0,-23-7 0,32 13 0,0 0 0,-1 1 0,1 0 0,-1 1 0,1 1 0,-1-1 0,1 2 0,-1 0 0,-20 2 0,27-1 0,-1 0 0,0 1 0,0 0 0,1 0 0,-1 0 0,1 1 0,-1-1 0,1 1 0,0 1 0,0-1 0,1 1 0,-1-1 0,1 1 0,-1 1 0,1-1 0,0 1 0,1-1 0,-1 1 0,1 0 0,-5 10 0,-1 6 0,1 0 0,0 0 0,2 1 0,0 0 0,2 1 0,0-1 0,2 1 0,0-1 0,2 1 0,2 32 0,-1-52 0,-1 0 0,1-1 0,-1 1 0,1 0 0,0-1 0,0 1 0,1-1 0,-1 1 0,0-1 0,1 0 0,-1 1 0,1-1 0,0 0 0,0 0 0,0 0 0,0 0 0,0-1 0,0 1 0,0 0 0,1-1 0,-1 0 0,5 3 0,4 0 0,0 0 0,1-1 0,0 0 0,12 1 0,-1 0 0,209 33-1365,-204-32-5461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0:22.009"/>
    </inkml:context>
    <inkml:brush xml:id="br0">
      <inkml:brushProperty name="width" value="0.035" units="cm"/>
      <inkml:brushProperty name="height" value="0.035" units="cm"/>
      <inkml:brushProperty name="color" value="#F71A09"/>
    </inkml:brush>
  </inkml:definitions>
  <inkml:trace contextRef="#ctx0" brushRef="#br0">1 1416 24323,'4399'0'0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0:30.361"/>
    </inkml:context>
    <inkml:brush xml:id="br0">
      <inkml:brushProperty name="width" value="0.035" units="cm"/>
      <inkml:brushProperty name="height" value="0.035" units="cm"/>
      <inkml:brushProperty name="color" value="#F71A09"/>
    </inkml:brush>
  </inkml:definitions>
  <inkml:trace contextRef="#ctx0" brushRef="#br0">19 1 24352,'-18'4074'0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0:40.010"/>
    </inkml:context>
    <inkml:brush xml:id="br0">
      <inkml:brushProperty name="width" value="0.035" units="cm"/>
      <inkml:brushProperty name="height" value="0.035" units="cm"/>
      <inkml:brushProperty name="color" value="#F71A09"/>
    </inkml:brush>
  </inkml:definitions>
  <inkml:trace contextRef="#ctx0" brushRef="#br0">0 0 24329,'4466'17'0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0:49.826"/>
    </inkml:context>
    <inkml:brush xml:id="br0">
      <inkml:brushProperty name="width" value="0.035" units="cm"/>
      <inkml:brushProperty name="height" value="0.035" units="cm"/>
      <inkml:brushProperty name="color" value="#F71A09"/>
    </inkml:brush>
  </inkml:definitions>
  <inkml:trace contextRef="#ctx0" brushRef="#br0">0 1 24575,'3'6'0,"0"0"0,0 0 0,-1 1 0,0-1 0,0 1 0,-1-1 0,0 1 0,0 0 0,0 8 0,1 0 0,13 586 0,-17-414 0,1 1998 70,2-1103-1505,-1-1053-5391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0:57.864"/>
    </inkml:context>
    <inkml:brush xml:id="br0">
      <inkml:brushProperty name="width" value="0.035" units="cm"/>
      <inkml:brushProperty name="height" value="0.035" units="cm"/>
      <inkml:brushProperty name="color" value="#F71A09"/>
    </inkml:brush>
  </inkml:definitions>
  <inkml:trace contextRef="#ctx0" brushRef="#br0">3 0 22663,'0'682'0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02.113"/>
    </inkml:context>
    <inkml:brush xml:id="br0">
      <inkml:brushProperty name="width" value="0.035" units="cm"/>
      <inkml:brushProperty name="height" value="0.035" units="cm"/>
      <inkml:brushProperty name="color" value="#F71A09"/>
    </inkml:brush>
  </inkml:definitions>
  <inkml:trace contextRef="#ctx0" brushRef="#br0">0 17 24383,'4520'0'0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06.606"/>
    </inkml:context>
    <inkml:brush xml:id="br0">
      <inkml:brushProperty name="width" value="0.035" units="cm"/>
      <inkml:brushProperty name="height" value="0.035" units="cm"/>
      <inkml:brushProperty name="color" value="#F71A09"/>
    </inkml:brush>
  </inkml:definitions>
  <inkml:trace contextRef="#ctx0" brushRef="#br0">0 0 24256,'0'4109'0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11.843"/>
    </inkml:context>
    <inkml:brush xml:id="br0">
      <inkml:brushProperty name="width" value="0.035" units="cm"/>
      <inkml:brushProperty name="height" value="0.035" units="cm"/>
      <inkml:brushProperty name="color" value="#F71A09"/>
    </inkml:brush>
  </inkml:definitions>
  <inkml:trace contextRef="#ctx0" brushRef="#br0">0 0 23756,'955'0'0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14.468"/>
    </inkml:context>
    <inkml:brush xml:id="br0">
      <inkml:brushProperty name="width" value="0.035" units="cm"/>
      <inkml:brushProperty name="height" value="0.035" units="cm"/>
      <inkml:brushProperty name="color" value="#F71A09"/>
    </inkml:brush>
  </inkml:definitions>
  <inkml:trace contextRef="#ctx0" brushRef="#br0">1 0 24575,'0'3'0,"0"7"0,0 7 0,0 4 0,0 4 0,0 4 0,0 2 0,0-3-8191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17.458"/>
    </inkml:context>
    <inkml:brush xml:id="br0">
      <inkml:brushProperty name="width" value="0.035" units="cm"/>
      <inkml:brushProperty name="height" value="0.035" units="cm"/>
      <inkml:brushProperty name="color" value="#F71A09"/>
    </inkml:brush>
  </inkml:definitions>
  <inkml:trace contextRef="#ctx0" brushRef="#br0">0 0 24143,'35'597'0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21.929"/>
    </inkml:context>
    <inkml:brush xml:id="br0">
      <inkml:brushProperty name="width" value="0.035" units="cm"/>
      <inkml:brushProperty name="height" value="0.035" units="cm"/>
      <inkml:brushProperty name="color" value="#F71A09"/>
    </inkml:brush>
  </inkml:definitions>
  <inkml:trace contextRef="#ctx0" brushRef="#br0">0 1 23892,'4314'0'0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25.508"/>
    </inkml:context>
    <inkml:brush xml:id="br0">
      <inkml:brushProperty name="width" value="0.035" units="cm"/>
      <inkml:brushProperty name="height" value="0.035" units="cm"/>
      <inkml:brushProperty name="color" value="#F71A09"/>
    </inkml:brush>
  </inkml:definitions>
  <inkml:trace contextRef="#ctx0" brushRef="#br0">0 1 23977,'101'4244'0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28.265"/>
    </inkml:context>
    <inkml:brush xml:id="br0">
      <inkml:brushProperty name="width" value="0.035" units="cm"/>
      <inkml:brushProperty name="height" value="0.035" units="cm"/>
      <inkml:brushProperty name="color" value="#F71A09"/>
    </inkml:brush>
  </inkml:definitions>
  <inkml:trace contextRef="#ctx0" brushRef="#br0">1 0 24575,'3'1'0,"-1"-1"0,1 1 0,-1 0 0,0 0 0,1 0 0,-1 0 0,0 0 0,1 1 0,1 1 0,19 9 0,10-6 0,0-2 0,1-1 0,0-1 0,54-5 0,-21 2 0,36-8 131,-15 1-1627,-60 7-5330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33.821"/>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0 24575,'0'0'0,"0"6"0,0 19 0,0 6 0,0 6 0,0 10 0,0-1 0,0 0 0,0-3 0,0 8 0,0-6 0,0-2 0,0-3 0,0-2 0,0-3 0,0 0 0,4-5 0,3-3 0,0-8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36.358"/>
    </inkml:context>
    <inkml:brush xml:id="br0">
      <inkml:brushProperty name="width" value="0.05" units="cm"/>
      <inkml:brushProperty name="height" value="0.05" units="cm"/>
      <inkml:brushProperty name="color" value="#AE198D"/>
      <inkml:brushProperty name="inkEffects" value="galaxy"/>
      <inkml:brushProperty name="anchorX" value="-575.96112"/>
      <inkml:brushProperty name="anchorY" value="-993.90009"/>
      <inkml:brushProperty name="scaleFactor" value="0.5"/>
    </inkml:brush>
  </inkml:definitions>
  <inkml:trace contextRef="#ctx0" brushRef="#br0">0 136 24391,'4722'-136'0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37.487"/>
    </inkml:context>
    <inkml:brush xml:id="br0">
      <inkml:brushProperty name="width" value="0.05" units="cm"/>
      <inkml:brushProperty name="height" value="0.05" units="cm"/>
      <inkml:brushProperty name="color" value="#AE198D"/>
      <inkml:brushProperty name="inkEffects" value="galaxy"/>
      <inkml:brushProperty name="anchorX" value="-6338.44629"/>
      <inkml:brushProperty name="anchorY" value="-2201.30518"/>
      <inkml:brushProperty name="scaleFactor" value="0.5"/>
    </inkml:brush>
  </inkml:definitions>
  <inkml:trace contextRef="#ctx0" brushRef="#br0">1 1 24575,'0'0'0,"0"3"0,0 14 0,0 8 0,0 6 0,0 13 0,0 0 0,0-1 0,0-1 0,0-3 0,0-1 0,0-2 0,0-2 0,0 0 0,0-7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38.885"/>
    </inkml:context>
    <inkml:brush xml:id="br0">
      <inkml:brushProperty name="width" value="0.05" units="cm"/>
      <inkml:brushProperty name="height" value="0.05" units="cm"/>
      <inkml:brushProperty name="color" value="#AE198D"/>
      <inkml:brushProperty name="inkEffects" value="galaxy"/>
      <inkml:brushProperty name="anchorX" value="-7185.11279"/>
      <inkml:brushProperty name="anchorY" value="-3505.49683"/>
      <inkml:brushProperty name="scaleFactor" value="0.5"/>
    </inkml:brush>
  </inkml:definitions>
  <inkml:trace contextRef="#ctx0" brushRef="#br0">1 1 24575,'0'0'0,"6"0"0,5 0 0,0 6 0,-2 8 0,-2 14 0,-2 5 0,-2 15 0,-2 2 0,-1 2 0,0 2 0,0-4 0,-1-3 0,1-12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41.923"/>
    </inkml:context>
    <inkml:brush xml:id="br0">
      <inkml:brushProperty name="width" value="0.05" units="cm"/>
      <inkml:brushProperty name="height" value="0.05" units="cm"/>
      <inkml:brushProperty name="color" value="#AE198D"/>
      <inkml:brushProperty name="inkEffects" value="galaxy"/>
      <inkml:brushProperty name="anchorX" value="-8083.63477"/>
      <inkml:brushProperty name="anchorY" value="-4769.43555"/>
      <inkml:brushProperty name="scaleFactor" value="0.5"/>
    </inkml:brush>
  </inkml:definitions>
  <inkml:trace contextRef="#ctx0" brushRef="#br0">1 254 24575,'0'0'0,"6"-6"0,9-19 0,9-6 0,-1-6 0,1 1 0,-2 3 0,-1 5 0,-2 4 0,3 6 0,6 6 0,-1 9 0,3 10 0,2 9 0,-3 5 0,-6 5 0,-3 0 0,-6 0 0,-4-3 0,-5 2 0,-3 1 0,-1 3 0,-5 2 0,-1 1 0,-3-2 0,1-3 0,-2 4 0,-13-3 0,1 1 0,-1-1 0,4-4 0,2 2 0,0-3 0,1-1 0,-4-5 0,6-5 0,11-5 0,10-3 0,10-2 0,8-2 0,5-1 0,3 0 0,-2-3 0,1 0 0,-1 0 0,-2 0 0,-4 2 0,-3 1 0,1 0 0,1 1 0,3 0 0,-4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45.462"/>
    </inkml:context>
    <inkml:brush xml:id="br0">
      <inkml:brushProperty name="width" value="0.05" units="cm"/>
      <inkml:brushProperty name="height" value="0.05" units="cm"/>
      <inkml:brushProperty name="color" value="#AE198D"/>
      <inkml:brushProperty name="inkEffects" value="galaxy"/>
      <inkml:brushProperty name="anchorX" value="-9523.91309"/>
      <inkml:brushProperty name="anchorY" value="-5939.17578"/>
      <inkml:brushProperty name="scaleFactor" value="0.5"/>
    </inkml:brush>
  </inkml:definitions>
  <inkml:trace contextRef="#ctx0" brushRef="#br0">294 135 24575,'0'0'0,"0"-3"0,-3 0 0,-7-1 0,-4-2 0,-3-3 0,-4-3 0,-5 2 0,-3 1 0,1 3 0,5 5 0,6 9 0,6 9 0,4 6 0,5 6 0,1 10 0,2 3 0,0 0 0,0 0 0,0-6 0,6-8 0,-5-26 0,-1 0 0,0 0 0,0 0 0,0-1 0,0 1 0,1 0 0,-1-1 0,4 4 0,16 6 0,5-5 0,2 0 0,-2 0 0,-2 0 0,2-2 0,-2 3 0,1 2 0,-4 6 0,-6 6 0,-4 5 0,-5 3 0,-3 4 0,-2-2 0,-5-3 0,-1-3 0,-3-7 0,-2-2 0,-7-5 0,-5-3 0,-5-4 0,-3-3 0,-3 0 0,-1-2 0,2 0 0,1 1 0,3-1 0,2 1 0,4-4 0,6-7 0,5-6 0,4-7 0,4-11 0,2-4 0,1-2 0,1-10 0,0 1 0,0-2 0,3 7 0,6 3 0,5 0 0,2 7 0,-3 1 0,2-2 0,-1 3 0,0 4 0,1 8 0,1-1 0,-1 2 0,5 5 0,3 4 0,6 4 0,4 11 0,-28-2 0,0 0 0,-1 0 0,1 1 0,7 4 0,17 13 0,-7 7 0,-8 4 0,-6 3 0,-4 1 0,-4 0 0,-1 0 0,-5-6 0,-7-8 0,-7 3 0,-6-6 0,-4-4 0,-3-4 0,-3-5 0,-3 1 0,2-2 0,8-1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47.739"/>
    </inkml:context>
    <inkml:brush xml:id="br0">
      <inkml:brushProperty name="width" value="0.05" units="cm"/>
      <inkml:brushProperty name="height" value="0.05" units="cm"/>
      <inkml:brushProperty name="color" value="#AE198D"/>
      <inkml:brushProperty name="inkEffects" value="galaxy"/>
      <inkml:brushProperty name="anchorX" value="-8510.5791"/>
      <inkml:brushProperty name="anchorY" value="-5328.61768"/>
      <inkml:brushProperty name="scaleFactor" value="0.5"/>
    </inkml:brush>
  </inkml:definitions>
  <inkml:trace contextRef="#ctx0" brushRef="#br0">1 17 24575,'0'0'0,"0"-2"0,7-2 0,7 0 0,3 2 0,6 0 0,4 0 0,14 2 0,2-1 0,9 1 0,-2 0 0,-2 1 0,-3-1 0,-4 0 0,-3 0 0,-2 0 0,2 0 0,-4 3 0,0 1 0,-2-1 0,-6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49.361"/>
    </inkml:context>
    <inkml:brush xml:id="br0">
      <inkml:brushProperty name="width" value="0.05" units="cm"/>
      <inkml:brushProperty name="height" value="0.05" units="cm"/>
      <inkml:brushProperty name="color" value="#AE198D"/>
      <inkml:brushProperty name="inkEffects" value="galaxy"/>
      <inkml:brushProperty name="anchorX" value="-10003.74414"/>
      <inkml:brushProperty name="anchorY" value="-6171.66699"/>
      <inkml:brushProperty name="scaleFactor" value="0.5"/>
    </inkml:brush>
  </inkml:definitions>
  <inkml:trace contextRef="#ctx0" brushRef="#br0">1 1 24575,'0'0'0,"5"0"0,10 0 0,6 0 0,5 0 0,1 0 0,3 0 0,-2 0 0,-2 0 0,0 0 0,2 0 0,1 0 0,2 0 0,1 0 0,2 0 0,-4 0 0,-2 0 0,-4 0 0,-7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50.871"/>
    </inkml:context>
    <inkml:brush xml:id="br0">
      <inkml:brushProperty name="width" value="0.05" units="cm"/>
      <inkml:brushProperty name="height" value="0.05" units="cm"/>
      <inkml:brushProperty name="color" value="#AE198D"/>
      <inkml:brushProperty name="inkEffects" value="galaxy"/>
      <inkml:brushProperty name="anchorX" value="-11308.07813"/>
      <inkml:brushProperty name="anchorY" value="-7018.3335"/>
      <inkml:brushProperty name="scaleFactor" value="0.5"/>
    </inkml:brush>
  </inkml:definitions>
  <inkml:trace contextRef="#ctx0" brushRef="#br0">1 0 24575,'0'0'0,"0"3"0,0 8 0,0 13 0,0 7 0,0 15 0,0 9 0,0 1 0,0 7 0,0 14 0,0-2 0,0 2 0,0-9 0,0-12 0,0-9 0,0-7 0,0-5 0,0-2 0,0-2 0,0 1 0,0 0 0,0 1 0,0-7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52.806"/>
    </inkml:context>
    <inkml:brush xml:id="br0">
      <inkml:brushProperty name="width" value="0.05" units="cm"/>
      <inkml:brushProperty name="height" value="0.05" units="cm"/>
      <inkml:brushProperty name="color" value="#AE198D"/>
      <inkml:brushProperty name="inkEffects" value="galaxy"/>
      <inkml:brushProperty name="anchorX" value="-12154.74512"/>
      <inkml:brushProperty name="anchorY" value="-8815.51367"/>
      <inkml:brushProperty name="scaleFactor" value="0.5"/>
    </inkml:brush>
  </inkml:definitions>
  <inkml:trace contextRef="#ctx0" brushRef="#br0">171 332 24575,'0'0'0,"-6"-3"0,-5-4 0,0-7 0,2-7 0,2-4 0,2-5 0,2-10 0,2-1 0,1-1 0,0 4 0,7 9 0,-6 27 0,0 0 0,0 0 0,0 0 0,0 0 0,1 0 0,-1 0 0,1 0 0,2-2 0,14-9 0,5 7 0,5 3 0,-1 4 0,-1 3 0,-2 5 0,-3-1 0,-1 10 0,-5 5 0,-5 6 0,-4 6 0,-2-1 0,-3 1 0,-1 0 0,-1-1 0,1 1 0,-1-1 0,0 3 0,-3-2 0,-3-5 0,-7 0 0,-3-3 0,-5 3 0,-1-5 0,0-6 0,5-2 0,1-3 0,1 7 0,-3-3 0,-3-2 0,-5-5 0,-2-4 0,-3-3 0,-1-3 0,9 0 0,13-2 0,14 7 0,13 0 0,9 1 0,5-2 0,5-1 0,1-2 0,5 6 0,-5 0 0,0-1 0,-1-2 0,-1-1 0,-7-2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55.526"/>
    </inkml:context>
    <inkml:brush xml:id="br0">
      <inkml:brushProperty name="width" value="0.05" units="cm"/>
      <inkml:brushProperty name="height" value="0.05" units="cm"/>
      <inkml:brushProperty name="color" value="#AE198D"/>
      <inkml:brushProperty name="inkEffects" value="galaxy"/>
      <inkml:brushProperty name="anchorX" value="-13185.75684"/>
      <inkml:brushProperty name="anchorY" value="-10070.80664"/>
      <inkml:brushProperty name="scaleFactor" value="0.5"/>
    </inkml:brush>
  </inkml:definitions>
  <inkml:trace contextRef="#ctx0" brushRef="#br0">244 51 24575,'0'0'0,"-3"0"0,-4-3 0,-3-4 0,-4 0 0,-1-3 0,-2 2 0,-3 1 0,-5 2 0,0 1 0,5 6 0,4 8 0,6 7 0,7 7 0,4 5 0,2 4 0,0 1 0,10 12 0,0 0 0,3-4 0,0-1 0,-2-4 0,0-5 0,-3-4 0,3-1 0,1-3 0,5-6 0,4 1 0,1 0 0,-4 2 0,-6 4 0,-4-1 0,-5 3 0,-3-1 0,-5-24 0,2 1 0,-1-1 0,0 1 0,1-1 0,-1 1 0,0-1 0,-3 5 0,-10 15 0,-5-6 0,-1-4 0,0-8 0,-3-4 0,-4-2 0,-2-1 0,-2 0 0,-5-2 0,5-7 0,7-7 0,7-2 0,7 0 0,5-5 0,7 2 0,8-2 0,2-3 0,3-4 0,1 0 0,-3 4 0,4-1 0,1 3 0,0 4 0,1 5 0,-5-2 0,1 2 0,-1 1 0,0-1 0,-2 1 0,-4 0 0,-2-4 0,-2 1 0,-3-1 0,0 1 0,-2 1 0,1-3 0,-1 5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57.200"/>
    </inkml:context>
    <inkml:brush xml:id="br0">
      <inkml:brushProperty name="width" value="0.05" units="cm"/>
      <inkml:brushProperty name="height" value="0.05" units="cm"/>
      <inkml:brushProperty name="color" value="#AE198D"/>
      <inkml:brushProperty name="inkEffects" value="galaxy"/>
      <inkml:brushProperty name="anchorX" value="-12322.97461"/>
      <inkml:brushProperty name="anchorY" value="-9270.73438"/>
      <inkml:brushProperty name="scaleFactor" value="0.5"/>
    </inkml:brush>
  </inkml:definitions>
  <inkml:trace contextRef="#ctx0" brushRef="#br0">0 1 24575,'0'0'0,"0"2"0,0 9 0,0 6 0,0 7 0,0 5 0,0 6 0,4-1 0,0 1 0,-1-3 0,0-1 0,-1-1 0,0 2 0,-2 0 0,1 1 0,-1 0 0,0 1 0,-1 0 0,1-7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1:59.350"/>
    </inkml:context>
    <inkml:brush xml:id="br0">
      <inkml:brushProperty name="width" value="0.05" units="cm"/>
      <inkml:brushProperty name="height" value="0.05" units="cm"/>
      <inkml:brushProperty name="color" value="#AE198D"/>
      <inkml:brushProperty name="inkEffects" value="galaxy"/>
      <inkml:brushProperty name="anchorX" value="-13187.33984"/>
      <inkml:brushProperty name="anchorY" value="-10623.20996"/>
      <inkml:brushProperty name="scaleFactor" value="0.5"/>
    </inkml:brush>
  </inkml:definitions>
  <inkml:trace contextRef="#ctx0" brushRef="#br0">1 0 24575,'0'0'0,"0"6"0,0 9 0,0 12 0,0 17 0,0 11 0,0 2 0,0-3 0,0-4 0,0-5 0,0-4 0,0-3 0,0-10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01.292"/>
    </inkml:context>
    <inkml:brush xml:id="br0">
      <inkml:brushProperty name="width" value="0.05" units="cm"/>
      <inkml:brushProperty name="height" value="0.05" units="cm"/>
      <inkml:brushProperty name="color" value="#AE198D"/>
      <inkml:brushProperty name="inkEffects" value="galaxy"/>
      <inkml:brushProperty name="anchorX" value="-14034.00684"/>
      <inkml:brushProperty name="anchorY" value="-11929.90039"/>
      <inkml:brushProperty name="scaleFactor" value="0.5"/>
    </inkml:brush>
  </inkml:definitions>
  <inkml:trace contextRef="#ctx0" brushRef="#br0">1 17 24575,'0'0'0,"3"-3"0,4-1 0,7 1 0,6 0 0,6 1 0,4 1 0,2 0 0,3 4 0,-3 4 0,-11 7 0,-20-12 0,0-1 0,1 1 0,-1 0 0,0-1 0,0 1 0,0 0 0,-1 0 0,1 0 0,0 0 0,0 3 0,0-3 0,0 1 0,-1 0 0,0 0 0,0 0 0,0 0 0,0 0 0,-1 3 0,-3 24 0,-5-1 0,-4-2 0,1-3 0,-2-2 0,0 1 0,-4-5 0,-2-1 0,0-1 0,-3 3 0,-3-3 0,7-3 0,12-4 0,7-9 0,0 0 0,0 0 0,0 1 0,0-1 0,0 0 0,1 0 0,-1 1 0,0-1 0,0 0 0,0 0 0,0 0 0,0 1 0,0-1 0,0 0 0,0 0 0,1 0 0,-1 1 0,0-1 0,0 0 0,0 0 0,0 0 0,1 0 0,-1 0 0,0 0 0,0 1 0,0-1 0,0 0 0,1 0 0,-1 0 0,0 0 0,0 0 0,1 0 0,-1 0 0,0 0 0,17 3 0,8-2 0,5-1 0,5-1 0,1 1 0,0-1 0,-3 0 0,0 1 0,-2 0 0,-5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03.565"/>
    </inkml:context>
    <inkml:brush xml:id="br0">
      <inkml:brushProperty name="width" value="0.05" units="cm"/>
      <inkml:brushProperty name="height" value="0.05" units="cm"/>
      <inkml:brushProperty name="color" value="#AE198D"/>
      <inkml:brushProperty name="inkEffects" value="galaxy"/>
      <inkml:brushProperty name="anchorX" value="-15220.42969"/>
      <inkml:brushProperty name="anchorY" value="-13101.20117"/>
      <inkml:brushProperty name="scaleFactor" value="0.5"/>
    </inkml:brush>
  </inkml:definitions>
  <inkml:trace contextRef="#ctx0" brushRef="#br0">0 53 24575,'0'0'0,"0"-3"0,0-4 0,4-4 0,6 1 0,8 2 0,5 2 0,6 2 0,3 1 0,-1 2 0,-6 8 0,-24-6 0,1 0 0,0 0 0,0 0 0,0 0 0,-1 1 0,1-1 0,0 0 0,2 4 0,7 16 0,-4 6 0,-8 7 0,-1 0 0,-13-2 0,11-28 0,1 0 0,0 0 0,-1 0 0,0-1 0,-6 6 0,-18 18 0,3-2 0,-5-2 0,3 4 0,2-1 0,9-2 0,16-23 0,-1 1 0,1-1 0,-1 1 0,1-1 0,-1 1 0,1-1 0,0 1 0,-1-1 0,1 1 0,0-1 0,0 3 0,1-4 0,-1 1 0,0 0 0,0 0 0,0 0 0,1 0 0,-1-1 0,1 1 0,-1 0 0,0 0 0,1 0 0,-1-1 0,1 1 0,0 0 0,-1-1 0,1 1 0,-1-1 0,2 2 0,14 10 0,4 0 0,5-3 0,-3-3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05.838"/>
    </inkml:context>
    <inkml:brush xml:id="br0">
      <inkml:brushProperty name="width" value="0.05" units="cm"/>
      <inkml:brushProperty name="height" value="0.05" units="cm"/>
      <inkml:brushProperty name="color" value="#AE198D"/>
      <inkml:brushProperty name="inkEffects" value="galaxy"/>
      <inkml:brushProperty name="anchorX" value="-16165.53809"/>
      <inkml:brushProperty name="anchorY" value="-14316.97559"/>
      <inkml:brushProperty name="scaleFactor" value="0.5"/>
    </inkml:brush>
  </inkml:definitions>
  <inkml:trace contextRef="#ctx0" brushRef="#br0">90 249 24575,'0'0'0,"2"18"0,6 9 0,-1 4 0,-1 17 0,-1 2 0,-2-2 0,-1-4 0,-1-7 0,-7-9 0,5-27 0,0 1 0,0 0 0,0-1 0,0 1 0,0 0 0,0-1 0,0 1 0,0-1 0,-1 0 0,-1 2 0,-14 8 0,15-13 0,0 2 0,0 0 0,1 0 0,-1 0 0,0-1 0,1 1 0,-1-1 0,0 1 0,1-1 0,-1 0 0,1 0 0,-3-1 0,2 1 0,0-1 0,-1 0 0,0-1 0,0 1 0,1-1 0,-3-3 0,-12-23 0,5-11 0,4-4 0,4-1 0,2 2 0,2 2 0,1 2 0,0 3 0,0 0 0,0 2 0,3 3 0,-1 1 0,4 3 0,10 4 0,3-6 0,4 6 0,5 5 0,-1 9 0,-1 6 0,-7 9 0,-18-5 0,-1 0 0,1 0 0,-1 0 0,0 1 0,1-1 0,-1 0 0,0 1 0,0-1 0,2 3 0,6 29 0,-7 3 0,-4 4 0,-5 3 0,-3-4 0,-7-1 0,1-2 0,2-5 0,-3-1 0,7-6 0,9-7 0,3-16 0,-2 0 0,1 0 0,-1 0 0,1 0 0,0 0 0,0 0 0,-1 0 0,1 0 0,0 0 0,0 0 0,0-1 0,0 1 0,2 1 0,16 11 0,7-4 0,5 5 0,3-3 0,-6 1 0,-3 2 0,3 0 0,-5-1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08.741"/>
    </inkml:context>
    <inkml:brush xml:id="br0">
      <inkml:brushProperty name="width" value="0.05" units="cm"/>
      <inkml:brushProperty name="height" value="0.05" units="cm"/>
      <inkml:brushProperty name="color" value="#AE198D"/>
      <inkml:brushProperty name="inkEffects" value="galaxy"/>
      <inkml:brushProperty name="anchorX" value="-17265.67969"/>
      <inkml:brushProperty name="anchorY" value="-15416.85938"/>
      <inkml:brushProperty name="scaleFactor" value="0.5"/>
    </inkml:brush>
  </inkml:definitions>
  <inkml:trace contextRef="#ctx0" brushRef="#br0">228 1 24575,'0'0'0,"-6"0"0,-8 0 0,-7 0 0,-6 3 0,-3 1 0,-3 6 0,1 4 0,7 2 0,7 5 0,6 4 0,6 3 0,3 0 0,6-1 0,5-3 0,7-6 0,7-6 0,4-4 0,-2-11 0,-4-6 0,-6-5 0,-9 1 0,-7-2 0,3 0 0,7 2 0,7 4 0,4 2 0,1 0 0,-2 5 0,-17 4 0,0-1 0,0-1 0,0 0 0,0 1 0,0 0 0,0-1 0,-1 1 0,1-1 0,0 1 0,0 0 0,0 0 0,-1-1 0,1 1 0,0 0 0,0 1 0,8 20 0,-3 10 0,-4 9 0,-1 2 0,-1 0 0,-1-1 0,1-2 0,-1-10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10.695"/>
    </inkml:context>
    <inkml:brush xml:id="br0">
      <inkml:brushProperty name="width" value="0.05" units="cm"/>
      <inkml:brushProperty name="height" value="0.05" units="cm"/>
      <inkml:brushProperty name="color" value="#AE198D"/>
      <inkml:brushProperty name="inkEffects" value="galaxy"/>
      <inkml:brushProperty name="anchorX" value="-12087.33887"/>
      <inkml:brushProperty name="anchorY" value="-11134.01855"/>
      <inkml:brushProperty name="scaleFactor" value="0.5"/>
    </inkml:brush>
  </inkml:definitions>
  <inkml:trace contextRef="#ctx0" brushRef="#br0">0 0 24575,'170'358'0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14.641"/>
    </inkml:context>
    <inkml:brush xml:id="br0">
      <inkml:brushProperty name="width" value="0.05" units="cm"/>
      <inkml:brushProperty name="height" value="0.05" units="cm"/>
      <inkml:brushProperty name="color" value="#AE198D"/>
      <inkml:brushProperty name="inkEffects" value="galaxy"/>
      <inkml:brushProperty name="anchorX" value="-18977.67578"/>
      <inkml:brushProperty name="anchorY" value="-17970.69141"/>
      <inkml:brushProperty name="scaleFactor" value="0.5"/>
    </inkml:brush>
  </inkml:definitions>
  <inkml:trace contextRef="#ctx0" brushRef="#br0">13 72 24575,'0'0'0,"0"-6"0,0-6 0,4-2 0,6 2 0,7 1 0,7 3 0,5 3 0,3 3 0,-2 1 0,-5 4 0,0 1 0,-2 0 0,-6 6 0,-5 7 0,-5 5 0,-3 5 0,-2 4 0,-2 3 0,-1 7 0,0 2 0,0-1 0,0-5 0,-6-8 0,6-27 0,0 0 0,0 0 0,0 0 0,-1 0 0,1 0 0,0 0 0,-1 0 0,-2 2 0,-14 8 0,-2-5 0,0-5 0,-3-2 0,-11-2 0,-2 0 0,1 1 0,0 0 0,7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43.370"/>
    </inkml:context>
    <inkml:brush xml:id="br0">
      <inkml:brushProperty name="width" value="0.035" units="cm"/>
      <inkml:brushProperty name="height" value="0.035" units="cm"/>
      <inkml:brushProperty name="color" value="#F71A09"/>
    </inkml:brush>
  </inkml:definitions>
  <inkml:trace contextRef="#ctx0" brushRef="#br0">0 0 24575,'3'0'0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44.646"/>
    </inkml:context>
    <inkml:brush xml:id="br0">
      <inkml:brushProperty name="width" value="0.035" units="cm"/>
      <inkml:brushProperty name="height" value="0.035" units="cm"/>
      <inkml:brushProperty name="color" value="#F71A09"/>
    </inkml:brush>
  </inkml:definitions>
  <inkml:trace contextRef="#ctx0" brushRef="#br0">441 1121 24575,'-1'-44'0,"-3"0"0,-2 1 0,-1-1 0,-2 1 0,-18-48 0,-90-201 0,-34-22 0,130 270-455,-2 0 0,-36-50 0,43 71-6371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47.564"/>
    </inkml:context>
    <inkml:brush xml:id="br0">
      <inkml:brushProperty name="width" value="0.035" units="cm"/>
      <inkml:brushProperty name="height" value="0.035" units="cm"/>
      <inkml:brushProperty name="color" value="#F71A09"/>
    </inkml:brush>
  </inkml:definitions>
  <inkml:trace contextRef="#ctx0" brushRef="#br0">0 49 24575,'5'-1'0,"1"1"0,-1-1 0,0-1 0,0 1 0,-1-1 0,1 1 0,5-4 0,20-6 0,16 4 0,1 2 0,-1 2 0,82 5 0,-36 0 0,-63-2-104,-10 1-211,1-1-1,0-1 1,29-5 0,-22-1-6511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49.205"/>
    </inkml:context>
    <inkml:brush xml:id="br0">
      <inkml:brushProperty name="width" value="0.035" units="cm"/>
      <inkml:brushProperty name="height" value="0.035" units="cm"/>
      <inkml:brushProperty name="color" value="#F71A09"/>
    </inkml:brush>
  </inkml:definitions>
  <inkml:trace contextRef="#ctx0" brushRef="#br0">1 0 24575,'0'3'0,"0"4"0,0 6 0,0 7 0,0 6 0,0 4 0,0 3 0,0 2 0,0 0 0,0 0 0,0 1 0,0-1 0,0 0 0,0-4 0,0 0 0,0-1 0,0-5-8191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0.813"/>
    </inkml:context>
    <inkml:brush xml:id="br0">
      <inkml:brushProperty name="width" value="0.035" units="cm"/>
      <inkml:brushProperty name="height" value="0.035" units="cm"/>
      <inkml:brushProperty name="color" value="#F71A09"/>
    </inkml:brush>
  </inkml:definitions>
  <inkml:trace contextRef="#ctx0" brushRef="#br0">8 0 24575,'-3'3'0,"-1"6"0,3 6 0,2 10 0,1 17 0,-1 6 0,1-2 0,-1-2 0,-1-4 0,1 6 0,5 1 0,2-7-8191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3.353"/>
    </inkml:context>
    <inkml:brush xml:id="br0">
      <inkml:brushProperty name="width" value="0.035" units="cm"/>
      <inkml:brushProperty name="height" value="0.035" units="cm"/>
      <inkml:brushProperty name="color" value="#F71A09"/>
    </inkml:brush>
  </inkml:definitions>
  <inkml:trace contextRef="#ctx0" brushRef="#br0">1 327 24575,'0'0'0,"1"1"0,0-1 0,-1 0 0,1 1 0,-1-1 0,1 1 0,-1-1 0,1 1 0,-1-1 0,1 1 0,-1-1 0,0 1 0,1-1 0,-1 1 0,1-1 0,-1 1 0,0 0 0,0-1 0,1 1 0,-1 0 0,0-1 0,0 1 0,0 0 0,0-1 0,0 2 0,3 21 0,-2-20 0,3 167 0,-1-162 0,2-11 0,4-14 0,-4-2 0,-1 0 0,-1 0 0,0-1 0,-2 1 0,0-33 0,-2 29 0,2-1 0,1 0 0,6-32 0,4-5 0,-10 45 0,0-1 0,2 1 0,0 0 0,1 0 0,9-20 0,-12 33 0,0 0 0,1 0 0,-1 0 0,1 1 0,-1-1 0,1 1 0,0-1 0,0 1 0,0 0 0,0 0 0,1 1 0,-1-1 0,0 0 0,5 0 0,8-4 0,31-5 0,-26 6 0,-3 1 0,1 0 0,0 1 0,-1 1 0,1 0 0,0 2 0,0 0 0,28 4 0,-47-4 0,0 0 0,1 0 0,-1 0 0,1 0 0,-1 0 0,0 0 0,1 0 0,-1 0 0,0 1 0,1-1 0,-1 0 0,0 0 0,1 0 0,-1 0 0,0 0 0,1 1 0,-1-1 0,0 0 0,0 0 0,1 1 0,-1-1 0,0 0 0,0 0 0,1 1 0,-1-1 0,0 0 0,0 1 0,0-1 0,1 0 0,-1 1 0,-9 6 0,-29 6 0,28-10 0,-203 84 22,124-48-1409,63-28-5439</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4.087"/>
    </inkml:context>
    <inkml:brush xml:id="br0">
      <inkml:brushProperty name="width" value="0.035" units="cm"/>
      <inkml:brushProperty name="height" value="0.035" units="cm"/>
      <inkml:brushProperty name="color" value="#F71A09"/>
    </inkml:brush>
  </inkml:definitions>
  <inkml:trace contextRef="#ctx0" brushRef="#br0">0 281 24575,'6'-3'0,"5"-4"0,9-3 0,1-4 0,3-4 0,3-6 0,6-4 0,3-3 0,1 4 0,-3 3 0,5-6 0,-2 3 0,-4 5 0,-8 7-8191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4.708"/>
    </inkml:context>
    <inkml:brush xml:id="br0">
      <inkml:brushProperty name="width" value="0.035" units="cm"/>
      <inkml:brushProperty name="height" value="0.035" units="cm"/>
      <inkml:brushProperty name="color" value="#F71A09"/>
    </inkml:brush>
  </inkml:definitions>
  <inkml:trace contextRef="#ctx0" brushRef="#br0">0 388 24575,'0'-3'0,"0"-12"0,0-10 0,3-15 0,7-6 0,1-2 0,8 2 0,7 3 0,-2-3 0,-2 4 0,-4 8-8191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5.554"/>
    </inkml:context>
    <inkml:brush xml:id="br0">
      <inkml:brushProperty name="width" value="0.035" units="cm"/>
      <inkml:brushProperty name="height" value="0.035" units="cm"/>
      <inkml:brushProperty name="color" value="#F71A09"/>
    </inkml:brush>
  </inkml:definitions>
  <inkml:trace contextRef="#ctx0" brushRef="#br0">1 0 24575,'0'3'0,"0"7"0,0 7 0,0 6 0,0 12 0,0 5 0,0 2 0,0-1 0,0-4 0,0-6 0,0-2 0,5 0 0,3 1 0,-1-5-8191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6.993"/>
    </inkml:context>
    <inkml:brush xml:id="br0">
      <inkml:brushProperty name="width" value="0.035" units="cm"/>
      <inkml:brushProperty name="height" value="0.035" units="cm"/>
      <inkml:brushProperty name="color" value="#F71A09"/>
    </inkml:brush>
  </inkml:definitions>
  <inkml:trace contextRef="#ctx0" brushRef="#br0">195 1 24575,'-23'0'0,"11"-1"0,0 1 0,-17 2 0,25-1 0,1-1 0,-1 1 0,1 0 0,-1 0 0,1 1 0,0-1 0,0 1 0,0-1 0,0 1 0,0 0 0,0 0 0,-4 4 0,0 2 0,0-1 0,1 1 0,0 0 0,1 0 0,0 1 0,0-1 0,1 1 0,0 0 0,0 1 0,1-1 0,-4 18 0,4-6 0,1 0 0,1 0 0,0 0 0,4 32 0,0-37 0,1 1 0,0-1 0,1 0 0,1 0 0,12 23 0,7 21 0,-14-28 0,-2 0 0,-1 1 0,-2 0 0,3 49 0,-8-66 0,-1 1 0,0-1 0,-1 0 0,-1 0 0,0 0 0,-1 0 0,-1 0 0,-1 0 0,0-1 0,-1 0 0,-10 19 0,14-31-85,0 0 0,0 0-1,-1 0 1,1 0 0,-1 0-1,0-1 1,1 1 0,-1-1-1,0 0 1,-1 0 0,1 0-1,0 0 1,-1 0 0,1-1-1,-7 3 1,-8 0-6741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57.776"/>
    </inkml:context>
    <inkml:brush xml:id="br0">
      <inkml:brushProperty name="width" value="0.035" units="cm"/>
      <inkml:brushProperty name="height" value="0.035" units="cm"/>
      <inkml:brushProperty name="color" value="#F71A09"/>
    </inkml:brush>
  </inkml:definitions>
  <inkml:trace contextRef="#ctx0" brushRef="#br0">0 157 24575,'3'-3'0,"1"-4"0,0-3 0,5-7 0,0-2 0,6-4 0,5 1 0,5 0 0,5 2 0,-4 6-8191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1.037"/>
    </inkml:context>
    <inkml:brush xml:id="br0">
      <inkml:brushProperty name="width" value="0.035" units="cm"/>
      <inkml:brushProperty name="height" value="0.035" units="cm"/>
      <inkml:brushProperty name="color" value="#F71A09"/>
    </inkml:brush>
  </inkml:definitions>
  <inkml:trace contextRef="#ctx0" brushRef="#br0">0 0 24575,'0'21'0,"0"12"0,0 15 0,0 25 0,0 9 0,0 23 0,0 17 0,0 1 0,0-8 0,0-18 0,0-10 0,0-16 0,0-18-8191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3.153"/>
    </inkml:context>
    <inkml:brush xml:id="br0">
      <inkml:brushProperty name="width" value="0.035" units="cm"/>
      <inkml:brushProperty name="height" value="0.035" units="cm"/>
      <inkml:brushProperty name="color" value="#F71A09"/>
    </inkml:brush>
  </inkml:definitions>
  <inkml:trace contextRef="#ctx0" brushRef="#br0">1 827 24575,'0'-90'0,"9"-246"0,-4 292 0,2 1 0,1 1 0,2-1 0,3 2 0,28-69 0,-39 105 0,1-1 0,0 1 0,0-1 0,1 1 0,-1 0 0,1 0 0,0 1 0,0-1 0,1 1 0,0 0 0,-1 0 0,1 0 0,6-3 0,-7 5 0,-1 1 0,1 0 0,-1 0 0,1 0 0,0 0 0,-1 0 0,1 1 0,0 0 0,0 0 0,-1 0 0,1 0 0,0 0 0,0 1 0,-1-1 0,1 1 0,0 0 0,-1 0 0,1 1 0,-1-1 0,0 1 0,1-1 0,3 4 0,-1 0 0,1-1 0,-1 2 0,0-1 0,0 1 0,-1 0 0,0 0 0,0 0 0,0 1 0,-1 0 0,0 0 0,0 0 0,-1 0 0,1 0 0,-2 1 0,1 0 0,-1-1 0,2 15 0,0 11 0,-1 0 0,-3 65 0,0-71 0,-1 82 0,-4 103 0,4-204 0,0-1 0,-1 1 0,1-1 0,-1 0 0,-1 1 0,1-1 0,-1 0 0,-1 0 0,1-1 0,-1 1 0,0-1 0,-1 0 0,1 0 0,-1 0 0,-1 0 0,1-1 0,-1 0 0,0 0 0,0 0 0,0-1 0,-9 5 0,-92 43 0,89-44 0,-36 9 0,90-15 0,342-4-1365,-349 2-5461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4.948"/>
    </inkml:context>
    <inkml:brush xml:id="br0">
      <inkml:brushProperty name="width" value="0.035" units="cm"/>
      <inkml:brushProperty name="height" value="0.035" units="cm"/>
      <inkml:brushProperty name="color" value="#F71A09"/>
    </inkml:brush>
  </inkml:definitions>
  <inkml:trace contextRef="#ctx0" brushRef="#br0">261 135 24575,'-1'-3'0,"1"-1"0,-1 1 0,0 0 0,0 0 0,0 0 0,-1 0 0,1 0 0,-1 0 0,0 1 0,1-1 0,-1 0 0,0 1 0,-1-1 0,1 1 0,0 0 0,-1 0 0,-4-4 0,-8-4 0,-29-17 0,34 21 0,-5-2 0,-29-12 0,38 18 0,0 0 0,0 0 0,1 1 0,-1 0 0,0 0 0,0 0 0,0 1 0,-11 0 0,16 0 0,-1 1 0,1-1 0,-1 0 0,1 1 0,-1-1 0,1 1 0,0-1 0,-1 1 0,1 0 0,0-1 0,-1 1 0,1 0 0,0 0 0,0 0 0,0 0 0,0 0 0,0 0 0,0 1 0,0-1 0,0 0 0,-1 2 0,1 0 0,0 1 0,0-1 0,0 0 0,0 0 0,1 0 0,-1 0 0,1 1 0,0-1 0,0 6 0,2 4 0,0 0 0,1 0 0,7 21 0,22 78 0,-22-72 0,2 0 0,1-1 0,31 62 0,-39-92 0,-1 1 0,1 0 0,1-1 0,0 0 0,0 0 0,0 0 0,1-1 0,1 0 0,-1 0 0,17 11 0,-19-15 0,-1 0 0,1-1 0,-1 1 0,0 1 0,0-1 0,0 1 0,-1-1 0,1 1 0,-1 0 0,0 0 0,-1 1 0,4 7 0,1 6 0,-2 0 0,6 28 0,-7-27 0,-1-1 0,-1 1 0,-1 0 0,-2 37 0,1-52 0,-1 0 0,1 0 0,-1 0 0,-1 0 0,1 0 0,-1 0 0,1 0 0,-1-1 0,-1 1 0,1 0 0,-1-1 0,1 0 0,-1 0 0,0 0 0,-1 0 0,1 0 0,-1-1 0,0 1 0,0-1 0,0 0 0,0 0 0,0 0 0,-1-1 0,-5 3 0,1-2 0,0 0 0,0-1 0,0 0 0,0 0 0,0-1 0,-1-1 0,-15 0 0,21 0 0,1 0 0,-1 0 0,1-1 0,0 1 0,-1-1 0,1 0 0,0 0 0,-1 0 0,1-1 0,0 1 0,0-1 0,0 0 0,0 0 0,0 0 0,1 0 0,-1 0 0,0-1 0,1 1 0,0-1 0,0 1 0,0-1 0,0 0 0,-3-6 0,1-1 0,1-1 0,0 1 0,1-1 0,0 0 0,1 0 0,0 0 0,1 0 0,0 0 0,1 0 0,0 0 0,3-14 0,6-16 0,23-64 0,-17 59 0,-2 0 0,-3 11 0,19-45 0,-15 44-59,-13 28-72,1 1 1,0-1-1,1 0 0,0 1 1,0 0-1,0 0 1,1 0-1,0 0 1,10-9-1,10-4-6695</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5.610"/>
    </inkml:context>
    <inkml:brush xml:id="br0">
      <inkml:brushProperty name="width" value="0.035" units="cm"/>
      <inkml:brushProperty name="height" value="0.035" units="cm"/>
      <inkml:brushProperty name="color" value="#F71A09"/>
    </inkml:brush>
  </inkml:definitions>
  <inkml:trace contextRef="#ctx0" brushRef="#br0">314 11 24575,'0'-3'0,"-3"0"0,-15-1 0,-14 4 0,-6 13 0,-7 17 0,0 11 0,4 16 0,6 2 0,3 1 0,7-8-8191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6.215"/>
    </inkml:context>
    <inkml:brush xml:id="br0">
      <inkml:brushProperty name="width" value="0.035" units="cm"/>
      <inkml:brushProperty name="height" value="0.035" units="cm"/>
      <inkml:brushProperty name="color" value="#F71A09"/>
    </inkml:brush>
  </inkml:definitions>
  <inkml:trace contextRef="#ctx0" brushRef="#br0">1 45 24575,'0'-5'0,"0"-6"0,3 0 0,6 1 0,8 3 0,13 11 0,4 8 0,2 13 0,0 17 0,-2 4 0,-2 7 0,-6-1 0,-1-3 0,-3-8 0,-2-6 0,-4-8 0,-2-5 0,-4-6-8191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7.665"/>
    </inkml:context>
    <inkml:brush xml:id="br0">
      <inkml:brushProperty name="width" value="0.035" units="cm"/>
      <inkml:brushProperty name="height" value="0.035" units="cm"/>
      <inkml:brushProperty name="color" value="#F71A09"/>
    </inkml:brush>
  </inkml:definitions>
  <inkml:trace contextRef="#ctx0" brushRef="#br0">70 0 24575,'0'3'0,"0"13"0,-6 26 0,-1 32 0,-6 16 0,-1-2 0,3-2 0,2-9 0,4-12 0,1-12 0,3-14-8191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09.223"/>
    </inkml:context>
    <inkml:brush xml:id="br0">
      <inkml:brushProperty name="width" value="0.035" units="cm"/>
      <inkml:brushProperty name="height" value="0.035" units="cm"/>
      <inkml:brushProperty name="color" value="#F71A09"/>
    </inkml:brush>
  </inkml:definitions>
  <inkml:trace contextRef="#ctx0" brushRef="#br0">0 231 24575,'1'-8'0,"0"0"0,0-1 0,1 1 0,0 0 0,0 0 0,1 0 0,0 1 0,1-1 0,0 1 0,6-11 0,0 3 0,1 1 0,0 0 0,23-22 0,-26 29 0,-1 2 0,1-1 0,0 1 0,1 1 0,-1-1 0,1 1 0,0 1 0,0 0 0,0 0 0,0 0 0,1 1 0,-1 1 0,13-1 0,8 1 0,1 1 0,54 7 0,-81-7 0,0 0 0,-1 1 0,1 0 0,-1-1 0,1 1 0,-1 1 0,1-1 0,-1 0 0,1 1 0,-1 0 0,0 0 0,0 0 0,0 0 0,0 0 0,0 1 0,-1-1 0,1 1 0,0-1 0,-1 1 0,0 0 0,0 0 0,0 0 0,0 1 0,0-1 0,-1 0 0,0 1 0,1-1 0,-1 1 0,0-1 0,-1 1 0,2 7 0,2 33 0,-1 1 0,-2 0 0,-6 44 0,4-76 0,-1 14 0,-2-1 0,0 0 0,-2 0 0,-1 0 0,-19 45 0,10-35 0,-2-1 0,-2 0 0,-29 40 0,16-26 0,-48 98 0,80-146 0,1 0 0,-1 0 0,0 0 0,1 1 0,-1-1 0,1 0 0,0 0 0,-1 0 0,1 1 0,0-1 0,0 0 0,-1 0 0,1 1 0,0-1 0,0 0 0,1 0 0,-1 1 0,0-1 0,0 0 0,1 0 0,-1 1 0,0-1 0,1 0 0,-1 0 0,1 0 0,0 0 0,-1 0 0,1 0 0,0 0 0,0 0 0,-1 0 0,1 0 0,0 0 0,0 0 0,0 0 0,0-1 0,0 1 0,0 0 0,1-1 0,-1 1 0,0-1 0,0 1 0,0-1 0,0 0 0,1 1 0,-1-1 0,0 0 0,2 0 0,9 2 0,1 0 0,-1-2 0,1 1 0,12-2 0,-12 0 0,171-11 107,-79 3-1579,-80 8-5354</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0.915"/>
    </inkml:context>
    <inkml:brush xml:id="br0">
      <inkml:brushProperty name="width" value="0.035" units="cm"/>
      <inkml:brushProperty name="height" value="0.035" units="cm"/>
      <inkml:brushProperty name="color" value="#F71A09"/>
    </inkml:brush>
  </inkml:definitions>
  <inkml:trace contextRef="#ctx0" brushRef="#br0">142 495 24575,'3'-5'0,"0"0"0,-1 0 0,1 0 0,-1 0 0,0-1 0,0 1 0,-1-1 0,0 1 0,0-1 0,0 1 0,-1-1 0,1-9 0,0 1 0,0-13 0,-1-1 0,-1 0 0,-1 0 0,-7-33 0,0 17 0,-29-79 0,36 117 0,0 1 0,-1 0 0,0 0 0,0 1 0,0-1 0,0 1 0,-1-1 0,0 1 0,-8-7 0,11 10 0,0 0 0,0 0 0,0 1 0,0-1 0,0 0 0,-1 1 0,1-1 0,0 1 0,0-1 0,-1 1 0,1 0 0,0-1 0,-1 1 0,1 0 0,0 0 0,-1 0 0,1 0 0,0 0 0,-1 0 0,1 0 0,0 0 0,-1 1 0,1-1 0,0 1 0,0-1 0,-1 1 0,1-1 0,0 1 0,0-1 0,0 1 0,0 0 0,-1 0 0,1 0 0,0 0 0,1 0 0,-1 0 0,0 0 0,0 0 0,0 0 0,0 0 0,1 0 0,-1 0 0,1 1 0,-1-1 0,1 0 0,-1 2 0,-2 5 0,0 0 0,0-1 0,1 1 0,0 1 0,1-1 0,-1 14 0,2 53 0,1-44 0,-1-18 0,0 3 0,1 0 0,0-1 0,0 1 0,6 19 0,-6-31 0,0 0 0,1 0 0,-1-1 0,1 1 0,0 0 0,0-1 0,0 1 0,0-1 0,1 0 0,0 0 0,-1 0 0,1 0 0,0 0 0,0-1 0,0 1 0,1-1 0,-1 0 0,1 0 0,-1 0 0,1 0 0,5 1 0,49 13 0,-45-14 0,0 1 0,0 0 0,-1 1 0,0 1 0,0 0 0,0 0 0,0 1 0,16 12 0,-2 3 0,-9-8 0,-1 1 0,23 25 0,-34-33 0,0-1 0,-1 2 0,0-1 0,0 0 0,-1 1 0,0 0 0,0 0 0,0 0 0,-1 0 0,0 0 0,1 11 0,1 35 0,-2 1 0,-6 59 0,2-79 0,2-26 0,-1 0 0,0 0 0,0-1 0,-1 1 0,-4 14 0,5-19 0,0-1 0,0 1 0,-1-1 0,1 0 0,-1 1 0,0-1 0,1 0 0,-1 0 0,0 0 0,0 0 0,0 0 0,-1-1 0,1 1 0,0-1 0,-1 1 0,1-1 0,-1 0 0,1 0 0,-1 0 0,-4 1 0,-8 1 0,-1-1 0,1 0 0,-1-1 0,0-1 0,0-1 0,1 0 0,-1-1 0,-16-4 0,27 5 0,1 0 0,0-1 0,0 1 0,-1-1 0,1-1 0,0 1 0,1 0 0,-1-1 0,0 0 0,1 0 0,-1 0 0,1 0 0,-5-6 0,4 2 0,0 1 0,0-1 0,1 0 0,-1 1 0,2-2 0,-1 1 0,-2-12 0,1-6 0,1-1 0,1 0 0,2-44 0,0 64 0,0-10-151,0 0-1,2-1 0,0 1 0,0 0 1,2 0-1,0 1 0,1-1 1,9-20-1,3 6-6674</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1.681"/>
    </inkml:context>
    <inkml:brush xml:id="br0">
      <inkml:brushProperty name="width" value="0.035" units="cm"/>
      <inkml:brushProperty name="height" value="0.035" units="cm"/>
      <inkml:brushProperty name="color" value="#F71A09"/>
    </inkml:brush>
  </inkml:definitions>
  <inkml:trace contextRef="#ctx0" brushRef="#br0">279 7 24575,'0'-2'0,"-5"-2"0,-15 9 0,-8 9 0,-1 9 0,0 5 0,4 4 0,1 3 0,2 4 0,1-2 0,2 1 0,0-2 0,5-2 0,1-4 0,2-7-8191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2.667"/>
    </inkml:context>
    <inkml:brush xml:id="br0">
      <inkml:brushProperty name="width" value="0.035" units="cm"/>
      <inkml:brushProperty name="height" value="0.035" units="cm"/>
      <inkml:brushProperty name="color" value="#F71A09"/>
    </inkml:brush>
  </inkml:definitions>
  <inkml:trace contextRef="#ctx0" brushRef="#br0">1 0 24575,'15'7'0,"0"1"0,-1 0 0,0 1 0,0 1 0,-1 0 0,22 21 0,-10-8 0,13 10 0,-1 1 0,-2 2 0,-1 2 0,-2 1 0,-2 1 0,-2 2 0,30 58 0,15 71 0,-69-165-41,-1 0 1,2 0-1,-1 0 0,1-1 0,0 1 0,8 6 0,-3-3-1038,6 7-5747</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4.639"/>
    </inkml:context>
    <inkml:brush xml:id="br0">
      <inkml:brushProperty name="width" value="0.035" units="cm"/>
      <inkml:brushProperty name="height" value="0.035" units="cm"/>
      <inkml:brushProperty name="color" value="#F71A09"/>
    </inkml:brush>
  </inkml:definitions>
  <inkml:trace contextRef="#ctx0" brushRef="#br0">57 153 24575,'5'-3'0,"-1"1"0,1-1 0,0 1 0,0 0 0,0 0 0,0 1 0,10-3 0,-5 1 0,147-51 0,-114 36 0,1 2 0,1 2 0,74-13 0,-115 27 0,1-1 0,-1 1 0,1-1 0,0 2 0,-1-1 0,1 0 0,-1 1 0,1 0 0,-1 0 0,8 3 0,-9-3 0,-1 0 0,1 1 0,-1 0 0,0 0 0,0-1 0,1 1 0,-1 1 0,0-1 0,-1 0 0,1 0 0,0 1 0,-1-1 0,1 1 0,-1-1 0,0 1 0,0 0 0,0 0 0,1 2 0,1 6 0,0-1 0,-1 0 0,0 1 0,-1 0 0,0-1 0,-1 1 0,0 0 0,0 0 0,-1-1 0,-1 1 0,0-1 0,0 1 0,-1-1 0,0 0 0,-1 0 0,0 0 0,-1 0 0,0 0 0,0-1 0,-1 0 0,0 0 0,-1-1 0,-13 14 0,-9 4 0,21-19 0,0-1 0,0 2 0,1-1 0,-1 1 0,2 0 0,-9 13 0,15-20 0,-1 0 0,1 0 0,0 0 0,-1 0 0,1 0 0,0 1 0,-1-1 0,1 0 0,0 0 0,0 0 0,0 1 0,0-1 0,0 0 0,1 0 0,-1 0 0,0 1 0,0-1 0,1 0 0,-1 0 0,1 0 0,-1 0 0,1 0 0,-1 0 0,1 0 0,0 0 0,-1 0 0,1 0 0,0 0 0,0 0 0,0 0 0,1 1 0,4 2 0,1 1 0,-1-1 0,1-1 0,6 4 0,-2-1 0,25 12 0,-20-10 0,0 0 0,0 1 0,28 22 0,-40-28 0,0 1 0,0 0 0,0 0 0,-1 1 0,0-1 0,1 1 0,-1 0 0,-1 0 0,1 0 0,-1 0 0,0 0 0,0 0 0,0 1 0,-1-1 0,0 1 0,0-1 0,0 8 0,-1-4 0,-1 0 0,0-1 0,0 1 0,-1 0 0,0-1 0,-1 1 0,0-1 0,0 0 0,-1 1 0,0-1 0,0-1 0,-1 1 0,0-1 0,0 0 0,-1 0 0,-10 10 0,-4 2 0,-1 0 0,-1-2 0,-1 0 0,-24 13 0,33-23 0,1 0 0,-2-1 0,1 0 0,-1-2 0,0 1 0,0-2 0,0 0 0,-20 1 0,-17-1 0,-57-5 0,47 0 0,-5 1-1365,10 0-5461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5.645"/>
    </inkml:context>
    <inkml:brush xml:id="br0">
      <inkml:brushProperty name="width" value="0.035" units="cm"/>
      <inkml:brushProperty name="height" value="0.035" units="cm"/>
      <inkml:brushProperty name="color" value="#F71A09"/>
    </inkml:brush>
  </inkml:definitions>
  <inkml:trace contextRef="#ctx0" brushRef="#br0">1 87 24575,'11'-6'0,"13"-5"0,8 0 0,10 1 0,4 3 0,3 0 0,-5-3 0,-3 1 0,-3 3 0,-2 1 0,-2 2 0,-6 1-8191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16.265"/>
    </inkml:context>
    <inkml:brush xml:id="br0">
      <inkml:brushProperty name="width" value="0.035" units="cm"/>
      <inkml:brushProperty name="height" value="0.035" units="cm"/>
      <inkml:brushProperty name="color" value="#F71A09"/>
    </inkml:brush>
  </inkml:definitions>
  <inkml:trace contextRef="#ctx0" brushRef="#br0">0 76 24575,'9'-5'0,"-1"0"0,1 1 0,0 0 0,0 1 0,1 0 0,-1 0 0,0 1 0,14-2 0,10 1 0,38 2 0,-44 1 0,0-1 0,34-6 0,123-17 0,-155 21-1365,-4-1-5461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21.418"/>
    </inkml:context>
    <inkml:brush xml:id="br0">
      <inkml:brushProperty name="width" value="0.035" units="cm"/>
      <inkml:brushProperty name="height" value="0.035" units="cm"/>
      <inkml:brushProperty name="color" value="#F71A09"/>
    </inkml:brush>
  </inkml:definitions>
  <inkml:trace contextRef="#ctx0" brushRef="#br0">303 1 24575,'-3'0'0,"0"1"0,0 0 0,-1-1 0,1 1 0,0 0 0,0 1 0,0-1 0,1 0 0,-1 1 0,0 0 0,0 0 0,1 0 0,-1 0 0,1 0 0,0 0 0,-4 5 0,-5 7 0,-17 27 0,21-29 0,-22 39 0,3 1 0,-35 103 0,29-69 0,14-41 0,-19 54 0,36-98 0,1 1 0,-1-1 0,1 1 0,0-1 0,-1 1 0,1-1 0,0 1 0,0-1 0,0 1 0,0-1 0,0 1 0,0-1 0,1 1 0,-1-1 0,1 1 0,-1-1 0,1 1 0,-1-1 0,1 0 0,0 1 0,-1-1 0,1 0 0,0 0 0,0 1 0,0-1 0,0 0 0,0 0 0,0 0 0,0 0 0,1 0 0,-1 0 0,0 0 0,0-1 0,1 1 0,-1 0 0,3 0 0,4 1 0,0 0 0,1 0 0,-1-1 0,0 0 0,12-1 0,-16 0 0,265 17 0,-260-16 0,0 0 0,0-1 0,0-1 0,0 1 0,0-1 0,0-1 0,-1 1 0,12-5 0,-16 4 0,0 0 0,0 0 0,1 0 0,-2 0 0,1-1 0,0 0 0,-1 0 0,1 0 0,-1 0 0,0-1 0,0 1 0,0-1 0,0 1 0,-1-1 0,1 0 0,-1 0 0,3-9 0,0-3 0,-1 1 0,-1-1 0,0 0 0,-1 0 0,-1 0 0,0-1 0,-1 1 0,-1 0 0,-1 0 0,-6-30 0,7 42 0,-1-1 0,1 0 0,-1 1 0,0-1 0,-1 1 0,1-1 0,-1 1 0,-5-7 0,7 10 0,1 1 0,-1-1 0,1 1 0,-1-1 0,0 0 0,0 1 0,1-1 0,-1 1 0,0 0 0,1-1 0,-1 1 0,0 0 0,0-1 0,0 1 0,0 0 0,1 0 0,-1 0 0,0 0 0,0-1 0,0 1 0,0 0 0,-1 1 0,1-1 0,0 1 0,-1 0 0,1 0 0,0-1 0,0 1 0,0 0 0,0 0 0,0 0 0,0 0 0,0 1 0,0-1 0,0 0 0,0 0 0,0 0 0,1 1 0,-1-1 0,0 1 0,1 0 0,-11 26 0,3 0 0,-11 52 0,6-21 0,-5 17 0,4 1 0,3 0 0,3 1 0,3 90 0,6-137-1365,-1-4-5461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23.819"/>
    </inkml:context>
    <inkml:brush xml:id="br0">
      <inkml:brushProperty name="width" value="0.035" units="cm"/>
      <inkml:brushProperty name="height" value="0.035" units="cm"/>
      <inkml:brushProperty name="color" value="#F71A09"/>
    </inkml:brush>
  </inkml:definitions>
  <inkml:trace contextRef="#ctx0" brushRef="#br0">437 204 24575,'-1'-6'0,"0"-1"0,0 1 0,0-1 0,-1 1 0,0 0 0,0-1 0,0 1 0,-1 0 0,0 0 0,0 1 0,-1-1 0,1 1 0,-1-1 0,-8-7 0,-5-5 0,-1 2 0,-31-23 0,44 35 0,-1 0 0,0 0 0,0 1 0,0 0 0,0 0 0,0 1 0,-1-1 0,1 1 0,-1 1 0,-7-2 0,12 3 0,0-1 0,-1 1 0,1 0 0,-1 1 0,1-1 0,-1 0 0,1 1 0,0-1 0,-1 1 0,1-1 0,0 1 0,-1 0 0,1 0 0,0 0 0,0 1 0,0-1 0,0 0 0,0 1 0,0 0 0,0-1 0,0 1 0,1 0 0,-1 0 0,1 0 0,-1 0 0,1 0 0,0 0 0,0 0 0,0 0 0,-1 4 0,-4 10 0,1-1 0,0 1 0,2 0 0,0 0 0,1 0 0,0 0 0,1 26 0,2-36 0,-1 0 0,1 0 0,1 0 0,-1 0 0,1 0 0,0 0 0,0-1 0,1 1 0,-1-1 0,5 6 0,-4-7 0,0 0 0,0-1 0,0 0 0,0 1 0,1-1 0,-1-1 0,1 1 0,0 0 0,0-1 0,0 0 0,0 0 0,1 0 0,-1 0 0,9 1 0,-3 0 0,1-1 0,0 0 0,0-1 0,0 0 0,0-1 0,0 0 0,17-3 0,-25 3 0,0-1 0,1 1 0,-1-1 0,0 0 0,0 0 0,0-1 0,0 1 0,0 0 0,0-1 0,0 0 0,-1 0 0,1 0 0,0 0 0,-1 0 0,0 0 0,1-1 0,-1 1 0,0-1 0,0 0 0,0 1 0,-1-1 0,1 0 0,-1 0 0,0 0 0,1 0 0,-1-1 0,0 1 0,0-5 0,0 3 0,-1 0 0,1 0 0,-1 0 0,0 0 0,-1 0 0,1 0 0,-2-7 0,2 12 0,-1 0 0,1 0 0,0 0 0,0 0 0,0-1 0,0 1 0,0 0 0,0 0 0,0 0 0,0 0 0,-1 0 0,1 0 0,0 0 0,0 0 0,0 0 0,0 0 0,0 0 0,-1 0 0,1 0 0,0 0 0,0 0 0,0 0 0,0 0 0,0 0 0,0 0 0,-1 0 0,1 0 0,0 0 0,0 0 0,0 0 0,0 0 0,0 0 0,0 0 0,0 0 0,-1 1 0,1-1 0,0 0 0,0 0 0,0 0 0,0 0 0,0 0 0,0 0 0,0 0 0,0 0 0,0 1 0,0-1 0,0 0 0,-1 0 0,1 0 0,0 0 0,0 0 0,0 0 0,0 1 0,0-1 0,0 0 0,0 0 0,0 0 0,0 0 0,0 0 0,0 0 0,0 1 0,0-1 0,0 0 0,1 0 0,-1 0 0,-4 12 0,-2 36 0,2 1 0,4 76 0,1-65 0,1-28 0,1 0 0,10 40 0,-7-38 0,5 56 0,-11-89 0,1 13 0,-1 0 0,0 0 0,-1 0 0,0-1 0,-4 16 0,4-25 0,0-1 0,0 0 0,-1 1 0,1-1 0,-1 0 0,0 1 0,0-1 0,0 0 0,0-1 0,-1 1 0,1 0 0,-1 0 0,1-1 0,-1 0 0,0 1 0,0-1 0,0 0 0,-1-1 0,1 1 0,0 0 0,0-1 0,-1 0 0,1 0 0,-5 1 0,-22 3 0,0-2 0,0-1 0,0-2 0,-39-3 0,-1 0 0,48 3 0,14 1 0,0-1 0,0 0 0,1-1 0,-1 1 0,-12-4 0,20 4-2,0 0 0,-1 0 0,1 0 0,-1 0 1,1 0-1,0 0 0,-1-1 0,1 1 0,0 0 0,-1 0 0,1 0 0,0 0 0,0-1 0,-1 1 0,1 0 0,0 0 0,-1-1 0,1 1 0,0 0 0,0 0 0,0-1 0,-1 1 0,1 0 0,0-1 1,0 1-1,0 0 0,0-1 0,0 1 0,-1 0 0,1-1 0,0 1 0,0 0 0,0-1 0,0 1 0,0-1 0,0 1 0,10-13 182,20-7-1653,-10 10-5353</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25.117"/>
    </inkml:context>
    <inkml:brush xml:id="br0">
      <inkml:brushProperty name="width" value="0.035" units="cm"/>
      <inkml:brushProperty name="height" value="0.035" units="cm"/>
      <inkml:brushProperty name="color" value="#F71A09"/>
    </inkml:brush>
  </inkml:definitions>
  <inkml:trace contextRef="#ctx0" brushRef="#br0">1 2 24575,'2'0'0,"0"-1"0,1 1 0,-1-1 0,0 1 0,1 0 0,-1 0 0,0 0 0,1 0 0,-1 1 0,0-1 0,1 0 0,-1 1 0,0 0 0,0-1 0,0 1 0,1 0 0,-1 0 0,0 1 0,2 0 0,-1 1 0,0 0 0,-1-1 0,1 1 0,-1 0 0,0 0 0,0 0 0,0 1 0,0-1 0,0 0 0,2 8 0,0 3 0,-1 1 0,0-1 0,-1 1 0,1 28 0,-4 88 0,-1-80 0,2 0 0,3 0 0,11 66 0,-3-48-1365,-7-36-5461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25.918"/>
    </inkml:context>
    <inkml:brush xml:id="br0">
      <inkml:brushProperty name="width" value="0.035" units="cm"/>
      <inkml:brushProperty name="height" value="0.035" units="cm"/>
      <inkml:brushProperty name="color" value="#F71A09"/>
    </inkml:brush>
  </inkml:definitions>
  <inkml:trace contextRef="#ctx0" brushRef="#br0">35 1 24575,'0'6'0,"0"7"0,0 8 0,0 6 0,-3 1 0,-4-4 0,0 0 0,0 1 0,2 2 0,2 3 0,1-4-8191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28.815"/>
    </inkml:context>
    <inkml:brush xml:id="br0">
      <inkml:brushProperty name="width" value="0.035" units="cm"/>
      <inkml:brushProperty name="height" value="0.035" units="cm"/>
      <inkml:brushProperty name="color" value="#F71A09"/>
    </inkml:brush>
  </inkml:definitions>
  <inkml:trace contextRef="#ctx0" brushRef="#br0">26 204 24575,'2'0'0,"1"-1"0,0 1 0,-1 0 0,1-1 0,-1 0 0,1 1 0,-1-1 0,1 0 0,-1 0 0,1 0 0,-1-1 0,0 1 0,0-1 0,0 1 0,0-1 0,0 0 0,0 1 0,2-4 0,2-3 0,0 0 0,0-1 0,6-13 0,7-12 0,-14 28 0,0 0 0,1 0 0,-1 0 0,1 1 0,0 0 0,0 0 0,1 0 0,10-5 0,-2 3 0,1 0 0,29-8 0,-15 4 0,-30 11 0,0 0 0,0 0 0,0 0 0,1 0 0,-1 0 0,0 0 0,0-1 0,0 1 0,0 0 0,0 0 0,0 0 0,0 0 0,1 0 0,-1 0 0,0 0 0,0 0 0,0 0 0,0 0 0,0 0 0,0 0 0,0 0 0,0 0 0,1-1 0,-1 1 0,0 0 0,0 0 0,0 0 0,0 0 0,0 0 0,0 0 0,0 0 0,0 0 0,0-1 0,0 1 0,0 0 0,0 0 0,0 0 0,0 0 0,0 0 0,0 0 0,0-1 0,0 1 0,0 0 0,0 0 0,0 0 0,0 0 0,0 0 0,0 0 0,0-1 0,0 1 0,0 0 0,0 0 0,-17 0 0,-9 2 0,0 1 0,1 1 0,-1 1 0,-34 13 0,53-16 0,1 1 0,0 0 0,-1 0 0,1 1 0,1 0 0,-1 0 0,0 0 0,1 0 0,0 1 0,0 0 0,1 0 0,-1 0 0,1 1 0,0 0 0,0-1 0,1 1 0,0 1 0,0-1 0,0 0 0,1 1 0,-3 13 0,1 10 0,1 1 0,2 0 0,4 53 0,-1-29 0,-2-49 0,0 1 0,0 1 0,1-1 0,0 1 0,0-1 0,0 1 0,4 7 0,-5-13 0,1 0 0,0-1 0,0 1 0,0 0 0,1 0 0,-1-1 0,0 1 0,1-1 0,-1 1 0,1-1 0,-1 0 0,1 0 0,-1 1 0,1-1 0,0 0 0,0 0 0,0-1 0,0 1 0,-1 0 0,1-1 0,0 1 0,0-1 0,0 1 0,0-1 0,0 0 0,0 0 0,4 0 0,10-2 0,1 0 0,-1-1 0,0-1 0,0 0 0,-1-1 0,1-1 0,-1 0 0,20-12 0,48-19 0,-73 34 0,17-6 0,34-8 0,-54 16 0,1 0 0,0 0 0,0 0 0,-1 1 0,1 0 0,0 1 0,0-1 0,-1 2 0,12 2 0,-15-2 0,0 0 0,0 0 0,0 0 0,0 1 0,0 0 0,-1 0 0,1 0 0,-1 0 0,0 0 0,0 1 0,0 0 0,0-1 0,-1 1 0,1 0 0,-1 0 0,0 1 0,0-1 0,-1 0 0,1 1 0,0 4 0,3 8 0,-1 1 0,-1 0 0,1 32 0,-3-39 0,-1 1 0,-1 0 0,1-1 0,-2 1 0,1-1 0,-5 14 0,4-21 0,1 1 0,-1-1 0,0 0 0,0 0 0,-1 0 0,1 0 0,-1 0 0,0-1 0,0 1 0,0-1 0,0 0 0,-1 1 0,1-2 0,-1 1 0,0 0 0,0-1 0,0 0 0,-6 3 0,3-2 7,-1-1-1,1 1 1,-1-2-1,0 1 1,1-1-1,-1 0 1,-14-1 0,-3-2-159,-28-5 1,18 2-964,6 1-5711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0.728"/>
    </inkml:context>
    <inkml:brush xml:id="br0">
      <inkml:brushProperty name="width" value="0.035" units="cm"/>
      <inkml:brushProperty name="height" value="0.035" units="cm"/>
      <inkml:brushProperty name="color" value="#F71A09"/>
    </inkml:brush>
  </inkml:definitions>
  <inkml:trace contextRef="#ctx0" brushRef="#br0">104 330 24575,'-1'-6'0,"0"0"0,0 1 0,-1-1 0,0 1 0,0-1 0,0 1 0,0 0 0,-1-1 0,-5-5 0,-5-14 0,7 9 0,0 1 0,1-1 0,0 0 0,1-1 0,1 1 0,1-1 0,0 1 0,1-1 0,2-22 0,0 36 0,-1 1 0,0-1 0,1 1 0,0-1 0,-1 1 0,1 0 0,0-1 0,0 1 0,0 0 0,1 0 0,-1 0 0,1 0 0,-1 0 0,1 0 0,-1 0 0,1 0 0,0 1 0,3-3 0,-1 2 0,-1 0 0,1 0 0,0 0 0,0 0 0,0 1 0,0 0 0,1 0 0,-1 0 0,0 0 0,6 1 0,-3-1 0,-1 1 0,1 0 0,0 1 0,0 0 0,-1 0 0,1 0 0,0 1 0,-1 0 0,0 0 0,1 1 0,-1 0 0,0 0 0,11 7 0,-11-3 0,1 0 0,-1 0 0,-1 1 0,1 0 0,-1 0 0,-1 0 0,1 0 0,-1 1 0,-1 0 0,0-1 0,0 1 0,0 1 0,-1-1 0,1 18 0,0 9 0,-2 0 0,-5 54 0,1-64 0,-2-1 0,0 1 0,-2-1 0,-1-1 0,-1 1 0,-16 31 0,20-45 0,-15 34 0,-1-1 0,-3 0 0,-41 57 0,53-85 0,-2 1 0,1 2 0,-21 38 0,33-55 0,0-1 0,0 0 0,1 1 0,-1-1 0,1 1 0,-1-1 0,1 1 0,0 0 0,-1-1 0,1 1 0,0-1 0,0 1 0,0-1 0,0 1 0,0 0 0,1-1 0,-1 1 0,0-1 0,1 1 0,0 1 0,0-1 0,0-1 0,0 0 0,0 0 0,0 0 0,1 0 0,-1 0 0,0 0 0,0 0 0,1-1 0,-1 1 0,0 0 0,1-1 0,-1 1 0,1-1 0,-1 1 0,1-1 0,1 0 0,8 1 0,1 0 0,-1-1 0,1-1 0,16-2 0,-17 2 0,200-13-1365,-185 14-5461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2.369"/>
    </inkml:context>
    <inkml:brush xml:id="br0">
      <inkml:brushProperty name="width" value="0.035" units="cm"/>
      <inkml:brushProperty name="height" value="0.035" units="cm"/>
      <inkml:brushProperty name="color" value="#F71A09"/>
    </inkml:brush>
  </inkml:definitions>
  <inkml:trace contextRef="#ctx0" brushRef="#br0">228 1 24575,'-9'6'0,"1"0"0,1 0 0,-1 1 0,1 0 0,1 1 0,-1 0 0,-9 16 0,12-20 0,-34 55 0,-45 92 0,76-135 0,1 1 0,0 0 0,2 0 0,0 1 0,1-1 0,1 1 0,0 0 0,1-1 0,1 1 0,4 31 0,-3-45 0,0 1 0,0-1 0,0 0 0,1-1 0,-1 1 0,1 0 0,0 0 0,0-1 0,0 1 0,0-1 0,5 6 0,3 1 0,0-1 0,13 11 0,-14-13 0,0 0 0,-1 0 0,0 1 0,9 11 0,1 8 0,0 1 0,-2 1 0,-1 0 0,-1 1 0,-1 1 0,-2 0 0,-1 1 0,-2 0 0,-1 0 0,-1 1 0,2 62 0,-8-86-105,0 0 0,0 1 0,-1-1 0,0 1 0,0-1 0,-1 0 0,0 0 0,-1 0 0,0 0 0,-1 0 0,0-1 0,-5 9 0,-5 1-6721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3.199"/>
    </inkml:context>
    <inkml:brush xml:id="br0">
      <inkml:brushProperty name="width" value="0.035" units="cm"/>
      <inkml:brushProperty name="height" value="0.035" units="cm"/>
      <inkml:brushProperty name="color" value="#F71A09"/>
    </inkml:brush>
  </inkml:definitions>
  <inkml:trace contextRef="#ctx0" brushRef="#br0">0 84 24575,'6'0'0,"2"-3"0,2-4 0,5-1 0,7 2 0,4 1 0,1-1 0,0 0 0,-1-5 0,0 0 0,0 2 0,2 2 0,-4 2-8191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4.971"/>
    </inkml:context>
    <inkml:brush xml:id="br0">
      <inkml:brushProperty name="width" value="0.035" units="cm"/>
      <inkml:brushProperty name="height" value="0.035" units="cm"/>
      <inkml:brushProperty name="color" value="#F71A09"/>
    </inkml:brush>
  </inkml:definitions>
  <inkml:trace contextRef="#ctx0" brushRef="#br0">122 346 24575,'2'0'0,"0"0"0,0 0 0,0 0 0,0-1 0,0 1 0,1-1 0,-1 0 0,-1 1 0,1-1 0,0 0 0,0 0 0,0 0 0,0-1 0,-1 1 0,1 0 0,2-3 0,-1 0 0,0 1 0,0-1 0,0 0 0,-1 0 0,1-1 0,3-8 0,-1-2 0,0-1 0,-1 0 0,2-19 0,-4 23 0,7-63 0,-8 68 0,-1-1 0,0 0 0,-1 1 0,0-1 0,0 1 0,0-1 0,-4-9 0,3 13 0,0 1 0,0 0 0,0-1 0,0 1 0,-1 0 0,1 0 0,-1 1 0,0-1 0,0 1 0,0-1 0,0 1 0,0 0 0,0 0 0,-1 0 0,1 1 0,-1-1 0,1 1 0,-5-2 0,3 2 0,-1-1 0,0 1 0,1 0 0,-1 0 0,0 1 0,1 0 0,-1 0 0,0 0 0,0 0 0,1 1 0,-8 2 0,9-2 0,1 1 0,-1 0 0,1 0 0,0 0 0,-1 0 0,1 1 0,0-1 0,0 1 0,1 0 0,-1 0 0,1 0 0,-1 0 0,1 0 0,0 1 0,0-1 0,0 1 0,1-1 0,-1 1 0,-1 7 0,-1 5 0,0-1 0,2 0 0,-2 25 0,3 117 0,2-103 0,0-46 0,0 0 0,0 0 0,0 0 0,1 0 0,1 0 0,-1-1 0,1 1 0,0-1 0,1 0 0,0 0 0,0 0 0,0 0 0,1 0 0,0-1 0,1 0 0,-1 0 0,1-1 0,0 1 0,0-1 0,1 0 0,0-1 0,8 5 0,4 1 0,1 0 0,1-1 0,0-2 0,0 0 0,0-1 0,44 7 0,-42-11-1365,-2-1-5461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6.748"/>
    </inkml:context>
    <inkml:brush xml:id="br0">
      <inkml:brushProperty name="width" value="0.035" units="cm"/>
      <inkml:brushProperty name="height" value="0.035" units="cm"/>
      <inkml:brushProperty name="color" value="#F71A09"/>
    </inkml:brush>
  </inkml:definitions>
  <inkml:trace contextRef="#ctx0" brushRef="#br0">226 13 24575,'-2'-1'0,"0"-1"0,0 1 0,0 0 0,0-1 0,-1 1 0,1 0 0,0 1 0,-1-1 0,1 0 0,-1 1 0,1-1 0,-1 1 0,1-1 0,-5 1 0,-36 4 0,36-3 0,0 0 0,0 1 0,0 0 0,1 0 0,-1 1 0,1 0 0,-1 0 0,1 1 0,0-1 0,0 1 0,1 1 0,-1-1 0,1 1 0,0 0 0,0 0 0,0 0 0,1 1 0,0 0 0,0 0 0,0 0 0,1 0 0,0 0 0,0 1 0,1-1 0,-1 1 0,1 0 0,1 0 0,-2 14 0,1-7 0,0 0 0,2 0 0,-1 0 0,2 0 0,0 1 0,4 18 0,-4-28 0,1 1 0,0-1 0,0 0 0,0 1 0,1-1 0,-1 0 0,1-1 0,0 1 0,1 0 0,-1-1 0,1 0 0,0 0 0,0 0 0,0 0 0,1 0 0,-1-1 0,1 0 0,7 4 0,-8-5 0,3 2 0,0-1 0,-1 0 0,2 0 0,13 4 0,-19-7 0,0 0 0,0 1 0,0-1 0,0 0 0,0 0 0,1-1 0,-1 1 0,0 0 0,0-1 0,-1 1 0,1-1 0,0 1 0,0-1 0,0 0 0,0 0 0,0 0 0,-1 0 0,1 0 0,0-1 0,-1 1 0,1 0 0,-1-1 0,2-1 0,3-5 0,0-1 0,-1 1 0,0-1 0,0 0 0,-1-1 0,0 1 0,-1-1 0,0 0 0,0 1 0,1-13 0,-1-7 0,0 0 0,-2-37 0,-5 258-1365,4-162-5461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7.767"/>
    </inkml:context>
    <inkml:brush xml:id="br0">
      <inkml:brushProperty name="width" value="0.035" units="cm"/>
      <inkml:brushProperty name="height" value="0.035" units="cm"/>
      <inkml:brushProperty name="color" value="#F71A09"/>
    </inkml:brush>
  </inkml:definitions>
  <inkml:trace contextRef="#ctx0" brushRef="#br0">0 1 24575,'13'484'0,"9"-280"0,-14-145 0,0 112 0,-6-98 0,0-43 0,12 52 0,0 11 0,-8-27-1365,-1-33-5461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8.691"/>
    </inkml:context>
    <inkml:brush xml:id="br0">
      <inkml:brushProperty name="width" value="0.035" units="cm"/>
      <inkml:brushProperty name="height" value="0.035" units="cm"/>
      <inkml:brushProperty name="color" value="#F71A09"/>
    </inkml:brush>
  </inkml:definitions>
  <inkml:trace contextRef="#ctx0" brushRef="#br0">0 70 24575,'0'-3'0,"6"-1"0,8 0 0,4 1 0,5 1 0,4 1 0,4 0 0,2 1 0,1 0 0,1 0 0,0 0 0,0 0 0,-3-2 0,-2-8 0,-5-4 0,-1 0 0,-5 2-8191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39.792"/>
    </inkml:context>
    <inkml:brush xml:id="br0">
      <inkml:brushProperty name="width" value="0.035" units="cm"/>
      <inkml:brushProperty name="height" value="0.035" units="cm"/>
      <inkml:brushProperty name="color" value="#F71A09"/>
    </inkml:brush>
  </inkml:definitions>
  <inkml:trace contextRef="#ctx0" brushRef="#br0">0 1 24575,'5'0'0,"-1"-1"0,1 1 0,-1 1 0,1-1 0,-1 0 0,0 1 0,1 0 0,-1 0 0,0 1 0,1-1 0,-1 1 0,0 0 0,0 0 0,0 0 0,-1 0 0,1 1 0,0 0 0,-1-1 0,0 1 0,1 1 0,-1-1 0,0 0 0,-1 1 0,5 6 0,-1 2 0,0 0 0,0 0 0,-1 1 0,-1-1 0,0 1 0,-1 0 0,0 0 0,-1 1 0,0 20 0,1-9 0,8 35 0,-8-48 0,0 1 0,-1 0 0,0 0 0,-1 0 0,0 24 0,-1-34 0,-1 0 0,1 0 0,0 0 0,-1 1 0,0-1 0,0 0 0,0 0 0,0 0 0,0 0 0,-1 0 0,1-1 0,-1 1 0,0 0 0,0-1 0,0 1 0,0-1 0,0 1 0,0-1 0,-1 0 0,1 0 0,-1 0 0,0 0 0,1-1 0,-1 1 0,0-1 0,0 1 0,0-1 0,-6 1 0,-47 5-1365,28-6-5461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41.472"/>
    </inkml:context>
    <inkml:brush xml:id="br0">
      <inkml:brushProperty name="width" value="0.035" units="cm"/>
      <inkml:brushProperty name="height" value="0.035" units="cm"/>
      <inkml:brushProperty name="color" value="#F71A09"/>
    </inkml:brush>
  </inkml:definitions>
  <inkml:trace contextRef="#ctx0" brushRef="#br0">0 43 24575,'1'0'0,"-1"0"0,0 0 0,0 0 0,0 0 0,0 1 0,0-1 0,0 0 0,0 0 0,1 0 0,-1 0 0,0 0 0,0 0 0,0 0 0,0 0 0,0 0 0,1 0 0,-1 0 0,0 0 0,0 0 0,0 0 0,0 0 0,0 0 0,0 0 0,1 0 0,-1 0 0,0 0 0,0-1 0,0 1 0,0 0 0,0 0 0,0 0 0,1 0 0,-1 0 0,0 0 0,0 0 0,0 0 0,0 0 0,0 0 0,0-1 0,0 1 0,0 0 0,0 0 0,0 0 0,0 0 0,0 0 0,1 0 0,-1-1 0,0 1 0,0 0 0,0 0 0,0 0 0,0 0 0,0 0 0,0-1 0,0 1 0,0 0 0,0 0 0,0 0 0,-1 0 0,1 0 0,0 0 0,0-1 0,0 1 0,0 0 0,6 11 0,9 44 0,-8-32 0,-1 1 0,5 39 0,8 57 0,-5-37 0,-13-76 0,0 1 0,1-1 0,-1 0 0,1-1 0,1 1 0,-1 0 0,6 9 0,-6-13 0,0 0 0,1 0 0,-1 0 0,1 0 0,-1-1 0,1 1 0,0-1 0,0 0 0,0 0 0,1 0 0,-1 0 0,0 0 0,1-1 0,-1 1 0,7 1 0,-3-1 0,97 24 0,-88-24 0,0 1 0,0-2 0,-1 0 0,28-2 0,-41 1 0,0-1 0,1 1 0,-1-1 0,0 1 0,0-1 0,0 0 0,1 0 0,-1 0 0,0 0 0,0 0 0,0 0 0,0-1 0,-1 1 0,1-1 0,0 1 0,0-1 0,-1 0 0,1 1 0,-1-1 0,0 0 0,1 0 0,-1 0 0,0 0 0,0 0 0,0 0 0,-1-1 0,1 1 0,0 0 0,0-4 0,0-6 0,0-1 0,0 1 0,-1 0 0,-3-19 0,2 18 0,-6-55 0,-3 0 0,-33-114 0,37 164 0,0-1 0,-12-22 0,18 40 0,-1 0 0,1 0 0,-1 0 0,1 0 0,-1 0 0,1 0 0,-1 0 0,0 0 0,1 0 0,-1 0 0,0 0 0,0 0 0,0 1 0,0-1 0,1 0 0,-1 1 0,0-1 0,0 1 0,0-1 0,-2 0 0,2 1 0,0 1 0,1-1 0,-1 0 0,0 1 0,1-1 0,-1 1 0,1-1 0,-1 1 0,1-1 0,-1 1 0,1-1 0,-1 1 0,1-1 0,0 1 0,-1 0 0,1-1 0,0 1 0,-1 0 0,1-1 0,0 1 0,0 0 0,0-1 0,-1 2 0,0 7 0,-1-1 0,1 1 0,1 0 0,0 11 0,3 10 0,1 1 0,16 56 0,29 58 0,-4-14 0,-28-79 0,40 84 0,-55-133-136,0 0-1,0 0 1,0 0-1,0 0 1,0 0-1,0 0 1,1-1-1,-1 1 0,5 3 1,8 3-6690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42.844"/>
    </inkml:context>
    <inkml:brush xml:id="br0">
      <inkml:brushProperty name="width" value="0.035" units="cm"/>
      <inkml:brushProperty name="height" value="0.035" units="cm"/>
      <inkml:brushProperty name="color" value="#F71A09"/>
    </inkml:brush>
  </inkml:definitions>
  <inkml:trace contextRef="#ctx0" brushRef="#br0">63 274 24575,'7'9'0,"0"0"0,-1 0 0,0 1 0,-1 0 0,0 0 0,0 1 0,3 12 0,10 19 0,16 22 0,-19-37 0,-1 0 0,-1 1 0,10 33 0,-15-35 0,-2 0 0,3 33 0,-7-48 0,-2 0 0,1 0 0,-2 0 0,1 0 0,-2 0 0,1 0 0,-1 0 0,-4 11 0,4-19 0,1 1 0,0-1 0,-1 0 0,0 0 0,0 0 0,0 0 0,0 0 0,0-1 0,0 1 0,-1 0 0,0-1 0,1 0 0,-1 0 0,0 0 0,0 0 0,0 0 0,0 0 0,0-1 0,0 0 0,-1 1 0,1-1 0,0 0 0,-1-1 0,1 1 0,-1-1 0,1 1 0,-1-1 0,1 0 0,-1 0 0,1 0 0,-1-1 0,1 0 0,-1 1 0,1-1 0,-1 0 0,1 0 0,0-1 0,0 1 0,0-1 0,0 0 0,0 0 0,0 0 0,-4-3 0,0-1 0,1 0 0,0 0 0,0 0 0,1-1 0,0 0 0,0 0 0,0 0 0,1 0 0,0-1 0,1 0 0,-5-13 0,-1-9 0,-8-59 0,9 43 0,4 23 0,1 12 0,1-1 0,0 1 0,0-1 0,1-12 0,1 21 0,1 0 0,-1 0 0,1 0 0,-1 0 0,1 0 0,0 0 0,0 0 0,0 0 0,0 0 0,1 0 0,-1 0 0,1 1 0,0-1 0,-1 1 0,1-1 0,1 1 0,-1 0 0,0-1 0,5-2 0,26-19 0,-1-1 0,-1-2 0,-1-1 0,-1-1 0,-2-2 0,-1 0 0,-1-2 0,26-48 0,3-27-1365,-35 69-5461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3:44.382"/>
    </inkml:context>
    <inkml:brush xml:id="br0">
      <inkml:brushProperty name="width" value="0.035" units="cm"/>
      <inkml:brushProperty name="height" value="0.035" units="cm"/>
      <inkml:brushProperty name="color" value="#F71A09"/>
    </inkml:brush>
  </inkml:definitions>
  <inkml:trace contextRef="#ctx0" brushRef="#br0">311 172 24575,'2'2'0,"0"0"0,0-1 0,0 0 0,1 1 0,-1-1 0,1 0 0,-1 0 0,1 0 0,-1 0 0,1-1 0,0 1 0,2 0 0,36 1 0,-27-2 0,-10 1 0,0-1 0,0 0 0,0-1 0,0 1 0,0 0 0,0-1 0,7-2 0,-10 2 0,0 1 0,0-1 0,0 0 0,0 1 0,0-1 0,0 0 0,0 1 0,0-1 0,0 0 0,0 0 0,-1 0 0,1 0 0,0 0 0,-1 0 0,1 0 0,-1 0 0,1 0 0,-1 0 0,1 0 0,-1 0 0,0 0 0,1-1 0,-1 1 0,0 0 0,0 0 0,0 0 0,0 0 0,0-1 0,0 1 0,0 0 0,-1-2 0,-1-2 0,1-1 0,-2 1 0,1-1 0,0 1 0,-1 0 0,0 0 0,0 0 0,-1 0 0,1 1 0,-1-1 0,0 1 0,0 0 0,0 0 0,-1 0 0,1 1 0,-11-6 0,-3-2 0,-1 1 0,-1 0 0,-23-7 0,32 13 0,0 0 0,-1 1 0,1 0 0,-1 1 0,1 1 0,-1-1 0,1 2 0,-1 0 0,-20 2 0,27-1 0,-1 0 0,0 1 0,0 0 0,1 0 0,-1 0 0,1 1 0,-1-1 0,1 1 0,0 1 0,0-1 0,1 1 0,-1-1 0,1 1 0,-1 1 0,1-1 0,0 1 0,1-1 0,-1 1 0,1 0 0,-5 10 0,-1 6 0,1 0 0,0 0 0,2 1 0,0 0 0,2 1 0,0-1 0,2 1 0,0-1 0,2 1 0,2 32 0,-1-52 0,-1 0 0,1-1 0,-1 1 0,1 0 0,0-1 0,0 1 0,1-1 0,-1 1 0,0-1 0,1 0 0,-1 1 0,1-1 0,0 0 0,0 0 0,0 0 0,0 0 0,0-1 0,0 1 0,0 0 0,1-1 0,-1 0 0,5 3 0,4 0 0,0 0 0,1-1 0,0 0 0,12 1 0,-1 0 0,209 33-1365,-204-32-5461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0T16:32:43.370"/>
    </inkml:context>
    <inkml:brush xml:id="br0">
      <inkml:brushProperty name="width" value="0.035" units="cm"/>
      <inkml:brushProperty name="height" value="0.035" units="cm"/>
      <inkml:brushProperty name="color" value="#F71A09"/>
    </inkml:brush>
  </inkml:definitions>
  <inkml:trace contextRef="#ctx0" brushRef="#br0">0 0 24575,'3'0'0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2:41.326"/>
    </inkml:context>
    <inkml:brush xml:id="br0">
      <inkml:brushProperty name="width" value="0.035" units="cm"/>
      <inkml:brushProperty name="height" value="0.035" units="cm"/>
      <inkml:brushProperty name="color" value="#F71A09"/>
    </inkml:brush>
  </inkml:definitions>
  <inkml:trace contextRef="#ctx0" brushRef="#br0">965 722 504,'0'0'80,"0"0"-1,1 1 1,-1-1-1,1 0 1,-1 0-1,1 0 0,-1 0 1,1 0-1,-1 1 1,0-1-1,1 0 1,-1 0-1,1 1 1,-1-1-1,0 0 1,1 1-1,-1-1 1,0 0-1,1 1 1,-1-1-1,0 1 1,0-1-1,0 0 1,1 1-1,-1-1 1,0 1-1,0-1 1,0 1-1,0-1 1,0 0-1,1 1 0,-1-1 1,0 1-1,0-1 1,0 1-1,0-1 1,-1 1-1,1-1 1,0 1-1,0-1 1,0 1-1,0-1 1,-1 1-1,1 4-158,0-4 369,2 9 1385,-1-10-1542,0 1 1,0-1 0,0 0 0,0 1-1,0-1 1,0 0 0,0 0-1,0 0 1,1 0 0,-1 0 0,0 0-1,0 0 1,0 0 0,0-1 0,0 1-1,0 0 1,0-1 0,0 1 0,0 0-1,2-2 1,6-1 4107,-18 3-1993,-10 0 5672,7 0-2761,35 0-655,-17-1-4504,-8-2 0,-11-2 0,13 5 0,-4-1 0,0-1 0,0 1 0,0-1 0,0 1 0,0-1 0,1 0 0,-1 0 0,0-1 0,1 1 0,0-1 0,0 0 0,0 0 0,0 0 0,0 0 0,-3-4 0,3 2 0,-12-10 0,12 13 0,0 0 0,1-1 0,-1 1 0,1-1 0,0 0 0,-3-4 0,-7-8 0,-2-3 0,10 3 0,0 0 0,1 0 0,0-1 0,2 1 0,-1 0 0,3-28 0,-1 26 0,-9-18 0,9 28 0,-2 1 0,1-1 0,-1 0 0,0 0 0,0 1 0,-5-11 0,-4-11 0,5 17 0,0-1 0,0 1 0,-1 1 0,-1-1 0,1 1 0,-2 0 0,-15-14 0,19 18 0,-13-11 0,-1-1 0,-1 2 0,-1 1 0,0 0 0,-34-17 0,1 4 0,27 13 0,0 1 0,-48-16 0,47 19 0,20 9 0,-1 0 0,1-1 0,-12-4 0,17 6 0,0-1 0,1 1 0,-1 1 0,0-1 0,0 0 0,1 1 0,-1-1 0,0 1 0,-5 0 0,-87-11 0,-33 6 0,101 10 0,1-5 0,18 1 0,7 4 0,1-4-161,0-1 1,0 1-1,0 0 1,0 0-1,0 0 0,0 0 1,1 0-1,-1-1 1,0 1-1,0 0 0,1 0 1,-1 0-1,1 0 1,-1-1-1,1 1 0,-1 0 1,1-1-1,-1 1 1,1 0-1,-1-1 0,1 1 1,0-1-1,0 2 1,0-2-244,0 0 0,0 1 0,0-1 0,0 0 0,0 1 0,0-1 0,0 0 0,0 0 0,0 0 0,0 0 0,0 0 0,0 0 1,0 0-1,0 0 0,0 0 0,0-1 0,0 1 0,0 0 0,0-1 0,0 1 0,0-1 0,0 1 0,0-1 0,0 1 0,-1-1 0,1 1 1,0-1-1,0 0 0,-1 1 0,1-1 0,0 0 0,-1 0 0,1 0 0,-1 0 0,1 1 0,-1-1 0,1 0 0,-1 0 0,0 0 0,1 0 0,-1 0 1,0 0-1,0-1 0,0-9-6111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2:51.410"/>
    </inkml:context>
    <inkml:brush xml:id="br0">
      <inkml:brushProperty name="width" value="0.035" units="cm"/>
      <inkml:brushProperty name="height" value="0.035" units="cm"/>
      <inkml:brushProperty name="color" value="#F71A09"/>
    </inkml:brush>
  </inkml:definitions>
  <inkml:trace contextRef="#ctx0" brushRef="#br0">68 18 3657,'-21'-4'11835,"4"-6"-3943,13 8-6956,-13 1 3830,17 0-4685,0 1 1,-1 0 0,1 0 0,0 0 0,-1 0-1,1 0 1,0 0 0,0 0 0,-1 0 0,1 0-1,0 0 1,0 0 0,-1 0 0,1 0 0,0 0-1,0 0 1,-1 1 0,1-1 0,0 0 0,0 0 0,-1 0-1,1 0 1,0 0 0,0 1 0,-1-1 0,1 0-1,0 0 1,0 0 0,0 0 0,0 1 0,-1-1-1,1 0 1,0 0 0,0 1 0,0-1 0,0 0 0,0 0-1,0 1 1,0-1 0,-1 0 0,1 0 0,0 1-1,0-1 1,0 1 0,5 6-82,0 1 0,0 0 0,-1 1 0,-1-1 0,4 10 0,6 17 0,-10-27 0,0 1 0,-1 0 0,0 0 0,-1 0 0,1 16 0,1 9 0,1 6 0,-2-1 0,-1 1 0,-3 0 0,-1 0 0,-15 70 0,5-1 0,10-77 0,2-1-525,2 0 0,6 53 0,2 31-1305,-6-46-2720,-2-62 3724,0-1 0,1 0 0,-1 1 0,1-1-1,0 0 1,0 0 0,1 0 0,5 8 0,2 2-1940,7 8-4329,-8-14 3308</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2:52.249"/>
    </inkml:context>
    <inkml:brush xml:id="br0">
      <inkml:brushProperty name="width" value="0.035" units="cm"/>
      <inkml:brushProperty name="height" value="0.035" units="cm"/>
      <inkml:brushProperty name="color" value="#F71A09"/>
    </inkml:brush>
  </inkml:definitions>
  <inkml:trace contextRef="#ctx0" brushRef="#br0">461 219 392,'-10'-1'2610,"3"-1"-2185,1 1 1,-1-1-1,0 1 0,0 0 0,0 1 1,0 0-1,0 0 0,-10 2 0,-3-1 641,19-1-973,0 0-1,0 0 1,1-1-1,-1 1 1,0 0-1,1 0 1,-1 0-1,0-1 1,1 1 0,-1 0-1,0-1 1,1 1-1,-1 0 1,1-1-1,-1 1 1,1-1-1,-1 1 1,1-1 0,-1 1-1,0-2 1,0 1-13,1 1 0,0-1 0,-1 0 0,0 1 1,1-1-1,-1 1 0,1-1 0,-1 1 0,0-1 0,1 1 1,-1 0-1,0-1 0,1 1 0,-1 0 0,0-1 0,0 1 1,1 0-1,-1 0 0,0 0 0,0 0 0,0-1 0,-57-4 2430,45 5-1655,1 0 0,-1-1 0,0 0 0,1-1 0,-14-4-1,22 5-265,-7-3 908,0 1 1,0-1 0,0-1-1,-10-6 1,16 9-1017,1-1-1,-1 1 1,0 1 0,0-1 0,-9-1 0,9 2-169,-1-1 1,1 1-1,-1-1 1,1 0-1,-10-5 1,1 4-50,14 4-254,-1-1 0,0 0 0,1 0 1,-1 0-1,0 0 0,1 0 1,-1 0-1,0 0 0,1 0 0,-1 0 1,0-1-1,1 1 0,-1 0 0,0 0 1,1 0-1,-1-1 0,1 1 0,-1 0 1,0-1-1,1 1 0,-1-1 1,1 1-1,-1 0 0,1-1 0,-1 1 1,1-1-1,0 1 0,-1-1 0,1 0 1,0 1-1,-1-1 0,1 1 1,0-1-1,0 0 0,-1 1 0,1-1 1,0 1-1,0-1 0,0 0 0,0 1 1,0-1-1,0 0 0,0 1 0,0-1 1,0-1-1,0 1-9,1 0 0,-1 0 0,0 1 0,1-1 0,-1 0 0,1 0 0,-1 0 0,1 0 0,0 1 0,-1-1 0,1 0 0,0 1 0,-1-1 0,1 0 0,0 1 0,0-1 0,-1 1 0,1-1 0,0 1 0,0-1 0,0 1 0,1-1 0,27-8 0,-22 7 0,77-20 0,1 3 0,0 4 0,95-4 0,-138 17 0,-1 2 0,66 7 0,-104-6 0,-1-1 0,1 0 0,0 1 0,-1 0 0,1 0 0,-1-1 0,1 1 0,-1 1 0,1-1 0,-1 0 0,0 1 0,1-1 0,-1 1 0,3 2 0,-4-2 0,0-1 0,0 1 0,0 0 0,0-1 0,0 1 0,0 0 0,0 0 0,0 0 0,-1-1 0,1 1 0,-1 0 0,0 0 0,1 0 0,-1 0 0,0 4 0,-1-1 0,0 1 0,0-1 0,0 0 0,-1 1 0,0-1 0,0 0 0,0 0 0,0 0 0,-1 0 0,0 0 0,0-1 0,0 1 0,-5 3 0,-99 107 0,86-96 0,1-1 0,-2-1 0,-41 24 0,-15 6-592,-42 22-1078,1-14-2621,37-25-4169,75-30 5215,11-6 382,13-11-2030,-14 14 3541,6-3-1921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2:52.805"/>
    </inkml:context>
    <inkml:brush xml:id="br0">
      <inkml:brushProperty name="width" value="0.035" units="cm"/>
      <inkml:brushProperty name="height" value="0.035" units="cm"/>
      <inkml:brushProperty name="color" value="#F71A09"/>
    </inkml:brush>
  </inkml:definitions>
  <inkml:trace contextRef="#ctx0" brushRef="#br0">0 62 2505,'79'-61'29595,"-79"67"-28928,8 42-667,-8-13 0,1-7 0,-1 0 0,-8 50 0,6-63 0,1 0 0,0 0 0,2 23 0,1-1 0,6 27-1774,-8-63 1429,0 0 1,0-1-1,0 1 0,0 0 0,0 0 0,0 0 0,0-1 0,0 1 0,-1 0 0,1 0 1,0 0-1,-1-1 0,1 1 0,0 0 0,-1-1 0,1 1 0,-1 1 0,4-11-7371,4-19-1209,-11 14 5622,2 2-210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2:53.316"/>
    </inkml:context>
    <inkml:brush xml:id="br0">
      <inkml:brushProperty name="width" value="0.035" units="cm"/>
      <inkml:brushProperty name="height" value="0.035" units="cm"/>
      <inkml:brushProperty name="color" value="#F71A09"/>
    </inkml:brush>
  </inkml:definitions>
  <inkml:trace contextRef="#ctx0" brushRef="#br0">107 0 1328,'0'0'6639,"-8"5"-3704,7-5-2597,-18 16 810,6-9-767,9-6-312,1 1 0,0 0 0,0-1 1,0 1-1,0 1 0,0-1 1,1 0-1,-4 4 0,-1-1 16,7-5-81,-1 0 1,1 0-1,-1 1 1,1-1-1,-1 0 1,1 1 0,-1-1-1,1 0 1,-1 1-1,1-1 1,-1 1-1,1-1 1,-1 1-1,1-1 1,0 1-1,-1-1 1,1 1-1,0-1 1,0 1-1,-1-1 1,1 1 0,0 0-1,0 0 1,-9 26 68,9-26-73,0 0 0,0-1 0,0 1 0,1 0 0,-1-1 0,0 1 0,0 0 0,1-1 0,-1 1 0,0 0 0,1-1 0,-1 1 0,0-1 0,1 1 0,-1-1 0,1 1 0,-1-1 0,1 1 0,-1-1 0,1 1 0,-1-1 0,1 0 0,0 1 0,-1-1 0,1 0 0,-1 1 0,1-1 0,0 0 0,0 0 0,3 1 12,0 0-1,-1-1 0,1 1 0,-1-1 0,1 0 0,5-1 0,-2 0 11,1 0 0,-1 0 0,0-1 0,0 0 0,0 0 0,9-5 0,-15 6 1,1 0-1,-1 0 1,1 0-1,-1 0 1,0 0 0,0 0-1,0 0 1,0-1-1,1 1 1,-2 0 0,1-1-1,0 1 1,0-1-1,0 1 1,-1-1 0,1 0-1,0-2 1,-1 3 11,0 0 1,0 0 0,0 0-1,0 0 1,0 0 0,0 1-1,-1-1 1,1 0-1,0 0 1,0 0 0,-1 0-1,1 0 1,-1 1 0,1-1-1,-1 0 1,1 0 0,-1 1-1,1-1 1,-1 0-1,0 1 1,1-1 0,-1 0-1,0 1 1,0-1 0,1 1-1,-1-1 1,0 1-1,0 0 1,0-1 0,0 1-1,1 0 1,-3-1 0,-12-4 322,-26-7-13,38 12-344,1-1 0,0 1 0,-1 0 0,1 0-1,0 0 1,-1 0 0,1 0 0,0 0 0,0 1-1,-1-1 1,1 1 0,0-1 0,0 1 0,-4 2-1,5-2-27,-15 15-550,16-16 498,-1 1 1,1-1-1,0 1 1,-1 0-1,1-1 1,0 1-1,0-1 1,-1 1-1,1 0 1,0-1 0,0 1-1,0-1 1,0 1-1,0 0 1,0-1-1,0 1 1,0 0-1,0-1 1,0 1-1,1-1 1,-1 1-1,0 0 1,0-1 0,0 1-1,1-1 1,-1 1-1,0-1 1,1 1-1,-1-1 1,0 1-1,1-1 1,-1 1-1,1-1 1,-1 1-1,1-1 1,-1 0 0,1 1-1,-1-1 1,1 0-1,-1 1 1,2-1-1,26 11-7895,-12-6 4563</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2:53.661"/>
    </inkml:context>
    <inkml:brush xml:id="br0">
      <inkml:brushProperty name="width" value="0.035" units="cm"/>
      <inkml:brushProperty name="height" value="0.035" units="cm"/>
      <inkml:brushProperty name="color" value="#F71A09"/>
    </inkml:brush>
  </inkml:definitions>
  <inkml:trace contextRef="#ctx0" brushRef="#br0">347 1 2657,'1'1'401,"-1"0"1,1-1 0,0 1 0,-1 0 0,1 0 0,0-1-1,-1 1 1,1-1 0,0 1 0,0 0 0,0-1 0,-1 1-1,1-1 1,0 0 0,0 1 0,0-1 0,0 0 0,1 1 0,0-1 506,-2 21 4255,-1-19-4927,1 0 0,-1 0 0,1 0 0,-1 0 0,0 0-1,0-1 1,0 1 0,0 0 0,0-1 0,0 1 0,0-1-1,-1 1 1,-1 1 0,-7 10 1014,7-5-660,2-6-510,0-1 0,1 0 0,-1 1-1,0-1 1,1 0 0,-1 0 0,0 1 0,0-1 0,0 0 0,0 0 0,0 0 0,0 0 0,0 0 0,0-1 0,-3 2 0,-18 15 515,0 0 0,-28 29 0,-20 16-433,10 1-182,16-24-436,26-24-127,-4 3-1636,10-13-3089,19-21-1958,-7 9 4244,-7-3-378</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2:53.958"/>
    </inkml:context>
    <inkml:brush xml:id="br0">
      <inkml:brushProperty name="width" value="0.035" units="cm"/>
      <inkml:brushProperty name="height" value="0.035" units="cm"/>
      <inkml:brushProperty name="color" value="#F71A09"/>
    </inkml:brush>
  </inkml:definitions>
  <inkml:trace contextRef="#ctx0" brushRef="#br0">1 34 448,'35'-16'5494,"20"6"-2328,-16 4-1810,-29 5-1078,0 1 0,0 0 1,0 0-1,0 1 0,0 0 1,16 4-1,-20-4-115,0 1 1,-1 0-1,1 0 1,-1 1-1,0 0 1,0 0-1,0 0 1,6 5-1,-3 0 144,-1 1-1,0 0 1,0 1 0,-1-1 0,0 1-1,7 18 1,2 2 41,-4-10-173,-8-12-151,1-1 1,0 1-1,0-1 0,1 0 1,0-1-1,11 13 1,-12-16-38,-2 0-49,1 0 1,0 0-1,0 0 1,0 0-1,1-1 1,-1 0-1,1 0 1,-1 0-1,1 0 1,0 0-1,-1-1 1,1 1-1,0-1 0,0 0 1,0 0-1,0-1 1,6 1-1,-1-1-737,1-1-1,-1 0 1,19-4-1,-23 3-92,0 1 0,0-1 0,0 0-1,0 0 1,0-1 0,-1 1 0,1-1 0,7-6 0,-9-1-2364</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2:54.718"/>
    </inkml:context>
    <inkml:brush xml:id="br0">
      <inkml:brushProperty name="width" value="0.035" units="cm"/>
      <inkml:brushProperty name="height" value="0.035" units="cm"/>
      <inkml:brushProperty name="color" value="#F71A09"/>
    </inkml:brush>
  </inkml:definitions>
  <inkml:trace contextRef="#ctx0" brushRef="#br0">10 653 1440,'-9'12'6719,"9"-11"-6597,0 0-1,1 0 1,-1 0 0,0 0-1,1 0 1,-1 0 0,1 0-1,-1-1 1,1 1-1,0 0 1,-1 0 0,1 0-1,0-1 1,-1 1 0,1 0-1,0-1 1,0 1-1,0 0 1,0-1 0,0 1-1,0-1 1,0 1 0,-1-1-1,1 0 1,0 0 0,0 1-1,1-1 1,-1 0-1,0 0 1,0 0 0,1 0-1,42 2 511,-34-2-179,3-1-168,0 0 0,-1-1 0,19-5 0,-4 0 65,-25 7-282,1-1 0,-1 0 0,0 0-1,0 0 1,0-1 0,0 1 0,0 0 0,0-1 0,0 1 0,0-1 0,-1 0 0,1 0 0,0 0 0,-1 0 0,0 0-1,1 0 1,-1 0 0,0 0 0,0 0 0,0 0 0,0-1 0,-1 1 0,1 0 0,-1-1 0,1 1 0,-1-1-1,0 1 1,0-1 0,0 1 0,0 0 0,0-1 0,0 1 0,-1-1 0,1 1 0,-1 0 0,0-1 0,0 1 0,0 0-1,-1-3 1,0 2 33,1 0-18,-1-1 0,1 1 1,-1-1-1,0 1 1,0 0-1,0 0 1,0 0-1,-1 0 0,1 0 1,-1 1-1,0-1 1,0 1-1,0 0 0,0 0 1,0 0-1,0 0 1,-6-2-1,2-1 137,6 4-204,1 1-1,0 0 1,-1-1-1,1 1 1,-1-1 0,1 1-1,0 0 1,-1 0-1,1-1 1,-1 1-1,1 0 1,-1 0 0,1-1-1,-1 1 1,1 0-1,-1 0 1,1 0 0,-1 0-1,0 0 1,1 0-1,-2 0 1,-3 0 10,0 1 1,-1 0-1,1 0 1,0 0-1,0 0 1,0 1-1,0 0 0,0 0 1,0 0-1,0 1 1,-5 4-1,-9 13-6,17-18-21,-1 0-1,1-1 0,0 1 1,0 0-1,0 0 0,0 0 1,0 1-1,0-1 0,0 0 1,1 1-1,-1-1 0,1 1 1,0-1-1,0 1 0,-1 3 1,0 2-7,1 0 1,-1 1-1,2-1 1,-1 13-1,2-18 13,-1 1-1,1-1 1,0 1-1,0-1 1,0 0-1,0 1 1,0-1-1,1 0 1,0 0-1,0 1 1,0-2-1,0 1 1,0 0-1,0 0 1,1-1-1,-1 1 1,5 3-1,1 0-4,1 1 0,0-2 0,0 1 0,0-1 1,11 4-1,-11-7 2,0 0 1,0-1-1,0 0 1,0 0 0,-1-1-1,1 0 1,0-1 0,0 0-1,0 0 1,11-3 0,17-2 20,-8 0-237,-1 0 0,0-2 1,0-1-1,-1-1 1,-1-2-1,34-19 1,-45 23-143,-1 0 1,0-1-1,18-17 1,-25 20 238,-1 0 0,1-1 0,-2 1 0,1-1 0,-1 0 1,0-1-1,0 1 0,4-11 0,-2 2 41,-1 1 0,-1-1 0,0 0 0,-1-1 1,-1 1-1,2-29 0,4-68-10,-1-2 245,-8 98 198,-2-1 1,0 1-1,-1 0 0,-6-17 0,1 2 2050,7 28-1560,0 0 1,0 0-1,1 0 0,-1 1 1,1-1-1,1-6 0,0 3 2604,-1 23-3333,0-2-116,1-1 0,0 0 1,4 20-1,7 64 47,-7-51 53,-2 87 1,-4-85-74,1-34-14,-2 0 1,-4 25 0,-2 3-57,5-20-475,-2 1 0,0-1 0,-17 42 0,-15 21-4304,4-8-4390,15-35 910,10-24 3984</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20.044"/>
    </inkml:context>
    <inkml:brush xml:id="br0">
      <inkml:brushProperty name="width" value="0.035" units="cm"/>
      <inkml:brushProperty name="height" value="0.035" units="cm"/>
      <inkml:brushProperty name="color" value="#F71A09"/>
    </inkml:brush>
  </inkml:definitions>
  <inkml:trace contextRef="#ctx0" brushRef="#br0">237 6 2705,'13'-5'23983,"-16"4"-22044,2 1-1361,-9 3 1334,9-1-769,12-1-636,-8-1-507,1 0 0,-1 0 0,0 1 0,1-1 0,-1 1 0,1 0 0,-1 0 0,3 2 0,11 1 0,64-3 0,135-7 0,-51 0 0,-159 6 0,-12 0 0,-12 0 0,2-1 0,1 2 0,-30 3 0,-26 8 0,66-10 0,2 0 0,-15 0 0,-86 3 0,-1 0 0,105-5 0,0 0 0,-1 0 0,1 0 0,-1 0 0,1 0 0,-1 0 0,1-1 0,-1 1 0,1 0 0,-1 0 0,1 0 0,-1 1 0,1-1 0,-1 0 0,1 0 0,-1 0 0,1 0 0,-1 0 0,1 1 0,0-1 0,-1 0 0,1 0 0,-1 1 0,1-1 0,-1 0 0,0 1 0,1-1 0,0 1 0,-1-1 0,1 0 0,0 1 0,-1-1 0,1 0 0,-1 1 0,1-1 0,-1 0 0,1 0 0,0 0 0,-1 0 0,1 1 0,-1-1 0,1 0 0,-1 0 0,1 0 0,-1 0 0,1 0 0,-1 0 0,1 0 0,-1 0 0,1 0 0,-1-1 0,1 1 0,-2 0 0,-3-1 0,-1 0 0,-17 7 0,-21 2 0,18 1 0,0 1 0,19-8 0,3 3 0,7-5 0,-29 10 0,17-9 0,2 0 0,7 3 0,0-3 0,0-1 0,0 0 0,1 1 0,-1-1 0,0 0 0,0 1 0,1-1 0,-1 0 0,0 1 0,1-1 0,-1 0 0,0 0 0,1 1 0,-1-1 0,1 0 0,-1 0 0,1 0 0,-1 1 0,0-1 0,1 0 0,-1 0 0,1 0 0,-1 0 0,1 0 0,-1 0 0,1 0 0,-1 0 0,0 0 0,1 0 0,-1 0 0,1 0 0,-1 0 0,0-1 0,1 1 0,-1 0 0,0 0 0,0 0 0,0 0 0,0 0 0,0 0 0,1 0 0,-1 0 0,0 0 0,0 0 0,0 0 0,0 0 0,0 1 0,1-1 0,-1 0 0,0 0 0,0 0 0,0 0 0,0 0 0,0 0 0,0 0 0,0 0 0,1 0 0,-1 0 0,0 0 0,0 1 0,0-1 0,0 0 0,0 0 0,0 0 0,0 0 0,0 0 0,0 0 0,0 1 0,0-1 0,0 0 0,1 0 0,-1 0 0,0 0 0,0 0 0,0 0 0,0 1 0,0-1 0,0 0 0,0 0 0,0 0 0,0 0 0,-1 0 0,1 1 0,0-1 0,0 0 0,0 0 0,0 0 0,0 0 0,0 0 0,0 0 0,0 1 0,0-1 0,0 0 0,0 0 0,-2 4 0,-2-3 0,10-1 0,1-1 0,-6-1 0,-1 5 0,2 2 0,3-3 0,-2 1 0,3-1 0,-4 3 0,-2-4 0,0 0 0,0 0 0,0 0 0,0 0 0,0 0 0,0 1 0,0-1 0,0 0 0,-1 0 0,1 0 0,0 0 0,-1 0 0,1 0 0,0 0 0,-1 0 0,0 0 0,1 0 0,-1 0 0,1 0 0,-1 0 0,0 0 0,0 0 0,0-1 0,1 1 0,-2 1 0,1-2 0,1 0 0,-1 0 0,1 1 0,-1-1 0,1 0 0,0 1 0,-1-1 0,1 0 0,0 1 0,-1-1 0,1 1 0,0-1 0,0 0 0,-1 1 0,1-1 0,0 1 0,0-1 0,0 1 0,0-1 0,-1 1 0,1-1 0,0 1 0,0-1 0,0 1 0,0 0 0,0 0 0,0 0 0,0 0 0,-1 0 0,1 1 0,0-1 0,-1 0 0,1 0 0,-1 0 0,1 0 0,-1 0 0,0 0 0,1 0 0,-3 2 0,2-2 0,0 0 0,0 0 0,1 0 0,-1 0 0,0 1 0,0-1 0,1 0 0,-1 1 0,1-1 0,-1 1 0,1-1 0,-1 0 0,1 1 0,0 2 0,0-3 0,-1 1 0,1-1 0,0 1 0,-1-1 0,1 1 0,-1 0 0,0-1 0,1 0 0,-1 1 0,0-1 0,-1 3 0,1-3 0,0 0 0,0 1 0,0-1 0,0 1 0,0-1 0,0 1 0,1 0 0,-1-1 0,1 1 0,-1 0 0,0 2 0,1-1 0,0-1 0,-1 1 0,1 0 0,-1-1 0,0 1 0,1-1 0,-1 0 0,-1 1 0,0 2 0,1-3 0,-1 0 0,1 1 0,0-1 0,0 1 0,0 0 0,1-1 0,-1 1 0,1-1 0,-1 4 0,1 4 0,1-9 0,-1 1 0,0 0 0,0-1 0,1 1 0,-1 0 0,-1-1 0,1 1 0,0 0 0,0-1 0,-1 1 0,1 0 0,0-1 0,-1 1 0,0-1 0,1 1 0,-1 0 0,0-1 0,0 0 0,-1 3 0,0 0 0,2 2 0,0-3 0,1-4 0,-1 1 0,0-1 0,0 0 0,0 1 0,0-1 0,1 0 0,-1 0 0,0 1 0,1-1 0,-1 1 0,0-1 0,1 0 0,-1 1 0,1-1 0,-1 1 0,1-1 0,-1 1 0,1-1 0,0 1 0,-1-1 0,1 1 0,-1 0 0,1-1 0,0 1 0,-1 0 0,1 0 0,0-1 0,0 1 0,-1 0 0,2 0 0,10-7 0,-1 1 0,1 1 0,0 0 0,0 1 0,16-4 0,68-9 0,-25 5 0,2 2 0,-16 4 0,-48 5 0,1 0 0,0 1 0,-1 0 0,1 1 0,0 0 0,-1 0 0,1 1 0,15 5 0,-22-5 0,0-1 0,0 1 0,0 0 0,-1-1 0,1 1 0,-1 1 0,0-1 0,0 0 0,1 0 0,-1 1 0,-1 0 0,1-1 0,0 1 0,2 4 0,-4-5 0,0 1 0,1-1 0,-1 0 0,1 0 0,-1 0 0,1 1 0,0-1 0,0 0 0,2 3 0,-1-3 0,-1 0 0,0 0 0,0 0 0,0 0 0,-1 0 0,1 0 0,0 0 0,-1 1 0,1 3 0,-1 0 0,0 0 0,-1 0 0,0 0 0,0 0 0,0 0 0,-1-1 0,0 1 0,0 0 0,0-1 0,-1 1 0,0-1 0,0 0 0,0 0 0,-1 0 0,1 0 0,-1-1 0,0 1 0,-1-1 0,1 0 0,-1 0 0,0-1 0,-5 4 0,-51 36 0,25-25 0,0-2 0,-1-2 0,-1-1 0,-58 13 0,53-16 0,32-7 0,0-1 0,0 1 0,-1-2 0,-14 1 0,4-2-621,0-1 0,-24-4 1,36 3 167,0 0 0,0-1 0,1 0 0,-1-1 0,1 0 0,-17-10 0,25 14 81,1-1 1,-1 0-1,0 0 0,0 1 0,1-1 1,-1 0-1,0 0 0,1 0 1,-1 0-1,1 0 0,-1 0 1,1 1-1,-1-1 0,1 0 1,0-1-1,-1 1 0,1 0 1,0 0-1,0 0 0,0 0 1,0 0-1,0 0 0,0 0 1,0 0-1,0 0 0,0 0 0,1 0 1,0-2-1,-1 0-789,1 0 0,1 0 1,-1 1-1,0-1 0,1 1 0,-1-1 0,1 1 0,0-1 0,3-3 0,4 0-3249</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20.487"/>
    </inkml:context>
    <inkml:brush xml:id="br0">
      <inkml:brushProperty name="width" value="0.035" units="cm"/>
      <inkml:brushProperty name="height" value="0.035" units="cm"/>
      <inkml:brushProperty name="color" value="#F71A09"/>
    </inkml:brush>
  </inkml:definitions>
  <inkml:trace contextRef="#ctx0" brushRef="#br0">312 12 1568,'17'-11'21216,"-19"11"-20883,-1 1 0,1 0 1,0 0-1,0 0 1,0 0-1,-1 0 0,1 0 1,0 0-1,0 1 1,1-1-1,-4 3 0,-25 25 4730,18-18-4143,-32 28-920,-26 25 0,45-42 0,18-17 0,1 1 0,-1 0 0,1 0 0,0 0 0,-5 8 0,-8 9 0,14-19 0,1 0 0,1 0 0,-1 1 0,1-1 0,-4 7 0,5-8-407,-1 1 0,-1 0 0,1-1 0,0 1 0,-1-1 0,1 0 1,-7 3-1,18-26-15674,0 8 10325,-6 7 4244,5-6-2411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20.804"/>
    </inkml:context>
    <inkml:brush xml:id="br0">
      <inkml:brushProperty name="width" value="0.035" units="cm"/>
      <inkml:brushProperty name="height" value="0.035" units="cm"/>
      <inkml:brushProperty name="color" value="#F71A09"/>
    </inkml:brush>
  </inkml:definitions>
  <inkml:trace contextRef="#ctx0" brushRef="#br0">0 44 1264,'7'-4'1140,"1"-1"0,-1 2-1,0-1 1,1 1 0,0 0-1,15-3 1,1-1 1031,-19 5-1620,-1 1-1,0-1 0,1 1 0,-1 0 0,1 0 0,8 1 1,-2-1 557,36 2 4448,-46-1-5344,0 0 0,0 0 0,1 0 0,-1 1 0,0-1 0,0 0 0,0 0 1,0 1-1,0-1 0,0 0 0,0 1 0,0-1 0,0 1 0,0-1 0,0 1 0,0 0 0,0-1 0,0 1 0,-1 0 0,1 0 1,0 0-1,0-1 0,-1 1 0,1 0 0,-1 0 0,1 0 0,-1 0 0,1 0 0,-1 0 0,1 0 0,-1 2 0,2 2 240,1 0 0,-1-1-1,1 1 1,0-1-1,0 0 1,7 8-1,5 3-377,1-1 1,0-1-1,1 0 0,1-1 0,22 12 1,-2-5-58,-25-11-188,1-1 0,25 9 1,-39-16 136,1 0 0,-1 1 0,1-1 0,-1 0 0,1 0 0,-1 0 0,0 1-1,1-1 1,-1 0 0,1 0 0,-1 1 0,0-1 0,1 0 0,-1 1 0,0-1 0,0 0 0,1 1 0,-1-1 0,0 1 0,0-1 0,1 0 0,-1 1 0,0-1 0,0 1 0,0 0 0,1 7-3296,-1-5 1516,-5-3-3461,5 0 4793,-1 0-1,0-1 0,1 1 0,-1 0 0,1-1 0,-1 1 0,0 0 0,1-1 0,-1 1 0,1-1 0,-1 1 0,1-1 0,-1 0 0,1 1 1,-1-1-1,1 1 0,0-1 0,-1 0 0,-3-5-3885,-3 0 301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21.295"/>
    </inkml:context>
    <inkml:brush xml:id="br0">
      <inkml:brushProperty name="width" value="0.035" units="cm"/>
      <inkml:brushProperty name="height" value="0.035" units="cm"/>
      <inkml:brushProperty name="color" value="#F71A09"/>
    </inkml:brush>
  </inkml:definitions>
  <inkml:trace contextRef="#ctx0" brushRef="#br0">200 54 720,'2'-2'682,"0"0"-1,0-1 0,-1 1 1,1-1-1,-1 1 1,1-1-1,-1 0 0,0 1 1,1-5-1,0-18 16490,-21 41-12594,-23 18-1836,25-21-2468,13-11-230,1 1 0,0-1-1,0 0 1,0 1 0,0 0 0,1-1 0,-1 1 0,1 0-1,-1 1 1,-2 4 0,4-6-43,-1 1 0,1 0 0,0 0 0,0 0 0,0 0 0,0 0 0,1 0 0,-1 0 0,1 0 0,0 0 0,0 1 0,0-1 0,0 0 0,0 0 0,1 0 0,-1 0 0,1 0 0,0 0 0,0 0 0,0 0 0,0 0 0,1 0 0,-1 0 0,1-1 0,0 1 0,2 2 0,2 1 0,1-1 0,0 0 0,0 0 0,1-1 0,-1 0 0,1 0 0,0-1 0,0 0 0,0 0 0,1-1 0,12 2 0,187 28 0,-179-30 0,-13-1 0,-1 1 0,22 4 0,-25-3 0,-8-2 0,-1-1 0,1 1 0,0 0 0,0 0 0,-1 1 0,1-1 0,0 1 0,-1-1 0,1 1 0,-1 1 0,0-1 0,0 0 0,0 1 0,5 5 0,-7-7 0,0-1 0,-1 1 0,1 0 0,-1 0 0,1 0 0,-1-1 0,0 1 0,1 0 0,-1 0 0,0 0 0,0 0 0,1 0 0,-1 0 0,0 0 0,0 0 0,0-1 0,0 1 0,0 0 0,0 0 0,-1 0 0,1 0 0,0 1 0,-1 0 0,0 0 0,0 0 0,0 0 0,-1 0 0,1 0 0,0 0 0,-1-1 0,1 1 0,-3 2 0,-7 4 0,0 0 0,-20 11 0,15-9 0,-10 3 0,0-1 0,0-1 0,-1-1 0,-1-1 0,-30 5 0,13-3 0,10-4-944,0-2 0,0-1 0,-70-3 0,82-1 507,21 1 61,-1-1 0,1 0 0,0 0 0,-1-1-1,1 1 1,-1 0 0,1-1 0,0 1 0,0-1 0,-1 0 0,1 0 0,-3-1 0,4 0-143,0 1 1,0 0 0,0-1 0,0 1 0,0 0 0,0-1 0,0 1 0,1-1 0,-1 1 0,1-1 0,-1 0 0,1 1-1,0-1 1,0 0 0,-1 1 0,1-1 0,0 0 0,0 1 0,1-3 0,0-11-3986,6-1-142</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21.566"/>
    </inkml:context>
    <inkml:brush xml:id="br0">
      <inkml:brushProperty name="width" value="0.035" units="cm"/>
      <inkml:brushProperty name="height" value="0.035" units="cm"/>
      <inkml:brushProperty name="color" value="#F71A09"/>
    </inkml:brush>
  </inkml:definitions>
  <inkml:trace contextRef="#ctx0" brushRef="#br0">1 141 216,'4'-2'1240,"0"0"0,0 1 0,0-1 0,0 1 0,6-2 0,20-7 2388,-23 7-2959,0 0 1,-1 0-1,1 1 1,0 0 0,10-1-1,11-3 1042,119-31 2850,-69 21-3844,18-6-734,-89 19-395,10-1-1929,-16 5 1944,0-1 0,0-1 0,0 1 1,0 0-1,0 0 0,0 0 0,0 0 0,0-1 0,0 1 0,0 0 0,0-1 0,0 1 0,2-2 1,-3 2 266,0 0 1,0 0-1,0-1 1,0 1-1,0 0 1,0 0-1,0 0 1,0-1 0,0 1-1,1 0 1,-1 0-1,0 0 1,0-1-1,0 1 1,0 0-1,0 0 1,0 0 0,-1-1-1,1 1 1,0 0-1,0 0 1,0 0-1,0-1 1,0 1-1,0 0 1,0 0 0,0 0-1,0 0 1,0-1-1,-1 1 1,1 0-1,0 0 1,0 0-1,0 0 1,0-1 0,-1 1-1,1 0 1,0 0-1,0 0 1,0 0-1,0 0 1,-1 0 0,1 0-1,0 0 1,0 0-1,0 0 1,-1 0-1,1 0 1,0 0-1,0 0 1,0 0 0,-1 0-1,1 0 1,0 0-1,-1 0 1,-7-5-3945</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29.016"/>
    </inkml:context>
    <inkml:brush xml:id="br0">
      <inkml:brushProperty name="width" value="0.035" units="cm"/>
      <inkml:brushProperty name="height" value="0.035" units="cm"/>
      <inkml:brushProperty name="color" value="#F71A09"/>
    </inkml:brush>
  </inkml:definitions>
  <inkml:trace contextRef="#ctx0" brushRef="#br0">521 282 936,'0'-7'5219,"0"-6"-2775,0 12-2160,-27-22 2317,18 17-2044,-16-8 790,18 12-1001,-1-1 1,1 0-1,0 0 0,0-1 1,0 0-1,0 0 0,0-1 1,-6-6-1,8 7-116,1 0 0,-1 0 1,0 1-1,0-1 0,-8-4 0,-18-13 1410,10 7-124,17 12-1161,1 0-1,0 0 1,0 0-1,0-1 1,0 1-1,-2-4 1,1 3-16,1 0 0,0 0 1,-1 0-1,0 1 0,0-1 0,0 1 1,-7-3-1,6 3 7,0-1 1,0 1-1,0-1 1,-6-6-1,10 9-287,-1-1 1,1 0-1,0 0 0,0 0 0,0 0 1,-1 1-1,1-1 0,0 1 1,-1-1-1,1 1 0,-4-1 1,4 1-21,0-1 0,0 1 0,-1 0 0,1-1 0,0 1 0,0-1 0,-1 1 0,1-1 0,0 0 0,0 1 0,-2-3 0,-1 0 84,-1 0 0,0 0 0,0 0-1,1 1 1,-2-1 0,1 1 0,0 1-1,-11-3 1,2-1 90,-2 2-138,0 0 0,-31-1 0,23 4-76,22 0-7,3 1-151,-1 1 141,0-1 1,1 0-1,-1 0 1,1 0-1,-1 0 1,1 0-1,0 0 1,-1 0-1,1 0 1,0-1-1,0 1 1,1 1-1,-1-1-45,5 3 293,15 9-2480,11 2-6194,-19-14 4548,-13-1 3544,1 0 0,-1 0 0,1 0 0,-1 0 0,1 0 0,-1 0 1,1 0-1,-1 0 0,1 0 0,-1-1 0,1 1 0,-1 0 0,1 0 0,-1 0 0,1-1 0,-1 1 0,1 0 1,-1-1-1,0 1 0,1 0 0,-1-1 0,0 1 0,1-1 0,-1 1 0,0-1 0,1 1 0,-1-1 0,0 1 1,0-1-1,0 1 0,1-1 0,-1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30.303"/>
    </inkml:context>
    <inkml:brush xml:id="br0">
      <inkml:brushProperty name="width" value="0.035" units="cm"/>
      <inkml:brushProperty name="height" value="0.035" units="cm"/>
      <inkml:brushProperty name="color" value="#F71A09"/>
    </inkml:brush>
  </inkml:definitions>
  <inkml:trace contextRef="#ctx0" brushRef="#br0">97 272 48,'10'-6'7218,"1"10"4319,-10-4-11329,-1 1 1,1-1 0,0 1 0,-1 0-1,1 0 1,-1-1 0,1 1-1,-1 0 1,1 0 0,-1 0 0,0 0-1,1 0 1,-1-1 0,0 1-1,0 0 1,1 0 0,-1 0 0,0 0-1,0 0 1,0 0 0,0 0-1,0 0 1,0 0 0,-1 0-1,1 0 1,0 0 0,0-1 0,-1 1-1,1 0 1,-1 0 0,1 0-1,-1 0 1,0 1 0,-3 5 266,2-5-337,1 0 0,-1 1 0,1-1 1,0 1-1,0 0 0,0-1 0,0 1 0,0 0 0,0 3 0,1-3-50,0 0 0,-1-1 0,0 1 0,0 0 0,1 0 0,-2 0 0,1-1 0,-2 4 0,2-4-57,0 1 0,0-1 0,0 1 0,0-1 0,0 1 0,0 0 0,1-1 0,-1 4 0,-8 34 227,1 18-50,8 18-94,8-43-64,-8-16 522,0-29 691,0 9-1239,-1-1 1,1 0 0,-1 0-1,0 0 1,0 1 0,-1-1 0,1 0-1,-1 1 1,-2-4 0,2 4-17,0-1 1,1 1-1,-1-1 1,1 0-1,0 1 1,0-1-1,0 0 1,0 0-1,0-4 1,1 3-5,-1 1 0,1-1 0,-1 0 0,-1 0 0,1 1 0,-2-6 0,1 6-1,0-1 0,1 1 0,0-1-1,0 0 1,0 0 0,0-5 0,0 5-2,1 0 0,-1 0 1,0 0-1,0 1 0,-4-10 1,3 9-1,1 1 0,-1-1 1,1 1-1,0-1 0,-1-9 1,2 11-2,0-1 0,-1 1 1,1-1-1,-1 1 0,0-1 0,0 1 1,-3-6-1,2 6-4,1 0 0,0-1 0,0 1 0,0 0-1,0-1 1,0 1 0,0-7 0,1 1 8,0-1-1,1 1 1,0-1 0,0 1-1,1-1 1,0 1 0,7-17-1,8-2 1,-15 26-2,0-1-1,0 0 1,0 0 0,0 1 0,-1-1 0,1-1 0,-1 1-1,0 0 1,0 0 0,0 0 0,1-7 0,-2 8-3,1 1 0,-1-1 0,1 0 0,-1 1 0,1-1 0,0 0 0,-1 1 0,1-1 0,0 1 0,0-1 0,0 1 0,0-1 0,1 1-1,0-1 1,-1 0 9,1 1 0,-1 0 0,0-1 0,0 1-1,0-1 1,0 1 0,0-1 0,0 1-1,-1-1 1,1 0 0,0 1 0,-1-1 0,1 0-1,-1-1 1,0 1-9,0 0 0,1 1 0,-1-1-1,0 1 1,1-1 0,-1 1 0,0-1 0,1 1 0,0 0-1,-1-1 1,1 1 0,0 0 0,0-1 0,0 1 0,0 0-1,0 0 1,0 0 0,0 0 0,0 0 0,0 0 0,1 0-1,-1 0 1,0 0 0,3-1 0,2-1-25,1 1 0,-1 0 0,1 0 0,8-1 0,0-1 22,89-23-29,-93 24 33,0 0 1,-1 1-1,1 1 0,16-1 0,6-4-1,-31 6-22,-3 4-21,1-1 35,0 0 0,-1 1 0,2-1 1,-1 0-1,0 1 0,1-1 0,0 4 1,0-4 11,1 0 1,-1 0-1,0 0 1,0 0-1,-1 0 1,1 0-1,-1 0 0,1 0 1,-1 0-1,0 0 1,0 1-1,-1-1 1,1 0-1,-1 0 1,1 0-1,-1 0 1,0 0-1,0 0 1,-2 4-1,3-6-9,-1 1-1,1 0 1,-1 0 0,1-1-1,0 1 1,0 0 0,0 0-1,0-1 1,0 1 0,0 0-1,0-1 1,1 3 0,0-2-1,-1 0 1,0 0-1,1 0 1,-1 0 0,0 0-1,0 0 1,0 1 0,-1-1-1,1 0 1,0 0-1,-1 0 1,-1 3 0,-3 4 25,0 0 0,-1-1 1,-11 13-1,13-18-10,0 0 0,0-1 1,0 1-1,0-1 0,0 0 0,-1 0 1,-6 2-1,-19 9 37,-13 2-29,0-2 95,8-3-65,2 0-167,31-10 161,18 1-238,-3 6 180,-1-2-1,1 0 1,1 0-1,23 4 1,6 3 49,7 4-4,84 38-1,-100-39-51,-22-11 10,0 1-1,15 9 0,5 3-40,-25-15-75,-1 1 1,1 0-1,-1 1 1,0-1-1,8 8 1,-12-9-126,0-1 0,0 1-1,0-1 1,0 1 0,0-1 0,0 0 0,1 0-1,-1 0 1,5 1 0,-5-1-419,1-1 1,0 1-1,-1-1 0,1 0 0,0 0 1,-1 0-1,1 0 0,3-2 0,-1 1-705,0-1 0,-1 1-1,1-1 1,-1 0 0,1-1 0,-1 1-1,0-1 1,0 0 0,0 0-1,3-4 1,2 1-2468</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31.269"/>
    </inkml:context>
    <inkml:brush xml:id="br0">
      <inkml:brushProperty name="width" value="0.035" units="cm"/>
      <inkml:brushProperty name="height" value="0.035" units="cm"/>
      <inkml:brushProperty name="color" value="#F71A09"/>
    </inkml:brush>
  </inkml:definitions>
  <inkml:trace contextRef="#ctx0" brushRef="#br0">591 739 1048,'0'0'2575,"-1"-11"3213,-31 0-1535,30 11-3809,-16-10 2309,15 9-2516,3 1-219,-1 0 1,1 0 0,0 0 0,0 0-1,0 0 1,-1 0 0,1 0 0,0 0-1,0-1 1,0 1 0,0 0 0,-1 0-1,1 0 1,0 0 0,0 0 0,0 0-1,0 0 1,-1-1 0,1 1 0,0 0-1,0 0 1,0 0 0,0 0 0,0-1-1,0 1 1,0 0 0,0 0 0,0 0 0,-1 0-1,1-1 1,0 1 0,0 0 0,0 0-1,0 0 1,0-1 0,0 1 0,0 0-1,0 0 1,-9-12 1514,8 11-1399,-1 0-1,1-1 0,0 1 1,-1 0-1,1-1 0,0 1 0,0-1 1,0 0-1,0 1 0,0-1 1,0 0-1,0 0 0,1 0 1,-2-2-1,2 3-11,0 0 0,0-1 0,-1 1 1,1-1-1,-1 1 0,1-1 0,-1 1 0,0 0 1,1-1-1,-1 1 0,0 0 0,-2-2 0,3 2-21,-1 0-1,0 0 0,0-1 0,0 1 0,1 0 1,-1 0-1,0-1 0,1 1 0,-1 0 1,1-1-1,0 1 0,-1-2 0,0-2 148,0 0 0,-1 0 0,1 1 0,-1-1 0,0 1-1,0-1 1,-1 1 0,1 0 0,-4-4 0,2 2-72,-6-12 512,-14-31-1,15 28-357,2 0 0,7 17-233,-1 0 0,0 0 0,-1 0-1,1 0 1,-1 1 0,-3-8 0,-82-117 1762,38 74-1527,33 33-183,-25-26 0,-1 0-28,23 26-97,-2 0-1,-27-21 1,44 39-16,-17-10 11,18 11-18,0 1 1,0-1-1,0 0 0,1 0 1,-1 0-1,1 0 1,-5-4-1,-6-3-38,13 8 34,0 1 0,0 0 1,0 0-1,-1 0 1,1-1-1,0 1 1,0 0-1,-1 0 1,1 0-1,0 0 1,0 0-1,-1-1 1,1 1-1,0 0 1,0 0-1,-1 0 1,1 0-1,0 0 1,-1 0-1,1 0 1,0 0-1,0 0 1,-1 0-1,1 0 1,0 0-1,0 0 1,-1 0-1,1 1 1,0-1-1,-1 0 0,1 0 1,0 0-1,0 0 1,-1 0-1,1 1 1,0-1-1,0 0 1,0 0-1,-1 0 1,1 1-1,0-1 1,0 0-1,0 0 1,0 1-1,0-1 1,-1 0-1,1 0 1,0 1-1,0-1 1,0 0-1,0 0 1,0 1-1,0-1 1,0 0-1,0 1 1,1 1-18,0 0 0,0 0 1,0 0-1,0 0 1,1 0-1,-1 0 1,1-1-1,-1 1 1,1-1-1,0 1 0,-1-1 1,1 1-1,0-1 1,4 2-1,13 13-1460,-17-14 769,1 1 0,0-1 1,0 1-1,0-1 0,0 0 0,0 0 0,0 0 1,1 0-1,-1-1 0,0 1 0,1-1 1,6 1-1,-7-1-168,0 0 0,0-1-1,1 1 1,-1-1 0,0 0 0,0 0 0,0 0 0,1-1 0,-1 1-1,0-1 1,0 1 0,0-1 0,0 0 0,0 0 0,4-3 0,-6 0-2842</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32.342"/>
    </inkml:context>
    <inkml:brush xml:id="br0">
      <inkml:brushProperty name="width" value="0.035" units="cm"/>
      <inkml:brushProperty name="height" value="0.035" units="cm"/>
      <inkml:brushProperty name="color" value="#F71A09"/>
    </inkml:brush>
  </inkml:definitions>
  <inkml:trace contextRef="#ctx0" brushRef="#br0">418 55 1080,'-11'-4'1661,"0"-1"0,0-1 0,-12-8 0,19 12-1118,4 1-444,0 1 0,-1 0 0,1-1 0,0 1 0,-1 0-1,1-1 1,0 1 0,0 0 0,-1-1 0,1 1 0,0-1 0,0 1 0,0 0 0,0-1 0,0 1-1,-1-1 1,1 1 0,0-1 0,0 1 0,0 0 0,0-1 0,0 1 0,0-1 0,0 1-1,1-1 1,-1 1 0,0 0 0,0-1 0,0 1 0,0-1 0,1 0 0,-1 1-60,0 0 0,0 0 1,0 0-1,0-1 1,1 1-1,-1 0 0,0 0 1,0-1-1,0 1 1,0 0-1,0 0 0,0-1 1,0 1-1,0 0 1,0 0-1,0-1 0,0 1 1,0 0-1,0 0 0,0-1 1,0 1-1,0 0 1,0 0-1,0-1 0,0 1 1,0 0-1,-1 0 1,1 0-1,0-1 0,0 1 1,0 0-1,0 0 1,0 0-1,-1-1 0,1 1 1,0 0-1,0 0 0,0 0 1,-1 0-1,1-1 1,0 1-1,0 0 0,0 0 1,-1 0-1,1 0 1,0 0-1,0 0 0,-1 0 1,1 0-1,0 0 1,0 0-1,-1 0 0,1 0 1,0 0-1,0 0 0,-1 0 1,1 0-1,-2 0 427,-25 5 1222,12-3-1613,1-1 0,0 2 0,0 0 0,-25 8 0,-4 2 98,27-9-111,0 0 0,1 1 0,0 1 0,0 0 0,1 2 0,-1-1 0,-15 13 0,15-10-16,13-9-41,0 0 1,1 0-1,-1 0 1,1 1 0,-1-1-1,1 0 1,0 1-1,-1-1 1,1 1-1,0-1 1,0 1-1,0-1 1,0 1-1,0 0 1,0-1 0,1 1-1,-2 3 1,0-1 4,1 1 1,0 0 0,0 0 0,0-1-1,0 1 1,1 0 0,-1 0-1,1 0 1,1 0 0,-1 0 0,1 0-1,0 0 1,0 0 0,0-1-1,0 1 1,1 0 0,0-1 0,0 1-1,0-1 1,1 1 0,0-1-1,-1 0 1,1 0 0,1 0 0,4 4-1,0 1 2,0-1 0,1 0-1,15 11 1,0-4 3,1-1-1,51 22 1,-46-25 19,41 10 0,-62-19-18,0-1 0,0 1 1,0-1-1,0-1 1,0 0-1,0 0 1,0 0-1,0-1 1,13-4-1,-20 5-9,0-1-1,0 1 1,0-1 0,0 0 0,0 0-1,0 1 1,0-2 0,0 1-1,0 0 1,-1 0 0,1 0-1,0-1 1,-1 1 0,1-1-1,-1 0 1,3-2 0,-3 0 1,0 1 0,0-1 0,-1 1 0,1-1 0,-1 1 0,1-1 0,-1 0 0,-1-4 0,1 6-3,0 1-4,0-1 0,0 1 0,-1 0 0,1 0 1,-1 0-1,1 0 0,-1 0 0,1-1 0,-1 1 0,1 0 0,-1 0 0,0 0 1,0 0-1,-1-1 0,1 2-1,1-1 0,-1 0 0,0 0 0,1 0 0,-1 0-1,0 0 1,1 1 0,-1-1 0,1 0 0,-1 0 0,1 0 0,0 0 0,-1-1 0,1 0 0,-1 1-1,0 0 1,1-1 0,-1 1-1,0 0 1,0 0-1,-1 0 1,1 0 0,0 0-1,0 0 1,0 0-1,-1 0 1,1 1-1,0-1 1,-1 0 0,-1 0-1,-20-9 9,17 9-6,1 0 0,-1 0-1,1 1 1,-1 0 0,0 0 0,-8 1-1,-8 0-13,-20 10-47,41-11 53,2 1-32,1 0 32,0 0-1,0 0 1,0 0-1,0 0 0,0-1 1,0 1-1,0-1 0,0 1 1,0-1-1,3 0 0,31 3 0,-22-2 18,-1 0 0,1 2-1,21 5 1,2 1 16,-35-9-27,0 1-1,0-1 1,0 0 0,0 1 0,0-1-1,0 1 1,0 0 0,0-1 0,0 1 0,0 0-1,0 0 1,-1 0 0,1 0 0,0 1-1,2 1 1,5 3-19,8 1 3,-12-5 15,0 0 1,0-1 0,0 1-1,0-1 1,0 0 0,8 0-1,-10 0 5,0 0 0,0-1 0,0 1 0,0 0 0,0 0 0,0 0 0,4 3 0,-1-3 6,-3 0-9,0 0-1,0 1 1,0-1 0,0 1 0,-1-1 0,1 1 0,0 0 0,-1 0-1,1 0 1,3 5 0,3 14 30,-6-6-19,-1-12-14,-1 1 0,0-1 0,0 1 0,0 0 0,0-1 0,-1 1 1,0-1-1,1 1 0,-1 0 0,-1 4 0,1-1 4,1-5 4,-1 1 1,0-1-1,1 1 1,0-1-1,-1 1 0,1-1 1,0 1-1,2 2 0,-1-2 0,-1 0-1,0 0 0,0 0 0,0 0 0,0 0 1,0 0-1,0 1 0,0 5 0,-1-7-1,1 0-1,-1 0 1,1 0-1,0 1 1,0-1-1,0 0 1,0 0-1,0 0 1,0 0-1,1 0 1,-1 0 0,3 2-1,-3-3-19,0 0 0,0 0 0,0 1 0,0-1 0,0 1 0,0-1 1,0 1-1,0-1 0,-1 1 0,2 2 0,8 1-1287,-6-6 579,-1 0 0,1 0-1,0-1 1,-1 1 0,1-1 0,-1 0 0,0 0 0,0 0 0,1 0 0,-1-1-1,-1 1 1,1-1 0,3-3 0,-5 4 177,8-8-2860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33.213"/>
    </inkml:context>
    <inkml:brush xml:id="br0">
      <inkml:brushProperty name="width" value="0.035" units="cm"/>
      <inkml:brushProperty name="height" value="0.035" units="cm"/>
      <inkml:brushProperty name="color" value="#F71A09"/>
    </inkml:brush>
  </inkml:definitions>
  <inkml:trace contextRef="#ctx0" brushRef="#br0">461 506 328,'0'0'3497,"10"-5"-1182,-7 5-2043,0-1 1,-1 0-1,1 1 0,0 0 1,0 0-1,0 0 0,0 0 1,5 1-1,3-1 3292,-28 0-710,-8-21-275,21 14-1905,0 1-1,0-1 1,1 1 0,-6-15 0,6 11 35,-1 0 1,-10-16 0,3 6-4,7 13-403,0 0 0,-1 1 1,1-1-1,-11-11 0,-176-171 3011,146 145-2872,-6-4-160,6 15-151,45 32-142,0 1 0,-1-1 0,1 1 1,-1-1-1,1 1 0,-1 0 0,1-1 0,-1 1 0,1-1 0,-1 1 1,1 0-1,-1 0 0,0-1 0,1 1 0,-1 0 0,0 0 0,1 0 1,-1 0-1,1 0 0,-1 0 0,0 0 0,1 0 0,-1 0 0,0 0 1,1 0-1,-1 0 0,1 0 0,-1 0 0,0 1 0,1-1 0,-1 0 1,1 0-1,-1 1 0,0-1 0,1 0 0,-1 1 0,1-1 0,-1 1 1,1-1-1,0 0 0,-1 1 0,1-1 0,-1 1 0,1 0 0,0-1 1,-1 1-1,1-1 0,0 1 0,-1 0 0,0 1-321,-1-1-1,1 1 1,-1-1-1,1 1 1,-1 0-1,1 0 0,0 0 1,-2 3-1,-6 10-2590,9-15 2803,0 0 0,0 0-1,-1 1 1,1-1 0,0 0 0,0 0-1,0 1 1,0-1 0,0 0-1,0 0 1,0 1 0,-1-1 0,1 0-1,0 0 1,0 1 0,0-1-1,0 0 1,0 0 0,0 1 0,0-1-1,0 0 1,0 1 0,1-1-1,-1 0 1,0 0 0,0 1 0,0-1-1,0 0 1,0 0 0,0 1-1,0-1 1,1 0 0,-1 0-1,0 0 1,0 1 0,1-1 0,11 7-3631,16-2-4347</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34.225"/>
    </inkml:context>
    <inkml:brush xml:id="br0">
      <inkml:brushProperty name="width" value="0.035" units="cm"/>
      <inkml:brushProperty name="height" value="0.035" units="cm"/>
      <inkml:brushProperty name="color" value="#F71A09"/>
    </inkml:brush>
  </inkml:definitions>
  <inkml:trace contextRef="#ctx0" brushRef="#br0">45 104 2184,'-12'-11'3581,"11"9"-3142,0 1-1,-1-1 1,1 1-1,0 0 0,0 0 1,-1 0-1,1 0 1,-1 0-1,1 0 1,-1 0-1,0 0 1,-2-1-1,2 1 617,2 1-935,0 0 1,0 0-1,0 0 1,0 1-1,0-1 1,0 0-1,0 0 1,0 0-1,0 1 1,0-1-1,0 0 1,0 0-1,0 0 1,0 0-1,-1 1 0,1-1 1,0 0-1,0 0 1,0 0-1,0 0 1,0 0-1,-1 0 1,1 1-1,0-1 1,0 0-1,0 0 1,0 0-1,-1 0 1,1 0-1,0 0 1,0 0-1,0 0 0,0 0 1,-1 0-1,1 0 1,0 0-1,0 0 1,0 0-1,-1 0 1,1 0-1,0 0 1,0 0-1,0 0 1,-1 0-1,1 0 1,0 0-1,0 0 1,0 0-1,0 0 1,-1 0-1,1-1 0,0 1 1,0 0-1,0 0 1,0 0-1,0 0 1,-1 0-1,1 0 1,0-1-1,0 21 2072,-1-11-1700,1-1 0,0 1 0,1 0 0,-1 0 0,2 0 0,3 15 0,-2 9-38,29 71-22,-30-91-408,-2-11-19,1 0-1,-1-1 0,0 1 0,0 0 1,1-1-1,-1 1 0,1 0 0,-1-1 1,1 1-1,0-1 0,0 1 0,1 2 1,13 21 38,-14-22-30,0 0-1,0-1 0,1 1 1,0 0-1,-1 0 0,1-1 1,0 1-1,4 3 0,-1-3 128,-1-1 749,-2-12 1071,-2-15-1174,1 8-645,-2-1 0,1 1 0,-2 0 0,-4-19 0,3 22-101,0-1-1,1 0 1,0-27 0,2 36-32,0-1 0,0 0 0,-1 1 0,0-1 1,0 0-1,-3-9 0,2 7-6,1 0-1,0-1 1,0 1 0,1 0 0,2-19-1,0-5 26,-3 32-35,1 0 0,0 0 0,0 0 0,0 0 0,0 1 0,0-1 0,0 0 0,0 0 0,0 0 0,0 0 0,1 0 0,-1 1 0,0-1 0,0 0-1,1 0 1,-1 0 0,1 1 0,-1-1 0,1-1 0,13 9-209,-5-2 238,69 39-10,-36-17-78,-38-26 62,0 1 0,-1 0-1,1 0 1,0 0 0,0 0 0,-1 1-1,0-1 1,1 1 0,-1 0 0,0 0 0,0 0-1,4 7 1,-4-7 6,-2-1-8,0-1 1,0 1-1,0-1 0,0 1 0,0-1 1,0 1-1,-1-1 0,1 1 1,0 0-1,-1-1 0,0 1 0,1 0 1,-1 0-1,0 0 0,0-1 0,0 1 1,0 0-1,0 2 0,0 2 18,0-5-6,0 1 0,1-1 0,-1 0 0,1 0 1,-1 0-1,1 0 0,-1 0 0,1 1 0,0-1 0,0 0 0,-1 0 0,1-1 1,0 1-1,1 1 0,5 8 73,12 16-133,32-8 0,-49-17 52,0 0-1,1 0 1,-1 0 0,1 0-1,-1 0 1,1-1-1,5 1 1,-5 0 2,-1-1 1,1 1-1,0-1 0,0 1 1,-1 0-1,1 0 0,0 0 1,2 2-1,24 13-24,-22-13 26,-1 0-1,1 1 0,-1 0 0,0 0 1,0 0-1,0 1 0,6 6 0,-11-10 2,-1 0 1,1 1-1,-1-1 0,0 0 0,1 0 0,-1 0 1,0 0-1,0 1 0,0-1 0,0 0 1,0 0-1,0 0 0,0 1 0,0-1 0,-1 0 1,1 0-1,0 0 0,-1 0 0,1 1 0,-1-1 1,1 0-1,-1 0 0,1 0 0,-1 0 0,0 0 1,1 0-1,-1 0 0,0 0 0,0-1 1,0 1-1,0 0 0,0 0 0,0-1 0,0 1 1,0-1-1,0 1 0,-2 0 0,-30 14 74,16-12-68,1-1 0,-1 0 0,1-2-1,-1 1 1,0-2 0,-31-5 0,18 4-2,25 2-5,1 0-1,0 0 1,0 0 0,0-1 0,-7-1 0,9 2-8,0-1 1,0 1 0,0 0 0,0 0 0,0 0 0,0 0 0,0 0 0,0 1 0,-1-1 0,-2 2 0,-12 0-373,15-1 104,-1-1-1,1 1 1,0 0-1,0 0 1,0 0-1,0 0 0,0 0 1,0 0-1,0 0 1,-2 2-1,3-2-81,0 0 0,0-1 0,1 1 0,-1-1 1,0 1-1,1 0 0,-1 0 0,0-1 0,1 1 0,-1 0 0,1 0 0,0 0 0,-1 0 0,1-1 0,0 1 0,-1 2 0,26-8-15731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36.105"/>
    </inkml:context>
    <inkml:brush xml:id="br0">
      <inkml:brushProperty name="width" value="0.035" units="cm"/>
      <inkml:brushProperty name="height" value="0.035" units="cm"/>
      <inkml:brushProperty name="color" value="#F71A09"/>
    </inkml:brush>
  </inkml:definitions>
  <inkml:trace contextRef="#ctx0" brushRef="#br0">226 288 656,'-13'-9'2315,"7"7"-1627,1-1-1,0-1 0,0 1 0,0-1 0,1 0 0,-6-5 1,0 2 568,9 7-1091,0-1 0,0 1 0,0-1 0,0 1 0,1-1 0,-1 1 0,0-1 0,0 0 0,0 1 0,1-1 0,-1 0 0,0 0 0,1 1 0,-1-1 0,0 0 0,1 0 0,-1 0 0,0-1 0,1 1-28,0 1-1,0 0 0,0 0 1,0 0-1,0-1 1,0 1-1,0 0 0,0 0 1,0-1-1,-1 1 0,1 0 1,0 0-1,0 0 1,0-1-1,0 1 0,0 0 1,-1 0-1,1 0 1,0 0-1,0-1 0,0 1 1,-1 0-1,1 0 0,0 0 1,0 0-1,0 0 1,-1 0-1,1 0 0,0 0 1,0-1-1,-1 1 1,1 0-1,0 0 0,0 0 1,-1 0-1,1 0 0,0 0 1,0 1-1,-1-1 1,1 0-1,0 0 0,0 0 1,-1 0-1,1 0 1,0 0-1,0 0 0,0 0 1,-1 0-1,1 1 0,0-1 1,0 0-1,-15 8 6822,13-7-8580,0 0 1746,0 0 0,-1 1-1,1-1 1,0 1-1,0-1 1,0 1 0,0 0-1,0-1 1,0 1 0,-1 2-1,-18 15 872,15-14-889,-1-1 0,1 1 0,0 1 1,1-1-1,-1 1 0,1 0 0,0 0 0,0 0 0,-4 10 0,1-1-74,7-13-30,0-1-1,0 1 1,0 0 0,0 0 0,1-1 0,-1 1 0,0 0 0,1 0 0,-1 0-1,1 0 1,0 0 0,0 0 0,-1-1 0,1 1 0,0 0 0,1 0-1,-1 0 1,0 0 0,1 2 0,1 3-3,0 0 0,0-1 0,0 0 0,1 1 1,0-1-1,0 0 0,1 0 0,0-1 0,0 1 0,0-1 0,1 0 0,-1 0 0,1 0 1,7 5-1,-1-3 10,-6-4-3,0 0 1,0 0-1,0 0 1,0-1-1,10 4 1,24 5 49,-31-7-41,1-1 0,0-1-1,1 0 1,-1 0-1,0-1 1,1 0 0,-1 0-1,1-1 1,8-1-1,6-3-6,-1 0-1,0-2 0,0-1 1,27-12-1,-37 13-4,-1 0 0,0-1 1,-1-1-1,0 1 0,0-2 0,-1 0 0,0 0 1,16-19-1,-22 24-3,-1 0 1,0 0-1,0 0 1,0 0-1,-1-1 1,1 1-1,-1-1 1,0 0-1,-1 1 1,2-6-1,5-12 29,-7 19-27,0 1-1,0 0 1,0-1-1,0 1 1,0-1-1,-1 1 1,1-1-1,-1 0 1,0 1 0,1-1-1,-1 1 1,-1-1-1,1-3 1,-5-22-3,2 10 14,-1 1-1,-9-29 1,-4-19-18,13 57 9,1-1 0,0 1 0,1-1 1,0 0-1,-2-13 0,1 1 9,2 17-26,-1 0 0,2 0 0,-1-1 0,0 1 0,1-7 0,19 38-75,-14-13 73,1-1 1,-2 1 0,5 23-1,-2-7 10,5 39 5,-5-35 1,-2-11 2,15 46 0,-11-37-1,-8-27 3,6 7 6,-6-11-5,1-1 0,-1 1 0,0 0 0,1-1-1,-1 1 1,0-1 0,1 0 0,-1 1 0,0-1-1,1 0 1,-1 0 0,1 0 0,-1 0-1,1 0 1,-1 0 0,0 0 0,1 0 0,-1-1-1,1 1 1,-1 0 0,0-1 0,1 1 0,-1-1-1,0 0 1,1 1 0,0-2 0,2 0 8,-1 1 0,0-1 0,0 0 0,0 0 0,0 0 0,0 0 0,-1-1 0,1 1 0,-1-1 0,4-3 0,-5 4-13,0 1 1,0-1-1,0 1 1,1-1-1,-1 1 0,0 0 1,1 0-1,0 0 0,-1 0 1,4-2-1,-4 2 1,1 0 0,0 0 0,0 0 0,-1 0 0,1 0-1,-1 0 1,1-1 0,-1 1 0,1-1 0,-1 1 0,0-1 0,0 1 0,2-4-1,13-24 26,-13 26-23,-1 0 0,0-1 0,0 1 0,0-1 0,0 0 0,0 0 0,-1 0 0,0 0 0,0 0 0,1-5 0,-2 7-7,1 1 0,-1 0 1,0-1-1,1 1 0,-1 0 0,1 0 0,-1 0 1,1-1-1,-1 1 0,1 0 0,0 0 0,0 0 0,-1 0 1,3-2-1,5-10-48,-8 13 46,0-1 1,1 1 0,-1 0-1,1 0 1,-1 0 0,1-1-1,-1 1 1,0 0 0,1 0 0,-1 0-1,1 0 1,-1 0 0,1 0-1,-1 0 1,1 0 0,-1 0-1,1 0 1,-1 0 0,1 0-1,-1 0 1,1 0 0,-1 0-1,1 0 1,-1 0 0,1 1-1,-1-1 1,1 0 0,13 6-65,-10-3 67,-1 1 0,1-1 0,1 0-1,-1 0 1,9 5 0,13 10-23,-15-9 16,0-1 0,1-1 0,0 0 1,0 0-1,1-1 0,-1-1 0,1 0 1,25 6-1,-15-5 2,18 1 14,-14-4-6,-23-2 5,1-1-1,-1 0 1,1 0-1,-1-1 1,0 1-1,1-1 1,-1 0-1,5-2 1,9-1 0,-9 3 4,0-1-1,0-1 0,0 0 1,13-5-1,-18 6-1,-1 0-1,1 0 1,0 0 0,-1-1-1,1 1 1,-1-1 0,0 0 0,0 0-1,0 0 1,0 0 0,-1 0-1,4-5 1,-6 6-6,1 0 0,0-1 0,-1 1-1,1 0 1,-1-1 0,0 1 0,0 0 0,0-1 0,0 1-1,0-1 1,-1 1 0,1 0 0,-1-1 0,1 1 0,-1 0-1,0-1 1,0 1 0,0 0 0,0 0 0,0 0 0,0 0-1,-1 0 1,-2-3 0,-8-17 17,10 17 6,-1 0 0,1 1-1,-1-1 1,0 1 0,-1 0 0,1 0 0,-1 0 0,0 0 0,-6-4 0,-15-17 370,22 22-319,-1 1 1,1-1-1,0 1 0,-1-1 0,0 1 1,1 0-1,-1 0 0,0 1 1,0-1-1,0 1 0,0 0 1,0 0-1,0 0 0,0 1 1,-1-1-1,1 1 0,-6 0 1,3 2-95,1 0 0,-1 0 1,1 0-1,0 1 1,0 0-1,0 0 0,0 0 1,1 1-1,0 0 1,-6 5-1,3-1 11,2 0 0,-1 0 0,1 1 0,0 0 0,1 0 0,0 0 0,1 0 0,0 1 0,-4 13 1,-1 1 8,8-21 0,1-1-1,-1 1 0,1 0 1,0-1-1,0 1 0,0 0 0,0-1 1,1 1-1,-1 0 0,1-1 1,-1 1-1,1 0 0,0-1 0,0 1 1,0-1-1,1 0 0,-1 1 1,0-1-1,1 0 0,0 0 0,-1 0 1,1 0-1,0 0 0,4 3 0,2 2 74,-8-7-75,0 0 1,0 1-1,0-1 0,1 0 1,-1 0-1,0 1 1,0-1-1,1 0 0,-1 0 1,0 0-1,0 1 0,1-1 1,-1 0-1,0 0 1,1 0-1,-1 0 0,0 0 1,1 0-1,-1 0 0,0 0 1,1 0-1,-1 1 0,0-1 1,0 0-1,1-1 1,-1 1-1,0 0 0,1 0 1,-1 0-1,0 0 0,1 0 1,-1 0-1,0 0 1,1 0-1,-1-1 0,0 1 1,0 0-1,1 0 0,-1 0 1,0-1-1,0 1 0,1 0 1,-1-1-1,8 0 15,-8 1-14,0 0 0,1 0 0,-1 0 0,1 0 1,-1 0-1,1 0 0,-1-1 0,1 1 0,-1 0 1,0 0-1,1 0 0,-1 0 0,1-1 0,-1 1 0,0 0 1,1 0-1,-1-1 0,1 1 0,-1 0 0,0 0 0,1-1 1,-1 1-1,0-1 0,4-2 6,-1 1 0,0-1-1,1 1 1,0-1 0,-1 1 0,1 0 0,7-2-1,13-7 64,9-10 30,-31 20-107,-1 0 1,1 0-1,0 0 1,-1 0-1,1 0 1,0 0-1,0 1 0,0-1 1,0 1-1,0-1 1,0 1-1,0 0 1,0 0-1,0 0 1,0 0-1,0 0 0,0 0 1,-1 1-1,1-1 1,0 1-1,0-1 1,0 1-1,0 0 1,0-1-1,-1 1 0,1 0 1,0 0-1,-1 0 1,1 1-1,0-1 1,-1 0-1,0 1 1,1-1-1,1 3 1,11 9-6,-12-11 14,0-1 1,0 1 0,0 0-1,0 0 1,-1 0 0,1 0-1,0 0 1,-1 0 0,0 0-1,2 4 1,-1-3 3,0 0 1,0 0 0,1 0-1,-1 0 1,1 0 0,-1 0-1,4 2 1,13 17-69,-17-19-361,4 14-16,-9-11-1708,-8-4-3705,17-4 4715,-1 1 0,1-1 0,-1 0 0,1 0 0,-1-1 0,0 0 0,7-4 0,6-3-1025,7-1 148,-16 7 1071,0 0 1,0 0-1,-1-1 0,1 0 1,7-6-1,-5 0-475</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36.623"/>
    </inkml:context>
    <inkml:brush xml:id="br0">
      <inkml:brushProperty name="width" value="0.035" units="cm"/>
      <inkml:brushProperty name="height" value="0.035" units="cm"/>
      <inkml:brushProperty name="color" value="#F71A09"/>
    </inkml:brush>
  </inkml:definitions>
  <inkml:trace contextRef="#ctx0" brushRef="#br0">10 44 784,'0'-27'6746,"0"26"-6009,0-8 2948,-8 18-450,7-10-3067,1 1-1,0 0 0,0-1 0,0 1 1,0 0-1,0 0 0,0-1 1,0 1-1,0 0 0,0-1 1,0 1-1,0 0 0,0-1 1,0 1-1,0 0 0,0-1 1,0 1-1,0 0 0,1 0 1,-1-1-1,0 1 0,0 0 0,0 0 1,0-1-1,0 1 0,1 0 1,-1 0-1,0-1 0,0 1 1,1 0-1,-1 0 0,0 0 1,0 0-1,1-1 0,-1 1 1,0 0-1,0 0 0,1 0 0,-1 0 1,0 0-1,1 0 0,-1 0 1,0 0-1,1 0 0,-1 0 1,0 0-1,1 0 0,0 0 415,33 33 2776,-8 31-1410,-15-9-1168,-6-45-689,-3-6-76,-1 0 1,1 0 0,-1 0 0,1 0-1,-1 0 1,0 1 0,0 4-1,0-4-9,0-1-1,0 1 0,0-1 1,1 0-1,-1 1 0,1-1 1,0 0-1,0 0 0,1 0 1,-1-1-1,5 6 0,-7-9 28,0 1-1,1-1 0,-1 1 0,1 0 1,-1-1-1,1 1 0,-1-1 0,1 1 1,-1-1-1,1 0 0,-1 1 0,1-1 1,0 1-1,-1-1 0,1 0 0,0 0 1,-1 1-1,1-1 0,0 0 1,-1 0-1,1 0 0,0 0 0,-1 0 1,1 0-1,0 0 0,0 0 0,-1 0 1,1 0-1,0 0 0,-1 0 0,1 0 1,0-1-1,-1 1 0,1 0 0,0 0 1,0-1-1,3-2 66,-1 0 0,0 0 0,0 0-1,0 0 1,3-6 0,12-11 1,-13 15-90,0 0 0,-1-1 0,1 1 0,-1-1 0,-1 0 0,6-11 1,7-10-9,10-31 24,-23 53-22,-1-1 0,1 1 0,-1-1 0,3-9 0,5-13-6,-9 25 0,0 2-5,-1-1 0,1 1 1,0-1-1,0 1 0,0 0 1,0-1-1,0 1 0,0 0 1,0 0-1,0-1 0,0 1 1,1 0-1,1-1 1,-2 1-23,1 1 22,-1 0 0,1 0-1,-1 0 1,1 0 0,-1 0-1,1 1 1,-1-1 0,1 0-1,-1 1 1,1-1 0,-1 1 0,1 0-1,1 1 1,-1-1 7,0 1-2,-1 0 1,0 1 0,1 0-1,-1-1 1,0 1 0,-1 0-1,2 4 1,-2-6 4,0-1-1,0 1 0,1 0 1,-1-1-1,0 1 1,0 0-1,0-1 1,1 1-1,-1 0 0,0-1 1,1 1-1,-1 0 1,1-1-1,-1 1 0,1-1 1,-1 1-1,1-1 1,-1 1-1,1-1 1,0 1-1,0 0 0,0-1 0,-1 1 0,1-1 0,0 1-1,-1-1 1,1 1 0,-1-1 0,1 1 0,-1 0 0,1-1 0,-1 1 0,0 0 0,1 0-1,-1-1 1,0 1 0,1 0 0,-1 0 0,0-1 0,0 1 0,0 0 0,0 1-1,1 1 2,0 0-1,0-1 1,0 1-1,0 0 0,0 0 1,0-1-1,1 1 1,-1-1-1,1 1 0,2 2 1,-3-3-4,0 0 1,1-1-1,-1 1 0,0 0 1,0 0-1,-1 0 0,1 0 1,0 1-1,-1-1 0,2 4 1,6 22-558,-8-23 445,1-5-62,-1 1 0,0-1-1,0 1 1,0-1 0,0 1-1,0-1 1,0 1 0,1-1-1,-1 1 1,0-1 0,0 1-1,0-1 1,-1 1 0,1-1-1,0 1 1,0-1 0,0 1-1,0-1 1,0 1 0,-1-1-1,1 1 1,0-1 0,0 0-1,-1 1 1,1-1 0,0 1-1,-1-1 1,1 0 0,0 1-1,-1-1 1,1 0 0,0 1-1,-1-1 1,1 0 0,-1 0-1,1 1 1,-1-1 0,0 0-1,15-6-9167,-3-9 4433,-8 12 4304,0 1-1,0-1 1,-1 0-1,1 1 1,-1-1-1,1 0 1,-1-1-1,0 1 1,0 0-1,0-1 1,0 1-1,-1-1 1,0 1-1,2-8 1,-3 5-171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37.067"/>
    </inkml:context>
    <inkml:brush xml:id="br0">
      <inkml:brushProperty name="width" value="0.035" units="cm"/>
      <inkml:brushProperty name="height" value="0.035" units="cm"/>
      <inkml:brushProperty name="color" value="#F71A09"/>
    </inkml:brush>
  </inkml:definitions>
  <inkml:trace contextRef="#ctx0" brushRef="#br0">1 91 272,'0'-2'200,"0"0"1,0-1-1,0 1 0,1 0 0,-1 0 1,1 0-1,-1 0 0,1 0 0,0 1 1,0-1-1,0 0 0,0 0 0,0 0 0,0 1 1,1-1-1,-1 0 0,3-1 0,2-2 603,0 0 0,1 0 0,10-5 0,2-1 754,-15 9-1228,2 0 1,-1 1-1,0-1 1,0 1-1,0 0 1,1 1-1,-1-1 1,0 1-1,6 0 1,1 12 1186,-11-11-1405,1 0 0,-1 0-1,0 0 1,1 1 0,-1-1-1,0 0 1,0 1 0,0-1 0,0 0-1,0 1 1,-1 0 0,1-1-1,0 1 1,-1-1 0,1 1 0,-1 0-1,1-1 1,-1 1 0,0 0-1,0-1 1,0 1 0,0 0 0,0 0-1,0 2 1,-2 7 442,0 0 0,-1-1 0,-4 13-1,4-15-264,0-1 0,1 1 0,0 0 0,-1 13 0,-6 27 240,9-6-267,0-41-107,7 0 1098,-2-4-1112,0 0-1,-1-1 0,0 1 1,1-1-1,-1 0 1,-1 0-1,1 0 1,-1 0-1,1-1 1,-1 1-1,0-1 1,-1 0-1,4-9 0,-4 10-104,1 0 0,-1 0 0,1 0 0,0 1 0,4-5-1,-5 5 0,1 0-1,-1 0 1,1 0-1,-1 0 0,0-1 1,0 1-1,3-8 1,-1 0 63,1 0 1,0 1-1,0-1 1,1 1-1,1 0 1,0 1-1,15-18 1,-5 7-24,-16 19-77,0-1 0,0 1 0,0 0 0,0 0 0,0 0 0,1 0 1,-1 0-1,0 0 0,1 1 0,-1-1 0,0 0 0,1 1 0,-1-1 0,1 1 0,-1-1 0,1 1 0,-1 0 0,1 0 0,-1-1 0,1 1 0,0 0 0,-1 0 0,1 1 0,-1-1 0,1 0 0,-1 0 0,3 2 0,3 1-10,0 0 1,0 0 0,0 1-1,9 7 1,-3-2 11,-8-7-1,0 1 5,0 0 0,-1 0-1,1 1 1,-1-1 0,0 1-1,6 7 1,-5-5-115,0-1 0,-1 1 1,0 0-1,-1 1 0,5 8 0,-7-11-539,1 0-1,-1 1 1,0-1-1,-1 0 0,1 1 1,-1 5-1,13 2-4067,-4-8 1983,-9-4 2687,0 0 1,0 0-1,1 0 0,-1 0 0,0 0 0,0 0 1,0 0-1,0 0 0,0 0 0,1 0 0,-1 0 1,0 0-1,0 0 0,0 0 0,0 0 0,0 0 1,1 0-1,-1 0 0,0-1 0,0 1 0,0 0 1,0 0-1,0 0 0,0 0 0,0 0 0,1 0 1,-1 0-1,0 0 0,0-1 0,0 1 1,0 0-1,0 0 0,0 0 0,0 0 0,0 0 1,0-1-1,0 1 0,0 0 0,0 0 0,0 0 1,0 0-1,0 0 0,0-1 0,1 0-250,-1 0 0,1 0 0,0 0 0,-1 0-1,1 0 1,0 0 0,0 0 0,0 0 0,0 1 0,0-1-1,0 0 1,0 0 0,1 0 0,4-3-1695,0-1 577,-5-1-46</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37.650"/>
    </inkml:context>
    <inkml:brush xml:id="br0">
      <inkml:brushProperty name="width" value="0.035" units="cm"/>
      <inkml:brushProperty name="height" value="0.035" units="cm"/>
      <inkml:brushProperty name="color" value="#F71A09"/>
    </inkml:brush>
  </inkml:definitions>
  <inkml:trace contextRef="#ctx0" brushRef="#br0">1 429 456,'1'13'6187,"0"-13"-6108,-1 0 0,1 1 0,-1-1 0,1 1 0,-1-1 0,1 0 0,-1 0 0,1 1 0,-1-1 0,1 0 0,-1 0 0,1 0 0,0 1 0,-1-1 0,1 0 0,-1 0 0,1 0 0,0 0 0,-1 0 0,1 0 0,-1 0 0,2-1 0,-2 1-72,2 0 355,24 0 882,-21 0-1029,0-1 0,0 0 0,0 0 0,0 0 0,0-1 0,8-2 0,5-3 136,-14 3-200,0 1 0,0-1 0,0 0 1,0-1-1,0 1 0,5-10 0,-8 12-95,-1 1 0,1-1 1,-1 1-1,1-1 1,-1 0-1,0 1 0,0-1 1,0 0-1,0 1 0,0-1 1,0 0-1,0 1 0,0-1 1,-1 0-1,1 1 0,0-1 1,-1 1-1,0-1 0,1 1 1,-1-1-1,0 1 0,-1-2 1,-26-32 1310,17 22-528,10 12-791,1 0 1,-1 0 0,0 1-1,1-1 1,-1 0 0,0 0-1,0 0 1,1 1-1,-1-1 1,0 0 0,0 1-1,0-1 1,0 1-1,0-1 1,0 1 0,0 0-1,0-1 1,0 1 0,0 0-1,-1-1 1,1 2-41,1-1 0,-1 0 0,1 0 0,-1 1-1,0-1 1,1 0 0,-1 1 0,1-1 0,-1 1 0,1-1 0,-1 1 0,1-1 0,0 1 0,-1-1 0,1 1 0,0-1 0,-1 1 0,1 0 0,0-1 0,0 1 0,-1 0 0,1 0-1,-2 6-27,1 0-1,0 0 0,1 0 1,-1 9-1,2-12 19,-1 0 0,1 0 0,0 0 0,0 0-1,0 0 1,1 0 0,0 0 0,-1 0 0,1 0 0,0-1 0,1 1 0,-1-1-1,1 0 1,-1 1 0,1-1 0,0 0 0,0 0 0,1-1 0,-1 1 0,1-1-1,-1 0 1,1 0 0,4 2 0,5 3 15,1-1 1,-1-1-1,1 0 1,0-1-1,24 3 0,-25-4 3,0-1 0,-1-1-1,1 0 1,0-1-1,0-1 1,0 0-1,-1 0 1,1-1-1,0-1 1,-1 0 0,0-1-1,0 0 1,0-1-1,21-11 1,-29 13-10,1 0-1,0 0 1,0 0 0,-1 0 0,0-1 0,0 0 0,0 0-1,0 0 1,-1 0 0,7-10 0,-7 8 87,-1 0-1,1 0 1,-1 0 0,0 0 0,-1-1-1,1 1 1,-1-1 0,0 1 0,-1-1-1,0-10 1,1-25 986,-2-41 1529,1 74-2224,-2-1 0,1 0 0,-1 1 0,-1-1 0,1 1 0,-5-10 0,3 10 39,1 0 0,0 0 0,1-1 1,0 1-1,0-1 0,1 1 0,0-1 0,1-13 1,0 22-187,0 2-214,0 389-103,-8-292-1913,3-56-101,3-33 1117,1-1 1,0 0-1,1 1 1,0-1-1,1 17 0,0-19 155,-1-1 0,1 1-1,1 0 1,-1-1-1,1 1 1,0-1 0,0 0-1,0 1 1,1-1-1,-1 0 1,2 0 0,-1-1-1,0 1 1,1-1 0,0 1-1,0-1 1,7 6-1,6 1-2775</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1.976"/>
    </inkml:context>
    <inkml:brush xml:id="br0">
      <inkml:brushProperty name="width" value="0.035" units="cm"/>
      <inkml:brushProperty name="height" value="0.035" units="cm"/>
      <inkml:brushProperty name="color" value="#F71A09"/>
    </inkml:brush>
  </inkml:definitions>
  <inkml:trace contextRef="#ctx0" brushRef="#br0">155 32 1280,'-9'-5'12667,"12"4"-12006,-1 1 0,1-1 0,-1 0 0,1 0 0,-1 0 0,1 0 0,-1 0 0,0 0 0,0-1 0,3-1 0,1-1 2432,2-6 1789,-8 19-4884,-1-1 0,0 0 0,0 0 0,-6 14 1,-35 70-9,33-64 33,-9 41 0,13-51 9,-12 31 1,11-31-32,-9 32-1,-9 26-809,18-58-1408,-1 0 1,-17 32-1,18-34-2588,9-9 1069,10-8 60,-4-5-486,-9 2 1491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2.428"/>
    </inkml:context>
    <inkml:brush xml:id="br0">
      <inkml:brushProperty name="width" value="0.035" units="cm"/>
      <inkml:brushProperty name="height" value="0.035" units="cm"/>
      <inkml:brushProperty name="color" value="#F71A09"/>
    </inkml:brush>
  </inkml:definitions>
  <inkml:trace contextRef="#ctx0" brushRef="#br0">49 1 1096,'0'0'2828,"-17"0"3970,-11 21-3080,28-20-3675,-1 0-1,1 0 1,-1-1-1,1 1 1,-1 0-1,1 0 1,0 0-1,0 0 1,-1 0-1,1 0 1,0 0-1,0 0 0,0-1 1,0 1-1,0 0 1,0 0-1,0 0 1,1 0-1,-1 0 1,0 0-1,0 0 1,1 0-1,-1-1 1,0 1-1,1 0 1,-1 0-1,1 0 1,-1-1-1,1 1 0,0 0 1,0 0-1,3 6 91,-3-5-81,1 1 0,-1 0 1,1 0-1,-1-1 1,0 1-1,0 0 1,0 1-1,1 3 1,-2-5-48,1 0 0,-1 0 1,1 0-1,0 0 0,0 0 1,-1 0-1,1-1 1,0 1-1,1 0 0,-1-1 1,0 1-1,0-1 1,1 1-1,2 2 0,12 16-32,10 24-67,-22-35 98,1 0-1,-1 0 0,2 0 0,10 14 1,-15-22 23,0 0 1,0 0 0,0 0 0,0 0 0,1 0 0,-1 0 0,0-1 0,1 1-1,-1 0 1,0-1 0,1 1 0,-1-1 0,1 1 0,-1-1 0,0 0 0,1 0-1,-1 0 1,1 0 0,-1 0 0,1 0 0,-1 0 0,1 0 0,-1 0 0,1-1 0,-1 1-1,0-1 1,2 0 0,7-2 99,-1-1 0,-1-1-1,11-6 1,2 0-113,117-65-5832,-134 74 5140,0 0 1,-1 0 0,1 0 0,-1-1 0,0 1 0,5-6-1,-2 2-1004,3 0-1341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4.023"/>
    </inkml:context>
    <inkml:brush xml:id="br0">
      <inkml:brushProperty name="width" value="0.035" units="cm"/>
      <inkml:brushProperty name="height" value="0.035" units="cm"/>
      <inkml:brushProperty name="color" value="#F71A09"/>
    </inkml:brush>
  </inkml:definitions>
  <inkml:trace contextRef="#ctx0" brushRef="#br0">564 11 872,'-1'0'412,"0"0"0,0 0 0,1 0 0,-1 0 0,0 0 0,0 0 0,1-1 0,-1 1 0,0 0 0,0 0 0,1-1 0,-1 1 0,0-1 0,1 1 0,-1 0 0,0-1 0,0-1 0,-10-2 1689,10 4-1580,-34 0 2004,25 3-2168,1-1 0,-1-1 0,-16 1 0,16-2 50,-1 1 0,1 0 0,-17 5 1,-70 27 2559,77-25-2617,0 1 0,1 1 0,0 1 1,0 0-1,1 1 0,0 1 0,2 1 0,-1 1 0,2 0 1,0 1-1,0 0 0,2 1 0,-20 33 0,25-35-301,2 1-1,0-1 1,1 1-1,-5 25 1,10-34-43,-1 0 1,2 0-1,-1 0 1,1 0-1,0 0 0,0 0 1,1-1-1,0 1 1,0 0-1,1-1 1,4 9-1,-4-8 3,1 0 0,0 0 1,0 0-1,1-1 0,0 1 0,0-1 1,1 0-1,-1-1 0,13 10 0,0-5-2,-1 0-1,2-1 0,-1-1 1,1-1-1,0-1 1,1-1-1,-1 0 0,1-1 1,0-1-1,1-1 1,-1-1-1,0-1 1,0-1-1,21-3 0,-9 1-21,-21 2 2,0 0 0,-1-1 0,13-3 1,-22 4 3,0 1 0,0-1 0,0 0 0,0 1 0,0-1 0,0 0 0,0 0 0,0 1 0,-1-1 0,1 0 0,0 0 0,0 0 0,-1 0 1,1 0-1,-1 0 0,1 0 0,-1 0 0,1 0 0,-1 0 0,0 0 0,1 0 0,-1-1 0,0 1 0,0 0 0,0 0 0,0 0 0,0 0 0,0-1 1,0 0-1,-4-2-12,1 1 0,-1 0 0,0 0 1,0 0-1,-1 0 0,1 1 0,-1 0 0,1-1 1,-1 2-1,0-1 0,1 1 0,-1-1 1,-7 0-1,-31-3-63,-69-2 1,112 7 84,0 0 0,0 0-1,0-1 1,0 1 0,0 0-1,0 0 1,0-1 0,0 1 0,0 0-1,0 0 1,1 0 0,-1-1-1,0 1 1,0 0 0,0 0-1,0-1 1,0 1 0,1 0 0,-1 0-1,0 0 1,0 0 0,0-1-1,0 1 1,1 0 0,-1 0 0,0 0-1,0 0 1,1 0 0,-1 0-1,0-1 1,0 1 0,1 0-1,-1 0 1,0 0 0,0 0 0,0 0-1,1 0 1,-1 0 0,0 0-1,0 0 1,1 0 0,-1 0 0,0 0-1,0 0 1,1 1 0,-1-1-1,0 0 1,1 0 0,190-5-161,-187 5 156,3-1-2,0 1-1,0 0 1,0 1 0,0 0 0,13 3-1,-16-2 11,-1 0-1,0 1 1,1-1-1,-1 1 1,0-1-1,0 1 1,0 0-1,-1 0 1,1 1-1,3 6 0,-5-8 1,0 1-1,0-1 0,0 1 0,-1-1 1,1 1-1,-1 0 0,0-1 0,0 1 0,0-1 1,0 1-1,0 0 0,-1-1 0,1 1 1,-1-1-1,1 1 0,-1-1 0,-2 5 0,-8 18 25,-7 20 15,-16 41-34,32-81-10,-1 0 0,1-1 0,-1 1 0,0-1-1,-4 6 1,4-8 0,1 1-1,0 0 1,0 0 0,0 0 0,0 0-1,0 0 1,1 0 0,-1 1 0,1-1-1,0 1 1,0-1 0,0 5-1,-8 29-88,9-35-47,-1-1 1,1 0 0,-1 1-1,1-1 1,-1 0 0,0 1 0,1-1-1,-1 0 1,0 0 0,0 0-1,0 0 1,0 0 0,0 0-1,0 0 1,0 0 0,0 0-1,-2 1 1,2-2-962,7-15-5938,15-2 2525,-18 15 3958,-1 1 1,1-1 0,-1 0 0,0 0 0,0 0 0,0 0 0,0 0 0,3-5 0,-3 1-2336</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4.354"/>
    </inkml:context>
    <inkml:brush xml:id="br0">
      <inkml:brushProperty name="width" value="0.035" units="cm"/>
      <inkml:brushProperty name="height" value="0.035" units="cm"/>
      <inkml:brushProperty name="color" value="#F71A09"/>
    </inkml:brush>
  </inkml:definitions>
  <inkml:trace contextRef="#ctx0" brushRef="#br0">105 1 808,'-1'0'341,"1"0"0,-1 0 0,0 0 0,1 0 0,-1 0 0,1 0 0,-1 0 0,0 0 0,1 0 0,-1 0-1,1 0 1,-1 0 0,0 0 0,1 0 0,-1 1 0,1-1 0,-1 0 0,1 0 0,-1 1 0,1-1 0,-1 0 0,1 1 0,-1-1 0,1 1 0,-1-1-1,1 1 1,0-1 0,-1 0 0,1 1 0,0-1 0,-1 1 0,1 0 0,0-1 0,0 1 0,-1-1 0,1 2 0,0 0-132,0 0 1,1 0 0,-1 0-1,1 0 1,0 0 0,-1 0-1,1 0 1,0 0 0,2 3-1,-2-1-40,0 1 0,-1 0-1,1 0 1,-1 0 0,0 0 0,0-1-1,-1 7 1,0 3 68,1-10-185,-1 0 0,0 0 0,0 1-1,0-1 1,0 0 0,-1 0 0,0 0 0,-2 4-1,2-4-42,0 0 0,0 0 0,1-1 0,-1 2 0,1-1 0,0 0 0,0 0 0,0 5 0,1-7-6,-1 1 1,1-1-1,-1 1 0,1-1 1,-1 1-1,0-1 0,0 1 1,0-1-1,-2 3 0,2-3-5,0 0 0,0 1 0,0-1-1,0 0 1,0 1 0,0-1 0,1 0-1,-1 1 1,1 2 0,0-4-48,0 0-1,0 0 1,0 0 0,0 0 0,-1 0 0,1 0 0,0 0-1,0 0 1,-1 0 0,1 0 0,-1 0 0,1 0-1,0 0 1,-1 0 0,0 0 0,1 0 0,-1 0 0,0 0-1,1-1 1,-1 1 0,0 0 0,0-1 0,0 1-1,1 0 1,-1-1 0,0 1 0,0-1 0,-2 1 0,2-1-187,0 1 1,0-1 0,0 0 0,0 0 0,0 0 0,0 0 0,0 0 0,0 0 0,0 0 0,0 0 0,0 0-1,0-1 1,0 1 0,0 0 0,0-1 0,0 1 0,0-1 0,0 1 0,0-1 0,0 1 0,1-1 0,-1 0-1,0 1 1,0-1 0,0-1 0,-8-9-4281,8 1 1533</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4.578"/>
    </inkml:context>
    <inkml:brush xml:id="br0">
      <inkml:brushProperty name="width" value="0.035" units="cm"/>
      <inkml:brushProperty name="height" value="0.035" units="cm"/>
      <inkml:brushProperty name="color" value="#F71A09"/>
    </inkml:brush>
  </inkml:definitions>
  <inkml:trace contextRef="#ctx0" brushRef="#br0">0 4 992,'3'-4'5667,"4"8"-5188,9 2-1545,0-7-1565,-14-4 1030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5.776"/>
    </inkml:context>
    <inkml:brush xml:id="br0">
      <inkml:brushProperty name="width" value="0.035" units="cm"/>
      <inkml:brushProperty name="height" value="0.035" units="cm"/>
      <inkml:brushProperty name="color" value="#F71A09"/>
    </inkml:brush>
  </inkml:definitions>
  <inkml:trace contextRef="#ctx0" brushRef="#br0">1 44 1488,'20'0'4920,"89"0"519,-39 11-3755,-64-10-1540,-1 0 1,0 0 0,0 0-1,0 0 1,0 1 0,-1 0-1,1 0 1,0 0-1,-1 1 1,1 0 0,-1-1-1,0 2 1,5 4-1,-2-4 9,-7-4-139,1 1 0,-1-1-1,1 0 1,-1 1 0,1-1 0,-1 0-1,1 1 1,-1-1 0,1 0 0,-1 1-1,1-1 1,-1 1 0,1-1 0,-1 1 0,0-1-1,1 1 1,-1-1 0,0 1 0,0 0-1,1-1 1,-1 1 0,0-1 0,0 1 0,0 0-1,0 0 1,1 1 16,-1 0 1,1 0-1,0 0 0,0-1 0,-1 1 0,1 0 1,0 0-1,1-1 0,-1 1 0,0 0 0,0-1 1,3 2-1,6 11 104,7 32 102,-8-19-107,-8-25-110,-1 0 0,1 1 1,-1-1-1,0 0 0,0 0 0,0 1 0,0-1 0,0 0 0,0 0 0,-1 1 0,1-1 0,-1 0 0,1 0 0,-1 0 1,0 0-1,0 0 0,0 0 0,0 0 0,0 0 0,0 0 0,0 0 0,-1 0 0,1-1 0,-1 1 0,-2 1 0,-11 20 227,14-21-220,0 0 0,-1 0 0,1 0 0,0 0 0,-1 0 0,0-1 0,1 1 0,-1 0 0,0-1 0,-2 2 0,-15 14 304,13-12-228,5-5-94,1 0 1,-1 1-1,1-1 1,-1 0-1,0 1 1,1-1-1,-1 0 0,1 1 1,0-1-1,-1 1 1,1-1-1,-1 0 1,1 1-1,0-1 1,-1 1-1,1 0 1,0-1-1,-1 1 1,1-1-1,0 1 1,0 0-1,-3 0 111,-3 4 1246,5-7-1174,0 0 0,0 0 0,0 1 0,0-1 1,0 1-1,0-1 0,0 1 0,-1-1 0,1 1 0,0 0 0,-3-2 0,-5-14 246,7 13-399,-1 2 6,1-1 1,0 1 0,-1-1-1,1 0 1,1 0 0,-1 0-1,0 0 1,1 0 0,-1 0-1,1 0 1,0-1 0,0 1-1,0 0 1,1-1 0,-1 1-1,1-1 1,0-5 0,2 6-21,0 0-1,0 0 1,0 0 0,0 1 0,1-1 0,-1 1-1,1 0 1,0-1 0,0 1 0,-1 1 0,1-1-1,5-2 1,94-39 76,12 10-100,65-22-16,-155 45 37,-1 0 1,35-23-1,-57 33 43,-1-1 1,1 0-1,0 0 0,0 0 1,0 0-1,-1 0 0,1 0 1,0 0-1,-1 0 0,1 0 0,-1 0 1,1-1-1,-1 1 0,1 0 1,-1 0-1,0 0 0,0-1 1,0 1-1,0 0 0,0 0 0,0-1 1,0 1-1,0-2 0,0-1 440,0 3 391,0 2-884,0-1-11,0 0 0,0 0 0,0 1 1,0-1-1,0 0 0,0 0 0,0 0 0,0 1 1,0-1-1,0 0 0,-1 0 0,1 0 0,0 1 1,0-1-1,0 0 0,0 0 0,0 0 0,0 0 1,0 1-1,0-1 0,-1 0 0,1 0 0,0 0 1,0 0-1,0 0 0,0 1 0,-1-1 0,1 0 1,0 0-1,0 0 0,0 0 0,-1 0 0,1 0 1,0 0-1,0 0 0,0 0 0,-1 0 0,1 0 0,0 0 0,0 0 0,-1 0 0,1 0-1,0 0 1,0 0 0,0 0 0,0 1 0,-1-1-1,1 0 1,0 0 0,0 0 0,0 0 0,0 0-1,0 0 1,-1 0 0,1 0 0,0 0 0,0 1-1,0-1 1,0 0 0,0 0 0,0 0 0,-1 0-1,1 0 1,0 1 0,0-1 0,0 0 0,0 0-1,0 0 1,0 0 0,0 1 0,0-1 0,0 0-1,0 0 1,0 0 0,0 1 0,-2 4 1,0-1 0,-1 1 0,0-1 0,0 1 0,0-1 1,-7 8-1,8-9 1,-1 0 0,1 0 0,0 0 1,0 1-1,0-1 0,1 1 0,-1 0 0,1-1 1,0 1-1,0 0 0,0 0 0,0 6 0,-6 19 4,4-19 6,0-2 2,1-1-1,0 1 0,0 1 1,1-1-1,0 0 0,0 9 1,1-17-14,0 2 1,0 0 0,0 0 0,0 0-1,0 0 1,0 0 0,0 0 0,-1 0 0,1 0 0,-1 0 0,1 0 0,-1 0 0,0 0-1,0 0 1,-2 3 0,2 6 11,-1 5-85,2-16 62,0 1 1,0-1 0,0 0-1,0 0 1,0 0 0,0 1 0,0-1-1,0 0 1,0 0 0,0 0 0,0 1-1,0-1 1,0 0 0,0 0 0,-1 0-1,1 1 1,0-1 0,0 0-1,0 0 1,0 0 0,0 0 0,-1 1-1,1-1 1,0 0 0,0 0 0,0 0-1,0 0 1,-1 0 0,1 0 0,0 0-1,0 0 1,-1 1 0,1-1 0,0 0-1,0 0 1,0 0 0,-1 0-1,1 0 1,0 0 0,0 0 0,0 0-1,-1 0 1,1 0 0,0-1 0,0 1-1,-1 0 1,-1 2-1265,-2 1 136,2-13-3198,2 7 3356,0 0 0,0 0 1,1 0-1,-1 0 0,1 0 0,0 0 0,0 0 0,0 0 0,2-3 0,-1 3 263,-1 0-1,0 1 1,0-1-1,0 0 1,0 0-1,-1 0 1,1 0-1,-1 0 0,1-4 1,-1-9-1944</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5.976"/>
    </inkml:context>
    <inkml:brush xml:id="br0">
      <inkml:brushProperty name="width" value="0.035" units="cm"/>
      <inkml:brushProperty name="height" value="0.035" units="cm"/>
      <inkml:brushProperty name="color" value="#F71A09"/>
    </inkml:brush>
  </inkml:definitions>
  <inkml:trace contextRef="#ctx0" brushRef="#br0">9 28 256,'-4'-13'3689,"3"13"-3484,1-1 0,-1 0 0,1 1 0,0-1 0,-1 0 0,1 0 0,0 1 0,-1-1 0,1 0 0,0 0 0,0 0 0,0 1-1,-1-1 1,1 0 0,0-1 0,0 1 627,70 18-857,-63-16-742,-1 1 0,1-1 0,0-1-1,12 0 1,-15 0 242,7 0-1905</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6.568"/>
    </inkml:context>
    <inkml:brush xml:id="br0">
      <inkml:brushProperty name="width" value="0.035" units="cm"/>
      <inkml:brushProperty name="height" value="0.035" units="cm"/>
      <inkml:brushProperty name="color" value="#F71A09"/>
    </inkml:brush>
  </inkml:definitions>
  <inkml:trace contextRef="#ctx0" brushRef="#br0">313 366 1856,'-15'-11'5901,"14"9"-5554,-1 1 1,0-1-1,0 1 1,0-1-1,0 1 1,0 0-1,0 0 1,0 0-1,0 0 0,-1 0 1,1 1-1,0-1 1,-1 0-1,1 1 1,-4 0-1,-22-2 1569,19 1-1356,0 1 0,1 0 0,-1 0 0,-16 3 0,14 0-402,1 0 1,0 0 0,0 1-1,1 0 1,-1 1-1,1 0 1,0 1 0,0 0-1,0 0 1,1 0-1,0 1 1,-9 11 0,4-6-80,12-11-72,-1 1 0,1-1 0,0 0 0,-1 1 0,1-1 0,0 1 1,0-1-1,0 1 0,0 0 0,0-1 0,0 3 0,-6 10 20,6-12-22,-1 1-1,1 0 1,0 0-1,0 0 1,0 0 0,0 1-1,1-1 1,-1 0-1,1 4 1,-1-4-1,1 0 0,1 0-1,-1 0 1,0 0 0,1 0 0,-1 0 0,1 0-1,0 0 1,0 0 0,0 0 0,2 3-1,-2-4 3,1-1 0,-1 0-1,0 1 1,0-1 0,1 0-1,-1 0 1,0 0 0,1 0-1,-1 0 1,1-1-1,0 1 1,-1 0 0,1-1-1,-1 1 1,1-1 0,0 1-1,0-1 1,-1 0-1,1 0 1,0 0 0,2 0-1,30 0 93,0-2-1,0-2 0,-1-1 0,0-1 0,41-14 0,-59 16-87,-6 1-8,0 0 1,0 0 0,0-1-1,0 0 1,11-7 0,6-3 14,15-8 64,-39 20-59,0 0 0,0 0 0,0 1 0,0-1-1,0 0 1,0-1 0,-1 1 0,1 0 0,-1 0 0,1-1 0,-1 1 0,0-1-1,0 1 1,1-5 0,1-4 305,-1-1-1,-1 0 1,0 1-1,0-1 1,-1 0-1,-1 1 1,0-1-1,-1 0 1,0 1-1,0-1 1,-5-11-1,-44-133 4178,50 147-4200,-1 0 0,1 0 0,1 0 0,0 0-1,2-17 1,-1-1 156,-1 26-420,0 0 69,0 2-80,0 162 24,-2-143-54,0 0 0,-1-1 1,-10 33-1,-3 21-28,12-53-98,-10 30 0,-3 16-1015,11-33 50,2-20-274,2 0-1,-2 25 0,4-35 971,0 0 1,0-1 0,1 1-1,-1 0 1,1 0-1,-1 0 1,1-1-1,0 1 1,0 0-1,0-1 1,0 1 0,1 0-1,-1-1 1,1 0-1,-1 1 1,1-1-1,0 0 1,0 0 0,0 0-1,0 0 1,1 0-1,-1 0 1,5 2-1,-3-2-158,1 0 0,0 0-1,-1-1 1,1 1 0,0-1-1,0 0 1,0-1 0,0 1-1,0-1 1,0 0 0,0 0-1,5-1 1,87-16-6345,-71 12 4788</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7.297"/>
    </inkml:context>
    <inkml:brush xml:id="br0">
      <inkml:brushProperty name="width" value="0.035" units="cm"/>
      <inkml:brushProperty name="height" value="0.035" units="cm"/>
      <inkml:brushProperty name="color" value="#F71A09"/>
    </inkml:brush>
  </inkml:definitions>
  <inkml:trace contextRef="#ctx0" brushRef="#br0">140 370 1056,'7'-4'1598,"0"-1"0,0-1 1,0 1-1,0-1 0,8-11 0,-14 17-1497,-1 0-1,0-1 1,0 1-1,1 0 1,-1 0-1,0 0 1,0-1 0,1 1-1,-1 0 1,0 0-1,0-1 1,0 1-1,0 0 1,1-1 0,-1 1-1,0 0 1,0-1-1,0 1 1,0 0-1,0-1 1,0 1 0,0 0-1,0-1 1,0 1-1,0 0 1,0-1-1,0 1 1,0 0 0,0-1-1,0 1 1,0 0-1,0-1 1,0 1-1,-1 0 1,1 0 0,0-1-1,0 1 1,0 0-1,0-1 1,-1 1-1,1 0 1,0 0 0,0-1-1,-1 1 1,1 0-1,0 0 1,0 0-1,-1-1 1,1 1 0,0 0-1,-1 0 1,1 0-1,0 0 1,-1 0-1,-19-2 4443,19 2-4556,0 0 989,-15 6 148,-15 12 116,19-12-990,-1 1-1,2 1 1,-1 0-1,1 1 0,0 0 1,-11 12-1,4 11-113,17-30-136,0-1 0,0 1 0,0-1 0,1 0 0,-1 1 0,0 0 0,0-1 0,1 1 0,-1-1 0,1 1 0,0 0 0,-1-1 0,1 1 0,0 0 0,0-1 0,0 1 0,0 0 0,0 0 0,1 1 0,12 29-27,-10-28 24,-2-3 6,0 1 0,0-1 0,0 0 1,0 0-1,1 0 0,-1 0 1,0 0-1,1 0 0,-1 0 1,1 0-1,-1-1 0,1 1 0,-1-1 1,1 1-1,-1-1 0,1 1 1,0-1-1,1 0 0,37 2 65,-36-2-58,7-1 10,0 0 1,-1-1 0,1 0-1,-1-1 1,1 0 0,11-5-1,12-4 44,-31 11-60,1 0 1,-1 0 0,0-1 0,0 1-1,1-1 1,-1 0 0,-1 1 0,1-1-1,0-1 1,0 1 0,-1 0 0,1-1-1,-1 1 1,0-1 0,1 0-1,-1 0 1,-1 1 0,1-1 0,0-1-1,-1 1 1,1 0 0,-1 0 0,0-1-1,0 1 1,0 0 0,0-6 0,-1 4 1,0 0 0,-1 0 0,1 0-1,-1 0 1,0 0 0,-1 0 0,1 0 0,-1 0 0,0 0 0,0 1 0,0-1 0,-1 1 0,1-1 0,-1 1 0,0 0 0,-7-7 0,5 4 2,-7-7-12,10 13 5,1 0 0,-1 0 0,1-1 0,0 1 0,-1 0 0,1 0 0,0-1 0,0 1 0,0-1 0,0 1-1,0-1 1,0 1 0,-1-3 0,2 3-7,10 6-225,13-3 217,-13-1 15,-1-1 0,1 0-1,15-2 1,24-2 11,-35 3-5,0 0 0,21-4 1,22-7 10,-37 8-14,0 0 0,-1-1 0,22-8 0,-31 9 1,11-5 24,37-20 0,-52 25-18,-1 0 0,1 0 0,0-1 0,-1 0 0,0 0 0,0 0 0,-1 0 0,1-1 0,-1 0 0,4-6 0,-6 7 100,0 1 1,1 0-1,-2-1 0,1 1 0,0-1 0,-1 1 0,0-1 0,0 0 0,-1 0 0,1 1 0,-1-1 0,0 0 1,0 0-1,-1 0 0,1 1 0,-1-1 0,0 0 0,0 0 0,-1 1 0,1-1 0,-1 1 0,-4-8 1,4-1 1160,2 13-1243,1-1 0,-1 1 1,0 0-1,0 0 0,0-1 0,0 1 1,0 0-1,0-1 0,0 1 1,0 0-1,0 0 0,0-1 1,0 1-1,0 0 0,0-1 1,0 1-1,0 0 0,-1 0 1,1-1-1,0 1 0,0 0 1,0 0-1,0-1 0,0 1 1,-1 0-1,1 0 0,0-1 1,0 1-1,0 0 0,-1 0 0,1 0 1,0 0-1,0-1 0,-1 1 1,1 0-1,0 0 0,0 0 1,-1 0-1,1 0 0,0 0 1,-1 0-1,1 0 0,0 0 1,0 0-1,-1-1 0,1 2 1,0-1-1,-1 0 0,1 0 1,0 0-1,-1 0 0,0-2 219,-1-2 194,-12 10-213,10-3-229,1 0 0,0 0 0,0 1 0,0-1 0,0 1 0,0 0 0,1 0 0,0 0 0,-1 0 0,2 0 0,-3 6 0,-6 10 0,8-15 0,1-1 0,-1 1 0,1 0 0,0 0 0,0-1 0,-1 9 0,-5 22 0,-2-7 0,7-22 0,1 1 0,-2-1 0,1 0 0,-1 0 0,-3 6 0,-9 15 0,1 0 0,-12 35 0,-6 11 0,-11 11 0,-27 56 0,48-89-285,8-23-309,2 1 0,1 0 0,1 0 1,-9 49-1,13-12-4115,5-20-4698,-3-45 5719,-10-6 806,-10-6-1611,14 6 2119</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7.479"/>
    </inkml:context>
    <inkml:brush xml:id="br0">
      <inkml:brushProperty name="width" value="0.035" units="cm"/>
      <inkml:brushProperty name="height" value="0.035" units="cm"/>
      <inkml:brushProperty name="color" value="#F71A09"/>
    </inkml:brush>
  </inkml:definitions>
  <inkml:trace contextRef="#ctx0" brushRef="#br0">54 239 1288,'-7'-5'714,"-1"2"242,2-2-1,-1 1 0,-9-9 0,15 13-885,0-1 1,1 1-1,-1-1 1,1 1-1,-1-1 1,1 1-1,-1-1 1,1 1-1,-1-1 1,1 1-1,-1-1 0,1 0 1,0 1-1,-1-1 1,1 0-1,0 1 1,0-1-1,-1 0 1,1 1-1,0-1 1,0 0-1,0 0 0,0 1 1,0-1-1,0 0 1,0 1-1,0-1 1,0 0-1,0 0 1,1 1-1,-1-1 1,0 0-1,0 1 0,1-1 1,-1 0-1,0 1 1,1-1-1,-1 0 1,1 1-1,-1-1 1,0 1-1,1-1 1,0 1-1,-1-1 1,1 1-1,-1-1 0,1 1 1,0-1-1,20-13 1229,-16 9-1120,1 2 1,-1-1 0,1 1-1,0-1 1,8-2 0,215-63 801,-189 59-1034,38-12-734,6-1-2906,-75 16 1539,-7 4 374,6-3-946</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8.248"/>
    </inkml:context>
    <inkml:brush xml:id="br0">
      <inkml:brushProperty name="width" value="0.035" units="cm"/>
      <inkml:brushProperty name="height" value="0.035" units="cm"/>
      <inkml:brushProperty name="color" value="#F71A09"/>
    </inkml:brush>
  </inkml:definitions>
  <inkml:trace contextRef="#ctx0" brushRef="#br0">183 224 224,'43'0'26690,"-44"5"-25382,-16 22 864,13-20-1697,1 0-1,-1-1 1,-1 0-1,-6 7 1,6-7-475,0 0 0,1 0 0,0 0 0,-1 0 0,2 1 0,-1 0 0,1-1 0,0 1 0,1 0 0,-3 11 0,-10 19 0,11-30 0,1 1 0,0-1 0,-4 16 0,5-11 0,-2 0 0,1-1 0,-1 1 0,-1-1 0,0 0 0,-7 10 0,5-6 0,-1 0 0,-6 23 0,-10 19 0,20-49 0,1-1 0,1 1 0,-1 0 0,1 0 0,1 0 0,-2 9 0,3-5 0,1-12 0,-1 0 0,0 0 0,0 0 0,0 0 0,0 0 0,0 0 0,0 0 0,0 0 0,0 0 0,0 0 0,0-1 0,1 1 0,-1 0 0,0 0 0,0 0 0,0 0 0,0 0 0,0 0 0,0 0 0,0 0 0,0 0 0,0 0 0,1 0 0,-1 0 0,0 0 0,0 0 0,0 0 0,0 1 0,0-1 0,0 0 0,0 0 0,0 0 0,0 0 0,1 0 0,-1 0 0,0 0 0,0 0 0,0 0 0,0 0 0,0 0 0,0 0 0,0 0 0,0 0 0,0 1 0,0-1 0,0 0 0,0 0 0,6-11 0,-5 9 0,42-77 0,-39 71 0,0 1 0,0-1 0,-1 0 0,0 0 0,-1 0 0,2-11 0,5-14 0,26-113 0,-30 131 0,-3 6 0,1 0 0,0 1 0,0-1 0,1 1 0,1 0 0,5-9 0,9-16 0,5-9 0,10-5 0,-24 31 0,2 1 0,0 0 0,16-16 0,-12 15 0,-8 7 0,1 1 0,0 0 0,0 0 0,1 1 0,15-9 0,0 0 0,-20 13 0,-1-1 0,1 1 0,0 0 0,0 1 0,7-4 0,8-2 0,-15 6 0,0 0 0,0 0 0,0 0 0,0 0 0,0 1 0,0 0 0,0 0 0,0 1 0,8-1 0,-11 1 0,-1 0 0,0 0 0,0 0 0,0 0 0,1 0 0,-1 0 0,0 0 0,0 1 0,1-1 0,-1 0 0,0 1 0,0-1 0,0 0 0,0 1 0,1 0 0,-1-1 0,0 1 0,0 0 0,0-1 0,0 1 0,0 0 0,-1 0 0,1 0 0,0 0 0,0 0 0,-1 0 0,1 0 0,0 0 0,-1 0 0,1 0 0,-1 0 0,1 2 0,2 4 0,-1-4 0,-1 0 0,0-1 0,-1 1 0,1-1 0,0 1 0,-1 0 0,0 0 0,1-1 0,-1 1 0,0 0 0,-1 0 0,0 5 0,-11 34 0,8-29 0,1-7 0,0-1 0,0 0 0,0 0 0,-1 0 0,1 0 0,-1 0 0,0-1 0,-1 0 0,1 0 0,-1 0 0,0 0 0,0-1 0,0 1 0,-9 3 0,-28 22 0,34-23 0,0 1 0,-1-2 0,1 1 0,-1-1 0,-12 4 0,-20 13 0,16-10-226,21-11 127,-1 1 0,1 0 0,-1 0 0,1 1 0,0-1 1,0 1-1,0 0 0,-5 5 0,9-8-115,-1 1 0,0-1 0,1 1 1,-1-1-1,0 1 0,0-1 0,1 0 0,-1 1 1,0-1-1,0 0 0,0 1 0,1-1 0,-1 0 1,0 0-1,-1 0 0,-1-2-3204,9-3 325,17-12-2229,-16 11 3436,0 1 0,0 0 1,10-5-1,10-10-3271,-11 14 2220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8.594"/>
    </inkml:context>
    <inkml:brush xml:id="br0">
      <inkml:brushProperty name="width" value="0.035" units="cm"/>
      <inkml:brushProperty name="height" value="0.035" units="cm"/>
      <inkml:brushProperty name="color" value="#F71A09"/>
    </inkml:brush>
  </inkml:definitions>
  <inkml:trace contextRef="#ctx0" brushRef="#br0">146 1 1768,'-1'17'9753,"-15"4"283,15-15-9192,0 0 0,0 0 1,-1 0-1,0 0 1,0 0-1,0 0 1,-5 7-1,-3 8-154,-8 8 8,14-26-633,1 1-1,1 0 1,-1 0-1,0 0 1,1 1-1,-3 7 1,4-7-28,-1 0 1,1 0-1,-1 0 1,0 0-1,-1 0 1,-5 9-1,2-3 11,1 0-1,0 0 0,-3 12 0,-1 1-41,6-11-31,-3 2-422,18-28-9830,-5 7 8541,0-1-1,-1 0 1,0 0 0,0 0-1,-1-1 1,5-9 0,-1-3-1074,0 3-222</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8.778"/>
    </inkml:context>
    <inkml:brush xml:id="br0">
      <inkml:brushProperty name="width" value="0.035" units="cm"/>
      <inkml:brushProperty name="height" value="0.035" units="cm"/>
      <inkml:brushProperty name="color" value="#F71A09"/>
    </inkml:brush>
  </inkml:definitions>
  <inkml:trace contextRef="#ctx0" brushRef="#br0">1 0 328,'0'0'464,"9"0"-448,-1 6 0,1-6-16,0 5 0,-9 0-16,8-5-64,1 6-88,0-1-152</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09.368"/>
    </inkml:context>
    <inkml:brush xml:id="br0">
      <inkml:brushProperty name="width" value="0.035" units="cm"/>
      <inkml:brushProperty name="height" value="0.035" units="cm"/>
      <inkml:brushProperty name="color" value="#F71A09"/>
    </inkml:brush>
  </inkml:definitions>
  <inkml:trace contextRef="#ctx0" brushRef="#br0">321 0 584,'18'16'9253,"-18"-15"-8966,0-1 1,0 1 0,-1 0-1,1 0 1,0-1 0,0 1 0,0 0-1,-1 0 1,1-1 0,0 1-1,-1 0 1,1 0 0,-1-1-1,1 1 1,-1 0 0,1-1-1,-1 1 1,1-1 0,-1 1-1,1-1 1,-1 1 0,-1 0-1,2-1-105,-1 0 0,1 1 0,-1-1 0,1 1 0,-1-1-1,1 0 1,-1 1 0,1-1 0,-1 1 0,1-1 0,0 1-1,-1-1 1,1 1 0,0-1 0,0 1 0,-1 0 0,1-1-1,0 1 1,0-1 0,0 1 0,-1 1 0,0 0 238,-1 0 0,1 0 0,-1 0 1,0 0-1,0 0 0,0-1 1,0 1-1,0 0 0,0-1 0,0 0 1,-1 1-1,-2 0 0,-1 2-29,0 0-251,0 1 0,0 0 1,1 0-1,-1 1 0,1-1 0,1 1 0,-1 1 0,-6 10 0,5-6-83,-1-1 0,-15 16 1,-14 15 28,20-21-32,-33 29-1,6-10-4,8-14 6,34-24-34,0-1-23,1 0 0,0-1-1,0 1 1,0 0-1,-1 0 1,1 0 0,0 0-1,0 0 1,-1-1-1,1 1 1,0 0 0,-1 0-1,1 0 1,0 0-1,0 0 1,-1 0 0,1 0-1,0 0 1,0 0-1,-1 0 1,1 0 0,0 0-1,-1 0 1,1 0-1,0 1 1,0-1 0,-1 0-1,1 0 1,-1 0-1,1 0-5,0 1-1,0-1 0,0 0 0,0 0 0,-1 0 0,1 0 0,0 0 1,0 0-1,-1 0 0,1 1 0,0-1 0,0 0 0,-1 0 0,1 0 1,0 0-1,0 0 0,0 0 0,-1 0 0,1 0 0,0 0 1,0 0-1,-1 0 0,1 0 0,0-1 0,0 1 0,-1 0 0,1 0 1,0 0-1,0 0 0,0 0 0,-1 0 0,1 0 0,0-1 0,0 1 1,0 0-1,0 0 0,-1 0 0,1 0 0,0-1 0,0 1 0,0 0 1,0 0-1,0-1 0,0 1 0,-1 0 0,1 0 0,0 0 1,0-1-1,0 1 0,0 0 0,0 0 0,0-1 0,0 1 0,0 0 1,1-8-738,0 1 1,0 0-1,1 0 1,0 1-1,0-1 1,5-9 0,2-7-1020,0 0 71,2 0 0,0 0 0,27-39 1,-28 47 1396,-3 5 138,-5 9 143,-1 0-1,-1-1 1,1 1-1,0 0 1,0 0-1,0-1 0,-1 1 1,1-1-1,0 1 1,-1 0-1,1-1 1,-1 1-1,0-1 1,0 1-1,1-3 1,-1 1 9,1 0 0,0 0 0,-1 0 0,1 0 0,1 0 0,-1 1 0,0-1 0,1 0 0,-1 1 0,1-1 0,0 0 0,0 1 0,0 0 0,0 0 0,5-4 0,34-25 1204,-37 24 960,-3 5-1068,5 6-709,1-1 115,4 6 691,-8-6-924,0-1 0,0 1 0,0 0-1,0-1 1,1 0 0,5 3 0,-5-3-107,0 0-1,0 1 1,-1-1-1,1 1 1,-1 0 0,6 5-1,4 5 150,-12-12-277,1 0 0,-1 0 0,0 1 0,1-1 0,-1 1 0,0-1 0,0 1-1,0 0 1,0-1 0,0 1 0,0 2 0,15 25 176,-12-23-181,-1 0-1,0 0 1,0 0 0,3 11 0,1 1 1,-6-13-18,1-1 0,0 0 1,-1 0-1,0 0 0,0 1 0,0 6 0,-1-8-66,1-1 0,-1 1 0,1-1 0,0 1 0,0-1 0,-1 0 0,1 1 1,2 2-1,-1-3-56,-1 1 1,0-1-1,0 1 1,0 0-1,0-1 1,0 1-1,-1 0 1,1 5-1,0-8-100,-1 1 0,0 0-1,0 0 1,1 0 0,-1 0-1,1 0 1,-1-1 0,1 1-1,-1 0 1,1 0 0,-1-1-1,1 1 1,-1 0 0,1-1-1,0 1 1,0-1 0,-1 1-1,1-1 1,0 1 0,0-1-1,-1 1 1,1-1 0,0 0-1,1 1 1,0-12-10012,-2 6 6745</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10.420"/>
    </inkml:context>
    <inkml:brush xml:id="br0">
      <inkml:brushProperty name="width" value="0.035" units="cm"/>
      <inkml:brushProperty name="height" value="0.035" units="cm"/>
      <inkml:brushProperty name="color" value="#F71A09"/>
    </inkml:brush>
  </inkml:definitions>
  <inkml:trace contextRef="#ctx0" brushRef="#br0">12 438 2128,'4'6'3323,"-4"-6"-3184,0 0 0,1 0 0,-1 0 0,0 1 0,1-1 1,-1 0-1,0 0 0,1 1 0,-1-1 0,0 0 1,0 1-1,1-1 0,-1 0 0,0 1 0,0-1 1,0 0-1,0 1 0,1-1 0,-1 0 0,0 1 0,0-1 1,0 1-1,0-1 0,0 0 0,0 1 0,0-1 1,0 1-1,0-1 0,0 1 0,0 1 467,0-1-424,0 0 1,0 0-1,0 0 0,0 0 0,0 1 0,0-1 0,0 0 0,0 0 1,0 0-1,0 0 0,-1 0 0,1 0 0,0 0 0,-1 0 1,1 0-1,-1 0 0,1 0 0,-1 0 0,1 0 0,-1-1 0,0 1 1,0 1-1,0-1-142,1-1 0,0 1 1,0-1-1,0 1 0,0-1 0,0 1 1,0-1-1,0 1 0,0 0 0,1-1 1,-1 1-1,0-1 0,0 1 1,0-1-1,1 1 0,-1-1 0,0 1 1,0-1-1,1 1 0,-1-1 0,0 0 1,1 1-1,-1-1 0,1 1 1,-1-1-1,0 0 0,1 1 0,0-1 1,1 3 434,9-3-365,-1-1 0,0-1 0,1 0 0,-1 0 0,0-1 0,13-5 0,-18 6-107,1 0 1,-1 0 0,0-1-1,0 0 1,0 0-1,0 0 1,-1-1-1,1 0 1,-1 0 0,0 0-1,0 0 1,0 0-1,4-7 1,-7 6 11,0 0 1,0 1-1,-1-1 0,1 0 0,-1 0 1,0 0-1,0 1 0,-2-8 1,1-8 143,1 18-129,-1 0 0,1-1 0,-1 1 1,0 0-1,1 0 0,-1 0 0,0-1 0,0 1 0,-1 0 0,1 0 0,0 1 0,-1-1 0,1 0 0,-1 0 0,1 1 0,-1-1 0,0 1 0,-3-3 0,3 3 9,-1 0 0,1 1 0,-1-1 0,1 1 0,-1-1 0,0 1 0,1 0-1,-1 0 1,1 0 0,-1 0 0,0 0 0,1 1 0,-1-1 0,-4 2 0,-36 13 757,17 9 164,15-13-734,9-9-209,-1 1 1,1-1-1,0 1 1,-1 0-1,1 0 1,0 0-1,1 0 1,-1 0-1,0 0 0,1 0 1,0 0-1,0 1 1,0-1-1,0 0 1,0 1-1,1-1 0,-1 1 1,1-1-1,0 1 1,0-1-1,0 1 1,1-1-1,-1 1 0,1-1 1,0 1-1,2 5 1,-1-4 3,1-1 0,-1 1 1,1-1-1,0 1 0,0-1 0,0 0 1,1-1-1,-1 1 0,1 0 0,0-1 1,0 0-1,0 0 0,1 0 0,-1-1 1,1 1-1,-1-1 0,11 3 1,1 1-22,-7-3 0,-1 0-1,1 0 1,1-1 0,-1 0-1,0-1 1,0 0 0,1 0-1,15-2 1,10-3-394,1-3 0,45-13 1,-70 17 165,1-1 0,-1-1 0,0 1 1,-1-2-1,1 0 0,-1 0 0,0-1 1,-1 0-1,0 0 0,0-1 0,9-11 1,-12 12 182,-1-1 1,0 0-1,-1 0 1,0 0 0,0-1-1,-1 1 1,0-1-1,0 0 1,-1 0 0,1-12-1,0-9 207,-2-55 0,-2 44 93,2 33-121,0 0 0,0 0 0,0 1 0,4-10 0,-3 9 226,0 0 1,0 0 0,-1 0-1,1-11 1,6-34 5099,-8 40-2567,0 7-1254,0 9-982,-16 29-72,-11 40-193,22-59-366,1 0 0,0 0-1,-3 23 1,4-18-28,-9 28 0,1 0 4,10-37 0,-1 0 1,-1 0 0,1 0-1,-6 13 1,-86 151 90,50-91-97,36-67-5,0 0-1,1 1 1,1 0-1,1 0 1,-6 25-1,6-19 3,4-20 7,1 0 1,0 0-1,0-1 0,-1 1 1,2 0-1,-1 0 0,0 0 1,0 0-1,1 0 0,-1 0 1,1 0-1,-1 0 0,1-1 1,0 1-1,-1 0 0,1 0 1,0-1-1,1 1 0,-1 0 1,0-1-1,0 1 0,0-1 1,1 0-1,-1 1 0,1-1 1,-1 0-1,1 0 0,0 0 1,-1 0-1,1 0 0,0 0 1,0-1-1,0 1 0,-1-1 1,1 1-1,0-1 0,0 1 1,0-1-1,2 0 0,12-1 5,1 0 0,-1-1-1,0-1 1,0-1 0,0 0-1,0-1 1,-1-1-1,17-9 1,-7 3-13,0-2-1,-1-2 1,-1 0 0,24-22-1,-26 17-1,0-2 0,-2-1 0,-1 0 0,0-1-1,19-40 1,-34 59 10,6-8 3,4-9 7,17-38 0,-24 48-10,-4 9 4,0 0 0,-1 0 0,1 0 0,-1 0 0,0 0 0,0 0 0,1-9 0,-2 6 6,1 0 1,0 1-1,0-1 0,4-10 1,-3 10 60,0 0 1,0 0-1,-1-1 1,1-12-1,0 11 340,-6 6-165,-11 10-136,10-4-110,1 0 0,0 1 0,-1-1 0,2 1 0,-1 0 0,0 0 0,1 0 0,0 0 0,0 1 0,0 0 0,-4 9 0,5-11 0,1 0 0,0 0 0,0 1 0,0-1 0,1 0 0,-1 1 0,1-1 0,0 0 0,0 1 0,0-1 0,0 0 0,0 1 0,1-1 0,0 0 0,0 1 0,0-1 0,0 0 0,0 0 0,0 0 0,3 4 0,-1-2 0,1-1 0,0 0 0,-1-1 0,1 1 0,0 0 0,6 3 0,12 11 0,-9-6 0,25 19 0,-29-25 0,0 0 0,0 1 0,-1 1 0,0-1 0,-1 1 0,1 0 0,-1 1 0,6 9 0,0 3-2,8 13-11,-21-32 12,1 0-1,0 0 0,-1-1 1,1 1-1,-1 0 1,0 0-1,0-1 0,0 1 1,0 0-1,0 0 1,0 0-1,0-1 0,0 1 1,-1 0-1,1 0 1,-1-1-1,1 1 0,-2 3 1,0-3-55,0 0 1,0 1 0,0-1 0,0 0 0,0 0 0,0 0-1,-1 0 1,1-1 0,-1 1 0,1 0 0,-1-1-1,0 0 1,-4 2 0,-44 11-1407,42-12 1077,-36 6-3206,-72 4 0,13-3-577,-364 43-10428,406-45 12088</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10.718"/>
    </inkml:context>
    <inkml:brush xml:id="br0">
      <inkml:brushProperty name="width" value="0.035" units="cm"/>
      <inkml:brushProperty name="height" value="0.035" units="cm"/>
      <inkml:brushProperty name="color" value="#F71A09"/>
    </inkml:brush>
  </inkml:definitions>
  <inkml:trace contextRef="#ctx0" brushRef="#br0">1 223 2657,'13'0'8035,"8"-2"-3492,101-12-538,224-40-828,-145 20-2652,32-3-609,-129 14-1967,-70 14 408,4-7-2063,-36 16 3176,0-1 0,-1 0 0,1 0 0,-1 0 0,1 0 0,-1 0 0,0 0 0,1 0 0,-1 0 0,0-1 0,0 1 0,0 0 0,0-1 0,0 1 0,0-1 0,0 1 0,-1-1 0,1 0 0,0 1 0,0-3 0,-1-1-3262</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41.469"/>
    </inkml:context>
    <inkml:brush xml:id="br0">
      <inkml:brushProperty name="width" value="0.035" units="cm"/>
      <inkml:brushProperty name="height" value="0.035" units="cm"/>
      <inkml:brushProperty name="color" value="#F71A09"/>
    </inkml:brush>
  </inkml:definitions>
  <inkml:trace contextRef="#ctx0" brushRef="#br0">298 672 2481,'0'-4'941,"0"0"1,-1 0 0,1 1 0,-1-1 0,0 0 0,0 0 0,-1 1-1,1-1 1,-1 1 0,0-1 0,-3-4 0,-2 2 2515,6 6-3014,1-1 0,-1 1 0,0-1 0,0 1 0,0-1 0,1 0-1,-1 1 1,0-1 0,1 0 0,-1 1 0,1-1 0,-1 0 0,1 0 0,-1 0-1,1 0 1,0 1 0,-1-1 0,1-2 0,-3 2 2254,3 1-2607,0 0 0,-1 0 0,1 0 0,0 0 0,0 0 0,-1 0 0,1 0 0,0 0 0,0 0 0,-1 0 0,1 0 0,0 0 0,0-1 0,0 1 0,-1 0 0,1 0 0,0 0 0,0 0 0,0 0 0,-1-1 0,1 1 0,0 0 0,0 0 0,0 0 0,0-1 0,-1 1 0,1 0 0,0 0 0,0 0 0,0-1 0,0 1 0,0 0 0,0 0 0,0-1 0,0 1 0,0 0 0,0-1 0,-1 2-65,1 0-1,0 0 1,-1 0-1,1 0 1,-1 0-1,0 0 1,1 0 0,-1 0-1,0-1 1,1 1-1,-1 0 1,0 0-1,0-1 1,0 1 0,0 0-1,-1 0 1,-25 16 359,-3 2-191,-28 20-193,39-28 0,1 1 0,-26 22 0,39-28 0,-1 0 0,1 1 0,0-1 0,0 1 0,0 0 0,-3 8 0,7-12 0,0-1 0,0 0 0,0 0 0,1 1 0,-1-1 0,1 0 0,-1 1 0,1-1 0,0 0 0,0 1 0,0 3 0,0-5 0,1 1 0,-1-1 0,1 0 0,-1 0 0,1 1 0,-1-1 0,1 0 0,0 0 0,0 0 0,0 0 0,-1 0 0,1 0 0,0 0 0,0 0 0,0 0 0,0 0 0,1-1 0,-1 1 0,0 0 0,0-1 0,0 1 0,2 0 0,10 3 0,0 0 0,0-1 0,0 0 0,1-1 0,-1-1 0,0 0 0,1-1 0,-1 0 0,1-1 0,-1-1 0,14-3 0,22-6 0,73-27 0,-100 30 0,0-1 0,0-2 0,29-18 0,-40 22 0,-1 0 0,0-1 0,0 0 0,0-1 0,-1 0 0,-1-1 0,0 1 0,8-12 0,-13 15 0,0 0 0,-1 0 0,0-1 0,1 1 0,-2 0 0,1-1 0,-1 1 0,0-1 0,0 1 0,-1-1 0,0 1 0,0-1 0,-1 0 0,1 1 0,-1-1 0,-2-6 0,-4-10 0,-1 0 0,-21-44 0,17 41 0,-25-39 0,29 56 0,7 9 0,1-1 0,-1 0 0,0 1 0,1-1 0,-1 0 0,1 0 0,-1 0 0,0 1 0,1-1 0,0 0 0,-1 0 0,1 0 0,0 0 0,-1 0 0,1 0 0,0 0 0,0 0 0,0 0 0,0 0 0,0 0 0,0 0 0,0 0 0,0 0 0,0 0 0,1-1 0,-1-2 0,0 8 0,0 17 0,1-1 0,0 1 0,7 24 0,-6-31 0,0 0 0,0 0 0,-1 15 0,0-17 0,1 1 0,1-1 0,0 0 0,1 0 0,0 0 0,0 0 0,2-1 0,-1 1 0,8 10 0,-6-10 0,-1-2 0,1 0 0,13 15 0,-8-10 0,5 1 0,-10-12 0,2-3 0,-7-1 0,-1 0 0,1 0 0,0 0 0,-1 0 0,1 0 0,-1-1 0,1 1 0,0-1 0,-1 1 0,1-1 0,-1 0 0,0 1 0,1-1 0,-1 0 0,1 0 0,-1 0 0,2-2 0,3-2 0,3-1 0,-1-1 0,1 0 0,10-11 0,-3 3 0,-9 8 0,0 0 0,1 1 0,0 0 0,1 1 0,-1-1 0,1 2 0,0-1 0,0 1 0,1 1 0,-1 0 0,1 0 0,0 0 0,0 2 0,14-2 0,-12 3 0,0 1 0,0 1 0,0 0 0,0 0 0,17 7 0,57 27 0,-16-6 0,-54-24 0,0 1 0,1-1 0,0-1 0,18 4 0,-17-7 0,-12 0 0,1-2 0,-1 1 0,0 0 0,1-1 0,7-1 0,0-1 0,0 0 0,1-1 0,-1 0 0,0-1 0,-1-1 0,1 0 0,-1-1 0,0 0 0,0-1 0,0-1 0,-1 0 0,-1-1 0,12-10 0,-20 16 0,0 0 0,0-1 0,-1 1 0,1-1 0,-1 1 0,0-1 0,0 0 0,0 0 0,1-4 0,-2 6 0,-1 0 0,1-1 0,-1 1 0,0 0 0,0 0 0,0 0 0,0-1 0,0 1 0,0 0 0,-1 0 0,1-1 0,-1 1 0,1 0 0,-1 0 0,0 0 0,0 0 0,0 0 0,-1-2 0,-4-5 0,0 0 0,-1 0 0,0 0 0,-1 1 0,0 0 0,0 1 0,0 0 0,-11-7 0,4 1 0,13 11 0,1 1 0,-1-1 0,0 0 0,0 1 0,1-1 0,-1 1 0,0 0 0,-1-1 0,1 1 0,0 0 0,0 0 0,0 1 0,-1-1 0,1 0 0,0 1 0,-1-1 0,1 1 0,0 0 0,-1 0 0,-2 0 0,1 0 0,1 1 0,-1 0 0,0 0 0,1 0 0,-1 0 0,0 0 0,1 1 0,-1 0 0,1-1 0,0 1 0,0 0 0,0 1 0,0-1 0,0 1 0,0-1 0,0 1 0,1 0 0,0 0 0,-1 0 0,1 0 0,-3 6 0,-10 9 0,13-16 0,0 0 0,0-1 0,0 1 0,0 0 0,1 0 0,-1 1 0,-1 3 0,0 3 0,0 0 0,1 1 0,1 0 0,0-1 0,0 1 0,1 17 0,0-15 0,0-11 0,0 0 0,0-1 0,0 1 0,1-1 0,-1 1 0,0-1 0,0 1 0,0 0 0,0-1 0,1 1 0,-1-1 0,0 1 0,0-1 0,1 1 0,-1-1 0,0 1 0,1-1 0,-1 0 0,1 1 0,5 7 0,2 5 0,-5-12 0,0 0 0,-2 0 0,-1-1 0,1 1 0,0 0 0,0-1 0,0 1 0,0-1 0,0 1 0,0-1 0,0 0 0,-1 1 0,1-1 0,0 0 0,0 0 0,0 1 0,0-1 0,0 0 0,0 0 0,0 0 0,1 0 0,0-1 0,22-4 0,-15 3 0,10-3 0,0-1 0,0 0 0,-1-2 0,0 0 0,0-1 0,27-19 0,-21 7 0,-19 13 0,2 0 0,-7 8 0,0 0 0,1 0 0,-1 0 0,0 0 0,0 0 0,0 0 0,1 0 0,-1 0 0,0 0 0,0 0 0,1 0 0,-1 0 0,0 0 0,0 0 0,0 0 0,1 0 0,-1 0 0,0 0 0,0 0 0,1 0 0,-1 0 0,0 1 0,0-1 0,0 0 0,1 0 0,-1 0 0,0 0 0,0 0 0,0 1 0,0-1 0,0 0 0,1 0 0,-1 0 0,0 0 0,0 1 0,0-1 0,0 0 0,0 0 0,0 1 0,0-1 0,0 0 0,0 0 0,0 0 0,0 1 0,0-1 0,0 0 0,0 0 0,0 1 0,0-1 0,0 0 0,0 0 0,0 0 0,0 1 0,0 16 0,0-14 0,1 1 0,1 0 0,-1 0 0,1 0 0,0 0 0,0 0 0,0-1 0,0 1 0,1 0 0,-1-1 0,1 0 0,0 0 0,0 0 0,1 0 0,-1 0 0,6 3 0,1 1 0,-8-5 0,0-1 0,1 1 0,-1-1 0,1 1 0,-1-1 0,1 0 0,-1 0 0,1 0 0,0 0 0,-1 0 0,1-1 0,0 0 0,0 1 0,4-1 0,0 0 0,51-3 0,-53 2 0,0 0 0,-1 0 0,1-1 0,0 0 0,-1 1 0,0-2 0,1 1 0,-1 0 0,0-1 0,5-3 0,-9 6 0,13-11 0,0 0 0,-1-1 0,11-13 0,-20 21 0,0-1 0,0 1 0,0-1 0,-1 1 0,1-1 0,-1 0 0,-1 0 0,1 0 0,-1 0 0,1-1 0,-1 1 0,-1 0 0,1-9 0,-1-72 0,-9 42 0,9 39 0,0 1 0,0 8 0,0 1 0,0 0 0,0 1 0,0-1 0,0 1 0,0-1 0,2 1 0,5 2 0,-6-7 0,1 1 0,-1 0 0,1 0 0,-1-1 0,1 1 0,-1 0 0,0 0 0,0 0 0,0 0 0,0 1 0,0-1 0,0 0 0,-1 0 0,1 5 0,0-3 0,0 1 0,0-1 0,0 0 0,1 0 0,-1 0 0,4 6 0,-1-1 0,17 66 0,-14-46 0,-5-20 0,0-1 0,1 1 0,6 12 0,-1 2 0,-7-18 0,-2-5 0,1 1 0,0-1 0,0 1 0,0-1 0,0 0 0,0 1 0,0-1 0,0 0 0,0 1 0,0-1 0,0 1 0,0-1 0,0 0 0,0 1 0,0-1 0,0 1 0,0-1 0,0 0 0,0 1 0,1-1 0,-1 0 0,0 1 0,0-1 0,0 0 0,1 1 0,-1-1 0,0 0 0,0 1 0,1-1 0,0 1 0,-1-1 0,1 0 0,-1 0 0,1 1 0,-1-1 0,1 0 0,-1 0 0,1 0 0,-1 1 0,1-1 0,-1 0 0,1 0 0,-1 0 0,1 0 0,-1 0 0,1 0 0,-1 0 0,1 0 0,0 0 0,-1-1 0,1 1 0,-1 0 0,1 0 0,-1 0 0,1-1 0,0 1 0,0-1 0,2 0 0,-1 0 0,1 0 0,-1 0 0,1 0 0,-1 0 0,0-1 0,1 1 0,-1-1 0,0 0 0,0 0 0,0 0 0,2-2 0,25-29 0,-14 20 0,-14 12 0,1 0 0,-1 0 0,1 0 0,-1 0 0,1 0 0,-1-1 0,0 1 0,0-1 0,0 1 0,0-1 0,0 1 0,0-1 0,1-1 0,2-7 0,0 0 0,1 1 0,10-15 0,-1-5 0,-12 23 0,1 1 0,0-1 0,0 0 0,6-8 0,-5 10 0,-1 0 0,0 1 0,0-1 0,0 0 0,0 0 0,-1 0 0,3-7 0,-4 10 0,0 1 0,-1-1 0,1 1 0,0-1 0,0 0 0,-1 1 0,1 0 0,0-1 0,0 1 0,0-1 0,0 1 0,0 0 0,0 0 0,-1-1 0,1 1 0,0 0 0,0 0 0,0 0 0,0 0 0,0 0 0,0 0 0,0 0 0,0 0 0,0 1 0,0-1 0,-1 0 0,1 1 0,1 0 0,4 0 0,-1 1 0,1 0 0,-1 1 0,0-1 0,0 1 0,0 0 0,0 1 0,0-1 0,-1 1 0,6 6 0,34 28 0,-40-34 0,0 0 0,0 0 0,0-1 0,1 1 0,0-1 0,0 0 0,5 2 0,-3-1 0,0 0 0,-1 0 0,11 9 0,7 7-83,-24-20-35,0-1-1,0 1 1,0 0-1,0 0 1,0 0-1,0 0 0,-1 0 1,1 0-1,0-1 1,0 1-1,0 0 1,0 0-1,-1 0 1,1 0-1,0 0 0,0 0 1,0 0-1,0 0 1,-1 0-1,1 0 1,0 0-1,0 0 1,0 0-1,0 0 0,-1 0 1,1 0-1,0 0 1,0 0-1,0 0 1,-1 0-1,1 0 1,0 0-1,0 0 0,0 0 1,0 1-1,0-1 1,-1 0-1,1 0 1,0 0-1,0 0 1,0 0-1,0 0 0,0 1 1,0-1-1,-1 0 1,1 0-1,0 0 1,0 1-1,5-20-6920,14 1 2735,1 0 1572,-13 10 1699,1 0 0,0 1 0,12-9 0,-11 9 377,0-1 0,-1 1 0,11-13 0,-9 7 418,0-1 0,-1 0-1,-1 0 1,13-29 0,-19 38 1082,0-1 0,-1 0 0,1 0-1,-1 0 1,0 0 0,-1 0 0,1-12 4501,9 34-2122,14 22 1740,-21-34-4683,-1-1 1,0 1 0,-1 0 0,1 1 0,-1-1 0,1 0 0,0 9 0,2 5 176,0-3-189,-2 0 0,0 1 1,0-1-1,-2 1 0,-1 25 0,0-2 180,1-38-274,1 1 310,-1-2-473,0 0 1,0 0-1,0 0 0,0 0 1,0 0-1,0 1 1,0-1-1,0 0 0,0 0 1,0 0-1,0 0 0,0 1 1,0-1-1,0 0 1,0 0-1,1 0 0,-1 0 1,0 0-1,0 0 0,0 1 1,0-1-1,0 0 1,0 0-1,1 0 0,-1 0 1,0 0-1,0 0 0,0 0 1,0 0-1,1 0 0,-1 0 1,0 0-1,0 0 1,0 0-1,0 0 0,1 0 1,-1 0-1,0 0 0,0 0 1,0 0-1,0 0 1,1 0-1,-1 0 0,0 0 1,0 0-1,0 0 0,0 0 1,0 0-1,1-1 0,3-2 182,0-1 0,-1 0 0,1 0 0,-1 0 0,0-1-1,5-8 1,-1 2-161,-4 5-20,3-2-3,0-1 1,-1 0-1,0 0 0,6-20 1,6-6-2,-2 6-18,-12 21-2,1 1-1,0 0 0,1 0 0,0 0 0,0 1 0,0-1 0,1 1 0,-1 0 0,2 1 0,-1 0 0,0 0 0,14-8 0,-18 12 11,1 1-1,-1-1 0,1 1 0,-1-1 1,1 1-1,-1 0 0,1 0 0,0 0 1,-1 0-1,1 1 0,-1-1 0,1 1 1,-1-1-1,0 1 0,1 0 1,-1 0-1,1 0 0,2 2 0,-2-2 2,1 1-1,-1 0 1,0 0 0,0 0-1,0 0 1,0 1-1,0-1 1,0 1-1,-1-1 1,1 1 0,-1 0-1,0 0 1,4 5-1,-4-2 2,1-1 0,0 0 0,0 0 0,1 0 0,0 0 0,0 0-1,0-1 1,0 0 0,7 5 0,17 20 1,-23-24-5,0 0 1,0-1-1,0 1 0,7 4 0,-6-6 3,-1 1 1,0 1-1,0-1 0,5 6 1,-8-8-4,0 0 0,0-1-1,0 1 1,0-1 0,1 1 0,-1-1 0,0 0 0,1 0 0,0 0 0,-1 0 0,1-1 0,-1 1 0,1 0 0,0-1-1,-1 0 1,1 0 0,0 0 0,-1 0 0,5-1 0,-2 1-30,-3 0-48,1-1 1,0 0 0,0 0-1,0 0 1,0 0-1,-1 0 1,1-1 0,-1 1-1,1-1 1,-1 1 0,1-1-1,-1 0 1,0 0 0,0 0-1,0-1 1,0 1-1,0 0 1,-1-1 0,1 1-1,0-1 1,0-3 0,7-7-208,-8 10 274,0 0 1,0 0 0,-1-1 0,1 1 0,-1 0 0,0-1-1,0 1 1,0 0 0,-2-6 0,2-1 104,0 9-62,0 1-12,0 0 0,0 1 0,-1-1 0,1 0 0,0 0 0,0 0 0,0 0 0,0 0 0,0 0 0,0 0 0,0 0 0,0 0 0,0 0 0,0 0 0,-1 0 0,1 0 0,0 0 0,0 0 0,0 0 0,0 0 0,0 0 0,0 0 0,0 0 0,-1 0 0,1 0 0,0 0 0,0 0 0,0 0 0,0 0 0,0 0 0,0 0 0,0 0-1,0 0 1,-1 0 0,1 0 0,0 0 0,0 0 0,0 0 0,0 0 0,0 0 0,0 0 0,0 0 0,0 0 0,0-1 0,0 1 0,0 0 0,-1 0 0,1 0 0,0 0 0,0 0 0,0 0 0,0 0 0,0 0 0,0 0 0,0-1 0,0 1 0,0 0 0,0 0 0,0 0 0,0 0 0,0 0 0,0 0 0,0 0 0,0-1 0,0 1 0,0 0 0,0 0 0,0 0 0,1 0 0,8-8 858,-7 7-816,-1 0 0,1 0-1,-1 0 1,1 0-1,0 0 1,-1-1 0,0 1-1,1-1 1,-1 1 0,0-1-1,0 1 1,0-1 0,2-3-1,-3 3-46,0 1 0,0 0 0,1 0 0,-1-1 0,1 1-1,-1 0 1,1 0 0,-1 0 0,1-1 0,0 1 0,-1 0 0,3-2-1,-2 2-1,0 0-1,0 0 0,0 0 1,-1-1-1,1 1 0,0 0 1,-1-1-1,1 1 0,0 0 0,-1-1 1,0 1-1,1-1 0,-1-1 1,-9-24 184,3 17 20,-3-2-146,8 11-67,1 0 0,0 1 0,0 0 0,0 0 0,0-1 0,0 1 0,0 0 0,0 0 0,0-1 0,-1 1 0,1 0 0,0 0 0,0-1 0,0 1 0,0 0 0,-1 0 0,1 0 0,0 0 0,0-1 0,-1 1 0,1 0 0,0 0 0,0 0 0,-1 0 0,1 0 0,0 0 0,0-1 0,-1 1 0,1 0 0,0 0 0,0 0 0,-1 0 0,1 0 0,0 0 0,-1 0 0,1 0 0,0 0 0,0 0 0,-1 1 0,1-1 0,0 0 0,0 0 0,-1 0 0,1 0 0,0 0 0,-1 0 0,-6 1 0,3 3 0,0 0 0,1 0 0,0 0 0,-1 1 0,1-1 0,0 1 0,1 0 0,-4 8 0,3-8 0,2-1 0,1 0 0,-1 0 0,1 0 0,-1 1 0,1-1 0,0 0 0,0 0 0,1 0 0,0 0 0,-1 1 0,1-1 0,1 0 0,-1 0 0,2 4 0,26 45 0,-28-52 0,-1 0 0,1-1 0,-1 1 0,1 0 0,0-1 0,-1 1 0,1 0 0,0-1 0,-1 1 0,1-1 0,0 0 0,0 1 0,0-1 0,-1 1 0,1-1 0,1 0 0,11 8 0,-11-6 0,-1-1 0,0 0 0,1 0 0,0-1 0,-1 1 0,1 0 0,-1 0 0,1-1 0,0 1 0,0-1 0,-1 1 0,1-1 0,0 0 0,2 1 0,29-1 0,-26 0 0,5-1 0,0-1 0,0-1 0,0 0 0,0-1 0,22-9 0,-33 12 0,9-4 0,-1-1 0,0 0 0,0 0 0,0-1 0,-1-1 0,0 1 0,0-1 0,-1 0 0,0-1 0,-1 0 0,10-16 0,-14 22 0,-1 0 0,1-1 0,-1 1 0,0 0 0,1-1 0,-1 1 0,-1-1 0,1 1 0,-1-1 0,1 1 0,-1-1 0,-1-6 0,0-3 0,-1 0 0,-5-16 0,4 19 0,1 0 0,0 0 0,-1-15 0,3 21 0,0 0 0,-1 0 0,0 0 0,0 0 0,0 0 0,0 0 0,-3-5 0,3 6 0,-1-1 0,1 1 0,0-1 0,0 0 0,0 0 0,1 1 0,-1-6 0,1 7 0,-1-1 0,1 1 0,0 0 0,-1 0 0,0 0 0,1 0 0,-1 0 0,0 0 0,0 0 0,-2-3 0,2 4 0,0-1 0,0 0 0,0 1 0,0-1 0,0 0 0,1 0 0,-1 0 0,1 1 0,-1-1 0,0-3 0,1 4 0,0 0 0,0-1 0,-1 1 0,1 0 0,-1 0 0,1 0 0,-1 0 0,0 0 0,1 0 0,-1 0 0,0 0 0,0 0 0,1 1 0,-1-1 0,0 0 0,0 0 0,0 1 0,0-1 0,0 0 0,0 1 0,0-1 0,0 1 0,0-1 0,0 1 0,-1 0 0,1 0 0,-2-1 0,0 8 0,4-4 0,-1 16 0,0 0 0,2 0 0,0 0 0,5 19 0,17 74 0,-17-72 0,11 67-265,-10-35-5118,-7-69 4875,0-1 0,0 1-1,0-1 1,0 1 0,0-1-1,0 1 1,1-1 0,-1 0-1,1 1 1,-1-1 0,1 0-1,0 0 1,0 0 0,0-1-1,3 3 1,-1-2-412,0 1 1,0-1-1,1-1 0,-1 1 1,1 0-1,0-1 0,-1 0 1,6 0-1,-8-1 277,1 1 1,-1-1 0,0 0-1,0 0 1,0-1-1,0 1 1,0 0-1,0-1 1,4-1-1,-5 2 150,8-1-3242</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42.169"/>
    </inkml:context>
    <inkml:brush xml:id="br0">
      <inkml:brushProperty name="width" value="0.035" units="cm"/>
      <inkml:brushProperty name="height" value="0.035" units="cm"/>
      <inkml:brushProperty name="color" value="#F71A09"/>
    </inkml:brush>
  </inkml:definitions>
  <inkml:trace contextRef="#ctx0" brushRef="#br0">18 174 168,'0'0'161,"0"-1"-1,0 1 0,0 0 1,0 0-1,-1-1 1,1 1-1,0 0 1,0-1-1,0 1 1,0 0-1,-1 0 1,1-1-1,0 1 1,0 0-1,0 0 1,-1-1-1,1 1 1,0 0-1,-1 0 1,1 0-1,0-1 1,0 1-1,-1 0 1,1 0-1,0 0 1,-1 0-1,1 0 1,0 0-1,-1 0 1,1 0-1,0 0 0,-1 0 1,1 0 49,-1 0 1,1-1-1,-1 1 0,1 0 1,0 0-1,-1 0 0,1 0 1,-1 0-1,1 0 0,0 0 0,-1-1 1,1 1-1,0 0 0,-1 0 1,1 0-1,0-1 0,-1 1 1,1 0-1,0-1 0,-2-5 7960,9 11-3803,23 1 421,16-7-3869,0-1-1,0-2 1,72-16-1,-86 13-871,10-1-21,-39 7-20,-1 0 1,1 0-1,-1 0 0,0 0 0,1 0 1,-1 0-1,0-1 0,1 1 0,-1-1 1,0 0-1,2-2 0,-3 4-4,-1-1-1,0 1 0,1-1 1,-1 1-1,0 0 0,1-1 1,-1 1-1,0-1 0,0 1 1,0-1-1,1 1 0,-1-1 1,0 1-1,0-1 0,0 1 1,0-1-1,0 1 0,0-1 1,0 1-1,0-1 0,0 1 1,0-1-1,0 1 0,0-1 1,-1 1-1,1-1 0,0 1 1,0-1-1,0 1 0,-1-1 1,1 1-1,0-1 0,-1 1 1,1 0-1,0-1 0,-1 1 1,0-1-1,-14-8 14,14 9-13,-57-21 31,38 15 6,0-1-1,0-2 1,-25-13 0,40 19 42,1 1-1,-1 0 1,1-1 0,-1 2-1,0-1 1,-9-1-1,12 3 128,30 21-277,-14-13 51,-12-8 18,-1 0 0,1 1 0,-1-1 1,1 1-1,-1 0 0,0-1 0,1 1 0,-1 0 0,0 0 0,2 2 0,0-2-1,-1 1 0,0 0 0,1 0 0,-1-1 0,1 1 0,0-1 0,0 0 0,-1 0 0,4 1 0,-2 0 6,1-1 0,-1 1-1,0 0 1,-1 0-1,1 0 1,6 5-1,9 6 13,-16-11-14,-1-1 0,1 1 0,-1-1 0,1 1 0,-1 0 0,0 0 0,1 0 0,-1 0 0,0 1 0,0-1 0,0 1 0,1 2 0,9 20 20,-10-21-24,1 0 0,-1 1-1,-1-1 1,1 0 0,-1 1 0,1-1 0,-1 0-1,-1 1 1,1 0 0,0 7 0,-2-9 6,1 0 0,-1 1 0,0-1 0,0 0 0,0 0 0,0 0 0,-1 0 0,1 0 1,-1 0-1,1 0 0,-1-1 0,0 1 0,0 0 0,-1-1 0,-4 5 0,-1-2-17,7-4-50,-1 0 0,0 0 0,0 0-1,1 0 1,-1 0 0,0 0-1,0 0 1,0-1 0,0 1 0,0-1-1,0 1 1,0-1 0,0 0-1,0 0 1,-4 0 0,6 0-5,-4 0-666,1 0-1,0 0 1,-1 0 0,1 0 0,-1 0 0,1-1-1,0 0 1,-1 1 0,1-1 0,-5-2 0,9 2 440,-1 0 0,0 0 1,1 0-1,-1 1 1,1-1-1,-1 0 1,1 1-1,-1-1 0,1 0 1,-1 1-1,1-1 1,-1 0-1,1 1 1,0-1-1,0 1 0,-1-1 1,1 1-1,0 0 1,1-1-1,20-13-3232,-8 9 1761,1 1 0,27-4 0,-26 5 13,1-1-1,15-5 1,-13-1-618</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42.941"/>
    </inkml:context>
    <inkml:brush xml:id="br0">
      <inkml:brushProperty name="width" value="0.035" units="cm"/>
      <inkml:brushProperty name="height" value="0.035" units="cm"/>
      <inkml:brushProperty name="color" value="#F71A09"/>
    </inkml:brush>
  </inkml:definitions>
  <inkml:trace contextRef="#ctx0" brushRef="#br0">96 165 1600,'-1'-3'617,"1"0"-1,0 0 0,0 0 1,0 0-1,1 0 0,-1 0 1,1 0-1,-1 0 1,1 0-1,0 0 0,0 0 1,0 1-1,1-1 0,-1 0 1,1 1-1,-1-1 0,4-2 1,-2 1 80,1 0 0,0 1 0,0 0-1,0 0 1,0 0 0,0 0 0,0 1 0,1 0 0,5-2 0,13-8 3277,-21 11-2911,5 4 4330,1 6-3859,1 0-1221,-7-8-286,-1 0-1,0 0 0,0 1 0,1-1 0,-1 0 0,0 1 0,0-1 0,0 0 0,-1 1 0,1-1 0,0 1 0,0 0 0,-1-1 0,1 1 0,-1 0 0,0-1 0,1 1 0,-1 0 0,0-1 0,0 4 1,4 16 128,0-10-145,0 1 0,-1-1-1,-1 1 1,0 0 0,0 14 0,-2 64 44,-1-42-44,10-5-10,-5-26-27,-3-16 15,0 1 1,-1-1-1,1 1 1,-1-1-1,1 1 1,-1-1-1,0 1 1,1-1-1,-1 1 1,0 0-1,0 2 1,6-4-582,-6 0 564,0 0 0,1 0 0,-1 0 1,0 0-1,0 0 0,0 0 0,0 0 0,0 0 0,0 0 0,0 0 1,1 0-1,-1 0 0,0 0 0,0 0 0,0 0 0,0 0 1,0-1-1,0 1 0,0 0 0,0 0 0,1 0 0,-1 0 1,0 0-1,0 0 0,0 0 0,0-1 0,0 1 0,0 0 0,0 0 1,0 0-1,0 0 0,0 0 0,0 0 0,0-1 0,0 1 1,0 0-1,0 0 0,0 0 0,0 0 0,0 0 0,0 0 1,0-1-1,0 1 0,0 0 0,0 0 0,0 0 0,0 0 0,0 0 1,-1 0-1,1 0 0,0-1 0,0 1 0,0 0 0,0 0 1,0 0-1,0 0 0,0 0 0,0 0 0,0 0 0,-1 0 0,1 0 1,0 0-1,-2-2-639,0 0 0,1-1 0,-1 1-1,1 0 1,-1 0 0,1-1 0,0 1 0,0-1 0,0 1 0,0-1 0,0 0 0,0 1 0,1-1 0,-1 0 0,1 1 0,0-1-1,0 0 1,0-4 0,-5-27-3967,1 20 3235,-2-6-65,-1 11 936,5 6 315,0 0 0,0 0 0,0 0 0,0-1 0,0 1 1,1 0-1,-1-1 0,1 1 0,0-1 0,-1-6 0,1 5 66,1 1-1,-1 0 0,0 0 1,0-1-1,0 1 1,-1 0-1,-2-5 0,-4-13-259,6 15 306,-2-6 27,1-1-1,0 0 1,-1-18 0,-5-6 448,1-1 1218,8 37-1451,0 1 1,0-1-1,0 1 0,0-1 0,0 1 0,-1-1 0,1 1 1,0-1-1,-1 1 0,1-1 0,-1 1 0,1-1 1,-1 1-1,0-1 0,1 1 0,-3-2 0,3 2-69,0 1 0,-1-1 0,1 1-1,0-1 1,0 0 0,-1 1 0,1-1 0,0 1-1,0-1 1,0 0 0,0 1 0,0-1-1,0 0 1,0 1 0,0-1 0,0 1-1,0-1 1,0 0 0,0 0-29,1 1 1,-1 0-1,0-1 1,0 1-1,0 0 0,0 0 1,0-1-1,0 1 0,0 0 1,0-1-1,0 1 1,0 0-1,0-1 0,0 1 1,0 0-1,0-1 0,0 1 1,-1 0-1,1 0 1,0-1-1,0 1 0,0 0 1,0-1-1,0 1 0,-1 0 1,1 0-1,0-1 1,0 1-1,-1 0 0,1 0 1,0 0-1,0 0 0,-1-1 1,1 1-1,0 0 1,0 0-1,-1 0 0,1 0 1,0 0-1,-1 0 1,1-1-1,0 1 0,-1 0 1,1 0-1,0 0 0,0 0 1,-1 0-1,1 0 1,0 0-1,-1 1 0,1-1 1,0 0-1,-1 0 0,1 0 1,-3 0 222,2 0-102,0-1 1,0 1 0,0 0 0,0 0 0,0 0 0,0 0 0,0 0 0,0 0-1,0 0 1,0 0 0,0 0 0,1 1 0,-1-1 0,0 0 0,0 0 0,0 1 0,0-1-1,0 1 1,0-1 0,0 1 0,-1 1 0,2-1-53,-1 0-1,0 0 1,1-1-1,-1 1 1,0 0 0,0 0-1,0 0 1,0 0 0,0-1-1,1 1 1,-1 0-1,0-1 1,-2 1 0,0 1 312,-5 18 1116,1-11-1097,1 0-1,-9 19 0,8-15-426,3-1-19,4-12 0,0 1-1,0 0 1,0-1-1,0 1 1,0-1 0,-1 1-1,1 0 1,0-1-1,0 1 1,-1-1 0,1 1-1,-1 0 1,1-1 0,0 1-1,-1-1 1,1 1-1,-1-1 1,1 1 0,-1-1-1,-17 21-1098,17-20 796,-1 1 0,0-1 0,0 0 0,1 1 0,-1-1 0,1 1 0,-1 0 0,1-1 0,0 1 0,0 0 0,0 0 0,0 0-1,0 0 1,-1 4 0,0-1-1565,1 0-1,0 0 0,1 0 1,-1 1-1,1 4 0,0-4-1525</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43.237"/>
    </inkml:context>
    <inkml:brush xml:id="br0">
      <inkml:brushProperty name="width" value="0.035" units="cm"/>
      <inkml:brushProperty name="height" value="0.035" units="cm"/>
      <inkml:brushProperty name="color" value="#F71A09"/>
    </inkml:brush>
  </inkml:definitions>
  <inkml:trace contextRef="#ctx0" brushRef="#br0">18 82 424,'-18'0'10837,"36"-6"-8279,27 1-299,-10 3-1426,60-12 0,-53 7-761,-14 2-2264,48-16 0,-54 16-63,8-2-1922,-13-1 1008,1 6-310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1.976"/>
    </inkml:context>
    <inkml:brush xml:id="br0">
      <inkml:brushProperty name="width" value="0.035" units="cm"/>
      <inkml:brushProperty name="height" value="0.035" units="cm"/>
      <inkml:brushProperty name="color" value="#F71A09"/>
    </inkml:brush>
  </inkml:definitions>
  <inkml:trace contextRef="#ctx0" brushRef="#br0">582 16 952,'16'0'12191,"-16"0"-11984,0 0-1,-1 0 1,1 0 0,0 0 0,0 0-1,-1 0 1,1 0 0,0 0 0,-1 0-1,1 0 1,0 0 0,0 0 0,-1 0-1,1-1 1,0 1 0,0 0 0,-1 0 0,1 0-1,0-1 1,0 1 0,0 0 0,-1 0-1,1 0 1,0-1 0,0 1 0,0 0-1,0 0 1,0-1 0,0 1 0,-1-1-1,-2-3 5310,-3 3-5109,-2-5 6202,-18 18-6159,7 3-420,7-9-29,1 0-1,0 1 0,-13 10 0,10-7-15,-27 15 0,-79 44-2400,93-55-491,-1-2 0,-36 11 0,-59 5-9883,96-22 8756,1-1-59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2.763"/>
    </inkml:context>
    <inkml:brush xml:id="br0">
      <inkml:brushProperty name="width" value="0.035" units="cm"/>
      <inkml:brushProperty name="height" value="0.035" units="cm"/>
      <inkml:brushProperty name="color" value="#F71A09"/>
    </inkml:brush>
  </inkml:definitions>
  <inkml:trace contextRef="#ctx0" brushRef="#br0">78 21 576,'1'-2'12957,"6"-12"-4327,-7 14-8580,0 0 0,0 0 0,0 0 0,0 0-1,0-1 1,0 1 0,0 0 0,0 0 0,0 0-1,0-1 1,0 1 0,0 0 0,0 0 0,0 0-1,0 0 1,0 0 0,0-1 0,0 1 0,0 0-1,0 0 1,0 0 0,-1 0 0,1-1 0,0 1-1,0 0 1,0 0 0,0 0 0,0 0-1,0 0 1,-1 0 0,1 0 0,0 0 0,0 0-1,0-1 1,0 1 0,-1 0 0,1 0 0,0 0-1,0 0 1,0 0 0,0 0 0,-1 0 0,1 0-1,0 0 1,-11 5 3530,-8 12 1203,9-8-4783,2 2 0,-10 13 0,3-4 0,15-19 0,-1 0 0,1 0 0,0 0 0,0 1 0,0-1 0,0 0 0,0 0 0,0 0 0,1 0 0,-1 0 0,0 1 0,1-1 0,-1 0 0,0 0 0,1 0 0,-1 0 0,1 0 0,0 0 0,-1 0 0,1 0 0,0 0 0,-1-1 0,1 1 0,0 0 0,1 1 0,2 3 0,-2-2 0,0-1 0,0 1 0,0-1 0,0 0 0,0 0 0,1 0 0,-1 0 0,0 0 0,1 0 0,3 1 0,35 16 0,-21-10 0,28 8 0,-36-13 0,0 0 0,0 1 0,17 9 0,-24-11 0,14 12 0,-18-14 0,-1 0 0,1 0 0,-1 0 0,1 0 0,-1-1 0,0 1 0,1 0 0,-1 0 0,0 0 0,0 0 0,0 0 0,0 0 0,0 0 0,0 0 0,0 0 0,0 0 0,0 0 0,0 0 0,-1 0 0,1 0 0,0 0 0,-1 0 0,1 0 0,0 0 0,-2 1 0,0 1-5,0 0-1,0 0 1,0-1 0,0 0 0,-1 1-1,1-1 1,-1 0 0,0 0-1,1 0 1,-5 2 0,-37 16-200,8-3-169,34-16-15,0 0 1,-1 0-1,1-1 0,0 1 1,-1-1-1,1 0 1,-1 1-1,1-1 1,0-1-1,-1 1 1,1 0-1,-1 0 1,-2-2-1,4 2 33,-1 0 0,1 0 0,0 0 0,0-1 0,0 1 1,-1-1-1,1 1 0,0-1 0,0 1 0,0-1 0,0 0 0,0 1 0,0-1 0,0 0 0,0 0 0,0 0 0,0 0 0,1 0 0,-1 0 0,0 0 0,1 0 0,-1 0 0,0 0 0,1 0 0,-1 0 0,1 0 0,0 0 0,-1-1 0,1 0 0,0-35-10070,0 30 7041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3.045"/>
    </inkml:context>
    <inkml:brush xml:id="br0">
      <inkml:brushProperty name="width" value="0.035" units="cm"/>
      <inkml:brushProperty name="height" value="0.035" units="cm"/>
      <inkml:brushProperty name="color" value="#F71A09"/>
    </inkml:brush>
  </inkml:definitions>
  <inkml:trace contextRef="#ctx0" brushRef="#br0">1 77 480,'0'0'4987,"17"-6"-1481,-9 6-2940,0-1 0,1 0 0,-1-1 0,14-4 0,-14 3-226,0 1 0,1 0 1,-1 0-1,17-1 0,12-2-91,-30 4-249,0-1-1,1 1 1,12 0-1,8-1-557,37-7 1,-55 8 297,155-24-8541,-148 24 7050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3.334"/>
    </inkml:context>
    <inkml:brush xml:id="br0">
      <inkml:brushProperty name="width" value="0.035" units="cm"/>
      <inkml:brushProperty name="height" value="0.035" units="cm"/>
      <inkml:brushProperty name="color" value="#F71A09"/>
    </inkml:brush>
  </inkml:definitions>
  <inkml:trace contextRef="#ctx0" brushRef="#br0">287 1 312,'0'0'202,"-1"0"1,1 0-1,0 0 1,-1 0-1,1 0 0,-1 0 1,1 0-1,0 0 1,-1 0-1,1 0 0,0 0 1,-1 0-1,1 0 1,0 1-1,-1-1 0,1 0 1,0 0-1,0 0 1,-1 1-1,1-1 0,0 0 1,0 0-1,-1 1 1,1-1-1,0 0 0,0 1 1,0-1-1,-1 0 1,1 1-1,0-1 0,0 1-108,0-1 1,0 0-1,0 1 0,-1-1 0,1 0 0,0 0 1,0 1-1,0-1 0,0 0 0,-1 0 0,1 0 1,0 1-1,0-1 0,0 0 0,-1 0 0,1 0 0,0 1 1,0-1-1,-1 0 0,1 0 0,0 0 0,0 0 1,-1 0-1,1 0 0,0 0 0,0 0 0,-1 0 0,1 0 1,0 0-1,-1 0 0,0 1 78,1-1 0,-1 0 0,0 0 0,0 0 0,1 1 0,-1-1 0,0 0-1,1 0 1,-1 1 0,0-1 0,1 1 0,-1-1 0,1 1 0,-1-1 0,1 1 0,-2 0 0,-5 4 1093,4-3-884,-1 0 1,1 0 0,-1 0 0,1 0 0,0 1 0,0-1 0,0 1 0,-4 5 0,-10 8 679,10-11-910,1 0 1,0 0-1,1 1 1,-1 0-1,1 0 1,-8 12-1,-2 2-42,2 0-45,11-15-98,0-1-1,-1 0 0,0 0 1,0 0-1,-5 5 0,-1 0-10,-14 11-2763,22-20 2600,0 1 1,0-1-1,0 0 1,-1 1-1,1-1 1,0 0-1,0 0 0,0 1 1,-1-1-1,1 0 1,0 0-1,0-1 1,0 1-1,-1 0 1,1 0-1,0 0 0,0-1 1,0 1-1,0-1 1,-1 1-1,1-1 1,0 1-1,-1-2 0,-31-20-7997,23 12 5476</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3.554"/>
    </inkml:context>
    <inkml:brush xml:id="br0">
      <inkml:brushProperty name="width" value="0.035" units="cm"/>
      <inkml:brushProperty name="height" value="0.035" units="cm"/>
      <inkml:brushProperty name="color" value="#F71A09"/>
    </inkml:brush>
  </inkml:definitions>
  <inkml:trace contextRef="#ctx0" brushRef="#br0">1 11 112,'4'-8'8815,"6"5"-5153,19 6-3624,-12 0 395,9-2-237,40 7-1,-11 0-36,-6-1-57,86 23 1,-94-19-114,-11-1-170,-25-7 11,0-1 1,0-1-1,0 1 1,0-1-1,8 2 0,-1-3-1379,-11 0 1182,1 0-1,-1 1 0,1-1 1,0-1-1,-1 1 0,1 0 1,-1 0-1,1 0 0,-1-1 1,1 1-1,-1-1 1,1 1-1,-1-1 0,1 0 1,-1 0-1,2-1 0,5-2-2053</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3.914"/>
    </inkml:context>
    <inkml:brush xml:id="br0">
      <inkml:brushProperty name="width" value="0.035" units="cm"/>
      <inkml:brushProperty name="height" value="0.035" units="cm"/>
      <inkml:brushProperty name="color" value="#F71A09"/>
    </inkml:brush>
  </inkml:definitions>
  <inkml:trace contextRef="#ctx0" brushRef="#br0">157 0 1312,'0'0'5011,"-9"7"-456,-10-1-1825,0 0 0,1 2 0,-27 14 0,44-21-2657,0-1 0,0 1 0,0-1 1,0 1-1,0-1 0,0 1 0,0 0 0,0-1 0,0 1 0,0 0 1,1 0-1,-1 0 0,0 0 0,1 0 0,-1-1 0,1 1 1,-1 0-1,1 1 0,-1-1 0,1 0 0,0 0 0,-1 0 0,1 0 1,0 0-1,0 0 0,0 0 0,0 0 0,0 0 0,0 1 0,0-1 1,0 0-1,0 0 0,0 0 0,1 0 0,-1 0 0,1 0 1,-1 0-1,1 1 0,1 1-46,0 0 0,0-1-1,0 1 1,1-1 0,-1 0 0,1 0 0,-1 0 0,1 0 0,0 0 0,0-1-1,5 3 1,33 11 131,1-2-1,55 10 0,29 8 99,-94-20-267,21 6-16,-51-17 30,0 1 0,0-1 0,0 1 0,0-1 0,-1 1 0,1 0 0,0 0 0,0 0 0,-1 0 1,1 0-1,0 0 0,-1 1 0,1-1 0,-1 1 0,0-1 0,1 1 0,-1-1 0,0 1 0,0-1 0,0 1 0,0 0 0,1 4 0,-3-5 3,0 0-1,0 0 0,0 1 0,0-1 0,0 0 1,0 0-1,-1 0 0,1 0 0,0 0 0,-1 0 0,1-1 1,-1 1-1,1 0 0,-1-1 0,1 1 0,-3 0 1,-144 32-639,126-29 237,-16 3-2277,-73 5 1,100-12 1489,0 0 1,-1-1-1,1 0 1,0 0 0,0-2-1,0 1 1,1-1-1,-1-1 1,1 0-1,-1 0 1,-10-8-1,10 3-1763</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4.133"/>
    </inkml:context>
    <inkml:brush xml:id="br0">
      <inkml:brushProperty name="width" value="0.035" units="cm"/>
      <inkml:brushProperty name="height" value="0.035" units="cm"/>
      <inkml:brushProperty name="color" value="#F71A09"/>
    </inkml:brush>
  </inkml:definitions>
  <inkml:trace contextRef="#ctx0" brushRef="#br0">0 93 3081,'42'-1'7386,"0"-1"-3838,80-11-4225,-59 6 1289,-20 2-1724,62-16 1,-81 15-1498,0-2 0,23-11 0,-29 9-523</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4.897"/>
    </inkml:context>
    <inkml:brush xml:id="br0">
      <inkml:brushProperty name="width" value="0.035" units="cm"/>
      <inkml:brushProperty name="height" value="0.035" units="cm"/>
      <inkml:brushProperty name="color" value="#F71A09"/>
    </inkml:brush>
  </inkml:definitions>
  <inkml:trace contextRef="#ctx0" brushRef="#br0">1 38 24,'12'-9'1634,"-11"7"-1470,0 1-1,0 0 1,0 0 0,0 0-1,1 1 1,-1-1 0,0 0-1,0 0 1,1 1 0,-1-1-1,0 1 1,1-1 0,-1 1-1,3-1 1,-3 1 43,1-1-1,-1 1 1,0 0 0,0 0 0,0-1-1,1 1 1,-1 0 0,0-1-1,0 0 1,0 1 0,0-1 0,1 0-1,10-4 1225,3 0 15985,-22 4-11620,7 2-5784,0 7-20,0 0-1,0 0 1,1-1 0,0 1 0,0 0 0,4 10-1,6 48 17,-7-41-6,-3-17 0,0-1-1,1 1 1,0 0-1,4 12 1,-2-11-4,-1 2 1,0-1 0,-1 0-1,2 16 1,-3-17-134,0 1 0,1 0 0,0-1-1,1 1 1,7 16 0,-7-18-579,1 0 0,-1 0 0,2 12-1,4 12-3609,-5-20 1452,-4-11 2594,0 0-1,0 0 1,0 0-1,0-1 1,1 1-1,-1 0 1,0 0-1,0 0 1,1 0-1,-1-1 1,1 1-1,-1 0 1,0 0-1,1-1 1,0 1-1,-1 0 1,1-1-1,-1 1 1,1 0-1,0-1 0,-1 1 1,1-1-1,0 1 1,0-1-1,-1 0 1,1 1-1,0-1 1,0 0-1,0 1 1,-1-1-1,1 0 1,0 0-1,0 0 1,0 0-1,0 1 1,0-1-1,0-1 1,1 1-1,7 0-3123,-1 0-261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5.402"/>
    </inkml:context>
    <inkml:brush xml:id="br0">
      <inkml:brushProperty name="width" value="0.035" units="cm"/>
      <inkml:brushProperty name="height" value="0.035" units="cm"/>
      <inkml:brushProperty name="color" value="#F71A09"/>
    </inkml:brush>
  </inkml:definitions>
  <inkml:trace contextRef="#ctx0" brushRef="#br0">313 0 1224,'16'6'8795,"-29"4"-4482,11-8-3797,0 0 1,-1 0-1,1-1 0,0 1 1,0-1-1,-1 0 1,1 0-1,-1 0 1,-3 2-1,-1-1 645,0 0 0,1 0 0,0 1 0,-1 0-1,1 0 1,-9 7 0,-18 9 1138,30-17-2203,0-1-1,0 1 1,0 0 0,1 0-1,-1 0 1,1 1 0,-1-1-1,1 1 1,0-1-1,0 1 1,0 0 0,0 0-1,-2 5 1,4-6-90,1 0 0,0 0-1,0 0 1,-1 0 0,1 0 0,1 0-1,-1 0 1,0 0 0,0-1 0,1 1 0,-1 0-1,1-1 1,0 1 0,-1-1 0,1 0-1,0 1 1,3 1 0,40 13 106,14 0-92,-35-9-11,34 13 28,-53-18-37,0 0 0,-1 0 0,1 1 1,-1 0-1,0 0 0,0 0 0,0 0 1,0 1-1,4 4 0,-8-8 1,0 1-1,0-1 1,0 0 0,1 1-1,-1-1 1,0 1 0,0-1-1,0 1 1,0-1 0,0 1-1,0-1 1,0 1 0,0-1-1,0 1 1,0-1 0,0 1-1,0-1 1,0 1 0,0-1-1,-1 1 1,1-1 0,0 0-1,0 1 1,-1-1 0,1 1-1,0-1 1,0 0 0,-1 1-1,1-1 1,0 1 0,-1-1-1,1 0 1,0 0 0,-1 1-1,1-1 1,-1 0 0,1 0-1,-1 1 1,1-1 0,0 0-1,-2 0 1,-5 6 4,5-3 1,0-1-1,1 0 0,-2 1 1,1-1-1,0 0 1,0-1-1,-1 1 0,1 0 1,-1-1-1,-4 3 0,-35 14 73,26-12-52,-30 5-145,34-8-442,-1 0 1,1 0-1,-1-2 0,1 0 0,-1 0 0,-19-2 0,10 1-1027,14 0 514,-1-1 0,1 0-1,0 0 1,-1-1 0,1 0 0,0 0 0,0-1 0,-12-6-1,-31-20-10734,41 19 7835</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5.607"/>
    </inkml:context>
    <inkml:brush xml:id="br0">
      <inkml:brushProperty name="width" value="0.035" units="cm"/>
      <inkml:brushProperty name="height" value="0.035" units="cm"/>
      <inkml:brushProperty name="color" value="#F71A09"/>
    </inkml:brush>
  </inkml:definitions>
  <inkml:trace contextRef="#ctx0" brushRef="#br0">1 65 152,'5'-1'6719,"6"-4"-3381,-7 3-2438,1-1-1,-1 1 1,1 1 0,0-1-1,7-1 1,55-6-486,-36 6-73,89-8-377,-51 5-1159,-16-7-5679,-45 10 4856,1 2-1012</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5.862"/>
    </inkml:context>
    <inkml:brush xml:id="br0">
      <inkml:brushProperty name="width" value="0.035" units="cm"/>
      <inkml:brushProperty name="height" value="0.035" units="cm"/>
      <inkml:brushProperty name="color" value="#F71A09"/>
    </inkml:brush>
  </inkml:definitions>
  <inkml:trace contextRef="#ctx0" brushRef="#br0">140 0 2288,'0'1'276,"0"0"-1,1 0 0,-1-1 1,0 1-1,1-1 0,-1 1 1,1 0-1,-1-1 0,1 1 0,0-1 1,-1 1-1,1-1 0,-1 1 1,1-1-1,0 0 0,0 1 1,-1-1-1,1 0 0,1 1 0,-1-1-129,-1 0 0,1 1 0,0-1 0,0 0 0,0 1-1,-1-1 1,1 1 0,0-1 0,-1 1 0,1-1 0,0 1-1,-1-1 1,1 1 0,-1 0 0,1-1 0,-1 1 0,1 0-1,-1-1 1,1 1 0,0 1 0,-1 25 1777,1-19-1743,0 0-1,-1 0 1,0 0 0,-1 0-1,1 0 1,-2 0 0,1 0 0,-1 0-1,0 0 1,-1-1 0,-6 15 0,-17 26-58,22-43-212,0-1-1,0 1 1,-1 0 0,-8 6-1,11-9-89,0-1 0,0 0-1,0 0 1,0 0 0,0 0 0,0-1-1,0 1 1,-1-1 0,1 1 0,0-1-1,0 0 1,0 1 0,-1-1-1,1 0 1,0-1 0,0 1 0,-3-1-1,2 1-287,0-1-1,0 0 0,0 0 0,1 0 1,-1-1-1,0 1 0,1-1 0,-5-3 1,-6-3-2146,5 2 276</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6.080"/>
    </inkml:context>
    <inkml:brush xml:id="br0">
      <inkml:brushProperty name="width" value="0.035" units="cm"/>
      <inkml:brushProperty name="height" value="0.035" units="cm"/>
      <inkml:brushProperty name="color" value="#F71A09"/>
    </inkml:brush>
  </inkml:definitions>
  <inkml:trace contextRef="#ctx0" brushRef="#br0">0 12 704,'1'0'295,"0"0"0,-1 0 0,1-1 0,0 1-1,0 0 1,-1 0 0,1 0 0,0 0 0,-1-1 0,1 1 0,0 0-1,-1-1 1,1 1 0,0-1 0,-1 1 0,1-1 0,0 0 0,0 1 142,-1-1 1,1 1-1,-1-1 0,1 1 1,-1-1-1,1 1 1,-1 0-1,1-1 1,-1 1-1,1 0 1,0 0-1,-1-1 0,1 1 1,0 0-1,-1 0 1,1 0-1,2 0 3091,16 10-734,22 2-2026,132 53-1004,-169-64-459,0 0-1,0 1 1,0-1 0,0-1 0,0 1 0,0-1 0,0 1-1,0-1 1,0 0 0,0-1 0,0 1 0,1-1 0,-1 0 0,0 1-1,-1-2 1,1 1 0,0 0 0,0-1 0,4-2 0,-5 2 275,7-7-2470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6.442"/>
    </inkml:context>
    <inkml:brush xml:id="br0">
      <inkml:brushProperty name="width" value="0.035" units="cm"/>
      <inkml:brushProperty name="height" value="0.035" units="cm"/>
      <inkml:brushProperty name="color" value="#F71A09"/>
    </inkml:brush>
  </inkml:definitions>
  <inkml:trace contextRef="#ctx0" brushRef="#br0">165 5 2697,'0'-5'21135,"0"91"-19137,0-82-1891,1-1 0,0 1 0,-1-1 1,1 0-1,0 1 0,1-1 0,2 5 1,-3-5-56,0 0 0,0-1-1,0 1 1,0 0 0,0 0 0,0 0 0,-1 3 0,1-5-42,-1 1 0,0-1 0,0 0 0,0 0 0,1 0 0,-1 0 0,0 0 0,1 1 0,-1-1 0,1 0 0,0 0 0,-1 0 0,1 0 0,0 0 0,0 0-1,1 1 1,4 7 25,-1-3-23,-1-1 0,1 1 0,0-1 0,0 0 0,1 0 0,0-1-1,-1 0 1,1 0 0,1 0 0,-1-1 0,0 0 0,8 3 0,38 16 12,-49-20-20,0-1-1,1 1 1,-1 0 0,-1 0-1,1 0 1,0 0 0,0 1-1,-1-1 1,4 5 0,14 11 139,-19-18-141,0 1 0,-1 0 1,1-1-1,0 1 0,-1-1 0,1 1 0,-1 0 1,1 0-1,-1-1 0,1 1 0,-1 0 1,1 0-1,-1 0 0,0 0 0,1-1 0,-1 1 1,0 0-1,0 0 0,0 0 0,0 0 1,0 0-1,0 0 0,0 0 0,0 0 0,0 0 1,0-1-1,0 1 0,0 0 0,-1 0 1,1 0-1,0 0 0,-1 0 0,1-1 0,-1 1 1,1 0-1,-1 0 0,1 0 0,-1-1 1,1 1-1,-1 0 0,0-1 0,0 2 0,-6 5 17,0 0 0,-1 0 0,-8 7 0,8-8 6,2-2-8,-1 0 0,0 0 1,0-1-1,-1 0 0,-11 4 0,-12 5-16,22-8-159,0-1 1,-1 0-1,1-1 1,-1 0-1,1 0 1,-12 0-1,2-1-1321,-1-1 0,-20-3 0,34 2 743,0 0 1,1 0-1,-1-1 0,1 0 0,0 0 1,-9-5-1,8 4-635,1 0-1,0 0 1,1-1 0,-1 0 0,1 1 0,-7-9 0,2 1-2610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7.427"/>
    </inkml:context>
    <inkml:brush xml:id="br0">
      <inkml:brushProperty name="width" value="0.035" units="cm"/>
      <inkml:brushProperty name="height" value="0.035" units="cm"/>
      <inkml:brushProperty name="color" value="#F71A09"/>
    </inkml:brush>
  </inkml:definitions>
  <inkml:trace contextRef="#ctx0" brushRef="#br0">11 114 224,'1'1'120,"-1"-1"-1,0 1 1,0 0-1,0-1 1,0 1 0,0-1-1,0 1 1,0 0-1,0-1 1,0 1 0,0-1-1,0 1 1,0-1-1,0 1 1,0 0 0,-1-1-1,1 1 1,0-1-1,0 1 1,-1-1 0,1 1-1,0-1 1,-1 1-1,1-1 1,0 1-1,-1-1 1,1 0 0,-1 1-1,1-1 1,-1 0-1,1 1 1,-1-1 0,0 1-1,1-1-67,0 0-1,0 0 1,-1 0-1,1 0 0,0 0 1,0 0-1,-1 1 1,1-1-1,0 0 0,0 0 1,0 0-1,0 1 1,-1-1-1,1 0 1,0 0-1,0 0 0,0 1 1,0-1-1,0 0 1,0 0-1,0 1 0,0-1 1,-1 0-1,1 0 1,0 1-1,0-1 1,0 0-1,0 0 0,0 1 1,0-1-1,1 0 1,-1 0-1,0 1 0,0-1 1,0 0-1,0 0 1,0 1-1,0-1 1,0 0-1,0 0 0,1 1 1,-1-1-1,0 0 1,0 0-1,0 0 0,0 1 1,1-1-1,-1 0 1,0 0-1,0 0 1,0 0-1,1 0 0,-1 1 1,0-1-1,0 0 1,1 0-1,-1 0 0,0 0 1,0 0-1,1 0 1,-1 0-1,0 0 1,0 0-1,1 0 0,-1 0 1,0 0-1,1 0 1,21 4 5326,30-5-237,-30-1-4132,32-5-1,87-21-780,-121 24-566,-14 3 35,0 0 1,0-1-1,-1 1 0,1-1 0,0 0 0,9-6 0,-12 6 84,3-1-730,1-1 1,-1 0-1,0-1 0,0 1 1,-1-1-1,1 0 1,-1-1-1,0 1 0,-1-1 1,5-6-1,0-3-2297,-1 3-299</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8.135"/>
    </inkml:context>
    <inkml:brush xml:id="br0">
      <inkml:brushProperty name="width" value="0.035" units="cm"/>
      <inkml:brushProperty name="height" value="0.035" units="cm"/>
      <inkml:brushProperty name="color" value="#F71A09"/>
    </inkml:brush>
  </inkml:definitions>
  <inkml:trace contextRef="#ctx0" brushRef="#br0">37 66 64,'-2'-1'308,"-1"1"1,1-1-1,-1 0 0,1 0 1,-1 0-1,1 0 0,0 0 1,-1 0-1,1 0 0,-3-3 1,1 1 156,3 1-51,1 0 0,-1 0 1,1 0-1,-1-1 0,1 1 1,0 0-1,0 0 0,0-1 0,0 1 1,1-4-1,-1 0 1640,4 1-1150,-4 5-771,1 0 0,-1-1 1,0 1-1,1 0 1,-1 0-1,0-1 0,1 1 1,-1 0-1,0 0 1,0-1-1,1 1 1,-1 0-1,0-1 0,0 1 1,0 0-1,1-1 1,-1 1-1,0 0 0,0-1 1,0 1-1,0-1 1,0 1-1,0 0 1,0-1-1,0 1 0,0-1 1,0-1 2225,9 8 5385,-8 6-6818,33 16-706,-25-19-99,1-1-1,14 11 0,-7-9 43,105 62 649,-96-58-728,104 48 92,-32-14-100,2 0-737,-64-30-1512,-8-4-4919,-25-12 5301,1-1 1,0 0 0,0 0 0,-1 0 0,1-1-1,7 1 1,-2-1-2015</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8.596"/>
    </inkml:context>
    <inkml:brush xml:id="br0">
      <inkml:brushProperty name="width" value="0.035" units="cm"/>
      <inkml:brushProperty name="height" value="0.035" units="cm"/>
      <inkml:brushProperty name="color" value="#F71A09"/>
    </inkml:brush>
  </inkml:definitions>
  <inkml:trace contextRef="#ctx0" brushRef="#br0">1 7 1680,'4'0'1331,"-4"0"-1164,1 0-1,-1 0 1,1 0 0,-1 0-1,0 1 1,1-1 0,-1 0-1,1 0 1,-1 0 0,1 0-1,-1 0 1,0 0 0,1 0-1,-1 0 1,1-1 0,-1 1-1,1 0 1,-1 0 0,0 0-1,1 0 1,-1-1 0,0 1-1,1 0 1,-1 0 0,0 0-1,1-1 1,-1 1 0,0 0-1,1-1 1,-1 1 0,0 0 0,0-1-1,1 1 1,-1-1 0,26 0 8812,-24 1-8373,0 0 0,0 0 0,0 0 1,0 0-1,0 0 0,0 1 0,0-1 0,0 0 1,0 1-1,-1 0 0,1-1 0,0 1 1,0 0-1,0 0 0,-1 0 0,1 0 0,0 0 1,2 3-1,9 6 1380,-12-8-1858,1 1 1,-1-1-1,0 1 0,0 0 1,0-1-1,0 1 1,1 4-1,-2-3-105,1 0 0,-1 0 0,1 0-1,0 0 1,0-1 0,1 1 0,-1 0 0,1-1 0,0 1 0,0-1 0,0 0 0,0 1 0,0-1-1,1 0 1,-1 0 0,1 0 0,5 3 0,9 16-23,7-6 0,-16-10 0,0 0 0,0-1 0,12 5 0,77 28 0,6 0 0,-100-36 0,0 0 0,0 0 0,0 1 0,0-1 0,0 1 0,0 0 0,0 0 0,-1 0 0,0 0 0,0 0 0,4 6 0,-6-8 0,0 1 0,-1-1 0,1 0 0,0 1 0,-1-1 0,1 0 0,-1 0 0,1 0 0,-1 0 0,0 1 0,1-1 0,-1 0 0,0 0 0,0 0 0,0 0 0,0 0 0,0-1 0,0 1 0,0 0 0,0 0 0,-1 0 0,-29 14 0,17-10 0,-16 8 0,0-3 0,-33 8 0,4-1 0,45-13-380,1-1 0,-1-1 1,0 0-1,1-1 0,-1-1 0,0 0 1,0-1-1,-15-2 0,27 2-72,-1 1 1,1-1-1,0 1 1,-1-1 0,1 0-1,0 1 1,0-1-1,0-1 1,0 1-1,0 0 1,0 0-1,0-1 1,0 1-1,0-1 1,0 1-1,1-1 1,-1 0-1,1 0 1,-2-2-1,1 0-924,0 0 0,0-1 0,1 1 0,0 0-1,0 0 1,0-1 0,0 1 0,1 0 0,0-9-1,0-4-2940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8.839"/>
    </inkml:context>
    <inkml:brush xml:id="br0">
      <inkml:brushProperty name="width" value="0.035" units="cm"/>
      <inkml:brushProperty name="height" value="0.035" units="cm"/>
      <inkml:brushProperty name="color" value="#F71A09"/>
    </inkml:brush>
  </inkml:definitions>
  <inkml:trace contextRef="#ctx0" brushRef="#br0">1 76 1648,'0'-9'10335,"2"3"-7619,2 5-2519,0 0-1,1 0 1,-1 1-1,1 0 0,-1-1 1,1 2-1,8 0 1,2 0 1,89-7 350,0 1-460,70-7-1916,-48-7-3664,-53 6-1427,-55 8 4509</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9.037"/>
    </inkml:context>
    <inkml:brush xml:id="br0">
      <inkml:brushProperty name="width" value="0.035" units="cm"/>
      <inkml:brushProperty name="height" value="0.035" units="cm"/>
      <inkml:brushProperty name="color" value="#F71A09"/>
    </inkml:brush>
  </inkml:definitions>
  <inkml:trace contextRef="#ctx0" brushRef="#br0">313 1 1872,'-33'6'9057,"25"-3"-8281,0 0 0,0 1-1,0 0 1,0 0-1,0 1 1,1 0 0,-9 8-1,-3 15 859,15-23-1545,0-1 0,0 1 0,1-1 0,-1 1 0,1 0 0,0 0 0,0 1 1,-2 6-1,1-3-35,0 0 1,-1-1 0,-9 13-1,-63 82-714,69-90-157,6-11 539,1 0 0,0 0 0,0 0 0,-1 0 0,1-1 1,-1 1-1,0 0 0,-3 2 0,4-3-1085,-16-7-6581,9 1 5375,7-1-141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9.272"/>
    </inkml:context>
    <inkml:brush xml:id="br0">
      <inkml:brushProperty name="width" value="0.035" units="cm"/>
      <inkml:brushProperty name="height" value="0.035" units="cm"/>
      <inkml:brushProperty name="color" value="#F71A09"/>
    </inkml:brush>
  </inkml:definitions>
  <inkml:trace contextRef="#ctx0" brushRef="#br0">1 34 96,'0'-3'1342,"0"3"-1042,-1-1 0,1 0 0,0 0 0,0 1 0,0-1 0,0 0 0,0 0 0,0 1 0,0-1 0,0 0 0,1 0 0,-1 1 0,0-1 0,0 0 0,0 1 0,1-1 0,-1 0 0,0 0 0,1 1 0,-1-1 0,1 1 0,-1-1 0,1 0 0,-1 1 0,1-1 0,-1 1 0,2-1 0,1-5 1815,-3 6-2029,0 0-1,0 0 1,0-1-1,0 1 1,0 0 0,0 0-1,0-1 1,0 1-1,0 0 1,0 0 0,0 0-1,0-1 1,1 1-1,-1 0 1,0 0 0,0 0-1,0-1 1,0 1 0,1 0-1,-1 0 1,0 0-1,0 0 1,0-1 0,1 1-1,-1 0 1,0 0-1,0 0 1,1 0 0,-1 0-1,0 0 1,0 0-1,1 0 1,-1 0 0,0 0-1,0 0 1,1 0-1,-1 0 1,0 0 0,0 0-1,1 0 1,-1 0-1,0 0 1,0 0 0,1 0-1,-1 0 1,0 0-1,1 1 1,7-1 105,-1 1-1,1 0 1,0 1 0,-1-1-1,1 2 1,-1-1 0,1 1-1,-1 0 1,0 0 0,0 1-1,-1 0 1,11 8 0,6 7-84,-1 1 1,20 22 0,-29-28-120,-8-9-295,0 0 1,1 0-1,-1-1 1,1 1-1,12 5 1,-11-7-505,0 0-1,0 0 1,0-1 0,0-1 0,1 1 0,-1-1 0,1 0 0,14-1 0,37-6-4917,-42 1 3287</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3:59.874"/>
    </inkml:context>
    <inkml:brush xml:id="br0">
      <inkml:brushProperty name="width" value="0.035" units="cm"/>
      <inkml:brushProperty name="height" value="0.035" units="cm"/>
      <inkml:brushProperty name="color" value="#F71A09"/>
    </inkml:brush>
  </inkml:definitions>
  <inkml:trace contextRef="#ctx0" brushRef="#br0">0 5 1520,'0'-5'13091,"0"7"-12537,0 1-1,0-1 0,0 0 1,0 0-1,1 0 1,-1 0-1,0 0 1,1 0-1,-1 0 1,1 0-1,0 0 1,0 0-1,2 3 0,-2-2 17,1-1 0,0 1-1,-1 0 1,0 0-1,1-1 1,0 7 0,-1-6-365,0-1 1,-1 1 0,1 0-1,0-1 1,1 0 0,-1 1-1,0-1 1,1 0-1,-1 1 1,4 2 0,10 11 519,-11-12-611,0 1 0,0-1 0,0 0 0,7 5 0,137 85 427,-142-89-524,-1-1 0,1 2 0,-1-1 0,0 1 0,0 0 0,0 0 0,-1 0 0,7 13 1,-11-18-9,1 1 0,-1-1 0,0 1 0,1-1 0,-1 0 0,0 1 0,0-1 0,0 1 0,0-1 0,0 0 0,-1 1 0,1-1 0,0 1 0,0-1 0,-1 0 0,1 1 0,-1-1 0,0 0 0,1 0 0,-1 1 0,-1 0 0,1 0 12,0 0 0,0-1-1,0 1 1,0 0 0,-1-1-1,1 1 1,-1-1 0,1 0-1,-1 1 1,0-1 0,-3 2-1,-11 2 42,10-2-284,-1-1 0,0 0 0,1-1-1,-1 1 1,0-1 0,0 0 0,0-1-1,0 0 1,-13-1 0,10 0-1102,-1-1 0,0 0 1,-14-5-1,22 5 714,-1 1 0,1 0-1,0-1 1,0 0 0,0 0 0,0 0 0,0 0 0,0 0 0,0-1-1,1 1 1,0-1 0,-1 1 0,1-1 0,-3-6 0,-20-23-6876,15 16 3415</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0.052"/>
    </inkml:context>
    <inkml:brush xml:id="br0">
      <inkml:brushProperty name="width" value="0.035" units="cm"/>
      <inkml:brushProperty name="height" value="0.035" units="cm"/>
      <inkml:brushProperty name="color" value="#F71A09"/>
    </inkml:brush>
  </inkml:definitions>
  <inkml:trace contextRef="#ctx0" brushRef="#br0">1 87 2937,'38'-18'7032,"4"5"-3896,47-3-2896,-43 9-223,40-7-1911,-7 1-3134,-51 8 1789</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1.324"/>
    </inkml:context>
    <inkml:brush xml:id="br0">
      <inkml:brushProperty name="width" value="0.035" units="cm"/>
      <inkml:brushProperty name="height" value="0.035" units="cm"/>
      <inkml:brushProperty name="color" value="#F71A09"/>
    </inkml:brush>
  </inkml:definitions>
  <inkml:trace contextRef="#ctx0" brushRef="#br0">79 49 744,'0'-1'428,"0"1"0,0 0 0,0-1 0,0 1 0,0-1 0,0 1 0,0-1 0,0 1 0,-1 0 0,-2-6 5993,3 6-5993,-1 0 0,-3-6 6719,4 5-6579,-1 0 1,1 0-1,-1 0 0,1 0 1,-1 0-1,1 0 0,-1 0 1,1 0-1,-1 0 0,0 0 1,0 1-1,1-1 1,-1 0-1,0 1 0,0-1 1,-1 0-1,-9-6 2885,9 6-3370,2-3 38,1 4-121,-1 0 0,0-1 0,1 1 0,-1 0 0,0 0 0,1-1 0,-1 1 0,1 0 0,-1 0 0,0 0 0,1-1 0,-1 1 0,1 0 0,-1 0 0,0 0 0,1 0 0,-1 0 0,1 0 0,-1 0 0,1 0 0,-1 0 0,0 0 0,1 0 0,-1 0 0,1 0 0,-1 0 0,1 1 0,-1-1 0,0 0 0,1 0 0,-1 0 0,0 1 0,1-1 0,-1 0 0,0 0 0,1 1 0,-1-1 0,0 0 0,1 1 0,-1-1 0,0 0 0,0 1 0,1-1 0,-1 0 0,0 1 0,0-1 0,1 1 0,-1 0 0,2 3 0,0-1 0,1 1 0,-2 0 0,1 0 0,0 1 0,-1-1 0,0 0 0,0 0 0,0 1 0,0-1 0,-1 1 0,0-1 0,0 9 0,-1 4 0,-1 0 0,-6 24 0,-4-14 0,9-23 0,1 0 0,0 0 0,0 0 0,0 1 0,-1 7 0,-13 20 0,14-28 0,0 0 0,-1 0 0,1 0 0,0 1 0,1-1 0,-1 1 0,1-1 0,0 1 0,-1 4 0,-2 4 0,4-12 0,-1-1 0,1 1 0,-1 0 0,1 0 0,-1 1 0,1-1 0,-1 0 0,1 0 0,0 0 0,0 0 0,-1 0 0,1 0 0,0 0 0,0 0 0,0 1 0,1-1 0,-1 0 0,0 0 0,0 0 0,1 2 0,-1-3 0,1 1 0,-1-1 0,1 0 0,-1 1 0,1-1 0,-1 0 0,1 0 0,0 1 0,-1-1 0,1 0 0,-1 0 0,1 0 0,-1 0 0,1 0 0,-1 0 0,1 0 0,0 0 0,-1 0 0,1 0 0,-1 0 0,1 0 0,-1 0 0,1-1 0,-1 1 0,1 0 0,1-1 0,-2 1 0,7-1 0,0 1 0,1-2 0,-1 1 0,0-1 0,0 0 0,0 0 0,7-4 0,47-26 0,-40 20 0,37-22 0,-1-2 0,-2-3 0,62-57 0,-62 46 0,-47 46 0,-7 3 0,1 1 0,-1-1 0,0 1 0,0-1 0,0 0 0,0 1 0,0-1 0,0 0 0,0 0 0,0 0 0,0 0 0,0 0 0,1-1 0,-12 11 0,0-1 0,1 2 0,-14 16 0,3 1 0,-3 7 0,18-26 0,0 0 0,1 1 0,0-1 0,0 1 0,1 0 0,1 0 0,-1 1 0,1-1 0,1 0 0,-1 12 0,-2-4 0,3-16 0,1 0 0,-1 0 0,1 0 0,-1 0 0,1 0 0,-1 0 0,1 0 0,0 0 0,0 0 0,-1 1 0,1-1 0,0 0 0,0 0 0,0 0 0,0 0 0,0 0 0,1 1 0,-1-1 0,0 0 0,0 0 0,1 0 0,-1 0 0,1 0 0,-1 0 0,1 0 0,-1 0 0,1 0 0,0 0 0,-1 0 0,1 0 0,0 0 0,1 1 0,-1-2 0,-1 1 0,1-1 0,-1 0 0,1 0 0,-1 1 0,1-1 0,-1 0 0,1 0 0,-1 0 0,1 1 0,-1-1 0,1 0 0,0 0 0,-1 0 0,1 0 0,-1 0 0,1 0 0,-1 0 0,1 0 0,0 0 0,-1 0 0,1-1 0,-1 1 0,1 0 0,-1 0 0,2-1 0,-2 1 0,6-1 0,0 0 0,0-1 0,0 1 0,0-1 0,0 0 0,0 0 0,8-6 0,7-1 0,5-1 0,-1-2 0,0 0 0,-1-1 0,34-25 0,-49 32 0,0 0 0,20-9 0,2-1 0,-28 15 0,0 0 0,0 0 0,0 0 0,0 0 0,1 1 0,-1-1 0,0 1 0,5 0 0,-5 2 0,0 1 0,0-1 0,0 1 0,-1 0 0,1 0 0,-1 0 0,0 0 0,1 0 0,-2 0 0,1 1 0,0-1 0,-1 1 0,1-1 0,-1 1 0,0 0 0,0-1 0,0 1 0,0 5 0,0 10 0,0 1 0,-2 30 0,-1-11 0,2-37 0,1 1-42,-1 1-1,0 0 1,0-1 0,0 1-1,-1 0 1,1-1 0,-1 1-1,0-1 1,0 1-1,0-1 1,0 1 0,-1-1-1,1 0 1,-1 1 0,0-1-1,-3 4 1,-2 6-2599,5 1-5254</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2.782"/>
    </inkml:context>
    <inkml:brush xml:id="br0">
      <inkml:brushProperty name="width" value="0.035" units="cm"/>
      <inkml:brushProperty name="height" value="0.035" units="cm"/>
      <inkml:brushProperty name="color" value="#F71A09"/>
    </inkml:brush>
  </inkml:definitions>
  <inkml:trace contextRef="#ctx0" brushRef="#br0">8 235 616,'0'0'8931,"-7"-5"-3413,15 9-4962,1-1 1,0 0 0,0-1 0,0 0-1,0 0 1,0-1 0,1 0 0,-1 0 0,0-1-1,1-1 1,17-2 0,-15 0-398,-1 0 1,0 0-1,1-2 0,-1 1 1,-1-1-1,1-1 1,-1 0-1,0 0 0,15-13 1,-24 18-97,0 0 1,1 0 0,-1 0-1,0 0 1,0 0 0,0 0-1,-1-1 1,1 1 0,0 0 0,0-1-1,-1 1 1,1 0 0,-1-1-1,1 1 1,-1-1 0,0 1-1,1-1 1,-1 1 0,0-1-1,0 1 1,0-1 0,0 1 0,0-1-1,0 1 1,-1-1 0,0-2-1,0 3-25,0-1-1,0 1 1,0-1-1,0 1 1,0 0 0,0 0-1,0 0 1,-1-1-1,1 1 1,0 1-1,-1-1 1,1 0-1,-1 0 1,1 0-1,-1 1 1,0-1-1,1 1 1,-1-1-1,1 1 1,-1 0-1,0-1 1,1 1-1,-1 0 1,-3 0 0,-9 2-40,0 0 1,1 0 0,-1 1-1,1 1 1,0 0 0,0 1-1,0 1 1,0 0 0,1 0-1,0 1 1,1 1 0,-18 13-1,26-17 0,-1-1 0,1 1 0,-1 0 0,1 0 0,1 1 0,-1-1-1,0 0 1,-2 8 0,4-11 2,1 1-1,-1 0 0,0-1 1,1 1-1,-1 0 0,1 0 1,-1 0-1,1 0 1,0 0-1,0 0 0,0-1 1,0 1-1,0 0 0,0 0 1,1 0-1,-1 0 1,1 0-1,-1 0 0,1-1 1,0 1-1,-1 0 0,1 0 1,0-1-1,0 1 0,0-1 1,2 2-1,4 3 9,0-1 0,1 0-1,-1-1 1,1 0 0,0 0-1,0-1 1,1 1 0,-1-2-1,1 1 1,-1-2 0,1 1 0,0-1-1,0 0 1,13-1 0,11 0 31,0-3 1,53-9 0,-64 9-47,0-2-1,0-1 1,-1 0 0,0-2-1,34-16 1,-31 13 0,-21 10 10,1-1 0,-1 1 0,1-1 0,-1 0-1,0 0 1,1 0 0,2-2 0,6-6-9,-6 6 13,-1 0 0,0-1 1,0 0-1,0 1 0,-1-1 1,4-6-1,5-7 127,-10 16-3,-1 0 0,0-1-1,0 1 1,-1-1-1,1 1 1,0-1-1,-1 0 1,0 0-1,1 1 1,-1-1-1,0 0 1,-1 0 0,2-6-1,-3 7 54,0 0 0,1 0 1,-1 0-1,0 0 0,-1 0 0,1 1 0,0-1 0,0 0 1,-1 1-1,1-1 0,-1 1 0,0-1 0,1 1 0,-1-1 1,0 1-1,0 0 0,0 0 0,0 0 0,0 0 0,-2 0 1,-5 2-131,0 0 0,0 1 0,0 0 0,1 0 0,-1 1 0,1 0 1,0 1-1,0 0 0,-12 8 0,-8 2 33,8-1-65,1 0 1,0 1 0,1 0-1,-17 18 1,33-30-23,1-1-1,-1 1 1,1-1 0,0 1-1,-1 0 1,1 0 0,0-1-1,0 1 1,0 0 0,0 0 0,0 0-1,1 0 1,-1 0 0,1 0-1,-1 0 1,1 3 0,0-4 0,0-1 0,1 1 0,-1 0 0,0-1 0,1 1 1,-1 0-1,1-1 0,-1 1 0,1 0 0,-1-1 0,1 1 0,0-1 1,-1 1-1,1-1 0,0 1 0,-1-1 0,1 0 0,0 1 0,0-1 1,-1 0-1,1 0 0,0 1 0,0-1 0,0 0 0,-1 0 0,1 0 1,0 0-1,0 0 0,0 0 0,-1 0 0,1 0 0,0 0 1,0-1-1,1 1 0,1 0 0,9-1 0,0-1 0,0 0 0,0 0 0,0-1 0,0-1 0,-1 0 0,0 0 0,19-11 0,8-3 0,-36 17 0,1 0 0,-1 0 0,0-1 0,0 1 0,0-1 0,0 1 0,-1-1 0,1 0 0,0 0 0,1-2 0,-2 2 0,0 1 0,1-1 0,-1 1 0,0-1 0,1 1 0,-1 0 0,1-1 0,-1 1 0,1 0 0,0 0 0,0 0 0,2-1 0,6-3 0,-3 4 0,1 2 0,-6 6 0,-3-4 0,1-1 0,1 1 0,0-1 0,-1 1 0,1-1 0,0 1 0,0-1 0,0 0 0,1 1 0,-1-1 0,0 0 0,1 0 0,2 2 0,-1 4 0,-5 6 0,4-9 0,5-5 0,9-7 0,1 1 0,28-18 0,-32 10 0,-12 13 0,0-1 0,0 1 0,0-1 0,0 1 0,0 0 0,0 0 0,1-1 0,-1 1 0,0 0 0,1 0 0,-1 0 0,1 1 0,-1-1 0,4-1 0,-1 1 0,8-10 0,-5 5-28,-4 11-25,4 7 23,-4 4 62,-2-14-30,0-1-2,0-1 1,-1 1 0,1 0 0,-1-1 0,1 1-1,-1 0 1,0 0 0,1-1 0,-1 1-1,0 0 1,1 0 0,-1 0 0,0-1 0,0 1-1,0 0 1,0 2 0,1-3 1,-1 1-1,0 0 1,1 0 0,-1-1-1,1 1 1,-1 0 0,1-1-1,-1 1 1,1-1 0,-1 1-1,1-1 1,0 1 0,-1-1-1,1 1 1,0-1 0,0 1-1,-1-1 1,1 0 0,0 1-1,0-1 1,-1 0 0,1 0-1,0 0 1,0 0 0,0 0-1,0 1 1,-1-1 0,1-1-1,0 1 1,0 0 0,0 0-1,-1 0 1,1 0 0,0-1-1,1 1 1,1-1-2,-1 0 1,0 0-1,1 1 1,-1-1-1,0-1 1,0 1-1,1 0 0,-1 0 1,0-1-1,3-2 1,2-2-2,96-64 1,-41 26 0,-53 39 0,-2 4-1,-6 1-7,8 17-3,-9-16 9,1 1-1,-1-1 1,0 1-1,0-1 1,0 1-1,0 0 1,0-1-1,0 1 1,0-1-1,-1 1 1,1-1-1,0 1 1,-1-1-1,0 1 1,1-1-1,-1 1 1,0-1-1,1 0 1,-1 1-1,-1 0 1,-10 25-37,10-24 39,0 0 1,0 0-1,1 0 0,-1 1 0,1-1 0,0 0 1,-1 1-1,2-1 0,-1 1 0,0-1 0,1 1 0,-1-1 1,1 1-1,0 4 0,-3 2 14,-2 8-8,5-18-6,0 0 1,0 0-1,0 1 0,0-1 0,0 0 1,0 0-1,0 1 0,0-1 0,0 0 1,0 0-1,0 1 0,0-1 1,0 0-1,0 0 0,1 1 0,-1-1 1,0 0-1,0 0 0,0 0 0,0 1 1,1-1-1,-1 0 0,0 0 1,0 0-1,1 0 0,-1 1 0,0-1 1,0 0-1,0 0 0,1 0 0,-1 0 1,0 0-1,1 0 0,-1 0 1,0 0-1,0 0 0,1 0 0,-1 0 1,0 0-1,0 0 0,1 0 0,16-5 31,21-19 15,30-15-46,-62 34 0,19-14 0,-1-1 0,0-1 0,27-32 0,-40 34 0,3-10 0,-13 24 0,6-3 0,-10 2 0,0 9 0,2 12 0,2-13 0,0 0 0,-1-1 0,1 1 0,0 0 0,0 0 0,1-1 0,-1 1 0,0-1 0,0 1 0,1-1 0,-1 0 0,1 1 0,0-1 0,-1 0 0,3 1 0,10 11 0,1-2 0,-13-10 0,0-1 0,-1 1 0,1 1 0,0-1 0,-1 0 0,1 0 0,-1 0 0,0 1 0,1-1 0,-1 1 0,2 2 0,8 7 0,-10-10 0,0-1 0,0 1 0,0 0 0,0-1 0,0 1 0,-1 0 0,1 0 0,0 0 0,0 0 0,-1 0 0,1 0 0,-1 0 0,1 0 0,-1 0 0,1 0 0,-1 0 0,1 0 0,-1 0 0,1 3 0,7 29 0,-8-30-4,0 0 0,0 1 0,-1-1 1,0 0-1,1 0 0,-1 0 0,0 0 0,0 0 0,-1 0 0,1 0 1,-1 0-1,1 0 0,-1-1 0,0 1 0,0 0 0,0-1 0,-1 0 1,1 1-1,0-1 0,-1 0 0,1 0 0,-6 2 0,3-1-25,0-1 0,0 0 1,0 0-1,0 0 0,-1-1 0,1 1 0,-1-1 0,1-1 0,-1 1 0,1-1 0,-1 0 0,1 0 0,-8-1 1,-3-2-1959,0 0 1,0-1-1,-18-8 1,-16-13-10660,37 19 7775</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3.967"/>
    </inkml:context>
    <inkml:brush xml:id="br0">
      <inkml:brushProperty name="width" value="0.035" units="cm"/>
      <inkml:brushProperty name="height" value="0.035" units="cm"/>
      <inkml:brushProperty name="color" value="#F71A09"/>
    </inkml:brush>
  </inkml:definitions>
  <inkml:trace contextRef="#ctx0" brushRef="#br0">0 171 488,'3'-2'918,"-1"0"-1,0 0 0,1 1 1,-1-1-1,1 1 1,-1-1-1,1 1 0,3-1 1,5 1 5666,-7 6-6239,-1 11 11803,7-10-8685,29-9-3264,0-1 0,0-1 0,0-2 0,55-19 0,-80 23-195,-1-1 0,0-1 0,-1 0 0,1-1 0,-1 0 0,0-1 0,12-9 0,-22 14 0,-1 1 0,0-1 1,1 0-1,-1 1 0,0-1 0,0 0 0,0 0 0,0 0 0,0 0 0,-1 1 0,1-1 0,-1 0 1,1-1-1,-1 1 0,1 0 0,-1 0 0,0 0 0,0 0 0,0 0 0,0 0 0,-1 0 0,1 0 1,-1 0-1,1 0 0,-1 0 0,-1-3 0,-1-3 22,1 4-20,-12-6-9,12 9 1,-1-1 0,0 1 0,0 0 0,0 1-1,0-1 1,0 0 0,0 1 0,0 0 0,0 0 0,0-1-1,-6 2 1,-36 6-16,43-6 17,-39 9-76,-80 33 1,115-40 71,1 1 1,-1-1 0,1 1 0,0 0 0,0 1-1,-6 6 1,1-1 7,7-6 3,1-1 0,0 1 0,0-1 0,0 1 0,1 0 0,-1-1 0,1 1 0,0 0 0,0 0 1,0 5-1,-6 15-14,6-20 5,0-1 0,0 1 0,1-1 0,-1 1 0,1 0 0,0-1 0,0 1 1,0-1-1,0 1 0,1 0 0,1 5 0,14 39 36,-14-42-22,2 0-12,-1 0 0,1 0 0,0 0 0,1-1 0,-1 1 0,1-1-1,0 0 1,1-1 0,-1 1 0,1-1 0,0 0 0,0 0 0,0-1 0,9 4 0,-6-4-17,0 0 0,-1-1 1,1 0-1,0 0 0,1-1 0,-1-1 0,0 1 1,11-2-1,6-1-1415,41-10 0,-60 10 512,-1 0 0,0 0 0,0 0 0,-1-1 0,1 0 0,6-5 0,-8 5-622,0 0 1,0 0-1,0 0 1,0 0-1,-1-1 1,1 0-1,-1 0 1,3-5-1,-6 3-2456,-7 1-117</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4.946"/>
    </inkml:context>
    <inkml:brush xml:id="br0">
      <inkml:brushProperty name="width" value="0.035" units="cm"/>
      <inkml:brushProperty name="height" value="0.035" units="cm"/>
      <inkml:brushProperty name="color" value="#F71A09"/>
    </inkml:brush>
  </inkml:definitions>
  <inkml:trace contextRef="#ctx0" brushRef="#br0">1 11 392,'9'-5'3697,"-9"-1"-1225</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5.774"/>
    </inkml:context>
    <inkml:brush xml:id="br0">
      <inkml:brushProperty name="width" value="0.035" units="cm"/>
      <inkml:brushProperty name="height" value="0.035" units="cm"/>
      <inkml:brushProperty name="color" value="#F71A09"/>
    </inkml:brush>
  </inkml:definitions>
  <inkml:trace contextRef="#ctx0" brushRef="#br0">96 40 648,'4'-1'776,"1"0"1,0 0-1,-1-1 0,0 1 0,1-1 1,-1 0-1,8-5 0,14-5 3682,-10 8 1535,-16 4-5822,0 0 0,0 0 0,0-1 0,0 1 0,0 0 0,0 0 0,0 0 1,0-1-1,0 1 0,0 0 0,0 0 0,0 0 0,0-1 0,0 1 0,0 0 0,0 0 0,0 0 0,0-1 0,0 1 0,0 0 0,0 0 0,0 0 0,-1-1 1,1 1-1,0 0 0,0 0 0,0 0 0,0 0 0,0 0 0,-1-1 0,1 1 0,0 0 0,0 0 0,0 0 0,-1 0 0,1 0 0,0 0 0,0 0 0,0 0 0,-1 0 1,1 0-1,0 0 0,0 0 0,0-1 0,-1 1 0,1 1 0,0-1 0,0 0 0,0 0 0,-1 0 0,1 0 0,0 0 0,0 0 0,-1 0 0,1 0 0,0 0 1,0 0-1,0 0 0,0 1 0,-1-1 0,1 0 0,0 0 0,0 0 0,0 0 0,0 0 0,-1 1 0,-13 3 2336,12-4-2007,-16 10 490,15-8-990,-5 2 0,1 1 0,0-1 0,0 1 0,1 1 0,0-1 0,-11 13 0,14-14 0,1 0 0,-1-1 0,0 1 0,0-1 0,0 0 0,-1 0 0,-5 4 0,6-5 0,0 1 0,0-1 0,0 1 0,0-1 0,1 1 0,-1 0 0,1 0 0,-1 0 0,1 1 0,-2 3 0,-1 4 0,3-7 0,1-1 0,-1 0 0,1 1 0,0-1 0,0 1 0,0 0 0,0-1 0,0 7 0,4-5 0,10 6 0,-12-9 0,8 3 0,-6-5 0,0 0 0,0 0 0,-1 0 0,1 0 0,0 0 0,0 0 0,-1-1 0,1 0 0,0 1 0,0-1 0,-1 0 0,6-3 0,2 1 0,-6 2 0,0-1 0,-1 1 0,1-1 0,0 1 0,-1-1 0,1 0 0,-1 0 0,1-1 0,-1 1 0,4-5 0,12-7 0,-16 13 0,11-14 0,1 2 0,-12 11 0,0 0 0,0 0 0,0 0 0,0-1 0,-1 1 0,1-1 0,-1 0 0,3-3 0,-3 2 0,-2 8 0,0 1 0,0-4 0,0-1 0,0 1 0,0 0 0,0-1 0,0 1 0,0 0 0,-1-1 0,1 1 0,0 0 0,0-1 0,-1 1 0,1 0 0,0-1 0,-1 1 0,1-1 0,-1 1 0,0 0 0,-3 9 0,4-9 0,0 1 0,0-1 0,-1 0 0,1 1 0,0-1 0,-1 1 0,1-1 0,-1 0 0,0 1 0,1-1 0,-1 0 0,0 0 0,0 1 0,-1 0 0,1-1 0,0 0 0,0 0 0,1 0 0,-1 0 0,0 0 0,1 0 0,-1 0 0,1 0 0,-1 0 0,1 0 0,0 0 0,-1 0 0,1 3 0,-4 3-12,3-7 7,1 1 1,0-1-1,-1 0 1,1 0-1,0 1 0,-1-1 1,1 0-1,0 1 1,0-1-1,-1 0 1,1 0-1,0 1 0,0-1 1,0 1-1,0-1 1,-1 0-1,1 1 1,0-1-1,0 0 0,0 1 1,0-1-1,0 1 1,0-1-1,0 0 1,0 1-1,0-1 0,0 1 1,0-1-1,0 0 1,0 1-1,0-1 1,1 1-1,-1-1 0,0 0 1,0 1-1,1-1 1,3 2-1297,16-14-18856,-11 3 15814,0 2-81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6.503"/>
    </inkml:context>
    <inkml:brush xml:id="br0">
      <inkml:brushProperty name="width" value="0.035" units="cm"/>
      <inkml:brushProperty name="height" value="0.035" units="cm"/>
      <inkml:brushProperty name="color" value="#F71A09"/>
    </inkml:brush>
  </inkml:definitions>
  <inkml:trace contextRef="#ctx0" brushRef="#br0">13 297 1056,'7'-16'27288,"-6"16"-26839,-1 28 1498,0-24-1787,0 1 0,-1-1-1,1 1 1,-1-1 0,0 0 0,-3 7 0,-5 22 157,8-26-304,0 0 1,0 0-1,0 0 0,1 0 0,0 0 1,2 14-1,-1 2 21,-1-22-30,1 1-1,-1 0 1,1-1 0,0 1 0,-1-1 0,1 1-1,0-1 1,0 1 0,0-1 0,0 1 0,0-1-1,0 0 1,0 0 0,1 1 0,-1-1 0,0 0-1,1 0 1,-1 0 0,1 0 0,-1-1 0,1 1-1,-1 0 1,1-1 0,0 1 0,-1-1 0,1 1-1,2-1 1,4 2 3,0 0 1,0-1-1,0 0 0,10 0 1,-4-2 0,-1-1 1,0-1 0,0 0 0,0-1 0,21-9 0,-21 8-14,9-5-13,0 0 0,38-26 0,-42 25 16,-14 7 0,1 1 1,-1-1 0,0 0 0,0 0 0,5-9 0,4-2 0,-7 8 4,-1-1 1,0 0-1,0 0 1,-1 0-1,0 0 0,3-12 1,2 0 21,-4 7 16,0-1 0,-1 1 0,0-1 1,-1 0-1,-1 0 0,1-24 0,-2 24-41,0 0 0,5-22 0,-3 22 0,0 0 0,0-24 0,-3 21 0,0 14 0,0 6 0,0-1 0,0 0 0,-1 0 0,1 0 0,0 0 0,-1 0 0,0 0 0,0 0 0,1-1 0,-1 1 0,-2 3 0,2-4 0,0 1 0,0 0 0,0 0 0,0 0 0,0 0 0,0 0 0,1 0 0,-1 0 0,1 0 0,-1 4 0,1-3 0,-1 0 0,1 0 0,-1 0 0,0 0 0,0 0 0,0 0 0,0 0 0,-1 0 0,1 0 0,-3 3 0,-8 18 0,10-18 0,0 0 0,-1 0 0,0-1 0,-6 10 0,-8 17 0,-60 130 0,77-161 0,0 0 0,-1-1 0,1 1 0,0 0 0,-1-1 0,1 1 0,0 0 0,0-1 0,0 1 0,0 0 0,0 0 0,0-1 0,0 1 0,0 0 0,0 0 0,0-1 0,0 2 0,1 12 0,0-10 0,7-8 0,5-4 0,-9 7 0,0-1 0,0 0 0,-1 0 0,1-1 0,-1 1 0,0-1 0,1 0 0,-1 0 0,-1 0 0,4-4 0,-1 2 0,0-1 0,1 1 0,-1 0 0,1 0 0,9-6 0,-6 6 0,0 0 0,-8 5 0,0 0 0,1 0 0,-1 0 0,0 0 0,1 0 0,-1 0 0,0 0 0,1 0 0,-1 1 0,0-1 0,1 0 0,-1 1 0,0-1 0,0 1 0,1-1 0,-1 1 0,0 0 0,0 0 0,0-1 0,0 1 0,0 0 0,0 0 0,0 0 0,1 2 0,1 0 0,17 8 0,-14-9 0,-1 1 0,0 0 0,0 1 0,6 4 0,-4-2-14,1 0 1,-1-1-1,1 0 0,0 0 0,1-1 1,-1 0-1,1 0 0,-1-1 1,1 0-1,15 2 0,-13-5-1309,-6 1 256,-1-1 0,1 0 1,-1 0-1,0-1 1,1 1-1,-1-1 1,0 0-1,1 0 1,4-2-1,43-23-11500,-34 15 7788</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7.200"/>
    </inkml:context>
    <inkml:brush xml:id="br0">
      <inkml:brushProperty name="width" value="0.035" units="cm"/>
      <inkml:brushProperty name="height" value="0.035" units="cm"/>
      <inkml:brushProperty name="color" value="#F71A09"/>
    </inkml:brush>
  </inkml:definitions>
  <inkml:trace contextRef="#ctx0" brushRef="#br0">26 123 1032,'4'-12'4879,"8"-10"15247,-18 23-17610,5-1-1408,2 10 1822,1-9-2922,-1 1 0,0-1 0,-1 1-1,1-1 1,0 1 0,0-1 0,-1 1 0,1-1 0,0 1 0,-1 0 0,0-1-1,1 1 1,-1 0 0,0-1 0,0 1 0,0 0 0,0 0 0,0-1-1,0 1 1,-1 0 0,0 2 0,1 2-5,0 5-3,-1 0 0,0 0 0,-5 21 0,-2 23 0,3-39 0,2-4 0,-1 0 0,2 1 0,0 0 0,-1 13 0,-6 38 0,9-10 0,4-58 0,-4 4 0,0 0 0,0 0 0,1 0 0,-1 0 0,0 0 0,0 0 0,1 0 0,-1 0 0,0 0 0,0 0 0,0-1 0,1 1 0,-1 0 0,0 0 0,0 0 0,0 0 0,1 0 0,-1-1 0,0 1 0,0 0 0,0 0 0,0 0 0,0-1 0,1 1 0,-1 0 0,0 0 0,0-1 0,0 1 0,0 0 0,0 0 0,0 0 0,0-1 0,0 1 0,0 0 0,0 0 0,0-1 0,0 1 0,0 0 0,3-11 0,0 1 0,1 0 0,0 0 0,8-14 0,-9 18 0,-1 3 0,0 0 0,0 0 0,-1-1 0,1 1 0,-1 0 0,0-1 0,0 1 0,0-1 0,-1 1 0,1-7 0,1-8 0,0 1 0,1-1 0,7-25 0,1-2 0,-10 40 0,2-12 0,1-1 0,0 1 0,2 0 0,9-22 0,4-17 0,-2 30 0,-10 21 0,2 0 0,-7 5 0,0-1 0,-1 0 0,1 1 0,0 0 0,0-1 0,0 1 0,0 0 0,0 0 0,-1 0 0,1 0 0,0 0 0,3 1 0,4 0 0,4 0 0,0 0 0,0 1 0,-1 0 0,1 1 0,-1 0 0,17 7 0,-13-6 0,-14-3 0,0-1 0,0 1 0,0-1 0,0 1 0,0-1 0,0 1 0,0 0 0,0 0 0,0 0 0,-1 0 0,3 2 0,1 1 0,-2-1 0,0-1 0,-1 1 0,1 0 0,-1 0 0,1 0 0,3 6 0,-6-8 0,0 0 0,1 0 0,-1 0 0,0 0 0,0 0 0,0 0 0,1 0 0,-1 0 0,0 0 0,0 1 0,-1-1 0,1 0 0,0 0 0,0 0 0,0 0 0,-1 0 0,1 0 0,-1 0 0,1 0 0,-1 0 0,1 0 0,-1 0 0,1 0 0,-1-1 0,0 1 0,1 0 0,-1 0 0,0-1 0,-1 2 0,-11 8 0,0-1-1,0-1 1,-1 0 0,0-1-1,-1 0 1,-23 7 0,3 0-33,-6-3-2320,39-10 1935,1-1 0,-1 1-1,0-1 1,0 0-1,0 0 1,1 0 0,-1 0-1,0 0 1,0 0-1,0 0 1,0-1 0,1 1-1,-1-1 1,0 1-1,0-1 1,1 0 0,-1 1-1,1-1 1,-3-2-1,4 3 14,0-1 0,0 1 0,0-1 0,1 0 0,-1 1 0,0-1-1,0 1 1,1-1 0,-1 1 0,0-1 0,1 1 0,-1-1 0,0 1-1,1-1 1,-1 1 0,1 0 0,-1-1 0,1 1 0,-1-1 0,1 1 0,-1 0-1,2-1 1,13-9-5408,-15 10 5137,9-6-2471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7.479"/>
    </inkml:context>
    <inkml:brush xml:id="br0">
      <inkml:brushProperty name="width" value="0.035" units="cm"/>
      <inkml:brushProperty name="height" value="0.035" units="cm"/>
      <inkml:brushProperty name="color" value="#F71A09"/>
    </inkml:brush>
  </inkml:definitions>
  <inkml:trace contextRef="#ctx0" brushRef="#br0">138 11 2248,'-2'-11'10255,"1"14"-8752,-1-1 0,0 1-1,1-1 1,0 1 0,-1 0 0,1-1 0,0 1 0,0 0 0,0 3 0,-2 9 386,2-7-1592,-1 0-1,0 0 1,0-1 0,-1 1 0,0 0-1,-1-1 1,-5 9 0,2-4-266,-1 0 0,2 0 0,-9 21 0,14-31-30,0 1 0,-1-1 1,1 1-1,-1-1 0,1 0 1,-1 0-1,0 0 0,-3 3 1,3-4-5,1 1 0,0-1 0,0 0 0,-1 0 0,1 1 0,0-1 0,0 1 0,0-1 0,0 1 0,0-1 0,1 1 0,-1 0 0,0-1 0,1 1 0,-1 2 0,1-4-125,-1 1 1,1 0 0,0 0-1,-1-1 1,1 1 0,0 0-1,-1 0 1,1-1-1,-1 1 1,1-1 0,-1 1-1,0 0 1,1-1 0,-1 1-1,1-1 1,-1 1-1,0-1 1,0 0 0,1 1-1,-1-1 1,0 0-1,0 1 1,1-1 0,-1 0-1,0 0 1,0 0 0,0 0-1,1 1 1,-1-1-1,0 0 1,0-1 0,0 1-1,1 0 1,-1 0 0,0 0-1,-1-1 1,12-15-7982,-5 12 6784,-4 3 887,0 0 1,0 0-1,0 1 0,0-1 0,0 0 0,-1-1 1,1 1-1,0 0 0,-1 0 0,1 0 0,0 0 0,-1-1 1,1 1-1,-1-2 0,8-8-4148,0 0-53</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7.648"/>
    </inkml:context>
    <inkml:brush xml:id="br0">
      <inkml:brushProperty name="width" value="0.035" units="cm"/>
      <inkml:brushProperty name="height" value="0.035" units="cm"/>
      <inkml:brushProperty name="color" value="#F71A09"/>
    </inkml:brush>
  </inkml:definitions>
  <inkml:trace contextRef="#ctx0" brushRef="#br0">17 8 336,'0'0'399,"0"-1"0,-1 1 0,1-1 0,-1 1 1,1-1-1,-1 1 0,1-1 0,-1 1 0,1-1 0,-1 1 0,1 0 0,-1-1 0,1 1 1,-1 0-1,0-1 0,1 1 0,-1 0 0,0 0 0,1 0 0,-1 0 0,-1-1 0,-2 1 2562,13 4-2806,12 4-612,18 4-1820,-32-11 1636,13 4-3278,-12 1 717</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8.109"/>
    </inkml:context>
    <inkml:brush xml:id="br0">
      <inkml:brushProperty name="width" value="0.035" units="cm"/>
      <inkml:brushProperty name="height" value="0.035" units="cm"/>
      <inkml:brushProperty name="color" value="#F71A09"/>
    </inkml:brush>
  </inkml:definitions>
  <inkml:trace contextRef="#ctx0" brushRef="#br0">418 0 1072,'-26'6'5756,"-10"5"1598,-8 10-1100,27-13-4145,-9 6 949,6-1-1335,16-10-1426,-1 0 1,1 0-1,0 0 0,0 0 1,-6 7-1,-6 5 69,14-14-343,-1 1 0,1 0-1,0 0 1,0 0 0,0 0 0,0 1 0,-2 2-1,-4 5 16,0-1 0,-1 1 0,0-1 0,-20 14 0,13-9-42,-37 20-757,29-20-705,7-5-1647,16-9 2969,1 0-1,0 0 0,0 0 0,-1 0 1,1 0-1,0 0 0,0 0 1,-1 0-1,1 0 0,0 0 0,-1 0 1,1 0-1,0 0 0,0 0 1,-1 0-1,1 0 0,0 0 0,0 0 1,-1 0-1,1-1 0,0 1 0,0 0 1,-1 0-1,1 0 0,0 0 1,0-1-1,0 1 0,-1 0 0,1 0 1,0 0-1,0-1 0,0 1 1,0 0-1,-1 0 0,1-1 0,0 1 1,0 0-1,0 0 0,0-1 1,0 1-1,0 0 0,0-1 0,0 1 1,0 0-1,0 0 0,0-1 0,0 1 1,0-1-1,9-15-5594,-9 15 5487,1-1-1,-1 0 1,1 1-1,0-1 1,-1 1-1,1 0 1,0-1-1,0 1 0,0 0 1,0-1-1,0 1 1,0 0-1,0 0 1,1 0-1,-1 0 0,2-1 1,-1 1 70,0-1 0,0 1 0,-1-1 0,1 0 0,-1 1 1,1-1-1,-1 0 0,2-3 0,19-32-773,2-5 2010,-16 31-464,-7 11-521,-1-1-1,1 0 1,0 1 0,-1-1 0,1 0-1,0 0 1,-1 0 0,1 1 0,-1-1 0,0 0-1,1 0 1,-1 0 0,0 0 0,1 0 0,-1 0-1,0 0 1,0-1 0,0 0 90,1 0 1,-1 0-1,0 1 1,1-1-1,-1 0 1,1 1-1,-1-1 1,1 1-1,0-1 0,0 0 1,1-2-1,6-10 2552,-6 1 2028,-2 13-4636,0-1 0,0 1 0,0 0 0,0 0 0,0 0 0,0-1 0,0 1 0,0 0 0,0 0 0,0-1 0,0 1 0,0 0 0,1 0 0,-1 0 0,0-1 0,0 1 0,0 0 0,0 0 0,0 0 0,1 0 0,-1-1 0,0 1 1,0 0-1,0 0 0,1 0 0,-1 0 0,0 0 0,0 0 0,1 0 0,-1-1 0,0 1 0,0 0 0,0 0 0,1 0 0,-1 0 0,13 2 4241,2 3-1554,-5 0-3708,30 14 971,-34-17-77,0 0-1,-1 1 0,1 0 1,0 0-1,-1 0 0,1 0 0,-1 1 1,0 0-1,-1 0 0,6 6 1,9 12-1516,-2-1-3722,-15-19 4726,0-1 1,0 0 0,0 0-1,0 0 1,0 0 0,1 0 0,-1-1-1,0 1 1,0-1 0,0 1 0,1-1-1,-1 0 1,0 0 0,1 0-1,3 0 1,7-3-6434,-5 2 3587</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8.696"/>
    </inkml:context>
    <inkml:brush xml:id="br0">
      <inkml:brushProperty name="width" value="0.035" units="cm"/>
      <inkml:brushProperty name="height" value="0.035" units="cm"/>
      <inkml:brushProperty name="color" value="#F71A09"/>
    </inkml:brush>
  </inkml:definitions>
  <inkml:trace contextRef="#ctx0" brushRef="#br0">77 338 1280,'-28'3'7487,"25"-1"-6981,-1-1-1,1 1 1,0-1-1,0 1 1,0 0-1,0 0 1,0 1-1,0-1 1,1 1 0,-1-1-1,1 1 1,-1 0-1,-2 4 1,5-7-486,0 1 0,-1-1-1,1 0 1,-1 1 0,1-1 0,0 0 0,-1 1 0,1-1 0,0 0 0,-1 1 0,1-1 0,0 1-1,0-1 1,-1 1 0,1-1 0,0 1 0,0-1 0,0 1 0,0-1 0,0 1 0,0-1 0,0 1-1,0-1 1,0 1 0,0-1 0,0 1 0,0-1 0,0 1 0,0-1 0,0 1 0,0-1 0,0 1-1,1-1 1,-1 1 0,0-1 0,0 1 0,1-1 0,-1 0 0,0 1 0,1-1 0,-1 1 0,0-1-1,1 0 1,-1 1 0,1-1 0,-1 0 0,1 0 0,-1 1 0,0-1 0,1 0 0,-1 0 0,1 0-1,-1 1 1,1-1 0,-1 0 0,1 0 0,-1 0 0,1 0 0,-1 0 0,1 0 0,-1 0 0,1 0-1,0 0 1,9 5 356,2-6-263,0-1-1,0 0 1,0-1-1,0 0 1,0-1-1,-1 0 1,1-1-1,-1 0 1,-1-1-1,15-9 1,-17 10-112,-4 4 0,-1-1 0,0 0 1,0 0-1,1 0 0,-1-1 0,-1 1 1,1-1-1,0 0 0,-1 1 0,1-1 1,-1 0-1,4-6 0,-3 1 201,0 0 0,1 1-1,0-1 1,8-10 0,-11 16 249,0 0 1,0 0 0,1 0 0,-1 0 0,-1 0 0,1 0 0,0 0-1,-1-1 1,1 1 0,0-4 0,-17 12 411,10-1-862,1 0 1,-1 1-1,1-1 1,0 1-1,1 0 1,-1 0-1,1 1 1,0-1 0,1 1-1,0 0 1,-3 8-1,-7 13-29,12-27 25,0 1 0,1-1 0,-1 1 0,1 0 0,-1-1 0,1 1 0,0 0 0,0-1 0,0 1 0,0 0 0,0-1 0,0 1 0,0 0 0,0-1 0,1 1 0,-1 0 0,1-1 0,-1 1 0,1-1-1,0 1 1,-1-1 0,2 2 0,-1-2 15,-1 0-1,1 0 1,0 0 0,0 0-1,-1 0 1,1 0-1,0 0 1,0 0-1,0-1 1,0 1 0,0 0-1,0-1 1,0 1-1,0-1 1,0 1-1,0-1 1,0 1 0,0-1-1,1 0 1,-1 1-1,0-1 1,0 0-1,0 0 1,1 0 0,-1 0-1,0 0 1,0 0-1,2-1 1,-3 1-4,25-7 300,37-18-1,-55 22-293,-1-1 0,1 0 0,-1 0 0,0 0 0,-1-1 0,1 1 0,-1-1 0,0-1 0,0 1 0,6-9 0,6-3 45,-16 16-53,0 0-1,1 0 1,-1 0-1,0-1 1,1 1-1,-1 0 1,0-1-1,0 1 1,0 0-1,0-1 1,0 1-1,-1-1 1,1 0-1,0-1 1,4-12 191,0 1 1,8-14 0,-7 15 227,-1 1 0,8-25 0,-10 26-77,0 1 1,2-1-1,7-14 0,8-22 928,-13 31-945,-6 14-220,0-1 0,1 0 0,-1 1 0,0-1 1,0 0-1,-1 0 0,1 0 0,-1 0 0,1-5 1,-1 10-109,0 21 3,-1 0 0,-5 37 0,-3 1-6,6-35 0,3-21 0,-1 0 0,1 1 0,-1-1 0,0 0 0,-3 8 0,-5 8-640,-2 1 0,0-2 0,-1 0-1,-1 0 1,0-1 0,-31 32 0,42-50 171,1 1-1,-1 0 0,1 0 1,-1 0-1,1 0 1,0 0-1,0 0 1,0 0-1,0 0 1,0 1-1,0-1 1,0 4-1,0 19-12670,1-25 13092,0 5-5241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09.991"/>
    </inkml:context>
    <inkml:brush xml:id="br0">
      <inkml:brushProperty name="width" value="0.035" units="cm"/>
      <inkml:brushProperty name="height" value="0.035" units="cm"/>
      <inkml:brushProperty name="color" value="#F71A09"/>
    </inkml:brush>
  </inkml:definitions>
  <inkml:trace contextRef="#ctx0" brushRef="#br0">18 554 3137,'-4'0'1838,"3"0"-1643,1 0 1,-1 0-1,1 0 0,0 1 1,-1-1-1,1 0 0,-1 0 1,1 0-1,-1 0 1,1 0-1,0 0 0,-1 0 1,1 0-1,-1 0 1,1-1-1,-1 1 0,1 0 1,0 0-1,-1 0 0,1 0 1,0 0-1,-1-1 1,1 1-1,-1 0 0,1 0 1,0-1-1,-1 1 1,1 0-1,0-1 0,0 1 1,-1 0-1,1-1 0,-1-1 2139,17 1 2633,-9-1-3727,0-1 0,0 1 0,0 1 0,1-1 0,-1 1 0,14 0 0,11-3 361,-24 3-1344,0-1 0,-1 0 0,1-1 0,0 1 0,-1-2 1,0 1-1,0-1 0,0 0 0,0 0 0,0-1 0,9-8 1,0 2 55,-15 10-290,1 0 1,0-1-1,0 1 0,-1 0 1,1 0-1,-1-1 1,1 1-1,-1-1 0,0 1 1,3-4-1,72-97 84,-71 93-107,-1 1 0,-1-1 0,0 0 0,0-1 0,0 1 0,1-13 0,7-26 0,1 1 0,2-4 0,-8 38 0,-2 0 0,0 0 0,0-1 0,-1 1 0,-1 0 0,0-1 0,-1-18 0,-1 32 0,1-1 0,-1 1 0,0 0 0,0 0 0,0 0 0,0 0 0,0-1 0,0 1 0,0 0 0,0 0 0,0 0 0,0 0 0,0-1 0,-1 1 0,1 0 0,0 0 0,0 0 0,0 0 0,0 0 0,0-1 0,0 1 0,0 0 0,0 0 0,0 0 0,0 0 0,-1 0 0,1 0 0,0-1 0,0 1 0,0 0 0,0 0 0,0 0 0,-1 0 0,1 0 0,0 0 0,0 0 0,0 0 0,0 0 0,-1 0 0,1 0 0,0 0 0,0 0 0,0 0 0,0 0 0,-1 0 0,1 0 0,0 0 0,0 0 0,0 0 0,0 0 0,0 0 0,-1 0 0,1 0 0,0 0 0,0 0 0,0 0 0,0 0 0,-1 0 0,1 1 0,0-1 0,0 0 0,0 0 0,0 0 0,0 0 0,0 0 0,-10 9 0,9-8 0,-6 7 0,0 0 0,0 0 0,1 1 0,0 0 0,1 0 0,-9 20 0,2-5 0,8-18 0,1-1 0,1 1 0,-1-1 0,1 1 0,0 0 0,0 0 0,0 0 0,1 0 0,-1 10 0,-6 44 0,7-47 0,-1 0 0,0-1 0,-6 24 0,4-24 0,1 0 0,1 1 0,-2 23 0,3-28 0,-1 1 0,1-1 0,-1 0 0,-1 0 0,1 0 0,-1 0 0,-1-1 0,0 1 0,0-1 0,-5 8 0,-16 32 0,22-34 0,-2 1 0,3-11 0,2-3 0,0 0 0,-1 1 0,1-1 0,0 0 0,0 0 0,0 0 0,0 1 0,0-1 0,0 0 0,0 0 0,0 1 0,0-1 0,0 0 0,0 0 0,0 0 0,0 1 0,0-1 0,0 0 0,0 0 0,0 1 0,0-1 0,1 0 0,-1 0 0,0 0 0,0 1 0,0-1 0,0 0 0,0 0 0,0 0 0,1 0 0,-1 1 0,0-1 0,0 0 0,1 0 0,-1 0 0,0 1 0,1-1 0,-1 0 0,1 1 0,-1-1 0,1 0 0,-1 0 0,1 0 0,-1 1 0,1-1 0,-1 0 0,1 0 0,-1 0 0,1 0 0,-1 0 0,1 0 0,0 0 0,-1 0 0,1 0 0,-1 0 0,1 0 0,-1-1 0,1 1 0,-1 0 0,1 0 0,-1 0 0,1-1 0,-1 1 0,1 0 0,-1-1 0,7-2 0,0 0 0,-1-1 0,1 0 0,-1 0 0,0 0 0,7-7 0,12-8 0,0-1 0,-22 17 0,0 0 0,1 1 0,-1-1 0,1 0 0,6-2 0,4-3 0,-12 6 0,1 1 0,-1-1 0,1 1 0,-1-1 0,1 1 0,0 0 0,-1 0 0,1 1 0,0-1 0,4 0 0,-5 0 0,0 0 0,1 1 0,-1-1 0,1 1 0,-1-1 0,1 1 0,-1 0 0,1 0 0,-1 0 0,5 1 0,12 1 0,51 9-601,-59-10 322,-9 0 264,0-1-1,-1 1 1,1-1 0,0 0 0,-1 0 0,1 0 0,-1 0 0,1 0 0,0-1 0,-1 1 0,1 0 0,1-1 0,15-4 24,-14 5 2,0-1 0,0-1 1,0 1-1,0 0 1,0-1-1,0 0 0,4-2 1,-3 1 11,-1 0 0,1 0 0,-1 0 0,0-1 0,0 1 0,0-1 1,0 0-1,0 0 0,-1-1 0,0 1 0,5-10 0,4-5 147,-11 17-140,0 0 1,1 0 0,-1 0 0,0 0 0,0 0 0,0 0 0,0 0-1,0 0 1,-1 0 0,1 0 0,0 0 0,-1-1 0,0 1-1,1-4 1,-2 2-23,1 0-1,-1 0 1,1 0-1,-1 0 1,0 0-1,-1 0 1,-2-6-1,3 7-6,0 0 0,-1-1 0,1 1 0,0-1 0,1 1-1,-1-1 1,0-4 0,0 2-1,-4 0 0,5 5 0,0 1 0,0 0 0,0 0 0,0-1 0,-1 1 0,1 0 0,0-1 0,0 1 0,0 0 0,-1 0 0,1 0 0,0-1 0,0 1 0,-1 0 0,1 0 0,0 0 0,0-1 0,-1 1 0,1 0 0,0 0 0,-1 0 0,1 0 0,0 0 0,0 0 0,-1 0 0,1 0 0,0 0 0,-1 0 0,1 0 0,0 0 0,-1 0 0,1 0 0,0 0 0,-1 0 0,1 0 0,0 0 0,0 0 0,-1 0 0,1 0 0,0 1 0,-1-1 0,1 0 0,-3 1 0,-1 0 0,1 0 0,0 1 0,0-1 0,0 1 0,0 0 0,1-1 0,-1 1 0,0 1 0,1-1 0,-1 0 0,1 0 0,0 1 0,0 0 0,-3 4 0,-11 12 0,4-9 0,0 0 0,2 1 0,-1 0 0,1 1 0,-12 19 0,-20 30 0,40-54 0,3 2 0,-1-8 0,0-1 0,0 0 0,0 0 0,0 0 0,0 1 0,0-1 0,0 0 0,0 0 0,0 0 0,0 1 0,0-1 0,0 0 0,0 0 0,0 0 0,1 0 0,-1 1 0,0-1 0,0 0 0,0 0 0,0 0 0,0 0 0,1 0 0,-1 1 0,0-1 0,0 0 0,0 0 0,1 0 0,-1 0 0,0 0 0,0 0 0,0 0 0,1 0 0,-1 0 0,0 0 0,0 0 0,0 0 0,1 0 0,-1 0 0,0 0 0,0 0 0,0 0 0,1 0 0,-1 0 0,0 0 0,0 0 0,0 0 0,1 0 0,-1 0 0,0-1 0,0 1 0,0 0 0,1 0 0,6-5 0,9-2 0,28-11 0,-40 16 0,25-10 0,-1-1 0,37-25 0,-46 29 0,-17 8 0,1 0 0,0 0 0,-1 0 0,1-1 0,-1 1 0,1-1 0,-1 1 0,1-1 0,-1 0 0,3-3 0,7-2 0,-4 4 0,-2 3 0,-4 7 0,-3-4 0,1-2 0,1-1 0,-1 1 0,0 0 0,0 0 0,1-1 0,-1 1 0,1 0 0,-1-1 0,0 1 0,1 0 0,-1-1 0,1 1 0,-1-1 0,1 1 0,0-1 0,0 1 0,0 0 0,0-1 0,-1 1 0,1 0 0,0-1 0,-1 1 0,1 0 0,0-1 0,-1 1 0,1 0 0,-1 0 0,1 0 0,-1-1 0,0 1 0,1 0 0,-1 0 0,0 0 0,1 1 0,-1-1 0,0 0 0,0 0 0,0-1 0,0 1 0,1 0 0,-1 0 0,0-1 0,1 1 0,-1 0 0,1 0 0,-1-1 0,0 1 0,1 0 0,0-1 0,-1 1 0,1-1 0,-1 1 0,1-1 0,0 1 0,-1-1 0,1 1 0,0-1 0,-1 1 0,2-1 0,19 18 0,-20-17 0,0 0 0,0-1 0,0 1 0,0 0 0,0 0 0,0 0 0,1-1 0,-1 1 0,0-1 0,0 1 0,1-1 0,-1 1 0,0-1 0,1 0 0,-1 0 0,1 1 0,-1-1 0,3 0 0,21-16 0,-10 8 0,0-2 0,0 0 0,-1 0 0,18-18 0,-18 15 0,-10 11 0,-1-1 0,1 0 0,-1 0 0,0-1 0,0 1 0,-1-1 0,4-3 0,15-28 0,-13 23 0,-1 1 0,7-18 0,-5-4 0,-7 23 0,-3-1 0,0 7 0,1 4 0,-1 0 0,1 0 0,0 0 0,0 0 0,-1 0 0,1 0 0,0 0 0,-1 0 0,1 0 0,0 0 0,-1 0 0,1 1 0,0-1 0,0 0 0,-1 0 0,1 0 0,0 0 0,0 0 0,-1 1 0,1-1 0,0 0 0,0 0 0,0 1 0,-1-1 0,1 0 0,0 0 0,0 1 0,0-1 0,0 0 0,0 0 0,-1 1 0,1-1 0,0 0 0,0 1 0,1 2 0,0 0 0,0 1 0,0-1 0,0 0 0,0 0 0,1 0 0,-1 0 0,1 0 0,0 0 0,0-1 0,0 1 0,0 0 0,1-1 0,2 3 0,-1-1 0,0-1 0,-1 0 0,1 0 0,-1 1 0,0-1 0,0 1 0,0 0 0,3 6 0,14 26 0,-15-28 0,0 1 0,0 0 0,6 17 0,-9-21 0,-1-1 0,0 1 0,0 0 0,0 0 0,0 0 0,-1-1 0,0 1 0,0 0 0,-1 0 0,1 0 0,-1 0 0,0-1 0,0 1 0,0 0 0,-1-1 0,0 1 0,0-1 0,0 1 0,0-1 0,-1 0 0,-4 7 0,1-4 0,0 1 0,0-1 0,-1 0 0,0 0 0,0 0 0,-1-1 0,1-1 0,-18 10 0,24-14 0,0 0 0,0-1 0,0 1 0,0 0 0,0-1 0,0 0 0,0 1 0,0-1 0,0 1 0,0-1 0,0 0 0,0 0 0,0 0 0,-1 0 0,1 0 0,0 0 0,0 0 0,-2 0 0,-11 0 0,-11-2-2393,21 1 1683,1 0-1,-1 0 0,1 0 0,0 0 0,-1-1 0,1 1 1,0-1-1,0 0 0,0 0 0,0 0 0,0 0 1,0 0-1,1-1 0,-1 1 0,-1-4 0,2 5 102,1-1 0,0 1 0,-1 0-1,1 0 1,-1 0 0,1 0-1,-1 0 1,1 0 0,-1 0-1,0 0 1,0 0 0,1 1 0,-4-1-1,-4-2-1411,-9-7-3452</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11.160"/>
    </inkml:context>
    <inkml:brush xml:id="br0">
      <inkml:brushProperty name="width" value="0.035" units="cm"/>
      <inkml:brushProperty name="height" value="0.035" units="cm"/>
      <inkml:brushProperty name="color" value="#F71A09"/>
    </inkml:brush>
  </inkml:definitions>
  <inkml:trace contextRef="#ctx0" brushRef="#br0">166 150 784,'-6'-4'2917,"-4"-2"6912,0 5-5064,10-16 7975,0 16-12690,1 0 0,-1 1 0,0-1 1,1 0-1,-1 0 0,1 1 0,-1-1 1,1 0-1,0 1 0,-1-1 0,1 1 1,-1-1-1,1 0 0,0 1 0,0 0 0,-1-1 1,1 1-1,0-1 0,0 1 0,0 0 1,-1-1-1,1 1 0,0 0 0,2 0 1,14-9 280,-11 4-309,1 1 1,0-1-1,1 1 1,-1 0-1,16-5 1,4-2-13,-4 2-10,0 0 0,1 2 0,0 1 0,45-6 0,-6 1 0,-58 9 0,-3 2 0,0 0 0,-1-1 0,1 1 0,0 0 0,-1 0 0,1 0 0,0 0 0,0 0 0,-1 0 0,1 0 0,0 1 0,0-1 0,-1 0 0,1 1 0,1 0 0,-2 0 0,0-1 0,0 0 0,0 0 0,0 0 0,0 0 0,0 0 0,-1 1 0,1-1 0,0 0 0,0 1 0,0-1 0,-1 1 0,1-1 0,0 1 0,0-1 0,-1 1 0,1 0 0,0-1 0,-1 1 0,1 0 0,-1-1 0,1 1 0,-1 0 0,1 0 0,0 1 0,-1-1 0,0 0 0,0 1 0,-1-1 0,1 0 0,0 0 0,0 1 0,-1-1 0,1 0 0,-1 0 0,1 0 0,-1 0 0,1 1 0,-1-1 0,0 0 0,-1 1 0,-3 5 0,-1-1 0,-1 1 0,-13 9 0,-90 56 0,-5 3 0,96-63 0,15-9 0,-1-1 0,0 1 0,1 0 0,0 1 0,-1-1 0,1 1 0,1 0 0,-1 0 0,0 0 0,-5 9 0,3-5 0,6-7 0,-1 0 0,0-1 0,0 1 0,1-1 0,-1 1 0,1 0 0,-1 0 0,0-1 0,1 1 0,-1 0 0,1 0 0,0 0 0,-1 0 0,1-1 0,0 1 0,-1 0 0,1 0 0,0 0 0,0 0 0,0 0 0,0 0 0,0 0 0,0 0 0,0 0 0,0 0 0,0 0 0,1 1 0,0-1 0,0 1 0,1-1 0,-1 0 0,1 0 0,-1 1 0,1-1 0,0 0 0,-1-1 0,1 1 0,0 0 0,0 0 0,0-1 0,0 1 0,-1-1 0,1 1 0,0-1 0,0 0 0,0 0 0,3 0 0,0 0 0,7 1 0,0 0 0,0-1 0,22-3 0,7 0 0,23 1 0,-28 0 0,48 5 0,-69-2 0,1 1 0,-1-1 0,20 6 0,-32-6 0,0 0 0,1 0 0,-1 0 0,-1 1 0,1-1 0,0 0 0,0 1 0,0 0 0,-1 0 0,1 0 0,-1 0 0,1 0 0,-1 0 0,0 1 0,0-1 0,3 5 0,-5-6 0,0 0 0,1 0 0,-1 0 0,0 1 0,0-1 0,0 0 0,0 0 0,0 0 0,0 0 0,0 1 0,-1-1 0,1 0 0,0 0 0,-1 0 0,1 0 0,-1 0 0,1 0 0,-1 0 0,1 0 0,-1 0 0,0 0 0,1 0 0,-1 0 0,-1 1 0,-23 22 0,23-23 0,-11 8 0,0-1 0,-1-1 0,0 0 0,0-1 0,-1-1 0,-19 5 0,-5 3 0,4-2-17,1-1-1,-50 6 1,-73 1-202,134-15-643,-31-2 0,47-1 184,0 1 0,1-1-1,-1 0 1,1 0-1,-1-1 1,1 0-1,-1 0 1,-9-6 0,15 7 272,1 0 1,-1 0-1,1 0 0,0 0 1,-1 0-1,1 0 1,0 0-1,-1 0 1,1 0-1,0 0 1,0-1-1,0 1 1,0 0-1,0 0 1,0 0-1,1 0 0,-1 0 1,0 0-1,1-1 1,-1 1-1,0 0 1,2-2-1,2-1-875,1 1 0,-1-1 0,1 1-1,0 0 1,9-4 0,-11 5 646,24-10-3837</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12.317"/>
    </inkml:context>
    <inkml:brush xml:id="br0">
      <inkml:brushProperty name="width" value="0.035" units="cm"/>
      <inkml:brushProperty name="height" value="0.035" units="cm"/>
      <inkml:brushProperty name="color" value="#F71A09"/>
    </inkml:brush>
  </inkml:definitions>
  <inkml:trace contextRef="#ctx0" brushRef="#br0">16 28 1792,'8'-10'11112,"-16"9"-1004,-8 1-1173,25 0-8155,-3 1-740,-6-1-40,0 0 0,0 0 0,0 0 0,1 1 0,-1-1 0,0 0 0,0 0 0,0 0 0,0 0 0,1 0 0,-1 0 0,0 1 0,0-1 0,0 0 0,0 0 0,0 0 0,0 0 0,0 0 0,1 1 0,-1-1 0,0 0 0,0 0 0,0 0 0,0 1 0,0-1 0,0 0 0,0 0 0,0 0 0,0 0 0,0 1 0,0-1 0,0 0 0,0 0 0,0 0 0,0 1 0,0-1 0,0 0 0,0 0 0,-1 1 0,2 1 0,2 3 0,0 0 0,0 0 0,0 0 0,0 0 0,-1 0 0,1 0 0,-2 1 0,1-1 0,1 10 0,2 2 0,4 47 0,-7-56 0,-1-1 0,-1 1 0,1-1 0,-2 14 0,1-14 0,-1-1 0,1 0 0,1 0 0,-1 0 0,1 0 0,0 0 0,3 9 0,-4-10 0,0-4 0,0 0 0,1 0 0,-1 0 0,0 0 0,0-1 0,0 1 0,0 0 0,1 0 0,-1 0 0,0-1 0,1 1 0,-1 0 0,1-1 0,-1 1 0,1 0 0,-1-1 0,1 1 0,-1 0 0,1-1 0,0 1 0,1 5 0,0-7 0,0 0 0,0 0 0,0 0 0,0 0 0,0 0 0,0 0 0,0-1 0,0 1 0,-1-1 0,1 1 0,2-3 0,1-5 0,2 0 0,-1 1 0,1 0 0,0 0 0,1 1 0,10-8 0,-7 6 0,-2 0 0,1 0 0,14-20 0,30-62 0,-51 87 0,0-1 0,0 1 0,0 0 0,1 0 0,5-5 0,-5 6 0,0-1 0,0 1 0,-1-1 0,0 0 0,5-7 0,9-6 0,-9 16-2168,18 6-6316,19 7-4160,-29-6 8554,-5-1-67</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13.707"/>
    </inkml:context>
    <inkml:brush xml:id="br0">
      <inkml:brushProperty name="width" value="0.035" units="cm"/>
      <inkml:brushProperty name="height" value="0.035" units="cm"/>
      <inkml:brushProperty name="color" value="#F71A09"/>
    </inkml:brush>
  </inkml:definitions>
  <inkml:trace contextRef="#ctx0" brushRef="#br0">262 503 4201,'-19'-16'19769,"13"16"-19097,4 0-164,0 0 0,0 0 0,0 0-1,-1 0 1,1 0 0,0 1 0,0-1 0,0 1-1,0 0 1,0-1 0,0 1 0,0 0 0,0 0-1,0 0 1,-3 3 0,-16 7-508,-12 10 0,-2 8 0,17-15 0,0 0 0,1 1 0,-23 27 0,37-39 0,1 1 0,0-1 0,0 0 0,0 1 0,1-1 0,-1 1 0,1 0 0,-2 6 0,3-9 0,0 2 0,9 4 0,-8-6 0,0 0 0,0 0 0,1-1 0,-1 1 0,0-1 0,0 1 0,0-1 0,1 1 0,-1-1 0,0 1 0,1-1 0,-1 0 0,0 0 0,1 0 0,-1 0 0,1 0 0,-1 0 0,0 0 0,1 0 0,-1-1 0,0 1 0,1 0 0,-1-1 0,0 1 0,3-2 0,5-2 0,9-2 0,-1 0 0,1-2 0,-1 0 0,-1-1 0,18-12 0,-25 14 0,0 0 0,0 0 0,11-13 0,11-9 0,-23 22 0,-1 0 0,0-1 0,0 0 0,7-11 0,11-13 0,1-7 0,-24 33 0,-2 3 0,0 6 0,-9 47 0,9-39 0,-1-6 0,1 0 0,0 0 0,0 0 0,1 0 0,0 0 0,-1 0 0,2 0 0,2 9 0,-1-6 0,3 0 0,5 7 0,-6-15 0,-1 0 0,0-1 0,0 1 0,0-1 0,0 0 0,5-2 0,1-1 0,0-1 0,0 0 0,-1 0 0,0-1 0,14-11 0,-1-1 0,-12 11 0,-1-1 0,0 0 0,0 0 0,-1 0 0,0-1 0,12-17 0,-17 20 0,8-9 0,-2-2 0,0 1 0,-1-1 0,0 0 0,-2-1 0,7-22 0,14-108 0,-20 111 0,-6 30 0,0 0 0,0 1 0,-1-1 0,0 0 0,0 0 0,-1 1 0,0-1 0,0 0 0,0 1 0,-3-9 0,1-11 0,-3 24 0,4 0 0,2 5 0,0-1 0,0 1 0,-1-1 0,1 0 0,-1 0 0,0 0 0,1 0 0,-1 0 0,0 0 0,-2 3 0,2-3 0,0 0 0,-1 0 0,1 0 0,1 0 0,-1 0 0,0 0 0,0 1 0,1-1 0,-1 4 0,1 1 0,-1-1 0,0 0 0,-1 1 0,-3 10 0,3-10 0,0-1 0,1 0 0,0 1 0,-1 11 0,1-4 0,-1 0 0,0 0 0,-6 21 0,4-20 0,1-1 0,0 0 0,0 24 0,2-24 0,-1-1 0,-4 22 0,3-22 0,1 0 0,-2 22 0,-4 47 0,7-69 0,0-10 0,1 0 0,0 0 0,0 0 0,0 0 0,0 0 0,0 0 0,0 0 0,1 0 0,-1 0 0,1-1 0,0 1 0,0 0 0,0 0 0,1 0 0,-1-1 0,3 4 0,3-1 0,-5-4 0,1-1 0,-1 1 0,0-1 0,1 0 0,-1 1 0,0-1 0,1 0 0,-1 0 0,1-1 0,-1 1 0,0 0 0,1-1 0,-1 0 0,0 1 0,0-1 0,1 0 0,-1 0 0,0 0 0,0 0 0,3-3 0,5-2 0,10-3 0,0-1 0,-1-1 0,0-1 0,0-1 0,-1 0 0,-1-1 0,16-17 0,-6 1 0,-11 15 0,-2-1 0,24-34 0,-5 9 0,-22 29 0,-11 125 0,-1-113 0,1 0 0,0 0 0,0 1 0,0-1 0,0 0 0,0 0 0,0 0 0,0 1 0,0-1 0,0 0 0,0 0 0,0 0 0,0 1 0,0-1 0,0 0 0,0 0 0,0 0 0,0 0 0,0 1 0,1-1 0,-1 0 0,0 0 0,0 0 0,0 0 0,0 1 0,0-1 0,0 0 0,0 0 0,1 0 0,-1 0 0,0 0 0,0 1 0,0-1 0,0 0 0,1 0 0,-1 0 0,0 0 0,13 11 0,-12-10 0,0-1 0,0 0 0,0 1 0,-1-1 0,1 0 0,0 1 0,0-1 0,0 0 0,0 0 0,0 0 0,-1 0 0,1 1 0,0-1 0,0-1 0,0 1 0,0 0 0,0 0 0,0 0 0,-1 0 0,1-1 0,0 1 0,0 0 0,1-1 0,11-5 0,32-22 0,-32 21 0,-1 0 0,0-1 0,0-1 0,-1 1 0,16-17 0,-3 3 0,-23 20 0,-1 2 0,0 0 0,0 0 0,0-1 0,0 1 0,0 0 0,0 0 0,0-1 0,0 1 0,1 0 0,-1 0 0,0-1 0,0 1 0,0 0 0,0 0 0,1 0 0,-1 0 0,0-1 0,0 1 0,1 0 0,-1 0 0,0 0 0,0 0 0,0 0 0,1-1 0,-1 1 0,0 0 0,1 0 0,-1 0 0,0 0 0,0 0 0,1 0 0,-1 0 0,0 0 0,0 0 0,1 0 0,-1 0 0,0 0 0,1 0 0,-1 0 0,0 1 0,0-1 0,1 0 0,-1 0 0,0 0 0,1 0 0,-1 0 0,1 1 0,0-1 0,-1 0 0,1 0 0,0 1 0,-1-1 0,1 0 0,0 1 0,-1-1 0,1 1 0,0-1 0,-1 1 0,1-1 0,-1 1 0,1-1 0,-1 1 0,1-1 0,-1 1 0,1 1 0,2 5 0,9 17 0,-11-19 0,1 0 0,0 0 0,0 0 0,1-1 0,-1 1 0,1-1 0,0 0 0,0 0 0,1 0 0,-1 0 0,1 0 0,0-1 0,0 1 0,0-1 0,0 0 0,9 4 0,3 1 0,-13-6 0,0 0 0,0 0 0,1-1 0,-1 1 0,1-1 0,-1 0 0,1 0 0,-1 0 0,1-1 0,0 1 0,0-1 0,-1 0 0,1 0 0,0 0 0,5-1 0,18-6 0,0-2 0,0 0 0,37-19 0,-43 16 0,-1 0 0,0-2 0,23-19 0,-39 29 0,1-1 0,-1 0 0,0 0 0,-1 0 0,1-1 0,-1 1 0,0-1 0,-1 0 0,1 0 0,1-7 0,9-18 0,-12 29 0,-1 0 0,1-1 0,-1 1 0,1 0 0,-1-1 0,0 1 0,0-1 0,0 1 0,0-1 0,-1-2 0,0-4 0,0 4 0,-6 4 0,5 1 0,0 0 0,1 0 0,-1 0 0,1 0 0,-1 0 0,0 1 0,1-1 0,-1 0 0,1 1 0,-1 0 0,1-1 0,-1 1 0,1 0 0,0-1 0,-1 1 0,1 0 0,0 0 0,-1 0 0,1 0 0,0 0 0,0 1 0,-1 1 0,-9 7 0,5-6 0,0-1 0,1 1 0,-1 0 0,1 1 0,0-1 0,1 1 0,-1 0 0,1 0 0,0 1 0,-7 11 0,-4 16 0,13-31 0,0 1 0,0 0 0,1-1 0,-1 1 0,1 0 0,0 0 0,0 0 0,0 0 0,0 0 0,1 0 0,-1 0 0,1 0 0,0 0 0,-1 0 0,2 1 0,-1-1 0,0 0 0,0 0 0,1 0 0,0 0 0,1 4 0,1 12 0,-3-17 0,0-1 0,0 1 0,0-1 0,0 1 0,1-1 0,-1 1 0,0-1 0,1 1 0,-1-1 0,1 1 0,-1-1 0,1 1 0,0-1 0,1 2 0,2 1-56,0 0 0,0 0 1,0 0-1,0-1 0,1 0 0,0 0 0,-1 0 0,1 0 1,0-1-1,0 0 0,1 0 0,-1 0 0,6 1 1,-2-2-208,-1 1 0,1-1 0,-1-1 1,1 1-1,0-1 0,-1-1 0,16-2 1,-22 2-366,0 1 1,0-1 0,0 1-1,0-1 1,0 0-1,-1 0 1,1 0 0,0 0-1,0 0 1,-1 0-1,1 0 1,-1-1 0,1 1-1,-1 0 1,1-1-1,-1 0 1,2-2 0,1-11-10293,-4 9 5281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14.105"/>
    </inkml:context>
    <inkml:brush xml:id="br0">
      <inkml:brushProperty name="width" value="0.035" units="cm"/>
      <inkml:brushProperty name="height" value="0.035" units="cm"/>
      <inkml:brushProperty name="color" value="#F71A09"/>
    </inkml:brush>
  </inkml:definitions>
  <inkml:trace contextRef="#ctx0" brushRef="#br0">34 321 944,'-33'27'25551,"33"-27"-25448,0 1 1,0-1-1,0 0 1,1 1-1,-1-1 1,0 0-1,0 0 1,0 1-1,1-1 1,-1 0-1,0 0 1,0 1-1,1-1 1,-1 0-1,0 0 1,0 0-1,1 0 1,-1 1-1,0-1 1,1 0-1,-1 0 1,0 0-1,0 0 1,1 0-1,-1 0 1,0 0-1,1 0 1,-1 0-1,0 0 1,1 0-1,-1 0 1,0 0-1,1 0 1,-1 0-1,59-16 1145,77-9-1,-89 18-1092,283-42-155,-45 5 0,-70 12 0,5-1 0,168-31 0,-258 41 0,-59 12 0,103-31 0,-168 41 0,-12 1 0,-65-5-10692,-9 4-4039,40 2 9491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17.185"/>
    </inkml:context>
    <inkml:brush xml:id="br0">
      <inkml:brushProperty name="width" value="0.035" units="cm"/>
      <inkml:brushProperty name="height" value="0.035" units="cm"/>
      <inkml:brushProperty name="color" value="#F71A09"/>
    </inkml:brush>
  </inkml:definitions>
  <inkml:trace contextRef="#ctx0" brushRef="#br0">8 358 664,'-7'0'16648,"11"-1"-15638,0 0-1,0 0 1,0 0 0,0-1 0,0 1 0,-1-1-1,6-3 1,23-9 2800,3-8-2193,-21 14-1506,1-1 0,-1 0 0,0-1 0,-1-1 0,-1 0 0,1 0 0,-2-2 0,11-13 0,-17 20-93,-1-1 0,0 0 0,0 0-1,4-11 1,4-7 13,-10 19-13,0-1 0,0 1 0,-1-1 0,0 1-1,0-1 1,0 1 0,-1-1 0,0 1 0,-1-12 0,0-3 122,1 20-131,0 0 1,0 1-1,0-1 1,0 0-1,0 1 1,0-1-1,0 0 0,0 0 1,-1 1-1,1-1 1,0 0-1,0 1 1,-1-1-1,1 0 0,0 1 1,-1-1-1,1 1 1,-1-1-1,1 0 1,-1 1-1,1-1 0,-1 1 1,1-1-1,-1 1 1,0 0-1,1-1 1,-1 1-1,0 0 0,1-1 1,-1 1-1,0 0 1,1 0-1,-1-1 1,0 1-1,-1 0 1,0 0-3,0 0 0,0 0 0,0 0 0,0 1 0,0-1 0,0 0 0,0 1 0,0 0 0,1-1 0,-1 1 0,0 0 0,-2 1 0,-9 7-23,0 0 0,-22 21 0,31-25 8,-1-1 1,1 1 0,0 0 0,-5 11 0,-8 10 3,15-24 4,1 1 0,-1-1 1,1 1-1,0 0 1,0-1-1,0 1 0,1 0 1,-1 0-1,1-1 0,-1 1 1,1 4-1,1 37 10,0-22-7,-1-18-4,1 1 0,-1-1 0,1 0 0,0 1-1,1-1 1,-1 0 0,1 0 0,-1 0 0,1 0 0,1 0 0,-1 0 0,0-1 0,1 1-1,0-1 1,0 1 0,0-1 0,0 0 0,0 0 0,1 0 0,-1-1 0,1 1 0,0-1-1,0 0 1,7 3 0,2 1-3,1-1 0,0-1 0,0 0-1,0 0 1,0-2 0,19 2 0,5-2-32,-1-2 1,0-2 0,0-2-1,60-12 1,142-51-834,-212 58 704,70-27-472,-86 31 561,0 0 0,0-1 0,-1-1 0,0 1 0,0-2 0,11-11 0,-20 18 73,0 0 0,0 0 0,0 0 0,0 0 0,0 0 0,0-1 0,-1 1-1,1 0 1,-1 0 0,1-1 0,-1 1 0,1-1 0,-1 1 0,1 0 0,-1-1-1,0 1 1,0-1 0,0 1 0,0-1 0,0 1 0,0 0 0,0-1 0,-1 1-1,1-1 1,0 1 0,-1 0 0,1-1 0,-1 1 0,0 0 0,1-1 0,-1 1-1,0 0 1,-1-2 0,-2-2 8,-2-1 0,1 1-1,0-1 1,-1 2 0,-6-6 0,5 5-4,-7-4 11,0 1 0,0 0 0,-1 1 0,0 1 0,-1 0 0,-27-6 0,9 2 7,-25 0 45,54 10-60,0 1 0,0-1-1,0 1 1,0 0 0,0 0 0,1 0-1,-1 1 1,0-1 0,1 1 0,-9 5-1,10-5-6,1 1-1,-1 0 1,1 0-1,0 1 1,-1-1-1,1 0 1,1 1-1,-1-1 1,0 1-1,1-1 1,0 1-1,0 0 1,-1 6-1,-7 28 37,9-34-30,0 0 0,0-1 0,1 1 0,-1 0 0,1 0 0,0 0-1,0-1 1,0 1 0,1-1 0,-1 1 0,1-1 0,2 5 0,-2-5-2,-1 4 7,-1-7-7,0 1 0,0-1 0,0 1 0,0-1 0,0 1 0,0-1 0,0 1 0,0-1 0,0 1 0,0-1 0,0 1 0,1-1 0,-1 1 1,0-1-1,0 1 0,0-1 0,1 0 0,-1 1 0,0-1 0,1 1 0,-1-1 0,0 0 0,1 1 0,-1-1 0,0 1 0,1-1 0,-1 0 0,1 0 1,-1 1-1,1-1 0,-1 0 0,1 0 0,-1 0 0,1 1 0,-1-1 0,1 0 0,0 0 0,8 1 35,-8 0-26,1-1-1,0 0 0,0 1 1,-1-1-1,1 0 0,0 0 1,0 0-1,-1 0 0,1 0 1,0-1-1,-1 1 0,3-1 1,6-3 36,0 0 1,-1-1 0,15-9-1,-18 12-49,0 1 0,0-1-1,0 1 1,-1 1 0,1-1-1,0 1 1,8 0 0,-9 0-19,23 3-203,0 0 0,0 2 0,0 1 0,-1 1 0,0 1 0,31 15 0,-47-19-921,-7-1 287,1-1 0,-1 0 0,0 0 0,1-1 0,-1 1 0,1-1 0,0 0 0,-1 0-1,1-1 1,0 1 0,-1-1 0,1 0 0,0 0 0,0-1 0,-1 1 0,9-3 0,22-9-6653,-18 2 3408</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17.960"/>
    </inkml:context>
    <inkml:brush xml:id="br0">
      <inkml:brushProperty name="width" value="0.035" units="cm"/>
      <inkml:brushProperty name="height" value="0.035" units="cm"/>
      <inkml:brushProperty name="color" value="#F71A09"/>
    </inkml:brush>
  </inkml:definitions>
  <inkml:trace contextRef="#ctx0" brushRef="#br0">88 386 2689,'0'1'9583,"1"6"-5336,5 12-352,-6-18-3673,1 0 0,-1 0 0,0 0 0,1 0 0,-1 0 0,0 0 1,0 0-1,1 1 0,-1-1 0,0 0 0,0 0 0,-1 0 0,1 0 0,0 0 0,0 0 1,0 1-1,-1-1 0,1 0 0,0 0 0,-1 0 0,1 0 0,-2 1 0,-12 21 2238,-47 58 181,59-78-2628,0 0 1,0 1 0,0-1 0,0 0 0,1 1-1,0-1 1,-1 1 0,1 0 0,1-1 0,-1 1-1,0 0 1,1-1 0,0 6 0,0-8-13,0 0 0,0 0 0,1 0 1,-1 0-1,0 0 0,1 0 0,-1 0 0,1-1 0,-1 1 1,1 0-1,-1 0 0,1 0 0,0-1 0,-1 1 0,1 0 1,0-1-1,-1 1 0,1-1 0,0 1 0,0-1 1,0 1-1,0-1 0,-1 1 0,3-1 0,25 8 55,-27-7-53,8-1 11,1 0 0,0-1 1,0 0-1,-1 0 0,1-1 1,13-4-1,-2 1-2,8-1-12,-1-2 0,0-1-1,-1-2 1,0 0 0,50-30 0,-70 36-5,-1 0 1,1-1 0,-1 1 0,0-1-1,0-1 1,-1 1 0,0-1-1,0 0 1,0 0 0,-1-1 0,0 0-1,-1 1 1,0-1 0,3-10 0,-5 12 7,0-1 0,0 1 1,-1-1-1,0 1 0,0-1 0,-1 1 1,1-1-1,-4-9 0,-18-50 58,15 49-43,1 0 0,-6-27 0,-14-58 428,24 94-288,1 1-1,0-1 0,1 0 0,0 0 1,1-11-1,0-15 125,-2 28-282,-2 8 0,-1 7 0,4 63 0,-9-35 0,9 165 0,1-189 0,1 1 0,0 0 0,1 0 0,0 0 0,1-1 0,1 0 0,0 0 0,13 24 0,-17-36 0,2 6 0,1 1 0,1-1 0,-1 0 0,1 0 0,1-1 0,10 12 0,-10-12 0,8 5 0,18-8 0,-27-4 0,1 0 0,0-1 0,-1 0 0,0 0 0,1 0 0,-1-1 0,0 0 0,0 0 0,-1 0 0,1 0 0,-1-1 0,6-5 0,-4 4 0,1-7 0,-1 2 0,-1 5 0,-4 4 0,0 0 0,0 0 0,0 0 0,0 0 0,0-1 0,-1 1 0,1 0 0,0 0 0,0-1 0,-1 1 0,1-3 0,1 0 0,0 0 0,1 1 0,-1-1 0,1 1 0,-1-1 0,1 1 0,4-3 0,11-16 0,-15 19 0,0-1 0,0 1 0,0 0 0,0 0 0,1 0 0,-1 0 0,1 1 0,0-1 0,0 1 0,-1 0 0,2 0 0,-1 0 0,0 1 0,0-1 0,0 1 0,1 0 0,8-1 0,-2 1 0,1 0 0,-1 1 0,1 1 0,-1 0 0,20 3 0,-27-3 0,0 1 0,-1-1 0,1 1 0,0-1 0,6 5 0,4 2 0,-7-5 0,-1 1 0,1-1 0,-1 1 0,0 0 0,7 7 0,13 9 0,7 6-3185,-57-41-24020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18.713"/>
    </inkml:context>
    <inkml:brush xml:id="br0">
      <inkml:brushProperty name="width" value="0.035" units="cm"/>
      <inkml:brushProperty name="height" value="0.035" units="cm"/>
      <inkml:brushProperty name="color" value="#F71A09"/>
    </inkml:brush>
  </inkml:definitions>
  <inkml:trace contextRef="#ctx0" brushRef="#br0">228 223 176,'0'-2'868,"0"1"0,0-1 0,0 1 0,0-1 0,-1 1 0,1-1 0,0 1 0,-1-1 0,1 1 0,-1-1 0,0 1 0,1 0 1,-1-1-1,0 1 0,0 0 0,0 0 0,0-1 0,0 1 0,-1-1 0,0 1-64,0 0 0,0-1 0,0 1-1,0 1 1,0-1 0,0 0 0,0 0 0,-1 1 0,1-1 0,0 1 0,0 0 0,0 0 0,-4 0-1,1 0 1311,13 0-256,-8 0-1858,0 0 0,1 0 0,-1 0 0,0 0 1,0 0-1,0 0 0,1 0 0,-1 0 0,0 1 0,0-1 0,0 0 0,1 0 0,-1 0 0,0 0 1,0 0-1,0 1 0,0-1 0,0 0 0,1 0 0,-1 0 0,0 1 0,0-1 0,0 0 0,0 0 1,0 0-1,0 1 0,0-1 0,0 0 0,0 0 0,0 1 0,0-1 0,0 0 0,0 0 0,0 0 1,0 1-1,0-1 0,0 0 0,0 0 0,0 1 0,0-1 0,0 0 0,0 0 0,0 0 0,0 1 1,0-1-1,-1 0 0,1 0 0,0 0 0,-6 12-1,6-11 1,-14 20 0,11-15 0,0 0 0,0 0 0,0 0 0,-6 7 0,6-8 0,0-1 0,0 1 0,0 0 0,0 0 0,1 0 0,0 0 0,-2 7 0,-2 18 0,2-15 0,1 0 0,0 0 0,0 23 0,4-14 0,1-1 0,0-1 0,9 35 0,-7-32 0,-4-19 0,1 0 0,0 0 0,0 0 0,4 9 0,1-3 0,4 9 0,-10-21 0,0 0 0,0 0 0,0 0 0,0 1 0,0-1 0,0 0 0,0 0 0,0 0 0,1 0 0,-1 0 0,0 1 0,0-1 0,0 0 0,0 0 0,0 0 0,0 0 0,0 0 0,0 1 0,0-1 0,0 0 0,0 0 0,0 0 0,-1 0 0,1 0 0,0 1 0,0-1 0,0 0 0,0 0 0,0 0 0,0 0 0,0 0 0,0 0 0,0 1 0,0-1 0,-1 0 0,1 0 0,0 0 0,0 0 0,0 0 0,0 0 0,0 0 0,0 0 0,-1 0 0,1 0 0,0 1 0,0-1 0,0 0 0,0 0 0,0 0 0,-1 0 0,1 0 0,0 0 0,0 0 0,0 0 0,0 0 0,-1 0 0,1 0 0,0 0 0,0-1 0,0 1 0,0 0 0,0 0 0,0 0 0,-1 0 0,1 0 0,-5-6 0,-37-86 0,17 33 0,17 43 0,0-1 0,-8-24 0,-4-10 0,17 43 0,0-1 0,0 0 0,1 0 0,1 0 0,-2-10 0,1 1 0,0 7 0,1-1 0,0 1 0,1 0 0,0-1 0,1 1 0,1 0 0,-1 0 0,5-13 0,-4 16 0,1 1 0,0 0 0,0-1 0,1 1 0,0 0 0,0 1 0,0-1 0,1 1 0,0-1 0,0 2 0,1-1 0,8-6 0,4-1 0,1 1 0,1 0 0,28-11 0,-40 19 0,3 1 0,0-1 0,0 1 0,1 1 0,0 0 0,-1 1 0,15-1 0,0 8 0,-24-6 0,-1 0 0,0 0 0,0 1 0,0-1 0,0 0 0,0 1 0,0-1 0,0 1 0,-1-1 0,1 1 0,0 0 0,0-1 0,0 1 0,0 0 0,-1-1 0,1 1 0,0 0 0,0 1 0,4 15 0,-5-16 0,1 0 0,0 1 0,-1-1 0,1 1 0,-1-1 0,0 0 0,1 1 0,-1-1 0,0 1 0,0 0 0,0-1 0,0 1 0,0-1 0,0 1 0,0-1 0,-1 3 0,-6 11 0,-1-1 0,0 0 0,0 0 0,-2-1 0,1 0 0,-17 16 0,-3 4 0,20-21-49,-2 0 0,0-2 0,0 1 0,-1-1 0,0-1 0,-1 0 0,0-1 0,0 0 1,-28 11-1,38-18-594,0-1-1,0 1 1,0-1 0,0 1 0,0-1 0,0 0 0,0 0 0,0-1 0,0 1 0,0-1 0,0 1 0,0-1 0,1 0 0,-1 0 0,0 0 0,0-1 0,-2-1 0,4 3 249,0-1 0,0 0 0,0 1 0,0-1 0,0 0 0,0 0 0,0 0 0,0 0 0,0 0 0,1 0 1,-1 0-1,1 0 0,-1 0 0,0 0 0,1 0 0,0-1 0,-1 1 0,1 0 0,0 0 0,-1 0 0,1-1 0,0 1 1,0 0-1,0 0 0,0 0 0,0-1 0,1 1 0,-1 0 0,0 0 0,0 0 0,1-1 0,-1 1 0,1 0 1,-1 0-1,1 0 0,-1 0 0,1 0 0,0 0 0,0 0 0,-1 0 0,3-1 0,5-9-3068</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19.143"/>
    </inkml:context>
    <inkml:brush xml:id="br0">
      <inkml:brushProperty name="width" value="0.035" units="cm"/>
      <inkml:brushProperty name="height" value="0.035" units="cm"/>
      <inkml:brushProperty name="color" value="#F71A09"/>
    </inkml:brush>
  </inkml:definitions>
  <inkml:trace contextRef="#ctx0" brushRef="#br0">88 247 2857,'10'-1'20977,"-11"8"-17643,1-6-3055,-1 0 1,1 0-1,0 1 0,-1-1 0,1 0 0,-1 0 0,1 0 0,-1 1 0,0-1 0,1 0 0,-1 0 0,-1 1 0,1-1-168,0 1 1,0-1-1,0 0 1,0 1-1,0-1 1,1 0-1,-1 1 1,0-1-1,1 1 1,0-1 0,-1 1-1,0 3 1,2 10 10,1 1 0,4 22 1,-3-22-72,0 0 1,0 24-1,-3-34-49,1 0 1,0 0-1,1-1 0,3 11 1,4 21-8,-9-35 2,0 0-1,0-1 0,0 1 0,0 0 0,0 0 0,0 0 1,0 0-1,-1-1 0,1 1 0,-1 0 0,1 0 1,-1-1-1,0 1 0,0 0 0,0-1 0,-1 3 1,-2 2-722,4-5 612,0-1 0,-1 1 0,1-1 0,0 1 0,-1-1 0,1 1 0,-1-1 0,1 1 0,0-1 1,-1 1-1,1-1 0,-1 0 0,1 1 0,-1-1 0,1 0 0,-1 1 0,0-1 0,1 0 1,-1 0-1,1 0 0,-1 1 0,1-1 0,-1 0 0,0 0 0,1 0 0,-1 0 0,0 0 0,1 0 1,-1 0-1,0 0 0,-2-1-403,1 1 1,0 0-1,0 0 0,-1-1 1,1 1-1,0-1 1,0 0-1,0 1 0,0-1 1,0 0-1,0 0 0,0-1 1,0 1-1,0 0 1,0-1-1,0 1 0,1-1 1,-1 1-1,1-1 1,-1 0-1,1 0 0,0 0 1,-1 0-1,1 0 1,0 0-1,0 0 0,0-2 1,-9-13-2207,8 13 2246,0-1-1,1 0 0,-1 0 0,1 0 0,0 0 1,0 0-1,1 0 0,-1 0 0,1 0 0,0 0 1,0 0-1,2-7 0,-1 3-85,-1 0 1,0 0-1,-2-12 1,-12-98-1227,12 96 2066,2-38 1,0 26 500,1 24 40,0-1 0,1 1 0,0 0 0,1-1 1,0 1-1,0 0 0,2 1 0,9-19 0,-14 28-628,0 0 1,0 0-1,0 0 0,0 0 0,0 1 0,0-1 1,0 0-1,0 0 0,0 0 0,0 0 0,-1 0 1,1 1-1,0-1 0,0 0 0,-1 0 1,1 1-1,-1-1 0,1 0 0,0 0 0,-1 1 1,0-1-1,1 0 0,-1 1 0,1-1 0,-1 1 1,0-1-1,1 1 0,-1-1 0,-1 0 1,-3-2 2528,15 11-2456,-4-6-1071,1 1 1,-1-1 0,1 0-1,0-1 1,-1 0 0,1 0-1,0 0 1,12-1 0,13 3-4168,-7-2 1491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19.555"/>
    </inkml:context>
    <inkml:brush xml:id="br0">
      <inkml:brushProperty name="width" value="0.035" units="cm"/>
      <inkml:brushProperty name="height" value="0.035" units="cm"/>
      <inkml:brushProperty name="color" value="#F71A09"/>
    </inkml:brush>
  </inkml:definitions>
  <inkml:trace contextRef="#ctx0" brushRef="#br0">298 0 1960,'-3'14'7644,"-8"6"-2702,-3 7-781,12-22-3449,-1 1 1,0-1-1,0 1 1,-6 6 0,5-7-287,1 0 0,-1 0 1,1 1-1,-3 7 0,5-10-352,0 0 1,-1-1-1,1 0 0,0 1 0,-1-1 0,0 0 0,1 0 1,-1 1-1,-3 1 0,3-2-38,0 0 0,0 0 0,1 0-1,-1 0 1,1 0 0,-1 1 0,1-1 0,-1 0 0,0 4-1,1-2-45,-1-1 0,1 1 0,-1 0 0,0-1 0,0 0-1,0 1 1,0-1 0,-1 0 0,1 0 0,-1-1 0,0 1-1,0 0 1,0-1 0,-4 3 0,-2 0-852,0 0 1,0-1 0,-1 0-1,-12 3 1,19-6 493,1-1 1,-1 0-1,0 0 0,0 0 1,1-1-1,-1 1 0,0-1 1,1 1-1,-1-1 0,0 0 1,1 0-1,-1 0 0,1 0 1,0-1-1,-1 1 0,1-1 1,0 1-1,0-1 0,0 0 1,0 0-1,0 0 0,0 0 1,0 0-1,-2-4 1,-19-33-1092,20 28 1571,0 0 0,1 0 0,0 0 0,1-1 0,0 1 0,1 0 0,1-14 0,0-3 2032,-1 27-2058,0 0-1,1 1 1,-1-1-1,0 1 1,1-1 0,-1 1-1,1-1 1,-1 1-1,1-1 1,-1 1-1,1-1 1,-1 1 0,1 0-1,-1-1 1,1 1-1,0 0 1,-1-1-1,1 1 1,0 0 0,-1 0-1,1 0 1,-1 0-1,1 0 1,0-1-1,0 1 1,-1 0 0,1 1-1,0-1 1,-1 0-1,2 0 1,23 3 1642,-19-1-1341,0-1 1,0 0-1,0 0 0,10-1 1,13 2 590,67 15 727,-62-11-1609,1 1 1,-1 2-1,52 21 0,-78-27-434,-1 1-1,0-1 1,0 2-1,12 8 1,4 3-3159,-14-7 1370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20.300"/>
    </inkml:context>
    <inkml:brush xml:id="br0">
      <inkml:brushProperty name="width" value="0.035" units="cm"/>
      <inkml:brushProperty name="height" value="0.035" units="cm"/>
      <inkml:brushProperty name="color" value="#F71A09"/>
    </inkml:brush>
  </inkml:definitions>
  <inkml:trace contextRef="#ctx0" brushRef="#br0">1 321 1192,'0'0'5152,"0"12"3442,1-8-7434,4-3-427,-1-1 0,0 1 0,0-1 0,1 0-1,-1 0 1,0 0 0,1 0 0,-1-1 0,0 0 0,0 0 0,0 0 0,5-2-1,-4 0-345,1 1-1,0-1 1,-1 1-1,9-2 0,18-8 316,-9-1-301,9-7-215,-13 5-89,-10 8-105,-1 1 0,14-15 0,-20 19 16,0 0 1,0 0-1,-1 0 1,1-1-1,-1 1 1,1-1-1,-1 0 1,0 1-1,0-1 0,0 0 1,0 1-1,-1-1 1,1 0-1,-1 0 1,0-3-1,0 6 0,0-1-1,0 0 1,-1 1-1,1-1 1,-1 1-1,1-1 1,0 1-1,-1-1 1,1 1-1,-1-1 1,1 1-1,-1-1 1,1 1-1,-1-1 1,0 1-1,1 0 1,-1-1-1,1 1 1,-1 0-1,0 0 1,1 0-1,-1-1 1,0 1-1,1 0 1,-1 0-1,0 0 1,0 0-1,1 0 1,-1 0-1,0 0 1,1 0-1,-2 1 1,-31 4 3,27-2-21,0 0 1,0 1-1,1 0 1,-1 0 0,1 0-1,0 1 1,-6 6-1,1 0 3,7-8 7,0 1 0,0 0-1,1 0 1,-1 0-1,1 1 1,0-1 0,0 0-1,1 1 1,-1-1 0,1 1-1,0 0 1,1-1 0,-1 1-1,1 5 1,-1-3-2,1-4 1,0-1 0,0 1 0,0 0 1,0-1-1,0 1 0,1 0 0,-1-1 0,1 1 1,0 0-1,-1-1 0,1 1 0,0-1 0,3 5 1,3 1-19,-6-6 21,0 0 0,0 0 0,1 0-1,-1 0 1,1 0 0,0 0 0,-1 0 0,1-1 0,0 1 0,0-1 0,0 1-1,0-1 1,0 0 0,1 0 0,-1 0 0,0 0 0,0 0 0,1-1-1,-1 1 1,1-1 0,-1 1 0,0-1 0,1 0 0,4 0 0,10-1 15,0 0 0,0-2 0,0 0 0,0-1 0,-1 0 0,1-1 0,-1-1 0,0-1 0,-1 0 0,0-1 0,0-1 0,24-19 0,-31 21-14,-1-1 0,0 0 1,0 0-1,0-1 0,-2 1 0,1-1 1,-1-1-1,0 1 0,-1-1 0,0 0 1,0 0-1,-1 0 0,2-15 0,-5 19 28,0 1 0,0-1 0,0 0 0,-1 1 0,0-1 0,0 0-1,-1 1 1,1 0 0,-4-7 0,-1-8 226,4 16-153,0-1 0,0 1 0,-1 0 0,1 0 0,-1 1 0,0-1-1,0 0 1,-5-5 0,-5-4 452,13 12-503,-1 0-1,1 0 1,-1-1 0,1 1 0,0 0 0,-1 0 0,1 0 0,0 0-1,0 0 1,0 0 0,0-1 0,0-1 0,1 2 308,0 13-205,-1-6-156,1 1 0,0-1 0,1 0 0,-1 0 0,1 0 0,3 6 0,-2-5 0,-1-1 0,0 1 0,0-1 0,0 1 0,-1 0 0,1 8 0,-2 1-59,-4 105-3192,2-105 2587,-1 0 1,0 0-1,-1 0 0,-1-1 0,-9 22 1,10-28-1159,1-1 1,0 1-1,-2 12 0,3-2-3926,0-9 1492,-5-3-159</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21.567"/>
    </inkml:context>
    <inkml:brush xml:id="br0">
      <inkml:brushProperty name="width" value="0.035" units="cm"/>
      <inkml:brushProperty name="height" value="0.035" units="cm"/>
      <inkml:brushProperty name="color" value="#F71A09"/>
    </inkml:brush>
  </inkml:definitions>
  <inkml:trace contextRef="#ctx0" brushRef="#br0">1 569 2361,'3'1'995,"-1"1"0,1-1 1,0 0-1,0 0 0,0 0 1,0 0-1,4 0 0,41 1 6018,-35-2-5581,-3-2-859,0 1 0,0-2 0,0 1 0,0-1 0,-1-1 0,1 0 0,-1 0 0,0-1 0,0 0 0,12-9 0,-18 12-425,8-7 513,-1 0 0,0-1 1,0 0-1,-1 0 0,0-1 0,12-21 1,-15 24-353,-2 2-138,-1-1-1,1 0 1,-1 0 0,0 0-1,-1 0 1,0-1 0,0 1-1,0-1 1,-1 1 0,1-13-1,-2 1 5,-1 0 0,0 1 0,-5-23 0,-12-74-142,10 61-33,6 16 0,1 33 0,-6 1 0,-2 9 0,7-3 0,0 0 0,1 0 0,-1 0 0,1 0 0,-1 1 0,1-1 0,0 1 0,0-1 0,0 1 0,0-1 0,0 1 0,1 0 0,-1 4 0,0 41 0,2-27 0,-1-14 0,1 0 0,1-1 0,-1 1 0,1-1 0,0 0 0,4 10 0,7 21 0,-6-14 0,-5-19 0,0 1 0,-1-1 0,0 0 0,0 1 0,0-1 0,0 8 0,0 2 0,0 0 0,5 21 0,-2-21 0,-2 0 0,1 24 0,-2-29 0,-1 0 0,-1 0 0,0 0 0,0 0 0,-4 12 0,3-5 0,3 5 0,0-14 0,3-10 0,1-6 0,37-39 0,-19 10 0,-6 10 0,21-26 0,-34 48 0,-2 3 0,1 1 0,-1-1 0,1 0 0,-1 1 0,1 0 0,0 0 0,0 0 0,0 0 0,4-2 0,-6 3 0,0 1 0,1-1 0,-1 1 0,0-1 0,1 1 0,-1-1 0,1 1 0,-1 0 0,1 0 0,-1 0 0,0 0 0,1 0 0,-1 0 0,1 0 0,-1 0 0,1 0 0,-1 1 0,1-1 0,-1 1 0,0-1 0,3 2 0,26 18 0,-17-10 0,39 30 0,-33-26 0,6 3 0,-21-15 0,1 0 0,-1 0 0,1-1 0,-1 1 0,1-1 0,0-1 0,-1 1 0,1-1 0,0 1 0,0-1 0,-1 0 0,1-1 0,0 0 0,0 1 0,-1-1 0,1-1 0,0 1 0,-1-1 0,0 1 0,1-1 0,-1-1 0,0 1 0,0-1 0,0 1 0,0-1 0,0 0 0,-1-1 0,1 1 0,-1 0 0,0-1 0,3-5 0,-1 3 0,0-2 0,0 1 0,-1 0 0,0-1 0,0 0 0,-1 0 0,0 0 0,0 0 0,-1 0 0,0-1 0,-1 1 0,1-1 0,-2 1 0,1-16 0,-10-15 0,9 38 0,0 0 0,-1-1 0,1 1 0,0 0 0,-1 0 0,1 0 0,-1 0 0,1 0 0,-1 0 0,1 0 0,-1 0 0,1 0 0,-1 1 0,0-1 0,-1-1 0,1 1 0,0 0 0,1 0 0,-1 1 0,0-1 0,1 0 0,-1 0 0,1 0 0,-1 0 0,1 1 0,-1-1 0,1 0 0,-1 0 0,1 0 0,0 0 0,-1-2 0,1 3 0,-1-1 0,1 1 0,-1-1 0,0 1 0,1-1 0,-1 1 0,0-1 0,1 1 0,-1 0 0,0-1 0,0 1 0,1 0 0,-1 0 0,0 0 0,0-1 0,0 1 0,1 0 0,-1 0 0,0 0 0,0 0 0,-1 1 0,2-1 0,-4 0 0,0 1 0,0 0 0,1 0 0,-1 0 0,0 1 0,0 0 0,1-1 0,-1 1 0,1 0 0,0 1 0,0-1 0,-5 5 0,-12 7 0,15-10 0,0 0 0,0 1 0,0 0 0,1 0 0,0 0 0,0 0 0,0 1 0,1-1 0,-1 1 0,1 0 0,1 0 0,-3 8 0,-10 17 0,12-24 0,0 1 0,0-1 0,1 0 0,0 1 0,0 0 0,1-1 0,0 1 0,0 0 0,1 0 0,0 0 0,1 8 0,-1-13 0,0-2 0,0-1 0,0 0 0,0 0 0,0 1 0,0-1 0,1 0 0,-1 0 0,0 0 0,0 1 0,0-1 0,0 0 0,0 0 0,1 0 0,-1 1 0,0-1 0,0 0 0,0 0 0,1 0 0,-1 0 0,0 0 0,0 0 0,1 1 0,-1-1 0,0 0 0,0 0 0,1 0 0,-1 0 0,0 0 0,0 0 0,1 0 0,-1 0 0,0 0 0,0 0 0,1 0 0,-1 0 0,0 0 0,0 0 0,1 0 0,-1-1 0,0 1 0,1 0 0,7-3 0,2-1 0,0 0 0,-1-1 0,1 0 0,-1 0 0,11-10 0,6-3 0,-3-3 0,-21 18 0,0 0 0,0 1 0,1-1 0,-1 1 0,1 0 0,-1 0 0,1 0 0,0 0 0,0 0 0,3-1 0,13-8 0,-19 11 0,1 0 0,-1-1 0,0 1 0,1 0 0,-1-1 0,1 1 0,0 0 0,-1 0 0,1 0 0,-1-1 0,1 1 0,-1 0 0,1 0 0,-1 0 0,1 0 0,0 0 0,-1 0 0,1 0 0,-1 0 0,1 0 0,-1 1 0,1-1 0,-1 0 0,1 0 0,0 0 0,0 1 0,0-1 0,2 1 0,1-1 0,0 1 0,0 0 0,0 0 0,0 0 0,0 0 0,-1 1 0,1-1 0,-1 1 0,1 0 0,5 4 0,35 32 0,-34-29 0,-8-6 0,0-1 0,-1 0 0,1 1 0,-1-1 0,1 1 0,-1-1 0,2 6 0,-2-6 0,0 1 0,0-1 0,0 0 0,0 0 0,0 0 0,1 0 0,-1 0 0,0 0 0,1 0 0,0 0 0,-1-1 0,4 4 0,-4-4 0,0-1 0,0 1 0,0 0 0,1 0 0,-1-1 0,0 1 0,0 0 0,0-1 0,0 1 0,1-1 0,-1 0 0,0 1 0,1-1 0,-1 0 0,0 0 0,0 0 0,1 0 0,-1 0 0,0 0 0,1 0 0,-1 0 0,0 0 0,1-1 0,-1 1 0,0-1 0,2 0 0,25-17-55,0-2 0,-2-1 0,-1-1 0,24-26 0,-1 3 27,-38 38 34,-2 0 0,1-1 0,-1 0-1,0 0 1,-1-1 0,0 0-1,0 0 1,-1-1 0,7-12 0,20-80 239,-32 98-245,0-1 0,-1 1 0,0 0 0,1-1 0,-1 1 0,-1-6 0,0-4 0,0 9 0,-5 1 0,5 13 0,0-5 0,1 0 0,1 0 0,-1 0 0,1 0 0,-1 0 0,1 0 0,0 0 0,0 0 0,1-1 0,-1 1 0,1 0 0,0-1 0,4 7 0,37 49 0,-21-35 0,8 13 0,14 15 0,-31-37 0,-11-14 0,-1 0 0,0 0 0,0 0 0,0 0 0,0 0 0,0 0 0,0 0 0,0 1 0,0-1 0,-1 0 0,1 1 0,0-1 0,-1 1 0,1 1 0,10 21 0,-10-22 0,1 0 0,-1 0 0,0 0 0,0 0 0,0 0 0,0 0 0,0 0 0,0 1 0,-1-1 0,1 0 0,-1 1 0,0-1 0,0 0 0,0 1 0,0-1 0,0 1 0,0-1 0,0 0 0,-1 1 0,1-1 0,-1 0 0,-1 4 0,1-3 0,-1 0 0,1 0 0,-1 0 0,1 0 0,-1 0 0,0-1 0,0 1 0,0-1 0,0 0 0,-1 1 0,1-1 0,0 0 0,-1 0 0,0 0 0,1-1 0,-1 1 0,0-1 0,0 1 0,0-1 0,0 0 0,0 0 0,0 0 0,-5 0 0,6-1 0,0 1 0,0-1 1,0 0-1,0 0 0,0 0 0,1-1 1,-1 1-1,0 0 0,-3-2 0,-11 0-13,-60-1-3565,-2-2-3471,-77-4-11110,127 9 14269</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23.202"/>
    </inkml:context>
    <inkml:brush xml:id="br0">
      <inkml:brushProperty name="width" value="0.035" units="cm"/>
      <inkml:brushProperty name="height" value="0.035" units="cm"/>
      <inkml:brushProperty name="color" value="#F71A09"/>
    </inkml:brush>
  </inkml:definitions>
  <inkml:trace contextRef="#ctx0" brushRef="#br0">302 532 1680,'-33'-6'10728,"31"6"-9033,-24 1 6129,5 5-5114,1 1 0,-1 1 0,-31 18 0,25-11-2710,20-12 0,0 1 0,1-1 0,-1 1 0,1 1 0,0-1 0,0 1 0,0 0 0,1 0 0,0 1 0,0 0 0,-5 6 0,6-5 0,1 0 0,0 0 0,0 1 0,0-1 0,1 1 0,0 0 0,-2 14 0,4-18 0,0 1 0,0-1 0,1 1 0,-1-1 0,1 1 0,0-1 0,0 0 0,1 1 0,-1-1 0,1 0 0,0 0 0,0 0 0,0 0 0,1 0 0,3 4 0,2 4 0,-7-11 0,-1 1 0,1-1 0,0 0 0,0 0 0,-1 0 0,1 0 0,0 0 0,0 0 0,0 0 0,0-1 0,0 1 0,0 0 0,1 0 0,-1-1 0,2 2 0,1 0 0,0-1 0,1 1 0,-1 0 0,1-1 0,-1 0 0,1 0 0,0-1 0,-1 1 0,1-1 0,0 0 0,-1 0 0,1 0 0,0-1 0,-1 0 0,1 0 0,0 0 0,-1 0 0,1-1 0,-1 0 0,0 1 0,0-2 0,1 1 0,-1 0 0,4-4 0,-6 4 0,1-1 0,0 1 0,-1-1 0,1 1 0,-1-1 0,1 0 0,-1 0 0,0 0 0,-1 0 0,1-1 0,0 1 0,1-6 0,-2 7 0,0 0 0,-1-1 0,1 1 0,-1-1 0,1 1 0,-1 0 0,0-1 0,0 1 0,0-1 0,0 1 0,0-1 0,-1 1 0,1-1 0,-1 1 0,1 0 0,-1-1 0,0 1 0,0 0 0,0-1 0,0 1 0,-2-2 0,-8-10 0,8 9 0,0 1 0,0 0 0,0 0 0,-1 0 0,0 0 0,0 1 0,-4-4 0,-6-2 0,1-1 0,1-1 0,-18-18 0,3 2 0,16 19 0,-2-5 0,12 12 0,1 0 0,-1 0 0,1 1 0,-1-1 0,0 0 0,1 1 0,-1-1 0,0 0 0,1 1 0,-1-1 0,0 1 0,0-1 0,1 1 0,-1-1 0,-2 1 0,-2-3 0,5-1 0,7 3 0,10 4 0,3 0 0,81-3 0,-49-6 0,-40 6 0,0-1 0,22-6 0,-23 5 0,1-1 0,21 0 0,45-8 0,-74 11 0,-1 0 0,1 0 0,-1 1 0,0-1 0,1 1 0,-1 0 0,0-1 0,0 2 0,0-1 0,1 0 0,-1 0 0,0 1 0,-1 0 0,5 2 0,-6-2 0,0-1 0,0 0 0,0 0 0,0 0 0,0 1 0,-1-1 0,1 1 0,0-1 0,-1 0 0,1 1 0,-1-1 0,0 1 0,1-1 0,-1 1 0,0-1 0,0 1 0,0-1 0,0 1 0,0-1 0,0 1 0,-1-1 0,1 1 0,0-1 0,-1 1 0,1-1 0,-1 1 0,0-1 0,1 0 0,-1 1 0,0-1 0,0 0 0,-1 3 0,-13 24 0,13-22 0,-1 0 0,0 0 0,0-1 0,-6 10 0,4-9 0,1 0 0,0 1 0,1 0 0,-5 10 0,-1 4 0,6-9 0,1-12 0,5-5 0,6-8 0,15-18 0,-18 26 0,-1-1 0,0 0 0,6-10 0,6-5 0,-14 18 0,0-1 0,0 0 0,0 0 0,-1-1 0,4-6 0,-4 7 0,0 0 0,0 0 0,0 0 0,0 0 0,5-4 0,7-7 0,-7 7 0,0 0 0,0 1 0,15-10 0,-12 7 0,-8 9 0,-1 0 0,0 0 0,0 0 0,1 0 0,-1 0 0,1 0 0,-1 0 0,1 0 0,-1 1 0,1-1 0,-1 0 0,1 1 0,0-1 0,-1 1 0,1 0 0,0 0 0,-1-1 0,1 1 0,0 0 0,0 0 0,1 1 0,-1-1 0,0 0 0,0 1 0,1-1 0,-1 1 0,0-1 0,0 1 0,0 0 0,0 0 0,0 0 0,-1 0 0,1 0 0,0 1 0,3 2 0,23 25 0,-9-8 0,-2-2 0,-16-17 0,1 1 0,1-1 0,-1 0 0,0 1 0,1-1 0,3 3 0,-5-5 0,0 0 0,-1 0 0,1 0 0,0 0 0,-1 0 0,1 0 0,0-1 0,-1 1 0,1 0 0,-1 0 0,1-1 0,0 1 0,-1 0 0,1-1 0,-1 1 0,1 0 0,-1-1 0,1 1 0,-1-1 0,1 1 0,0-1 0,14-15 0,-10 11 0,5-7 0,0 0 0,0-1 0,11-19 0,-4 5 0,-10 14 0,0 0 0,0 0 0,-1-1 0,5-18 0,-5 12 0,-1 4 0,-1 0 0,0 0 0,-1 0 0,0-25 0,-3-71 0,-1 49 0,0 57 0,1 0 0,-1 1 0,0-1 0,-1 0 0,0 1 0,0-1 0,0 1 0,-3-6 0,5 10 0,-1 1 0,1 0 0,-1-1 0,1 1 0,0 0 0,0-1 0,-1 1 0,1-1 0,0 1 0,0 0 0,-1-1 0,1 1 0,0-1 0,0 1 0,0-1 0,0 1 0,0-1 0,0 1 0,0-1 0,0 1 0,0-1 0,0 1 0,0-1 0,0 1 0,0-1 0,0 1 0,0 0 0,0-1 0,0 1 0,1-1 0,-1 1 0,0-1 0,0 1 0,1-1 0,-1 1 0,1-1 0,-3-2 0,3 4 0,-1 0 0,1 0 0,-1 0 0,0 1 0,1-1 0,-1 0 0,0 0 0,0 0 0,0 1 0,0-1 0,0 0 0,0 0 0,0 0 0,0 1 0,0-1 0,-1 0 0,1 0 0,0 0 0,-1 1 0,1-1 0,-1 0 0,1 0 0,-2 1 0,-3 18 0,5 0 0,-1 1 0,-5 29 0,4-34 0,0 1 0,2-1 0,0 1 0,1-1 0,3 19 0,2 39 0,-6 87 0,-9-68 0,9-88 0,0-4 0,0 1 0,-1-1 0,1 1 0,0-1 0,0 1 0,0-1 0,1 0 0,-1 1 0,0-1 0,1 1 0,-1-1 0,0 1 0,1-1 0,0 0 0,-1 1 0,1-1 0,0 0 0,0 1 0,-1-1 0,1 0 0,2 2 0,4-3 0,-1-2 0,-1 0 0,0 0 0,0-1 0,0 1 0,0-1 0,0 0 0,0-1 0,-1 1 0,0-1 0,0 0 0,0 0 0,0 0 0,0 0 0,-1-1 0,0 0 0,0 0 0,3-6 0,5-10 0,-9 18 0,-1 0 0,1 0 0,0 0 0,-1 0 0,0-1 0,0 1 0,0-1 0,0 1 0,0 0 0,-1-1 0,1-4 0,-1-35 0,0 42 0,0 0 0,0 1 0,0-1 0,0 0 0,0 0 0,1 0 0,-1 1 0,0-1 0,1 0 0,-1 1 0,0-1 0,1 0 0,-1 1 0,1-1 0,-1 1 0,1-1 0,-1 0 0,1 1 0,0-1 0,-1 1 0,1 0 0,1-2 0,5 2 0,-4 2 0,-1-1 0,1 0 0,-1 1 0,1-1 0,-1 1 0,1 0 0,-1 0 0,0 0 0,0 0 0,0 0 0,0 0 0,0 0 0,2 6 0,-2-5 0,1 1 0,-1-1 0,1 0 0,0 0 0,0 0 0,0 0 0,5 3 0,8 5 0,-14-9 0,0 0 0,1 0 0,-1 0 0,1-1 0,0 1 0,0-1 0,-1 0 0,1 1 0,0-1 0,0-1 0,0 1 0,0 0 0,0-1 0,0 1 0,0-1 0,0 0 0,0 0 0,1 0 0,-1-1 0,0 1 0,0-1 0,3-1 0,3-1 0,0 0 0,0-1 0,-1 0 0,14-10 0,-18 12 0,10-7 0,-1-1 0,22-20 0,-33 29 0,-1-1 0,0 1 0,1 0 0,-1-1 0,0 1 0,0-1 0,1 1 0,-1-1 0,-1 0 0,1 0 0,0 1 0,0-1 0,-1 0 0,1 0 0,-1 0 0,1 0 0,-1 1 0,0-4 0,0 2 0,0 12 0,0-7 0,0-1 0,0 1 0,-1-1 0,1 1 0,-1 0 0,1-1 0,-1 1 0,0-1 0,1 1 0,-1-1 0,-2 3 0,2-2 0,0-1 0,0 1 0,0-1 0,0 1 0,0-1 0,1 1 0,-1 0 0,1-1 0,-1 1 0,1 0 0,-1 3 0,1 2 0,-1 0 0,0 0 0,-1-1 0,-2 10 0,2-9 0,0 1 0,0-1 0,1 0 0,-1 12 0,2-10 0,0-1 0,-1 0 0,0 1 0,0-1 0,-1 0 0,0 0 0,0 0 0,-7 13 0,-4 19 0,0-3 0,-39 59 0,49-90 0,0 0 0,-1-1 0,0 1 0,0-1 0,0 0 0,-7 6 0,-9 11 0,14-15 0,0 0 0,-1-1 0,1 0 0,-1 0 0,-1-1 0,1 1 0,-13 5 0,5-2-59,13-8 4,1 0 0,-1 0 1,1 0-1,-1 0 0,1-1 0,-1 1 1,0 0-1,1-1 0,-1 0 0,0 1 1,-2-1-1,-143 11-10215,102-11 3180,-56-7-1,81 3 4060,-5-2-274</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24.597"/>
    </inkml:context>
    <inkml:brush xml:id="br0">
      <inkml:brushProperty name="width" value="0.035" units="cm"/>
      <inkml:brushProperty name="height" value="0.035" units="cm"/>
      <inkml:brushProperty name="color" value="#F71A09"/>
    </inkml:brush>
  </inkml:definitions>
  <inkml:trace contextRef="#ctx0" brushRef="#br0">72 249 2328,'-9'-11'20829,"16"10"-12162,-13 4-8379,4-2-216,0 0 1,-1 1 0,1-1 0,1 0 0,-1 0 0,0 1-1,0-1 1,-2 3 0,-19 12-73,20 0 0,1-9 0,0 0 0,0 0 0,0 0 0,1 1 0,0-1 0,1 0 0,0 1 0,0 8 0,0-6 0,0 1 0,0-1 0,-4 16 0,3-20 0,0 0 0,0 0 0,1 0 0,0 0 0,0 0 0,0 0 0,1 0 0,0 0 0,0 0 0,1 0 0,-1 0 0,1-1 0,1 1 0,3 8 0,-2-5 0,-3-8 0,-1 0 0,0-1 0,1 1 0,-1 0 0,0 0 0,1 0 0,-1 0 0,1-1 0,0 1 0,-1 0 0,1 0 0,-1-1 0,1 1 0,0-1 0,0 1 0,1 0 0,0 0 0,1-1 0,-1 1 0,1-1 0,-1 0 0,1 0 0,-1 0 0,1 0 0,-1 0 0,1-1 0,4-1 0,-1 0 0,0 0 0,-1 0 0,1-1 0,0 0 0,-1 0 0,0-1 0,0 1 0,0-1 0,0 0 0,0-1 0,-1 1 0,0-1 0,0 0 0,5-8 0,-4 8 0,-3 2 0,-1 1 0,1 0 0,-1 0 0,0 0 0,1-1 0,-1 1 0,0-1 0,0 1 0,-1-1 0,1 1 0,0-1 0,-1 1 0,0-1 0,1 0 0,-1 1 0,0-1 0,-1 0 0,1 1 0,0-1 0,-1 1 0,1-1 0,-1 0 0,-1-2 0,-1-11 0,3 13 0,0 1 0,-1-1 0,1 1 0,-1-1 0,0 1 0,1-1 0,-1 1 0,-2-3 0,-11-18 0,9 14 0,0 0 0,-1 0 0,0 1 0,-10-10 0,9 12 0,-3-6 0,10 12 0,0-3 0,-9 1 0,8 2 0,1 0 0,-1 1 0,0-1 0,1 0 0,-1 1 0,1-1 0,-1 0 0,1 1 0,-1-1 0,1 1 0,-1-1 0,1 1 0,-1-1 0,1 1 0,-1-1 0,1 1 0,0-1 0,-1 1 0,1 0 0,0-1 0,0 1 0,-1 0 0,1-1 0,0 1 0,0-1 0,0 1 0,0 0 0,0-1 0,0 1 0,0 0 0,0 0 0,0-1 0,0 1 0,0-1 0,0 1 0,1 0 0,-1-1 0,1 2 0,-1 3 0,1-3 0,1-1 0,-1 1 0,1 0 0,-1-1 0,1 1 0,0-1 0,-1 0 0,1 0 0,0 0 0,0 0 0,0 0 0,0 0 0,0 0 0,0 0 0,0-1 0,0 1 0,0-1 0,0 1 0,0-1 0,0 0 0,4 0 0,46-10 0,3-1 0,-44 10 0,0 0 0,-1-1 0,1-1 0,-1 0 0,12-4 0,30-10 0,-26 9 0,-14 4 0,19-4 0,-26 6 0,-4 1 0,-1 1 0,1 0 0,-1-1 0,1 1 0,-1 0 0,0-1 0,1 1 0,-1 0 0,1 0 0,-1 0 0,1-1 0,0 1 0,-1 0 0,1 0 0,-1 0 0,1 0 0,-1 0 0,1 0 0,-1 0 0,1 0 0,-1 0 0,2 0 0,-1 0 0,1 0 0,-1 0 0,0 0 0,1 1 0,-1-1 0,0 0 0,1 0 0,-1 1 0,0-1 0,1 1 0,-1-1 0,0 1 0,0 0 0,0-1 0,1 1 0,-1 0 0,0 0 0,0 0 0,0 0 0,0 0 0,0 0 0,-1 0 0,1 0 0,0 0 0,0 0 0,-1 1 0,1-1 0,0 0 0,-1 0 0,0 1 0,1-1 0,-1 0 0,0 1 0,1 2 0,1 3 0,0 0 0,0-1 0,-1 0 0,0 1 0,0-1 0,0 0 0,-1 1 0,0-1 0,0 1 0,-1-1 0,1 1 0,-1-1 0,-1 0 0,-2 9 0,-5 23 0,8-34 0,0 0 0,1 1 0,-1-1 0,1 0 0,0 0 0,0 1 0,1 4 0,0 6 0,0-10 0,-1-5 0,1 0 0,-1 0 0,0 0 0,0 0 0,1 0 0,-1 1 0,0-1 0,0 0 0,1 0 0,-1 0 0,0 0 0,0 0 0,1 0 0,-1 0 0,0 0 0,0 0 0,1 0 0,-1 0 0,0 0 0,0 0 0,1-1 0,-1 1 0,0 0 0,0 0 0,0 0 0,1 0 0,-1 0 0,0 0 0,0-1 0,1 1 0,0-3 0,4-1 0,1-1 0,-1 1 0,0-1 0,-1-1 0,1 1 0,5-10 0,11-18 0,-14 20 0,0 1 0,1 0 0,13-16 0,-7 9 0,-8 10 0,1 0 0,0 1 0,11-12 0,-5 7 0,7-6 0,-17 16 0,-3 2 0,0 1 0,1-1 0,-1 1 0,1-1 0,-1 1 0,1-1 0,-1 1 0,1-1 0,-1 1 0,1-1 0,-1 1 0,1 0 0,0-1 0,-1 1 0,1 0 0,0 0 0,-1-1 0,1 1 0,0 0 0,-1 0 0,1 0 0,0 0 0,1 0 0,0 0 0,1 0 0,0 1 0,-1-1 0,1 1 0,-1-1 0,0 1 0,1 0 0,-1 0 0,1 0 0,-1 1 0,0-1 0,0 1 0,0-1 0,0 1 0,0-1 0,0 1 0,0 0 0,0 0 0,-1 0 0,1 0 0,1 4 0,-1-3 0,1 0 0,-1 0 0,1 0 0,-1-1 0,1 1 0,4 2 0,19 16 0,-21-16 0,1-1 0,-1 1 0,1-1 0,0-1 0,0 1 0,10 4 0,-13-7 0,0 0 0,0 0 0,0 0 0,0-1 0,0 1 0,0-1 0,0 0 0,0 0 0,0 0 0,0 0 0,0 0 0,0-1 0,0 1 0,-1-1 0,1 0 0,0 0 0,0 0 0,0 0 0,2-2 0,8-5 0,-1 0 0,-1 0 0,1-1 0,-1-1 0,-1 0 0,0 0 0,0-1 0,-1 0 0,0-1 0,-1 0 0,7-15 0,-12 23 0,-1 0 0,0 0 0,-1-1 0,1 1 0,-1-1 0,0 1 0,0-1 0,0 1 0,0-1 0,-1-8 0,-1 3 0,-1 0 0,0 1 0,-6-20 0,6 23 0,0-1 0,0 1 0,0 0 0,-1 0 0,1 0 0,-1 0 0,-7-9 0,9 14 0,0 1 0,1-1 0,-1 1 0,0 0 0,0-1 0,1 1 0,-1 0 0,0-1 0,0 1 0,1 0 0,-1 0 0,0 0 0,0 0 0,0 0 0,1 0 0,-1 0 0,0 0 0,0 0 0,0 0 0,1 1 0,-1-1 0,0 0 0,0 1 0,0-1 0,1 0 0,-1 1 0,0-1 0,1 1 0,-2 0 0,-19 15 0,18-13 0,0 0 0,1 1 0,0-1 0,-1 1 0,1-1 0,0 1 0,1 0 0,-1 0 0,1 0 0,-2 6 0,-8 19 0,8-21 0,0 1 0,0-1 0,1 1 0,0 0 0,1 0 0,0 0 0,0 0 0,1 0 0,0 0 0,0 0 0,1 0 0,0 0 0,1 0 0,0 0 0,1 0 0,4 12 0,1 7 0,-7-24 0,0 1 0,0 0 0,1-1 0,-1 1 0,1-1 0,0 1 0,1-1 0,4 7 0,-2-4-574,-1-1 0,1 1 0,-1 0 0,0 0-1,0 1 1,-1-1 0,2 9 0,-3-14-11,-1 0 1,0 0-1,1 0 0,-1 0 1,1 0-1,-1-1 1,1 1-1,0 0 0,2 1 1,7 7-4473,-6-1-3417,-5-4 3558</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25.348"/>
    </inkml:context>
    <inkml:brush xml:id="br0">
      <inkml:brushProperty name="width" value="0.035" units="cm"/>
      <inkml:brushProperty name="height" value="0.035" units="cm"/>
      <inkml:brushProperty name="color" value="#F71A09"/>
    </inkml:brush>
  </inkml:definitions>
  <inkml:trace contextRef="#ctx0" brushRef="#br0">10 202 152,'0'-6'2543,"-2"-22"11421,-3 19-10605,2 0 3519,3 8-6656,0 0 0,1 0 0,-1 0 0,0 1 0,1-1-1,-1 0 1,1 0 0,-1 0 0,1 0 0,-1 0 0,1 0 0,0 1 0,-1-1 0,1 0 0,0 0 0,0 1-1,-1-1 1,1 0 0,0 1 0,0-1 0,0 1 0,0 0 0,0-1 0,0 1 0,2-1 0,5-2-121,1 7-101,-7-3 0,0 0 0,0 0 0,0 1 0,0-1 0,-1 1 0,1-1 0,0 1 0,-1-1 0,1 1 0,-1 0 0,1 0 0,-1 0 0,0 0 0,0 0 0,0 0 0,1 4 0,3 3 0,0 0 0,0 0 0,13 14 0,-1-1 0,3 11 0,-12-20 0,1 0 0,16 20 0,2-6 0,40 31 0,-41-37 0,-22-18 0,0 0 0,0 0 0,0 0 0,1-1 0,-1 0 0,1 1 0,-1-2 0,1 1 0,0 0 0,0-1 0,-1 0 0,1 0 0,0-1 0,0 1 0,8-1 0,-2-1 0,0-1 0,0 0 0,-1-1 0,1 0 0,-1 0 0,11-6 0,-6 3 0,0-2 0,-1 0 0,0 0 0,0-2 0,-1 0 0,0 0 0,-1-1 0,17-19 0,-8 7 0,-16 18 0,0-1 0,0 0 0,0 0 0,0 0 0,3-8 0,44-106 0,-36 78 0,-11 23 0,-4 15 0,0 0 0,1 0 0,-1 0 0,1 0 0,3-7 0,-5 11 0,3-4 0,-1 1 0,0-1 0,0 0 0,0 1 0,0-1 0,-1 0 0,2-7 0,-3 8 0,8-10 0,-8 13-211,1-1 0,-1 0 0,1 1 1,-1-1-1,1 1 0,0-1 0,-1 1 0,1 0 0,0-1 1,-1 1-1,1 0 0,0-1 0,0 1 0,-1 0 0,1 0 1,0 0-1,0-1 0,1 1 0,25 7-13255,-6-1 5714,-11-6 4534,6 5-259</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26.414"/>
    </inkml:context>
    <inkml:brush xml:id="br0">
      <inkml:brushProperty name="width" value="0.035" units="cm"/>
      <inkml:brushProperty name="height" value="0.035" units="cm"/>
      <inkml:brushProperty name="color" value="#F71A09"/>
    </inkml:brush>
  </inkml:definitions>
  <inkml:trace contextRef="#ctx0" brushRef="#br0">426 395 1216,'-1'0'3599,"-8"0"1055,0 1-3467,1-1 0,0 1 0,-1 0 0,1 0 0,0 1 0,0 0 0,-13 6 0,-99 36 6822,90-32-6639,16-7-615,0 1 0,-25 14 0,27-13-498,-2 2 20,0-1 1,1 2-1,-17 15 0,26-21-248,0 0 1,0 1 0,1-1-1,-1 1 1,1 0 0,1 0-1,-1 0 1,-3 10 0,5-12-24,0 0 1,1 0 0,-1 0 0,1 0-1,0 1 1,0-1 0,0 0 0,0 0-1,1 0 1,-1 0 0,1 1 0,0-1-1,0 0 1,0 0 0,0 0 0,2 4-1,-1-5-7,0 0 0,-1 0 0,1 0 0,0-1 0,0 1 0,0 0 0,0-1 0,0 1 0,0-1 0,0 0 0,1 0 1,-1 0-1,0 0 0,5 1 0,35 7-22,-33-8 28,-1-1 0,0 0 0,1-1 0,-1 0 0,0 0 1,1 0-1,15-6 0,16-3 18,-18 4-15,1 0-1,-2-1 1,1-1-1,-1-1 1,0-1 0,-1-1-1,0-1 1,-1-1-1,24-19 1,-41 29-2,1 0-1,-1 0 1,0 0 0,1 0-1,-1 0 1,-1 0 0,1 0-1,0-1 1,-1 1 0,0-1-1,0 1 1,0-1 0,0 1-1,0-1 1,-1 0 0,1 0-1,-1 1 1,0-1 0,0 0 0,-1 1-1,1-1 1,-1 0 0,0 1-1,0-1 1,0 0 0,0 1-1,0-1 1,-1 1 0,0 0-1,-2-4 1,1-13-34,3 20 28,0 0 0,-1 0-1,1 0 1,0 0 0,0 0 0,-1 0 0,1 0-1,0 0 1,0 0 0,-1 0 0,1 0 0,0 0 0,0 0-1,-1 0 1,1 0 0,0 0 0,0-1 0,-1 1-1,1 0 1,0 0 0,0 0 0,0-1 0,-1 1 0,1 0-1,0 0 1,0 0 0,0-1 0,0 1 0,0 0-1,0 0 1,-1-1 0,1 1 0,0 0 0,0 0-1,0-1 1,0 0 7,-9 17-23,9 54-15,1-69 29,-1 1 1,0-1-1,0 1 0,1-1 0,-1 1 0,1-1 0,-1 0 0,1 1 1,0-1-1,0 0 0,-1 1 0,1-1 0,1 1 0,-1-1 0,0 0 1,0 1-1,0-1 0,-1 0 0,1 0 0,0 0 1,-1 1-1,1-1 0,-1 0 0,1 1 1,-1-1-1,1 3 0,-2-4-1,1 3-4,8 4 4,-7-7 5,0 1 1,0-1 0,0 0-1,0 1 1,0-1-1,0 0 1,0 0 0,0 0-1,0 0 1,0 0 0,0 0-1,0 0 1,0 0 0,0 0-1,0 0 1,0 0 0,0-1-1,0 1 1,0 0-1,0-1 1,0 1 0,0-1-1,1 0 1,21-18 97,-16 14-81,30-27 15,37-40 0,-67 64-32,-1 0-1,0 1 0,0-2 1,-1 1-1,0-1 0,-1 0 1,0 0-1,0 0 0,-1 0 1,0-1-1,0 1 0,-1-1 1,1-17-1,6-81-1,-9-60 0,-9 156 0,9 12 0,0-1 0,0 1 0,0 0 0,0 0 0,0 0 0,0 0 0,-1-1 0,1 1 0,0 0 0,0 0 0,0 0 0,0 0 0,0 0 0,0-1 0,-1 1 0,1 0 0,0 0 0,0 0 0,0 0 0,0 0 0,-1 0 0,1 0 0,0 0 0,0 0 0,0 0 0,0-1 0,-1 1 0,1 0 0,0 0 0,0 0 0,0 0 0,-1 0 0,1 0 0,0 1 0,0-1 0,0 0 0,-1 0 0,1 0 0,0 0 0,0 0 0,0 0 0,0 0 0,-1 0 0,1 0 0,0 0 0,0 0 0,0 1 0,0-1 0,0 0 0,-1 0 0,1 0 0,0 0 0,0 0 0,0 1 0,0-1 0,0 0 0,0 0 0,0 0 0,0 1 0,0-1 0,0 0 0,-1 0 0,1 0 0,0 1 0,-8 26 0,8 17 0,2 1 0,12 67 0,-6-41 0,-5-47 0,-1 0 0,-4 46 0,1-15 0,1-46 0,1-1 0,1 1 0,-1-1 0,1 1 0,1-1 0,4 11 0,-4-7 0,-3-11 0,0 0 0,1 0 0,-1 0 0,0-1 0,0 1 0,0 0 0,1 0 0,-1 0 0,0-1 0,1 1 0,-1 0 0,1 0 0,-1-1 0,1 1 0,-1 0 0,1-1 0,-1 1 0,1 0 0,0-1 0,-1 1 0,1-1 0,0 1 0,0-1 0,-1 0 0,1 1 0,0-1 0,0 0 0,-1 1 0,1-1 0,0 0 0,0 0 0,0 0 0,0 0 0,0 1 0,-1-1 0,1-1 0,0 1 0,1 0 0,6-1 0,0 0 0,0 0 0,0-1 0,0 0 0,0 0 0,-1-1 0,1 0 0,-1-1 0,0 1 0,10-8 0,2-2 0,0 0 0,23-24 0,-38 33 0,0 0 0,0-1 0,0 1 0,-1-1 0,1 0 0,-1 0 0,0 0 0,-1-1 0,1 1 0,-1-1 0,0 1 0,-1-1 0,1 0 0,-1 0 0,0 0 0,-1 0 0,1 0 0,-1 0 0,-1-7 0,1 11 0,1 1 0,-1-1 0,0 0 0,0 0 0,0 0 0,-1 0 0,1 1 0,0-1 0,-1 0 0,1 0 0,-1 0 0,0 1 0,1-1 0,-1 0 0,0 1 0,0-1 0,0 1 0,0-1 0,-1 1 0,1-1 0,0 1 0,0 0 0,-1 0 0,-2-2 0,4 2 0,-1 1 0,0 0 0,1-1 0,-1 1 0,0 0 0,0 0 0,1 0 0,-1-1 0,0 1 0,0 0 0,1 0 0,-1 0 0,0 0 0,0 0 0,1 0 0,-1 1 0,0-1 0,0 0 0,1 0 0,-1 0 0,0 1 0,1-1 0,-1 0 0,0 1 0,1-1 0,-1 1 0,0-1 0,1 1 0,-1-1 0,1 1 0,-1-1 0,0 1 0,0 1 0,0 0 0,-1 0 0,1-1 0,0 1 0,0 0 0,0 0 0,0 0 0,1 0 0,-1 0 0,0 0 0,1 1 0,-1-1 0,1 0 0,0 0 0,0 0 0,0 0 0,0 1 0,0-1 0,1 0 0,-1 0 0,0 0 0,1 0 0,0 0 0,-1 1 0,1-1 0,0 0 0,0-1 0,0 1 0,0 0 0,1 0 0,-1 0 0,0-1 0,1 1 0,0-1 0,1 3 0,0-1 0,1-1 0,-1 1 0,0-1 0,1 0 0,-1 0 0,1 0 0,0 0 0,0-1 0,0 1 0,0-1 0,0 0 0,0 0 0,0-1 0,0 1 0,0-1 0,0 0 0,0 0 0,8-1 0,1-1 0,-1-1 0,0 0 0,0-1 0,0-1 0,0 0 0,-1 0 0,1-1 0,-1-1 0,-1 0 0,1 0 0,-1-1 0,-1 0 0,18-19 0,-21 20 0,0-1 0,0-1 0,-1 1 0,5-10 0,-8 15 0,-1 0 0,0 0 0,0 0 0,-1 0 0,1 0 0,-1 0 0,1-1 0,-1 1 0,0 0 0,0 0 0,0 0 0,-1 0 0,1 0 0,-1 0 0,0-1 0,-2-4 0,0-4 0,3 10 0,0 1 0,0-1 0,-1 0 0,1 0 0,-1 1 0,1-1 0,-1 1 0,0-1 0,1 0 0,-1 1 0,0-1 0,0 1 0,0-1 0,0 1 0,-1 0 0,1 0 0,0-1 0,-3-1 0,4 3 0,0 0 0,-1-1 0,1 1 0,0 0 0,-1 0 0,1-1 0,-1 1 0,1 0 0,0 0 0,-1 0 0,1-1 0,-1 1 0,1 0 0,0 0 0,-1 0 0,1 0 0,-1 0 0,1 0 0,-1 0 0,1 0 0,0 0 0,-1 0 0,1 0 0,-1 0 0,1 0 0,-1 0 0,1 1 0,0-1 0,-1 0 0,1 0 0,-1 0 0,1 1 0,0-1 0,-1 0 0,1 0 0,0 1 0,-1-1 0,1 0 0,0 1 0,0-1 0,-1 0 0,1 1 0,0-1 0,0 0 0,0 1 0,-1-1 0,1 1 0,0 0 0,-11 10 0,10-10 0,-1 1 0,0-1 0,1 1 0,-1 0 0,1 0 0,0-1 0,0 1 0,0 0 0,-2 4 0,-1 3 0,2-5 0,0-1 0,1 1 0,0-1 0,-1 1 0,1 0 0,0 0 0,1 0 0,-1-1 0,1 1 0,-1 0 0,1 0 0,1 8 0,3 1-34,-1-1 0,2 1 0,0 0 0,1-1 0,0 0 0,0 0 0,14 17 0,-17-25-9,1 0-1,0 0 1,-1 0 0,1-1-1,0 0 1,1 1-1,-1-1 1,1-1 0,-1 1-1,1-1 1,0 0-1,0 0 1,0 0 0,0-1-1,0 0 1,0 1-1,0-2 1,0 1-1,1-1 1,-1 0 0,0 0-1,1 0 1,4-2-1,11-3-3067,-1 0-1,0-2 0,0-1 0,0 0 0,30-19 1,-43 23 1832,25-12-3937,-5 0 120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2.056"/>
    </inkml:context>
    <inkml:brush xml:id="br0">
      <inkml:brushProperty name="width" value="0.035" units="cm"/>
      <inkml:brushProperty name="height" value="0.035" units="cm"/>
      <inkml:brushProperty name="color" value="#F71A09"/>
    </inkml:brush>
  </inkml:definitions>
  <inkml:trace contextRef="#ctx0" brushRef="#br0">296 5 2521,'-26'-1'28862,"21"0"-25096,0-2-6207,-1 3 2500,3 4-59,-10 1 0,12-5 0,0 1 0,1-1 0,-1 0 0,0 0 0,1 1 0,-1-1 0,1 0 0,-1 1 0,0-1 0,1 0 0,-1 1 0,1-1 0,-1 1 0,1-1 0,-1 1 0,1-1 0,0 1 0,-1-1 0,1 1 0,0 0 0,-1-1 0,1 1 0,0 0 0,0-1 0,-1 2 0,-4 5 0,-1 0 0,0 0 0,0 0 0,-1-1 0,1 0 0,-1-1 0,-1 1 0,-10 5 0,-8 8 0,16-13 0,1 1 0,0 0 0,1 1 0,0 0 0,0 0 0,1 1 0,0-1 0,0 2 0,1-1 0,-9 19 0,8-11 0,1-1 0,0 1 0,2 1 0,0-1 0,1 1 0,0-1 0,1 30 0,2-45-111,0-1 1,1 0-1,-1 1 1,0-1-1,1 0 1,-1 0-1,1 0 1,-1 1-1,1-1 1,0 0-1,-1 0 1,1 0-1,0 0 1,2 2-1,4 10-2401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3.038"/>
    </inkml:context>
    <inkml:brush xml:id="br0">
      <inkml:brushProperty name="width" value="0.035" units="cm"/>
      <inkml:brushProperty name="height" value="0.035" units="cm"/>
      <inkml:brushProperty name="color" value="#F71A09"/>
    </inkml:brush>
  </inkml:definitions>
  <inkml:trace contextRef="#ctx0" brushRef="#br0">303 11 3305,'-2'0'4583,"-15"-5"12588,12 3-14219,1 0 257,-20 0-1662,15 3-1547,2 4 0,4-1 0,0-1 0,-1 0 0,1 1 0,-1-1 0,0 0 0,0-1 0,-4 3 0,-13 10 0,-13 7 0,11-4 0,18-15 0,0 1 0,0 0 0,1 1 0,-6 5 0,-14 12 0,22-21 0,0 1 0,0-1 0,0 0 0,0 1 0,0 0 0,1-1 0,-1 1 0,0 0 0,1 0 0,0 0 0,-1 0 0,1 0 0,0 0 0,0 0 0,0 0 0,0 0 0,1 1 0,-1-1 0,0 0 0,1 1 0,0-1 0,0 0 0,-1 4 0,1-2 0,0-1 0,0 1 0,0 0 0,0 0 0,1 0 0,-1 0 0,1-1 0,0 1 0,0 0 0,0-1 0,1 1 0,-1-1 0,1 1 0,0-1 0,4 6 0,4 8 0,-9-15 0,1 1 0,-1 0 0,1-1 0,0 1 0,0-1 0,4 5 0,-2-3 0,0 0 0,1 0 0,-1 0 0,1-1 0,0 1 0,0-1 0,0 0 0,0-1 0,1 1 0,-1-1 0,1 0 0,-1-1 0,1 1 0,9 0 0,-7-1 0,-1 0 0,0-1 0,1 0 0,-1 0 0,1-1 0,-1 0 0,0 0 0,0-1 0,0 0 0,1 0 0,6-4 0,9-4 0,-1-1 0,22-15 0,-32 19 0,-3 1 0,0 1 0,-1-1 0,1 0 0,-1-1 0,0 0 0,7-9 0,1 1 0,-14 13 0,0 1 0,-1-1 0,1 0 0,0 1 0,-1-1 0,1 0 0,-1 0 0,0 0 0,1 0 0,-1 0 0,0-1 0,1-3 0,3-9 0,-3 12 0,0-1 0,-1 1 0,0 0 0,0-1 0,0 1 0,0-1 0,0 1 0,-1-1 0,0 0 0,0 1 0,0-1 0,0 1 0,0-1 0,-1 0 0,1 1 0,-1-1 0,0 1 0,-2-6 0,2 7 0,-1-1 0,1 1 0,-1 0 0,0 0 0,0 0 0,0 0 0,0 0 0,0 0 0,0 1 0,0-1 0,-1 1 0,-2-2 0,-6-5 0,8 6 0,1 0 0,-1 0 0,1 1 0,-1 0 0,0-1 0,0 1 0,1 0 0,-1 0 0,0 0 0,-3 0 0,-19-3 0,1 1 0,-1 1 0,0 0 0,-36 5 0,-101 21 0,132-20-1464,-16 3-2473,39-6 139,22-16-12184,-6 14 11021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3.572"/>
    </inkml:context>
    <inkml:brush xml:id="br0">
      <inkml:brushProperty name="width" value="0.035" units="cm"/>
      <inkml:brushProperty name="height" value="0.035" units="cm"/>
      <inkml:brushProperty name="color" value="#F71A09"/>
    </inkml:brush>
  </inkml:definitions>
  <inkml:trace contextRef="#ctx0" brushRef="#br0">95 114 2128,'-3'0'2328,"-26"3"2245,-9 0 5079,14 2 4423,41-6-14071,1-1-1,-1-1 0,27-8 1,30-5-7,63-11 3,-74 12 0,-46 12 16,-11 2-36,-1 0 0,0 0-1,0 0 1,0 0 0,-1-1 0,10-4 0,-14 6-33,0 0-1,0 0 1,0-1 0,1 1 0,-1 0 0,0 0 0,0 0 0,0 0 0,0 0 0,0-1 0,0 1 0,0 0 0,1 0-1,-1 0 1,0-1 0,0 1 0,0 0 0,0 0 0,0 0 0,0 0 0,0-1 0,0 1 0,0 0 0,0 0 0,0 0-1,0-1 1,0 1 0,0 0 0,0 0 0,0 0 0,0-1 0,-1 1 0,1 0 0,0 0 0,0 0 0,0 0 0,0-1-1,0 1 1,0 0 0,0 0 0,-1 0 0,1 0 0,0 0 0,0 0 0,0-1 0,0 1 0,0 0 0,-1 0 0,1 0 0,0 0-1,0 0 1,0 0 0,-1 0 0,1 0 0,0 0 0,0 0 0,0 0 0,0 0 0,-1 0 0,-12-5-2243,13 5 1781,-7-2-1528,2 0 292,0 1 0,0-1 0,0 1 1,-10-1-1,2-2-5397,7 2 4452,-3-3-1181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4.163"/>
    </inkml:context>
    <inkml:brush xml:id="br0">
      <inkml:brushProperty name="width" value="0.035" units="cm"/>
      <inkml:brushProperty name="height" value="0.035" units="cm"/>
      <inkml:brushProperty name="color" value="#F71A09"/>
    </inkml:brush>
  </inkml:definitions>
  <inkml:trace contextRef="#ctx0" brushRef="#br0">64 144 2529,'-3'0'649,"1"0"0,0-1 0,0 1 0,-1-1 0,1 0 0,0 1 0,0-1 0,0 0 0,0 0 0,0-1 0,0 1 0,0 0 0,0-1 0,-2-1 0,-22-25 9509,26 27-9926,-1 0 0,1 1 0,-1-1 0,1 0 0,0 0 0,-1 0 0,1 1 0,0-1 1,0 0-1,-1 0 0,1 0 0,0 0 0,0 0 0,0 1 0,0-1 0,0 0 0,0 0 0,0 0 0,1 0 0,-1 0 0,0 1 0,0-1 0,1 0 0,-1 0 0,0 0 0,1 1 0,0-2 0,17-20 2470,-10 14-1909,27-20-440,-31 26-353,1 0 0,-1 0 0,0 1 0,1-1 0,-1 1 0,1 0 0,0 0 0,7 0 0,-2-1 0,1 0 0,0 1 0,0 0 0,0 1 0,1 0 0,-1 1 0,0 0 0,0 1 0,13 3 0,-23-4 0,1-1 0,0 1 0,-1 0 0,1-1 0,-1 1 0,0 0 0,1 0 0,-1 0 0,0 0 0,1 0 0,-1 0 0,0 0 0,2 2 0,13 10 0,-13-12 0,-1 0 0,1 1 0,-1-1 0,0 1 0,1 0 0,-1 0 0,0 0 0,0 0 0,0 0 0,-1 0 0,1 1 0,-1-1 0,1 0 0,-1 1 0,0-1 0,1 1 0,-1 0 0,1 4 0,-1-3 0,0 1 0,0 0 0,-1-1 0,1 1 0,-1-1 0,0 1 0,-1 0 0,1-1 0,-1 1 0,1 0 0,-3 4 0,1 0 0,-2 1 0,1 0 0,-1-1 0,0 0 0,-1 0 0,0 0 0,-1-1 0,0 0 0,-7 8 0,-30 48 0,-63 44 0,90-91 0,16-12 0,1-5 0,-1 1 0,1-1 0,-1 0 0,0 0 0,1 1 0,-1-1 0,1 0 0,-1 0 0,1 0 0,-1 0 0,1 1 0,0-1 0,-1 0 0,1 0 0,-1 0 0,1 0 0,-1 0 0,1 0 0,-1 0 0,1-1 0,-1 1 0,1 0 0,-1 0 0,1 0 0,-1 0 0,1-1 0,-1 1 0,1 0 0,-1 0 0,1-1 0,137-42 0,-60 20-3492,97-46-15262,-123 47 15711,-26 12-1394</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4.563"/>
    </inkml:context>
    <inkml:brush xml:id="br0">
      <inkml:brushProperty name="width" value="0.035" units="cm"/>
      <inkml:brushProperty name="height" value="0.035" units="cm"/>
      <inkml:brushProperty name="color" value="#F71A09"/>
    </inkml:brush>
  </inkml:definitions>
  <inkml:trace contextRef="#ctx0" brushRef="#br0">18 11 592,'0'-1'341,"-1"1"0,1-1 0,0 1 1,-1-1-1,1 1 0,0-1 0,-1 1 0,1-1 0,-1 1 0,1-1 0,0 1 1,-1-1-1,1 1 0,-1 0 0,1-1 0,-1 1 0,0 0 0,1-1 0,-1 1 0,1 0 1,-2-1-1,-5 0 5589,9 23 853,15 8-1726,-15-25-4579,0 0-1,0-1 0,1 1 1,0-1-1,0 1 1,7 7-1,-1-6-301,0 0 1,1 0-1,-1-1 0,1 0 1,0-1-1,1 0 0,14 3 1,-23-6-161,38 9 363,66 9 0,-17-5-82,22 2-189,-68-9-78,-36-7-22,1 1 0,-1 0 1,0 0-1,0 1 0,10 3 1,-1 0 13,4 2 1,-19-6-24,-1-1 1,1 1-1,-1-1 0,1 0 0,-1 1 0,1-1 0,-1 1 1,1-1-1,-1 1 0,1-1 0,-1 1 0,0 0 0,1-1 1,-1 1-1,0 0 0,0-1 0,1 1 0,-1 0 0,0-1 1,0 1-1,0 0 0,0-1 0,0 2 0,0-1 3,0-1 0,-1 1 0,1 0 0,0-1-1,-1 1 1,1 0 0,-1-1 0,1 1 0,-1 0 0,1-1-1,-1 1 1,0-1 0,1 1 0,-1-1 0,1 0 0,-1 1 0,0-1-1,0 0 1,1 1 0,-1-1 0,0 0 0,-1 1 0,-25 6 39,16-4-27,-16 4 40,-58 7 0,41-8-85,-163 13-2408,180-17 1585,19-2 589,-69 2-3693,70-2 3033,1-1 0,-1 0 0,0 0 0,1 0 0,-1 0 0,1-1 0,-1-1 0,1 1 0,-7-4 0,13 6 614,-1-1 0,0 0 0,1 1 0,-1-1 0,0 1 0,1-1 0,-1 0 0,1 0 0,-1 1 0,1-1 0,-1 0 0,1 0 0,0 0 0,-1 0 1,1 1-1,0-1 0,-1 0 0,1 0 0,0 0 0,0 0 0,0 0 0,0 0 0,0 0 0,0 0 0,1-1 0,-1-3-1181,0-6-2332</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4.820"/>
    </inkml:context>
    <inkml:brush xml:id="br0">
      <inkml:brushProperty name="width" value="0.035" units="cm"/>
      <inkml:brushProperty name="height" value="0.035" units="cm"/>
      <inkml:brushProperty name="color" value="#F71A09"/>
    </inkml:brush>
  </inkml:definitions>
  <inkml:trace contextRef="#ctx0" brushRef="#br0">18 152 72,'-4'-8'8440,"-10"6"-854,16-8 2124,22 2-6545,10 1-2890,-25 6-608,0-1-1,0 0 1,0-1-1,8-3 1,12-6-2053,1 2 1,0 1-1,37-5 1,13-5-2643,-8 5 744,-43 10 955,33-11 1,-44 10 1898</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5.140"/>
    </inkml:context>
    <inkml:brush xml:id="br0">
      <inkml:brushProperty name="width" value="0.035" units="cm"/>
      <inkml:brushProperty name="height" value="0.035" units="cm"/>
      <inkml:brushProperty name="color" value="#F71A09"/>
    </inkml:brush>
  </inkml:definitions>
  <inkml:trace contextRef="#ctx0" brushRef="#br0">55 17 752,'5'-12'5173,"-5"8"-415,-16 3 1980,15 2-6150,-1-1 0,0 0 0,0 1 0,0 0 0,0-1 0,0 1 0,1 0 0,-1 0 0,0 0 0,1 0 0,-1 0-1,1 0 1,-1 0 0,1 1 0,-1-1 0,1 0 0,0 1 0,0 0 0,0-1 0,-2 4 0,-3 3 325,5-7-881,1-1-1,0 1 1,-1 0-1,1 0 0,0 0 1,-1-1-1,1 1 1,0 0-1,0 0 1,0 0-1,-1 0 1,1 0-1,0-1 1,0 1-1,0 0 0,1 0 1,-1 0-1,0 0 1,0 0-1,0-1 1,1 1-1,-1 0 1,0 0-1,1 0 1,-1-1-1,1 1 0,-1 0 1,1 0-1,-1-1 1,1 2-1,23 21 964,-17-17-879,-2-2-116,2 4 0,1-1 0,-1-1 0,2 0 0,-1 0 0,18 9 0,10 0 0,2-2 0,0-2 0,62 10 0,44 13 0,-137-33 0,0 2 0,0-1 0,0 1 0,0 0 0,0 0 0,-1 1 0,0 0 0,8 5 0,-14-9 0,0 1 0,0-1 0,0 0 0,0 0 0,0 1 0,0-1 0,0 0 0,0 1 0,0-1 0,0 0 0,0 0 0,0 1 0,0-1 0,0 0 0,0 1 0,0-1 0,0 0 0,0 0 0,0 1 0,0-1 0,0 0 0,-1 0 0,1 1 0,0-1 0,0 0 0,0 0 0,0 1 0,-1-1 0,1 0 0,0 0 0,-4 3 0,1 0 0,0 0 0,-1 0 0,1-1 0,-1 1 0,1-1 0,-1 0 0,0 0 0,0 0 0,0-1 0,0 1 0,0-1 0,-6 1 0,-56 8 0,54-9 0,-42 6-1384,19-2-2927,-55 1-1,81-6 3682,-1 0-1,0-1 0,1 0 1,0-1-1,-1 0 1,1 0-1,0-1 0,0-1 1,0 1-1,-13-8 0,19 9-89,0 0 0,0 0 0,0 0 0,0 0 0,1-1-1,-1 0 1,1 1 0,-1-1 0,1 0 0,0 0 0,0 0 0,-3-6-1,-3-7-2963</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5.304"/>
    </inkml:context>
    <inkml:brush xml:id="br0">
      <inkml:brushProperty name="width" value="0.035" units="cm"/>
      <inkml:brushProperty name="height" value="0.035" units="cm"/>
      <inkml:brushProperty name="color" value="#F71A09"/>
    </inkml:brush>
  </inkml:definitions>
  <inkml:trace contextRef="#ctx0" brushRef="#br0">0 130 784,'30'-26'8037,"-26"22"-7345,1 0 1,-1-1 0,1 1-1,0 1 1,0-1 0,10-5 0,16-5-568,0 1 0,1 2 0,0 1 0,39-7 0,-41 15-1755,6-1-2334,-33 2 952</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6.152"/>
    </inkml:context>
    <inkml:brush xml:id="br0">
      <inkml:brushProperty name="width" value="0.035" units="cm"/>
      <inkml:brushProperty name="height" value="0.035" units="cm"/>
      <inkml:brushProperty name="color" value="#F71A09"/>
    </inkml:brush>
  </inkml:definitions>
  <inkml:trace contextRef="#ctx0" brushRef="#br0">96 11 1792,'-4'-2'1234,"-9"-1"11163,3-2-802,9 5-11248,0-1 1,-1 2 0,1-1-1,0 0 1,0 0-1,0 0 1,0 0 0,0 1-1,-1-1 1,1 1-1,0-1 1,0 0 0,-1 2-1,-6-1 404,1 0-619,6 3-132,1 2 0,0 4 0,1 0 0,0 0 0,0-1 0,5 14 0,-4-15 0,0 0 0,0 1 0,-1-1 0,0 11 0,3 4 0,-3-20 0,0 0 0,-1-1 0,1 1 0,-1 0 0,1 0 0,-1-1 0,0 1 0,0 0 0,-1 3 0,0 3-684,-1-1 0,-1 0 1,1 0-1,-2 0 0,1 0 0,-5 8 1,7-13 59,-1 0 1,1-1-1,0 1 1,0 0-1,1 0 1,-1 0-1,0 0 1,1 0-1,0 0 1,0 4-1,0-3-477,0-1 0,-1 1 0,1 0 0,-1-1 0,0 1 0,-1 3 0,-11 16-4915,3 3 73</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7.768"/>
    </inkml:context>
    <inkml:brush xml:id="br0">
      <inkml:brushProperty name="width" value="0.035" units="cm"/>
      <inkml:brushProperty name="height" value="0.035" units="cm"/>
      <inkml:brushProperty name="color" value="#F71A09"/>
    </inkml:brush>
  </inkml:definitions>
  <inkml:trace contextRef="#ctx0" brushRef="#br0">166 75 328,'-62'5'14183,"58"-5"-10952,12 0-483,15 0 5886,-24 17-6487,-41 42-651,24-21-1496,17-35 0,-3 0 0,1 1 0,-1 0 0,1 1 0,0-1 0,1 0 0,-1 1 0,1 0 0,0-1 0,0 1 0,0 0 0,1 0 0,-1 5 0,-7 48 0,9-52 0,0-4 0,-1 0 0,1 0 0,0 0 0,0 0 0,1 0 0,-1 0 0,0 0 0,1 0 0,-1 0 0,1 0 0,-1 0 0,1 0 0,0 0 0,0-1 0,1 3 0,-1-3 0,-1-1 0,0 1 0,1-1 0,-1 1 0,0 0 0,1-1 0,-1 1 0,0-1 0,0 1 0,1 0 0,-1-1 0,0 1 0,0 0 0,0 0 0,0-1 0,0 1 0,0 1 0,0-2 0,0 1 0,0-1 0,0 0 0,0 1 0,0-1 0,0 0 0,0 1 0,0-1 0,0 1 0,0-1 0,0 0 0,0 1 0,0-1 0,0 0 0,1 1 0,-1-1 0,0 0 0,0 1 0,0-1 0,1 0 0,-1 1 0,0-1 0,1 0 0,-1 1 0,0-1 0,0 0 0,1 0 0,-1 0 0,1 1 0,0-1 0,-1-1 0,1 1 0,0 0 0,-1-1 0,1 1 0,0-1 0,-1 1 0,1-1 0,-1 1 0,1-1 0,-1 1 0,1-1 0,-1 1 0,1-1 0,-1 0 0,1 1 0,-1-1 0,0 0 0,1 1 0,-1-2 0,0 1 0,2-2 0,-1 0 0,1 0 0,-1-1 0,0 1 0,-1 0 0,1-1 0,0 1 0,-1-1 0,0 1 0,0-1 0,0 1 0,0-1 0,0 1 0,-1 0 0,0-1 0,1 1 0,-3-4 0,-1-4 0,-1 1 0,0-1 0,-12-18 0,13 21 0,0 0 0,0 0 0,1-1 0,0 1 0,1-1 0,0 0 0,0 0 0,1 0 0,0-15 0,2 19 0,0 0 0,0 0 0,0 0 0,1 1 0,0-1 0,0 0 0,0 1 0,1-1 0,0 1 0,-1 0 0,2 0 0,-1 0 0,0 0 0,1 0 0,-1 1 0,1 0 0,7-5 0,23-14 0,-29 18 0,0 1 0,1-1 0,-1 1 0,1 0 0,-1 0 0,1 0 0,7-1 0,23-7 0,-27 11 0,-2 5 0,-6-5 0,-1 0 0,0 1 0,0-1 0,1 1 0,-1-1 0,0 1 0,0-1 0,0 0 0,0 1 0,0-1 0,0 1 0,0-1 0,0 1 0,0-1 0,0 1 0,0-1 0,0 1 0,0-1 0,0 1 0,0-1 0,0 1 0,-1-1 0,1 0 0,0 1 0,0-1 0,-1 1 0,1-1 0,0 1 0,0-1 0,-1 0 0,1 1 0,0-1 0,-1 0 0,1 0 0,-1 1 0,1-1 0,0 0 0,-1 0 0,1 1 0,-1-1 0,1 0 0,-1 0 0,0 1 0,-34 43 0,31-39 0,-1 0 0,1 1 0,0 0 0,1-1 0,-1 1 0,1 0 0,0 1 0,1-1 0,-1 1 0,1-1 0,0 1 0,1 0 0,0-1 0,0 1 0,0 13 0,2-19 0,-1 0 0,1-1 0,-1 1 0,1 0 0,0-1 0,-1 1 0,1 0 0,0-1 0,0 1 0,0-1 0,-1 1 0,1-1 0,0 0 0,0 1 0,0-1 0,0 0 0,0 0 0,0 1 0,0-1 0,1 0 0,27 5 0,-24-4 0,65 4 0,9 2 0,-35 6 0,-41-12 0,0 0 0,-1 0 0,1 1 0,-1-1 0,1 1 0,-1 0 0,0 0 0,0 0 0,0 0 0,0 0 0,0 0 0,0 0 0,2 5 0,-3-5 0,1 0 0,-1 0 0,-1 1 0,1-1 0,0 0 0,-1 1 0,1-1 0,-1 0 0,1 1 0,-1-1 0,0 1 0,0-1 0,0 1 0,-1-1 0,1 0 0,-1 1 0,1-1 0,-1 1 0,0-1 0,0 0 0,0 0 0,0 1 0,-2 2 0,0-1 0,0 0 0,0-1 0,0 1 0,0-1 0,-1 0 0,0 0 0,0 0 0,0 0 0,0-1 0,0 0 0,-7 3 0,-51 23-88,46-24-1465,-1-2 0,-30 1 1,13-2-4262,26-1 647,24-4-7196</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8.562"/>
    </inkml:context>
    <inkml:brush xml:id="br0">
      <inkml:brushProperty name="width" value="0.035" units="cm"/>
      <inkml:brushProperty name="height" value="0.035" units="cm"/>
      <inkml:brushProperty name="color" value="#F71A09"/>
    </inkml:brush>
  </inkml:definitions>
  <inkml:trace contextRef="#ctx0" brushRef="#br0">62 19 800,'-2'-17'9584,"-1"17"-8688,2 0-750,1 0-1,0 0 1,-1-1-1,1 1 1,0 0-1,-1 0 0,1 0 1,0 0-1,-1 0 1,1 0-1,-1 0 1,1 0-1,0 0 1,-1 0-1,1 0 1,0 0-1,-1 0 0,1 0 1,-1 1-1,1-1 1,0 0-1,-1 0 1,1 0-1,0 0 1,-1 1-1,1-1 1,0 0-1,0 0 0,-1 1 1,1-1-1,0 0 1,0 1-1,-1-1 1,1 0-1,0 1 1,0-1-1,-1 2 1585,-9 9 8320,8-10-9762,0 1-1,1-1 0,-1 0 1,0 0-1,0 1 1,1-1-1,-1 1 1,1-1-1,-1 1 0,1 0 1,0 0-1,-1 0 1,1-1-1,-1 5 1,-7 20-275,9-4-13,-1-7 0,1-1 0,1 0 0,0 1 0,5 20 0,3 13 0,-9-39 0,1-1 0,1 1 0,0-1 0,0 0 0,0 1 0,6 10 0,1 3 0,-9-21 0,1 0 0,-1-1 0,1 1 0,-1 0 0,1 0 0,-1-1 0,1 1 0,-1 0 0,1 0 0,0-1 0,0 1 0,-1-1 0,1 1 0,0-1 0,0 1 0,-1-1 0,1 1 0,0-1 0,0 0 0,0 1 0,0-1 0,0 0 0,0 0 0,0 0 0,-1 0 0,1 0 0,0 0 0,0 0 0,0 0 0,0 0 0,0 0 0,0 0 0,0-1 0,0 1 0,0 0 0,-1-1 0,1 1 0,0 0 0,0-1 0,0 1 0,0-1 0,2-1 0,16-5-101,0-1 0,-1-1 0,0 0 0,0-2 1,-1 0-1,29-24 0,86-93-802,-131 127 901,14-13-389,-9 8 151,0 1-1,0-2 1,-1 1 0,9-14 0,-7 10-29,-6 9 262,0 0 0,0 0 0,0 0 0,-1 0 0,1 0 0,0-1 0,-1 1 0,1 0 0,-1-1 0,1 1 0,-1 0 0,0-1 1,1 1-1,-1 0 0,0-3 0,0 3 9,0 1 1,-1 0 0,1-1 0,0 1-1,0-1 1,-1 1 0,1-1 0,0 1-1,-1 0 1,1-1 0,0 1 0,-1 0 0,1-1-1,-1 1 1,1 0 0,0 0 0,-1-1-1,1 1 1,-1 0 0,1 0 0,-1 0-1,1 0 1,-1 0 0,1 0 0,-1-1 0,1 1-1,-1 0 1,1 0 0,-1 1 0,1-1-1,-1 0 1,1 0 0,-1 0 0,1 0-1,-1 0 1,0 1 0,-17 3 45,17-4-46,-93 34 963,90-32-878,-1 1-1,1-1 0,0 1 1,-8 7-1,-2 1 29,11-9-106,0 0 0,1 0 0,-1 0 0,1 0 0,0 0 0,-1 1 0,1-1 1,0 1-1,0-1 0,1 1 0,-1 0 0,0 0 0,1 0 0,0 0 0,0 0 0,0 0 0,0 0 0,0 0 0,1 1 1,-1 4-1,1-7-6,0 1 1,1-1-1,-1 1 0,1-1 1,-1 0-1,1 1 1,0-1-1,-1 0 1,1 1-1,0-1 1,0 0-1,0 0 1,0 0-1,0 0 1,0 0-1,0 0 1,1 0-1,-1 0 0,0 0 1,0 0-1,1-1 1,-1 1-1,1 0 1,2 0-1,2 0 14,0 0-1,0 0 0,0 0 1,0-1-1,0 0 0,0 0 1,0-1-1,0 0 0,0 0 1,0 0-1,0-1 0,0 0 1,0 0-1,9-4 0,16-6-34,-5-4-3,-20 14 16,0 0 0,0 1 0,0-1 0,1 1 1,-1 1-1,0-1 0,1 1 0,-1 0 0,0 0 0,0 1 1,1 0-1,8 2 0,-15-2 3,5-1-3,-1 2 0,1-1-1,-1 1 1,1-1 0,-1 1 0,0 0-1,1 1 1,-1-1 0,0 1-1,-1 0 1,1 0 0,0 0-1,-1 0 1,0 0 0,4 5-1,8 9 62,-13-17-235,-1 1 0,0 0 0,0 0 0,1 0 0,-1 0-1,0 0 1,0 0 0,0 1 0,0-1 0,0 0 0,-1 0 0,1 1 0,0-1 0,-1 1 0,1-1 0,-1 1 0,1-1-1,-1 0 1,1 3 0,9-19-12566,-7 12 11790,1-1 0,0 1 1,-1 0-1,1 1 0,0-1 0,8-3 0,-8 4 347,0-1 0,1 1-1,-1-1 1,0 0-1,-1 0 1,7-6 0,-1-2-846,-1 1 4</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9.077"/>
    </inkml:context>
    <inkml:brush xml:id="br0">
      <inkml:brushProperty name="width" value="0.035" units="cm"/>
      <inkml:brushProperty name="height" value="0.035" units="cm"/>
      <inkml:brushProperty name="color" value="#F71A09"/>
    </inkml:brush>
  </inkml:definitions>
  <inkml:trace contextRef="#ctx0" brushRef="#br0">155 234 608,'-33'-28'10872,"18"24"-1132,-4 7-5157,-18 15 93,33-16-4623,1 1 1,-1-1 0,1 1 0,0 0 0,-1 0 0,1 0 0,0 0 0,1 0-1,-1 1 1,1-1 0,-1 1 0,1-1 0,0 1 0,0 0 0,1 0 0,-1 0-1,1 0 1,0 0 0,0 1 0,0-1 0,1 0 0,-1 1 0,1-1 0,0 0-1,0 0 1,1 1 0,-1-1 0,1 0 0,0 0 0,0 1 0,1-1 0,-1 0-1,1 0 1,0 0 0,0-1 0,0 1 0,0 0 0,0-1 0,4 4 0,-1-2-115,-1 0 0,1 0 0,0 0 0,1-1 0,-1 1 0,1-1 0,0-1 0,0 1 0,0-1 0,1 0 0,-1-1 0,1 1 0,-1-1 0,1-1 0,0 1 0,0-1 0,0 0 0,0-1 0,-1 1 0,1-1 0,0-1 0,0 1 0,8-3 0,1 0-1070,-1 0 0,0-1 0,26-11 0,-19 5-2793,33-21 1,-50 28 3280,1-1 1,-1-1 0,-1 1 0,1-1-1,-1 0 1,0 0 0,0 0-1,0 0 1,5-11 0,2-2-300,-9 14 801,0 1 1,0-1-1,0 0 0,0 0 0,-1-1 0,1 1 0,-1 0 0,0 0 0,-1-1 0,1 1 0,-1-7 0,0 0-87,-1 0 1,-1 0-1,-3-11 0,3 11 110,-1-1-1,0-22 0,3 29 156,-1 0-1,0-1 0,0 1 0,0 0 1,-1 0-1,-1-5 0,1 6 115,1 0 0,-1-1 0,1 1 0,0-1 0,0-8-1,-1 7 245,1 0-1,-1 0 1,-1 1-1,-5-16 14547,25 42-12549,0 7-1277,-6-12-741,2 6-105,13 92 32,-18-70-806,-7-41 275,-1 1 0,0-1 0,0 1 1,0 0-1,-1-1 0,1 1 0,-1-1 1,-1 6-1,1-5-545,0 0 1,0 1-1,0-1 0,1 1 1,0-1-1,0 7 1,0-10 501,1 0 1,-1 0 0,0 0 0,1-1-1,-1 1 1,0 0 0,1 0 0,-1 0-1,1 0 1,-1-1 0,1 1 0,0 0 0,-1-1-1,1 1 1,0 0 0,0-1 0,-1 1-1,1-1 1,0 1 0,0-1 0,0 1-1,0-1 1,0 0 0,-1 1 0,1-1 0,0 0-1,0 0 1,0 0 0,0 1 0,0-1-1,0 0 1,0 0 0,0-1 0,1 1-1,1 0-626,1-1-1,-1 1 1,0-1-1,0 0 1,0 0-1,0 0 1,6-4-1,-5 3 157,13-8-2391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4:59.393"/>
    </inkml:context>
    <inkml:brush xml:id="br0">
      <inkml:brushProperty name="width" value="0.035" units="cm"/>
      <inkml:brushProperty name="height" value="0.035" units="cm"/>
      <inkml:brushProperty name="color" value="#F71A09"/>
    </inkml:brush>
  </inkml:definitions>
  <inkml:trace contextRef="#ctx0" brushRef="#br0">399 0 616,'-27'20'7355,"3"-3"-4412,-66 33 1385,-54 11-1447,57-19-1749,85-41-1105,0 0 0,0 0 0,0 0 1,0 1-1,1-1 0,-1 0 0,0 1 0,-2 2 1,-3 3 91,26 4 770,-5-8-407,1-1 1,-1 0-1,1-1 0,26-1 0,32 3 133,144 36-1377,-188-32-1033,0 0 1,1-2 0,0-1 0,0-1 0,0-2 0,32-2 0,-23-10-2378,-25 6 1958,4 0-797</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5:00.289"/>
    </inkml:context>
    <inkml:brush xml:id="br0">
      <inkml:brushProperty name="width" value="0.035" units="cm"/>
      <inkml:brushProperty name="height" value="0.035" units="cm"/>
      <inkml:brushProperty name="color" value="#F71A09"/>
    </inkml:brush>
  </inkml:definitions>
  <inkml:trace contextRef="#ctx0" brushRef="#br0">393 1 1232,'0'0'1287,"-27"5"6898,17-6-6387,6 1-473,0-1-1,0 1 1,-1 0 0,1 0 0,0 0-1,0 1 1,-6 1 0,4 1 544,5-3-1737,1 0 0,-1 0 0,0 1 0,0-1 0,1 0 0,-1 1-1,0-1 1,1 0 0,-1 1 0,1-1 0,-1 1 0,0-1 0,1 1 0,-1-1 0,1 1 0,-1 0 0,1-1 0,0 1 0,-1 0-1,1-1 1,-1 2 0,1-1-63,0-1-1,0 1 1,-1-1-1,1 0 1,0 1-1,0-1 1,-1 0-1,1 1 1,0-1-1,0 0 1,-1 1-1,1-1 1,0 0 0,-1 1-1,1-1 1,0 0-1,-1 0 1,1 1-1,-1-1 1,1 0-1,0 0 1,-1 0-1,0 0 1,1 1-30,-1-1 1,1 0 0,-1 0 0,1 0 0,-1 1-1,1-1 1,-1 0 0,1 0 0,-1 1 0,1-1-1,-1 0 1,1 1 0,0-1 0,-1 1 0,1-1-1,0 1 1,-1-1 0,1 0 0,0 1 0,0-1-1,-1 1 1,1-1 0,0 1 0,0 0 0,-9 27 1241,9-19-1099,0-3-113,-1 0-1,2 0 0,-1-1 1,1 1-1,0 0 1,0-1-1,3 11 1,0 1 67,-4-15-128,0 0 1,0-1-1,0 1 0,1 0 1,-1-1-1,1 1 0,-1-1 0,1 1 1,-1 0-1,1-1 0,1 3 1,3 3-8,-1 0 1,1 1-1,-2 0 1,1 0-1,3 12 1,19 62-2,-20-59 0,0 0 0,-1 1 0,-2 0 0,1 34 0,-4 120 0,1-170 0,0 0 0,0 0 0,0 0 0,4 9 0,-3-9 0,0 0 0,0 0 0,-1 0 0,1 9 0,-2 249 0,-1-252 0,0-1 0,-6 24 0,4-25 0,1 1 0,-2 22 0,3-16 0,-1-1 0,0 1 0,-9 27 0,0 6 0,8-41 0,0 0 0,-1 0 0,-6 13 0,5-13 0,0 0 0,-6 23 0,9-27 0,0 1 0,-1-1 0,0 0 0,0 0 0,-8 12 0,-1 2 0,8-13 0,-1-1 0,0 1 0,-1-1 0,0 0 0,0-1 0,0 1 0,-10 6 0,-5 3 0,-27 15 0,24-16 0,-18 8 0,39-22 0,0 1 0,0-1 0,0 0 0,0 0 0,0 0 0,0-1 0,0 1 0,0-1 0,0 1 0,0-1 0,0 0 0,-6-1 0,7 1-25,1-1 0,-1 1 0,1 0 0,0-1-1,-1 0 1,1 1 0,-1-1 0,1 0 0,0 0 0,0 0 0,-1 0 0,1 0 0,0 0-1,0 0 1,0 0 0,0 0 0,0-1 0,1 1 0,-1 0 0,0 0 0,0-1 0,1 1-1,-1-1 1,1 1 0,-1-1 0,1 1 0,0-1 0,0 1 0,-1-1 0,1 1 0,0-1-1,0-1 1,1-3-255,0 1 0,1-1-1,-1 1 1,1-1-1,0 1 1,4-7 0,-2 4-386,22-35-13501,-26 43 13945,0 0 0,0-1 0,0 1 0,0 0-1,0-1 1,0 1 0,0 0 0,0-1 0,0 1-1,0 0 1,0-1 0,0 1 0,0 0 0,0-1 0,0 1-1,0 0 1,0-1 0,0 1 0,0 0 0,0 0-1,-1-1 1,1 1 0,0 0 0,0-1 0,0 1 0,-1 0-1,1 0 1,0-1 0,0 1 0,-1 0 0,1 0-1,0 0 1,0-1 0,-1 1 0,1 0 0,0 0 0,-1 0-1,1 0 1,-1 0 0,0-1-880,-8-5-3772</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5:02.235"/>
    </inkml:context>
    <inkml:brush xml:id="br0">
      <inkml:brushProperty name="width" value="0.035" units="cm"/>
      <inkml:brushProperty name="height" value="0.035" units="cm"/>
      <inkml:brushProperty name="color" value="#F71A09"/>
    </inkml:brush>
  </inkml:definitions>
  <inkml:trace contextRef="#ctx0" brushRef="#br0">18 856 2016,'0'-4'1897,"2"-7"8471,14 4 8046,-16 8-18346,-16 21-64,15-19-4,0 0 0,0 0 0,1 0 0,-1 0 0,1 0 0,0 0 0,0 0 0,0 0 0,0 0 0,1 4 0,0-3 0,-1-1 0,1 1 0,-1 0 0,0 0 0,-1-1 0,0 6 0,-4 13 0,1 0 0,0 0 0,2 0 0,1 0 0,1 25 0,0-41 0,3 7 0,-2-11 0,0 1 0,0-1 0,0 1 0,0-1 0,-1 1 0,1 0 0,-1-1 0,0 1 0,0-1 0,0 1 0,0 4 0,34-28 0,-6-1 0,0 1 0,49-29 0,-43 29 0,-27 16 0,1 1 0,0-1 0,1 1 0,-1 1 0,1-1 0,-1 2 0,1-1 0,0 1 0,0 0 0,0 1 0,18-1 0,-26 2 0,-1 0 0,1 0 0,0 0 0,0 0 0,-1 0 0,1 0 0,0 0 0,-1 1 0,1-1 0,0 0 0,-1 0 0,1 1 0,0-1 0,-1 0 0,1 1 0,0-1 0,-1 0 0,1 1 0,-1-1 0,1 1 0,-1-1 0,1 1 0,-1-1 0,1 2 0,2 0 0,-3-1 0,1 0 0,0-1 0,-1 1 0,1 0 0,0-1 0,-1 1 0,1 0 0,-1 0 0,1 0 0,-1-1 0,0 1 0,1 0 0,-1 0 0,0 0 0,0 0 0,1 0 0,-1 0 0,0 0 0,0 0 0,0 0 0,0 0 0,0-1 0,0 1 0,0 0 0,-1 2 0,1-2 0,0 1 0,1 0 0,-1-1 0,0 1 0,1-1 0,-1 1 0,1-1 0,0 1 0,0-1 0,-1 0 0,1 1 0,1 1 0,0-2 0,-2 0 0,1 1 0,0-1 0,0 0 0,0 1 0,-1-1 0,1 1 0,0 0 0,-1-1 0,0 1 0,1-1 0,-1 3 0,1-2 0,0 0 0,-1 0 0,1 0 0,0 0 0,0-1 0,1 1 0,-1 0 0,0 0 0,0-1 0,3 3 0,1 1 0,-5-4 0,1 0 0,-1-1 0,0 1 0,1-1 0,-1 1 0,1 0 0,-1-1 0,0 1 0,1-1 0,-1 1 0,1-1 0,0 0 0,-1 1 0,1-1 0,-1 0 0,1 1 0,0-1 0,-1 0 0,1 1 0,0-1 0,-1 0 0,1 0 0,0 0 0,-1 0 0,2 0 0,-1 0 0,0 1 0,1-1 0,-1 1 0,0-1 0,0 0 0,1 1 0,-1-1 0,0 0 0,1 0 0,-1 0 0,0 0 0,1 0 0,-1 0 0,0 0 0,1-1 0,-1 1 0,0 0 0,1-1 0,-1 1 0,0-1 0,0 0 0,2-1 0,0 1 0,21-8 0,-17 7 0,-1 0 0,0-1 0,0 1 0,0-1 0,0 0 0,0-1 0,7-5 0,-5 1 0,-4 5 0,-1 0 0,1 0 0,-1-1 0,0 1 0,3-6 0,-5 8 0,0 0 0,0-1 0,-1 1 0,1-1 0,-1 1 0,1-1 0,-1 1 0,0-1 0,0 0 0,0 1 0,0-1 0,0 1 0,0-1 0,0 1 0,0-1 0,0 0 0,-1 1 0,1-1 0,-1 1 0,0-2 0,-3-4 0,1 1 0,-2 0 0,1 1 0,-1-1 0,0 1 0,0 0 0,0 0 0,-1 0 0,1 1 0,-12-7 0,-4-5 0,-5-2 0,-43-23 0,18 12 0,45 25 0,0 1 0,1-1 0,0 0 0,0-1 0,0 1 0,-7-9 0,12 12 0,-1-1 0,1 1 0,-1 0 0,1 0 0,0 0 0,0 0 0,-1 0 0,1-1 0,0 1 0,0 0 0,0 0 0,0 0 0,0-1 0,0 1 0,1 0 0,-1 0 0,0 0 0,1 0 0,-1-1 0,1 1 0,-1 0 0,1 0 0,-1 0 0,1 0 0,0 0 0,-1 0 0,1 0 0,1-1 0,1-1 0,0 0 0,0 0 0,0 0 0,0 0 0,0 1 0,0-1 0,6-2 0,75-39 0,16 0 0,-70 32 0,-1-1 0,0-1 0,34-23 0,-46 25-17,6-4-177,37-33 1,-55 44 166,0-1 0,0 1 0,-1-1 1,1 0-1,-1 0 0,0 0 0,-1 0 1,1-1-1,-1 0 0,-1 0 0,4-12 0,-3 9 14,-2 8 9,-1 0 1,1 0-1,0 0 1,-1-1 0,0 1-1,1 0 1,-1 0-1,0 0 1,0 0 0,0-1-1,-1-1 1,-2-9 8,0 2 0,-1-1 0,0 0 0,0 1 0,-10-16 1,0 4 116,-1 1 0,-2 0 0,0 1 1,-1 1-1,-22-20 0,-40-45-106,55 67-16,24 15 0,1 25 0,-1-13 0,1 1 0,0 0 0,0-1 0,1 1 0,0 0 0,1-1 0,0 1 0,1-1 0,6 17 0,-3-14 0,-1 0 0,6 22 0,-8-21 0,2 1 0,10 22 0,-4-15 0,-1 0 0,-1 1 0,-1 0 0,-1 1 0,-1 0 0,-1 0 0,-1 1 0,-1-1 0,0 1 0,-3 0 0,0-1 0,-1 1 0,-1 0 0,-1-1 0,-1 1 0,-10 30 0,4-14 0,8-29 0,0 0 0,-2 0 0,-4 13 0,-17 52 0,23-65 0,2-10 0,-1-1 0,1 1 0,0 0 0,0 0 0,0 0 0,-1 0 0,1 0 0,0-1 0,-1 1 0,1 0 0,-1 0 0,1 0 0,-1-1 0,1 1 0,-1 0 0,1-1 0,-1 1 0,0-1 0,0 2 0,1-2 0,0 0 0,-1 0 0,1 0 0,0 0 0,0 0 0,0 0 0,0 0 0,-1 1 0,1-1 0,0 0 0,0 0 0,0 0 0,0 0 0,-1 0 0,1 0 0,0 0 0,0 0 0,0 0 0,-1 0 0,1 0 0,0 0 0,0 0 0,0 0 0,0 0 0,-1 0 0,1 0 0,0-1 0,0 1 0,0 0 0,0 0 0,-1 0 0,1 0 0,0 0 0,0 0 0,0 0 0,0-1 0,0 1 0,-1 0 0,1 0 0,0 0 0,0 0 0,0 0 0,0-1 0,0 1 0,0 0 0,0 0 0,0 0 0,0 0 0,0-1 0,0 1 0,0 0 0,0 0 0,0 0 0,0-1 0,0 1 0,0-7 0,0-1 0,1 1 0,0-1 0,1 1 0,0 0 0,0-1 0,0 1 0,7-12 0,-2 6 0,0 0 0,1 0 0,10-12 0,-1 1 0,-13 19 0,-1 0 0,1 0 0,0 0 0,0 0 0,1 1 0,-1 0 0,1-1 0,7-3 0,58-34 0,-69 41 0,1 0 0,0 0 0,0 0 0,0 0 0,0 0 0,0 1 0,0-1 0,0 1 0,0-1 0,0 1 0,0 0 0,0 0 0,0 0 0,0 0 0,4 1 0,2-1 0,19 7 0,-12-3 0,-13-3 0,1 0 0,-1 1 0,1-1 0,-1 0 0,0 1 0,0-1 0,0 1 0,0 0 0,0 0 0,0-1 0,0 1 0,0 0 0,-1 1 0,1-1 0,-1 0 0,0 0 0,2 3 0,6 9 0,1 0 0,-5-8 0,-1-1 0,1 1 0,0-1 0,1 0 0,0 0 0,-1 0 0,1-1 0,11 6 0,-14-9 0,-1 0 0,0 0 0,1 0 0,-1-1 0,1 1 0,-1-1 0,1 0 0,-1 0 0,1 0 0,-1 0 0,1 0 0,-1 0 0,1-1 0,-1 1 0,1-1 0,-1 1 0,0-1 0,4-2 0,41-22 0,-33 18 0,-11 6 0,0-1 0,-1 1 0,1-1 0,0 0 0,-1 1 0,1-1 0,-1 0 0,0-1 0,3-2 0,7-9 0,-10 12 0,0 0 0,0-1 0,0 1 0,0-1 0,0 1 0,0-1 0,-1 0 0,1 0 0,-1 0 0,0 0 0,0 0 0,0 0 0,0 0 0,-1 0 0,1 0 0,-1-1 0,0 1 0,0 0 0,0-5 0,-1 12 0,0-1 0,0 0 0,0 1 0,0-1 0,0 0 0,-1 0 0,-3 5 0,2-2 0,2-5 0,1 0 0,0 0 0,-1 0 0,1 0 0,0 0 0,0 0 0,0 0 0,-1 0 0,1 1 0,0-1 0,0 0 0,1 0 0,-1 1 0,-1 10 0,-2-1 0,1-1 0,0 1 0,1 0 0,0-1 0,1 1 0,1 17 0,0 0 0,-1-28-34,0 1 0,0 0 0,0 0 0,1-1-1,-1 1 1,0 0 0,0-1 0,1 1 0,-1 0 0,1-1 0,-1 1 0,0 0 0,1-1-1,-1 1 1,1-1 0,-1 1 0,1-1 0,0 1 0,-1-1 0,1 1 0,0-1-1,-1 0 1,1 1 0,0-1 0,-1 0 0,1 0 0,0 1 0,-1-1 0,1 0 0,1 0-1,3-11-6803,0 1 4573,9-6-2891,-11 14 4377,-1 0-1,1-1 0,-1 1 0,0-1 1,0 0-1,0 0 0,0 0 1,0 0-1,0 0 0,-1 0 1,0-1-1,1 1 0,-1 0 1,-1-1-1,1 1 0,0-4 1,-1-10-2713</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5:02.413"/>
    </inkml:context>
    <inkml:brush xml:id="br0">
      <inkml:brushProperty name="width" value="0.035" units="cm"/>
      <inkml:brushProperty name="height" value="0.035" units="cm"/>
      <inkml:brushProperty name="color" value="#F71A09"/>
    </inkml:brush>
  </inkml:definitions>
  <inkml:trace contextRef="#ctx0" brushRef="#br0">18 82 64,'0'-2'526,"0"0"-1,-1 0 1,1 0 0,0 0 0,-1 1-1,1-1 1,-1 0 0,0 0 0,0 1-1,1-1 1,-1 0 0,-2-1 0,-3-8 4097,4-2 6615,28 13-9603,-12-1-4944,1 0 0,18-5 0,-9 2 93,-22 4 2815,0-1 0,0 1 1,-1-1-1,1 1 0,0-1 1,0 0-1,-1 0 0,1 0 1,2-2-1,4-2-1819,8-2-1485</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5:03.075"/>
    </inkml:context>
    <inkml:brush xml:id="br0">
      <inkml:brushProperty name="width" value="0.035" units="cm"/>
      <inkml:brushProperty name="height" value="0.035" units="cm"/>
      <inkml:brushProperty name="color" value="#F71A09"/>
    </inkml:brush>
  </inkml:definitions>
  <inkml:trace contextRef="#ctx0" brushRef="#br0">87 5 3841,'-17'-5'28885,"18"20"-28872,0-1-1,0 0 1,5 15 0,-3-16-15,-1-1-1,0 1 1,-1 13-1,1-8 3,-1-1 0,8 28 0,-2-7 0,-5-31 0,-1-1 0,1 0 0,1 0 0,-1 0 0,5 8 0,10 24 0,-7-1 0,32 98 0,-39-120-49,0 0 0,-1 0 0,0 1 0,-1-1 0,-1 1 0,-2 19 0,1 6-308,1-41 226,-1 0 1,1 1-1,0-1 1,-1 0-1,1 0 1,-1 0-1,1 0 1,0 1-1,-1-1 1,1 0-1,-1 0 1,1 0-1,-1 0 1,1 0-1,-1 0 1,1 0-1,-1 0 1,1 0-1,-1 0 1,1 0-1,0-1 1,-1 1-1,1 0 1,-1 0-1,1 0 1,-1-1-1,-13-4-2102,-23-25-3902,5-5 3374,-46-57 1692,68 81 1312,-3-6 800,10 1 7354,13 12-4920,20-2-1392,-18 5-1826,33-6-125,0-3 0,-1-1 0,0-2 0,0-1 0,55-29-1,-31 0-151,-62 39 15,0 0 1,0 0 0,-1 0 0,0-1 0,1 1-1,-2-2 1,1 1 0,0 0 0,-1-1-1,0 0 1,-1 0 0,1 0 0,-1 0 0,3-8-1,-3 6 5,-3 8 0,0-1 0,1 0-1,-1 0 1,0 1 0,0-1-1,1 0 1,-1 0 0,0 0-1,0 0 1,0 1 0,0-1-1,0 0 1,0 0 0,0 0-1,0 0 1,-1 1 0,1-1-1,0 0 1,0 0 0,-1 1-1,1-1 1,0 0 0,-1 0-1,1 1 1,-2-2 0,-2-9 21,4 10-20,0 0 0,0 0 0,-1 0 0,1 0 0,0 0 0,-1 0 0,1 0 0,0 1 0,-1-1 0,1 0 0,-1 0 0,0 0 0,1 0 0,-1 1-1,1-1 1,-1 0 0,0 1 0,0-1 0,0 0 0,1 1 0,-1-1 0,0 1 0,0-1 0,0 1 0,0 0 0,0-1 0,0 1 0,0 0 0,0-1 0,0 1 0,0 0 0,-1 0 0,-2 0-3,1 0 0,-1 0 0,1 0 0,0 0 0,-1 1 0,1-1 0,-1 1 0,1 0 0,0 0 0,0 0 0,0 1 0,-1-1 0,1 1 0,0 0 0,1 0 0,-1 0 0,0 0 0,1 0 0,-1 0 0,1 1 0,-4 4 0,-12 15 0,18-20 0,-1 0 0,0 0 0,0 0 0,1 0 0,-1 0 0,1 0 0,0 0 0,-1 0 0,1 0 0,0 0 0,0 0 0,0 0 0,1 0 0,-1 0 0,0 0 0,1 0 0,-1 0 0,1 0 0,1 4 0,3 14 0,1 3 0,20 42 0,-17-47 0,-7-11 0,1-1 0,1 0 0,-1 0 0,9 10 0,-9-12-696,0 0 0,0 0 1,0 0-1,0 1 0,-1-1 0,0 1 0,3 8 1,-4-10 168,0 0 0,0 0 1,0 0-1,0-1 1,0 1-1,1 0 0,-1-1 1,1 1-1,0-1 1,-1 0-1,1 1 0,0-1 1,0 0-1,1 0 0,-1 0 1,0 0-1,1-1 1,-1 1-1,1-1 0,0 1 1,-1-1-1,5 1 1,10 3-6632,-8-5 3132</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25:03.421"/>
    </inkml:context>
    <inkml:brush xml:id="br0">
      <inkml:brushProperty name="width" value="0.035" units="cm"/>
      <inkml:brushProperty name="height" value="0.035" units="cm"/>
      <inkml:brushProperty name="color" value="#F71A09"/>
    </inkml:brush>
  </inkml:definitions>
  <inkml:trace contextRef="#ctx0" brushRef="#br0">28 282 208,'-23'18'9340,"23"-18"-9148,-1 1 1,1-1 0,0 0-1,-1 0 1,1 1-1,0-1 1,-1 0 0,1 1-1,0-1 1,0 1 0,-1-1-1,1 0 1,0 1-1,0-1 1,0 1 0,-1-1-1,1 0 1,0 1 0,0-1-1,0 1 1,0-1-1,0 1 1,0-1 0,0 1-1,0-1 1,0 1-1,0-1 1,0 0 0,0 1-1,1-1 1,-1 1 0,0-1-1,0 1 1,0-1-1,1 0 1,-1 1 0,0-1-1,0 1 1,1-1 0,-1 0-1,0 1 1,1-1-1,-1 0 1,0 0 0,1 1-1,-1-1 1,0 0 0,1 0-1,-1 1 1,1-1-1,-1 0 1,0 0 0,1 0-1,-1 0 1,1 0 0,-1 0-1,1 1 1,0-1-1,8 2 687,1 0-1,0 0 0,0-1 0,0-1 0,17 0 0,53-8 5049,-54 4-5268,182-34-659,-154 26 0,316-73 0,-135 30 0,-220 52 0,29-7 0,-1-1 0,73-29 0,-105 33-2334,3-9-6879,-14 15 8825,0 0-1,1 0 1,-1 0 0,1 0-1,-1 0 1,0 0 0,0 0-1,0 0 1,1 0 0,-1 0-1,0 0 1,0 1 0,0-1-1,0 0 1,-1 0 0,1 0-1,0 0 1,0 0 0,-1 0 0,1 0-1,0 0 1,-1 0 0,1 0-1,-1 0 1,1 1 0,-1-1-1,1 0 1,-1 0 0,0 1-1,1-1 1,-1 0 0,0 1-1,0-1 1,1 1 0,-1-1-1,-2 0 1,-11-5-5200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23.563"/>
    </inkml:context>
    <inkml:brush xml:id="br0">
      <inkml:brushProperty name="width" value="0.035" units="cm"/>
      <inkml:brushProperty name="height" value="0.035" units="cm"/>
      <inkml:brushProperty name="color" value="#F71A09"/>
    </inkml:brush>
  </inkml:definitions>
  <inkml:trace contextRef="#ctx0" brushRef="#br0">56 174 368,'0'0'615,"9"4"1417,-9-3-2041,1 10 1249,15-6 2246,-16-5-3379,1 0-1,-1 1 1,1-1-1,-1 0 1,0 0-1,1 0 1,-1 0-1,0 0 1,1 0-1,-1 0 1,0 1 0,1-1-1,-1 0 1,0 0-1,0 1 1,1-1-1,-1 0 1,0 0-1,0 1 1,1-1-1,-1 0 1,0 1-1,-9 0 1172,9-2-1150,-1 1-1,1 0 0,-1 0 1,1 0-1,-1 0 0,0 0 1,1 0-1,-1 0 1,1 0-1,-1 0 0,1 0 1,-1 0-1,0 0 0,1 0 1,-1 0-1,1 1 1,-1-1-1,1 0 0,-1 0 1,1 1-1,-1-1 0,1 0 1,-1 1-1,1-1 0,-1 0 1,1 1-1,0-1 1,-1 1-1,-27 6 2029,7-11 2910,5 3 4335,21 5-8411,3-3-990,0-1 0,4-1 0,-9 4 0,17 5 0,-18-8 0,1 1 0,-1 0 0,1-1 0,-1 1 0,1-1 0,-1 0 0,1 0 0,0 0 0,-1 0 0,1 0 0,2-1 0,5 0 0,181 1 0,52 0 0,-149-6 0,150 1 0,-182-1 0,68 1 0,9 5 0,201 0 0,-236-6 0,276 6 0,-283-5 0,50 0 0,-26-1 0,-82 7 0,-18 0 0,-1-1 0,1-1 0,27-4 0,-38 3 0,1 1 0,-1 1 0,12 0 0,-10 1 0,-1-1 0,1-1 0,13-2 0,-6 1 0,0 1 0,0 0 0,25 3 0,1-1 0,42-1 0,52 0 0,-61-5 0,113 5 0,-148 5 0,1-5 0,16 6 0,236-1 0,-166-5 0,-117 2 0,-5-1 0,-1 0 0,1 0 0,-1 0 0,10-1 0,-8 0 0,0-1 0,0-3 0,-1 3 0,1 1 0,0 0 0,-1 0 0,1 0 0,0 0 0,27-3 0,-12 1 0,11-4 0,-30 5 0,-2-2 0,14 2 0,-13 1 0,1 0 0,0 0 0,-1-1 0,1 0 0,8-2 0,-5 1 0,-4 1 0,19 3 0,-14-1 0,-6-1 0,0 0 0,0 0 0,0 0 0,0 0 0,0-1 0,0 1 0,0-1 0,0 0 0,4-1 0,2 1 0,77 1 0,-25-5 0,260 5 0,-311 0 0,-7 0 0,0 1 0,0-2 0,0 1 0,0 0 0,0 0 0,0-1 0,0 0 0,0 1 0,4-3 0,18 2 0,-15 1 0,33 0 0,-43 0 0,19 0 0,0 0 0,24-4 0,-35 2 0,0 1 0,0 0 0,0 1 0,11 0 0,23-2 0,-3 1 0,-33 1 0,1 0 0,-1 0 0,1 0 0,-1-1 0,9-2 0,-9 2 0,-1 0 0,0 0 0,1 1 0,-1-1 0,0 1 0,6 1 0,-5 0 0,-1-1 0,1 0 0,-1 0 0,1-1 0,-1 1 0,6-3 0,24 2 0,-26 1 0,34 0 0,-17 0 0,96-5 0,-116 3 0,-4 2 0,-1-1 0,1 0 0,-1 1 0,1-1 0,-1 1 0,1-1 0,-1 1 0,1 0 0,0 0 0,-1 0 0,1 0 0,-1 0 0,1 0 0,0 0 0,1 1 0,13-1 0,-9 0 0,1 0 0,-1 0 0,1-1 0,-1 1 0,11-4 0,-10 1 0,-5 3 0,20 2 0,-34-2-463,0-1 1,-1-1-1,1 0 1,0 0-1,-19-7 1,-111-56-22614,91 43 16416</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01.440"/>
    </inkml:context>
    <inkml:brush xml:id="br0">
      <inkml:brushProperty name="width" value="0.035" units="cm"/>
      <inkml:brushProperty name="height" value="0.035" units="cm"/>
      <inkml:brushProperty name="color" value="#F71A09"/>
    </inkml:brush>
  </inkml:definitions>
  <inkml:trace contextRef="#ctx0" brushRef="#br0">9 212 272,'0'-5'4654,"-5"10"-2798,1-1 726,13-3-2473,-9 16 3193,0-16-3274,-1 0 1,1 0-1,1 0 0,-1 0 1,0 0-1,0-1 1,0 1-1,0 0 0,0 0 1,1 0-1,-1-1 1,0 1-1,1 0 0,-1 0 1,1-1-1,-1 1 1,1 0-1,-1-1 1,1 1-1,-1 0 0,1-1 1,0 1-1,-1-1 1,1 1-1,0-1 0,0 1 1,-1-1-1,1 0 1,0 1-1,0-1 0,-1 0 1,1 0-1,0 1 1,0-1-1,0 0 0,0 0 1,-1 0-1,1 0 1,0 0-1,0 0 1,0 0-1,1-1 0,5 5 262,-6-3-262,-1 0-1,1-1 1,-1 1-1,1-1 1,-1 1 0,1-1-1,-1 0 1,1 1-1,0-1 1,-1 1-1,1-1 1,0 0-1,0 0 1,-1 1 0,1-1-1,0 0 1,-1 0-1,2 0 1,30 6 589,-29-5-490,6 3 60,234-14 1018,-130 5-1163,43-3 14,284-28 336,-283 25-136,50 0 144,256 0-105,-266 5-257,-68 1-19,-3-1 0,2 1-7,1 0-28,39-1 44,81 1 249,-48-6-125,-42 5 231,-98 7 46,136-6 910,-73-2-1190,-23 3-104,51 1 26,0 1-37,-41-1-20,2 0 11,54-2 31,-12-1-47,-22 1 4,-6 0 27,-13-1-8,-55 3-28,59 4-1,-34 0 6,-62-1-8,102-4 9,-97 2 1,44 2 0,-47 0-5,1 0-1,29-4 1,43-1 10,-54 2 11,67 3 0,-39 2-32,52-7 109,-117 4-70,-14-1-109,-17-1-403,2 2-1702,0-2 1,1 0-1,-42-13 0,2 1-3400,4 4 1345</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29.173"/>
    </inkml:context>
    <inkml:brush xml:id="br0">
      <inkml:brushProperty name="width" value="0.035" units="cm"/>
      <inkml:brushProperty name="height" value="0.035" units="cm"/>
      <inkml:brushProperty name="color" value="#F71A09"/>
    </inkml:brush>
  </inkml:definitions>
  <inkml:trace contextRef="#ctx0" brushRef="#br0">322 1 128,'18'7'1854,"-16"-6"-1585,0 0 0,0 0 0,0 0 0,0 0 0,0 0 0,0 0 0,0-1 0,0 1 0,4 0 0,-5-1 676,0 11 1852,40-6 186,-40-5-2427,8 16 198,-9-16-730,0 1 0,0 0 1,0-1-1,0 1 1,0-1-1,0 1 0,0 0 1,0-1-1,0 1 1,0 0-1,0-1 0,0 1 1,-1 0-1,1-1 1,0 1-1,0-1 0,-1 1 1,1-1-1,-1 1 0,1-1 1,0 1-1,-1-1 1,1 1-1,-1-1 0,1 1 1,-1-1-1,0 1 1,-1 0 119,4 0 21,0 1 1,0-1-1,0 1 1,-1 0-1,1-1 1,0 1-1,1 4 1,-3-6-159,1 0 0,-1 0-1,0 0 1,0 0 0,0 0 0,0 0 0,0 1 0,1-1 0,-1 0 0,0 0-1,0 0 1,0 0 0,0 0 0,0 0 0,0 0 0,0 1 0,0-1-1,0 0 1,1 0 0,-1 0 0,0 0 0,0 0 0,0 1 0,0-1 0,0 0-1,0 0 1,0 0 0,0 0 0,0 0 0,0 1 0,0-1 0,0 0-1,0 0 1,0 0 0,0 0 0,0 1 0,-1-1 0,1 0 0,0 0 0,0 0-1,0 0 1,0 0 0,0 0 0,0 1 0,0-1 0,0 0 0,0 0-1,0 0 1,-1 0 0,1 0 0,0 0 0,0 0 0,0 0 0,0 1 0,0-1-1,0 0 1,1 0-1,-1 0 1,1 0 0,-1 0-1,1 0 1,-1 0-1,0 0 1,1 1 0,-1-1-1,1 0 1,-1 0 0,0 0-1,1 1 1,-1-1-1,0 0 1,1 1 0,-1-1-1,0 0 1,1 1-1,-1-1 1,0 0 0,0 1-1,1-1 1,-1 0-1,0 1 1,0-1 0,0 1-1,0 0 36,0 27 1286,1-26-1221,-1 0 1,0 0-1,0 0 1,0 0-1,0 0 1,-1 0-1,1 0 1,-1 0-1,1 0 1,-1 0-1,0 0 1,1 0-1,-1 0 1,-2 2-1,2-1 17,0 0 0,1 0 0,-1 1 0,1-1 0,0 0 0,0 0 0,0 1 0,0-1 0,1 6 0,0 2 509,-1-9-583,-1 0 1,1 0 0,0 0 0,0 0-1,1 0 1,-1 0 0,0 0 0,1 0 0,-1 0-1,1 0 1,-1 0 0,1-1 0,0 1-1,2 3 1,-2-3-25,-1-1 0,1 1 1,0-1-1,-1 0 0,0 1 0,1-1 0,-1 1 1,0-1-1,0 1 0,0-1 0,0 1 0,0 0 0,0-1 1,0 1-1,0-1 0,-1 1 0,0 1 0,-10 23 473,10-24-419,-1 1 1,1 0 0,0 0 0,0-1 0,0 1-1,0 0 1,1 0 0,-1 0 0,1 0 0,0 0-1,0 4 1,1 42 1159,0-22-599,-17-7-441,16-19-196,0-1 0,0 0 0,-1 0 0,1 1 0,0-1 0,0 0 0,0 1 1,0-1-1,-1 0 0,1 0 0,0 1 0,0-1 0,0 0 0,0 1 0,0-1 0,0 0 1,0 1-1,0-1 0,0 0 0,0 1 0,0-1 0,0 0 0,0 1 0,0-1 0,0 0 0,0 1 1,1-1-1,-1 1 2,0-1 0,0 0 0,0 1-1,0-1 1,0 0 0,0 1 0,1-1 0,-1 0 0,0 1 0,0-1 0,0 0 0,0 1 0,0-1 0,-1 0 0,1 1 0,0-1 0,0 0 0,0 1 0,0-1 0,0 0 0,0 1-1,0-1 1,-1 0 0,1 0 0,0 1 0,0-1 0,-1 0 0,1 1 1,-1-1 0,1 1 0,-1-1 0,1 1 0,-1-1 0,1 1-1,-1 0 1,1-1 0,0 1 0,-1-1 0,1 1 0,0 0 0,0-1 0,-1 1 0,1 0 0,0-1 0,0 1 0,0 0-1,0-1 1,0 1 0,0 0 0,0 0 0,0-1 0,0 1 0,0 0 0,0-1 0,1 2 0,-1-1 17,0 0 1,0 0-1,0 0 1,0 0-1,1 0 1,-2 0-1,1 0 1,0 0-1,0 0 1,0 0-1,0 0 1,-1 0-1,1 0 1,0 0-1,-1 0 1,1 0-1,-1 1 1,-2 0 27,3-1-31,-1-1 0,1 1 0,-1-1 0,1 1 0,0 0 0,-1-1-1,1 1 1,0 0 0,-1-1 0,1 1 0,0 0 0,0-1 0,-1 1 0,1 0-1,0-1 1,0 1 0,0 0 0,0 0 0,0-1 0,0 2 0,-8 24 561,8 24 457,0-49-1030,-1 0-1,1 0 0,0-1 0,0 1 1,-1 0-1,1 0 0,0 0 0,-1 0 1,1 0-1,-1 0 0,1-1 0,-1 1 1,0 0-1,1 0 0,-1-1 0,-1 2 1,1-1-2,1-1 1,-1 1-1,0 0 1,1 0 0,-1-1-1,0 1 1,1 0-1,-1 0 1,1 0 0,-1 0-1,1 0 1,0 0-1,-1 0 1,1-1 0,0 1-1,-1 2 1,1 155 979,-4-150-950,4-8-34,0 0-1,-1 0 0,1 1 1,0-1-1,-1 0 1,1 0-1,0 1 0,-1-1 1,1 0-1,0 1 0,0-1 1,0 0-1,-1 1 1,1-1-1,0 1 0,0-1 1,0 0-1,0 1 1,0-1-1,0 1 0,0-1 1,0 0-1,0 1 1,0 0-1,-9 30 175,0-3 73,10-26-227,-1 0 1,0 0 0,0 0 0,0 0-1,0 0 1,-1 0 0,1 0 0,-1 0-1,1 0 1,-1-1 0,1 1 0,-1 0-1,0 0 1,-2 3 0,3-4-20,-1 0 1,1 0 0,0 0-1,-1 0 1,1 0 0,0 0-1,0 0 1,0 0 0,0 0-1,0 0 1,0 0-1,0 0 1,0 0 0,0 0-1,0 0 1,1 1 0,-1-2-4,0 1 1,0 0-1,1-1 1,-1 1 0,0-1-1,0 1 1,0 0 0,0-1-1,0 1 1,0-1-1,0 1 1,0 0 0,0-1-1,0 1 1,-1-1-1,1 1 1,0-1 0,0 1-1,0 0 1,-1-1 0,1 1-1,-1 0 1,0 0 2,1-1 0,-1 1-1,0 0 1,1 0 0,-1 0 0,0 0 0,1-1 0,-1 1 0,1 0-1,-1 0 1,1 0 0,0 0 0,0 1 0,-1-1 0,1 0 0,0 0 0,0 0-1,0 0 1,0 0 0,0 0 0,0 0 0,0 0 0,1 2 0,-1 6 46,-3 0-8,2-8-31,0 1 0,1-1 0,-1 0 0,0 1 0,1-1 0,-1 0 0,1 1 0,0-1 0,0 1 0,-1-1 0,1 2 0,0-1-7,0 0-2,1-1 1,-1 0-1,0 0 0,0 0 1,0 0-1,0 0 1,0 0-1,-1 0 1,1 0-1,0 0 1,0 0-1,-1 0 0,1 0 1,0 0-1,-1 0 1,1 0-1,-1 0 1,0 0-1,1 0 1,-1-1-1,-1 3 1,2-3-2,-1 0 0,1 1 1,0-1-1,0 0 0,-1 1 1,1-1-1,0 1 0,0-1 1,0 1-1,0-1 0,-1 1 1,1-1-1,0 0 0,0 1 1,0-1-1,0 1 0,0-1 1,0 1-1,0-1 0,0 1 1,0-1-1,1 1 0,-1-1 1,0 1-1,-1 10 40,-1-7-20,1-1 0,0 1-1,-1-1 1,1 1 0,0 0-1,1 0 1,-1-1 0,1 1-1,0 0 1,0 0 0,0 0-1,0 0 1,1 4 0,0 17 32,-3-21-55,1-3 4,0 0 1,1 0-1,-1 0 0,0 0 1,1 0-1,-1 1 0,1-1 1,-1 0-1,1 1 0,0-1 1,0 0-1,-1 0 0,1 2 1,0-3-2,0 1 0,1-1 0,-1 0-1,0 0 1,0 1 0,0-1 0,0 0 0,0 1 0,0-1 0,0 0 0,0 0 0,0 1 0,0-1 0,0 0 0,0 1 0,0-1 0,0 0 0,0 0 0,0 1 0,-1-1 0,1 0 0,0 0 0,0 1 0,0-1 0,0 0 0,0 0-1,-1 0 1,1 1 0,0-1 0,0 0 0,0 0 0,-1 0 0,1 1 0,-14 11 16,13 33 49,1-37-101,-1-6 26,-7 14 43,8 38 34,-3-49-87,3-4 20,-1-1-1,1 0 1,-1 1 0,1-1-1,-1 0 1,1 1 0,0-1-1,-1 1 1,1-1 0,0 1-1,-1-1 1,1 1 0,0-1-1,0 1 1,-1-1 0,1 1-1,0-1 1,0 1-1,0-1 1,0 1 0,0-1-1,0 1 1,0 0 0,0-1-1,0 1 1,0-1 0,0 1-1,0-1 1,0 1 0,1 0-1,-1 0 0,0 0-1,0 0 0,0 0 0,-1 0 0,1 0 0,0 0 1,0 0-1,0 0 0,-1 0 0,1 0 0,0 0 1,-1 0-1,1 0 0,-1 0 0,1 0 0,-1-1 0,0 1 1,1 0-1,-2 1 0,1-1 3,0 0 1,0 0-1,0 0 1,0 1-1,0-1 0,1 0 1,-1 1-1,0-1 1,1 0-1,-1 1 1,1-1-1,0 1 0,-1-1 1,1 1-1,0-1 1,0 1-1,0-1 1,0 1-1,0 1 0,1 7-52,-1-8 52,1 1 0,-1-1 1,0 1-1,0 0 0,0-1 0,0 1 0,0 0 1,-1-1-1,1 1 0,-1-1 0,0 1 1,1-1-1,-1 1 0,-1-1 0,-1 5 1,3-7-3,-1 0 0,1 0 0,0 0 1,0 0-1,0 0 0,-1 1 0,1-1 1,0 0-1,0 0 0,0 0 0,0 1 1,-1-1-1,1 0 0,0 0 0,0 1 1,0-1-1,0 0 0,0 0 0,0 1 0,0-1 1,0 0-1,0 0 0,0 1 0,0-1 1,0 0-1,0 1 0,0-1 0,0 0 1,0 0-1,0 1 0,0-1 0,0 0 1,0 1-1,0 1 0,-4 3-1,3-4 1,0 0-1,-1 0 0,1 1 1,0-1-1,0 0 0,0 1 1,1-1-1,-1 1 1,0-1-1,0 1 0,0 1 1,-1 0-7,1-2 6,1 0 0,-1 0-1,0 1 1,1-1 0,-1 0 0,1 0 0,-1 0 0,1 1 0,-1-1 0,1 0-1,0 1 1,0-1 0,-1 2 0,0 1 0,-5 8 8,6-11-6,0-1-1,0 1 0,0-1 0,-1 1 0,1-1 0,0 1 0,0-1 0,-1 1 0,1-1 0,0 1 0,-1-1 0,1 0 0,0 1 0,-1-1 0,1 0 0,-1 1 0,1-1 1,0 0-1,-1 1 0,1-1 0,-1 0 0,1 0 0,-1 0 0,1 1 0,-2-1 0,-1 2 0,2-2 1,0 0 0,0 0 1,1 1-1,-1-1 0,0 0 0,1 1 1,-1-1-1,0 0 0,1 1 0,-1-1 0,0 1 1,1 0-1,-1-1 0,1 1 0,-1-1 1,1 1-1,-1 0 0,1-1 0,-1 1 1,1 0-1,0 0 0,-1-1 0,1 1 0,0 1 1,-9 14 18,9-15-22,0 0 1,1-1-1,-1 1 1,0-1-1,0 1 0,0 0 1,0-1-1,0 1 1,0-1-1,0 1 1,0 0-1,0-1 1,0 1-1,0-1 0,-1 1 1,1-1-1,0 1 1,0 0-1,0-1 1,-1 1-1,1-1 1,0 1-1,-1-1 0,1 1 1,-1-1-1,1 0 1,-1 2-1,0-2 3,1 0 0,-1 1 0,1-1 0,-1 1 0,1-1 0,0 1-1,-1-1 1,1 1 0,0 0 0,-1-1 0,1 1 0,0-1 0,0 1 0,0 0 0,-1-1-1,1 1 1,0 0 0,0-1 0,0 1 0,0 0 0,0-1 0,0 1 0,0 0-1,0-1 1,1 1 0,-1-1 0,0 2 0,-3 3 17,3-5-17,-1 0 0,1 0 0,0 1 0,-1-1-1,1 0 1,0 0 0,-1 1 0,1-1 0,0 0 0,-1 1-1,1-1 1,0 0 0,0 1 0,-1-1 0,1 0 0,0 1-1,0-1 1,0 1 0,0-1 0,0 0 0,-1 1 0,1-1-1,0 1 1,0-1 0,0 1 0,0-1 0,0 0 0,0 1-1,0-1 1,1 1 0,-1 0-1,0-1 0,0 0 0,0 1 0,0-1 0,0 1 0,0-1 0,0 0 0,-1 1 0,1-1 0,0 0 0,0 1 0,0-1 0,0 0 0,0 1 0,-1-1 0,1 0 0,0 1 0,0-1 0,-1 0 0,1 1 0,0-1 0,0 0 0,-1 0 0,1 1 0,0-1 0,-1 0 0,-3 7-20,-4 9 11,7-15 9,0 0-1,0 1 0,0-1 1,0 1-1,1-1 0,-1 1 1,0-1-1,1 1 0,-1 0 1,1-1-1,-1 1 0,1 2 1,0-4-4,0 1 0,0 0 0,0 0 0,0 0 0,0 0 0,0-1 0,0 1 1,0 0-1,0 0 0,0 0 0,0-1 0,0 1 0,-1 0 0,1 0 0,0 0 0,-1-1 0,1 1 1,-1 0-1,1 0 0,0-1 0,-1 1 0,0 0 0,1-1 0,-1 1 0,-1 0 0,1 1-5,1-1 13,0 1-1,0-1 1,0 0-1,0 1 1,0-1-1,0 0 1,0 0-1,0 1 1,0-1-1,-1 0 1,1 0-1,-1 1 1,1-1-1,-1 0 1,1 0 0,-1 0-1,0 0 1,1 0-1,-2 1 1,1 4-14,0-1 1,1 0 0,-1 1-1,2 9 1,-1-12-14,0-2 21,0-1 0,0 1 0,0-1 0,0 1-1,-1-1 1,1 1 0,0-1 0,0 1 0,0 0-1,0-1 1,1 1 0,-1-1 0,0 1 0,0-1-1,0 1 1,0-1 0,0 1 0,1-1 0,-1 1 0,0-1-1,0 1 1,1-1 0,-1 1 0,0-1 0,1 0-1,-1 1 1,1-1 0,-1 0 0,0 1 0,1-1-1,-1 0 1,1 1 0,0-1 0,-1 1 3,1-1-1,-1 0 0,0 0 1,1 1-1,-1-1 0,0 0 0,0 0 0,0 1 1,1-1-1,-1 0 0,0 1 0,0-1 0,0 0 1,0 1-1,0-1 0,1 1 0,-1-1 0,0 0 1,0 1-1,0-1 0,0 0 0,0 1 0,0-1 1,0 1-1,-1 0 0,1-1 2,11 10 42,-10-10-43,0 1 0,0-1 0,0 1 0,0-1-1,0 1 1,-1-1 0,1 1 0,0 0 0,-1-1 0,1 1 0,0 0 0,-1 0-1,1-1 1,-1 1 0,1 0 0,-1 0 0,1 0 0,-1 0 0,0 0-1,1 2 1,0-2-2,0 1 0,0-1-1,0 0 1,0 1 0,0-1 0,0 0-1,0 0 1,0 0 0,1 0-1,-1 0 1,0 0 0,3 1-1,4 4 5,-2 5 1,-5-9 2,-1-1 0,1 1 0,0-1 0,0 0 0,0 1 0,0-1 0,0 0 0,0 0 0,0 0 0,0 0 0,0 0 0,2 1 0,-2-1-3,0 0 0,0-1 0,0 1 0,0 0-1,0 0 1,0 0 0,0 0 0,-1 0 0,1 0 0,0 0-1,0 0 1,-1 0 0,1 0 0,-1 1 0,1-1 0,0 2-1,1 25-71,-2-26 54,0-2 16,0 0-1,0 0 0,-1 1 0,1-1 0,0 0 0,0 0 1,0 0-1,0 0 0,0 0 0,0 0 0,0 0 1,0 1-1,0-1 0,0 0 0,0 0 0,0 0 1,0 0-1,0 0 0,0 0 0,0 1 0,0-1 0,0 0 1,0 0-1,0 0 0,0 0 0,0 0 0,0 0 1,0 0-1,1 1 0,-1-1 0,0 0 0,0 0 1,0 0-1,0 0 0,0 0 0,0 0 0,0 0 0,0 0 1,0 0-1,1 0 0,-1 0 0,0 1 0,0-1 1,0 0-1,0 0 0,0 0 0,0 0 0,0 0 1,1 0-1,-1 0 0,0 0 0,0 0 0,0 0 0,0 0 1,0 0-1,0 0 0,1 0 0,-1 0 0,0 0 1,0 0-1,0-1 0,4 2 6,-3 10 22,8 16-23,-9-16 20,1-6-20,-1 0 1,0-1-1,0 1 1,-1 0-1,1-1 1,-1 1 0,0 0-1,0-1 1,-3 7-1,3-8 7,0 1-1,0 0 1,1-1 0,-1 1 0,1-1-1,0 1 1,0 0 0,0-1-1,2 6 1,-2 4 31,-16 8-18,6-8 37,6-6-31,4-6-29,0-1 0,-1 0 0,1 0 0,0 1-1,-1-1 1,1 0 0,0 1 0,0-1 0,-1 0 0,1 1 0,0-1 0,0 0 0,-1 1 0,1-1 0,0 1 0,0-1 0,0 0 0,0 1 0,0-1 0,0 1 0,0-1 0,0 0 0,0 1 0,0 0 0,-1 0 4,1 1 1,0-1-1,-1 1 1,1-1-1,-1 1 1,1-1-1,-1 1 1,0-1 0,0 0-1,0 1 1,-1 1-1,1-2 0,0 0-1,0 0 1,0 0-1,0 1 0,1-1 1,-1 0-1,0 1 1,1-1-1,-1 1 1,1-1-1,-1 3 1,-2 6 35,-2 8-9,5-14-11,0-1-1,0 1 0,0 0 1,-1 0-1,1 0 1,-1-1-1,0 1 0,0 0 1,-3 5-1,3-5 9,0 0 0,1 0 0,-1 1 0,0-1 0,1 0 0,0 0 0,0 0 0,1 1-1,0 3 1,0 11 25,-1-15-51,0-1 0,0 1 0,1-1 0,-1 1 1,1-1-1,0 0 0,0 1 0,2 5 0,-1-7 1,-1 0 0,0 1-1,0-1 1,0 1 0,0-1 0,0 1 0,0-1-1,-1 1 1,1 0 0,-1 0 0,0-1 0,1 1-1,-2 3 1,5 9 69,1 8 17,-5-17-90,0-3 0,-1-1 0,1 1 0,0-1 0,1 1 0,-1-1 0,0 0 0,1 1 0,-1-1 0,1 1 0,0-1 0,0 0 0,-1 0 0,3 4 0,-1-4 0,-1 0 0,0 1 0,1-1 0,-1 1 0,0-1 0,-1 1 0,1 0 0,0 3 0,-1 8 0,-1-12 0,1 0 0,0 0 0,0 0 0,0 1 0,0-1 0,0 0 0,0 0 0,0 1 0,1-1 0,-1 0 0,1 0 0,-1 0 0,1 0 0,0 0 0,0 0 0,0 0 0,0 0 0,2 2 0,-1-2 0,0 1 0,-1-1 0,1 1 0,-1-1 0,0 1 0,0 0 0,0 0 0,1 2 0,4 11 0,-3-11 0,-3-4 0,1 0 0,-1 0 0,1 0 0,-1 0 0,1 0 0,-1 0 0,0 0 0,1 0 0,-1 0 0,0 0 0,0 1 0,0-1 0,0 0 0,0 1 0,9 25 0,-9-11 0,1-11 0,-1 1 0,0-1 0,0 1 0,-1-1 0,1 0 0,-1 1 0,0-1 0,-1 1 0,-1 4 0,1 5 0,3-14 0,-1-1 0,0 1 0,0 0 0,0-1 0,0 1 0,0 0 0,0-1 0,0 1 0,0 0 0,0-1 0,0 1 0,0 0 0,0-1 0,-1 1 0,1 0 0,0-1 0,0 1 0,-1 0 0,-1 2 0,0-1 0,0 0 0,1 0 0,-1 1 0,1-1 0,0 1 0,0-1 0,0 1 0,0-1 0,-1 6 0,2-6 0,0 0 0,-1-1 0,1 1 0,0 0 0,-1-1 0,1 1 0,-1 0 0,1-1 0,-1 1 0,0-1 0,-1 4 0,0-3 0,1 0 0,-1 1 0,1-1 0,0 1 0,0-1 0,1 1 0,-1 0 0,0-1 0,1 1 0,0 0 0,-1 0 0,1 3 0,-4 4 0,4-9 0,-1 0 0,1-1 0,-1 1 0,1-1 0,0 1 0,-1 0 0,1 0 0,0-1 0,-1 1 0,1 0 0,0-1 0,0 1 0,0 0 0,0 0 0,0-1 0,0 2 0,0 1 0,0-1 0,0 0 0,0 0 0,0 1 0,-1-1 0,1 0 0,0 0 0,-1 0 0,0 0 0,1 1 0,-1-1 0,0 0 0,0 0 0,0 0 0,-2 2 0,2-1 0,0-1 0,0 0 0,0 1 0,1-1 0,-1 1 0,1-1 0,0 1 0,0-1 0,0 0 0,0 1 0,0-1 0,0 1 0,1-1 0,-1 1 0,2 2 0,1 25 0,-3-23 0,0-1 0,0 1 0,-1 0 0,0-1 0,0 1 0,0-1 0,-5 12 0,1-7 0,1 0 0,0 0 0,1 0 0,0 0 0,1 1 0,0 0 0,0 13 0,-6 18 0,8 271 0,-9-276 0,9 153 0,-9-153 0,9-35 0,1 0 0,-2 0 0,1 0 0,0 0 0,-1 0 0,1 0 0,-1 0 0,0 0 0,0 0 0,-2 5 0,-6 24 0,1 1 0,4-27 0,1-1 0,1 1 0,-1 0 0,1 0 0,0 0 0,-1 8 0,-1 1 0,-1 8 0,5-17 0,1-4 0,-1 1 0,0-1 0,0 1 0,0-1 0,-1 0 0,1 1 0,0-1 0,-1 1 0,0-1 0,1 0 0,-1 1 0,0-1 0,-2 3 0,1-2 0,0 1 0,4 16 0,-2-14 0,0-1 0,1-4 0,-1-1 0,0 0 0,0 0 0,0 1 0,0-1 0,0 0 0,0 0 0,0 1 0,1-1 0,-1 0 0,0 1 0,0-1 0,0 0 0,0 1 0,0-1 0,-1 0 0,1 0 0,0 1 0,0-1 0,0 0 0,0 1 0,0-1 0,0 0 0,0 0 0,0 1 0,-1-1 0,1 0 0,0 0 0,0 1 0,0-1 0,-1 0 0,1 0 0,0 0 0,0 0 0,-1 1 0,1-1 0,0 0 0,0 0 0,-1 0 0,1 0 0,0 0 0,0 0 0,-1 1 0,1-1 0,-1 0 0,1 0 0,0 0 0,0 0 0,0 0 0,-1 0 0,1 0 0,0 0 0,0 0 0,0 0 0,0 0 0,0 0 0,-1 0 0,1 0 0,0 0 0,0 0 0,0 1 0,0-1 0,0 0 0,-1 0 0,1 0 0,0 0 0,0 0 0,0 0 0,0 1 0,0-1 0,0 0 0,0 0 0,0 0 0,0 0 0,-1 1 0,1-1 0,0 0 0,0 0 0,0 0 0,0 0 0,0 1 0,0-1 0,0 0 0,0 0 0,0 0 0,0 0 0,0 1 0,0-1 0,1 0 0,-1 0 0,0 1 0,-2 4 0,-3 0 0,3 1 0,3 1 0,-2-6 0,-6 3 0,5 0 0,2 2 0,2-2 0,-2-4 1,0 0 0,0 0-1,1 1 1,-1-1 0,0 0 0,0 0-1,0 0 1,0 0 0,1 0 0,-1 0-1,0 0 1,0 0 0,1 0 0,-1 0-1,0 0 1,0 0 0,0 0 0,1 0-1,-1 0 1,0 0 0,0 0 0,0 0-1,1 0 1,-1 0 0,0 0 0,0 0-1,0 0 1,1 0 0,-1 0 0,0-1-1,0 1 1,0 0 0,0 0 0,1 0 0,-1 0-1,0 0 1,0-1 0,0 1 0,0 0-1,0 0 1,2-4-156,2-3-1700,0 1-1,1 0 1,0 0 0,7-7 0,-6 6-1216,1 0 0,-2 0 0,7-9 1,4-6-3429</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31.455"/>
    </inkml:context>
    <inkml:brush xml:id="br0">
      <inkml:brushProperty name="width" value="0.035" units="cm"/>
      <inkml:brushProperty name="height" value="0.035" units="cm"/>
      <inkml:brushProperty name="color" value="#F71A09"/>
    </inkml:brush>
  </inkml:definitions>
  <inkml:trace contextRef="#ctx0" brushRef="#br0">1 223 240,'10'0'2821,"42"6"1253,-39-2-3082,-12-3-879,0 0 0,0 0 0,1-1 0,-1 1 0,1-1 0,-1 1 0,0-1 0,1 1 0,-1-1 0,1 0 0,2 0 0,-4 1-60,1-1 0,0 0 0,0 0-1,0 0 1,0 1 0,-1-1-1,1 0 1,0 1 0,0-1 0,-1 0-1,1 1 1,0-1 0,-1 1-1,1-1 1,0 1 0,-1 0 0,1-1-1,-1 1 1,1 0 0,0 0-19,-1 0 1,1-1 0,-1 1 0,0-1 0,1 1-1,-1-1 1,1 0 0,0 1 0,-1-1-1,1 1 1,-1-1 0,1 0 0,-1 1 0,1-1-1,0 0 1,-1 0 0,1 0 0,1 1-1,9 5 1065,-7-4-940,-1-1 0,1 1 0,0-1 0,0 0 0,0 0 0,0 0 0,4 0 0,17 4 378,-18-4-404,0 0-1,1 0 1,0 0 0,-1-1 0,1 0 0,10-2-1,33 1 388,10 5 62,0-2 0,76-9-1,-68 3-261,634-30 1532,225-13-448,-772 38-1222,193-5 221,-85 0-86,1 1-4,88-8 150,-228 10-252,264-21 14,-274 26-157,110-5-17,-85 6-35,34-2-9,345-4 2,-364 12 88,-163-1-151,-153-6-4818,136 3 1210,0-2 0,-32-9 0,30 4-703</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33.692"/>
    </inkml:context>
    <inkml:brush xml:id="br0">
      <inkml:brushProperty name="width" value="0.035" units="cm"/>
      <inkml:brushProperty name="height" value="0.035" units="cm"/>
      <inkml:brushProperty name="color" value="#F71A09"/>
    </inkml:brush>
  </inkml:definitions>
  <inkml:trace contextRef="#ctx0" brushRef="#br0">652 1 160,'0'0'107,"1"0"0,-1 0-1,0 0 1,1 0 0,-1 0 0,0 0-1,1 0 1,-1 0 0,0 0 0,1 1-1,-1-1 1,0 0 0,1 0-1,-1 0 1,0 1 0,0-1 0,1 0-1,-1 0 1,0 1 0,0-1 0,1 0-1,-1 1 1,-4 1 291,3-2-325,0 0 0,1 1 0,-1-1 1,0 0-1,1 0 0,-1 1 1,0-1-1,1 0 0,-1 1 0,1-1 1,-1 1-1,1-1 0,-1 1 1,1-1-1,-1 1 0,1-1 0,-1 1 1,1-1-1,0 1 0,-1 0 1,1 0 136,-9 5 928,10-5-1056,-1 0-1,0 0 1,0-1 0,0 1-1,0 0 1,0 0 0,0 0 0,0 0-1,0-1 1,-1 1 0,1 0-1,0 0 1,0 0 0,-1-1 0,1 1-1,0 0 1,-1 0 0,1-1-1,-1 1 1,1 0 0,-1-1 0,1 1-1,-1-1 1,1 1 0,-2 0-1,1 1 132,1 1-1,-1-1 1,1 0 0,0 1-1,-1-1 1,1 1-1,0-1 1,0 0-1,1 1 1,-1 2-1,1 0 167,-2-3-256,1 1 0,-1 0 1,0 0-1,0-1 0,0 1 0,0 0 1,0-1-1,-1 1 0,1-1 0,-1 1 1,1-1-1,-1 0 0,0 0 0,0 0 0,0 0 1,0 0-1,-4 2 0,3-1-12,0-1-1,0 1 1,1 0 0,-1 0-1,0 0 1,1 1 0,-4 6-1,-17 17 378,17-14-236,4-9-171,0 0 0,0 0 0,1 1 0,-1-1 0,1 0 0,0 1 0,-1 7 1,2-10-50,0 1 1,-1-1-1,1 0 1,-1 1 0,0-1-1,0 0 1,0 1-1,0-1 1,-1 3 0,0-3 11,1 0-1,0 0 1,0 1 0,0-1 0,0 1 0,1-1 0,-1 1 0,1-1 0,-1 4 0,0-2 49,1 1 0,-1-1 0,0 0 1,0 0-1,0 0 0,-5 8 0,-2 11 294,-32 151 1289,37-148-1464,3-19-90,-1 0 0,0 0 0,0 0 0,-4 10 0,-6 16 978,-14 57 0,23-81-926,0 0 0,-1-1 0,-6 13-1,6-13-61,-1 1 0,1-1-1,-3 14 1,-14 74 399,3-26-159,-6 2-58,3 7-98,2-7-59,-17 49 144,28-96-208,5-19-40,1 1 0,-1-1 0,1 0 1,0 0-1,-1 7 0,2 146 1373,9-90-693,-9 137 557,9-163-1110,-9-39-150,0-1 1,1 1-1,0-1 0,0 1 1,0-1-1,0 1 0,3 5 1,-3-6-4,0 0 1,1 1 0,-1-1-1,0 0 1,0 1 0,-1 0-1,1 5 1,0-2 6,-1 0 1,2-1-1,-1 1 1,3 9-1,-1-9 2,-1 0 0,-1 1 0,1-1 0,0 12 0,-2-16-13,0-1 1,1 1 0,-1-1 0,1 1-1,0-1 1,-1 1 0,1-1-1,1 1 1,0 1 0,0-1-2,-1-1 0,0 0 0,0 1 0,0-1 0,0 1 0,-1-1 0,1 1 0,-1-1 0,1 3 0,8 40 23,-9-38-21,0 5 28,0-1 0,-1 1 0,0-1 0,-5 21 1,-5 13 9,8-31-23,0 1 0,1-1 0,1 1 0,1-1-1,1 21 1,0-2 10,-1-30-23,0 0 1,0-1 0,1 1 0,0 0 0,-1-1 0,1 1-1,0 0 1,0-1 0,2 4 0,-2-4 2,1 1 0,-1-1 0,0 1 0,0 0 0,0-1 0,-1 1 0,1 0 0,-1 0 0,1 3 0,-1 5 166,0 1 1,0 0-1,-1-1 0,-1 1 0,0-1 0,-1 1 1,-5 15-1,5 6-66,0-26-102,-19 39 152,20-42-129,1 0-1,-1 0 1,0 1 0,1-1 0,0 0 0,-1 7 0,-2 8 103,2-13-84,1 0 0,0 0 0,0 1 0,1-1 0,0 1 0,1 9 0,-1-11-49,1 1 0,-1-1 0,0 1 0,-1-1 0,1 1 0,-1-1 0,0 1 0,-2 5 0,-9 32 100,6-30-61,5-11-32,-1 0 1,1 0 0,0 0 0,0 1 0,0-1 0,0 0 0,1 1 0,-1-1 0,0 3-1,0 2-3,0-1 0,-1 1 0,0-1 0,0 1-1,-1-1 1,0 0 0,0 0 0,0-1-1,-1 1 1,-6 8 0,6-8 7,1 0-1,0-1 1,0 1 0,0 1 0,1-1-1,0 0 1,0 1 0,1-1 0,-1 1 0,1-1-1,1 1 1,0 10 0,-1-14-11,1 0 0,0-1 0,-1 1 0,0-1 0,1 1 0,-1-1 0,0 1 0,0-1 0,-2 3 0,2-3 3,-1 0 0,1 0 0,0 1 1,0-1-1,1 1 0,-1-1 0,0 1 0,1-1 1,-1 4-1,-7 37 121,8-29-71,0-6-9,0 0 1,0-1-1,0 1 1,-1 0-1,-1 0 1,-3 13-1,2-2 22,3-18-62,0 1 1,0-1-1,0 1 0,0-1 1,0 1-1,-1-1 1,1 1-1,0-1 1,-1 1-1,1-1 0,-1 1 1,0-1-1,0 1 1,-1 1-1,-8 13-4,9-13 0,-1 0 0,1 0 0,-1-1 0,0 1 0,0-1 0,-4 5 0,-8 11 0,13-15 0,0-1 0,-1 1 0,0-1 0,0 0 0,0 1 0,0-1 0,0 0 0,-5 3 0,5-2 0,0 0 0,0-1 0,0 1 0,0 0 0,1 0 0,-1 0 0,1 1 0,0-1 0,-2 5 0,-3 7 0,4-10 0,0 0 0,1-1 0,-1 1 0,1 0 0,0 0 0,0 0 0,1 10 0,0-11 0,1 0 0,0 0 0,1-1 0,-1 1 0,0 0 0,1-1 0,3 6 0,-3-6 0,0 1 0,0-1 0,-1 1 0,1-1 0,-1 1 0,0 0 0,1 5 0,6 23 0,-7-29 0,-1-1 0,0 1 0,1-1 0,0 1 0,-1-1 0,1 1 0,0-1 0,0 1 0,2 2 0,-2-3 0,1 0 0,-1 1 0,0-1 0,0 0 0,-1 1 0,1-1 0,0 1 0,-1-1 0,1 4 0,-1 38 0,3-37 0,-3-6 0,1 0 0,0 0 0,-1 0 0,1 0 0,-1 0 0,1 1 0,-1-1 0,1 0 0,-1 1 0,0-1 0,0 0 0,1 0 0,-1 1 0,0 1 0,10 28 0,-9-29 0,-1-1 0,1 0 0,0 1 0,0-1 0,-1 0 0,1 1 0,-1-1 0,1 1 0,-1-1 0,0 1 0,1-1 0,-1 1 0,0 2 0,1 3 0,1-7 0,2 2 0,-2 16 0,-2-18 0,0 0 1,0 0-1,0 1 1,0-1-1,0 0 0,0 0 1,0 0-1,0 0 1,0 0-1,0 0 0,0 0 1,0 0-1,0 1 0,0-1 1,0 0-1,0 0 1,0 0-1,0 0 0,0 0 1,0 0-1,0 0 1,0 0-1,0 1 0,0-1 1,0 0-1,0 0 1,0 0-1,0 0 0,0 0 1,0 0-1,0 0 1,0 0-1,0 1 0,0-1 1,-1 0-1,1 0 0,0 0 1,0 0-1,0 0 1,0 0-1,0 0 0,0 0 1,0 0-1,0 0 1,0 0-1,-1 0 0,1 0 1,0 0-1,0 0 1,0 0-1,0 0 0,0 0 1,0 0-1,0 0 0,0 0 1,-1 0-1,1 0 1,0 0-1,0 0 0,0 0 1,0 0-1,0 0 1,-4 1-14,2 16-112,2-17-49,0 1 0,-1 0-1,1-1 1,0 1 0,0-1 0,0 1 0,-1-1 0,1 1 0,0-1 0,-1 1 0,1-1 0,0 1 0,-1-1 0,1 0 0,-1 1 0,1-1 0,-1 1 0,1-1 0,-1 0 0,1 0-1,-1 1 1,1-1 0,-1 0 0,1 0 0,-1 1 0,1-1 0,-1 0 0,0 0 0,1 0 0,-1 0 0,1 0 0,-1 0 0,0 0 0,0 0 0,0-5-5294,-8-12-465,-1 6 679,-6 0-172</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35.876"/>
    </inkml:context>
    <inkml:brush xml:id="br0">
      <inkml:brushProperty name="width" value="0.035" units="cm"/>
      <inkml:brushProperty name="height" value="0.035" units="cm"/>
      <inkml:brushProperty name="color" value="#F71A09"/>
    </inkml:brush>
  </inkml:definitions>
  <inkml:trace contextRef="#ctx0" brushRef="#br0">617 0 32,'-10'6'1198,"10"-6"-1178,-1 0 1,1 0 0,0 0 0,0 0 0,-1 0-1,1 0 1,0 0 0,-1 0 0,1 0 0,0 0 0,0 0-1,-1 0 1,1 0 0,0 1 0,-1-1 0,1 0-1,0 0 1,0 0 0,-1 0 0,1 1 0,0-1-1,0 0 1,0 0 0,-1 1 0,1-1 0,0 0-1,0 0 1,0 1 0,0-1 0,0 0 0,0 1 0,-1-1-1,1 0 1,0 0 0,0 1 0,0-1 0,0 0-1,0 1 1,0-1 0,0 0 0,0 1 0,0-1-1,0 0 1,0 0 0,1 1 0,-1-1 0,0 1-1,0 0 157,0 16 2279,0-17-2413,0 0 0,0 1 0,-1-1 0,1 0 0,0 0-1,0 1 1,0-1 0,0 0 0,0 1 0,0-1 0,0 0 0,0 1 0,0-1 0,0 0 0,0 0-1,1 1 1,-1-1 0,0 0 0,0 1 0,0-1 0,0 0 0,0 0 0,0 1 0,1-1-1,-1 0 1,0 0 0,0 1 0,0-1 0,1 0 0,-1 0 0,0 0 0,0 1 0,1-1 0,-1 0-1,0 0 1,0 0 0,1 0 0,-1 0 0,0 0 0,1 1 0,-1-1 0,0 0 0,1 0 0,-1 0-1,0 0 1,0 0 0,1 0 0,2 1 506,6 3 743,-9-4-1213,1 0 1,-1 0-1,1 0 1,0 1-1,-1-1 1,1 0-1,-1 0 1,1 1-1,-1-1 1,1 0-1,-1 0 1,1 1-1,-1-1 1,1 1 0,-1-1-1,1 0 1,-1 1-1,0-1 1,1 1-1,-1-1 1,0 1-1,1-1 1,-1 1-1,0-1 1,1 2-1,4 23 1257,-6 37-22,1-40-949,0-20-327,0 0-1,1 0 1,-1 0-1,1 1 1,-1-1 0,1 0-1,0 0 1,0 0-1,2 4 1,-1-4-7,-1-1-1,0 1 0,0 0 1,0 0-1,-1 1 1,1-1-1,0 0 0,-1 0 1,1 4-1,-1-2 33,1 0 1,-1 0-1,1 0 0,0 0 0,0-1 0,3 7 1,-2-6 23,0 1 0,-1-1 1,0 0-1,0 0 0,0 1 0,0 8 1,-1 131 2443,9-99-1990,-9-21-369,1 1 0,0-1 0,2 1 0,8 29 1,-9-43-102,-1 1 0,0-1 0,0 1 1,-3 22-1,0 0 61,2 107 708,-8-86-436,-1 21 325,8-69-628,1-1-1,-2 1 1,1 0 0,-1 0-1,-4 11 1,3-10-35,0-1-1,1 0 1,0 1 0,1-1 0,-1 1 0,1 8 0,0-3-15,0 0-1,-1-1 1,0 1 0,-8 22 0,8-26-27,1 0-1,0 0 0,0 0 0,1 0 1,0 0-1,2 9 0,0 14 50,-2-29-68,0 9 37,0 0 0,-1-1-1,0 1 1,-5 18 0,4-20 3,-1 0-1,1 0 1,1 0 0,-1 15 0,2-21-32,-1 0 1,1 0 0,-1 0-1,0-1 1,0 1-1,-1 0 1,-1 3-1,2-3 0,-1-1-1,1 0 0,0 1 1,0-1-1,0 1 0,0 6 0,-8 29 125,9-33-109,-1-1 0,0 1 0,0-1 0,0 1 0,-3 7 0,2-8 2,0 1 0,0-1 0,1 1 0,0-1 0,0 9 0,0-5-13,0-1 0,-1 0 0,0 0 0,0-1 1,0 1-1,-1 0 0,-1-1 0,-5 12 0,7-15-9,0 0-1,1-1 1,-1 2-1,1-1 0,0 0 1,-1 8-1,-3 11 39,4-19-40,0 0 1,1 0 0,0 0 0,0-1 0,0 1 0,0 5-1,1-5-9,-1 0 0,0 0 0,0-1 0,0 1-1,0 0 1,-2 5 0,-6 36-1,7-38 84,0 1 0,0-1-1,0 0 1,-1 0 0,0 0-1,-1 0 1,-3 7-1,-14 18 1184,-1-2 0,-2 0 0,-40 40 0,43-48-963,-42 39 79,28-27-102,-51 41-1,66-60-159,11-8-87,1 0 0,-1 1 0,1 0 0,1 0 0,0 0 0,0 1 0,0 0 0,1 0 0,0 0 0,1 1 0,0-1 0,1 1 1,0 0-1,0 1 0,1-1 0,0 0 0,0 13 0,2-17-25,1 1 0,-1-1 0,1 1 1,0 0-1,0-1 0,1 0 0,2 7 0,-2-8 10,-1-1-1,1 0 1,-1 0-1,-1 1 0,1-1 1,0 1-1,-1-1 1,0 1-1,0-1 0,-1 1 1,1-1-1,-1 0 1,0 1-1,0-1 1,-3 6-1,3-4-14,0-1 0,0 0 0,1 1 0,0-1 0,0 1 0,0-1 0,1 8 0,0 7 0,-1-11 0,-1-1 0,1 0 0,0 0 0,1 0 0,0 0 0,0 0 0,0 0 0,1-1 0,0 1 0,1 0 0,6 13 0,-7-16 0,1-1 0,-1 1 0,1-1 0,0 0 0,0 0 0,1 0 0,-1-1 0,1 1 0,0-1 0,0 0 0,0 0 0,7 5 0,-6-6 0,-1 1 0,0-1 0,0 0 0,-1 1 0,1 0 0,-1 0 0,1 0 0,-1 0 0,0 0 0,0 1 0,2 4 0,7 3 0,-11-10 0,0-1 0,0 1 0,-1 0 0,1-1 0,0 1 0,0 0 0,0 0 0,-1 0 0,1 0 0,0 0 0,-1 0 0,1 0 0,0 0 0,-1 0 0,0 0 0,1 0 0,-1 0 0,1 2 0,-1 0 0,1-1 0,-1 0 0,1 1 0,-1-1 0,1 0 0,0 0 0,0 0 0,0 1 0,2 2 0,-2-3 0,0 0 0,0 0 0,0 0 0,0 0 0,0 0 0,-1 0 0,1 0 0,0 0 0,-1 3 0,9 23 0,-9-25 0,1 1 0,-1-1 0,1 0 0,0 0 0,0 0 0,0 0 0,2 3 0,-2-2 0,1 0 0,-1 0 0,1 0 0,-1 0 0,0 0 0,-1 0 0,1 6 0,8 28 0,-5-24 0,1 5 0,-5 49 0,-9-35 0,9-31 0,-1 1 0,1-1 0,-1 0 0,0 0 0,0 1 0,0-1 0,0 0 0,0 0 0,0 0 0,-1 0 0,-1 2 0,1-2 0,1 0 0,0 0 0,-1 0 0,1 0 0,0 0 0,0 0 0,0 0 0,0 0 0,1 0 0,-1 1 0,0 2 0,-8 38 0,9-38 0,0-1 0,-1 0 0,0 0 0,0 0 0,0 1 0,-3 5 0,2-6 0,1 1 0,-1-1 0,1 1 0,0 0 0,0-1 0,0 9 0,1-6 0,-1-1 0,0 1 0,0-1 0,0 1 0,-1-1 0,0 0 0,-5 11 0,6-14 0,0-1 0,1 1 0,-1-1 0,1 1 0,0-1 0,-1 1 0,1 0 0,0-1 0,1 1 0,0 3 0,-1-3 0,0 0 0,1-1 0,-1 1 0,0-1 0,0 1 0,-1 0 0,1-1 0,0 1 0,-2 3 0,-21 70 0,22-72 0,0 0 0,0 0 0,1-1 0,-1 1 0,1 0 0,0 0 0,0 0 0,1 5 0,1 16 0,-11-8 0,9 59 0,0-76 0,0 0 0,0 0 0,0 0 0,0 1 0,0-1 0,0 0 0,1 0 0,-1 1 0,0-1 0,0 0 0,0 0 0,0 1 0,0-1 0,0 0 0,-1 0 0,1 1 0,0-1 0,0 0 0,0 0 0,0 1 0,0-1 0,0 0 0,0 0 0,0 1 0,-1-1 0,1 0 0,0 0 0,0 0 0,0 1 0,0-1 0,-1 0 0,1 0 0,0 0 0,0 0 0,0 0 0,-1 1 0,1-1 0,0 0 0,0 0 0,-1 0 0,1 0 0,0 0 0,0 0 0,-1 0 0,-3 3 0,4 16 0,-2-21-307,1 1-1,-1-1 1,0 0 0,0 1 0,-1-1-1,1 1 1,0 0 0,0 0 0,-1 0-1,1 0 1,0 0 0,-1 0 0,1 1-1,-5-1 1,-15-7-2714,9-1-2377,-23-21-1,5 4-2753,14 11 3556</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37.905"/>
    </inkml:context>
    <inkml:brush xml:id="br0">
      <inkml:brushProperty name="width" value="0.035" units="cm"/>
      <inkml:brushProperty name="height" value="0.035" units="cm"/>
      <inkml:brushProperty name="color" value="#F71A09"/>
    </inkml:brush>
  </inkml:definitions>
  <inkml:trace contextRef="#ctx0" brushRef="#br0">808 38 504,'0'-26'5461,"0"25"-4579,7-4 654,-4 3-855,5-2 905,-7 5-1511,0-1 0,-1 1-1,1-1 1,-1 0 0,1 1-1,-1-1 1,1 1 0,-1 0-1,1-1 1,-1 1-1,0-1 1,1 1 0,-1 0-1,0-1 1,1 1 0,-1 0-1,0-1 1,0 1 0,0 0-1,0-1 1,1 1 0,-1 0-1,0-1 1,0 1 0,0 0-1,-1 0 1,1-1 0,0 1-1,0 1 1,0 0-354,-1-1 283,1 1 1,0-1-1,0 0 0,-1 1 1,1-1-1,-1 0 1,0 1-1,1-1 1,-1 0-1,0 0 0,0 0 1,-1 2-1,1-2 2,0 0 0,1 0 0,-1 1 0,0-1 0,0 0 0,0 1 0,1-1 1,-1 1-1,1-1 0,-1 1 0,1-1 0,-1 3 0,1 115 403,1-110-362,0 1 1,1 0-1,-1-1 0,7 18 0,-5-17 4,0-1-1,-1 1 0,0-1 1,1 20-1,-2-21-7,0 1-1,0-1 1,5 16 0,-4-15-1,0 0 1,0 0 0,1 18 0,-3-22-24,1 1-1,0-1 1,0 1 0,0-1 0,3 7 0,-2-7-3,0 1 0,0-1 0,-1 1 0,0 0 0,0 6 0,0 1 28,0 0-1,6 24 1,-4-24-2,-1 0 0,1 24 0,-3 4 174,-2 0 1,-11 67-1,-5-12 262,7-23-190,7-53-224,2 0 1,0 0-1,2 25 0,0-26-49,9 51 9,-9 77 23,-9-98-6,9-43-36,-1 0 0,0 1 0,-1-1 0,1 0-1,-1 1 1,-4 6 0,4-7-3,0 0 0,-1 0 0,2 1-1,-1-1 1,1 0 0,-1 9 0,2-11-2,-1 0-1,1 0 0,-1 1 1,0-1-1,-1 0 1,-1 6-1,1-6 4,0 0 0,1 0 0,0 0 0,0 0 0,0 1 0,0 5 0,1-5 3,-1-1 0,0 0 0,0 1 0,0-1 0,0 0-1,-3 6 1,2-6 0,1 0-1,0 0 1,-1 0 0,1 0-1,1 0 1,-1 6 0,-8 40 50,9 128 140,-9-139-98,9-34-75,-1 0 0,1-1-1,-1 1 1,0 0 0,-1-1 0,1 1-1,-1-1 1,0 0 0,-4 7-1,-28 38 629,16-25-199,10-12-205,0 0 0,0 1 0,1 0 0,1 0-1,0 1 1,-6 21 0,-5 20-113,12-39-110,-2 0 1,1-1 0,-12 18-1,9-16 70,0 1-1,-7 20 0,13-30-47,0 0-1,-1-1 1,-8 13-1,-9 18 93,4-6-50,-9 12 2,10-18-43,13-21-32,0-1 0,0 1 0,0-1 0,1 1 0,-3 6 0,-30 48 149,18-26-156,5-12-15,-2 7 10,-21 37 116,0-11-18,24-37-88,10-16-12,-1 0 0,1 0-1,0 1 1,0-1 0,0 1 0,0-1-1,0 1 1,0-1 0,1 1 0,-1 0-1,0-1 1,1 1 0,0 0 0,-1 2-1,1-1 2,-1-1-1,1 0 1,-1 0-1,1 0 1,-1 1-1,0-1 1,0 0-1,0 0 1,-2 3-1,2-3 1,0 0 0,0 0-1,0 0 1,0 0 0,0 0-1,0 0 1,1 1 0,-1-1 0,0 4-1,1-3 1,0 0 1,-1 0-1,1 0 0,-1 0 0,0 0 0,0 0 1,0 0-1,-2 2 0,1-2 1,1 0 0,0 0 0,0 0 0,0 0 1,0 0-1,0 0 0,1 0 0,-1 4 0,1-2-2,-1 0 0,0 0-1,0 0 1,0 0 0,-1 0 0,1 0-1,-4 6 1,2-6 5,1 0 0,0 1 1,0-1-1,1 1 0,0-1 0,0 1 0,-1 8 0,-7 29 14,1 1-20,8 63 48,-9-74-8,9-32-40,0 5 3,0 1 0,0 0 0,0 0 0,1 0 0,0-1 0,4 13 0,4 23 15,-9-40-17,1 0 1,-1-1 0,1 1 0,-1 0 0,0-1 0,1 1-1,-1 0 1,0-1 0,0 1 0,0 0 0,-1 0 0,1-1-1,-1 3 1,1-3-1,0 1-1,-1 0 1,1-1-1,0 1 1,0 0 0,0 0-1,0-1 1,0 1-1,0 0 1,1-1-1,-1 1 1,1 0-1,0 1 1,2 4-1,0 0-1,0 0 1,-1 0 0,3 12 0,-6-13 11,1 0 1,-1 0 0,0 0 0,-1-1-1,-2 8 1,2-7 5,0 0 0,1 0-1,0 1 1,0-1 0,-1 9-1,2 87 789,9-69-787,-9 48 245,0-80-224,-9-2-606,1 0 3,-1 0 0,1-1 1,-1 0-1,1-1 0,0 0 0,0 0 0,0 0 0,-8-6 0,-12-8-4371,-27-20-1,29 16 766</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39.700"/>
    </inkml:context>
    <inkml:brush xml:id="br0">
      <inkml:brushProperty name="width" value="0.035" units="cm"/>
      <inkml:brushProperty name="height" value="0.035" units="cm"/>
      <inkml:brushProperty name="color" value="#F71A09"/>
    </inkml:brush>
  </inkml:definitions>
  <inkml:trace contextRef="#ctx0" brushRef="#br0">617 29 856,'0'-1'119,"0"1"0,0-1 0,1 0-1,-1 1 1,0-1 0,0 1 0,0-1-1,1 1 1,-1-1 0,0 1 0,1-1 0,-1 1-1,0-1 1,1 1 0,-1-1 0,1 1 0,-1-1-1,1 1 1,-1 0 0,1-1 0,-1 1 0,1 0-1,0-1 1,0 1-60,-1 0-1,1 0 0,-1-1 1,1 1-1,-1 0 1,1-1-1,-1 1 0,0 0 1,1 0-1,-1-1 1,1 1-1,-1-1 0,0 1 1,1 0-1,-1-1 1,0 1-1,0-1 0,1 1 1,-1-1-1,0 1 1,0-1-1,0 0 0,1 1 55,-1-1 0,0 1-1,1-1 1,-1 1-1,1-1 1,-1 1-1,1-1 1,-1 1-1,0 0 1,1-1 0,0 1-1,-1 0 1,1-1-1,-1 1 1,1 0-1,-1 0 1,1 0-1,-1-1 1,1 1 0,0 0-1,-1 0 1,1 0-1,0 0 1,0 0 13,-1 0 1,1 0 0,-1 0-1,0 0 1,1 0 0,-1 0-1,1 0 1,-1 0 0,1 0-1,-1 0 1,0 0-1,1 0 1,-1 0 0,1 0-1,-1 0 1,0 0 0,1 0-1,-1 0 1,1 1 0,-1-1-1,0 0 1,1 0-1,-1 1 1,0-1 0,1 0-1,-1 0 1,0 1 0,1-1-1,-1 0 1,0 1 0,0-1-1,0 1 1,1-1-1,-1 0 1,0 1 0,0-1-1,0 1 1,-8 63 136,-1-4-47,9-39-114,1 0-1,5 29 1,0-5 50,-5-33-85,1 0 0,0 0 0,6 22 0,7 19 132,5 12 58,-14-47-103,-1 0-1,0 1 0,-2-1 0,0 1 0,1 31 0,-4 129 1209,-9-94-1167,9 122 189,9-152-318,0 22-51,-1 30 150,-8-99-147,-1 0 1,0 0-1,-1 0 0,-3 10 0,3-11-7,0 1 1,1 0-1,-1-1 1,1 11-1,0-13-1,0 1-1,0-1 0,0 0 1,0 1-1,-1-1 0,0 0 0,-4 8 1,-7 18 43,-13 45 157,3 10 378,15-46-309,-1 29 2,7-62-250,1 0 1,0 0-1,1 1 1,-1-1-1,1 0 1,2 12-1,-1 6 34,-1-16-54,-1 0 0,0 0-1,-1 0 1,0 0-1,0 0 1,-1-1-1,0 1 1,0-1-1,-1 0 1,-9 15-1,-22 51 111,25-58-54,7-11-17,0 0 0,0 0 0,0-1 1,0 1-1,-7 5 0,-1 2 232,0 1 1,-13 19-1,2-3 196,14-18-318,1 0 0,0 1 0,0-1 0,-7 19 0,13-25-138,0 0-1,0 0 1,1 1-1,-1-1 1,1 0-1,1 0 1,0 9-1,0-9-14,0 0 1,-1 0-1,0 0 0,0 0 0,0 1 0,0-1 1,-3 9-1,-2 1 26,2-10-9,1 0-1,1 0 1,-1 0-1,1 0 1,-1 6-1,2-7-1,0-1 0,-1 0 0,1 0 0,-1 0 0,0-1 0,0 1 0,0 0 0,-3 5 0,3-5 1,0-1-1,-1 1 0,1 0 1,0 0-1,1 0 0,-1 0 1,0 0-1,1 5 0,-1-5-8,1 1 0,-1-1-1,0 0 1,0 0 0,0 0 0,0 1-1,0-1 1,-1 0 0,-2 3 0,2-3-8,1 1 1,-1-1 0,0 0 0,1 1 0,0-1-1,0 1 1,0 0 0,0-1 0,0 7 0,0-7-5,1 1 0,-1-1 0,1 0 1,-1 1-1,0-1 0,0 0 0,-3 5 1,3-4 18,-1-1 0,1 0 0,0 1 0,0-1 0,0 1 0,0-1 0,0 7 0,-7 38 419,8-41-394,-1 1 0,1 0-1,-1-1 1,-1 1 0,1-1-1,-1 0 1,0 0-1,-1 1 1,0-1 0,0-1-1,-1 1 1,1 0 0,-7 7-1,-5 15 93,4-4-36,7-20-76,1 1 0,0-1 0,0 1 0,0 0 0,1 0 0,0 0 0,0 0 0,0 1 0,0 7 0,2-12-22,-1 0-1,1 0 1,-1 0-1,1-1 0,-1 1 1,1 0-1,-1 0 1,0 0-1,0 0 0,-2 2 1,2-2-1,0 0 1,0-1 0,0 1-1,0 0 1,0 0 0,1 0-1,-1 0 1,1 0-1,-1 0 1,0 4 0,1-2 21,-1 1 1,1 0 0,-1 0 0,-1-1 0,-2 9 0,2-8 42,0 0-1,1-1 1,0 1 0,0 0-1,-1 10 1,2 174 1987,0-186-2027,0-1-1,1 0 1,-1 0-1,1 0 1,-1-1-1,1 1 0,0 0 1,0 0-1,0 0 1,1 2-1,0-2-13,-1 0 0,0 0 0,0 0-1,0 0 1,-1 0 0,1 0 0,0 1-1,-1-1 1,1 0 0,-1 4 0,1 10 60,-1-7-10,0 0 0,0 0 1,0 0-1,-2 0 0,1 0 0,-4 12 1,4-13 118,-1-1 0,2 0 1,-1 1-1,1-1 1,0 0-1,2 12 0,-1 5-49,-1 149 1977,0-172-1924,0-1-178,1 0-1,-1 0 0,1-1 0,-1 1 1,0 0-1,1 0 0,-1 0 1,1 0-1,-1-1 0,0 1 1,1 0-1,-1 0 0,0-1 0,1 1 1,-1 0-1,0-1 0,1 1 1,-1 0-1,0-1 0,0 1 1,1-1-1,-1 1 0,0 0 1,0-1-1,0 1 0,1-1 0,-1 1 1,0-1-1,0 1 0,0-1 1,0 1-1,0 0 0,0-1 1,0-20 291,-1 15-256,1 5-155,0 0-1,0 0 1,0 0 0,-1-1 0,1 1-1,-1 0 1,1 0 0,-1 0 0,1 0-1,-1 1 1,1-1 0,-1 0 0,0 0-1,0 0 1,1 0 0,-1 1 0,0-1-1,0 0 1,0 1 0,0-1 0,0 0-1,0 1 1,0-1 0,0 1 0,0 0-1,-2-1 1,-37-8-5290,21 6 3326,-1-2-273,-87-26-12823,88 25 10979</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41.412"/>
    </inkml:context>
    <inkml:brush xml:id="br0">
      <inkml:brushProperty name="width" value="0.035" units="cm"/>
      <inkml:brushProperty name="height" value="0.035" units="cm"/>
      <inkml:brushProperty name="color" value="#F71A09"/>
    </inkml:brush>
  </inkml:definitions>
  <inkml:trace contextRef="#ctx0" brushRef="#br0">590 1 56,'0'0'3621,"0"17"-1942,1-8-1278,-1-5-255,0 1 1,0-1-1,0 1 0,-1-1 0,1 1 0,-1-1 1,0 1-1,0-1 0,-1 0 0,-3 8 1,2-4 93,-1 1 0,1 0 0,-2 15 0,-3 5 104,7-20-280,-1-1 0,1 0 0,1 1 0,-1-1 0,1 0-1,2 12 1,0 10 58,-3 13 157,3 0-1,7 43 0,0-40 49,0 0-111,-2 0 1,1 65-1,-8-82-131,-1 0-1,-8 50 1,3-54-48,3-13-10,1 0 0,0 1 0,-1 17 0,3-21-10,-1-1 0,-1 1 1,1-1-1,-6 14 0,-1 9 18,1-7-12,5-19-19,1 0 0,-1 0 0,1 0 0,0 1 0,-1 9 0,2-3 4,-2 1 0,0-1 0,-7 24 0,6-24-1,0 1-1,0-1 1,-1 25 0,4-28-1,-1 1 0,-1-1 0,-3 14 1,2-14 5,1 0 1,0 0 0,0 15 0,2-19 0,-1 1 1,0 0-1,0-1 1,0 1 0,-4 8-1,3-9-2,1 0 0,-1 0 0,1 1 1,0-1-1,0 9 0,0-6 7,0 0 0,-1 0 0,1 0 0,-1-1 0,-5 11 0,5-10 3,-1-1-1,1 1 1,0-1-1,1 1 0,-1 10 1,1-13-8,1-1 0,-1 1 0,0 0 0,-1-1 0,1 1 0,-1-1 0,1 1 0,-4 3 0,3-4-1,0 0-1,1 0 1,-1 1-1,1-1 1,-1 1-1,1-1 1,0 9-1,-8 47 74,9 114 181,-9-133-137,1 14 55,8 185 536,-1-235-702,1 0 0,-1 0 0,0 0-1,-1 0 1,-2 8 0,2-8 9,1 1 0,-1-1 0,1 1 0,0 0 1,-1 9-1,2-7 2,-1 0 0,-1 0 1,-3 13-1,3-12-7,-1 0 1,2-1-1,-1 1 1,1 9-1,-1 3 196,0 0 0,-2 0 0,0 0 0,-1-1 0,-12 31 0,6-18-74,-6-1-6,14-26-97,-1-1 0,1 1 1,0-1-1,-2 8 0,-2 2 43,6-13-69,0 0 1,0 1-1,0-1 0,0 0 1,0 1-1,0-1 1,1 0-1,-1 1 0,0 3 1,-7 38 140,8-38-122,0-1 1,0 1-1,1-1 1,0 1-1,1-1 1,1 6-1,-2-3 118,1 0 0,-2 0-1,1-1 1,-1 1 0,0 0-1,-1 8 1,-1 14 540,2-26-624,1 0 1,-1 0-1,1 0 1,-1 0 0,1 0-1,0 0 1,3 5-1,-3-4-36,0 1-1,-1-1 1,1 1-1,-1-1 0,0 1 1,-1 9-1,0 2 32,-8 26 188,9-38-220,-1 0 1,1 0-1,-1-1 1,0 1 0,-1 0-1,-1 4 1,1-4-1,0-1 0,1 1-1,0 0 1,0-1 0,0 1 0,0 5 0,0-1 9,0 0-1,0-1 1,-1 1 0,0-1-1,-4 10 1,3-10 72,0 1 1,1 0 0,0 0-1,1 0 1,-1 11-1,2 72 683,9-48-552,-9 70 1187,-1-106-1153,-1 1 0,1-1 0,-1 0 1,0-1-1,-1 1 0,-6 12 0,4-7-10,-4 19 21,8-25-277,0-1 1,0 0 0,0 1-1,1-1 1,0 1-1,0-1 1,2 8-1,-1 9 5,-1 59 95,9-50 51,-10-33-213,1 1 1,-1-1-1,1 1 0,-1-1 0,0 1 0,1 0 1,-1-1-1,1 1 0,-1 0 0,0-1 0,1 1 0,-1 0 1,0 0-1,1 0 0,-1-1 0,0 1 0,1 0 1,-2 0-1,-6-2-584,-5-3-860,0-1 0,0-1 0,0 0 0,1-1-1,-12-11 1,-34-19-6123,16 16 2920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47.295"/>
    </inkml:context>
    <inkml:brush xml:id="br0">
      <inkml:brushProperty name="width" value="0.035" units="cm"/>
      <inkml:brushProperty name="height" value="0.035" units="cm"/>
      <inkml:brushProperty name="color" value="#F71A09"/>
    </inkml:brush>
  </inkml:definitions>
  <inkml:trace contextRef="#ctx0" brushRef="#br0">616 2 64,'-5'0'283,"4"0"-249,1-1 0,0 1 1,-1 0-1,1 0 0,-1 0 0,1 0 1,0 0-1,-1 0 0,1 0 0,0 0 0,-1 0 1,1 0-1,0 0 0,-1 0 0,1 0 1,-1 0-1,1 0 0,0 0 0,-1 0 0,1 0 1,0 0-1,-1 1 0,1-1 0,0 0 1,-1 0-1,1 0 0,0 1 0,0-1 0,-1 0 1,1 0-1,0 1 0,0-1 0,-1 0 1,1 1-1,0-1 0,0 0 0,0 1 0,-1 0 1,1-1 222,-16 7 1009,-18 7 706,16-3-808,17-10-1042,1-1-110,0 0 0,0 0 0,-1 1 0,1-1 1,0 0-1,0 0 0,0 0 0,0 0 0,0 1 1,0-1-1,0 0 0,0 0 0,0 0 0,0 0 1,0 1-1,0-1 0,0 0 0,0 0 0,0 0 1,0 0-1,0 1 0,0-1 0,1 0 0,-1 0 1,0 0-1,0 0 0,0 0 0,0 1 0,0-1 1,0 0-1,0 0 0,0 0 0,1 0 0,-1 0 0,0 0 1,0 0-1,0 1 0,0-1 0,0 0 0,1 0 1,-1 0-1,0 0 0,0 0 0,0 0 0,0 0 1,1 0-1,-1 0 0,0 0 0,0 0 0,0 0 1,0 0-1,1 0 0,-1 0 0,0 0 0,0 0 1,1-2 58,-5 4 51,-2 4 1163,15-6-351,7-1-859,269 1 710,-120-6-338,-3 6-52,-74-5-242,-63 0 250,-24 5-336,17-1 205,-10-1-252,0 0 1,0 0-1,1 1 0,-1 1 1,1-1-1,-1 1 1,9 2-1,38-1 9,-39-1-28,-15 0 22,-17 7 10,0 5 42,14-9-52,-1-1-1,0 1 1,0-1 0,0 0-1,0 0 1,0 0-1,-6 2 1,8-3-15,-1 0 1,0 1-1,0-1 1,0 0-1,1 1 0,-1-1 1,1 1-1,-1-1 1,1 1-1,0 0 0,0 0 1,-1 0-1,1 0 1,0 0-1,1 0 0,-1 0 1,0 0-1,1 0 1,-2 4-1,2-5-3,0 0 0,0 1 1,-1-1-1,1 0 0,0 0 0,-1 0 0,1 0 0,-1 0 1,1 0-1,-1 0 0,0 0 0,1 0 0,-2 2 0,0-2 7,2 0 1,-1 0-1,0 0 0,0 0 0,0 1 0,1-1 0,-1 0 1,0 1-1,1-1 0,-1 1 0,1-1 0,0 0 0,-1 1 1,1 1-1,0-1 11,-1 0 0,1 0-1,-1 0 1,0 0 0,1 0 0,-1 0 0,0 0 0,0-1 0,0 1-1,-1 0 1,-1 2 0,1-2 1,1 0 0,-1 0-1,1 0 1,0 0 0,0 0-1,0 0 1,0 0 0,0 0 0,0 0-1,0 0 1,1 0 0,-1 3 0,0-2-7,1 0 0,-1 0 0,0 0 0,0-1 0,0 1 0,0 0 1,-1-1-1,1 1 0,-1-1 0,-2 4 0,-8 15 76,-12 12 19,-10 68 280,25-56-104,-8 24 311,15-59-493,0 0 0,2 0 0,-1 0-1,1 0 1,2 15 0,-1 4 111,-1-21-120,-1 0 0,0-1-1,0 1 1,-1-1 0,1 1-1,-2-1 1,-4 11 0,-4 37 413,-4 26 268,14-75-690,0 1 1,0-1-1,0 0 1,1 0 0,0 0-1,0 8 1,1-9-29,-1 0 0,0 1 0,0-1 1,0 1-1,-1-1 0,0 0 0,-2 10 0,1-11-32,0 0 0,0 1 0,1 0 0,0-1 0,0 1 0,0 0-1,1 0 1,-1 6 0,-7 23 156,8-30-161,-1 0 0,1 0 0,-1 0 0,1 0-1,-1 0 1,0 0 0,-3 5 0,2-2 11,0 0-1,0 0 1,1 0-1,-2 13 1,3-13-19,1-1-5,-1 1 1,0-1-1,-1 1 1,0 0-1,0-1 1,0 1-1,-3 6 1,3-9-8,0 0 1,0 1 0,1-1 0,-1 1-1,1-1 1,0 0 0,0 1 0,1-1-1,0 7 1,0-6-4,0 0 0,-1 0 0,0 0-1,0 0 1,0 0 0,0 0 0,-3 8 0,0-1-6,1-4 1,0-1 0,-1 0 0,1 0 1,-1 0-1,-6 10 0,5-13 9,1 0 0,0 1 0,0 0-1,1 0 1,0 0 0,0 0 0,0 0 0,0 0 0,-1 11 0,2-10 2,1-1 0,-1 0 0,0 1 1,-1-1-1,-2 8 0,2-8 0,0 0-1,1 1 1,0-1-1,0 1 1,-1 9-1,-6 55 13,8 39 28,-1-106-48,1 1 0,-1 0-1,0 0 1,0 0 0,0-1-1,-3 7 1,2-6 3,1-1 0,-1 1 1,1-1-1,0 1 0,1 0 0,-2 6 0,2-3 6,-1 1-1,0-1 0,-1 0 0,-3 11 0,3-11-7,0 0 0,1 0 0,0 0 0,-1 10 0,2-5 0,0-1 0,0 1 0,-1-1 0,-1 1 0,0-1 0,0 0 0,-7 18 0,0 14 15,-11 13 12,18-52-25,1 0 0,0 1 1,-1-1-1,2 0 0,-1 1 0,0 6 1,-5 22 3,4-26-7,1 0-1,0 1 1,0-1 0,1 1-1,0-1 1,2 12-1,-1 4-1,8 10 17,-9 130-29,0-161 15,0 1 0,1-1 0,-1 1 0,1-1-1,0 0 1,-1 1 0,1-1 0,0 0 0,2 3 0,-1-2-1,-1-1 1,0 0 0,0 1 0,0-1-1,0 1 1,-1-1 0,1 1 0,-1 0 0,1 3-1,-1-2 1,1-1 0,0 1 0,0 0 0,0-1 0,0 1 0,3 6 0,-3-7 4,1 1 0,-1-1 0,0 1 1,0 0-1,0-1 0,0 8 0,8 27 6,-9 162 94,-9-183-103,9-15 2,0 0-1,0 1 1,-1-1-1,1 0 1,-1 0-1,1 0 1,-1 0-1,0 0 1,0 0-1,0 0 1,-2 2-1,2-3 2,0 1-1,0-1 0,0 1 0,1-1 0,-1 1 1,0 0-1,1-1 0,-1 1 0,1 0 1,-1 3-1,-8 28 102,9 91 201,9-95-83,-9-25-200,1 0-7,-1 0 0,0 0 0,0 0 0,0 0 1,-1 0-1,1 0 0,-1 0 0,0 0 0,0-1 0,0 1 0,0 0 0,-1-1 0,0 1 0,1 0 0,-5 4 1,5-6-4,1 1 1,-1-1-1,1 0 1,-1 1-1,1-1 1,0 1-1,0-1 1,0 1-1,0-1 1,1 1-1,-1-1 1,1 0-1,-1 1 1,1-1-1,0 0 0,0 1 1,0-1-1,2 4 1,-2-3 6,0 0 1,-1 0-1,1 0 0,-1 1 0,1-1 1,-1 0-1,0 0 0,-1 1 0,0 5 1,0 2 12,2-7-26,-1-1 0,0 1-1,-1 0 1,1 0-1,-1 0 1,0 0 0,0 0-1,0-1 1,-2 5-1,2-4-3,0 0 0,0 0 0,1-1-1,-1 1 1,1 0 0,0 0 0,0 0-1,0 0 1,2 6 0,-1 6 28,-1 53 5,8-41 141,-8 27 239,0-55-415,1 0 1,-1 0-1,0 1 0,0-1 1,0 0-1,0 1 0,0-1 1,0 0-1,-1 0 0,1 1 1,0-1-1,0 0 1,0 0-1,0 1 0,0-1 1,0 0-1,0 0 0,-1 1 1,1-1-1,0 0 1,0 0-1,0 0 0,0 1 1,-1-1-1,1 0 0,0 0 1,0 0-1,-1 0 0,1 1 1,-1-1-1,1 0 1,0 1-1,-1-1 1,1 1-1,-1-1 1,1 0-1,0 1 1,-1-1-1,1 1 1,0-1-1,0 1 1,-1-1-1,1 1 1,0-1 0,0 1-1,0-1 1,-1 1-1,1-1 1,0 1-1,0-1 1,0 1-1,0 0 1,0-1-1,0 1 1,0-1-1,0 1 1,1 0-1,-1 0 2,0 1 0,-1-1-1,1 0 1,0 0 0,0 0-1,-1 0 1,1 0 0,-1 0 0,1 0-1,-1 0 1,1 0 0,-1 0-1,1 0 1,-1 0 0,0 0 0,-1 0-1,1 0 1,1 0 0,-1 0-1,0 0 1,0 0-1,1 0 1,-1 0-1,0 0 1,1 0 0,-1 0-1,1 0 1,0 0-1,-1 0 1,1 0-1,0 0 1,0 0 0,-1 2-1,2-1 5,-1-1 0,0 1 0,0 0-1,0-1 1,0 1 0,0-1 0,-1 1-1,1-1 1,0 1 0,-1-1 0,1 1 0,-1-1-1,0 1 1,1-1 0,-1 0 0,0 1-1,-1 0 1,1 0 6,0 0-1,-1 1 0,1-1 0,0 0 1,0 0-1,1 1 0,-1-1 1,0 0-1,1 1 0,0-1 0,-1 0 1,1 4-1,0-3-9,0-1 0,0 1-1,0-1 1,-1 1 0,1 0 0,-1-1 0,1 1-1,-1-1 1,0 1 0,-2 3 0,2-4 4,1-1 1,-1 0-1,1 0 1,0 0-1,-1 0 1,1 0-1,0 0 1,0 0-1,0 0 1,0 1-1,0-1 1,0 0-1,0 0 0,0 0 1,0 0-1,0 1 1,1 1-1,0-2 15,-1 0-1,0 0 0,0 0 1,1 0-1,-1 0 0,0 0 1,0 0-1,0 1 1,0-1-1,0 0 0,0 0 1,-1 0-1,1 0 0,0 0 1,0 0-1,-1 0 0,0 2 1,0-1 62,-1 1 0,1-1 0,0 1 0,0 0 0,1-1 0,-1 1 1,0 0-1,1-1 0,0 1 0,0 0 0,-1 0 0,2 0 0,-1 4 0,1 6 317,-5-5-345,4-8-27,-1 1 1,1 0-1,-1-1 0,1 1 1,-1 0-1,1-1 1,0 1-1,-1 0 1,1-1-1,0 1 0,0 0 1,-1 0-1,1 0 1,0-1-1,0 1 1,0 0-1,0 1 0,0 0 33,0-1-45,0 0-1,0-1 0,1 1 1,-1 0-1,0 0 0,0-1 0,0 1 1,0 0-1,-1 0 0,1-1 1,0 1-1,0 0 0,0-1 1,0 1-1,-1 0 0,1 0 1,0-1-1,-1 1 0,1 0 0,-1-1 1,1 1-1,-1-1 0,1 1 1,-1-1-1,1 1 0,-1-1 1,0 1-1,0 0-7,1 0 0,0-1 0,-1 1 1,1 0-1,0-1 0,0 1 0,-1 0 0,1 0 1,0-1-1,0 1 0,0 0 0,0 0 0,0-1 0,0 1 1,0 0-1,0 0 0,0-1 0,0 1 0,1 1 0,-1-1 6,0 0 0,1 0-1,-1 0 1,0 0-1,0 0 1,0 0-1,0 0 1,0 0 0,0 0-1,-1 0 1,1 1-1,0-1 1,-1 1-1,0-1 28,0 1 1,0-1-1,0 1 0,1-1 0,-1 1 0,1-1 1,-1 1-1,1-1 0,-1 1 0,1-1 0,0 1 0,0 0 1,-1-1-1,1 1 0,1 1 0,-5 3 274,4-5-289,-1-1 0,1 1 1,-1-1-1,1 1 1,0 0-1,-1-1 0,1 1 1,-1 0-1,1-1 0,0 1 1,0 0-1,-1 0 0,1-1 1,0 1-1,0 0 1,0 0-1,0 1 0,0 0 1,0 0-1,0 0 1,0 0-1,0 0 1,0 0-1,-1 0 1,1 0-1,-1 0 1,1 0-1,-1 0 1,0 0-1,0 0 1,-1 2-1,0 1 2,2-4 18,0 0-1,0 0 1,-1 0-1,1 0 0,0 0 1,-1 0-1,1 0 1,-1 0-1,1 0 0,-1 0 1,1 0-1,-1 0 1,0 0-1,1 0 0,-1 0 1,0-1-1,0 1 1,0 0-1,0-1 0,0 1 1,0 0-1,1-1 0,-1 1 1,-1-1-1,-1 1 1,1 0-14,0 0 1,0-1 0,0 1-1,0 0 1,-1 0 0,1 0 0,1 1-1,-1-1 1,0 1 0,0-1-1,-1 2 1,-12 8 161,13-10-174,2 0-19,0-1 0,0 0 0,0 0 0,0 1 0,0-1 0,0 0 0,-1 0 0,1 1 0,0-1 0,0 0 0,0 0 0,-1 1 0,1-1 0,0 0 0,0 0 0,-1 0 0,1 0 0,0 1 0,-1-1 0,1 0 0,0 0 0,0 0 0,-1 0 0,1 0 0,0 0 0,-1 0 0,1 0 0,0 0 0,-1 0 0,1 0 0,0 0 0,-1 0 0,1 0 5,-1 0 0,1 0 0,0 0 1,0 0-1,-1 0 0,1 0 0,0 0 1,-1 0-1,1 0 0,0 0 0,-1 0 0,1 0 1,0 0-1,-1 0 0,1 1 0,0-1 1,-1 0-1,1 0 0,0 0 0,0 0 0,-1 1 1,1-1-1,0 0 0,0 0 0,-1 1 1,1-1-1,0 0 0,0 0 0,0 1 1,0-1-1,-1 0 0,1 1 0,0-1 0,0 1 291,-2-1-215,-1 1 1,1-1 0,0 1-1,-1 0 1,1 0 0,0 0-1,-1 0 1,1 0 0,-3 2-1,4-3-67,-1 0 0,1 0-1,0 0 1,0 1 0,-1-1-1,1 0 1,0 1 0,-1-1-1,1 1 1,0-1 0,-2 2-1,1-1 17,-3 1-18,-1 1 1,0 0-1,1-1 0,-9 2 0,-19 9 2,31-13-16,-11 5 5,12-4 99,-25 4 761,20-4-867,1-1 0,-1 1 0,0 0 0,1 0 0,-1 0 0,1 1 0,-1 0 0,-8 5 0,12-6-2,0-1 16,2 0-9,0 0-1,-1-1 0,1 1 1,-1 0-1,1 0 0,-1 0 0,1-1 1,-1 1-1,1 0 0,-1 0 0,1 0 1,-1 0-1,1 0 0,-1 0 0,1 0 1,-1 0-1,1 0 0,-1 0 0,1 0 1,-1 0-1,1 1 0,-1-1 0,1 0 1,-1 0-1,1 0 0,0 1 1,-1-1-1,0 1 0,0 2-4,1-2-9,-25 0 27,22 3-15,2-3 0,0-1 0,-1 1-1,1 0 1,0 0 0,-1-1 0,1 1-1,0-1 1,-1 1 0,1-1 0,-1 1 0,1-1-1,-1 0 1,1 0 0,-3 0 0,2 0-1,-1 0 1,0 1 0,1-1-1,-1 1 1,1 0 0,-1-1-1,1 1 1,-1 0 0,1 0-1,-1 1 1,1-1 0,0 0-1,-3 3 1,-11-3 8,7 0-8,0 3 0,-10 1 0,-23 1 0,-44 10 0,42-10 0,8-1 0,12-3 0,17-2 0,-1 1 0,0 0 0,1 0 0,-1 0 0,-7 4 0,-7-2 0,16-2 0,0-1 0,0 1 0,0 0 0,-8 3 0,5-3 0,0 0 0,2 2 0,6-12 0,0 8-179,1 1 0,0-1-1,0 0 1,-1 1 0,1-1 0,0 1-1,-1-1 1,1 0 0,-1 1 0,1-1-1,-1 1 1,1-1 0,-1 1 0,1 0-1,-1-1 1,1 1 0,-2-1 0,2 1-12,-1 0 1,1 0 0,0-1 0,-1 1 0,1 0 0,-1 0 0,1-1-1,0 1 1,-1 0 0,1-1 0,-1 1 0,1 0 0,0-1-1,0 1 1,-1 0 0,1-1 0,0 1 0,0-1 0,-1 1 0,1-1-1,0 1 1,0-1 0,0 1 0,0 0 0,0-1 0,0 1-1,0-1 1,-1 1 0,1-1 0,1 1 0,-1-2 0,1-1-1434,0-1 0,1 1 1,-1-1-1,-1 1 0,1-1 1,0 0-1,-1 1 0,0-1 1,0-6-1,0-1-3130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48.200"/>
    </inkml:context>
    <inkml:brush xml:id="br0">
      <inkml:brushProperty name="width" value="0.035" units="cm"/>
      <inkml:brushProperty name="height" value="0.035" units="cm"/>
      <inkml:brushProperty name="color" value="#F71A09"/>
    </inkml:brush>
  </inkml:definitions>
  <inkml:trace contextRef="#ctx0" brushRef="#br0">0 0 440,'28'0'3924,"38"0"-3019,-64 0-294,-1 21 1081,4-19-1550,-4-2-9,0 0 1,0 0 0,0 1-1,0-1 1,0 0 0,0 1-1,0-1 1,0 1 0,0-1-1,0 1 1,-1-1-1,1 1 1,0-1 0,0 1-1,-1 0 1,1-1 0,0 1-1,-1 0 1,1 0-1,0 0 1,-1-1 0,1 1-1,0 1 1,-1-1 266,1 10 194,0-11-576,-1 0 1,1 0-1,-1 0 1,1 0-1,0 0 1,-1 0-1,1 0 1,-1 0 0,1 0-1,-1 0 1,1 0-1,-1 1 1,1-1-1,0 0 1,-1 0-1,1 1 1,-1-1 0,1 0-1,-1 1 1,0-1-1,1 0 1,-1 1-1,1-1 1,-1 1-1,1-1 1,-1 0-1,0 1 1,0-1 0,1 1-1,-1-1 1,0 1-1,0-1 1,1 2-1,-1-1 60,-1 26 1711,-2-24-1686,0 0-1,1 1 1,0-1-1,0 0 1,0 1-1,0-1 0,0 1 1,1 0-1,-1 0 1,1 0-1,0-1 0,0 1 1,1 0-1,-1 5 1,1-9-95,0 1 0,0-1 0,1 1 0,-1-1 0,0 1 0,0-1 0,0 1 1,1-1-1,-1 1 0,0-1 0,1 0 0,-1 1 0,0-1 0,1 0 0,-1 1 0,1-1 0,-1 0 0,0 1 1,1-1-1,-1 0 0,1 0 0,-1 1 0,2-1 0,-2 0 10,1 0 0,-1 0 0,1 1 1,-1-1-1,0 0 0,1 0 0,-1 1 0,1-1 0,-1 0 0,1 1 1,-1-1-1,0 0 0,1 1 0,-1-1 0,0 0 0,1 1 0,-1-1 0,0 1 1,0-1-1,1 1 0,-1-1 0,0 1 0,0 0 0,4 10 358,-3-10-347,-1-1-1,1 1 0,-1 0 1,1 0-1,-1 0 0,0-1 1,1 1-1,-1 0 0,0 0 1,1 0-1,-1 0 0,0 0 0,0 0 1,0 0-1,0 0 0,0 1 1,0 100 2006,4-91-1639,1 6 432,-5-16-804,0-1-1,-1 1 1,1-1 0,0 0-1,0 1 1,1-1 0,-1 0-1,0 1 1,0-1 0,0 1-1,0-1 1,0 0 0,0 1-1,0-1 1,1 0 0,-1 1-1,0-1 1,0 0 0,0 1-1,1-1 1,-1 0-1,0 1 1,0-1 0,1 0-1,-1 0 1,0 1 0,1-1-1,-1 0 1,0 0 0,1 0-1,-1 0 1,0 1 0,1-1-1,-1 0 1,1 0 0,-1 0-1,0 0 1,1 0 0,-1 0-1,0 0 1,1 0 0,-1 0-1,1 0 1,-1 0 0,0 0-1,1 0 1,-1 0-1,1-1 1,3 1-37,-3 0 97,-9-1-245,7 1 48,1 1-1,-1-1 0,1 0 1,-1 0-1,1 0 1,-1 0-1,1 0 1,-1 0-1,0 0 0,1 0 1,-1 0-1,1 0 1,-1 0-1,1 0 1,-1 0-1,1 0 0,-1 0 1,1 0-1,-1-1 1,1 1-1,-1 0 0,1 0 1,-1-1-1,1 1 1,0 0-1,-1-1 1,1 1-1,-1 0 0,1-1 1,0 1-1,-1-1 1,1 1-1,0 0 1,-1-1-1,1 1 0,0-1 1,0 1-1,0-1 1,-1 1-1,1-1 0,0 1 1,0-1-1,0 1 1,0-1-1,0 0 1,0-5-1467,0-1 1,-1 1-1,1 0 1,-1 0-1,0 0 1,-1 0-1,-3-9 1,-2 4-1805</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48.880"/>
    </inkml:context>
    <inkml:brush xml:id="br0">
      <inkml:brushProperty name="width" value="0.035" units="cm"/>
      <inkml:brushProperty name="height" value="0.035" units="cm"/>
      <inkml:brushProperty name="color" value="#F71A09"/>
    </inkml:brush>
  </inkml:definitions>
  <inkml:trace contextRef="#ctx0" brushRef="#br0">244 0 952,'0'0'1986,"0"18"6074,0-12-7200,0-5-748,0 0-1,0 1 1,0-1 0,1 0-1,-1 0 1,0 0 0,-1 1-1,1-1 1,0 0 0,0 0-1,0 0 1,-1 0 0,1 0 0,-1 1-1,1-1 1,-1 0 0,1 0-1,-1 0 1,0 0 0,1 0-1,-3 1 1,-8 24 1036,-21 40 1307,23-38-2070,8-25-367,-1 1 0,0-1 0,1 1 0,0 0 0,0 0 0,0 0 0,1 0 0,-1 0 0,1 0 0,0 5 0,0-8-15,0 0-1,0 0 1,0 0 0,0 0-1,-1 0 1,1 0-1,0 0 1,-1-1 0,1 1-1,0 0 1,-1 0-1,1 0 1,-1-1 0,1 1-1,-1 0 1,0 0-1,1-1 1,-1 1-1,-1 0 1,2 0 0,-1-1-1,0 1 1,1-1-1,-1 1 0,0 0 1,1-1-1,-1 1 1,1 0-1,-1 0 1,1-1-1,0 1 1,-1 0-1,1 0 1,0 0-1,-1 0 1,1-1-1,0 1 1,0 0-1,0 1 1,0-1-3,-1 0 0,1 1 0,0-1 0,0 0 0,-1 0 0,1 0 0,-1 0 0,1 0 0,-1 1 0,1-1 0,-1 0 1,0 0-1,0 0 0,1-1 0,-1 1 0,0 0 0,0 0 0,0 0 0,0-1 0,0 1 0,0 0 0,-2 0 0,2 0 0,1-1 1,-1 0-1,0 0 0,1 1 0,-1-1 0,1 0 1,-1 1-1,1-1 0,-1 1 0,1-1 0,0 1 1,-1-1-1,1 1 0,-1-1 0,1 1 0,0-1 1,-1 1-1,1 1 0,-3-1-166,1 1 1,-1 0-1,0-1 1,1 1-1,-1-1 1,0 0-1,0 0 1,0 0-1,0 0 1,0 0-1,0-1 1,0 1-1,-1-1 0,1 0 1,-4 0-1,-12-9-3214,14 8 2659,1-1-1,-1 0 0,1 0 1,0-1-1,0 1 1,-4-4-1,-3-3-1689,-4 2-514</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49.764"/>
    </inkml:context>
    <inkml:brush xml:id="br0">
      <inkml:brushProperty name="width" value="0.035" units="cm"/>
      <inkml:brushProperty name="height" value="0.035" units="cm"/>
      <inkml:brushProperty name="color" value="#F71A09"/>
    </inkml:brush>
  </inkml:definitions>
  <inkml:trace contextRef="#ctx0" brushRef="#br0">0 8 664,'113'0'4932,"-51"11"-3592,-4-22 383,-20 5-764,-35 6-703,-2 0-213,-1 0-1,0 0 0,1-1 1,-1 1-1,0 0 0,1 0 1,-1 0-1,0 0 1,1 0-1,-1 0 0,0 0 1,1 0-1,-1 0 0,1 0 1,-1 0-1,0 0 0,1 0 1,-1 0-1,0 0 0,1 1 1,-1-1-1,0 0 0,1 0 1,-1 0-1,0 0 1,0 1-1,1-1 0,-1 0 1,0 0-1,1 1 0,-1-1 1,0 0-1,0 0 0,0 1 1,1-1-1,-1 0 0,0 1 1,0-1-1,0 0 0,0 1 1,1 0 377,15 10 526,-14-9-840,-1-1-1,1 0 1,0 0-1,0 1 1,0-1-1,-1 1 0,1-1 1,-1 1-1,1 0 1,-1-1-1,0 1 1,1 0-1,-1 0 0,0 0 1,0 0-1,-1 0 1,1 0-1,0 0 0,0 4 1,8 20 1089,-9-24-1114,0 1 1,0-1-1,0 1 0,-1-1 1,1 1-1,-1-1 0,1 1 1,-1-1-1,0 1 0,0-1 1,-2 3-1,1 19 399,-12 7-60,10-23-335,1 0-1,-1 0 0,0-1 0,-8 11 1,0 4 3,12-22-89,0 1 8,-1 0-1,0 0 1,1-1-1,-1 1 0,0 0 1,1 0-1,-1 0 1,1 0-1,0 0 1,-1 0-1,1 0 0,0 0 1,-1 1-1,1-1 1,0 0-1,0 0 0,0 0 1,0 0-1,0 2 1,-8 13-6,8-15-7,0-1 1,0 1-1,0 0 1,0-1-1,0 1 1,0-1-1,0 1 0,-1 0 1,1-1-1,0 1 1,0 0-1,0-1 0,-1 1 1,1-1-1,0 1 1,-1 0-1,1-1 1,0 1-1,-1-1 0,1 1 1,-1-1-1,1 0 1,-1 1-1,1-1 0,-1 1 1,0-1-1,0 1-95,1-1 39,0 1 1,-1-1-1,1 0 0,0 0 1,0 0-1,0 0 0,0 1 1,-1-1-1,1 0 0,0 0 1,0 0-1,0 0 0,-1 0 1,1 0-1,0 0 0,0 0 1,0 0-1,-1 0 0,1 0 1,0 1-1,0-1 0,-1 0 1,1-1-1,0 1 0,0 0 1,0 0-1,-1 0 0,1 0 1,0 0-1,0 0 0,0 0 1,-1 0-1,1 0 1,0 0-1,0 0 0,0-1 1,-1 1-1,-17-7-2122,-18-13-1979,29 17 3178,0 0 0,1 0 1,-1 1-1,-12-2 0,13 2 209,-19-4-1586</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50.492"/>
    </inkml:context>
    <inkml:brush xml:id="br0">
      <inkml:brushProperty name="width" value="0.035" units="cm"/>
      <inkml:brushProperty name="height" value="0.035" units="cm"/>
      <inkml:brushProperty name="color" value="#F71A09"/>
    </inkml:brush>
  </inkml:definitions>
  <inkml:trace contextRef="#ctx0" brushRef="#br0">0 1 616,'5'2'389,"1"-1"0,-1 1 0,1-1 0,-1 0 0,1-1 0,-1 1 0,1-1 0,0 0 0,10-2 0,3 1 592,-17 1-633,25 0 2017,-4 6-707,22 4-11,-41-9-1532,0 0-1,0 0 1,-1 0 0,1 0-1,0 0 1,-1 1 0,1-1-1,-1 1 1,0 0 0,1 0-1,-1 0 1,0 1 0,0-1-1,0 1 1,-1 0 0,1-1-1,-1 1 1,1 0-1,-1 1 1,0-1 0,0 0-1,0 1 1,-1-1 0,1 1-1,-1-1 1,0 1 0,0 0-1,0-1 1,-1 1 0,1 0-1,-1 4 1,0 198 917,0-206-1071,-1 1-150,0-1 103,0 0 0,0 0 1,0 0-1,0-1 0,0 1 1,0 0-1,0 0 0,0 0 1,0-1-1,0 1 0,0-1 1,0 1-1,0 0 0,1-1 1,-1 0-1,0 1 0,-1-2 1,-5-1-428,-88-31-6666,52 22 3301,25 8 2356</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51.178"/>
    </inkml:context>
    <inkml:brush xml:id="br0">
      <inkml:brushProperty name="width" value="0.035" units="cm"/>
      <inkml:brushProperty name="height" value="0.035" units="cm"/>
      <inkml:brushProperty name="color" value="#F71A09"/>
    </inkml:brush>
  </inkml:definitions>
  <inkml:trace contextRef="#ctx0" brushRef="#br0">0 1 960,'0'0'896,"28"0"6315,5 0-1951,-24 16-4381,-9 125 717,9-97-1532,-9 0-1124,0-44 1027,0 0-1,0 0 1,0 0-1,0 1 1,0-1-1,0 0 1,0 0-1,0 0 0,-1 0 1,1 0-1,0 0 1,0 0-1,0 1 1,0-1-1,0 0 1,0 0-1,0 0 1,0 0-1,0 0 1,0 0-1,0 0 1,0 0-1,-1 1 1,1-1-1,0 0 1,0 0-1,0 0 1,0 0-1,0 0 1,0 0-1,0 0 1,-1 0-1,1 0 1,0 0-1,0 0 1,0 0-1,0 0 1,0 0-1,0 0 1,0 0-1,-1 0 1,1 0-1,0 0 1,0 0-1,0 0 1,0 0-1,0 0 1,-1 0-1,-8-5-2782,-12-11-3615,12 6 3106</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53.774"/>
    </inkml:context>
    <inkml:brush xml:id="br0">
      <inkml:brushProperty name="width" value="0.035" units="cm"/>
      <inkml:brushProperty name="height" value="0.035" units="cm"/>
      <inkml:brushProperty name="color" value="#F71A09"/>
    </inkml:brush>
  </inkml:definitions>
  <inkml:trace contextRef="#ctx0" brushRef="#br0">79 1 56,'-1'0'41,"1"-1"-1,0 1 1,-1 0 0,1 0 0,0 0-1,-1 0 1,1 0 0,0 0-1,-1 0 1,1 1 0,0-1 0,-1 0-1,1 0 1,0 0 0,-1 0-1,1 0 1,0 0 0,0 1 0,-1-1-1,1 0 1,0 0 0,0 0-1,-1 1 1,1-1 0,0 0 0,0 0-1,0 1 1,-1-1 0,1 0-1,0 0 1,0 1 0,0-1 0,0 0-1,0 1 1,0-1 0,-1 0 0,1 1-1,0-1 1,0 0 0,0 1-1,0-1 1,0 0 0,0 0 0,0 1-1,0-1 1,0 0 0,1 1-1,-1 0 1,0-1 1014,-2 11 841,2-11-1844,-1 0 0,1 0-1,-1 0 1,0 1-1,1-1 1,-1 0-1,1 0 1,-1 0 0,0 0-1,1 1 1,-1-1-1,1 0 1,-1 1-1,1-1 1,-1 0 0,1 1-1,-1-1 1,0 1-1,1 0-10,-1-1-1,0 1 0,1-1 1,-1 1-1,1-1 0,-1 1 1,0-1-1,0 0 1,1 1-1,-1-1 0,0 0 1,0 1-1,1-1 1,-1 0-1,0 0 0,0 0 1,1 0-1,-3 0 0,2 0-18,0 1 0,0-1 0,0 0 0,0 1 0,0-1 0,0 0 0,0 1 0,1-1-1,-1 1 1,0 0 0,0-1 0,0 1 0,0 0 0,1-1 0,-1 1 0,-1 1 0,2-1 8,-1 9 1033,-4-7-652,4-2-343,0 0 0,0 0 0,-1 0 0,1 0 0,-1-1-1,1 1 1,-1 0 0,1-1 0,-1 1 0,1-1 0,-4 1 0,5 9 80,0-9-118,1-2-10,0 1-1,-1 0 0,1 0 0,0 0 1,-1 0-1,1 0 0,-1 1 0,1-1 1,0 0-1,-1 0 0,1 0 0,-1 0 1,1 1-1,-1-1 0,1 0 0,0 1 1,-1-1-1,1 0 0,-1 1 0,1-1 1,0 1-1,11 5 715,-1 5-362,48 0 635,125-16-320,-137 5-646,140-5 107,-67 0-63,-77 3-20,-25 2 9,35-5 1,23-1 77,-16 2-11,11-1-10,-43 2-96,1 2 0,35 3 0,-10-1-27,198-1 375,-200-2-238,-31 0-112,-1 2 1,1 0-1,20 3 1,80 3-2,-94-4-31,0 0 1,38-4 0,-10 1-43,354 1 134,-254-6-85,194 6-16,-204-5 32,90-6-24,460 11 33,-549-6-27,-91 7-30,117-6 1,-68-1 63,-17 1-33,-59 2-9,0 2 1,41 2-1,-12 1 8,-17-2-8,129-4-20,-74 1 29,-10 0 1,117 0 19,-90 5-69,140-2 175,-250 1-137,5 3 3,-3-3 1,0 0 0,-1-1 0,1 1 0,0-1-1,0 0 1,7-1 0,-10 1 1,1 0 0,0 0-1,0 0 1,0 0 0,0 0 0,0 0-1,0 0 1,0 1 0,0-1 0,-1 0-1,4 2 1,-3-1 2,-1-1 0,1 1 0,0-1 0,0 1 0,-1-1 0,1 0 0,0 0 0,0 0 0,-1 0 0,1 0 0,0 0 0,2-1 0,16 0 6,23 1-9,121-5-25,-159 7 6,-5-2 19,0 0-1,1 1 1,-1-1 0,0 0-1,1 1 1,-1-1 0,0 0 0,0 0-1,1 1 1,-1-1 0,0 0-1,1 0 1,-1 0 0,1 1-1,-1-1 1,0 0 0,1 0-1,-1 0 1,0 0 0,1 0-1,-1 0 1,1 0 0,-1 0-1,0 0 1,1 0 0,-1 0-1,1 0 1,-1 0 0,0 0-1,1 0 1,-1 0 0,1-1-1,1 1 40,-30 5 105,27-5-140,-5 2 20,-19-3 2,25 1-48,0 0 1,0 0-1,0 1 0,-1-1 1,1 0-1,0 0 1,0 1-1,0-1 1,0 0-1,0 0 1,0 1-1,0-1 1,0 0-1,0 1 1,0-1-1,0 0 1,0 1-1,0-1 1,0 0-1,0 0 1,0 1-1,0-1 1,0 0-1,0 1 1,0-1-1,0 0 1,0 0-1,0 1 1,1-1-1,-1 1 1,0 0-23,6 3-1334,-22-6-5550,6 0 5714,-6-3-1244</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56.004"/>
    </inkml:context>
    <inkml:brush xml:id="br0">
      <inkml:brushProperty name="width" value="0.035" units="cm"/>
      <inkml:brushProperty name="height" value="0.035" units="cm"/>
      <inkml:brushProperty name="color" value="#F71A09"/>
    </inkml:brush>
  </inkml:definitions>
  <inkml:trace contextRef="#ctx0" brushRef="#br0">0 88 920,'68'0'4547,"-33"5"-2387,-34-5-2039,349 0 3336,-267-5-3124,15-1 100,24 1-55,7 0 20,9-1 19,-15 1-50,-10-1-98,41 1-114,5-1-139,-115 7-11,127-6 46,-132 2-35,39 4 0,-41 0 0,54-6 0,-46 2-5,68 4 0,-38 1-1,-45-2 7,106-5 38,-2-1 8,-16 1-14,48 3 26,14-1 11,-122-1 20,61 5-1,-36 1-20,1297-2 105,-1342 5-172,4 1 5,444-6-15,-375-6-8,-104 7 0,-4-1-1,-1 0 1,1 0-1,-1 0 0,1-1 0,-1 1 0,1-1 1,-1 1-1,0-1 0,4-1 0,3 0 3,-1 1 0,1 0-1,-1 1 1,1 0 0,15 1 0,4 1 2,87-8-36,-91 5 55,39-3 17,-56 4-44,140 5-22,-138-3 37,11 0 14,-17-1-14,-10 0-4,-71 10 6,-122 0-2078,-34-6-6906,175-5 5673</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58.192"/>
    </inkml:context>
    <inkml:brush xml:id="br0">
      <inkml:brushProperty name="width" value="0.035" units="cm"/>
      <inkml:brushProperty name="height" value="0.035" units="cm"/>
      <inkml:brushProperty name="color" value="#F71A09"/>
    </inkml:brush>
  </inkml:definitions>
  <inkml:trace contextRef="#ctx0" brushRef="#br0">9 145 472,'-8'4'2643,"8"-3"-1750,10 10 1598,153-11 1207,-67 5-2709,1-10-260,121-11 44,-108 6-580,220-7 135,-77 15-282,-131 3-25,-80 0-16,133-6 70,-90 3 17,11-1 72,-38-1-39,61 5 0,-36 1-63,264-8 345,-53-5-118,-6 6-130,-29-1-85,-135 1 27,-4 0 11,-16-1-79,106-5 31,-98 6-62,-24 0 20,67-6 18,-84 5-9,99-5-6,-13 6-18,-112 6-6,-12-1 7,64-6 0,-67 4 3,1 0 0,39 4 0,-10 0-18,285-2 55,-249 5-26,-43 0-68,-44-4 51,-2 3-8,-5-3-15,58 4-13,330-5 158,-389 0-113,1 0-7,3 0-4,5 0 14,-3 0-8,1 0 0,0 0 0,0 1-1,14 3 1,-21-2-13,32-3 1,-24 1 3,-2 0 3,-5 0 21,-2-1-22,-1 1 1,1 0-1,0-1 0,0 1 0,0 0 1,0-1-1,-1 1 0,1 0 0,0 0 1,0-1-1,-1 1 0,1 0 1,0 0-1,0-1 0,-1 1 0,1 0 1,0 0-1,-1 0 0,1-1 0,0 1 1,-1 0-1,1 0 0,0 0 1,-1 0-1,1 0 0,0 0 0,-1 0 1,1 0-1,-1 0 0,1 0 1,-1 0-1,-17 0-3,9 0-56,-138 3-3377,-11 0-4687,100-3 4823</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1.281"/>
    </inkml:context>
    <inkml:brush xml:id="br0">
      <inkml:brushProperty name="width" value="0.035" units="cm"/>
      <inkml:brushProperty name="height" value="0.035" units="cm"/>
      <inkml:brushProperty name="color" value="#F71A09"/>
    </inkml:brush>
  </inkml:definitions>
  <inkml:trace contextRef="#ctx0" brushRef="#br0">53 245 24,'0'0'4488,"-11"5"-4454,11-5-33,0 0 1,0 0-1,-1 0 0,1 0 0,0 0 0,-1 0 0,1 0 0,0 0 1,-1 1-1,1-1 0,0 0 0,0 0 0,-1 0 0,1 0 0,0 1 0,-1-1 1,1 0-1,0 0 0,0 0 0,0 1 0,-1-1 0,1 0 0,0 1 1,0-1-1,0 0 0,0 0 0,-1 1 0,1-1 0,0 1-1,0-1 1,0 0-1,0 1 0,0-1 0,0 0 0,-1 0 1,1 1-1,0-1 0,0 0 0,0 0 0,-1 1 1,1-1-1,0 0 0,0 0 0,-1 0 0,1 1 1,0-1-1,0 0 0,-1 0 0,1 0 0,0 0 1,-1 0-1,1 1 0,0-1 0,-1 0 0,1 0 1,0 0-1,-1 0 0,0 0-8,-1 0-13,-4 0 26,3 0 4,-4 1 3,0 2-10,6-2 1406,1 0-1396,0-1 0,0 1 0,0-1 0,0 1 0,1 0 1,-1-1-1,0 1 0,0-1 0,1 1 0,-1-1 0,0 1 0,1-1 0,-1 0 0,1 1 1,-1-1-1,0 1 0,1-1 0,-1 0 0,1 1 0,-1-1 0,1 0 0,-1 0 0,1 1 0,-1-1 1,2 0-1,9 5 379,-11-4-353,1-1 0,-1 1 0,1-1 1,-1 1-1,1-1 0,0 1 0,-1-1 0,1 0 1,0 1-1,-1-1 0,1 0 0,0 0 0,-1 0 0,1 1 1,0-1-1,1 0 0,9 11 1143,-8-11-1100,-1 1-1,0-1 0,1 1 0,-1 0 0,0 0 0,0 0 0,1 0 0,-1 0 0,2 2 0,-4-2-3,9 19 339,-9 52 964,-9-46-1324,9 74 111,-4-89-129,-1 5 69,5 70 374,4-74-457,1 4 40,-5 80 593,4-90-608,-4-5-48,0-1 1,1 0-1,-1 0 1,0 1-1,1-1 0,-1 0 1,0 1-1,1-1 1,-1 0-1,0 1 0,0-1 1,1 0-1,-1 1 1,0-1-1,0 1 0,0-1 1,0 0-1,0 1 1,1-1-1,-1 1 0,0-1 1,0 0-1,0 1 1,0-1-1,0 1 0,0 0 1,-1 3 7,1-4-8,0 1 0,0 0 1,0 0-1,0 0 0,0-1 0,0 1 1,0 0-1,0 0 0,1-1 0,-1 1 0,0 0 1,1 0-1,-1-1 0,0 1 0,1 0 1,-1 0-1,1-1 0,-1 1 0,1-1 1,-1 1-1,1 0 0,-1-1 0,2 1 0,-1 7 18,0 0-1,-1 0 1,-1 12-1,1-15-10,0-4-7,0-1 0,0 1 0,0-1 0,0 1 1,0 0-1,-1-1 0,1 1 0,0-1 0,0 1 1,1 0-1,-1-1 0,0 1 0,0-1 0,0 1 0,0-1 1,0 1-1,1-1 0,-1 1 0,0 0 0,0-1 0,1 1 1,-1-1-1,0 0 0,1 1 0,-1-1 0,1 1 1,-1-1-1,1 1 0,-1-1 0,0 0 0,1 1 0,0-1 1,0 0-1,-1 2 1,1 0 0,-1 0 0,1 0 1,-1 0-1,0 0 0,1 0 0,-1 0 0,0 0 1,0 1-1,-1-1 0,1 3 0,-1 10 4,1 55 2,0-69-7,-1 0 0,1-1 0,0 1 0,-1-1 1,1 1-1,0-1 0,-1 1 0,1-1 0,-1 1 0,1-1 0,-1 1 1,1-1-1,-1 1 0,1-1 0,-1 0 0,0 1 0,1-1 0,-1 0 1,1 1-1,-1-1 0,-1 0 0,-2 2 6,2 5 5,3-4-10,-1 35-20,0 12 195,0-50-177,0 1 1,0-1-1,0 0 0,0 1 1,0-1-1,0 0 0,0 1 1,-1-1-1,1 1 0,0-1 1,0 0-1,0 1 0,0-1 0,0 0 1,-1 1-1,1-1 0,0 0 1,0 1-1,-1-1 0,1 0 1,0 1-1,0-1 0,-1 0 1,1 0-1,0 0 0,-1 1 0,-3 6 34,3-2-32,0-5-2,1 1 0,-1 0 0,1-1 1,-1 1-1,1-1 0,-1 1 0,1-1 0,-1 1 0,1-1 0,-1 1 0,0-1 0,1 1 1,-1-1-1,0 0 0,1 1 0,-1-1 0,0 0 0,0 0 0,-1 1 0,0 1-3,2 14 3,0-16 0,-4 9 18,3-8-16,1-1 0,-1 1-1,1-1 1,-1 1 0,1 0-1,0-1 1,-1 1 0,1 0-1,0-1 1,0 1 0,-1 0-1,1-1 1,0 1 0,0 0-1,0-1 1,0 2 0,0-1-2,0-1 0,0 0 0,0 0 0,1 0 1,-1 0-1,0 1 0,0-1 0,0 0 0,0 0 1,0 0-1,0 0 0,0 1 0,0-1 0,0 0 1,0 0-1,0 0 0,0 1 0,0-1 0,0 0 1,0 0-1,0 0 0,0 1 0,0-1 1,0 0-1,0 0 0,0 0 0,0 1 0,-1-1 1,1 0-1,0 0 0,0 0 0,0 0 0,0 0 1,0 1-1,0-1 0,-1 0 0,1 0 0,0 0 1,0 0-1,0 0 0,0 0 0,-1 0 1,1 1-1,0-1 0,0 0 0,0 0 0,0 0 1,-1 0-1,1 0 0,0 0 0,0 0 0,-1 0 1,-2 1 3,1 13 45,5 1-31,5-14 28,-3-2-37,-3 1 7,-9 3 80,6-1-42,9-1-27,243-1 787,-164-6-797,35 1-25,147-6-31,-7-1 77,-222 9-22,265-14 34,-166 12-11,-9 0 0,63 3 15,22-2 37,-103 1-71,-5 1-1,104-1-17,-111 5-4,-54-2 3,116-5-1,-84 3 7,-49 2-2,31-3 1,42-3 8,58 3 5,-6 1 2,-16-3-11,-63 2-1,7 0 30,-58 1 54,34 2 0,-36 1 56,0-1 1,25-4-1,-19 1-49,1 2-1,38 2 1,-8 1 39,373-2 546,-230-6-485,-115 1-14,-2 0-1,47-1 76,-47 1-237,115-1 76,-9 1 514,-78-1-287,-8 1-119,85 0-7,-27-1 70,-92-5-191,32 6-44,-100 5 303,-1-1 0,1 0-1,0 1 1,-1-1 0,1 0 0,-1 0 0,1 0 0,3-3 0,-6 3 634,-5 1-900,-1-1 1,0 0-1,0 0 0,1 0 0,-1-1 0,1 1 0,-10-5 0,-9-4 22,-2-6 55,20 14-108,-1 0-1,1 0 1,-1-1 0,1 1-1,0-2 1,0 1 0,1-1-1,-1 0 1,1 0 0,-1 0-1,-7-10 1,-19-13 678,30 24-636,0-1-1,1 1 1,-1-1-1,1 0 1,0 0-1,0 1 1,0-1-1,0 0 1,1 0-1,0 0 1,0 0 0,0 0-1,0 0 1,1-5-1,0-11 206,-2 18-264,1 0 0,0 1 1,-1-1-1,1 1 0,-1-1 0,1 0 1,-1 1-1,0-1 0,0 1 1,1-1-1,-3-1 0,2 2 4,0-1 0,0 1 0,0-1-1,0 1 1,1-1 0,-1 1 0,0-1 0,1 1 0,-1-1 0,1 0-1,-1-2 1,1 2 11,0 0 0,0 0 0,-1 0 0,1 0 0,-1 0 1,1 1-1,-1-1 0,0 0 0,0 0 0,0 0 0,-1-2 0,1 3 17,0-1 1,0 0-1,0 0 1,0 0-1,0 0 1,0 0 0,1 0-1,-1 0 1,1 0-1,-1 0 1,1-2-1,0-3 41,0 1 1,0 0-1,0 0 0,1 0 1,0 0-1,0 0 0,1 0 1,0 0-1,0 0 0,5-9 1,-4 4-55,-3 10-40,0 0-1,1 0 1,-1 0-1,0 0 0,1 0 1,-1 0-1,0 0 0,1 0 1,-1 0-1,1 0 1,0 0-1,-1 0 0,2-1 1,2-2 11,0 0 0,0 0 1,-1-1-1,1 0 0,-1 0 1,0 0-1,0 0 0,-1 0 1,3-7-1,-5 11-10,0 0 0,0-1 0,1 1 0,-1 0 0,0 0 0,1 0 0,-1-1 0,1 1-1,-1 0 1,1 0 0,0 0 0,-1 0 0,1 0 0,1-1 0,-1 1 7,0 0-1,0 0 1,0-1-1,-1 1 1,1 0 0,0 0-1,-1-1 1,1 1 0,-1 0-1,1-1 1,-1 1-1,0 0 1,1-1 0,-1-2-1,0 0 49,0 1-1,0-1 1,0 0 0,1 0-1,-1 0 1,1 1-1,0-1 1,0 0 0,2-5-1,-2 7-40,0 0 0,-1 0-1,0 0 1,1 0-1,-1-1 1,0 1 0,0 0-1,0 0 1,0 0-1,-1 0 1,1 0 0,-1 0-1,1 0 1,-1 0-1,0 0 1,1 0 0,-1 0-1,-2-4 1,0-9 21,-3 6-12,5 7-18,-1 1 0,1-1 0,0 0-1,0 1 1,1-1 0,-1 0 0,0 0 0,0 0 0,1 0 0,-1 0 0,1-2-1,-1 1 20,0-1 0,0 0-1,0 0 1,0 1-1,-1-1 1,1 0 0,-1 1-1,0 0 1,-3-5-1,-6-12 91,-23-34 83,27 38-145,4 9-26,0 0 0,0 0 0,1 0 0,0 0 0,0-1-1,1 1 1,0-1 0,0-11 0,1 15-17,1 0 0,-1 0 1,0 0-1,-1 0 0,1 0 0,-1 0 1,1 0-1,-1 0 0,0 1 0,-1-1 1,1 0-1,-1 1 0,1-1 0,-1 1 1,-3-5-1,-7-13-2,10 17-12,0 3 0,1-1 0,0 1 0,0-1 0,-1 0 0,1 1 0,0-1 0,1 0 0,-1 0 0,0 0 0,0 1 0,1-1 0,-1 0 0,1 0 0,0 0 0,0 0 0,-1 0 0,2-2 0,-1-2 0,0 1 0,0-1 0,-1 6 0,1 0 0,0 0 0,0-1 0,0 1 0,0 0 0,0-1 0,-1 1 0,1 0 0,0-1 0,0 1 0,0 0 0,0-1 0,0 1 0,0 0 0,0-1 0,0 1 0,0 0 0,1-1 0,-1 1 0,0 0 0,0-1 0,0 1 0,0 0 0,0-1 0,0 1 0,1 0 0,-1 0 0,0-1 0,0 1 0,0 0 0,1 0 0,-1-1 0,0 1 0,0 0 0,1 0 0,7-6 0,-1 1 0,2-1 0,-2 1 0,-6 0-1,-1 4-31,-8 7-2665,-12-3-547,-9 8-5756,23-8 6961,0 0 1,0-1-1,0 0 1,-8 2-1,-5 0-1229,-6 2-248</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2.532"/>
    </inkml:context>
    <inkml:brush xml:id="br0">
      <inkml:brushProperty name="width" value="0.035" units="cm"/>
      <inkml:brushProperty name="height" value="0.035" units="cm"/>
      <inkml:brushProperty name="color" value="#F71A09"/>
    </inkml:brush>
  </inkml:definitions>
  <inkml:trace contextRef="#ctx0" brushRef="#br0">139 234 136,'10'-10'3257,"32"-18"-398,-7 12-2239,0 0 60,-30 12-600,-3 3 52,0 0 1,-1 1-1,1-1 0,-1-1 1,1 1-1,-1 0 0,0 0 1,1 0-1,1-3 0,-2 1 100,0 1 0,-1-1 0,1 1 0,-1-1 1,1 1-1,-1-1 0,0 1 0,0-1 0,0-2 0,0-4 451,-1 8-638,1-1 0,0 1 1,0 0-1,0 0 0,0-1 0,0 1 0,0 0 0,0-1 0,0 1 1,0 0-1,0 0 0,1-1 0,-1 1 0,1 0 0,-1 0 0,1 0 0,-1-1 1,1 1-1,0 0 0,0 0 0,1-2 0,0 2-21,0 0 1,0-1-1,-1 1 1,1-1-1,0 0 0,-1 0 1,1 1-1,-1-1 0,0 0 1,2-2-1,-3 3-15,0 1-1,0-1 1,0 1-1,0 0 1,0-1-1,0 1 1,0-1 0,0 1-1,0 0 1,0-1-1,1 1 1,-1-1-1,0 1 1,0 0-1,0-1 1,1 1-1,-1 0 1,0 0 0,0-1-1,1 1 1,-1 0-1,0-1 1,0 1-1,1 0 1,-1 0-1,0 0 1,1-1-1,-1 1 1,1 0 0,-1 0-1,0 0 1,1 0-1,-1 0 1,1-1-1,-1 1 8,1 0 0,-1 0 1,1 0-1,-1 0 0,1 0 0,-1-1 0,1 1 0,-1 0 0,0 0 0,1 0 0,-1-1 0,1 1 0,-1 0 0,0-1 0,1 1 0,-1 0 0,0-1 1,0 1-1,1-1 0,-1 1 0,0 0 0,0-1 0,1 1 0,-1-1 0,0 1 0,0-1 0,0 1 0,0 0 0,0-1 0,0 1 0,0-1 0,0 1 1,0-1-1,0 0 0,0 0 7,0 1 0,0-1 1,0 0-1,1 1 0,-1-1 1,0 0-1,0 1 1,0-1-1,1 0 0,-1 1 1,0-1-1,1 1 0,-1-1 1,0 1-1,1-1 0,-1 0 1,1 1-1,-1 0 0,1-1 1,-1 1-1,1-1 1,-1 1-1,1 0 0,0-1 1,-1 1-1,1 0 0,0-1 1,-1 1-1,1 0 0,0 0 1,-1 0-1,1 0 0,0 0 1,0 0-1,1 0 89,0-2-26,1 0 0,-1 1 0,1 0 0,0 0-1,0 0 1,0 0 0,5-1 0,-7 2-59,0-1 0,0 1-1,0 0 1,0-1 0,0 1 0,0-1-1,0 1 1,0-1 0,0 1 0,0-1-1,-1 1 1,1-1 0,0 0 0,0 1-1,-1-1 1,2-1 0,-2 1 886,0 2-906,0 2-12,0-2 5,0 1 0,0-1 0,0 0 0,0 0 0,0 0 1,0 0-1,0 0 0,0 0 0,0 0 0,-1 0 0,1 0 1,0 0-1,-1 0 0,1 0 0,-1 0 0,1 0 0,-1 0 1,0 0-1,0 1 0,0-1-1,0 2 17,0 1-1,0-1 1,1 1 0,-1-1-1,1 1 1,0 0-1,0-1 1,1 1-1,0 3 1,-1 2 16,0-4-28,-1 0 1,1 0-1,-1 0 0,0 0 0,-1-1 0,1 1 0,-1 0 0,0 0 1,-4 5-1,6-8-5,-1 0 0,1 0 1,-1-1-1,1 1 0,-1 0 1,1 0-1,0 0 0,0 0 1,0 0-1,0 0 0,1 0 1,-1 2-1,1-2 1,-1 0 0,0 0 0,0 0 0,0 0 0,0 0 0,0 0 1,0 0-1,0 0 0,-2 3 0,-29 87 76,19-44 14,9-38-83,1-3-2,0 0-1,0-1 1,-1 1-1,0 0 0,-7 10 1,9-14-5,-1 0 1,0 0 0,1 0-1,0 0 1,0 0-1,-1 0 1,2 1 0,-1-1-1,0 4 1,-5 17 7,-17 41 26,11-33-18,6-23-17,5-7 2,0 0 0,0-1 0,0 1-1,0 0 1,0-1 0,0 1-1,0 0 1,1 0 0,-1 0-1,1 0 1,-1 2 0,1-3-1,0 0 0,-1 0 0,1 1 0,-1-1 0,1 0 0,-1 0 0,1 0 0,-1 1 0,1-1 0,-1 0 0,0 0 0,0 0 0,-1 1 0,1-1 0,0 0 0,1 0 0,-1 0 0,0 0 0,0 0 0,1 0 0,-1 0 0,1 0 1,-1 0-1,1 0 0,0 0 0,-1 0 0,1 2 0,-1-2 1,1 0 0,0 1 0,0-1 1,-1 0-1,1 0 0,-1 0 0,1 0 0,-1 0 0,1 0 0,-1 0 0,0 0 0,0 0 0,1 0 1,-2 2-1,1-3 0,0 1 0,0 0-1,1 0 1,-1 0 0,0-1 0,1 1 0,-1 0 0,1 0 0,-1 0 0,1 0 0,-1 0 0,1 0 0,0 0 0,-1 2 0,0 0 0,0 0 0,0 1-1,-1-1 1,1 0 0,-1 0 0,0 0 0,0 0 0,-3 3 0,-2 5-1,1-4 0,6-6 0,-1-1 0,1 1 0,0-1 0,-1 0 0,1 1 0,0-1 0,-1 1 0,1-1 0,0 1 0,0-1 0,-1 1 1,1 0-1,0-1 0,0 1 0,0-1 0,0 1 0,0-1 0,0 1 0,0 0 0,-2 4 6,0 0 0,0 0 0,-1 0-1,1-1 1,-1 1 0,0-1 0,0 0 0,-7 8 0,6-7 10,3-2-9,1 0-1,-1 0 0,0 0 0,1 0 0,0 0 0,0 0 0,0 0 1,0 0-1,0 1 0,1 2 0,0 6 6,-10 25 99,9-35-109,0-1 1,-1 0-1,1 0 0,0 1 1,-1-1-1,1 0 0,-1 0 1,1 0-1,-1 1 0,0-1 1,1 0-1,-3 2 0,2-2-1,0 0 0,0 0 0,0 0 0,1 1 0,-1-1 0,0 0 0,0 1 0,1-1 0,-1 0 0,1 1 0,0-1 0,-1 1 0,1 1 0,0 4 4,0-5-3,0 1 0,0-1-1,0 1 1,0-1 0,0 1-1,0 0 1,-1-1 0,1 1-1,-1-1 1,0 1 0,0-1-1,0 0 1,0 1 0,0-1-1,-2 3 1,-6 20 6,9-24-8,-1 0 2,0 1 0,0-1-1,0 1 1,0-1 0,1 1-1,-1 0 1,0 0 0,1-1 0,0 1-1,-1 0 1,1 0 0,0 0-1,0-1 1,0 1 0,0 0-1,0 0 1,1 3 0,-1-5 0,0 1-1,0 0 1,0-1-1,0 1 1,0-1 0,0 1-1,0 0 1,0-1 0,0 1-1,0-1 1,0 1 0,0 0-1,-1-1 1,1 1 0,0-1-1,0 1 1,-1-1 0,1 1-1,0-1 1,-1 1 0,1-1-1,0 1 1,-1-1 0,0 1-1,-10 12 14,10-9-15,1 0 0,-9 4 0,7-7-2,1 1 0,-1-1 0,1 1 0,-1-1 1,1 1-1,0-1 0,-1 1 0,1 0 0,0-1 0,-1 4 0,1-3 5,0 0 0,0 1-1,-1-1 1,1 0-1,-1 0 1,1 0 0,-1 0-1,0-1 1,0 1-1,-3 3 1,2-3-15,3-2 14,1 0 0,-1 0 0,0 0 0,0 0 0,0 1 0,0-1 0,0 0 0,0 0 0,0 0 0,0 0 0,0 0 0,0 0 0,-1 1 0,1-1 0,0 0 0,0 0 0,0 0 1,0 0-1,0 0 0,0 0 0,0 0 0,0 0 0,0 1 0,0-1 0,0 0 0,0 0 0,0 0 0,-1 0 0,1 0 0,0 0 0,0 0 0,0 0 0,0 0 0,0 0 0,0 0 0,0 0 0,-1 0 0,1 0 0,0 0 0,0 1 0,0-1 1,0 0-1,0 0 0,0 0 0,-1 0 0,1-1 0,0 1 0,0 0 0,0 0 0,0 0 0,0 0 0,0 0 0,0 0 0,-1 0 0,1 0 0,0 0 0,0 0 0,0 0 0,0 0 0,0 0 0,0 0 0,0 0 0,0-1 0,0 1 1,-1 0-1,26-32-2798,-23 27 1735,0 0-1,-1 0 1,1 0-1,-1 0 0,0 0 1,-1 0-1,1-9 1,-1-3-2481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3.503"/>
    </inkml:context>
    <inkml:brush xml:id="br0">
      <inkml:brushProperty name="width" value="0.035" units="cm"/>
      <inkml:brushProperty name="height" value="0.035" units="cm"/>
      <inkml:brushProperty name="color" value="#F71A09"/>
    </inkml:brush>
  </inkml:definitions>
  <inkml:trace contextRef="#ctx0" brushRef="#br0">226 31 40,'1'0'121,"-1"-1"0,0 0 0,0 1 0,0-1 0,1 0 0,-1 1 0,0-1 0,1 0 0,-1 1 0,0-1 0,1 1 0,-1-1 0,1 1 0,-1-1-1,1 1 1,-1-1 0,1 1 0,0-1 0,0 0 12,0 1-1,-1-1 0,1 1 0,0-1 0,-1 1 1,1-1-1,-1 0 0,1 1 0,-1-1 0,1 0 1,-1 1-1,1-1 0,-1 0 0,0 0 0,1 1 1,-1-1-1,0 0 0,0 0 0,1-1 0,-1 1 579,0-2 1733,0 5-1699,0-1-524,0 32 1402,0-25-1478,-1-4-39,1 1 1,0 0 0,0-1-1,1 1 1,0 0 0,-1-1-1,2 1 1,-1 0 0,2 4-1,-2-5-47,0 1 0,0 0-1,0 0 1,-1 0 0,0-1-1,0 1 1,0 0 0,-2 6-1,1 6 46,2-5-37,-2-1 0,1 1-1,-2 0 1,0 0 0,-4 15-1,1-8 6,3-12-41,0-1-1,0 0 1,0 0 0,0 0 0,-7 10-1,-11 26 108,5-9-43,-2 12 1,-1-4-14,16-37-71,0 0-1,0 0 1,1 0-1,-1 1 1,-1 6 0,3-7 1,-1 0 1,0-1-1,0 0 1,-1 1-1,1-1 1,-1 0-1,1 1 1,-4 2-1,-9 19 118,12-21-95,0-1 1,1 1-1,-1-1 1,-1 0-1,1 1 1,0-1-1,-5 4 1,-27 41 413,32-46-435,0 0 1,1 0-1,0 0 0,-1 0 1,1 0-1,0 0 0,0 0 1,0 1-1,0-1 0,0 0 1,0 1-1,1-1 0,-1 4 1,-1 34 25,2-28-10,1-11-29,-1 0-1,0 0 1,0 0 0,0 0-1,0 0 1,0 0 0,-1 0 0,1 0-1,0 0 1,0 0 0,-1 0-1,1 0 1,0-1 0,-1 1-1,1 0 1,-1 0 0,1 0 0,-2 1-1,-1 6 6,-1 2 7,-1 2 4,5-12-17,0 0 0,0 0 1,0 0-1,0 1 0,0-1 0,0 0 0,0 0 0,1 0 0,-1 0 0,0 0 0,0 0 0,0 0 1,0 0-1,0 1 0,0-1 0,0 0 0,0 0 0,0 0 0,0 0 0,0 0 0,0 0 0,0 0 1,0 1-1,-1-1 0,1 0 0,0 0 0,0 0 0,0 0 0,0 0 0,0 0 0,0 0 0,0 0 1,0 0-1,0 1 0,0-1 0,0 0 0,0 0 0,0 0 0,-1 0 0,1 0 0,0 0 0,0 0 1,0 0-1,0 0 0,0 0 0,0 0 0,0 0 0,0 0 0,-1 0 0,1 0 0,0 0 0,0 0 1,0 0-1,0 0 0,0 0 0,0 0 0,0 0 0,-1 0 0,1 0 0,0 0 0,-4 1 2,2 15 8,2-15 12,0 0-1571,0-9-1256,1 6 2212,-3-12-3230,-5 4 639</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4.464"/>
    </inkml:context>
    <inkml:brush xml:id="br0">
      <inkml:brushProperty name="width" value="0.035" units="cm"/>
      <inkml:brushProperty name="height" value="0.035" units="cm"/>
      <inkml:brushProperty name="color" value="#F71A09"/>
    </inkml:brush>
  </inkml:definitions>
  <inkml:trace contextRef="#ctx0" brushRef="#br0">213 11 192,'-18'-11'8284,"18"27"-7295,1-14-930,-1 0 0,0 0 0,0-1 0,-1 1 0,1 0-1,0 0 1,-1-1 0,1 1 0,-1 0 0,1-1 0,-1 1 0,0 0 0,1-1 0,-1 1 0,0-1 0,0 1 0,0-1 0,-2 2 0,-2 2 16,3 12 317,0-16-346,0 2 2,-1 0 0,1 0 0,0 0 0,0 0 0,0 0 0,0 0 0,1 0 0,-1 1 0,1-1 0,0 1 0,0-1 0,-1 6 1,2-5-27,-1-1 0,0 0 0,0 1 0,0-1 1,0 0-1,0 0 0,-4 6 0,-3 7 31,-9 19 34,12-22-72,3-7-11,0 0 0,0 0 0,0 0 1,1 1-1,0-1 0,0 9 0,1-10 9,-1 0-1,0 0 1,0 0-1,0 0 1,-4 8-1,3-9 2,1 1 0,-1 0 0,1 0 0,0 0 0,0 9 0,0-6-10,-1 0 0,1 1 0,-2-1 1,1 0-1,-1 0 0,-7 14 0,-5 15 16,-8 38 67,22-68-77,0 0 1,0 0 0,0 0 0,1 0-1,0 0 1,0 0 0,1 7-1,1 10 83,-2-21-65,0 0-1,0 0 0,0 0 1,0 0-1,-1 1 0,1-1 1,-1 0-1,0-1 0,0 1 1,0 0-1,-1 3 0,1-5-12,1 0 0,-1 1-1,1-1 1,0 0 0,0 0-1,0 1 1,0-1-1,0 0 1,0 0 0,0 0-1,0 3 1,1-2 2,-1-1 0,0 0 0,0 1-1,0-1 1,0 1 0,0-1 0,0 1 0,0-1 0,0 1 0,-1-1-1,1 1 1,-1 1 0,-2 5 9,1 0 0,0 0 0,0 0 0,1 1 0,0-1 0,1 0 1,0 1-1,0-1 0,2 13 0,-1 19 43,-1 25 235,11-65-168,-3-4-18,-6 4-113,-1 0-5,-1 0 0,1 0 0,-1 1-1,1-1 1,-1 0 0,1-1 0,-1 1 0,1 0 0,-1 0-1,1 0 1,-1 0 0,1 0 0,-1 0 0,1-1-1,-1 1 1,1 0 0,-1 0 0,1-1 0,-1 1-1,1 0 1,-1-1 0,1 1 0,-1-1 0,0 1-1,1 0 1,-1-1 0,0 1 0,1-1 0,-1 1-1,0-1 1,0 1 0,0-1 0,1 1 0,-1-1-1,0 1 1,0-2 0,1 1-7,1-3-327,0 0-1,0 0 1,-1 0-1,1 0 1,-1-1 0,0 1-1,0 0 1,0-1-1,-1 1 1,0-1 0,1 0-1,-2 1 1,1-1-1,0 1 1,-1-1 0,0 1-1,0 0 1,0-1-1,-3-4 1,-3-3-1916,-2-4-586</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5.414"/>
    </inkml:context>
    <inkml:brush xml:id="br0">
      <inkml:brushProperty name="width" value="0.035" units="cm"/>
      <inkml:brushProperty name="height" value="0.035" units="cm"/>
      <inkml:brushProperty name="color" value="#F71A09"/>
    </inkml:brush>
  </inkml:definitions>
  <inkml:trace contextRef="#ctx0" brushRef="#br0">261 0 384,'0'0'4809,"-21"3"705,16-1-5597,-23 9 279,22-8-159,5-3-26,0 1-1,0-1 0,0 0 0,0 1 0,0 0 1,0-1-1,0 1 0,0 0 0,0-1 0,0 1 1,1 0-1,-1 0 0,0 0 0,1-1 1,-1 1-1,0 0 0,1 0 0,-1 0 0,1 0 1,-1 0-1,1 0 0,-1 1 0,1-1 0,0 0 1,0 0-1,-1 2 0,-16 15 330,8 24-29,9-33-292,1-2 7,-1 0 0,0 0 0,-1 1 0,0-1 0,0 0 0,-4 12 0,-3 24 124,-1-10-77,0 21-16,7-50-48,1 0-1,-1 1 1,1-1-1,0 0 1,0 1-1,0-1 0,1 0 1,-1 5-1,1-4 3,-1 0 0,0 0 0,0-1 0,0 1-1,0 0 1,-3 4 0,3-4 1,-1-1 0,1 1 0,-1-1-1,1 1 1,1 0 0,-1 5 0,1 77 285,8-38 95,-7-43-310,-1 0 0,-1 1 0,1-1-1,-1 0 1,0 0 0,-4 11 0,4-13-52,0 0 1,0-1 0,1 1 0,-1 0 0,1-1 0,0 1-1,0 6 1,1-7-21,-1 0 0,0 0-1,0 0 1,0 0 0,-1 0-1,1 0 1,-1 0 0,0 0 0,1 0-1,-3 3 1,3 8 26,0-13-33,0 0 1,0 0-1,0 1 1,0-1-1,0 0 1,0 0-1,0 0 1,0 0-1,0 0 1,0 0-1,-1 0 1,1 0-1,0 0 1,-1 1-1,-23 41 109,23-40-110,-1 1 1,1 0-1,-1-1 1,1 1-1,0 0 1,0 0-1,1 0 0,-1-1 1,1 1-1,0 8 1,0-10 0,0 0 1,-1 0-1,1 0 1,-1 1-1,1-1 0,-1 0 1,0 0-1,0 0 1,0 0-1,-2 2 1,2-3-3,0 1 0,0 0 0,0 0 1,0 0-1,1 0 0,-1 0 1,0 0-1,1 0 0,-1 0 0,1 3 1,0 33 0,0-37-2,0-1-1,0 0 0,0 1 0,0-1 1,0 0-1,1 1 0,-1-1 0,0 0 0,0 1 1,0-1-1,0 0 0,1 0 0,-1 1 1,0-1-1,0 0 0,1 0 0,-1 0 0,0 1 1,0-1-1,1 0 0,-1 0 0,0 0 1,0 0-1,1 1 0,-1-1 0,0 0 0,1 0 1,-1 0-1,0 0 0,1 0 0,-1 0 1,0 0-1,1 0 0,-1 0 0,0 0 0,1 0 1,-1 0-1,0 0 0,1 0 0,-1 0 1,0-1-1,1 1 0,-1 0 0,0 0 0,0 0 1,1 0-1,-1-1 0,0 1 0,0 0 1,1 0-1,0-1-45,0 1-1,-1 0 1,1-1 0,0 1-1,0-1 1,-1 1 0,1-1 0,0 0-1,-1 1 1,1-1 0,0 1 0,-1-1-1,1 0 1,-1 0 0,1 1-1,-1-1 1,0 0 0,1 0 0,-1 0-1,0 1 1,1-2 0,-4-8-1206,0 0 1,-1 1-1,0 0 0,0 0 1,-1 0-1,0 1 1,-12-15-1,1 7-1442</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6.268"/>
    </inkml:context>
    <inkml:brush xml:id="br0">
      <inkml:brushProperty name="width" value="0.035" units="cm"/>
      <inkml:brushProperty name="height" value="0.035" units="cm"/>
      <inkml:brushProperty name="color" value="#F71A09"/>
    </inkml:brush>
  </inkml:definitions>
  <inkml:trace contextRef="#ctx0" brushRef="#br0">10 1 384,'0'0'731,"-2"21"3516,1-20-4201,1 0 0,-1 0 0,0 0 0,0 0-1,1 1 1,-1-1 0,0 0 0,1 0-1,0 1 1,-1-1 0,1 1 0,0-1-1,-1 0 1,1 1 0,0-1 0,0 3-1,1 32 1149,-1-20-704,12 2-98,-5-9-190,-5-5-119,-1-3-45,0 1 1,-1 0-1,1 0 0,0-1 1,1 1-1,-1-1 1,0 1-1,0-1 0,1 1 1,1 0-1,1 2 82,0 0 0,-1 1-1,1-1 1,-1 1 0,0 0-1,0-1 1,3 9 0,-3-7 41,3 4-17,-4-7-72,-1 0-1,1-1 1,-1 1-1,1 0 0,-1 0 1,0 0-1,0 1 0,-1-1 1,1 0-1,-1 0 1,1 0-1,-1 5 0,0 121 650,0-124-699,1 0 0,0 1 0,0-1 0,0 0 0,3 9 1,-2-9-2,0 1 1,0 0 0,-1-1 0,0 1 0,0 10 0,-1 178 427,0-189-444,-1 0 0,1 0 0,-1-1 0,0 1 0,-4 8 0,3-7 5,0-1 0,1 0 1,0 0-1,0 1 0,0-1 0,0 7 0,1-3 32,-1 5-231,1-14 178,0 0 0,0 1 1,0-1-1,0 0 0,0 0 0,0 0 1,-1 1-1,1-1 0,0 0 0,0 0 0,0 0 1,0 1-1,-1-1 0,1 0 0,0 0 1,0 0-1,0 0 0,-1 0 0,1 0 1,0 1-1,0-1 0,-1 0 0,1 0 0,0 0 1,0 0-1,-1 0 0,1 0 0,0 0 1,0 0-1,-1 0 0,1 0 0,-10 3-874,10-2 845,0-1 0,0 0 0,0 0 0,-1 0 1,1 1-1,0-1 0,0 0 0,0 0 0,0 0 0,0 0 1,-1 0-1,1 1 0,0-1 0,0 0 0,0 0 0,0 0 1,-1 0-1,1 0 0,0 0 0,0 0 0,0 0 0,-1 0 1,1 0-1,0 0 0,0 0 0,0 0 0,-1 0 1,1 0-1,0 0 0,0 0 0,0 0 0,-1 0 0,1 0 1,0 0-1,0 0 0,0 0 0,-1 0 0,1 0 0,0 0 1,0 0-1,0 0 0,0-1 0,-1 1 0,1 0 0,0 0 1,0 0-1,0 0 0,0 0 0,0-1 0,-1 1 0,1 0 1,0 0-1,0 0 0,0-1 0,0 1 0,0 0 0,0 0 1,0 0-1,0-1 0,0 1 0,0 0 0,0 0 0,0 0 1,0-1-1,0 1 0,0 0 0,0-1-1027,-9 1-3782,1 0 2330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7.835"/>
    </inkml:context>
    <inkml:brush xml:id="br0">
      <inkml:brushProperty name="width" value="0.035" units="cm"/>
      <inkml:brushProperty name="height" value="0.035" units="cm"/>
      <inkml:brushProperty name="color" value="#F71A09"/>
    </inkml:brush>
  </inkml:definitions>
  <inkml:trace contextRef="#ctx0" brushRef="#br0">260 17 344,'17'-8'6375,"-10"2"-2825,-7 6-3443,0 0 1,0 0-1,0 0 0,0 0 1,0-1-1,0 1 1,-1 0-1,1 0 0,0 0 1,0 0-1,0 0 1,0 0-1,0-1 0,0 1 1,0 0-1,0 0 0,0 0 1,-1 0-1,1 0 1,0 0-1,0 0 0,0 0 1,0-1-1,0 1 1,-1 0-1,1 0 0,0 0 1,0 0-1,0 0 0,0 0 1,0 0-1,-1 0 1,1 0-1,0 0 0,0 0 1,0 0-1,0 0 1,0 0-1,-1 0 0,1 0 1,0 0-1,0 0 0,0 1 1,0-1-1,-1 0 1,0 0 11,-1 1 0,0 0 1,1-1-1,-1 1 1,1 0-1,-1 0 0,1 0 1,-1 0-1,1 0 1,0 1-1,-3 2 1,-12 9 700,-17 9 663,16-10-633,-28 15-1,31-19-669,0 1-1,0 1 1,-16 15-1,16-13-114,10-8-47,-1 1-1,1 0 0,0 0 1,0 1-1,-4 6 0,-8 10 33,15-19-46,-1 0 1,1-1 0,0 1 0,0 0 0,-1 0-1,2 0 1,-1 0 0,-1 5 0,-2 10 44,3-14-46,1 0 0,0 0 0,0 0 0,1 0 0,-1 0 0,1 0 1,0 0-1,0 0 0,0 0 0,1-1 0,-1 1 0,1 0 1,3 4-1,-3-6-2,0 1 1,-1-1-1,1 0 1,1 0 0,-1 0-1,0 0 1,0 0-1,1 0 1,-1 0 0,1-1-1,0 0 1,-1 1-1,1-1 1,0 0-1,0 0 1,0 0 0,0-1-1,0 1 1,0-1-1,-1 0 1,1 1 0,4-2-1,8 1 17,1 0 0,29-7 0,-34 6-12,29-7 88,50-17 1,-88 25-91,-1-1-1,1 1 1,-1-1-1,0 1 1,1-1-1,-1 0 1,0 1-1,1-1 1,-1 0-1,0 0 1,0 0 0,0 0-1,0 0 1,0 0-1,0-1 1,0 1-1,0 0 1,0 0-1,-1-1 1,1 1-1,0 0 1,-1-1 0,1 1-1,-1-1 1,1 1-1,-1-1 1,0 1-1,0-1 1,0 1-1,0-1 1,0 1-1,0-1 1,0 1-1,-1-3 1,1 3-2,0 0 0,0 0 0,-1 0 0,1 0 0,0 1 0,0-1 0,-1 0 0,1 0 0,-1 1 0,1-1 0,-1 0 0,1 1 0,-1-1 0,0 0 0,1 1 0,-1-1 0,0 0 0,0 1-2,0-1 0,1 1 0,-1-1 0,0 0 0,1 1 0,-1-1 0,1 0 0,-1 1 0,1-1 0,-1 0 0,1 0 0,-1 1 0,1-1 0,0 0 0,0 0 0,-1 0 0,1 0 0,0 0-1,0 0-1,0 1 1,-1-1-1,1 1 1,0-1-1,0 1 1,0-1-1,-1 1 1,1-1-1,0 1 1,0-1-1,-1 1 1,1 0 0,-1-1-1,1 1 1,0-1-1,-1 1 1,1 0-1,-1-1 1,1 1-1,-1 0 1,1 0-1,-1-1 1,1 1-1,-2 0 1,-20-5-195,16 5-26,-1 0 1,1 0 0,0 0-1,-1 1 1,-7 2-1,9-2-112,1-1 0,-1 1 0,1-1 0,-1 0-1,1 0 1,-1 0 0,-5-1 0,5 0-183,0 0 0,0 1-1,1 0 1,-1 0 0,0 0 0,1 1 0,-8 1-1,-2 1-1350,0-1 0,-1 1 0,1-2 0,-26 0 0,24-1-508</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8.331"/>
    </inkml:context>
    <inkml:brush xml:id="br0">
      <inkml:brushProperty name="width" value="0.035" units="cm"/>
      <inkml:brushProperty name="height" value="0.035" units="cm"/>
      <inkml:brushProperty name="color" value="#F71A09"/>
    </inkml:brush>
  </inkml:definitions>
  <inkml:trace contextRef="#ctx0" brushRef="#br0">209 13 2168,'6'-8'6683,"-5"4"-2384,-6 6-3467,2 7 1264,0-7-1897,0 0 0,0 0 0,0 0 0,0 0 0,1 0 0,-1 1 0,1-1 0,0 1 0,0-1 1,-1 1-1,-2 6 0,5-7-156,-1 1-1,0-1 1,-1 0 0,1 1 0,0-1 0,-1 0 0,1 0 0,-1 1 0,0-1 0,0 0 0,-2 1 0,-13 18 96,14-16-130,-1 0-1,0-1 1,0 1-1,0-1 0,0 0 1,-1-1-1,1 1 0,-1-1 1,0 0-1,-11 5 0,15-7-7,-1 0-1,1 0 0,-1-1 0,1 1 0,-1 0 0,1 1 1,0-1-1,-1 0 0,1 0 0,0 1 0,-1 1 0,1-2-10,0 0 0,0 0 0,0 0-1,0 0 1,0 0 0,0 0 0,0 0-1,-1 0 1,1 0 0,0-1 0,0 1 0,-1 0-1,-2 0 1,-2 1 112,-19 3-3812,25-5 3557,-1 0 1,1 0 0,-1 0 0,0 0 0,1-1 0,-1 1-1,0 0 1,1-1 0,-1 1 0,1 0 0,-1-1-1,1 1 1,-1-1 0,1 1 0,-1-1 0,1 1-1,-1-1 1,1 1 0,0-1 0,-1 1 0,1-1 0,0 1-1,-1-1 1,1 0 0,0 1 0,0-1 0,0 0-1,0 1 1,0-1 0,-1 0 0,1 1 0,0-1 0,0 0-1,0 1 1,1-1 0,-1-1 0,0 1-244,1-1-1,-1 0 1,1 1 0,0-1 0,0 0 0,-1 1-1,1-1 1,0 0 0,0 1 0,2-2 0,3-6-1873,-5 0-9</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8.597"/>
    </inkml:context>
    <inkml:brush xml:id="br0">
      <inkml:brushProperty name="width" value="0.035" units="cm"/>
      <inkml:brushProperty name="height" value="0.035" units="cm"/>
      <inkml:brushProperty name="color" value="#F71A09"/>
    </inkml:brush>
  </inkml:definitions>
  <inkml:trace contextRef="#ctx0" brushRef="#br0">1 28 272,'0'-1'129,"0"1"-1,0 0 1,0-1-1,0 1 1,0 0 0,0-1-1,0 1 1,0 0 0,0-1-1,0 1 1,0 0-1,0-1 1,0 1 0,0 0-1,0-1 1,0 1-1,0 0 1,0 0 0,0-1-1,0 1 1,1 0-1,-1-1 1,0 1 0,0 0-1,0 0 1,1-1-1,-1 1 1,0 0 0,0 0-1,0-1 1,1 1-1,-1 0 1,0 0 0,1 0-1,-1-1 1,0 1 0,0 0-1,1 0 1,-1 0-1,0 0 1,1 0 0,-1 0-1,0 0 1,1 0-1,0 0 1,9-7 1855,0 5-1325,1-1-1,-1 1 0,1 1 0,0 0 0,12 0 0,-21 1-307,14 1 879,-13 8-790,2-5-233,0-2-143,-1 1 1,1 0-1,-1 0 0,0 0 1,0 1-1,0-1 0,0 1 1,0 0-1,5 9 1,16 15-1,-7-8-38,-14-17-55,0 1 0,0 0 0,0-1 0,0 0 0,1 0 0,-1 0 0,8 3 0,5 3-874,-15-2-1683,-2-14-5343</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9.096"/>
    </inkml:context>
    <inkml:brush xml:id="br0">
      <inkml:brushProperty name="width" value="0.035" units="cm"/>
      <inkml:brushProperty name="height" value="0.035" units="cm"/>
      <inkml:brushProperty name="color" value="#F71A09"/>
    </inkml:brush>
  </inkml:definitions>
  <inkml:trace contextRef="#ctx0" brushRef="#br0">96 13 1192,'5'-1'1356,"-1"0"-1,1 0 1,0 0 0,-1 0-1,6-3 1,0 1 2427,-10 4-3337,0 16 1052,-8-2-831,7-14-619,0 0 0,0 0 0,1 0 0,-1 0 0,0 0 0,0 1 0,1-1 1,-1 0-1,1 1 0,-1-1 0,0 3 0,1-2-20,-1 0 1,0 0-1,0 0 0,1 0 1,-1 0-1,-1 0 0,1 0 1,0 0-1,0 0 0,-1-1 1,1 1-1,-1 0 1,1-1-1,-1 1 0,0-1 1,-1 1-1,0 0-5,1 0-1,0 1 1,-1-1-1,1 0 1,0 0-1,1 1 1,-4 4 0,2 1-8,-1 0 1,2 1 0,-1-1-1,1 1 1,0 0 0,1-1 0,0 1-1,0 10 1,2-18-13,-1 1-1,0-1 1,0 0-1,1 1 1,-1-1-1,1 0 1,-1 1-1,1-1 1,0 0-1,0 0 1,-1 1-1,1-1 1,0 0-1,0 0 1,0 0-1,0 0 1,0 0 0,1 0-1,-1 0 1,0-1-1,0 1 1,0 0-1,1-1 1,1 2-1,33 8 67,-35-9-68,21 1 16,1 0-1,0-1 1,0-1-1,0-1 1,-1-2-1,1 0 1,29-8-1,-31 1 16,-21 10-31,1 0 0,0-1 0,-1 1 0,1 0 0,-1 0 0,1-1 1,-1 1-1,1 0 0,-1-1 0,1 1 0,-1-1 0,1 1 1,-1 0-1,1-1 0,-1 1 0,0-1 0,1 1 0,-1-1 1,0 0-1,1 1 0,-1-1 0,0 1 0,0-1 0,0 1 0,1-1 1,-1 0-1,0 1 0,0-1 0,0 0 0,0 1 0,0-1 1,0 0-1,-3-2-4,0 1 1,1-1 0,-1 1 0,0 0-1,0 0 1,-1 0 0,1 0 0,0 1-1,-1-1 1,1 1 0,-1 0 0,1 0-1,-1 0 1,1 0 0,-1 1 0,0-1-1,-4 1 1,-11 0-320,0 1 0,-22 3-1,36-3 208,-81 14-2956,-17 2-4192,77-12 4421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4.549"/>
    </inkml:context>
    <inkml:brush xml:id="br0">
      <inkml:brushProperty name="width" value="0.035" units="cm"/>
      <inkml:brushProperty name="height" value="0.035" units="cm"/>
      <inkml:brushProperty name="color" value="#F71A09"/>
    </inkml:brush>
  </inkml:definitions>
  <inkml:trace contextRef="#ctx0" brushRef="#br0">234 6 768,'-4'-4'7014,"1"3"-7350,2 1 1173,1 0-785,0 0-1,0 0 0,0 0 1,0 0-1,0 1 1,0-1-1,0 0 1,0 0-1,0 0 1,0 0-1,0 1 1,0-1-1,0 0 0,0 0 1,0 0-1,0 0 1,0 1-1,0-1 1,0 0-1,0 0 1,0 0-1,0 0 1,0 1-1,0-1 0,0 0 1,0 0-1,-1 0 1,1 0-1,0 0 1,0 1-1,0-1 1,0 0-1,0 0 1,0 0-1,0 0 0,-1 0 1,1 0-1,0 0 1,0 0-1,0 0 1,0 1-1,-1-1 1,1 0-1,0 0 1,0 0-1,0 0 0,0 0 1,-1 0-1,1 0 1,0 0-1,0 0 1,0 0-1,0 0 1,-1 0-1,1 0 1,0 0-1,0 0 0,0-1 1,0 1-1,-1 0 1,1 0-1,0 0 1,-10 0 674,8 0-262,-15 1 3589,17 1-3922,-1 0 1,1 0 0,0 0-1,-1 0 1,0-1 0,1 1-1,-1 0 1,0 0 0,0-1 0,0 1-1,0 0 1,0-1 0,0 1-1,0-1 1,-3 3 0,-9 13 821,12-15-860,-1 0-1,0 0 1,1 0-1,-1 0 1,0 0 0,0-1-1,0 1 1,-5 2-1,-6 5 250,-2 3-145,1 1 1,0 0-1,1 1 0,1 0 0,0 1 0,1 0 1,-10 19-1,18-28-174,1 0-1,-1-1 1,1 1 0,1 0 0,-1 0 0,1 0-1,0 1 1,0-1 0,1 0 0,-1 0 0,1 1 0,1-1-1,-1 0 1,1 0 0,3 11 0,2 2 2,2 1 1,0-1-1,15 25 1,-22-42-21,5 7 13,1 0 0,-1-1 0,14 14 0,-14-17-13,2 4-4,0-1 0,17 12 0,-21-18-1,-1 1 1,1-1-1,-1 0 0,1-1 1,0 1-1,0-1 0,0 1 1,0-1-1,0 0 0,0-1 1,8 1-1,8 2 22,12-1 5,13-7-17,-10 1-12,-1 0 0,51-15 0,-81 18 7,0-1-1,0 1 1,0-1-1,0 0 0,-1-1 1,1 1-1,0-1 1,-1 1-1,0-1 0,5-4 1,-8 6-5,1 0 0,0 0 0,-1 0 0,1 0 0,-1 0-1,1 0 1,-1 0 0,1 0 0,-1 0 0,0 0 0,1 0 0,-1-1 0,0 1 0,0 0 0,0 0 0,0 0 0,0 0 0,0 0-1,0-1 1,0 1 0,0 0 0,-1 0 0,1 0 0,0 0 0,-1 0 0,1 0 0,-1 0 0,1 0 0,-1 0 0,0 0 0,1 0-1,-1 0 1,0 0 0,0 0 0,1 0 0,-1 1 0,0-1 0,0 0 0,0 1 0,0-1 0,0 0 0,0 1 0,-2-1 0,-6-5-8,-1 0 1,1 1 0,-1 1 0,0 0 0,0 0-1,0 1 1,-1 0 0,1 0 0,-1 1-1,0 1 1,-14-1 0,-62-3-113,86 5 111,1 1-35,0 2 40,0-2 14,17-5 12,-14 3-23,0 0 1,0 0-1,1 1 1,-1-1 0,0 1-1,1 0 1,-1 0-1,6 1 1,34 1-3,-41-2 2,0 0 1,-1 0 0,1 0-1,0 0 1,0 0-1,0 0 1,-1 0-1,1 1 1,0-1-1,0 1 1,-1 0 0,1-1-1,-1 1 1,1 0-1,2 1 1,-1 1 0,-2-3 1,0 1 1,-1-1-1,1 1 0,-1-1 0,1 1 0,-1 0 0,1-1 1,-1 1-1,0 0 0,1-1 0,-1 1 0,0 0 1,1-1-1,-1 1 0,0 0 0,1 1 0,3 8 9,-3-7-10,1-1 0,-1 1 0,0-1 1,0 1-1,0 0 0,-1-1 0,1 1 1,0 0-1,-1 0 0,0-1 1,0 5-1,-1 39-3,0-19 7,0-6 3,1 1 0,1-1 1,1 1-1,1-1 1,0 0-1,14 41 1,-16-59-36,-1 1 0,1 0 1,-1-1-1,1 1 0,-1 0 1,0 0-1,-1 5 0,0 4-1325,1-12 574,19-12-5963,-5 0 3386,-12 9 2778,0 1 0,-1 0 0,1-1 0,0 1 0,0-1 0,-1 1 0,1-1 0,2-3 0,-3-5-2475</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5.066"/>
    </inkml:context>
    <inkml:brush xml:id="br0">
      <inkml:brushProperty name="width" value="0.035" units="cm"/>
      <inkml:brushProperty name="height" value="0.035" units="cm"/>
      <inkml:brushProperty name="color" value="#F71A09"/>
    </inkml:brush>
  </inkml:definitions>
  <inkml:trace contextRef="#ctx0" brushRef="#br0">44 92 728,'-42'-15'7299,"41"14"-6161,11 1 1868,10-1-2198,1 1-1,0 0 1,37 8 0,-48-6-620,-1 1 0,1 1 0,-1 0 0,11 7 0,-18-10-170,1 0-1,-1 1 0,-1-1 1,1 1-1,0 0 1,0 0-1,-1 0 0,1 0 1,-1 0-1,1 0 1,-1 0-1,0 0 0,0 0 1,0 0-1,0 1 0,0-1 1,0 1-1,-1-1 1,1 0-1,-1 1 0,0-1 1,1 4-1,-1 0-11,0 0-1,-1 0 1,1 0-1,-4 11 1,4-16-4,-1 1 1,0 0-1,0 0 1,0 0-1,0-1 1,0 1-1,0 0 1,0-1-1,0 1 1,-1-1 0,1 1-1,-1-1 1,1 0-1,-1 0 1,-1 2-1,0 6 16,1-8-26,1-1 16,1 0-1,0 0 1,-1 1-1,1-1 0,0 0 1,0 0-1,-1 0 0,1 1 1,0-1-1,0 0 0,-1 0 1,1 1-1,0-1 0,0 0 1,0 1-1,-1-1 0,1 0 1,0 0-1,0 1 0,0-1 1,0 0-1,0 1 1,0-1-1,0 1 0,0-1 1,0 0-1,0 1 0,0-1 1,0 0-1,0 1 0,0-1 1,0 1 693,0-25 1081,0 15-1679,0 2-94,0 1 1,0 0 0,1-1-1,0 1 1,0 0 0,3-9 0,1-5-19,-5 18 9,1 0 0,-1 0 0,0 0 0,1 0 0,0 0 0,-1 0 0,1 0 0,0 0 0,0 0 0,0 0 0,0 1-1,0-1 1,1 0 0,1-1 0,6-7 7,8-6-60,-4 6-223,-9 8 17,-1-1 0,0 1 0,0 0 0,1 0 0,0 0 0,5-2 0,53-12-3760,-35 9-186,39-14 0,-54 16 1920,4-1-454</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6.272"/>
    </inkml:context>
    <inkml:brush xml:id="br0">
      <inkml:brushProperty name="width" value="0.035" units="cm"/>
      <inkml:brushProperty name="height" value="0.035" units="cm"/>
      <inkml:brushProperty name="color" value="#F71A09"/>
    </inkml:brush>
  </inkml:definitions>
  <inkml:trace contextRef="#ctx0" brushRef="#br0">184 25 1520,'-1'1'318,"1"0"-1,-1-1 1,0 1 0,1 0-1,-1-1 1,0 1-1,0-1 1,0 1 0,0-1-1,1 1 1,-1-1-1,0 0 1,0 1-1,0-1 1,0 0 0,0 0-1,0 0 1,-2 0-1,-22 3 2682,-61 8 1991,84-10-4924,-1 0-1,1 0 0,-1 0 1,1 0-1,-1 0 0,1 1 1,0-1-1,-1 1 0,1 0 1,0 0-1,0 0 0,0 0 1,1 0-1,-4 4 1,5-4-60,0-1 1,-1 1-1,1-1 1,0 1-1,-1-1 1,1 1-1,-1-1 1,0 0-1,1 1 1,-1-1-1,0 0 1,0 1-1,-1 0 1,1-1-5,0 0 1,0 0-1,1 0 1,-1 0-1,0 0 1,0 1-1,1-1 1,-1 0 0,1 0-1,-1 0 1,1 1-1,0-1 1,-1 0-1,1 1 1,0-1-1,0 0 1,0 1-1,0-1 1,0 0 0,0 1-1,0-1 1,1 0-1,-1 0 1,0 1-1,1 0 1,2 5 6,-1-1 0,2 1 0,-1-1 0,1 0 0,-1 0 0,2 0 0,-1-1 0,10 11 0,-10-13-3,-1 1 0,1 0 0,-1 1 0,0-1 0,-1 0 0,5 10 0,-2-8-2,-5-6-4,1 0 0,-1 0 1,0 1-1,0-1 0,1 0 1,-1 0-1,0 0 0,0 0 0,1 1 1,-1-1-1,0 0 0,0 0 1,1 0-1,-1 1 0,0-1 1,0 0-1,0 0 0,0 1 1,0-1-1,1 0 0,-1 0 0,0 1 1,0-1-1,0 0 0,0 1 1,0-1-1,0 0 0,0 0 1,0 1-1,0-1 0,0 0 1,0 1-1,0-1 0,0 0 0,0 0 1,0 1-1,0-1 0,0 0 1,0 1-1,-1-1 0,1 0 1,0 1-1,10-7 55,6-12-14,-8 10-33,-1-1 0,0 0 0,7-13 0,18-26 159,-26 43-124,-5 4-30,0 0 0,0 0 0,0 0-1,0 1 1,0-1 0,0 0 0,0 0 0,0 0-1,-1-1 1,1 1 0,0 0 0,-1 0 0,2-2-1,-2 3-7,0 0-5,0 0 1,1 0 0,-1 0-1,0 0 1,1 0-1,-1 0 1,0 0 0,1 0-1,-1 0 1,0 0 0,1 0-1,-1 0 1,0 0 0,1 0-1,-1 1 1,0-1 0,0 0-1,1 0 1,-1 0 0,0 1-1,0-1 1,1 0 0,-1 0-1,0 0 1,0 1 0,0-1-1,1 0 1,-1 1 0,0-1-1,0 0 1,0 1 0,0 48 39,1-48-52,-1 0 1,0-1 0,0 1 0,0 0 0,1 0-1,-1-1 1,0 1 0,1 0 0,-1 0-1,1-1 1,-1 1 0,1 0 0,-1-1 0,1 1-1,0-1 1,-1 1 0,1-1 0,0 1-1,-1-1 1,1 1 0,0-1 0,-1 0-1,1 1 1,0-1 0,0 0 0,0 1 0,-1-1-1,1 0 1,0 0 0,1 0 0,4-1-251,0-1 0,-1 1 1,1-1-1,-1-1 0,0 1 0,1-1 1,-1 0-1,0 0 0,-1 0 1,1-1-1,-1 1 0,1-1 1,-1 0-1,0-1 0,0 1 0,4-8 1,3-4-90,-9 14 344,-1 1 0,0-1 0,1 0 0,-1 1 0,0-1 0,0 0 0,-1 0 0,1 1 1,0-1-1,0 0 0,-1 0 0,1 0 0,-1 0 0,0 0 0,1-3 0,-1 2 4,-2-24 328,1 26-265,1-1-1,-1 1 0,1 0 0,-1 0 0,0 0 1,0 0-1,1 0 0,-1 0 0,0 1 1,0-1-1,0 0 0,0 0 0,0 0 0,0 1 1,-1-2-1,0 1-110,2 1 79,0 0 1,0-1-1,-1 1 0,1 0 0,0 0 1,0 0-1,0 0 0,0-1 1,0 1-1,0 0 0,0 0 0,0 0 1,-1 0-1,1 0 0,0 0 1,0-1-1,0 1 0,0 0 0,0 0 1,-1 0-1,1 0 0,0 0 0,0 0 1,0 0-1,0 0 0,-1 0 1,1 0-1,0 0 0,0 0 0,0 0 1,-1 0-1,1 0 0,0 0 1,0 0-1,0 0 0,0 0 0,-1 0 1,1 0-1,0 0 0,0 0 1,0 0-1,0 0 0,-1 0 0,1 0 1,0 1-1,0-1 0,0 0 1,0 0-1,0 0 0,0 0 0,-1 0 1,1 1-1,0-1 0,0 0 1,0 0-1,0 0 0,0 0 0,0 0 1,0 1-1,0-1 0,0 0 1,0 0-1,0 0 0,0 1 0,0-1 1,0 0-1,0 0 0,0 1 62,1 15 208,1-15-244,0 0 0,0 0 0,0 1 0,-1-1 0,1 0 0,0 1-1,-1 0 1,1-1 0,-1 1 0,1 0 0,-1 0 0,0 0 0,0 0 0,2 4 0,21 20 570,-22-25-571,8 3 547,-5-6-315,-4 2-252,-1 0 1,1 0 0,-1 0-1,1 0 1,-1-1 0,1 1-1,-1 0 1,1 0-1,-1 0 1,1-1 0,-1 1-1,1 0 1,-1 0 0,0-1-1,1 1 1,-1-1 0,0 1-1,1 0 1,-1-1 0,0 1-1,1-1 1,-1 1-1,0 0 1,1-2 0,-1 2-11,0-1 0,0 0 1,0 1-1,1-1 1,-1 0-1,0 0 0,0 1 1,1-1-1,-1 1 0,0-1 1,1 0-1,-1 1 0,1-1 1,-1 1-1,1-1 1,-1 1-1,1-1 0,0 1 1,-1-1-1,1 1 0,-1 0 1,2-1-1,-2 1-13,1 0 0,-1-1 0,1 1 0,-1 0 0,0 0 0,1-1 0,-1 1 0,1 0 0,-1-1 0,0 1 1,1-1-1,-1 1 0,0 0 0,1-1 0,-1 1 0,0-1 0,0 1 0,1-1 0,-1 1 0,0-1 0,1-1 8,-1 0 0,1 0 0,-1 0 1,1 0-1,0 0 0,0 0 0,0 1 0,0-1 1,0 0-1,1 1 0,1-3 0,3-4 81,-1 0 19,-4 7-57,1-1-1,-1 0 1,0 0-1,0 0 1,0 0-1,0 0 1,0 0 0,1-3-1,-2 5-37,0-1-1,0 1 1,-1 0-1,1 0 1,0-1-1,0 1 1,0 0-1,0 0 0,0-1 1,0 1-1,0 0 1,1 0-1,-1-1 1,0 1-1,0 0 1,0 0-1,0-1 1,0 1-1,0 0 1,0 0-1,1-1 1,-1 1-1,0 0 1,0 0-1,0 0 1,0-1-1,1 1 1,-1 0-1,0 0 1,0 0-1,0 0 1,1-1-1,-1 1 1,0 0-1,0 0 1,1 0-1,-1 0 1,0 0-1,0 0 1,1 0-1,-1 0 1,0 0-1,1 0 1,-1 0-1,0 0 1,0 0-1,1 0 1,11 8 248,-3 14-219,-1 0 17,24 53 81,-24-47-93,-6-23-46,-1 0 0,0 0-1,-1-1 1,1 1 0,-1 0 0,0 0 0,-1 0-1,0 6 1,0 9 41,1 89 167,1-104-218,0 0-1,0 0 0,0-1 1,1 1-1,0 0 1,0-1-1,0 0 0,0 1 1,1-1-1,5 7 0,12 24 75,-17-29-70,-1 1-1,1 0 1,-1 0 0,-1 0 0,1 0-1,-1 0 1,0 0 0,0 8 0,-1-5-17,0-2 5,0 0-1,-1 0 1,-1 12-1,1-17 11,0 0 0,0 0 1,-1 0-1,1 0 0,0 0 0,-1 0 0,0-1 0,0 1 0,0 0 0,0-1 0,-4 5 1,0-2 5,0 1 0,-1-1 0,1 0 0,-1 0 0,0-1 1,0 0-1,-14 6 0,-5 1 18,23-9-22,0 0 1,0-1-1,-1 1 1,1-1-1,0 0 1,-7 1-1,9-1-3,-6 0 13,0 0 0,0 0-1,-1 0 1,1-1 0,0 0 0,-8-1 0,12 0-5,0 0 1,0 0 0,1 0-1,-1-1 1,0 1 0,0-1-1,1 1 1,-1-1 0,1 0-1,0 0 1,-1 0 0,1 0-1,0-1 1,0 1 0,0 0-1,1-1 1,-3-3 0,1 1 26,0-1 1,0 0 0,1 1 0,0-1 0,0 0 0,0 0-1,1 0 1,0 0 0,0-1 0,0 1 0,1 0 0,0 0-1,0-1 1,1 1 0,-1 0 0,4-10 0,2-5 95,1 0 1,1 0 0,13-24-1,-20 42-122,6-7 13,-1 0 1,1 1 0,1 0-1,0 0 1,0 1-1,1 0 1,10-7 0,-4 1-7,97-83-40,-88 75-346,-24 22 304,0 0 0,0 0-1,0 1 1,0-1 0,-1 0 0,1 0-1,0 0 1,0 0 0,0 0 0,-1 1 0,1-1-1,0 0 1,0 0 0,0 0 0,-1 0-1,1 0 1,0 0 0,0 0 0,0 0-1,-1 0 1,1 0 0,0 0 0,0 0-1,-1 0 1,1 0 0,0 0 0,0 0-1,0 0 1,-1 0 0,1 0 0,0 0-1,0 0 1,0 0 0,-1 0 0,1-1-1,0 1 1,0 0 0,0 0 0,-1 0-1,1 0 1,0 0 0,0-1 0,0 1 0,0 0-1,0 0 1,-1 0 0,1-1 0,0 1-1,0 0 1,0 0 0,0 0 0,0-1-1,0 1 1,0 0 0,0 0 0,0 0-1,0-1 1,0 1 0,0 0 0,0 0-1,0-1 1,0 1 0,0 0 0,0 0-1,0 0 1,0-1 0,0 1 0,0 0-1,1-1 1,-27 10-6438,-1-2-679,12-2 3589</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7.098"/>
    </inkml:context>
    <inkml:brush xml:id="br0">
      <inkml:brushProperty name="width" value="0.035" units="cm"/>
      <inkml:brushProperty name="height" value="0.035" units="cm"/>
      <inkml:brushProperty name="color" value="#F71A09"/>
    </inkml:brush>
  </inkml:definitions>
  <inkml:trace contextRef="#ctx0" brushRef="#br0">252 29 224,'0'-1'283,"-1"1"0,1 0 1,-1-1-1,1 1 0,-1 0 0,1-1 1,-1 1-1,1 0 0,-1-1 0,1 1 0,0-1 1,-1 1-1,1-1 0,0 1 0,-1-1 1,1 1-1,0-1 0,-1 1 0,1-1 0,0 1 1,0-1-1,0 0 0,0 1 0,0-1 0,0 1 1,-1-1-1,1 0 0,0 1 0,1-2 1,-4 1 1564,3 1-1807,0 0 1,-1 0-1,1 0 0,0 0 0,0 0 0,-1 0 0,1 0 0,0 0 0,0 0 0,-1 0 0,1-1 0,0 1 0,0 0 0,0 0 0,-1 0 0,1 0 0,0 0 0,0-1 0,0 1 0,-1 0 1,1 0-1,0 0 0,0-1 0,0 1 0,0 0 0,0 0 0,-1 0 0,1-1 0,0 1 0,0 0 0,0 0 0,0-1 0,2-4 6014,1 4-3420,-3 3-1688,-6 3-1,-54 26 580,17-4-790,34-21-670,1 1 0,-1-1 0,2 1 0,-11 11 0,18-17-65,-1 0 0,1 0-1,-1 0 1,1 0 0,0 0 0,-1 0 0,1 0 0,0 0 0,0 0 0,0 0 0,0 0 0,0 1 0,0-1 0,0 0 0,0 0 0,0 0 0,1 0-1,-1 0 1,0 0 0,1 0 0,-1 0 0,0 0 0,1 0 0,0 0 0,-1 0 0,1 0 0,0 0 0,-1 0 0,1-1 0,0 1 0,0 0-1,0 0 1,12 3 16,-1-1 0,0 0-1,1-1 1,-1 0 0,22 0-1,-30-2-14,-1 1 0,1-1 0,0 1 0,-1 0 0,1 0 0,3 3-1,-3-3-2,0 1-1,0-1 0,0 0 1,0 0-1,0 0 0,5 0 1,-8-1 1,0 0 1,0 0 0,0 0 0,0 0 0,0 0 0,0 0 0,0 0 0,0 0 0,0 1 0,0-1 0,-1 0 0,1 0 0,0 1 1,0-1-1,0 1 0,0-1 0,-1 1 0,1-1 0,0 1 0,0-1 0,-1 1 0,1 0 0,0-1 0,-1 1 0,1 0 0,-1 0 0,1-1 0,-1 1 0,1 0 0,-1 0 1,0 0-1,1 0 0,-1 0 0,0 0 0,0-1 0,0 1 0,0 0 0,1 0 0,-1 0 0,0 0 0,-1 0 0,1 0 0,0 0 0,0 1 0,-1-1-1,1 1-1,0-1 0,-1 0 0,1 0 1,-1 1-1,1-1 0,-1 0 0,0 0 0,1 0 1,-1 0-1,0 0 0,0 0 0,0 0 0,0 0 1,0 0-1,0 0 0,0 0 0,-1 0 1,-28 18-23,14-10 19,11-6 8,0 0 0,-1-1 0,1 0 0,-1 0-1,1 0 1,-8 1 0,-20 6-32,26-8-309,0 1-1,0-2 1,1 1 0,-1-1 0,0 0 0,-8-2 0,-7 1-1664,3-1-124,17 2 1506,0 0-1,1 0 1,-1 0 0,0-1 0,0 1 0,1-1 0,-1 1 0,0-1 0,1 1 0,-1-1 0,1 0 0,-1 0 0,-1-1 0,-5 1-6974</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8.439"/>
    </inkml:context>
    <inkml:brush xml:id="br0">
      <inkml:brushProperty name="width" value="0.035" units="cm"/>
      <inkml:brushProperty name="height" value="0.035" units="cm"/>
      <inkml:brushProperty name="color" value="#F71A09"/>
    </inkml:brush>
  </inkml:definitions>
  <inkml:trace contextRef="#ctx0" brushRef="#br0">96 355 672,'7'0'8978,"-10"1"-8588,-1 0 1,1 0-1,-1 1 0,1-1 1,-1 1-1,1 0 0,-4 3 1,6-5-375,-6 7 416,-1 0-1,1 0 1,0 1-1,-7 9 1,11-13-317,0-1-71,1 0-39,0 0 0,-1-1 1,1 1-1,0 0 0,1 0 1,-1 0-1,0 0 0,1 1 1,0-1-1,-1 0 1,1 5-1,1-7-4,0 0-1,1-1 1,-1 1-1,1 0 1,-1 0 0,1 0-1,0 0 1,-1 0 0,1 0-1,0-1 1,-1 1-1,1 0 1,0-1 0,0 1-1,0-1 1,0 1-1,0-1 1,0 1 0,0-1-1,0 1 1,0-1 0,0 0-1,0 1 1,0-1-1,0 0 1,0 0 0,0 0-1,0 0 1,2 0 0,33-3-575,-1-1 1,1-2 0,67-20 0,-46 11-1063,-47 12 1293,0 0 0,0 0 1,-1-1-1,0 0 0,1-1 0,-1 0 1,-1 0-1,1-1 0,13-12 0,-21 17 326,1 0 0,-1 0 0,0 0 0,0 0 0,0-1 1,0 1-1,0-1 0,0 1 0,0-1 0,0 1 0,0-1 0,-1 1 0,1-1 0,-1 0 0,1 1 0,-1-1 0,1-2 0,-2 3 59,1 0 0,0 0 1,0 0-1,-1 0 0,1 0 0,0 0 1,-1 0-1,1 0 0,-1 0 0,0 0 1,1 0-1,-1 0 0,0 0 0,1 0 1,-1 0-1,0 0 0,0 1 0,0-1 1,0 0-1,0 1 0,-1-1 0,-7-6 994,8 6-919,1 0 0,-1 0 1,0 1-1,0-1 0,0 0 1,0 1-1,0-1 0,0 1 1,0-1-1,0 1 0,0-1 1,0 1-1,0 0 0,0 0 1,-2-1-1,-9-2 1341,11 3-1376,0 0-1,1-1 1,-1 1-1,0 0 1,0 0 0,0-1-1,0 1 1,0 0-1,0 0 1,0 0 0,0 0-1,0 0 1,0 0-1,-1 1 1,-29 5 645,26-5-693,0-1 0,0 1 1,0 0-1,0 1 1,0-1-1,0 1 0,1 0 1,-1 0-1,1 0 1,-1 1-1,1-1 0,0 1 1,-7 6-1,4-3-7,6-6-26,0 1 1,0-1 0,1 1-1,-1-1 1,0 1-1,0 0 1,1-1-1,-1 1 1,0 0-1,1 0 1,-1 0 0,1-1-1,-1 1 1,1 0-1,-1 0 1,1 0-1,-1 2 1,0-2 4,1-1-5,-1 0 0,1 0 0,-1 1 0,1-1 0,0 0-1,-1 1 1,1-1 0,-1 1 0,1-1 0,0 0 0,-1 1 0,1-1 0,0 1 0,0-1-1,-1 1 1,1-1 0,0 1 0,0-1 0,0 1 0,0-1 0,-1 1 0,1-1 0,0 1 0,0-1-1,0 1 1,0-1 0,0 1 0,0 0 0,1-1 0,-1 1 0,0 0 0,0-1-1,1 0 1,-1 0-1,0 0 1,0 0 0,1 0-1,-1 0 1,0 0-1,0 0 1,1 0 0,-1 0-1,0 0 1,0 0-1,1 0 1,-1 0 0,0 1-1,0-1 1,1 0-1,-1 0 1,0 0-1,0 0 1,0 0 0,1 1-1,-1-1 1,0 0-1,0 0 1,0 1 0,0-1-1,1 0 1,-1 0-1,0 0 1,0 1 0,0-1-1,0 0 1,0 0-1,0 1 1,35-1 55,-31-1-51,0-1-1,0 0 1,-1 0 0,1 0 0,-1-1 0,1 1-1,-1-1 1,4-3 0,-6 4-13,1 0 0,-1 1-1,1-1 1,0 1 0,0-1 0,0 1 0,0 0 0,0-1 0,0 1 0,0 0 0,0 1 0,1-1-1,-1 0 1,4 0 0,-6 28 30,1-26-22,-1 0 0,0 0 0,1 0 0,-1-1 1,0 1-1,1 0 0,-1 0 0,1 0 0,-1 0 1,1-1-1,0 1 0,-1 0 0,1-1 0,1 2 1,-2-2-2,1 1 1,0 0-1,0 0 1,-1-1 0,1 1-1,0 0 1,-1 0 0,1 0-1,-1 0 1,1 0-1,-1 0 1,1 0 0,-1 0-1,1 2 1,-1-3 1,0 1 1,1-1-1,-1 1 0,0-1 1,1 1-1,-1-1 0,1 0 0,-1 1 1,0-1-1,1 0 0,-1 1 1,1-1-1,-1 0 0,1 0 1,-1 0-1,1 1 0,-1-1 1,1 0-1,-1 0 0,1 0 1,0 0-1,-1 0 0,1 0 0,-1 0 1,1 0-1,-1 0 0,1 0 1,-1 0-1,1 0 0,-1 0 1,1 0-1,-1-1 0,2 1 1,18-6 46,56-22-24,-69 25-23,1-1-1,0 0 1,-1-1 0,0 1-1,0-1 1,0-1-1,-1 1 1,0-1-1,0 0 1,0 0 0,-1-1-1,0 0 1,7-11-1,-7 5 2,-3 10 1,-1 0 0,1 0 0,-1-1 0,0 1-1,0-1 1,0 1 0,0 0 0,-1-1 0,1 0-1,-1 1 1,0-1 0,0 1 0,0-1 0,-2-6-1,-2-2 71,0 0-1,-1 0 0,-8-16 0,6 16 315,1-1 0,-7-22 0,8 17 167,2 10 177,1 0 1,0 0-1,1 0 1,-1 0-1,1-11 0,1 13-224,2 9-233,3 12-217,-4-15-56,-1 1-1,0-1 1,1 1 0,-1 0-1,0-1 1,0 1 0,0 0 0,1-1-1,-1 1 1,0 0 0,0-1 0,0 1-1,0 0 1,0-1 0,0 1-1,0 0 1,-1-1 0,1 2 0,1 13 17,22 49 37,-21-58-55,-1 0 0,0 0 0,-1 1 0,1-1 0,-1 0 0,-1 1 1,0 7-1,0 10 1,1 121 71,0-144-71,0-1 0,0 1 0,0 0 0,0 0 1,1-1-1,-1 1 0,0 0 0,1-1 0,-1 1 0,0 0 0,1-1 0,-1 1 0,1 0 0,-1-1 0,1 1 0,-1-1 0,1 1 0,-1-1 0,1 1 0,-1-1 1,1 1-1,0-1 0,-1 0 0,1 1 0,0-1 0,0 0 0,-1 0 0,1 1 0,0-1 0,0 0 0,-1 0 0,1 0 0,0 0 0,0 0 0,-1 0 0,1 0 0,1 0 1,29-5 36,-22 2-39,-2 1-2,-1 0 0,0 0 1,1-1-1,10-6 0,2 0-3,-17 8 4,1 0 1,-1 0-1,0 0 1,1 0-1,-1 0 1,0-1-1,0 1 1,0-1-1,0 1 0,0-1 1,0 0-1,-1 1 1,4-5-1,-3 3-3,0-1-1,1 1 0,0-1 0,0 1 1,6-5-1,-6 5 3,0 0 0,0 1 0,0-1 0,-1 0 0,5-7 0,-6 9 2,-1 0 0,1-1 0,0 1 0,0-1 0,0 1 0,0 0 0,0 0 0,0 0 0,0 0 0,1 0 0,-1 0 0,2-2 0,1 1-1,0-1 1,-1 0-1,1 0 0,-1-1 0,0 1 1,4-6-1,-12 13 0,3-3 1,0 1 0,0-1 0,0 0 1,0 1-1,0-1 0,0 1 0,1 0 0,-1 0 0,1-1 1,-1 1-1,1 0 0,0 0 0,-1 0 0,1 1 1,0-1-1,-1 4 0,-3 5 3,5-11-1,-1 1-1,1 0 0,-1-1 0,1 1 0,0 0 1,-1 0-1,1-1 0,-1 1 0,1 0 0,0 0 1,0-1-1,0 1 0,-1 0 0,1 0 0,0 0 1,0 0-1,0-1 0,0 1 0,0 0 0,0 0 0,1 0 1,-1-1-1,0 1 0,0 0 0,0 0 0,1 0 1,0 1-1,1 3 0,-1-3 0,0-1 0,0 1 0,0 0 0,0-1 0,0 1 1,1 0-1,-1-1 0,0 0 0,1 1 0,-1-1 0,1 0 0,-1 0 0,1 0 1,0 0-1,-1 0 0,1 0 0,0 0 0,0 0 0,0-1 0,2 1 1,6 3-68,0 0 0,0-1 0,0 0 0,1-1 1,0 0-1,-1-1 0,1 0 0,0-1 0,-1 0 1,22-3-1,-18 0-1780,0 0 1,1-1 0,20-10 0,-28 11 439,0-1 0,-1 0-1,0 0 1,1-1 0,5-5 0,-4 4-2253</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9.121"/>
    </inkml:context>
    <inkml:brush xml:id="br0">
      <inkml:brushProperty name="width" value="0.035" units="cm"/>
      <inkml:brushProperty name="height" value="0.035" units="cm"/>
      <inkml:brushProperty name="color" value="#F71A09"/>
    </inkml:brush>
  </inkml:definitions>
  <inkml:trace contextRef="#ctx0" brushRef="#br0">26 27 592,'-10'-12'7854,"-6"-2"2327,16 15-10013,0 0 1,0 0-1,0 0 1,1 0 0,-1 0-1,0 0 1,0 0-1,0 0 1,1-1-1,-1 1 1,0 0 0,1 0-1,-1 0 1,1 0-1,-1 0 1,1-1 0,0 1-1,-1 0 1,2 1-1,-1-1-4,0 0-1,0 0 1,0-1-1,0 1 1,-1 0-1,1 1 1,-1-1-1,1 0 1,0 0-1,-1 0 1,0 0-1,1 0 1,-1 1-1,0-1 1,1 0-1,-1 0 1,0 0-1,0 1 1,0 1-1,-1 5 12,1-1 1,0 1-1,1-1 0,0 0 1,0 1-1,0-1 0,1 0 1,0 0-1,1 0 0,3 7 0,-4-9-170,1 1-5,0 0 0,0 0 0,1 0 0,0 0 0,0-1 0,0 0 0,1 1 0,-1-2 0,1 1 0,7 5-1,-11-10-20,-1 0-1,0 0 0,1 0 0,-1 0 1,0 1-1,1-1 0,-1 0 0,1 0 1,-1 0-1,0 1 0,0-1 0,1 0 0,-1 0 1,0 1-1,1-1 0,-1 0 0,0 1 1,0-1-1,0 0 0,1 1 0,-1-1 0,0 1 1,0-1-1,0 0 0,0 1 0,0-1 1,0 1-1,0-1 0,0 0 0,1 1 0,-1-1 1,-1 1-1,1-1 0,0 0 0,0 1 1,0-1-1,0 1 0,0-1 0,0 1 0,0-1-49,-1 0 0,1 0 0,0 0 0,0 0-1,0 1 1,0-1 0,0 0 0,0 0-1,0 0 1,0 0 0,-1 0 0,1 0-1,0 0 1,0 0 0,0 0 0,0 0-1,0 0 1,-1 1 0,1-1 0,0 0-1,0 0 1,0 0 0,0 0 0,0 0-1,-1 0 1,1 0 0,0 0 0,0 0-1,0 0 1,0 0 0,-1-1 0,1 1-1,0 0 1,0 0 0,0 0 0,0 0 0,0 0-1,0 0 1,-1 0 0,1 0 0,0 0-1,0 0 1,0-1 0,0 1 0,0 0-1,0 0 1,0 0 0,0 0 0,-1 0-1,1 0 1,0-1 0,0 1 0,0 0-1,0 0 1,0 0 0,0 0 0,0 0-1,0-1 1,0 1 0,0 0 0,0 0-1,0 0 1,0 0 0,10-15-5377,-1 2 1293,-6 8 2762,-3 5 1146,1-1-1,-1 0 1,0 1 0,1-1 0,-1 0 0,0 1-1,1-1 1,-1 0 0,0 1 0,0-1 0,0 0-1,1 0 1,-1 0 0,0 1 0,0-1 0,0 0-1,0 0 1,-1 1 0,1-1 0,0-1 0,-7-9-3488</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9.392"/>
    </inkml:context>
    <inkml:brush xml:id="br0">
      <inkml:brushProperty name="width" value="0.035" units="cm"/>
      <inkml:brushProperty name="height" value="0.035" units="cm"/>
      <inkml:brushProperty name="color" value="#F71A09"/>
    </inkml:brush>
  </inkml:definitions>
  <inkml:trace contextRef="#ctx0" brushRef="#br0">33 33 1672,'0'-2'426,"-1"0"-1,0 1 0,0-1 1,0 1-1,-1-1 0,1 1 1,0 0-1,-1-1 0,1 1 1,0 0-1,-1 0 1,0 0-1,1 0 0,-1 0 1,0 0-1,-1 0 0,1 1 5,-5 0 1150,65-11-1445,-56 11-170,13 1-660,1 7-1357,-14-7 1471,1 0 0,0 0 0,0 1 0,-1-1 0,1 1 0,-1-1 0,0 1-1,1 0 1,2 3 0,-4 1-1186</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30.404"/>
    </inkml:context>
    <inkml:brush xml:id="br0">
      <inkml:brushProperty name="width" value="0.035" units="cm"/>
      <inkml:brushProperty name="height" value="0.035" units="cm"/>
      <inkml:brushProperty name="color" value="#F71A09"/>
    </inkml:brush>
  </inkml:definitions>
  <inkml:trace contextRef="#ctx0" brushRef="#br0">8 133 464,'-1'0'273,"1"0"0,0 0-1,-1 0 1,1 0 0,-1 0 0,1 1-1,0-1 1,-1 0 0,1 0 0,0 0-1,-1 0 1,1 1 0,0-1 0,0 0-1,-1 0 1,1 0 0,0 1 0,0-1-1,-1 0 1,1 1 0,0-1 0,-1 1-1,42 6 5176,-11 5-3360,-25-10-1869,0-1-1,0 1 1,1 1-1,-1-1 1,0 1-1,-1 0 1,1 0-1,4 4 0,3 2 152,-11-9-323,1 1 0,-1 0 0,0 0 0,0 0 0,0 0 1,0 0-1,0 0 0,0 0 0,0 0 0,0 0 0,0 0 0,0 1 0,0-1 1,0 2-1,10 18 603,-9-18-544,-1 0-1,1 0 0,-1 1 0,1-1 1,-1 0-1,0 0 0,0 1 0,0-1 1,0 1-1,-1-1 0,1 5 0,-1 1 73,0-5-122,0 0 0,0 0 1,0 0-1,0 0 0,-1 0 0,0 0 1,0-1-1,0 1 0,-3 7 1,4-8-20,-1 1 0,1-1 0,-1 0 1,1 0-1,0 0 0,1 7 0,-1-3 237,0-6-206,1-1-1,-1 0 0,0 0 0,1 1 0,-1-1 0,0 0 1,1 0-1,-1 0 0,1 0 0,-1 1 0,0-1 1,1 0-1,-1 0 0,1 0 0,-1 0 0,0 0 0,1 0 1,-1 0-1,1 0 0,-1 0 0,1-1 0,-1 1 1,0 0-1,1 0 0,-1 0 0,1 0 0,-1 0 0,0-1 1,1 1-1,11-5 1235,-2-6-830,-7 8-408,1-1 0,-1 0 0,0 0-1,0 0 1,0 0 0,0-1 0,-1 1-1,0-1 1,0 1 0,0-1-1,0 0 1,-1 0 0,1-5 0,7-54 360,-8 53-393,0-1 1,1 1-1,5-18 0,-1-7-147,-6 37 108,0 26 9,0 61 65,0-89-40,11-11 27,-10 11-52,0-1 1,1 1 0,-1-1 0,0 0 0,0 0 0,0 0 0,0 1 0,0-1 0,0-3-1,5-7 4,-1-9-10,-4 18 4,-1 0 0,1 1 0,0-1 0,-1 0-1,1 0 1,1 1 0,1-6 0,0-7 1,-2 14-4,0 0 1,1 1-1,-1-1 1,0 0-1,0 1 1,0-1-1,1 1 1,-1 0-1,0 0 1,0-1-1,1 1 1,-1 0-1,0 0 1,1 0-1,-1 0 1,0 0-1,0 0 1,1 1-1,-1-1 1,0 0-1,0 1 1,1-1-1,-1 1 1,0-1-1,0 1 1,0 0-1,0-1 1,0 1-1,0 0 1,0 0-1,0 0 1,0 0-1,0 0 1,0 0-1,0 0 1,1 2-1,40 28-42,-31-21 53,1 0 0,26 15 1,-30-20-6,-4-3-1,-1-1 1,1 1-1,0-1 0,0 0 1,0 1-1,0-2 1,0 1-1,0-1 0,0 1 1,0-1-1,0 0 0,0 0 1,1-1-1,-1 1 1,0-1-1,0 0 0,0 0 1,-1 0-1,1-1 1,0 1-1,0-1 0,3-2 1,10-6 12,-1 0 1,-1-1-1,19-16 1,-29 23-11,-3 2 0,0 0-1,1 0 1,-1-1-1,0 1 1,-1-1-1,1 1 1,0-1-1,-1 1 1,1-1-1,-1 0 1,0 0-1,0 0 1,1-4-1,-1-1 1,0-1 0,0 0 0,-1-11-1,0 19-2,0-2 3,-1 0 1,1 0-1,-1-1 0,0 1 1,0 0-1,0 0 1,-1 0-1,1 1 1,-1-1-1,1 0 1,-1 0-1,0 1 1,-4-5-1,3 3 3,3 1-1,0 3-5,0 0-1,0-1 1,0 1-1,0-1 1,0 1-1,0-1 1,0 1-1,0-1 1,0 1-1,0 0 1,0-1-1,-1 1 0,1-1 1,0 1-1,0-1 1,0 1-1,-1 0 1,1-1-1,0 1 1,0 0-1,-1-1 1,1 1-1,0 0 1,-1-1-1,1 1 1,0 0-1,-1 0 1,1-1-1,0 1 1,-1 0-1,1 0 0,-1-1 1,1 1-1,0 0 1,-1 0-1,1 0 1,-1 0-1,1 0 1,-1 0-1,-3-1-7,0 0-1,-1 0 1,1 1-1,0 0 0,0 0 1,0 0-1,0 0 1,0 1-1,0-1 1,0 1-1,0 0 1,0 0-1,0 1 1,0-1-1,0 1 0,0 0 1,-6 4-1,1 0 6,1 1-1,-1-1 0,1 1 1,1 1-1,-12 13 0,16-17 4,0 1-1,0-1 1,0 0 0,1 1-1,-1-1 1,1 1-1,1 0 1,-1-1 0,1 1-1,-2 10 1,3-13-2,-1-1 1,1 1-1,0-1 1,0 1-1,-1-1 1,1 1-1,-1-1 1,0 1-1,1-1 1,-1 1 0,0-1-1,0 0 1,-1 2-1,1-1 1,0-1-1,0 0 1,0 0-1,1 1 1,-1-1-1,0 0 1,1 1-1,-1-1 1,1 0-1,-1 1 1,1-1-1,0 1 1,-1 1-1,2-2 5,-1 0 0,0-1-1,1 1 1,-1 0-1,0-1 1,1 1-1,-1-1 1,1 1 0,-1-1-1,1 1 1,-1-1-1,1 0 1,-1 1-1,1-1 1,-1 1 0,1-1-1,-1 0 1,1 0-1,0 1 1,-1-1-1,1 0 1,0 0 0,-1 0-1,1 0 1,0 0-1,-1 0 1,2 0 0,25-8 35,-22 7-39,0 0-1,0-1 1,-1 1 0,1-1 0,6-3 0,10-6-10,26-11 0,-38 19 13,-7 1-13,1 1 1,0 0-1,0 0 0,0 0 0,0 0 1,0 1-1,0-1 0,1 1 1,-1 0-1,5 0 0,-5 1 9,0 0-1,0 0 1,0 1 0,0-1-1,-1 1 1,1-1 0,0 1 0,-1 0-1,1 0 1,2 3-1,12 8-7,-15-12 7,0 1-1,-1-1 1,1 1 0,-1 0-1,1 0 1,-1-1 0,0 1-1,0 0 1,0 0 0,2 4-1,5 9-2,1 6 20,-8-19-16,0-1-2,0 0 1,-1 0 0,1 0 0,0 0-1,0 0 1,-1 0 0,1 0 0,-1 0-1,1 0 1,-1 0 0,1 0 0,-1 0 0,0 1-1,0-1 1,1 2 0,2 1-51,0 0-1234,-8-6 129,5 1 1067,0 1 0,0 0 0,-1 0 0,1-1 0,0 1 0,0 0 0,0-1 0,0 1 0,0 0 0,0-1 0,0 1 0,-1 0 0,1-1 0,0 1 0,0 0 0,0-1 0,0 1 0,0-1 0,1 1 0,-1 0 0,0-1 0,0 1 0,0 0 0,0-1 1,0 1-1,0 0 0,0 0 0,1-1 0,-1 1 0,0 0 0,0-1 0,0 1 0,1 0 0,-1 0 0,1-1 0,10-11-3147,-9 9 2136,1-4-2081,4-2 377,-7 9 2618,1 0 0,0-1 0,-1 1 1,1-1-1,-1 1 0,1 0 0,-1-1 0,1 1 1,-1-1-1,1 1 0,-1-1 0,0 0 0,1 1 1,-1-1-1,0 1 0,0-1 0,1 0 0,-1 1 1,0-1-1,0 1 0,0-1 0,0 0 0,1 1 1,-1-1-1,0 0 0,0 0 0,0-6-2958</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31.562"/>
    </inkml:context>
    <inkml:brush xml:id="br0">
      <inkml:brushProperty name="width" value="0.035" units="cm"/>
      <inkml:brushProperty name="height" value="0.035" units="cm"/>
      <inkml:brushProperty name="color" value="#F71A09"/>
    </inkml:brush>
  </inkml:definitions>
  <inkml:trace contextRef="#ctx0" brushRef="#br0">237 71 168,'0'-1'273,"1"0"-1,-1 0 1,0 0 0,0 0-1,0 0 1,1 0-1,-1 0 1,1 0 0,-1 0-1,1 0 1,-1 0-1,1 0 1,-1 0 0,1 0-1,0 1 1,0-1 0,-1 0-1,2-1 1,-1 2-120,-1-1 0,1 1 0,0-1 1,-1 1-1,1-1 0,-1 0 0,1 1 1,-1-1-1,1 0 0,-1 1 0,0-1 0,1 0 1,-1 0-1,0 0 0,0 1 0,1-1 1,-1-1-1,8-20 7886,1 39-7837,0 37 197,-9-43-347,0-5-23,0 1-1,0-1 1,0 1-1,-1-1 1,0 1-1,0-1 1,-3 8-1,3-10-24,0 0 0,0 0 0,1-1 0,0 1 0,0 0-1,0 0 1,1 5 0,-1 4 308,14-21 327,-10 5-542,2-1-37,1-1-1,-1 0 0,1 0 1,-2-1-1,1 0 0,0 0 1,-1 0-1,0-1 0,4-7 1,8-8 456,-16 21-502,-1 0 41,0 0 1,1 0-1,-1 0 0,1 0 0,0 0 1,-1 0-1,1 0 0,0 0 0,-1 0 1,1 0-1,0 1 0,0-1 0,0 0 1,0 0-1,0 1 0,2-2 0,-1 0 634,-3 2-604,0 1-125,-2 0 50,2-1-9,1 0 0,0 0-1,0 0 1,0 0 0,-1 0 0,1 0-1,0 1 1,0-1 0,0 0-1,0 0 1,-1 0 0,1 0 0,0 0-1,0 0 1,0 0 0,0 0 0,-1 1-1,1-1 1,0 0 0,0 0-1,0 0 1,0 0 0,0 1 0,0-1-1,0 0 1,0 0 0,-1 0 0,1 0-1,0 1 1,0-1 0,0 0-1,0 0 1,0 0 0,0 1 0,0-1-1,0 0 1,0 0 0,0 1-1,-24 32 230,12 4-61,10-30-157,0-1-1,1 1 0,0 0 1,0 0-1,0 8 0,-5 27-4,-3-2 30,-3 19 29,2-18-58,-14 48 10,20-78-9,-1 1 0,0-1 0,-1-1 1,0 1-1,-12 16 0,15-23-5,-2 2 0,1 0 1,-1-1-1,0 0 1,0 0-1,-10 7 1,-38 36 43,40-39-34,9-5-5,0-1 0,1-1 0,-1 1 0,-1 0 0,1-1 0,0 0 0,-7 2 0,2-2-21,5-1 71,0 0 0,0 0 0,0 0 0,-1-1 0,-7 0 0,11 0-28,-1 0 0,1-1 1,-1 1-1,1 0 0,-1-1 1,1 0-1,0 1 0,-1-1 1,1 0-1,0 1 0,-1-1 1,1 0-1,0 0 1,0 0-1,0 0 0,0-1 1,0 1-1,0 0 0,0 0 1,0 0-1,-1-3 0,1 1 15,-1-1 1,1 1-1,0-1 0,-1 0 0,2 1 0,-1-1 1,0 0-1,1 1 0,0-1 0,0 0 0,0 0 0,0 1 1,0-1-1,1 0 0,0 0 0,-1 1 0,2-1 1,-1 1-1,0-1 0,1 1 0,-1-1 0,5-5 1,3-4 28,0 0 1,2 1-1,-1 0 1,14-11-1,-12 11-49,3-1-10,0 1 1,29-19 0,-5 5-20,4-2-9,48-22 1,8-6 22,-42 26 5,-42 24-20,-1-2 0,1 0 1,14-11-1,32-19 1,-29 16 13,-24 17-5,0 0 0,0-1 0,-1 1 0,0-1 0,10-11 0,-11 10-2,1 0-1,0 0 1,1 1-1,0 0 0,8-5 1,10-16-24,-24 26 21,-1 0 0,0 0 0,1-1 0,-1 1 0,1 0 0,-1-1 0,0 1 0,0-1 0,2-3 0,-3 5 3,0-1 1,1 1-1,-1-1 1,0 1-1,0-1 0,0 0 1,1 1-1,-1-1 1,0 1-1,0-1 0,0 0 1,0 1-1,0-1 1,0 0-1,0 1 1,0-1-1,0 1 0,0-1 1,-1 0-1,1 1 1,0-1-1,0 1 0,-1-1 1,1 1-1,0-1 1,0 0-1,-1 1 1,1-1-1,-1 1 0,1 0 1,-1-1-1,1 1 1,0-1-1,-2 0 1,0 0 0,-1 0 0,0 0 0,1 0 0,-1 0 0,1 1 0,-1-1 0,0 1 0,0-1 0,1 1 0,-1 0 0,0 0 0,0 0 0,0 1 1,1-1-1,-1 1 0,0-1 0,1 1 0,-5 1 0,-17 5-41,19-5 35,0 0 1,1 0 0,-1 0 0,0-1 0,-9 2 0,-19 7 8,19-5-9,0 1 0,1 0 0,0 2 0,0-1 0,1 2 0,0-1 0,1 2 0,-13 12 0,22-20 1,1 0 0,-1 0-1,1 0 1,0 0 0,0 0 0,0 0-1,0 0 1,0 1 0,0-1 0,1 0-1,-1 0 1,1 1 0,0-1 0,-1 1-1,1-1 1,0 0 0,0 1 0,1-1-1,-1 1 1,0-1 0,1 0 0,0 1-1,0 2 1,1-2-1,-1 0 1,1 0-1,0 0 0,0 0 1,0 0-1,1 0 0,-1-1 0,0 1 1,1-1-1,0 0 0,0 1 0,-1-1 1,1 0-1,7 2 0,2 2 3,2 1 2,0-1 0,22 7 1,-12-7-238,0-1 0,40 3 0,-54-7-494,-1-1 1,1-1-1,16-3 0,-19 3-213,0-1 1,-1 0-1,1-1 0,-1 1 0,0-1 0,7-4 1,-10 5 41,-1 0 1,1 0-1,0 0 0,-1-1 1,0 1-1,1-1 1,-1 1-1,0-1 0,2-3 1,4-5-3894</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4.944"/>
    </inkml:context>
    <inkml:brush xml:id="br0">
      <inkml:brushProperty name="width" value="0.035" units="cm"/>
      <inkml:brushProperty name="height" value="0.035" units="cm"/>
      <inkml:brushProperty name="color" value="#F71A09"/>
    </inkml:brush>
  </inkml:definitions>
  <inkml:trace contextRef="#ctx0" brushRef="#br0">488 96 80,'-3'-2'662,"1"0"-1,0 0 1,0 0 0,0-1-1,0 1 1,0-1-1,0 0 1,1 1 0,0-1-1,-1 0 1,1 0-1,0 0 1,0 0 0,0 0-1,1 0 1,-1 0 0,1-6-1,-3 6-225,1 0 1,0 1-1,-1-1 0,1 1 0,-1 0 0,0-1 0,0 1 1,0 0-1,0 1 0,0-1 0,0 0 0,-1 1 1,1 0-1,0 0 0,-6-1 0,-25-4 2141,10 4-1477,21 1-945,-1 1 0,1 0 0,-1-1 0,1 1 0,-1 0 0,0 1 0,1-1 0,-7 2 0,-8 2 82,16-4-212,0 0 0,-1 0 1,1 1-1,0-1 1,0 1-1,0 0 0,-1 0 1,1 0-1,-3 2 1,-32 15 169,29-16-174,1 1 0,0 1-1,0-1 1,1 1 0,-8 5 0,8-4-7,0 0 1,0 1 0,0-1 0,1 1 0,0 0-1,0 1 1,0-1 0,1 1 0,0 0 0,-5 9-1,9-14-11,0 0 0,0 1 0,0-1-1,0 0 1,1 0 0,-1 0-1,0 0 1,1 0 0,-1 0 0,1 0-1,0 0 1,0 0 0,1 3-1,16 22 12,-13-23 4,1-1 0,0 0 0,0 0-1,0 0 1,0 0 0,0-1-1,0 0 1,0-1 0,1 1 0,-1-1-1,1 0 1,-1-1 0,12 0-1,-2 0 8,0-1-1,0 0 0,23-6 0,-32 6-5,0-1 0,0-1 0,0 1-1,0-1 1,-1-1 0,1 1-1,-1-1 1,0 0 0,11-9-1,-15 10 19,0 0 0,0-1 0,0 0 0,0 1-1,0-1 1,-1 0 0,0 1 0,0-1 0,0 0-1,0 0 1,0 0 0,-1 0 0,1 0-1,-1 0 1,0 0 0,-1-1 0,0-3 0,1-7 230,-9-5 629,9 19-300,0 2-608,0-1 12,0 1 0,0-1-1,0 1 1,0-1-1,0 1 1,0-1 0,0 1-1,0-1 1,0 1 0,0-1-1,0 1 1,0-1-1,0 1 1,1-1 0,-1 1-1,0-1 1,0 1-1,0-1 1,1 1 0,-1-1-1,0 0 1,1 1 0,-1-1-1,0 1 1,1-1-1,-1 0 1,1 1 0,-1-1-1,1 0 0,-1 1 0,0-1 0,0 0 0,1 0 0,-1 0 0,0 1 0,0-1 0,1 0 0,-1 0 0,0 1 0,0-1 0,0 0 0,0 1 0,1-1 0,-1 0 0,0 0 0,0 1 0,0-1 0,0 0 0,0 1 0,0-1 0,0 0 0,0 1 1,0-1-1,0 0 0,0 1 0,0-1 0,-1 20 15,-1 0-1,-1 0 1,0 0 0,-2-1 0,0 0 0,-11 26 0,15-42-11,-4 11 9,0-1 0,0 0 0,-14 21 0,-59 111 49,-24-4 91,68-98-97,29-35-31,-10 6 100,7-9 46,7-4-116,1 0 0,-1 0 0,0-1 0,1 1 0,-1 0 1,0-1-1,0 1 0,0-1 0,0 1 0,0-1 0,0 0 0,0 1 0,0-1 0,0 0 0,1 1 1,-1-1-1,0 0 0,-1 0 0,1 0 0,0 0 0,0 0 0,0 0 0,0 0 0,0-1 0,0 1 1,0 0-1,1 0 0,-3-1 0,-16-8 730,16 9-709,1-1 1,-1 0 0,1 0 0,-1 0 0,1-1 0,0 1 0,0 0 0,-1-1 0,1 0 0,0 1 0,0-1 0,-2-2 0,1-1-17,0 2-33,0 0 0,0 0 1,0-1-1,1 1 0,-1-1 0,1 1 0,0-1 0,0 0 1,1 0-1,-1 0 0,1 0 0,0-1 0,0 1 0,0 0 1,0-1-1,1-5 0,-1 1 12,1 3-39,0 0-1,0 0 1,0 1-1,1-1 1,-1 0 0,2 0-1,-1 1 1,0-1-1,5-8 1,-5 12-11,1 0 1,0 1-1,-1-1 0,1 1 1,0 0-1,0 0 0,0-1 1,0 1-1,0 0 0,0 1 1,0-1-1,0 0 0,1 1 1,-1-1-1,0 1 1,0 0-1,1-1 0,3 1 1,11 1 2,-1 1-1,1 1 1,0 0 0,-1 1 0,24 9 0,20 5 6,33 13-34,-90-30 37,0 0 7,1 0-1,-1 0 1,1 0 0,-1-1 0,1 1-1,-1-1 1,1 0 0,-1 0 0,1 0-1,-1-1 1,1 1 0,-1-1 0,1 0-1,-1 0 1,1 0 0,-1 0 0,6-3-1,33-18 25,53-59-39,-51 32-3,-19 27-2,-13 11-14,2 0 1,14-10 0,-21 15 17,-7 5 10,0 1 0,1-1 0,-1 0 0,1 1 0,-1-1 1,1 0-1,-1 1 0,1-1 0,0 1 0,-1-1 0,1 1 0,0-1 0,-1 1 0,1 0 1,0-1-1,-1 1 0,1 0 0,0 0 0,0-1 0,0 1 0,-1 0 0,1 0 0,0 0 1,0 0-1,-1 0 0,1 0 0,0 0 0,0 0 0,1 1 0,-1-1-3,-1 1 1,1 0-1,0 0 0,0 0 0,-1-1 0,1 1 1,-1 0-1,1 0 0,0 0 0,-1 0 0,0 0 0,1 0 1,-1 0-1,0 1 0,1-1 0,-1 0 0,0 0 1,0 0-1,0 0 0,0 0 0,0 0 0,0 0 0,0 1 1,-1-1-1,1 0 0,-1 1 0,1 0-3,0 1 3,-1-1 0,1 0 1,-1 0-1,1 0 1,-1 0-1,0 1 0,1-1 1,-1 0-1,-3 3 1,3-3 0,0 0-1,0 0 1,0 0 0,0 0 0,0 0-1,1 0 1,-1 1 0,0-1 0,1 4 0,0 55-7,0-61 9,0 1 1,0-1 0,0 1-1,0-1 1,0 1-1,0-1 1,1 0 0,-1 1-1,0-1 1,0 1 0,1-1-1,-1 1 1,0-1 0,1 0-1,-1 1 1,0-1 0,1 0-1,-1 1 1,1-1 0,-1 0-1,0 0 1,1 1 0,-1-1-1,1 0 1,-1 0 0,1 0-1,-1 1 1,1-1 0,-1 0-1,1 0 1,-1 0-1,1 0 1,-1 0 0,1 0-1,-1 0 1,1 0 0,-1 0-1,1 0 1,-1-1 0,1 1-1,-1 0 1,1 0 0,3-1 4,-1 0 1,1 0-1,-1 0 1,1-1 0,-1 1-1,4-3 1,-3 2-10,0-2 3,1 1 1,0 0-1,0 1 1,0-1-1,0 1 1,1 0-1,-1 0 1,11-1-1,0 0-19,-14 2 17,0 0 0,0 1-1,0-1 1,0 1 0,0 0-1,0 0 1,0 0 0,0 0 0,0 0-1,0 0 1,3 1 0,8 3-12,-9-3 12,0 0 1,0 0-1,0 0 0,0 1 0,7 3 1,7 4-22,-15-8 18,-1 0 0,1 0 0,0 0 0,-1 1 1,1-1-1,0 1 0,3 3 0,-3-2-2,1-1 0,0 1 0,0-1 0,0 0 0,0 0 0,7 3 0,16 8-9,-21-10 15,1-1 1,0 1-1,0-1 0,0 0 1,0-1-1,0 0 0,0 0 1,0 0-1,10-1 0,-6 0-5,-1-1 0,0 0-1,0-1 1,0 0 0,0-1-1,0 0 1,-1 0 0,1-1 0,-1 0-1,0-1 1,0 0 0,0 0-1,13-11 1,-7 5-7,-12 9 12,0 0 0,-1 0 1,1 0-1,0 0 0,-1 0 0,1-1 1,-1 1-1,0-1 0,0 1 0,0-1 0,0 0 1,0 0-1,1-3 0,-2 3 4,1-1 0,-1 1 0,0 0 0,0-1 0,-1 1 1,1 0-1,-1-1 0,1 1 0,-1-1 0,0 1 0,0-1 0,-1 1 0,1 0 0,-1-1 0,0 1 0,-1-5 0,-1-8 7,-4-10-2,2 16-5,0 0 11,-1-1 0,0 1 1,-1 0-1,0 0 1,-9-10-1,9 10 25,6 9-37,1 0 0,0 0 0,-1 1 0,1-1 1,-1 0-1,1 1 0,0-1 0,-1 0 1,1 1-1,-1-1 0,0 1 0,1-1 0,-1 1 1,1-1-1,-1 1 0,0-1 0,-1 1 1,1-1 10,0 1 0,1 0 0,-1-1 1,0 1-1,0 0 0,0-1 1,0 1-1,0-1 0,0 1 0,1-1 1,-1 0-1,0 1 0,0-1 1,1 0-1,-1 0 0,0 1 0,1-1 1,-1 0-1,1 0 0,-1 0 0,1 0 1,0 0-1,-1-1 0,1 1 130,-1 2-143,0 0 0,0-1 0,0 1 0,-1 0 0,1-1 0,0 1-1,1 0 1,-1 0 0,0 0 0,0 0 0,0 0 0,0 0 0,1 0 0,-1 0 0,0 0 0,1 0 0,-1 0 0,1 1 0,0-1-1,-1 0 1,1 0 0,0 1 0,0-1 0,-1 0 0,1 0 0,0 1 0,0-1 0,1 0 0,-1 0 0,0 3 0,-2 17 6,-8 18-50,-7 46 1,12-58-3,2 6 18,3-24 27,-1 1 0,0-1 0,-4 12 0,-13 48 30,12-40-3,-1-1 0,-2 0 1,-20 45-1,19-53-9,2 1-1,-10 33 0,2-2-2,12-38-14,0 0 0,-2 26 0,5-25 0,-2 0 0,-4 16 0,6-27 0,0 1 0,1-1 0,-1 1 0,1-1 0,0 1 0,1 7 0,0 4 0,0-12 0,6-4 0,-6-1 0,0 1 0,0-1 0,0 0 0,0 0 0,0 0 0,0 0 0,-1 0 0,1 0 0,0 0 0,-1-1 0,1 1 0,-1 0 0,1 0 0,-1 0 0,1-1 0,-1 1 0,0-2 0,6-12 0,-1 6 0,0 0 0,-1 0 0,0 0 0,0-1 0,-1 1 0,-1-1 0,1 0 0,-1 0 0,0-19 0,-1 19 0,0 0 0,0 0 0,5-16 0,-3 17 0,-1-1 0,-1 1 0,2-16 0,-3 17 0,1-1 0,0 1 0,1 0 0,0 0 0,0 1 0,6-14 0,24-44 0,-28 58 0,4-6 0,1 0 0,0 1 0,1 0 0,21-19 0,-10 10 0,-12 13-4,-1 1 1,2 0-1,-1 1 0,1 0 0,-1 1 1,13-5-1,21-13-11,-15 13-11,-26 9 26,0 1 0,0-1 0,0 1 0,0 0 0,0-1 0,1 1 0,-1 0 0,0 0-1,0 0 1,0 1 0,1-1 0,-1 0 0,0 1 0,0 0 0,0-1 0,0 1 0,0 0 0,0 0-1,2 1 1,3 2-3,0 0-1,-1 0 1,1 0-1,7 8 0,-12-10 5,1 0 0,-1 0 0,0 1 0,-1-1-1,1 1 1,0-1 0,-1 1 0,1 0 0,-1-1-1,0 1 1,0 0 0,0 0 0,0 0 0,1 6 0,-2-3 4,0-1 0,0 1 0,-1-1 1,0 1-1,0-1 0,0 1 1,-3 7-1,3-10-4,-1 0 0,1-1 0,-1 1 0,1-1-1,-1 0 1,0 1 0,0-1 0,-3 3 0,-10 12-1,7-8 0,1 0 0,-1-1 0,-1 0 0,0 0 0,0-1 0,0 0 1,-1 0-1,0-1 0,0-1 0,-16 7 0,-26 16-26,17-16-61,20-8-81,13-3-197,0-1 1,1 0 0,-1 0-1,0 0 1,0 0-1,1 0 1,-1 0-1,0 0 1,0 0-1,1-1 1,-1 1 0,-3-2-1,5 2 172,-1 0 0,1 0 0,-1 0 0,1-1 0,-1 1 0,1 0 0,-1 0 0,1-1 0,0 1 0,-1 0 0,1-1 0,-1 1 0,1 0 0,0-1 0,-1 1 1,1-1-1,0 1 0,-1 0 0,1-1 0,0 1 0,0-1 0,-1 1 0,1-1 0,0 1 0,0-1 0,0 1 0,0-1 0,0 0 0,0 1 0,0-1 0,0 1 0,0-1 0,0 1 0,0-1 0,0 1 0,0-1 0,0 1 0,0-1 0,1 1 0,-1-1 0,0 0 0,2-1-731,-1 0 0,1-1 0,-1 1 1,1 0-1,0 0 0,0 0 0,0 0 0,0 0 0,4-2 0,7-6-3101,3-1-91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5.678"/>
    </inkml:context>
    <inkml:brush xml:id="br0">
      <inkml:brushProperty name="width" value="0.035" units="cm"/>
      <inkml:brushProperty name="height" value="0.035" units="cm"/>
      <inkml:brushProperty name="color" value="#F71A09"/>
    </inkml:brush>
  </inkml:definitions>
  <inkml:trace contextRef="#ctx0" brushRef="#br0">38 439 2152,'7'-5'2803,"19"-8"17020,-26 13-19762,0-1 0,0 1 0,0 0 0,0 0 1,0 0-1,0 0 0,0-1 0,0 1 0,0 0 0,0 0 1,0 0-1,0 0 0,0 0 0,-1-1 0,1 1 0,0 0 1,0 0-1,0 0 0,0 0 0,0 0 0,0 0 1,-1 0-1,1-1 0,0 1 0,0 0 0,0 0 0,0 0 1,0 0-1,-1 0 0,1 0 0,0 0 0,0 0 1,0 0-1,0 0 0,-1 0 0,1 0 0,0 0 0,0 0 1,0 0-1,0 0 0,-1 0 0,1 0 0,0 0 1,0 0-1,0 0 0,0 0 0,0 0 0,-1 1 0,1-1 1,-3 2 260,0 1-1,0 0 1,0 0 0,0 0 0,0 0 0,1 1 0,0-1 0,0 0 0,0 1 0,0 0 0,0 0 0,-1 4 0,-7 14-137,8-18-168,0 0 0,1 0 0,-1 0 1,1 0-1,0 0 0,1 1 0,-2 5 0,3-4-9,-2 0-1,1-1 1,-1 1 0,0 0-1,0-1 1,-3 9 0,3-9 5,0 0 1,1 0 0,-1 0 0,1-1 0,0 1 0,1 10 0,0 0 38,-1-14-28,8 3 77,1-10-63,-7 5-38,0 0 1,0 0-1,0-1 0,0 1 0,-1 0 1,1-1-1,0 1 0,2-4 0,0-1 7,0 0 0,1 0 0,0 1 1,11-10-1,9-11 12,-17 16-19,-5 7 0,0-1 0,0 1 0,0-1 0,-1 0 0,4-6 0,-5 7-1,1 1 0,0 0-1,0-1 1,0 1 0,1 0 0,-1 1-1,0-1 1,1 0 0,2-1 0,-4 2-1,1 0 0,-1 1 1,1-1-1,-1 0 1,0 0-1,1 0 0,-1-1 1,0 1-1,0 0 0,0 0 1,0-1-1,2-1 1,-3 2-1,0 1 1,0 0-1,0 0 1,0-1-1,0 1 1,0 0 0,0 0-1,0-1 1,0 1-1,0 0 1,0 0-1,1-1 1,-1 1-1,0 0 1,0 0-1,0-1 1,0 1 0,1 0-1,-1 0 1,0 0-1,0 0 1,0-1-1,1 1 1,-1 0-1,0 0 1,0 0 0,1 0-1,-1 0 1,0 0-1,0-1 1,1 1-1,-1 0 1,0 0-1,1 0 1,13 2-50,12 8 9,-9-1 53,1-2 0,0 0 0,0-1 0,37 8 1,-41-13-10,0 1 1,-1-2-1,1 0 1,0 0-1,0-1 1,24-6-1,-16 1 4,-1 0 0,0-2 0,0 0 0,-1-1 0,0-1 0,-1-1 0,0-1 0,34-28 0,-41 29-2,-1 0-1,-1 0 1,0-1-1,0 0 1,-1-1-1,-1 0 1,0 0 0,-1-1-1,0 0 1,-1-1-1,-1 1 1,0-1-1,4-23 1,-7 27-4,0 0 0,-1 0 0,0-1 0,-1 1 0,0-1 0,-1 1 0,-4-23 0,-4-13 0,5 34 0,4 11 0,-1 1 0,1-1 0,-1 1 0,1-1 0,-1 0 0,0 1 0,1-1 0,-1 1 0,0-1 0,0 1 0,0 0 0,0-1 0,0 1 0,-1 0 0,1 0 0,-2-1 0,-5-4 0,0 6 0,7 0 0,0 1 0,-1-1 0,1 1 0,0-1 0,0 1 0,0-1 0,0 1 0,-1 0 0,1 0 0,0 0 0,0-1 0,0 1 0,0 0 0,1 0 0,-1 0 0,0 0 0,0 0 0,1 1 0,-1-1 0,0 0 0,1 0 0,-1 0 0,0 3 0,0 0 0,-3 4 0,1 0 0,0 0 0,0 0 0,1 1 0,0-1 0,1 1 0,0-1 0,0 15 0,1-2 0,1 0 0,6 31 0,-4-28 0,-1 1 0,-4 48 0,1-22 0,-1-31 0,0 0 0,-1-1 0,-1 1 0,-1-1 0,0 0 0,-11 23 0,-46 84-475,55-112 258,-11 13-2145,-2-1-3285,9-13 328</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5.933"/>
    </inkml:context>
    <inkml:brush xml:id="br0">
      <inkml:brushProperty name="width" value="0.035" units="cm"/>
      <inkml:brushProperty name="height" value="0.035" units="cm"/>
      <inkml:brushProperty name="color" value="#F71A09"/>
    </inkml:brush>
  </inkml:definitions>
  <inkml:trace contextRef="#ctx0" brushRef="#br0">8 109 1944,'-8'-1'7960,"17"-3"-2593,18-1-2539,71-8 283,253-25-849,-186 22-3349,-24 2-4852,-47 1-6299,-77 8 8118</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6.328"/>
    </inkml:context>
    <inkml:brush xml:id="br0">
      <inkml:brushProperty name="width" value="0.035" units="cm"/>
      <inkml:brushProperty name="height" value="0.035" units="cm"/>
      <inkml:brushProperty name="color" value="#F71A09"/>
    </inkml:brush>
  </inkml:definitions>
  <inkml:trace contextRef="#ctx0" brushRef="#br0">0 48 2200,'42'-32'16611,"-41"32"-15892,0-1 0,-1 1 1,1-1-1,0 1 1,-1-1-1,1 1 0,-1-1 1,1 1-1,-1-1 1,1 0-1,-1 1 0,1-1 1,-1 0-1,1 1 0,-1-1 1,0 0-1,1 1 1,-1-3-1,0 1-462,0 12-226,0 151-31,-8-102 0,7-53 0,1 0 0,-1 0 0,0-1 0,-1 1 0,-2 8 0,2-9 0,0 0 0,1 1 0,0-1 0,0 0 0,-1 9 0,2-13-138,0 0 0,0 1 0,0-1 0,-1 0 0,1 1 1,0-1-1,-1 0 0,1 1 0,-1-1 0,0 0 0,1 0 0,-1 1 0,0-1 0,0 0 0,0 0 0,1 0 1,-1 0-1,0 0 0,0 0 0,-1 0 0,-1 1 0,2-20-13753,1-3 3349,0 5 5338</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6.668"/>
    </inkml:context>
    <inkml:brush xml:id="br0">
      <inkml:brushProperty name="width" value="0.035" units="cm"/>
      <inkml:brushProperty name="height" value="0.035" units="cm"/>
      <inkml:brushProperty name="color" value="#F71A09"/>
    </inkml:brush>
  </inkml:definitions>
  <inkml:trace contextRef="#ctx0" brushRef="#br0">35 69 1376,'0'0'2423,"0"-5"2684,1 30-1609,0-22-3399,0-1 0,-1 1 0,1-1 0,0 1 1,0-1-1,1 0 0,-1 0 0,0 1 0,1-1 1,2 3-1,1 3 106,7 5 74,-10-13-204,-2 1-56,0-1 0,1 1 0,-1-1 0,0 1 1,1-1-1,-1 1 0,0-1 0,1 0 0,-1 1 1,1-1-1,-1 0 0,1 1 0,-1-1 0,1 0 1,-1 0-1,1 1 0,-1-1 0,1 0 0,0 0 1,-1 0-1,1 0 0,-1 0 0,1 0 0,-1 0 1,1 0-1,0 0 0,-1 0 0,1 0 0,-1 0 0,1 0 1,-1 0-1,1-1 0,-1 1 0,1 0 0,0-1 1,20-12 755,-17 11-613,-2 0-72,0 1 0,1 0 0,-1 0 1,0-1-1,0 1 0,-1-1 0,1 0 0,0 0 0,0 1 1,-1-1-1,1 0 0,-1 0 0,0-1 0,1 1 0,-1 0 0,0 0 1,0-1-1,-1 1 0,1 0 0,0-1 0,-1 1 0,1-1 1,-1 1-1,0-1 0,0 1 0,0-1 0,0 1 0,0-1 0,-1 1 1,1-1-1,-1 1 0,1 0 0,-1-1 0,-2-2 0,-1-2 227,-1 1 0,0-1 0,0 1 0,-1 1 0,0-1-1,-6-4 1,9 9-367,0 0 0,0 0 0,0 0-1,0 1 1,0 0 0,0-1 0,0 1-1,0 0 1,0 1 0,0-1 0,0 0 0,0 1-1,0 0 1,1-1 0,-1 1 0,0 0 0,0 1-1,0-1 1,1 0 0,-1 1 0,-3 2 0,4-3-224,0 0 0,0 0 0,1 0 0,-1 0 0,0 1 0,0-1 0,1 1 1,-1-1-1,1 1 0,-1 0 0,1 0 0,-1-1 0,1 1 0,0 0 1,0 0-1,0 0 0,0 0 0,1 1 0,-1-1 0,0 0 0,1 0 0,0 0 1,-1 1-1,1-1 0,0 0 0,0 0 0,0 0 0,0 1 0,2 3 0,12 28-6704,-12-24 3638</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8.788"/>
    </inkml:context>
    <inkml:brush xml:id="br0">
      <inkml:brushProperty name="width" value="0.035" units="cm"/>
      <inkml:brushProperty name="height" value="0.035" units="cm"/>
      <inkml:brushProperty name="color" value="#F71A09"/>
    </inkml:brush>
  </inkml:definitions>
  <inkml:trace contextRef="#ctx0" brushRef="#br0">44 174 3473,'33'-26'15444,"-32"25"-13914,2 1-1312,-1 0 0,0 1 0,1-1 0,-1 0-1,0 1 1,1 0 0,-1 0 0,0 0 0,0 0 0,0 0 0,0 0-1,0 0 1,0 1 0,0-1 0,0 1 0,0-1 0,-1 1 0,1 0 0,-1-1-1,1 1 1,-1 0 0,0 0 0,1 0 0,-1 0 0,0 1 0,-1-1-1,1 0 1,0 0 0,0 4 0,2 6 939,-1 0 0,0 0-1,-1 0 1,0 20 0,-1-27-1157,-1 0 0,1 0 0,-1 0 0,-1 0 0,1 1 0,-1-2 0,0 1 0,0 0 0,-3 6 0,-30 41 0,18-29 0,-36 57 0,46-72 0,6-8 0,0 1 0,0 0 0,0 0 0,0-1 0,1 1 0,-1 0 0,0 0 0,1 0 0,-1 0 0,1 0 0,-1 0 0,1 0 0,0 0 0,-1 0 0,1 0 0,0 0 0,-1 0 0,1 2 0,0-2 0,0-1 0,0 0 0,0 0 0,0 0 0,0 1 0,0-1 0,0 0 0,0 0 0,0 0 0,0 1 0,0-1 0,1 0 0,-1 0 0,0 0 0,0 1 0,0-1 0,0 0 0,0 0 0,0 0 0,0 0 0,1 1 0,-1-1 0,0 0 0,0 0 0,0 0 0,0 0 0,1 0 0,-1 0 0,0 0 0,0 0 0,0 1 0,1-1 0,-1 0 0,0 0 0,0 0 0,0 0 0,1 0 0,-1 0 0,0 0 0,0 0 0,0 0 0,1 0 0,-1 0 0,0 0 0,0 0 0,0 0 0,1-1 0,-1 1 0,0 0 0,0 0 0,0 0 0,1 0 0,-1 0 0,0 0 0,0 0 0,0-1 0,0 1 0,0 0 0,1 0 0,-1 0 0,0 0 0,0 0 0,0-1 0,9-6 0,1-2 0,1 1 0,19-12 0,-19 14 0,-2 0 0,1-1 0,-1 0 0,13-13 0,38-55 0,-44 50 0,14-32 0,2-2 0,-23 40 0,-7 16 0,-1-1 0,1 0 0,0 0 0,1 0 0,-1 1 0,6-6 0,2-8 0,-8 14 0,-1 0 0,1 0 0,-1 0 0,1 0 0,0 1 0,0-1 0,0 1 0,1-1 0,-1 1 0,0 0 0,1 0 0,5-4 0,-8 6 0,1-1 0,0 1 0,0 0 0,-1-1 0,1 1 0,0-1 0,0 1 0,-1 0 0,1 0 0,0 0 0,0-1 0,0 1 0,0 0 0,0 0 0,-1 0 0,1 0 0,0 0 0,0 0 0,0 1 0,0-1 0,-1 0 0,1 0 0,0 0 0,0 1 0,0-1 0,-1 1 0,1-1 0,0 0 0,-1 1 0,1-1 0,0 1 0,-1 0 0,1-1 0,0 1 0,-1-1 0,1 1 0,-1 0 0,1 0 0,-1-1 0,0 1 0,1 0 0,-1 0 0,0-1 0,1 1 0,-1 0 0,0 0 0,0 1 0,2 2 0,-1 1 0,0 0 0,0 0 0,0 0 0,-1 1 0,0-1 0,0 0 0,-2 11 0,1 0 0,1 110 0,1-125 0,0-1 0,-1 1 0,1-1 0,0 1 0,-1-1 0,1 1 0,0-1 0,-1 0 0,1 1 0,0-1 0,0 0 0,-1 0 0,1 0 0,0 1 0,0-1 0,0 0 0,-1 0 0,1 0 0,0 0 0,0 0 0,1-1 0,-2 1 0,4 0 0,-1-1 0,1 0 0,0-1 0,-1 1 0,1-1 0,-1 1 0,1-1 0,-1 0 0,0 0 0,4-3 0,12-7 0,-3 2 0,0 0 0,0 0 0,20-20 0,-35 29 0,27-21 0,-11 9 0,-2 0 0,29-31 0,-39 35 0,2 0 0,17 5 0,-22 5 0,-1-1 0,1 1 0,-1-1 0,0 1 0,1-1 0,-1 1 0,0 0 0,1 0 0,-1 0 0,0 0 0,0 0 0,0 0 0,0 0 0,0 0 0,0 0 0,0 0 0,0 1 0,0-1 0,0 0 0,-1 0 0,1 1 0,0-1 0,-1 1 0,1-1 0,-1 1 0,0 1 0,2 4 0,0 0 0,0 0 0,-1 0 0,0 12 0,0-9 0,1-1 0,1 1 0,-1-1 0,1 1 0,1-1 0,0 0 0,0-1 0,9 14 0,-4-6 0,-8-14 0,0-1 0,1 0 0,-1 0 0,0 0 0,1 0 0,-1 0 0,1 0 0,-1 0 0,1 0 0,-1-1 0,1 1 0,0 0 0,-1-1 0,1 1 0,3-1 0,27 3 0,-17-4 0,0 0 0,0-1 0,-1-1 0,1-1 0,-1 0 0,27-12 0,-21 9 0,-13 3 0,-1 0 0,1 0 0,-1 0 0,0 0 0,9-11 0,6-3 0,-16 14 0,0 0 0,-1-1 0,0 0 0,1 0 0,-2 0 0,1 0 0,-1 0 0,1-1 0,-2 1 0,1-1 0,0 0 0,-1 0 0,2-9 0,-4 12 0,0 1 0,1 0 0,-1-1 0,0 1 0,0-1 0,-1 1 0,1 0 0,0-1 0,-1 1 0,0 0 0,1-1 0,-1 1 0,-2-4 0,-18-30 0,15 27 0,1 2 0,1 0 0,-1 1 0,0-1 0,-1 1 0,1 0 0,-8-5 0,11 9 0,-1 1 0,1-1 0,0 1 0,0 0 0,-1-1 0,1 1 0,-1 0 0,1 1 0,-1-1 0,1 0 0,-1 1 0,0-1 0,1 1 0,-1 0 0,0 0 0,1 0 0,-1 0 0,0 1 0,1-1 0,-1 0 0,1 1 0,-1 0 0,-2 1 0,-15 6 0,1 0 0,-1 2 0,2 0 0,-25 18 0,24-12 0,1 0 0,0 1 0,2 1 0,0 1 0,1 0 0,-13 22 0,25-37 0,1 0 0,0 0 0,0 0 0,0 0 0,1 0 0,-1 0 0,1 1 0,0-1 0,0 0 0,0 5 0,1-8 0,0 0 0,0-1 0,0 1 0,1 0 0,-1-1 0,0 1 0,0 0 0,0-1 0,1 1 0,-1-1 0,0 1 0,1 0 0,-1-1 0,0 1 0,1-1 0,-1 1 0,1-1 0,-1 1 0,1-1 0,-1 1 0,1-1 0,-1 1 0,1-1 0,-1 0 0,1 1 0,0-1 0,-1 0 0,2 1 0,1-1 0,0 1 0,0 0 0,0-1 0,0 0 0,0 0 0,0 0 0,4 0 0,5-2 0,1 0 0,18-6 0,0-2 0,0-2 0,0 0 0,39-24 0,-29 14 0,-30 17 0,-1-1 0,1 0 0,12-10 0,-7 3 0,32-19 0,-33 23 0,-7 5 0,-7 8 0,-1 1 0,0 0 0,0 1 0,0-1 0,0 1 0,0-6 0,0 0 0,0 0 0,0 0 0,0 1 0,0-1 0,0 0 0,0 0 0,0 0 0,0 0 0,0 1 0,0-1 0,0 0 0,0 0 0,0 0 0,0 1 0,0-1 0,0 0 0,0 0 0,0 0 0,0 0 0,0 1 0,0-1 0,0 0 0,0 0 0,-1 0 0,1 0 0,0 0 0,0 1 0,0-1 0,0 0 0,0 0 0,-1 0 0,1 0 0,0 0 0,0 0 0,0 0 0,0 0 0,-1 0 0,1 1 0,0-1 0,0 0 0,0 0 0,-1 0 0,0 0 0,0 0 0,0 0 0,0 1 0,1-1 0,-1 0 0,0 1 0,0-1 0,0 1 0,0-1 0,1 1 0,-1 0 0,0-1 0,0 1 0,1 0 0,-1-1 0,0 1 0,0 1 0,-6 3 0,-2-5 0,3 0 0,12 0 0,-1-1 0,-20 12 0,8-9 0,0 3 0,5 0 0,1 0 0,-6-4 0,-2 4 0,0 0 0,6-2 0,-1 0 0,1-1 0,0 1 0,0 0 0,1 1 0,-1-1 0,0 0 0,1 1 0,0-1 0,0 1 0,0 0 0,0 0 0,1 0 0,-2 5 0,-1 1 0,-3 24 0,3-9 0,2-16 0,1 0 0,0 0 0,0 0 0,1 1 0,0-1 0,1 0 0,0 0 0,1 0 0,0 0 0,0 0 0,6 15 0,-6-20 0,-1-1 0,1 1 0,0-1 0,0 1 0,0-1 0,1 0 0,-1 0 0,1 0 0,-1 0 0,1 0 0,0 0 0,0-1 0,1 0 0,-1 1 0,0-1 0,1 0 0,-1-1 0,1 1 0,0-1 0,-1 1 0,1-1 0,0 0 0,8 0 0,4 1 0,0 0 0,0-2 0,1 0 0,21-3 0,-9-2 0,0-1 0,0-1 0,-1-1 0,0-2 0,0 0 0,-1-2 0,44-27 0,-58 31 0,0-1 0,0-1 0,-1 0 0,0 0 0,-1-1 0,0-1 0,16-22 0,-25 29 0,0-1 0,0 1 0,0-1 0,0 0 0,-1 0 0,0 0 0,1-11 0,1-6 0,-2 18 0,-1 1 0,0-1 0,0 1 0,0-1 0,0 1 0,-1-1 0,0 1 0,-1-5 0,-2-22 0,3 24 0,0 0 0,0 0 0,-1 0 0,0 1 0,0-1 0,-5-11 0,5 7 0,1 10 0,1 0 0,-1 0 0,0 0 0,0 0 0,1 0 0,-1 1 0,0-1 0,0 0 0,0 1 0,0-1 0,0 1 0,0-1 0,0 1 0,0-1 0,0 1 0,0 0 0,0-1 0,0 1 0,-1 0 0,1 0 0,0 0 0,0 0 0,0 0 0,-2 0 0,2 0 0,-1 0 0,0 0 0,1 0 0,-1 1 0,0-1 0,1 0 0,-1 1 0,1-1 0,-1 1 0,0-1 0,1 1 0,-1 0 0,1 0 0,0-1 0,-1 1 0,-1 2 0,-13 23 0,10-14 0,3 12 0,-1-14 0,1 0 0,0 0 0,1 1 0,0-1 0,0 1 0,1 0 0,1 0 0,1 18 0,-1-14 0,0-10 0,1 0 0,0 0 0,0 1 0,0-1 0,4 9 0,-3-10 0,-1 1 0,0-1 0,1 1 0,-1 0 0,0 8 0,0-8 0,-1-1 0,1 1 0,0-1 0,0 1 0,0-1 0,3 7 0,-2-7 0,-1-1 0,1 1 0,-1 0 0,0 0 0,-1 0 0,2 6 0,-2-7 0,0 1 0,1 0 0,0 0 0,-1 0 0,2 0 0,-1 0 0,2 3 0,-1-3 0,-1 0 0,1 0 0,-1 0 0,0 0 0,0 0 0,-1 1 0,1 4 0,-1 6 0,1-10 0,-1 1 0,0-1 0,0 0 0,0 0 0,-1 0 0,1 0 0,-1 0 0,0 0 0,-1 0 0,-3 8 0,2-7 0,-2 2 0,0 0 0,-1 0 0,0 0 0,0-1 0,0 0 0,-9 7 0,-10 4 0,-2-1 0,0-1 0,-1-2 0,-47 19 0,42-18 0,22-10 0,1 1 0,-2-2 0,1 0 0,-1 0 0,1-1 0,-1 0 0,-24 2 0,35-5 0,0 0 0,-1 0 0,1 0 0,0 0 0,-1 0 0,1 0 0,0-1 0,0 1 0,-1 0 0,1-1 0,0 1 0,0-1 0,-1 1 0,1-1 0,0 0 0,0 0 0,-1 0 0,1 0 0,1 0 0,-1 1 0,1-1 0,0 0 0,-1 0 0,1 0 0,0 1 0,0-1 0,-1 0 0,1 0 0,0 0 0,0 0 0,0 1 0,0-1 0,0 0 0,0 0 0,0 0 0,0 0 0,1-1 0,1-4 0,0 0 0,0 1 0,1-1 0,0 1 0,5-9 0,-2 5 0,3-5 0,0 0 0,1 0 0,1 1 0,0 0 0,0 1 0,1 0 0,15-10 0,99-65 0,-90 66 0,0 2 0,52-20 0,82-18 0,-95 33 0,117-54 0,-69 7 0,-111 62 0,-1 0 0,0 0 0,10-13 0,0 1 0,-20 20 0,1-1 0,0 1 0,-1-1 0,1 0 0,-1 1 0,1-1 0,-1 0 0,0 0 0,0 0 0,0 0 0,0 0 0,0 0 0,0-1 0,-1 1 0,1 0 0,-1 0 0,1-5 0,-1 7 0,0 0 0,0-1 0,0 1 0,0-1 0,0 1 0,0-1 0,0 1 0,-1-1 0,1 1 0,0-1 0,0 1 0,0 0 0,-1-1 0,1 1 0,0-1 0,0 1 0,-1 0 0,1-1 0,0 1 0,-1 0 0,1-1 0,0 1 0,-1 0 0,1-1 0,-1 1 0,1 0 0,0 0 0,-1 0 0,1-1 0,-1 1 0,1 0 0,-1 0 0,1 0 0,-1 0 0,1 0 0,-1 0 0,1 0 0,-1 0 0,0 0 0,-19 4 0,17-3 0,-48 5 0,5 10 0,-47 24 0,81-34 0,1 2 0,0 0 0,0 0 0,-15 15 0,-7 5 0,28-24 0,0 1 0,0 0 0,0 0 0,0 0 0,1 0 0,0 1 0,-6 11 0,8-14 0,1 0 0,-1 1 0,1-1 0,0 1 0,0 0 0,0-1 0,0 1 0,1 0 0,-1 0 0,1-1 0,0 1 0,0 0 0,1 0 0,-1-1 0,1 1 0,0 4 0,1-5 0,-1-1 0,1 1 0,0 0 0,-1 0 0,1-1 0,0 1 0,1-1 0,-1 0 0,0 1 0,1-1 0,-1 0 0,1 0 0,-1-1 0,1 1 0,0 0 0,0-1 0,0 0 0,0 0 0,5 2 0,5 0 0,1 1 0,28 2 0,37-3-1749,43-15-5211,76-28-4333,-165 33 6026,-5 2 33</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8.074"/>
    </inkml:context>
    <inkml:brush xml:id="br0">
      <inkml:brushProperty name="width" value="0.035" units="cm"/>
      <inkml:brushProperty name="height" value="0.035" units="cm"/>
      <inkml:brushProperty name="color" value="#0066FF"/>
    </inkml:brush>
  </inkml:definitions>
  <inkml:trace contextRef="#ctx0" brushRef="#br0">200 0 3305,'-14'7'4384,"11"-7"-3979,1 1 0,0 0 1,0 0-1,0 0 0,0 0 0,0 0 0,0 0 1,-2 3-1,-3 2 470,-1-1 1,0 1-1,-10 4 1,11-6-137,0 0 0,1 0 0,-1 1 0,1 0 0,0 0 0,-9 10 0,9-8-209,0 0 1,1 0-1,0 1 0,0 0 1,1 0-1,0 0 1,1 0-1,0 0 0,0 1 1,0 0-1,1-1 1,1 1-1,-1 0 0,2 0 1,-1 0-1,2 13 1,-2 1 10,2 0 0,1 0 0,6 25 0,6 8-82,6 25-247,-18-75-203,0 1 0,0-1 0,0 0 1,0 0-1,6 8 0,8 23 28,-8-9 0,20 80 41,-26-99-75,1 1 1,0-1 0,9 16 0,-9-19-3,1 1 0,-1 1 0,-1-1 0,1 0 0,-1 1-1,0-1 1,1 14 0,-3-15 15,1-1 0,-1 1 1,2 0-1,-1-1 0,3 10 0,-2-10-387,0 1 1,0 0 0,-1-1-1,0 1 1,0 10-1,-1-16 182,0 1 0,-1 0 0,1 0 0,-1-1 0,1 1 0,0 0 0,-1-1 0,1 1 0,-1-1 0,0 1 0,1-1 0,-1 1 0,1-1 0,-1 1-1,0-1 1,1 1 0,-1-1 0,0 0 0,0 1 0,1-1 0,-1 0 0,0 0 0,0 1 0,1-1 0,-1 0 0,0 0 0,0 0 0,0 0 0,1 0 0,-1 0-1,-1-1 1,-30 0-5015,-64-16-6156,54 7 7033</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8.654"/>
    </inkml:context>
    <inkml:brush xml:id="br0">
      <inkml:brushProperty name="width" value="0.035" units="cm"/>
      <inkml:brushProperty name="height" value="0.035" units="cm"/>
      <inkml:brushProperty name="color" value="#0066FF"/>
    </inkml:brush>
  </inkml:definitions>
  <inkml:trace contextRef="#ctx0" brushRef="#br0">0 153 1536,'10'-11'14389,"131"-2"-8138,-108 9-5446,19-5 143,-26 5-363,49-4 0,-37 3-391,20-1-2307,11-5-3866,-63 11 5349,0-1 1,0 0-1,0 0 0,0 0 0,8-4 1,13-3-1190,-15 6 1294,0-2 0,-1 1 0,0-1 1,1-1-1,15-9 0,-26 11 710,0 1 1,-1 0-1,0 0 0,1-1 0,-1 1 1,0 0-1,0 0 0,0-1 1,-1-2-1,1-1 1996,-4 6 47,4 0-2063,0 0-1,-1 0 1,1 0 0,-1-1 0,1 1-1,0 0 1,-1 0 0,1 0 0,-1 0 0,1 0-1,-1 0 1,1 0 0,0 0 0,-1 0-1,1 0 1,-1 0 0,1 1 0,-1-1 0,1 0-1,0 0 1,-1 0 0,1 0 0,0 1 0,-1-1-1,1 0 1,0 0 0,-1 1 0,1-1-1,0 0 1,-1 1 0,1-1 0,0 0 0,0 1-1,-1-1 1,1 0 0,0 1 0,0-1-1,-1 1 1,1 47 7582,0 25-6951,0-25-452,1-40-323,0 0-1,1 0 0,-1 1 1,2-1-1,-1 0 0,1-1 1,4 10-1,7 18 36,-13-28-84,0 0 0,-1 0 0,0 0 0,0 9 0,-1-2-1646,1-25-6045,0 7 6532,1 1-1,-1-1 1,1 1-1,0-1 1,0 1-1,0 0 0,3-7 1,3-9-3752,-5 2 566</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8.845"/>
    </inkml:context>
    <inkml:brush xml:id="br0">
      <inkml:brushProperty name="width" value="0.035" units="cm"/>
      <inkml:brushProperty name="height" value="0.035" units="cm"/>
      <inkml:brushProperty name="color" value="#0066FF"/>
    </inkml:brush>
  </inkml:definitions>
  <inkml:trace contextRef="#ctx0" brushRef="#br0">1 12 2833,'1'0'402,"-1"0"1,1 0-1,0-1 0,0 1 1,0 0-1,0 0 1,0 0-1,-1-1 1,1 1-1,0 0 1,0-1-1,-1 1 1,1-1-1,0 1 1,0-1-1,-1 1 0,1-1 1,-1 0-1,1 1 1,0-1-1,-1 0 1,1-1 1597,8 6 311,-9-3-2215,1 11 87,2-10-384,0-1 0,0 0 0,0 0 0,0 0 0,0 0-1,0 0 1,0-1 0,1 1 0,-1-1 0,0 0 0,0 0 0,5 0 0,43-10-7842,-27 5 4439</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9.226"/>
    </inkml:context>
    <inkml:brush xml:id="br0">
      <inkml:brushProperty name="width" value="0.035" units="cm"/>
      <inkml:brushProperty name="height" value="0.035" units="cm"/>
      <inkml:brushProperty name="color" value="#0066FF"/>
    </inkml:brush>
  </inkml:definitions>
  <inkml:trace contextRef="#ctx0" brushRef="#br0">1 61 1824,'1'-1'353,"0"0"-1,0 1 1,0-1-1,0 0 1,0 0-1,0 0 1,0 0-1,0 0 1,-1 0-1,1 0 1,0 0-1,-1 0 0,1 0 1,-1 0-1,1 0 1,-1 0-1,1-1 1,-1-1-1,5-8 2029,3 4-773,-8 7-1484,1 0 0,-1 0 0,1-1 0,-1 1 0,1 0-1,-1-1 1,0 1 0,1 0 0,-1-1 0,0 1-1,1 0 1,-1-1 0,0 1 0,1 0 0,-1-1-1,0 1 1,1-1 0,-1 1 0,0-1 0,0 1 0,0-1-1,0 1 1,1-1 0,7-10 11279,-15 10-9841,6 6 1567,2 13-2082,3-15-1036,0 1 0,-1 0 0,1 1-1,-1-1 1,0 0 0,-1 1 0,1 0 0,-1 0 0,0 0 0,0 0-1,2 7 1,11 23 3,-3-7-14,-1 1 0,-1 0 0,-2 0 0,-1 1 0,6 56 0,-6-45 0,-5-19 0,-1 1 0,-2 33 0,0-11 0,0-21 6,-6 37 1,3-37-40,-1 42 1,5-61-67,1 13-1538,-1-17 1329,0 0 0,1 0 0,-1-1 0,0 1 0,1 0 0,-1 0 0,0-1 0,1 1 0,-1 0 1,1-1-1,-1 1 0,1 0 0,0-1 0,-1 1 0,1-1 0,1 2 0,1-3-568,-1 0 0,1 0-1,-1 0 1,0 0 0,1 0-1,-1 0 1,0-1 0,0 1 0,1-1-1,-1 1 1,0-1 0,-1 0-1,3-2 1,22-19-7416,-8 8 3980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9.587"/>
    </inkml:context>
    <inkml:brush xml:id="br0">
      <inkml:brushProperty name="width" value="0.035" units="cm"/>
      <inkml:brushProperty name="height" value="0.035" units="cm"/>
      <inkml:brushProperty name="color" value="#0066FF"/>
    </inkml:brush>
  </inkml:definitions>
  <inkml:trace contextRef="#ctx0" brushRef="#br0">1 28 336,'35'-27'23720,"-34"43"-18459,3-11-4623,-3-4-516,0 0 0,0 0 0,0 0 0,0 0 0,0 0 0,0 1 0,0-1 0,-1 0 0,1 0 0,0 1 0,-1-1 0,1 0 0,-1 1 0,0-1 0,1 3 0,-1-1-63,0 0 0,1 0 0,0 0 0,-1 0 0,1-1 0,0 1 0,0 0 0,2 3 0,-1-3-22,-1 0-1,0 0 1,0 0-1,0 0 1,0 0-1,0 0 1,-1 0-1,1 5 1,0-2-37,-1 0 0,1 0 0,1 1 0,3 9 0,-3-9 0,0-1 0,-1 1 0,1-1 0,0 14 0,6 55 0,1 28 0,-9 108 0,0-205-126,1-1 1,0 0-1,0 0 1,0 1-1,1-1 1,0 0-1,0 0 1,4 7-1,-6-12-9,0 0 0,0 0 0,1 0 0,-1 0 0,0 0 0,0 0-1,0 1 1,1-1 0,-1 0 0,0 0 0,0 0 0,0 0 0,0 1-1,0-1 1,0 0 0,1 0 0,-1 0 0,0 0 0,0 1 0,0-1-1,0 0 1,0 0 0,0 1 0,0-1 0,0 0 0,0 0-1,0 0 1,0 1 0,0-1 0,0 0 0,0 0 0,0 0 0,0 1-1,0-1 1,0 0 0,0 0 0,-1 0 0,1 1 0,0-1 0,0 0-1,0 0 1,0 0 0,0 1 0,0-1 0,-1 0 0,1 0 0,0 0-1,0 0 1,0 0 0,-1 1 0,-8-10-6497,-5-29-6580,12 22 9655</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20.158"/>
    </inkml:context>
    <inkml:brush xml:id="br0">
      <inkml:brushProperty name="width" value="0.035" units="cm"/>
      <inkml:brushProperty name="height" value="0.035" units="cm"/>
      <inkml:brushProperty name="color" value="#0066FF"/>
    </inkml:brush>
  </inkml:definitions>
  <inkml:trace contextRef="#ctx0" brushRef="#br0">20 142 1768,'0'-4'731,"-2"-23"4783,1 26-5226,1-1 1,-1 1-1,1 0 0,-1 0 1,1 0-1,-1-1 0,0 1 1,1 0-1,-1 0 0,0 0 1,0 0-1,0 0 0,0 0 1,0 1-1,0-1 0,-1-1 1,-2-3 2179,4 5-2007,0-1 1,0 1-1,0 0 0,0-1 1,4-5 6919,-3 6-6920,-1 0 1,1-1-1,-1 1 0,0 0 1,1 0-1,4-1-205,56-6 1645,27-4-1156,170-43 1,-242 50-425,-15 4 379,-34 21-452,25-12-241,7-8-7,0 0 0,0-1 1,0 1-1,0 0 0,1 0 0,-1 0 0,0 0 0,1 0 1,-1 0-1,1 0 0,-1 1 0,1-1 0,-1 0 1,1 0-1,0 0 0,-1 0 0,1 1 0,0-1 0,0 0 1,0 0-1,0 2 0,1-1 0,-1 0 0,1 0 0,-1 0 0,1 0 0,0 0 0,0 0 0,0 0 0,0 0 0,0-1 0,0 1 0,1 0 0,-1-1 0,1 1 0,-1-1 0,1 1 0,-1-1 0,1 0 0,0 0 0,0 1 0,0-1 0,-1 0 0,1-1 0,3 2 0,10 4 0,0 0 0,17 3 0,-15-4 0,4 2 0,82 27 0,-89-28 0,0 0 0,-1 1 0,1 0 0,23 18 0,-36-24 0,1 1 0,-1-1 0,1 0 0,-1 1 0,0-1 0,1 1 0,-1 0 0,0-1 0,0 1 0,0 0 0,0 0 0,-1-1 0,1 1 0,0 0 0,-1 0 0,1 0 0,-1 0 0,0 0 0,1 0 0,-1 0 0,0 0 0,0 0 0,0 0 0,-1 0 0,1 0 0,0 0 0,-1 0 0,1 0 0,-1 0 0,0 0 0,0 0 0,0-1 0,0 1 0,-1 2 0,-8 8 0,8-8 0,-1 0 0,1-1 0,-1 0 0,0 1 0,-1-1 0,1 0 0,0-1 0,-1 1 0,0-1 0,1 1 0,-5 1 0,-34 22 0,12-9 0,25-14 0,0 0 0,0 0 0,0 0 0,0-1 0,0 0 0,-8 2 0,-5-1 0,14-4 0,2 0 0,1 1 0,1 0 0,-1 0 0,1 0 0,-1 0 0,1 0 0,0 0 0,-1 0 0,1-1 0,-1 1 0,1 0 0,0 0 0,-1 0 0,1-1 0,-1 1 0,1 0 0,0-1 0,0 1 0,-1 0 0,1 0 0,0-1 0,-1 1 0,1-1 0,0 1 0,0 0 0,0-1 0,-1 1 0,1-1 0,0 1 0,0 0 0,0-1 0,0 1 0,0-1 0,0 1 0,0-1 0,0 1 0,0 0 0,0-1 0,0 1 0,0-1 0,0 1 0,0-1 0,0 1 0,0-1 0,0 1 0,1 0 0,-1-1 0,0 1 0,0 0 0,1-1 0,-1 1 0,0-1 0,5-6 0,0 1 0,1 0 0,-1 0 0,1 0 0,10-7 0,1-2 0,7-4 0,1 0 0,1 2 0,0 1 0,44-19 0,-14 6 0,17-5 36,-45 23-130,43-26 0,-71 37-25,1 0 0,-1 0-1,1-1 1,-1 1 0,0 0 0,0 0 0,1-1 0,-1 1-1,0 0 1,1-1 0,-1 1 0,0 0 0,0-1 0,0 1 0,1-1-1,-1 1 1,0 0 0,0-1 0,0 1 0,0-1 0,0 1-1,0 0 1,0-1 0,1 1 0,-1-1 0,0 1 0,-1-1-1,1 1 1,0-1 0,-9-13-5226,-22-10-11003,23 19 11081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27.023"/>
    </inkml:context>
    <inkml:brush xml:id="br0">
      <inkml:brushProperty name="width" value="0.035" units="cm"/>
      <inkml:brushProperty name="height" value="0.035" units="cm"/>
      <inkml:brushProperty name="color" value="#0066FF"/>
    </inkml:brush>
  </inkml:definitions>
  <inkml:trace contextRef="#ctx0" brushRef="#br0">1 87 2793,'9'1'20515,"-9"-2"-19682,0 0-575,0 0 0,0 1 0,1-1 0,-1 0 0,1 1-1,-1-1 1,1 0 0,-1 1 0,1-1 0,-1 1 0,1-1 0,0 1 0,-1-1 0,1 1-1,0-1 1,68-17 826,115-14-1,-116 21-966,61-4-100,-127 15-16,0-1 0,0 1 0,-1 0 1,1 0-1,0 0 0,0 1 0,-1-1 0,1 0 1,0 0-1,0 1 0,1 0 0,9 2 16,-12-3-17,0 0 0,0 0 1,1 0-1,-1 0 1,0 0-1,0 0 1,0 0-1,0 0 1,0 1-1,1-1 1,-1 0-1,0 0 0,0 0 1,0 0-1,0 0 1,0 1-1,0-1 1,0 0-1,0 0 1,0 0-1,0 0 1,1 1-1,-1-1 0,0 0 1,0 0-1,0 0 1,0 0-1,0 1 1,0-1-1,0 0 1,0 0-1,0 0 1,-1 1-1,1-1 0,0 0 1,0 0-1,0 0 1,0 0-1,0 1 1,0-1-1,0 0 1,0 0-1,0 0 1,0 0-1,-1 0 0,1 1 1,0-1-1,0 0 1,0 0-1,0 0 1,0 0-1,-1 0 1,1 0-1,0 0 1,0 0-1,-9 10 15,-26 9 10,-1-1 1,-1-2-1,-50 15 1,49-19-23,1 2-1,0 1 1,-44 26 0,79-40-2,-1 1-1,1-1 1,0 1-1,-1-1 1,1 1 0,0 0-1,0 0 1,0 0 0,0 0-1,0 0 1,1 1-1,-1-1 1,0 0 0,1 1-1,0-1 1,0 1 0,0 0-1,-2 4 1,3-6-1,1-1 0,-1 0 0,0 1 0,0-1 0,0 0-1,0 1 1,1-1 0,-1 0 0,0 0 0,0 1 0,0-1 0,1 0 0,-1 0 0,0 1 0,1-1 0,-1 0 0,0 0-1,0 0 1,1 1 0,-1-1 0,0 0 0,1 0 0,-1 0 0,0 0 0,1 0 0,-1 0 0,0 0 0,1 0 0,-1 0 0,1 0-1,-1 0 1,19 0-10,-11 0-1,18-1-15,33-6 0,-33 3 38,34 0 1,-13 2 25,-33 0-31,1 2 0,-1 0 0,19 3 0,-21-2 4,-6 0-4,1 0-1,0 1 0,13 4 0,-18-5-5,0 0 0,0 0 0,1 0 0,-1 1 0,-1-1 0,1 1 0,0-1 0,0 1 0,-1 0 0,1 0 0,0 0-1,-1 0 1,0 0 0,2 3 0,-3-4-1,1 1 0,-1 0 0,1-1 0,-1 1 0,0 0-1,0 0 1,1-1 0,-1 1 0,0 0 0,-1 0 0,1-1 0,0 1-1,-1 0 1,1-1 0,0 1 0,-1 0 0,0-1 0,1 1 0,-1 0-1,0-1 1,0 1 0,0-1 0,0 0 0,0 1 0,0-1-1,-2 2 1,-7 7 4,1-1 0,-18 13 0,11-10 14,4-3-19,-1-1 1,-1 0 0,1-1-1,-1-1 1,-16 6 0,5-2-169,18-8-357,0 0 0,0 0 0,-1 0-1,1-1 1,0 0 0,-1 0 0,1-1 0,0 0 0,-1-1 0,-12-1 0,-7-4-4992,-41-14 1,40 11 1382,11 2 275,0-3-167</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27.561"/>
    </inkml:context>
    <inkml:brush xml:id="br0">
      <inkml:brushProperty name="width" value="0.035" units="cm"/>
      <inkml:brushProperty name="height" value="0.035" units="cm"/>
      <inkml:brushProperty name="color" value="#0066FF"/>
    </inkml:brush>
  </inkml:definitions>
  <inkml:trace contextRef="#ctx0" brushRef="#br0">61 40 2296,'34'-16'10476,"-33"15"-8782,16-15 9200,-24 11-6605,11 4-3670,4 1 1001,-8 0-1571,1 1 0,-1 0 0,1 0 0,-1 0 0,1 0-1,-1 0 1,0-1 0,1 1 0,-1 0 0,0 0-1,0 0 1,0 0 0,0 0 0,0 0 0,0 0-1,0 0 1,0 1 0,-1 1-49,1-1 0,-1 1 0,0-1 0,0 0 0,0 1 0,0-1 0,-1 0 0,-1 3 0,-5 9 0,-3 7 0,-4 8 0,11-16 0,1-7 0,1 0 0,0 0 0,1 0 0,-1 0 0,0 9 0,2-11 3,-1 1 1,0 0-1,0-1 0,0 1 1,0-1-1,-1 1 1,0-1-1,-2 5 0,2-5-22,0 0 0,0 0 0,1 0 0,-1 0 1,1 1-1,0-1 0,-1 9 0,2-11-456,0-1 0,-1 1 0,1-1 1,-1 0-1,0 0 0,1 1 0,-1-1 0,0 0 1,0 0-1,0 0 0,0 1 0,0-1 1,0 0-1,0 0 0,0-1 0,0 1 1,-2 1-1,-11-15-11894,11 10 9865,2-3-996,1 1-227</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27.876"/>
    </inkml:context>
    <inkml:brush xml:id="br0">
      <inkml:brushProperty name="width" value="0.035" units="cm"/>
      <inkml:brushProperty name="height" value="0.035" units="cm"/>
      <inkml:brushProperty name="color" value="#0066FF"/>
    </inkml:brush>
  </inkml:definitions>
  <inkml:trace contextRef="#ctx0" brushRef="#br0">0 23 1584,'3'-7'5245,"-2"6"-5056,-1 1 0,1-1 1,0 1-1,-1 0 1,1-1-1,0 1 1,0 0-1,-1-1 0,1 1 1,0 0-1,0 0 1,0 0-1,-1 0 1,1 0-1,1 0 0,1-2 1490,6-2-148,14-1 3424,-21 5-4035,24 1 5684,10 7-3521,-28-6-2829,0-1 0,0 1 0,0 1 1,0 0-1,0 0 0,12 6 1,-3 1-157,11 8-34,-2-1-60,-21-14-66,1 0-1,-2 0 1,1 0 0,0 1 0,-1-1 0,9 9 0,1 1-714,-13-12 591,0-1-1,0 1 0,1 0 1,-1 0-1,0 0 1,0 0-1,0 1 0,0-1 1,0 0-1,1 3 0,0-2-504,0 0-1,1 0 0,-1 0 0,1 0 0,-1 0 0,1-1 0,-1 1 0,4 1 1,1 0-1801,-5-3 1181,1 0-1,-1-1 1,1 1 0,-1-1 0,1 0-1,-1 0 1,4-2 0,-2 1-1345,5 1-1312</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28.304"/>
    </inkml:context>
    <inkml:brush xml:id="br0">
      <inkml:brushProperty name="width" value="0.035" units="cm"/>
      <inkml:brushProperty name="height" value="0.035" units="cm"/>
      <inkml:brushProperty name="color" value="#0066FF"/>
    </inkml:brush>
  </inkml:definitions>
  <inkml:trace contextRef="#ctx0" brushRef="#br0">234 7 136,'5'-6'7442,"-17"6"4657,3 0-7903,-28 10 961,24-7-4845,1 1-1,0 0 0,0 0 1,1 1-1,-1 0 1,1 1-1,0 1 0,1 0 1,-1 0-1,1 1 1,-10 10-1,16-14-311,1-1 0,0 1 0,0 0 0,0 0 0,0 0 0,1 1 0,-1-1 0,1 1 0,0-1 0,0 1 0,1 0 0,0 0 0,-1 0 0,1 0 0,1 0 0,-1 0 0,1 0 0,0 0 0,0 0 0,1 0 0,-1 0 0,1 0 0,0-1 0,0 1 0,1 0 0,0 0 0,0 0 0,0-1 0,0 1 0,0-1 0,1 0 0,0 0 0,0 0 0,0 0 0,5 4 0,2 1 0,1-1 0,-1 0 0,2-1 0,-1-1 0,1 1 0,0-2 0,0 0 0,0 0 0,1-1 0,-1-1 0,1 0 0,0 0 0,0-1 0,1-1 0,13-1 0,-25 1-3,-1-1-1,1 0 1,0-1-1,0 1 1,0 0-1,-1 0 1,1-1 0,0 1-1,-1-1 1,1 1-1,0-1 1,-1 0 0,1 0-1,-1 0 1,1 1-1,-1-1 1,1-1-1,-1 1 1,2-2 0,-2 1-14,1 0 0,-1 0 0,0-1 1,0 1-1,0 0 0,-1-1 0,1 1 1,-1 0-1,1-1 0,-1 1 0,0-1 1,1 1-1,-2-3 0,1 4-70,0 0 0,0 0 0,-1 0 0,1 0-1,-1 0 1,1 0 0,-1 0 0,1 0 0,-1 0 0,0 0-1,1 0 1,-1 1 0,0-1 0,1 0 0,-1 0 0,0 1 0,0-1-1,0 1 1,0-1 0,0 1 0,0-1 0,0 1 0,-1-1-1,-23-7-2662,6 6-418,-1 0 1,0 1-1,0 1 1,0 1-1,0 1 1,-26 5-1,19-2-553</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30.545"/>
    </inkml:context>
    <inkml:brush xml:id="br0">
      <inkml:brushProperty name="width" value="0.035" units="cm"/>
      <inkml:brushProperty name="height" value="0.035" units="cm"/>
      <inkml:brushProperty name="color" value="#0066FF"/>
    </inkml:brush>
  </inkml:definitions>
  <inkml:trace contextRef="#ctx0" brushRef="#br0">211 119 1136,'-25'0'10107,"17"0"-9555,6 0-166,-34 0 7749,32-2-7286,-1 0 0,0 0-1,0 1 1,0 0-1,0 0 1,0 0-1,-9 0 1,-23-5 2336,32 5-2953,2 0-86,1 1 0,-1-1 0,0 0 0,0 0-1,1 0 1,-1 0 0,1 0 0,-1-1-1,-3-2 1,1 3 128,5 1-256,-1 0-1,1 0 1,-1 0 0,0 0-1,1-1 1,-1 1-1,1 0 1,-1 0-1,1 0 1,-1 0-1,0-1 1,1 1-1,-1 0 1,1 0-1,-1-1 1,1 1-1,-1 0 1,1-1 0,-1 1-1,1-1 1,0 1-1,-1-1 1,-1-1 42,21-1-11,-12 2-49,-4-2 0,4 1 0,3-3 0,-10 2 0,1 2 0,-1 0 0,3 0 0,-1-1 0,1 1 0,-1-1 0,1 1 0,-1 0 0,1 0 0,3-1 0,14-5 0,-16 6 0,-1-1 0,0 1 0,1 0 0,-1 0 0,1 0 0,-1 0 0,7 0 0,-2 0 0,1 0 0,-1-1 0,1 0 0,-1 0 0,9-4 0,-9 3 0,0 0 0,0 1 0,1 0 0,-1 1 0,10-1 0,-4 1 0,-15 0 0,0-1 0,5 1 0,43 0 0,-36 1 0,-8 0 0,-1 3 0,16 4 0,-16-6 0,-1-1 0,1 1 0,-1 0 0,1-1 0,-1 1 0,1 0 0,-1 0 0,0 0 0,1 0 0,-1 0 0,0 1 0,0-1 0,0 0 0,0 0 0,0 1 0,0-1 0,0 1 0,0-1 0,-1 1 0,1-1 0,-1 1 0,1-1 0,-1 1 0,1 0 0,-1-1 0,0 1 0,0 0 0,0-1 0,0 4 0,-1 3 0,0-1 0,0 1 0,0-1 0,-5 13 0,5-19 0,-22 32 0,22-30 0,-1 0 0,1 0 0,-1 0 0,0 0 0,0 0 0,0 0 0,-1-1 0,1 1 0,0-1 0,-1 0 0,-3 3 0,2-1 0,0-1 0,0 0 0,0 1 0,1 0 0,-3 4 0,1-2 0,0 0 0,0 0 0,0 0 0,-12 8 0,-16 18 0,29-28 0,0 0 0,0-1 0,0 1 0,-1-1 0,-9 5 0,9-5 0,1 0 0,-1 0 0,0 1 0,1-1 0,-1 1 0,-3 4 0,7-7 0,0 0 0,0 1 0,-1-1 0,1-1 0,0 1 0,0 0 0,-1 0 0,1 0 0,-1-1 0,1 1 0,-3 0 0,2 0 0,0-1 0,0 1 0,0 0 0,0 0 0,0 0 0,0 0 0,0 0 0,1 1 0,-1-1 0,0 1 0,1-1 0,-2 2 0,-4 2 0,-1-3 0,8 0 0,8-4 0,25-7 0,40-6 0,-25 6 0,-32 7 0,-1 1 0,1 0 0,28 3 0,-2-1 0,-34 0 0,-1 0 0,0 0 0,0 0 0,0 1 0,0 0 0,0 1 0,11 5 0,17 6 0,-30-12 0,1 1 0,-1 0 0,0 0 0,-1 0 0,1 1 0,-1-1 0,1 1 0,-1 0 0,0 1 0,5 6 0,13 13 0,-18-20 0,-1-1 0,0 0 0,0 1 0,0 0 0,0 0 0,-1 0 0,0 0 0,1 0 0,-2 0 0,1 1 0,0-1 0,0 5 0,-1-7 0,-1 0 0,0 1 0,0-1 0,1 0 0,-2 0 0,1 0 0,0 0 0,0 0 0,-1 0 0,1 1 0,-1-1 0,0 0 0,1 0 0,-1 0 0,0 0 0,0-1 0,0 1 0,0 0 0,-1 0 0,1-1 0,-1 1 0,1 0 0,-1-1 0,1 0 0,-1 1 0,0-1 0,-2 2 0,-9 6 0,-9 4 0,-8-4 0,-70 19 0,69-21 0,-88 15 0,99-19 0,0-1 0,0-1 0,-38-4 0,54 3-565,-1-1-1,1 1 1,-1-1-1,1 0 1,0 0-1,-1-1 1,1 1-1,0-1 1,0 0-1,0 0 1,0-1 0,0 1-1,1-1 1,-1 0-1,1 0 1,-1 0-1,1 0 1,0 0-1,0-1 1,1 0-1,-4-5 1,5 7 95,1 0 0,0 0 1,0-1-1,1 1 0,-1 0 0,0 0 0,1 0 1,-1 0-1,1 0 0,0 0 0,0 0 0,-1 1 1,1-1-1,1 0 0,1-3 0,0 0-1070,0 0-1,1 0 1,0 1-1,6-7 1,6 0-2112</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31.588"/>
    </inkml:context>
    <inkml:brush xml:id="br0">
      <inkml:brushProperty name="width" value="0.035" units="cm"/>
      <inkml:brushProperty name="height" value="0.035" units="cm"/>
      <inkml:brushProperty name="color" value="#0066FF"/>
    </inkml:brush>
  </inkml:definitions>
  <inkml:trace contextRef="#ctx0" brushRef="#br0">522 25 952,'-25'-11'5775,"23"11"-5148,-34 0 3894,33 1-3496,-10-7 14024,14 6-14997,-1-1 0,0 1 0,0-1 0,1 1 0,-1 0 0,0-1 0,0 1 0,1 0 0,-1 0 0,0-1 0,1 1 0,-1 0 0,1 0 0,-1-1 1,0 1-1,1 0 0,-1 0 0,1 0 0,-1 0 0,0 0 0,1 0 0,-1 0 0,1-1 0,-1 1 0,1 0 0,0 1 0,37-3 323,-24 1-350,1 0 0,0 1 0,0 1 0,-1 0 0,21 5-1,-17-4-10,0 1 36,6 8-39,-17-7-61,-5 10 83,-37 23 56,28-31-78,-4 6 1,9-10-11,0 0 1,0 0-1,1 0 1,-1 0-1,0 0 1,0-1-1,-5 3 0,5-2 4,0 0-1,-1-1 0,1 1 0,0 0 0,0 0 0,-1 1 0,-2 4 0,0 4-2,3-8-1,0 1 0,0 0 0,0 0 0,-1-1 0,1 0-1,-1 1 1,-3 3 0,3-4-5,0 0 0,1 0 0,0 0 0,0 0 0,0 1 0,0-1 0,-1 5-1,2-5 12,0-1-1,-1 1 1,1 0 0,-1 0-1,1 0 1,-1-1-1,0 1 1,0-1-1,0 1 1,-1-1-1,1 0 1,-3 2-1,-7 6 91,10-8-45,0-1 0,1 1-1,-1-1 1,0 0 0,0 1 0,1-1 0,-1 0 0,0 0 0,0 0-1,-1 0 1,1 0 0,-4 0 0,5-1 109,-15 0 1513,23 0-1666,-6 1-8,-1-1 0,1 0 0,-1 0 0,1 0 0,-1 0 0,1 0 0,-1 0 0,1 0 0,-1 0 0,1 0 0,0-1 0,-1 1 0,1 0 0,-1 0 0,1 0 0,-1-1 0,1 1 0,-1 0 0,1 0 0,-1-1 0,0 1 0,1-1 0,4-1 0,6 1 0,-1 0 0,1-1 0,19-5 0,-20 4 0,0 1 0,0 0 0,20-2 0,3 2 0,-24 1 0,0 1 0,0-1 0,-1 1 0,1 1 0,11 1 0,-11 0 0,-1 0 0,1 0 0,0 1 0,-1 0 0,0 0 0,0 1 0,11 6 0,-3 0 0,38 27 0,-49-34 0,-1 1 0,0 0 0,0 0 0,0 0 0,-1 0 0,1 1 0,-1 0 0,0 0 0,3 7 0,-5-10 0,0 1 0,-1-1 0,1 0 0,-1 1 0,1-1 0,-1 0 0,0 1 0,0-1 0,0 1 0,0-1 0,0 1 0,0-1 0,-1 0 0,1 1 0,-1-1 0,0 0 0,0 1 0,0-1 0,0 0 0,0 0 0,0 0 0,0 0 0,-1 0 0,1 0 0,-1 0 0,0 0 0,1 0 0,-3 1 0,-10 5-55,0-1 1,-1 0-1,0-2 1,0 1-1,-26 5 1,-85 8-843,70-11 347,-180 10-9120,-5-20-5596,156 1 10297</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56.188"/>
    </inkml:context>
    <inkml:brush xml:id="br0">
      <inkml:brushProperty name="width" value="0.035" units="cm"/>
      <inkml:brushProperty name="height" value="0.035" units="cm"/>
      <inkml:brushProperty name="color" value="#0066FF"/>
    </inkml:brush>
  </inkml:definitions>
  <inkml:trace contextRef="#ctx0" brushRef="#br0">78 0 760,'25'6'4292,"-23"-6"-3906,25 5 4286,-13-2-704,-29-1-2428,14-2-1497,1 0 0,-1 0 0,1 1 0,0-1 0,-1 0 0,1 0 0,0 0 0,-1 0 0,1 0-1,-1 0 1,1 1 0,0-1 0,-1 0 0,1 0 0,0 0 0,0 1 0,-1-1 0,1 0 0,0 1 0,0-1 0,-1 0 0,1 0 0,0 1 0,-1 0 293,1-1 0,0 1 0,0-1 0,-1 0 0,1 1 1,0-1-1,-1 0 0,1 1 0,-1-1 0,1 0 0,0 1 0,-1-1 0,1 0 1,-1 0-1,1 1 0,-1-1 0,1 0 0,-1 0 0,1 0 0,-1 0 1,1 0-1,-1 0 0,0 0 0,0 0-149,1 1-1,-1-1 1,1 0 0,-1 0 0,1 0 0,0 1-1,-1-1 1,1 0 0,-1 0 0,1 1-1,0-1 1,-1 0 0,1 1 0,0-1-1,-1 1 1,1-1 0,0 0 0,0 1-1,-1-1 1,1 1 0,0-1 0,0 1-1,0-1 1,0 1 0,-1-1 0,1 1 0,0-1-1,0 1 1,0-1 0,0 1 0,0-1-1,0 1 1,0-1 0,0 1 0,1-1-1,-1 1 1,0-1 0,0 1 0,1 4-932,-1-4 783,0 16 421,-4-10-236,0-1 1,0 1-1,-9 10 1,12-15-220,0-1 1,0 1 0,0-1-1,0 1 1,0 0 0,1 0-1,-1-1 1,0 1 0,1 0-1,0 0 1,-1 0 0,1 0-1,0-1 1,0 1 0,0 0-1,0 0 1,0 0 0,0 0-1,1 0 1,-1-1 0,1 1-1,-1 0 1,1 0 0,0-1-1,1 4 1,-1 0-5,0-1 0,-1 1 0,1 0 0,-1 0 0,0 0 0,0-1 0,-1 1 0,1 0 0,-1 0 0,0-1 0,-1 1 0,1-1 0,-1 1 0,0-1 0,-2 5 0,1-1 0,1-3 0,1 1 0,0-1 0,0 0 0,1 1 0,0-1 0,0 1 0,0-1 0,1 7 0,1 20 0,0-28 0,3-4 0,-5-4 0,-16-23-2743,16 24 1738,-1 0 0,0 0 0,0 0 0,0 0 0,0 0 1,-1 0-1,1 1 0,-1-1 0,1 1 0,-1-1 0,0 1 0,0 0 0,0-1 1,-1 1-1,1 0 0,0 0 0,-1 1 0,-2-3 0,-3-2-1352,-2-5-2160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57.376"/>
    </inkml:context>
    <inkml:brush xml:id="br0">
      <inkml:brushProperty name="width" value="0.035" units="cm"/>
      <inkml:brushProperty name="height" value="0.035" units="cm"/>
      <inkml:brushProperty name="color" value="#0066FF"/>
    </inkml:brush>
  </inkml:definitions>
  <inkml:trace contextRef="#ctx0" brushRef="#br0">70 0 1056,'0'0'1204,"30"7"23297,-35-8-24007,-10 6 3342,14-5-3447,1 16 522,0-14-905,-1 0 1,1 0-1,-1 0 0,1-1 1,-1 1-1,0 0 0,1-1 0,-1 1 1,0 0-1,0-1 0,0 1 1,0-1-1,-2 2 0,1-1-3,1-1 0,0 1 0,-1 0-1,1 0 1,0 0 0,0 0-1,0 0 1,0 0 0,0 0 0,1 0-1,-1 0 1,1 0 0,-1 4 0,0-1-8,1 0 1,-1 0 0,0-1-1,0 1 1,-4 8 0,3-9-2,1 1 0,-1-1 1,1 1-1,0 0 0,-1 9 1,2-10 4,0 1 1,-1-1-1,0 0 1,0 1 0,0-1-1,-4 7 1,4-7 0,-1 0-1,1 0 1,0 0-1,0 0 1,0 0 0,0 6-1,1-3-29,-1 0-1,0 0 1,-1 0 0,-3 11-1,3-11-558,0-1-1,1 1 1,0 0-1,-1 12 1,4 2-4391,-2-20 4836,0-1 0,0 0 1,0 0-1,0 1 0,0-1 0,0 0 0,0 1 0,1-1 0,-1 0 1,0 0-1,0 1 0,0-1 0,0 0 0,0 0 0,1 1 0,-1-1 1,0 0-1,0 0 0,0 0 0,1 1 0,-1-1 0,0 0 1,0 0-1,1 0 0,-1 0 0,0 1 0,1-1 0,-1 0 0,0 0 1,0 0-1,1 0 0,-1 0 0,0 0 0,1 0 0,-1 0 0,0 0 1,0 0-1,1 0 0,-1 0 0,0 0 0,1 0 0,-1 0 0,0 0 1,1-1-1,-1 1 0,0 0 0,0 0 0,1 0 0,-1 0 0,0 0 1,0-1-1,0 1 0,1 0 0,-1 0 0,0 0 0,0-1 1,0 1-1,1 0 0,-1 0 0,0-1 0,0 1 0,0 0 0,0-1 1,0 1-1,0 0 0,1 0 0,-1-1 0,1-10-7514,-1 6 3470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28.010"/>
    </inkml:context>
    <inkml:brush xml:id="br0">
      <inkml:brushProperty name="width" value="0.035" units="cm"/>
      <inkml:brushProperty name="height" value="0.035" units="cm"/>
      <inkml:brushProperty name="color" value="#0066FF"/>
    </inkml:brush>
  </inkml:definitions>
  <inkml:trace contextRef="#ctx0" brushRef="#br0">105 0 384,'-4'9'24034,"-1"-12"-22919,-21-2 6020,26 10-7045,-2 0-81,-3 1-9,2 0 0,2-5 0,1 0 0,-1 1 0,1-1 0,-1 0 0,1 0 0,-1 0 0,0 0 0,0 0 0,1 1 0,-1-2 0,0 1 0,0 0 0,0 0 0,0 0 0,-1 0 0,-3 3 0,4-1 0,0-1 0,-1 1 0,1 0 0,0 0 0,0 0 0,1 0 0,-1 1 0,1-1 0,-1 0 0,1 3 0,-5 23 0,3-22 0,-1 0 0,2 0 0,-1 0 0,0 13 0,2 150 0,0-167 0,1-1 0,-1 1 0,1 0 0,0-1 0,-1 1 0,1-1 0,1 1 0,0 2 0,0-3 0,-1 1 0,0 0 0,0-1 0,0 1 0,0 0 0,0 0 0,-1 0 0,1 3 0,8 37 0,-9-43 0,0 0 0,0 1 0,-1-1 0,1 0 0,0 1 0,0-1 0,0 0 0,0 1 0,0-1 0,0 0 0,0 1 0,0-1 0,0 0 0,0 1 0,1-1 0,-1 0 0,0 0 0,0 1 0,0-1 0,0 0 0,0 1 0,1-1 0,-1 0 0,0 0 0,0 1 0,0-1 0,1 0 0,-1 0 0,0 1 0,0-1 0,1 0 0,-1 0 0,1 1 0,2 0 0,-1 4 0,-2 0 0,-1-5 0,1 0 1,0 0-1,0 0 1,0 0-1,0 0 0,0 0 1,-1 0-1,1-1 1,0 1-1,0 0 1,0 0-1,0 0 0,0 0 1,-1 0-1,1 0 1,0 0-1,0 0 0,0 0 1,0 0-1,-1 0 1,1 0-1,0 0 1,0 0-1,0 0 0,0 0 1,0 0-1,-1 0 1,1 1-1,0-1 0,0 0 1,0 0-1,0 0 1,0 0-1,-1 0 0,1 0 1,0 0-1,0 0 1,0 1-1,0-1 1,0 0-1,0 0 0,0 0 1,0 0-1,-1 0 1,1 0-1,0 1 0,0-1 1,0 0-1,0 0 1,0 0-1,0 0 1,0 1-1,0-1 0,0 0 1,0 0-1,0 0 1,0 1-1,-4-9-120,-11 2-2088,14 6 1844,0 0 1,0-1-1,0 1 0,0 0 1,0-1-1,1 1 1,-1-1-1,0 1 1,0-1-1,0 1 1,0-1-1,0 1 1,1-1-1,-1 0 0,0 1 1,0-1-1,1 0 1,-1 0-1,0 0 1,1 0-1,-1 0 1,1 1-1,0-1 0,-1-2 1,-1-1-548,1 2-602,0 0 1,0 0-1,1-1 0,-1 1 0,0 0 0,1 0 1,0-1-1,-1-2 0,1-6-3703</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28.915"/>
    </inkml:context>
    <inkml:brush xml:id="br0">
      <inkml:brushProperty name="width" value="0.035" units="cm"/>
      <inkml:brushProperty name="height" value="0.035" units="cm"/>
      <inkml:brushProperty name="color" value="#0066FF"/>
    </inkml:brush>
  </inkml:definitions>
  <inkml:trace contextRef="#ctx0" brushRef="#br0">400 8 184,'-13'0'2375,"10"1"-1800,-1-1 0,1 0 0,0 0 0,-1 0 0,1 0 0,0-1 0,-1 1 0,1-1 0,0 0 0,-5-2 1,1 2 397,0 0 1,0 1 0,0 0 0,0 0 0,0 0 0,-10 2 0,5 1 817,0 0 0,-19 1-1,-8 1 1114,22-3-1426,-4 2-6,-57 18 2620,68-18-3835,8-4-197,-1 1-1,1-1 1,0 1 0,1 0 0,-1 0 0,0 0 0,0 0-1,0 0 1,0 0 0,1 1 0,-1-1 0,1 0-1,-1 1 1,1 0 0,-1-1 0,1 1 0,-2 3 0,-11 13 109,12-16-157,0-1 1,1 1 0,-1 0 0,1 0 0,-1-1 0,1 1 0,0 0-1,0 1 1,0-1 0,0 0 0,0 0 0,0 0 0,0 0 0,1 1 0,-1-1-1,1 0 1,0 1 0,0 2 0,0 0-13,1 0 0,0 0 0,0 0 0,1 0 0,-1-1 0,1 1 0,0 0 0,0-1 0,1 1 0,-1-1 0,7 8 0,1-1 0,7 11 0,-14-19 0,0 0 0,0 0 0,0-1 0,0 1 0,1-1 0,-1 0 0,1 0 0,-1 0 0,1-1 0,0 1 0,0-1 0,0 0 0,6 2 0,13 4 0,-17-5 0,-1-1 0,1 0 0,-1 0 0,1 0 0,0-1 0,-1 0 0,1 0 0,0 0 0,-1-1 0,1 0 0,6-1 0,5-3 0,0 0 0,20-8 0,-30 10 0,-1 0 0,1-1 0,-1 1 0,0-1 0,10-9 0,-14 12 0,0-1 0,0 0 0,-1 0 0,1 0 0,0-1 0,-1 1 0,1 0 0,-1-1 0,1 1 0,-1-1 0,0 1 0,0-1 0,-1 1 0,1-1 0,0 0 0,-1 1 0,1-4 0,-10-23 0,8 26 0,0 0 0,-1 0 0,1 0 0,-1 0 0,0 0 0,0 0 0,0 1 0,0-1 0,-1 1 0,1-1 0,-1 1 0,1 0 0,-1 0 0,0 0 0,-3-2 0,4 2 0,-1 1 0,1-1 0,0 1 0,0 0 0,0 0 0,-1-1 0,1 1 0,-1 1 0,1-1 0,-1 0 0,-4 0 0,-1 0 0,4 0 0,0 0 0,-21 2 0,15-1-739,1 0 1,0 0-1,0 1 1,-16 4-1,9 0-5002,24-12-4048,15-3 1890,-12 5 4703</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29.486"/>
    </inkml:context>
    <inkml:brush xml:id="br0">
      <inkml:brushProperty name="width" value="0.035" units="cm"/>
      <inkml:brushProperty name="height" value="0.035" units="cm"/>
      <inkml:brushProperty name="color" value="#0066FF"/>
    </inkml:brush>
  </inkml:definitions>
  <inkml:trace contextRef="#ctx0" brushRef="#br0">265 2 1888,'0'0'1909,"-26"0"3957,18-1-5035,-1 1 0,1 0 0,-1 1 0,1 0 0,-1 0-1,1 1 1,0 0 0,0 0 0,-12 6 0,-25 7 3242,28-8-2292,15-6-1591,0-1-1,0 1 0,0 0 0,0-1 1,0 1-1,1 0 0,-1 0 1,0 0-1,0 1 0,1-1 0,-1 0 1,1 1-1,-2 1 0,-13 14 1039,13-15-1091,0 1-1,0-1 0,1 1 0,-1 0 0,1 0 0,0 0 0,0 0 0,-3 7 0,4-8-95,-1 1 0,1 0 0,0 0 0,0 0 0,0 0-1,1 0 1,-1 0 0,0 0 0,1 0 0,0 0 0,0 0 0,0 0 0,0 1 0,1-1 0,-1 0 0,1 0 0,0 0 0,-1 0 0,2 0-1,-1 0 1,0-1 0,0 1 0,1 0 0,0-1 0,2 5 0,11 8-56,-11-11 17,-1 0 1,1 0 0,0-1 0,1 1-1,-1-1 1,9 5 0,2-1-37,0-1-1,0 0 1,0-1-1,28 5 0,-34-9 13,-1 0-1,0-1 0,1 0 1,-1 0-1,1-1 0,-1 0 0,0-1 1,1 0-1,-1 0 0,12-5 0,-17 6 16,0-1 0,-1 0-1,1 0 1,-1 0-1,0 0 1,0 0 0,1 0-1,-2 0 1,4-5-1,-4 6 6,0 0 0,0-1-1,0 1 1,0 0-1,0-1 1,-1 1-1,1-1 1,-1 1 0,1-1-1,-1 1 1,1-1-1,-1 0 1,0 1-1,0-1 1,0 0 0,0 1-1,0-1 1,0-1-1,-4-5-2,1 0-1,-2 0 1,1 0 0,-1 1-1,-1 0 1,1 0-1,-1 0 1,0 1 0,-1 0-1,1 0 1,-11-6-1,-3-1 2,-1 1 0,0 1 0,-25-10 0,42 20-18,1 0 0,-1 0 0,1 1 0,-1-1 0,0 1 0,1-1 0,-1 1-1,0 0 1,1 1 0,-1-1 0,0 0 0,1 1 0,-1 0 0,1 0 0,-6 2 0,-4 3-1183,1 0 0,-20 13 0,31-19 912,0 1-1,0 0 1,0-1-1,0 1 1,0 0-1,0 0 1,0-1-1,1 1 0,-1 0 1,0 0-1,1 0 1,-1 0-1,0 0 1,0 2-1,1-3 80,0 1 0,0-1 1,0 1-1,0-1 0,0 1 0,0-1 0,0 1 0,0 0 0,0-1 0,0 1 0,0-1 1,0 1-1,1-1 0,-1 1 0,0-1 0,0 1 0,1-1 0,-1 1 0,0-1 1,1 0-1,-1 1 0,1 0 0,1 0-569,0 1 1,0-1-1,0 0 1,0 0-1,0 0 1,0 0-1,1 0 1,-1 0-1,0-1 1,1 1-1,-1-1 1,0 1-1,1-1 0,4 0 1,7 0-2667</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30.050"/>
    </inkml:context>
    <inkml:brush xml:id="br0">
      <inkml:brushProperty name="width" value="0.035" units="cm"/>
      <inkml:brushProperty name="height" value="0.035" units="cm"/>
      <inkml:brushProperty name="color" value="#0066FF"/>
    </inkml:brush>
  </inkml:definitions>
  <inkml:trace contextRef="#ctx0" brushRef="#br0">183 11 1128,'-36'-11'29138,"32"12"-28971,1-1 0,-1 1 0,1-1-1,0 1 1,-1 0 0,1 0-1,0 0 1,0 1 0,0-1-1,0 1 1,0-1 0,0 1 0,0 0-1,-4 5 1,-2 8-167,5-10 0,1 0 0,1 0 0,-1 0 0,-3 9 0,-17 28 0,18-17-12,0 0-1,1-1 1,0 50 0,3-65-769,0 0 0,0-1 0,-5 16 0,0 2-4690,3 0-4601,2-14 4187,-7 3-17</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4.423"/>
    </inkml:context>
    <inkml:brush xml:id="br0">
      <inkml:brushProperty name="width" value="0.035" units="cm"/>
      <inkml:brushProperty name="height" value="0.035" units="cm"/>
      <inkml:brushProperty name="color" value="#0066FF"/>
    </inkml:brush>
  </inkml:definitions>
  <inkml:trace contextRef="#ctx0" brushRef="#br0">27 23 904,'27'0'8394,"-23"0"-7871,-4 0-457,1 0-1,-1 0 1,0 0-1,1 1 0,-1-1 1,0 0-1,1 0 1,-1 0-1,1 0 0,-1 0 1,0 0-1,1 0 1,-1 0-1,0 0 0,1 0 1,-1 0-1,1-1 1,-1 1-1,0 0 0,1 0 1,-1 0-1,0 0 1,1 0-1,-1-1 0,0 1 1,1 0-1,-1 0 1,0-1-1,0 1 0,1 0 1,-1 0-1,0-1 1,0 1-1,1 0 0,-1-1 1,0 1-1,0-1 1,0 0 937,0-1-382,-1-7 5956,-15 4 1745,15 5-8234,1 0-1,-1 0 1,1 0-1,-1 0 1,1 1-1,-1-1 1,1 0-1,0 0 1,-1 0-1,1 1 1,-1-1-1,1 0 1,-1 1 0,1-1-1,0 0 1,-1 1-1,1-1 1,-1 1-1,1 2-81,0-1-1,0 1 1,0-1-1,0 1 1,-1 0 0,1-1-1,-1 1 1,1-1-1,-1 0 1,0 1-1,-2 3 1,0 20 17,0-19-142,0 1 1,1 0-1,0 0 1,0 0 0,0 0-1,1 0 1,0 13 0,-7 21-3799,-1 2-7047,9-32 2329,0-7 4019</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5"/>
    </inkml:context>
    <inkml:brush xml:id="br0">
      <inkml:brushProperty name="width" value="0.035" units="cm"/>
      <inkml:brushProperty name="height" value="0.035" units="cm"/>
      <inkml:brushProperty name="color" value="#0066FF"/>
    </inkml:brush>
  </inkml:definitions>
  <inkml:trace contextRef="#ctx0" brushRef="#br0">2 50 1792,'0'-7'9572,"0"-3"-5411,4 1-992,-4 9-2722,1-1 1,-1 0-1,1 1 1,-1-1-1,0 0 0,1 0 1,-1 1-1,0-1 1,1 0-1,-1 0 1,0 1-1,0-1 1,0 0-1,0 0 0,0 0 1,0 0-1,0 0-353,0 1 23,0 0 0,0 0 0,0-1 0,0 1 0,0 0 0,0-1 0,0 1 0,0 0 0,0-1 1,0 1-1,0 0 0,0-1 0,0 1 0,0 0 0,0 0 0,0-1 0,0 1 0,0 0 0,1-1 0,-1 1 0,0 0 0,0 0 0,0-1 0,0 1 1,1 0-1,-1 0 0,0-1 0,0 1 0,0 0 0,1 0 0,-1 0 0,0-1 0,1 1 0,-1 0 0,0 0 0,0 0 0,1 0 0,-1 0 0,0 0 1,1 0-1,-1-1 0,0 1 0,0 0 0,1 0 0,-1 0 0,0 0 0,1 0 0,-1 0 0,0 0 0,1 1 0,-1 0 234,0 3-299,0-3-52,1 9 0,-1 0 0,-1 0 0,1 0 0,-2 0 0,1 0 0,-6 17 0,4-13-616,1-1 1,0 1-1,1 1 0,0-1 1,2 17-1,0-4-628,-1-25 815,0 0 1,0 0 0,1 0 0,-1-1 0,0 1-1,1 0 1,0 0 0,-1 0 0,1-1-1,0 1 1,0 0 0,0-1 0,0 1 0,0-1-1,0 1 1,1-1 0,-1 0 0,0 1-1,1-1 1,1 1 0,3 2-2470,-1-1 0,1 1-1,13 4 1,-15-7 1090,6 5-2979</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5.730"/>
    </inkml:context>
    <inkml:brush xml:id="br0">
      <inkml:brushProperty name="width" value="0.035" units="cm"/>
      <inkml:brushProperty name="height" value="0.035" units="cm"/>
      <inkml:brushProperty name="color" value="#0066FF"/>
    </inkml:brush>
  </inkml:definitions>
  <inkml:trace contextRef="#ctx0" brushRef="#br0">88 30 728,'-2'-3'6945,"-5"-9"-171,7-2 5592,1 21-8248,-3 22-3870,-14 12-264,14-34-349,0 0 0,-1 0 0,1-1 0,-1 1 0,-1-1 0,1 1 0,-1-1 0,0 0 0,-5 6 0,6-10-103,1 0 1,0 0 0,0 1-1,0-1 1,0 1 0,0 0 0,1-1-1,-1 1 1,1 0 0,-3 6-1,2 5-4315,2 4-3748,0-13 4695,0 1-186</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6.218"/>
    </inkml:context>
    <inkml:brush xml:id="br0">
      <inkml:brushProperty name="width" value="0.035" units="cm"/>
      <inkml:brushProperty name="height" value="0.035" units="cm"/>
      <inkml:brushProperty name="color" value="#0066FF"/>
    </inkml:brush>
  </inkml:definitions>
  <inkml:trace contextRef="#ctx0" brushRef="#br0">112 11 2184,'-42'11'11024,"42"-11"-10886,0 0-1,-1 0 0,1 0 1,0 0-1,-1 0 0,1 0 1,-1-1-1,1 1 1,0 0-1,-1 0 0,1 0 1,0 0-1,-1 0 0,1-1 1,0 1-1,-1 0 1,1 0-1,0-1 0,-1 1 1,1 0-1,0 0 1,0-1-1,-1 1 0,1 0 1,0-1-1,0 1 0,0 0 1,-1-1-1,1 0 1,-1-14 12353,1 42-10720,0-23-1738,0 1 1,-1-1-1,0 0 1,0 0-1,0 0 0,-3 7 1,2-7-10,0-1 1,1 1 0,0 0 0,0 0-1,0 0 1,0 8 0,1-8-111,-1 0 0,0 0-1,0 1 1,0-1 0,0 0 0,-4 8 0,-4 10-597,-2 3-1175,-1 3-1744,12-27 3377,-1 0 0,1 1 0,0-1 0,0 0 0,0 1 0,0-1 1,0 0-1,1 1 0,-1-1 0,0 0 0,1 0 0,-1 1 0,1-1 1,-1 0-1,1 0 0,-1 0 0,1 0 0,0 1 0,0-1 0,0 0 1,1 1-1,14 22-7330,-8-10 3059,1-2-270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6.768"/>
    </inkml:context>
    <inkml:brush xml:id="br0">
      <inkml:brushProperty name="width" value="0.035" units="cm"/>
      <inkml:brushProperty name="height" value="0.035" units="cm"/>
      <inkml:brushProperty name="color" value="#0066FF"/>
    </inkml:brush>
  </inkml:definitions>
  <inkml:trace contextRef="#ctx0" brushRef="#br0">269 28 2016,'-5'0'4558,"-19"1"-186,-2 2-2363,21-2-1623,0-1-1,1 0 1,-1 1 0,0 0-1,1 0 1,-1 0 0,1 1-1,-8 3 1,-31 11 3603,17-5-678,23-10-2930,-1 0 1,1 0-1,-1 0 0,1 1 1,0-1-1,-1 1 0,1 0 1,-5 4-1,-13 10 1127,18-15-1379,0 0 0,1 1 0,0 0 0,-1-1 0,1 1 0,0 0 0,0 0 0,0 0 0,0 0 0,0 1 0,0-1 0,1 0 0,-1 1 0,-1 2 0,2-1-60,0 0 0,0-1 0,0 1 0,0 0 0,0 0 0,1 0 0,-1 0 0,1 0 0,0 0 0,0 0 0,2 5 0,-2-6-60,1-1-1,0 0 1,-1 0-1,1 1 1,0-1 0,1 0-1,-1 0 1,0 0-1,1 0 1,-1 0-1,1 0 1,-1-1-1,1 1 1,0 0 0,0-1-1,0 1 1,0-1-1,0 0 1,0 0-1,0 1 1,2-1-1,5 3-2,-2-1-2,-1 0-1,1 0 0,0-1 1,0 0-1,1 0 1,-1-1-1,12 1 1,-8-2-5,-1 0 0,0-1 1,1 0-1,-1-1 1,0 0-1,0-1 0,0 0 1,0 0-1,0-1 0,-1-1 1,0 1-1,0-2 1,0 1-1,0-1 0,-1 0 1,0-1-1,0 0 0,12-15 1,-18 21-2,-1-1 0,0 1 0,1-1 0,-1 1 0,0-1 1,0 0-1,0 0 0,0 0 0,0 1 0,-1-1 0,1 0 0,-1 0 1,1 0-1,0-3 0,-2 2-1,0 0 0,0 0 0,0 0 0,0 0 0,0 0 0,-1 0 0,1 0 0,-1 1 0,-2-3 0,1 0-5,-1-3-50,-1 1 0,0 0 0,0 0 0,-1 0 0,1 1 1,-1-1-1,-1 1 0,-6-5 0,7 7-239,0 1 1,1-1-1,-2 1 0,1 0 1,0 1-1,0-1 0,-1 1 1,-6-1-1,-46-1-4167,18 3-3500,19 2-847,13-1 4693</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7.774"/>
    </inkml:context>
    <inkml:brush xml:id="br0">
      <inkml:brushProperty name="width" value="0.035" units="cm"/>
      <inkml:brushProperty name="height" value="0.035" units="cm"/>
      <inkml:brushProperty name="color" value="#0066FF"/>
    </inkml:brush>
  </inkml:definitions>
  <inkml:trace contextRef="#ctx0" brushRef="#br0">229 39 1568,'1'0'3875,"5"0"1899,-15 1-4586,0 1-1,0 0 1,0 1-1,0 0 0,0 0 1,1 1-1,-12 7 1,-1-1 269,0 1 909,-29 21-1,17-11-483,9 5-595,23-26-1272,1 0-1,0 0 0,0 1 1,-1-1-1,1 0 0,0 0 0,0 0 1,0 0-1,-1 0 0,1 1 1,0-1-1,0 0 0,0 0 1,0 0-1,-1 1 0,1-1 0,0 0 1,0 0-1,0 0 0,0 1 1,0-1-1,0 0 0,0 0 0,0 1 1,0-1-1,0 0 0,0 0 1,0 1-1,0-1 0,0 0 1,0 0-1,0 0 0,0 1 0,0-1 1,0 1-1,8 5 244,12 2-47,-20-8-186,4 0 2,0 1 0,1-1 0,-1-1 1,0 1-1,0 0 0,0-1 0,0 0 1,7-2-1,6-1 40,4 0-47,-1-1 1,1 0 0,-1-2-1,-1 0 1,29-15 0,-30 13-13,0-2 0,30-23 0,-47 32-19,1 0 1,-1 0 0,0 0-1,0 0 1,0-1-1,0 1 1,0 0 0,0 0-1,-1-1 1,1 1-1,-1-1 1,1 1 0,-1 0-1,0-1 1,0 1-1,0-1 1,0 1 0,-2-4-1,2-6-39,0 11 26,0 0 0,-1 0-1,1 1 1,0-1 0,-1 0 0,1 0 0,-1 0 0,1 0 0,-1 1 0,1-1 0,-1 0 0,1 0 0,-1 1 0,0-1 0,1 0 0,-1 1 0,0-1 0,0 1 0,1-1-1,-1 1 1,0-1 0,0 1 0,0 0 0,0-1 0,0 1 0,1 0 0,-1 0 0,0 0 0,0 0 0,0-1 0,0 1 0,0 0 0,0 1 0,0-1 0,0 0-1,-1 0 1,-30 5-1190,13 4-1847,-23 16 0,39-24 2289,1 1 1,-1 0-1,1-1 1,-1 1-1,1 0 1,0 1 0,0-1-1,0 0 1,0 0-1,-3 5 1,5-6 494,0 0 0,0-1 1,-1 1-1,1 0 1,0 0-1,-1-1 0,1 1 1,-1 0-1,1-1 0,-1 1 1,1 0-1,-1-1 0,1 1 1,-1-1-1,1 1 0,-1-1 1,0 1-1,1-1 1,-1 0-1,0 1 0,0-1 1,0 1-1,-4 1-1502,-4 4-1740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57.466"/>
    </inkml:context>
    <inkml:brush xml:id="br0">
      <inkml:brushProperty name="width" value="0.035" units="cm"/>
      <inkml:brushProperty name="height" value="0.035" units="cm"/>
      <inkml:brushProperty name="color" value="#0066FF"/>
    </inkml:brush>
  </inkml:definitions>
  <inkml:trace contextRef="#ctx0" brushRef="#br0">0 0 624,'22'0'7184,"0"0"4107,-14 17-8612,-7-13-2486,-1 1 1,1 0-1,0 0 0,0-1 0,4 10 1,-3-10-175,-1 1 1,1 0 0,-1 0 0,0 0-1,0 0 1,0 6 0,-1 89 73,0-40-1873,0 0-5099,0-60 6744,0 0 1,0 0 0,0-1-1,1 1 1,-1 0-1,0 0 1,0 0 0,0 0-1,1-1 1,-1 1-1,0 0 1,0 0 0,0 0-1,1 0 1,-1 0-1,0 0 1,0 0-1,1 0 1,-1 0 0,0 0-1,1 0 1,-1 0-1,0 0 1,0 0 0,1 0-1,-1 0 1,0 0-1,0 0 1,1 0 0,-1 0-1,0 0 1,0 0-1,1 0 1,-1 0 0,0 1-1,0-1 1,0 0-1,1 0 1,-1 0 0,0 0-1,0 1 1,0-1-1,0 0 1,1 0 0,-1 0-1,0 1 1,0-1-1,0 0 1,0 0 0,0 1-1,0-1 1,0 0-1,0 0 1,1 1-1,-1-1 1,0 0 0,0 0-1,0 1 1,0-1-1,0 0 1,0 0 0,-1 1-1,1-1 1,0 0-1,0 0 1,0 1 0,0-1-1,0 1 1,7-7-3182</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2.804"/>
    </inkml:context>
    <inkml:brush xml:id="br0">
      <inkml:brushProperty name="width" value="0.035" units="cm"/>
      <inkml:brushProperty name="height" value="0.035" units="cm"/>
      <inkml:brushProperty name="color" value="#0066FF"/>
    </inkml:brush>
  </inkml:definitions>
  <inkml:trace contextRef="#ctx0" brushRef="#br0">44 12 1680,'0'0'4308,"-17"-11"9451,34 12-8859,-17 41 258,0 23-4827,0-59-442,-1 0 1,0-1-1,-1 1 1,1 0-1,-5 8 0,-2 8-1140,-3 2-1020,9-22 1707,1 1 0,-1-1-1,1 0 1,0 1 0,0 0 0,0-1 0,0 1 0,0-1 0,0 1-1,1 0 1,-1 0 0,1 3 0,1 7-3135,-1-13 3453,0 0 0,0 1 0,0-1 0,0 0 0,0 0 0,0 1 0,0-1 0,0 0 0,0 1 0,0-1 0,0 0-1,0 1 1,1-1 0,-1 0 0,0 1 0,0-1 0,0 0 0,0 0 0,0 1 0,1-1 0,-1 0 0,0 0 0,0 1 0,1-1 0,-1 0 0,0 0 0,0 1 0,1-1 0,-1 0 0,0 0 0,0 0 0,1 0 0,-1 0 0,0 1 0,1-1 0,-8 4-3710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54.795"/>
    </inkml:context>
    <inkml:brush xml:id="br0">
      <inkml:brushProperty name="width" value="0.035" units="cm"/>
      <inkml:brushProperty name="height" value="0.035" units="cm"/>
      <inkml:brushProperty name="color" value="#0066FF"/>
    </inkml:brush>
  </inkml:definitions>
  <inkml:trace contextRef="#ctx0" brushRef="#br0">122 87 272,'0'-1'148,"0"1"1,1 0-1,-1-1 0,0 1 1,0 0-1,0-1 0,0 1 0,0 0 1,0 0-1,1-1 0,-1 1 1,0 0-1,0 0 0,0-1 0,1 1 1,-1 0-1,0 0 0,0-1 1,1 1-1,-1 0 0,0 0 0,1 0 1,-1 0-1,0 0 0,1-1 1,-1 1-1,0 0 0,1 0 0,-1 0 1,0 0-1,1 0 0,-1 0-62,1 0 1,-1 0-1,1 0 0,-1 0 0,1 0 0,-1 0 0,0-1 0,1 1 1,-1 0-1,1 0 0,-1 0 0,0-1 0,1 1 0,-1 0 0,0 0 0,1-1 1,-1 1-1,0 0 0,0-1 0,1 1 0,-1 0 0,0-1 0,0 1 0,1 0 1,-1-1-1,0 1 0,0-1 0,0 1 0,0 0 0,0-1 0,1 1 0,-1-1 1,0 0-1,4-8 2074,0-3 1077,0-3 633,1-4 5601,-5 19-9217,1-1 0,-1 0 0,1 1-1,-1-1 1,1 1 0,-1-1-1,1 1 1,-1-1 0,1 1 0,0-1-1,-1 1 1,1-1 0,-1 1 0,1 0-1,0-1 1,0 1 0,0 0 0,4-3 726,-5 0-517,-7 3-391,-2 3-72,0-1 0,7-1 0,0-1 0,-1 1 0,1 0 0,0 0 0,0 0 0,-1 0 0,1 1 0,0-1 0,0 0 0,-3 4 0,-4 2 0,-2 0 0,1 0 0,0 1 0,0 0 0,1 1 0,-16 19 0,20-23 0,1 1 0,1-1 0,-1 1 0,1 0 0,0 0 0,0 1 0,1-1 0,0 1 0,0-1 0,0 1 0,1-1 0,0 1 0,0 8 0,1-10 0,1 0 0,-1 1 0,1-1 0,0 0 0,1 0 0,-1 0 0,1 0 0,0 0 0,0 0 0,1-1 0,0 1 0,-1-1 0,1 1 0,1-1 0,-1 0 0,1 0 0,-1-1 0,1 1 0,6 4 0,0-2 0,-1 0 0,1 0 0,0-1 0,0 0 0,0 0 0,1-1 0,-1-1 0,14 3 0,-19-5 0,-1-1 0,1 0 0,0 1 0,0-2 0,0 1 0,0 0 0,0-1 0,0 0 0,0 0 0,0-1 0,0 1 0,-1-1 0,1 0 0,-1 0 0,1-1 0,-1 1 0,0-1 0,0 0 0,0 0 0,0-1 0,-1 1 0,1-1 0,3-4 0,-3 3 0,0 1 0,-1-1 0,0 0 0,0 0 0,-1 0 0,1-1 0,-1 1 0,0 0 0,0-1 0,-1 0 0,1 1 0,-1-1 0,-1 0 0,1 1 0,-1-1 0,0 0 0,0 0 0,-1 0 0,-1-5 0,2 9 0,-18-50 19,17 49-25,0 1 1,0-1-1,0 1 1,-1-1-1,0 1 1,1-1-1,-1 1 1,0 0-1,0 0 1,0 0-1,0 0 1,0 0-1,-1 1 1,1-1-1,-1 1 1,-3-3-1,2 3-655,-1 1 0,1-1 0,0 1 0,0 0 0,-1 0 0,1 0 0,0 1 0,0-1 0,-1 1 0,1 0 0,0 1-1,0-1 1,0 0 0,0 1 0,0 0 0,-4 3 0,-21 7-5867,-5 4-2289,24-10 4188</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56.099"/>
    </inkml:context>
    <inkml:brush xml:id="br0">
      <inkml:brushProperty name="width" value="0.035" units="cm"/>
      <inkml:brushProperty name="height" value="0.035" units="cm"/>
      <inkml:brushProperty name="color" value="#0066FF"/>
    </inkml:brush>
  </inkml:definitions>
  <inkml:trace contextRef="#ctx0" brushRef="#br0">147 33 2737,'0'0'241,"0"-1"1,0 1 0,0-1 0,0 0-1,0 1 1,1-1 0,-1 1-1,0-1 1,0 1 0,1-1 0,-1 1-1,0-1 1,1 1 0,-1-1 0,0 1-1,1-1 1,-1 1 0,1 0 0,-1-1-1,0 1 1,1-1 0,-1 1 0,2-1-1,-2 1-127,1 0-1,0-1 0,-1 1 0,1-1 1,-1 1-1,1-1 0,0 1 1,-1-1-1,1 1 0,-1-1 0,0 0 1,1 1-1,-1-1 0,1 0 1,-1 1-1,0-1 0,0 0 0,1 1 1,-1-1-1,0 0 0,0 0 1,0 1-1,0-1 0,0-1 0,0 2-73,0 0 0,0 0 0,0-1 0,0 1 0,0 0 0,0 0 0,1 0-1,-1-1 1,0 1 0,0 0 0,0 0 0,0 0 0,0-1 0,0 1-1,0 0 1,1 0 0,-1 0 0,0 0 0,0-1 0,0 1 0,0 0 0,1 0-1,-1 0 1,0 0 0,0 0 0,0 0 0,1 0 0,-1-1 0,0 1 0,0 0-1,0 0 1,1 0 0,-1 0 0,-3 1 1465,1-1-1186,-17 6 1170,1 6-353,-24 19 0,-25 35-210,65-64-921,0 0 0,1 0-1,-1 1 1,1-1 0,-1 1-1,1-1 1,0 1-1,0 0 1,0-1 0,0 1-1,0 0 1,1 0 0,-1 0-1,1-1 1,0 1 0,-1 0-1,1 0 1,1 0-1,-1 0 1,0 0 0,1 0-1,0-1 1,-1 1 0,1 0-1,0 0 1,0-1-1,1 1 1,-1-1 0,1 1-1,-1-1 1,1 1 0,0-1-1,-1 0 1,1 0 0,4 3-1,0-2 4,0 0-1,-1 0 1,1-1-1,0 0 1,1 0 0,-1-1-1,0 0 1,0 0-1,1 0 1,-1-1-1,0 0 1,1 0 0,-1 0-1,8-3 1,-2 1-2,0-1 1,-1 0 0,0 0-1,0-2 1,0 1 0,0-1-1,10-7 1,-14 8-18,0-1-1,-1 0 1,1 0 0,-1 0 0,0-1-1,7-8 1,-6 6 10,-6 8 1,-1 0 0,1 0 0,-1-1 0,1 1-1,-1-1 1,1 1 0,-1 0 0,1-1 0,-1 1 0,1-1 0,-1 1-1,0-1 1,1 1 0,-1-1 0,0 1 0,1-1 0,-1 0 0,0 1-1,0-1 1,0 1 0,1-1 0,-1 0 0,0 1 0,0-1-1,0 0 1,0 1 0,0-1 0,0 1 0,0-1 0,-1 0 0,1 1-1,0-1 1,0 0 0,0 1 0,0-1 0,-1 1 0,1-1 0,0 1-1,-1-1 1,1 1 0,0-1 0,-1 1 0,1-1 0,-1 1 0,1-1-1,-1 1 1,0-1 0,-9-12 19,10 12-16,-1 0 0,0 0-1,1 0 1,-1 0 0,0 0 0,0 0-1,0 1 1,0-1 0,1 0 0,-1 0-1,0 0 1,-1 1 0,1-1-1,-2 0 1,-10-10 2,12 10-6,0 0 0,0 0 1,1 1-1,-1-1 0,0 0 1,0 0-1,0 1 0,0-1 1,0 1-1,0-1 0,0 0 1,0 1-1,0 0 1,-2-1-1,-15-4-31,15 3 18,0 1 0,-1 0 0,1 0 0,-1 0 0,1 0 0,-1 1 0,1-1 0,-1 1 0,0 0 0,1 0 0,-1 0 0,1 1 0,-1-1 0,1 1 0,-1 0 0,1 0 0,-5 1 0,-26 14-728,30-14 226,-1 0 0,0 0 1,0 0-1,1 1 0,0-1 0,-1 1 0,1 0 0,0 0 0,0 1 1,-3 3-1,3-3-1299,3-3 1482,1-1-1,-1 1 1,1 0-1,-1-1 1,1 1-1,-1-1 1,1 1 0,-1 0-1,1 0 1,0-1-1,-1 1 1,1 0-1,0 0 1,0 0 0,-1 1-1,1 3-3091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56.953"/>
    </inkml:context>
    <inkml:brush xml:id="br0">
      <inkml:brushProperty name="width" value="0.035" units="cm"/>
      <inkml:brushProperty name="height" value="0.035" units="cm"/>
      <inkml:brushProperty name="color" value="#0066FF"/>
    </inkml:brush>
  </inkml:definitions>
  <inkml:trace contextRef="#ctx0" brushRef="#br0">220 6 1128,'0'0'4301,"-10"-6"1707,-65 12 1010,70-6-6657,0 1 1,1 0 0,-1 0 0,0 0-1,1 0 1,-1 1 0,1 0 0,-7 3-1,-5 2 545,12-4-805,-1-1 0,1 1 1,0 0-1,0 0 1,0 0-1,0 1 1,0 0-1,1-1 1,-1 1-1,1 0 1,0 1-1,0-1 1,1 0-1,-1 1 1,-2 8-1,-2 1 5,6-13-99,0 1 0,1-1 0,-1 1 0,1-1 0,0 1 0,-1 0 1,1-1-1,0 1 0,0-1 0,0 1 0,0 0 0,0-1 0,0 1 0,0-1 0,1 1 0,-1-1 0,1 1 0,-1-1 0,1 1 0,-1-1 0,1 1 0,0-1 0,0 1 0,0-1 0,0 0 0,2 3 0,1 0 3,0 1-1,1-1 0,0 0 0,0 0 0,7 3 1,-9-5-10,0-1 1,0 0-1,1 0 1,-1 0-1,0 0 1,1-1-1,-1 1 1,1-1-1,-1 0 1,1 0-1,-1 0 1,1 0-1,4-2 1,1 0 0,0 0 0,-1 0 0,1-1 0,8-4 0,-12 5-1,47-26-6,-49 26 5,1 0 0,-1-1-1,0 1 1,0-1 0,0 0 0,0 0 0,0 0-1,-1-1 1,1 1 0,-1-1 0,3-5 0,-4 7-24,0 0 0,-1 0 0,1 0 0,0 0 0,-1 0 0,1 0 0,-1 0 0,0 0 0,0 0 0,0 0 0,0 0 0,0 0 0,0 0-1,0 0 1,-1 0 0,1 0 0,-1 0 0,1 0 0,-1 0 0,0 0 0,0 0 0,0 0 0,0 1 0,0-1 0,0 0 0,0 1 0,-1-1 0,1 1 0,-1-1 0,1 1 0,-1 0 0,1-1 0,-1 1 0,-4-2 0,2 1-171,-1 0-1,0 0 0,0 0 0,0 1 1,0 0-1,-1 0 0,1 0 1,0 0-1,-1 1 0,1 0 0,0 0 1,-6 1-1,4 0-432,0-1-1,1 2 1,-1-1 0,0 1 0,1 0-1,0 0 1,-1 0 0,1 1 0,0 0-1,0 1 1,-10 7 0,4-3-1502,11-7 1750,-1 0 0,0 0 0,1 0 0,-1 0 0,1 0 0,0 0 0,-1 0 0,1 1 0,0-1 0,0 0 0,-1 1 0,1-1 0,0 1 0,0 0 0,1-1 0,-1 1 0,-1 2 0,2 6-2533</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0.366"/>
    </inkml:context>
    <inkml:brush xml:id="br0">
      <inkml:brushProperty name="width" value="0.035" units="cm"/>
      <inkml:brushProperty name="height" value="0.035" units="cm"/>
      <inkml:brushProperty name="color" value="#0066FF"/>
    </inkml:brush>
  </inkml:definitions>
  <inkml:trace contextRef="#ctx0" brushRef="#br0">0 27 864,'1'0'174,"-1"1"0,0-1 0,0 1 0,1-1 0,-1 1 0,0 0 0,1-1 0,-1 0 0,1 1 0,-1-1 0,0 1 0,1-1 0,-1 1 0,1-1 0,0 0 0,-1 1 0,1-1 0,-1 0 0,1 0 0,-1 1 0,1-1 0,0 0 0,-1 0 0,1 0 0,-1 0 0,1 0 0,0 0 0,0 0 0,25 2 2769,-25-2-2753,1 0 668,14-1 3368,-16 0-4024,1 1-1,-1 0 1,1 0-1,-1 0 1,0 0-1,1-1 1,-1 1 0,1 0-1,-1 0 1,1-1-1,-1 1 1,0 0-1,1-1 1,-1 1 0,0 0-1,1-1 1,-1 1-1,0-1 1,1 1-1,-1 0 1,0-1-1,0 1 1,0-1 0,1 1-1,-1-1 1,0 1-1,0-1 1,0 1-1,0-1 1,0 1 0,0-1-1,0 1 1,0-1-1,0 1 1,0-1-1,0 1 1,0-1 0,0 1-1,-1-1 1,1 1-1,0-1 1,0 1-1,0 0 1,-1-1 0,1 1-1,0-1 1,-1 1-1,1 0 1,0-1-1,-1 1 1,1-1-1,0 1 1,-1 0 0,1 0-1,-1-1 1,0 1-93,1 0 0,0 0 0,0-1 0,0 1 0,0 0 1,-1 0-1,1 0 0,0 0 0,0 0 0,0-1 0,0 1 0,0 0 0,0 0 1,-1 0-1,1-1 0,0 1 0,0 0 0,0 0 0,0 0 0,0-1 1,0 1-1,0 0 0,0 0 0,0 0 0,0-1 0,0 1 0,0 0 0,0 0 1,0 0-1,0-1 0,0 1 0,0 0 0,0 0 0,1 0 0,-1 0 0,0-1 1,0 1-1,0 0 0,0 0 0,0 0 0,0 0 0,1-1 0,-1 1 1,0 0-1,0 0 0,0 0 0,1 0 0,7-6 1662,-8 5-1607,6 1 6,-5 5-161,-1-3-9,0 0 0,1 0 0,-1 0 0,0 0 0,1 0 0,-1 0 0,1 0 0,-1 0 0,1 0 0,0 0 0,0 0 0,0 0 0,2 2 0,-2-2 0,0-1 0,0 0 0,-1 1 0,1-1 0,0 1 0,-1-1 0,1 0 0,-1 1 0,1 0 0,-1-1 0,0 1 0,1-1 0,-1 3 0,0 137 0,8-85-3163,-7-52 2399,-1-1 1,1 0-1,-1 1 1,1-1-1,0 0 1,0 0-1,0 0 1,1 0-1,-1 0 1,1 0-1,3 5 1,0-1-2930,-2-4 367,10-2 707,29-8-4899,-25 3 4376</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1.165"/>
    </inkml:context>
    <inkml:brush xml:id="br0">
      <inkml:brushProperty name="width" value="0.035" units="cm"/>
      <inkml:brushProperty name="height" value="0.035" units="cm"/>
      <inkml:brushProperty name="color" value="#0066FF"/>
    </inkml:brush>
  </inkml:definitions>
  <inkml:trace contextRef="#ctx0" brushRef="#br0">27 28 720,'0'-1'517,"1"0"0,-1 0 0,1 0 0,-1 0 0,1 0 0,0 1 0,-1-1 0,1 0 0,0 0 0,0 1 0,-1-1 0,1 1 0,0-1-1,0 1 1,0-1 0,0 1 0,1-1 0,8-3 2347,-9 4-2462,-1 0-1,0-1 1,0 1-1,0-1 1,1 1-1,-1 0 0,0-1 1,0 1-1,0-1 1,0 1-1,0 0 0,0-1 1,0 1-1,0-1 1,0 1-1,0 0 1,0-1-1,0 1 0,0-1 1,0 1-1,0 0 1,-1-1-1,1 1 0,0-1 1,-1 0-1,-1 2-178,0-1-1,-1 1 1,1 0-1,0 0 1,0 0-1,-1 0 1,1 0-1,0 0 1,0 0-1,0 1 1,0-1-1,0 1 1,1-1-1,-1 1 1,0 0-1,1 0 1,-1 0-1,1 0 1,0 0-1,-1 0 1,1 0-1,-1 4 1,0-3-35,1-1 0,0 0 0,0 1 0,1-1 0,-1 1 0,0-1 0,1 1-1,0 0 1,-1-1 0,1 1 0,0-1 0,0 1 0,1 0 0,-1-1 0,0 1 0,1-1 0,0 1 0,-1-1 0,1 1 0,0-1 0,0 1 0,2 2 0,11 12-188,23 23 0,-32-36 0,0 1 0,1-1 0,0 0 0,0 0 0,0-1 0,1 1 0,-1-1 0,9 2 0,-7-3 0,-1 0 0,1 0 0,-1-1 0,1 0 0,-1-1 0,1 1 0,0-1 0,-1-1 0,12-1 0,-12 1 0,1-1 0,-1 1 0,0-1 0,0 0 0,0-1 0,0 1 0,-1-1 0,1-1 0,8-5 0,-13 7-15,-1 1-1,1-1 1,-1 1-1,1-1 1,-1 1-1,0-1 1,0 0 0,0 0-1,0 0 1,0 0-1,0 1 1,0-1-1,-1 0 1,1 0 0,-1-1-1,1 1 1,-1 0-1,0 0 1,0 0-1,0 0 1,0 0 0,0-3-1,-2 1-46,1 1-1,0-1 1,0 1-1,-1 0 1,0-1-1,0 1 1,0 0-1,0 0 1,0 0-1,-1 1 1,1-1-1,-4-3 1,0 1-44,0 0 0,0 1-1,-1 0 1,1 0 0,-1 0 0,0 1 0,0 0 0,0 0 0,0 0 0,-1 1 0,1 0 0,-1 1 0,-7-1-1,7 3-547,0 0 0,-1 0-1,1 1 1,0 0-1,1 0 1,-11 5-1,-10 3-3776,16-5-4663,33-10 215,-13 1 5878</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1.686"/>
    </inkml:context>
    <inkml:brush xml:id="br0">
      <inkml:brushProperty name="width" value="0.035" units="cm"/>
      <inkml:brushProperty name="height" value="0.035" units="cm"/>
      <inkml:brushProperty name="color" value="#0066FF"/>
    </inkml:brush>
  </inkml:definitions>
  <inkml:trace contextRef="#ctx0" brushRef="#br0">79 38 2577,'-5'0'813,"1"-1"1,0 1-1,-1-1 1,1 1-1,0-1 1,0-1-1,0 1 1,0-1-1,0 1 1,-8-6-1,-12-14 17212,24 24-17086,3 2-849,-2-5-88,-1 0-1,0 1 1,1-1 0,-1 0 0,0 0 0,0 0 0,1 1 0,-1-1 0,0 0 0,0 0 0,1 1 0,-1-1 0,0 0 0,0 1 0,0-1 0,1 0 0,-1 1 0,0-1 0,0 0 0,0 1-1,0-1 1,0 0 0,0 1 0,0-1 0,0 1 0,9 25 96,0 19-32,-10-14-204,2 45-3091,0-68 1948,0 0 1,0 0 0,1 0 0,0-1-1,0 1 1,1 0 0,4 7 0,-5-13 411,1 0 0,-1 1-1,1-1 1,0-1 0,0 1 0,0 0 0,0-1 0,0 1 0,0-1 0,1 0 0,4 1 0,-6-1 49,6-1-2827</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2.364"/>
    </inkml:context>
    <inkml:brush xml:id="br0">
      <inkml:brushProperty name="width" value="0.035" units="cm"/>
      <inkml:brushProperty name="height" value="0.035" units="cm"/>
      <inkml:brushProperty name="color" value="#0066FF"/>
    </inkml:brush>
  </inkml:definitions>
  <inkml:trace contextRef="#ctx0" brushRef="#br0">49 17 312,'-19'-6'14889,"15"5"-14259,1-9 8424,11 17-2098,-7 8-6822,-2-1-1,0 1 1,-1-1-1,0 1 0,-9 26 1,3 2-1903,6-39 1149,1 1 0,0-1 0,0 1-1,0-1 1,1 1 0,0-1 0,0 1-1,0-1 1,0 1 0,1 5 0,0-8-36,0 0 0,-1 0 0,1 0 1,0 0-1,0-1 0,0 1 0,0 0 0,0 0 1,0-1-1,0 1 0,1-1 0,-1 1 0,1-1 1,-1 0-1,1 1 0,0-1 0,-1 0 0,1 0 1,0 0-1,0 0 0,-1 0 0,1-1 1,0 1-1,0 0 0,3 0 0,11-1-3447</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4.158"/>
    </inkml:context>
    <inkml:brush xml:id="br0">
      <inkml:brushProperty name="width" value="0.035" units="cm"/>
      <inkml:brushProperty name="height" value="0.035" units="cm"/>
      <inkml:brushProperty name="color" value="#0066FF"/>
    </inkml:brush>
  </inkml:definitions>
  <inkml:trace contextRef="#ctx0" brushRef="#br0">0 92 1192,'18'-9'4071,"6"1"-2204,-18 7-1308,0-1 0,-1 0 1,0-1-1,1 1 0,9-7 1,-11 6-58,0 0 0,1 1 0,-1 0 1,1 0-1,9-3 0,38-18 10195,-50 14-5968,-2 9-4653,0 0 1,0-1 0,0 1 0,0 0 0,0 0 0,0-1-1,0 1 1,0 0 0,-1-1 0,1 1 0,0 0 0,0 0 0,0-1-1,0 1 1,0 0 0,0 0 0,-1 0 0,1-1 0,0 1 0,0 0-1,0 0 1,-1 0 0,1-1 0,0 1 0,0 0 0,0 0-1,-1 0 1,1 0 0,0 0 0,0 0 0,-1-1 0,1 1 0,0 0-1,0 0 1,-1 0 0,1 0 0,0 0 0,0 0 0,-1 0-1,1 0 1,0 0 0,-1 0 0,1 0 0,0 0 0,0 0 0,-1 1-1,1-1 1,0 0 0,-1 0 0,1 0-77,-1 0 0,1 0 0,0 0 0,-1 0 0,1 0 0,-1 1 0,1-1 0,-1 0 0,1 0 0,0 0 0,-1 0 0,1 1 0,-1-1 0,1 0 0,0 0 0,-1 1 0,1-1 0,0 0 0,-1 1 0,1-1 0,0 0 0,0 1 0,-1-1 0,1 1 0,0-1 0,0 0 0,0 1 0,0-1 0,-1 1 0,1-1 0,0 0 0,0 1 0,0-1 0,0 1 0,0-1 0,0 1 0,0-1 0,0 1 0,0 0 0,0 1 0,-1 0 0,0 0 0,0 0 0,0 1 0,1-1 0,-1 0 0,0 0 0,1 0 0,-1 0 0,1 1 0,0-1 0,0 0 0,0 1 0,0-1 0,1 4 0,-1-1 0,0-1 0,1 0 0,-2 0 0,1 0 0,0 0 0,-2 6 0,-12 48 0,11-41 0,-1 0 0,-9 26 0,10-33 0,-1 0 0,1 0 0,1 1 0,0-1 0,0 1 0,1-1 0,1 22 0,-1-27-1026,1 0 0,-1 0 1,0 0-1,-1 0 0,-2 8 0,2-9 112,0 0-1,1-1 1,0 1-1,0 0 1,0 0-1,1 0 1,-1 0-1,1 0 1,0 0-1,0 0 1,1 6-1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5.085"/>
    </inkml:context>
    <inkml:brush xml:id="br0">
      <inkml:brushProperty name="width" value="0.035" units="cm"/>
      <inkml:brushProperty name="height" value="0.035" units="cm"/>
      <inkml:brushProperty name="color" value="#0066FF"/>
    </inkml:brush>
  </inkml:definitions>
  <inkml:trace contextRef="#ctx0" brushRef="#br0">1 28 1680,'0'0'182,"1"-1"0,-1 1 0,0-1 0,0 1 0,1 0 0,-1-1-1,1 1 1,-1-1 0,0 1 0,1 0 0,-1-1 0,1 1 0,-1 0 0,1 0-1,-1-1 1,1 1 0,-1 0 0,1 0 0,-1 0 0,1 0 0,0-1 0,-1 1-1,1 0 1,0 0 0,0 0-89,-1 0-1,1 0 1,0 0 0,-1 0-1,1 0 1,-1 0 0,1 0-1,0 0 1,-1-1 0,1 1-1,-1 0 1,1 0 0,-1-1-1,1 1 1,-1 0-1,1-1 1,-1 1 0,1-1-1,-1 1 1,1 0 0,-1-1-1,0 1 1,1-1 0,-1 1-1,0-1 1,1 0 0,4 0 1279,-5 1-1220,1 0-1,-1 0 0,1 0 0,0 0 1,-1 0-1,1-1 0,-1 1 0,1 0 1,0 0-1,-1 0 0,1-1 0,-1 1 1,1 0-1,-1 0 0,1-1 0,-1 1 1,1 0-1,-1-1 0,1 1 0,-1-1 1,0 1-1,1-1 0,0 0 117,-1 1-1,0 0 1,0-1-1,1 1 1,-1-1-1,0 1 0,1 0 1,-1 0-1,0-1 1,1 1-1,-1 0 1,1 0-1,-1-1 1,1 1-1,-1 0 1,0 0-1,1 0 1,-1 0-1,1 0 0,-1-1 1,1 1-1,-1 0 1,1 0-1,-1 0 1,0 0-1,2 1 1,1-1 1176,-9 0-240,6 28-233,0 135-2798,1-157 1191,0 0 0,0 0-1,1-1 1,-1 1 0,1 0-1,1-1 1,-1 1 0,1-1-1,0 0 1,6 9 0,5 8-3529,-5-1-2125,-8-16 3358</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5.961"/>
    </inkml:context>
    <inkml:brush xml:id="br0">
      <inkml:brushProperty name="width" value="0.035" units="cm"/>
      <inkml:brushProperty name="height" value="0.035" units="cm"/>
      <inkml:brushProperty name="color" value="#0066FF"/>
    </inkml:brush>
  </inkml:definitions>
  <inkml:trace contextRef="#ctx0" brushRef="#br0">29 38 1816,'3'-10'4414,"10"0"-2772,-10 5-463,5 3-76,-1 0-55,-12-1 1056,5 3-1992,0 0 0,0 0-1,-1 0 1,1-1 0,0 1 0,-1 0 0,1 0 0,0 0 0,-1 0-1,1 0 1,0 0 0,-1 0 0,1 0 0,-1 0 0,1 0 0,0 0-1,-1 0 1,1 0 0,0 0 0,-1 0 0,1 0 0,0 0 0,-1 0-1,1 1 1,0-1 0,0 0 0,-1 0 0,1 0 0,0 1 0,-1-1-1,1 0 1,0 0 0,0 0 0,-1 1 0,1-1 0,0 0 0,0 1-1,0-1 1,-1 0 0,1 1 0,0-1 0,-16 18 3410,11-11-2389,1 1-1,0 0 1,-5 16-1,5-14-854,3-6-195,0 0 0,0 0 0,1 0 1,0 0-1,-1 0 0,1 0 1,1 0-1,0 5 0,0 6 13,-1-13-92,1 0-1,-1 0 1,1 0-1,0 0 1,0-1-1,0 1 1,0 0-1,0-1 1,0 1-1,1-1 1,-1 1 0,0-1-1,1 0 1,-1 1-1,1-1 1,0 0-1,-1 0 1,1 0-1,0 0 1,-1-1-1,5 2 1,3 2 6,0 0 0,1-1 1,10 2-1,-11-3 2,-1-1 1,1-1-1,0 1 1,-1-1 0,1-1-1,-1 0 1,1 0-1,-1-1 1,1 0-1,-1 0 1,0-1-1,0 0 1,0 0-1,13-8 1,-11 6-8,-8 3-3,1 1 0,0 0 0,-1-1 0,0 1 1,1-1-1,-1 0 0,0 0 0,2-3 0,-1 3 2,-1-1 0,0 0 0,0 0 0,0-1 0,0 1 0,-1 0 0,3-6 0,-4 7-1,1 1 0,-1-1 0,0 0 0,0 1 0,0-1 0,0 0 0,0 1 0,-1-1 0,1 0 0,0 1 0,-1-1 0,1 1 0,-1-1 0,1 1 0,-1-1 0,0 1 0,0-1 0,0 1 0,1-1 0,-3-1 0,-2-3-4,1 1 1,-1-1 0,-1 1 0,1 0-1,-1 0 1,0 1 0,0 0 0,0 0-1,-1 0 1,-6-3 0,6 4-124,0 0 1,0 0 0,0 0-1,-1 1 1,1 0-1,0 0 1,-1 1-1,-11-1 1,17 3-206,1-1-1,-1 0 1,0 1-1,1 0 1,-1-1-1,0 1 1,1 0-1,-1 0 1,1-1-1,-1 1 1,1 0-1,0 1 1,-1-1-1,1 0 1,-2 3-1,12 1-895,1-1 0,0 0-1,0-1 1,0 0 0,0 0 0,0-1-1,14 2 1,81 1-3576,-70-5 2745,0 0-384</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6.634"/>
    </inkml:context>
    <inkml:brush xml:id="br0">
      <inkml:brushProperty name="width" value="0.035" units="cm"/>
      <inkml:brushProperty name="height" value="0.035" units="cm"/>
      <inkml:brushProperty name="color" value="#0066FF"/>
    </inkml:brush>
  </inkml:definitions>
  <inkml:trace contextRef="#ctx0" brushRef="#br0">140 34 840,'-5'-4'4976,"-6"-3"-3120,9 7-1258,-5-5 1614,6 5-1397,-10 0 659,8 0-1100,0 0-1,0 1 1,0 0 0,0-1 0,0 1 0,0 0 0,0 1-1,0-1 1,0 0 0,0 1 0,0 0 0,-3 2 0,-2 2 126,4-3-249,-1 0 0,2 0 0,-1 1 1,0-1-1,1 1 0,-1 0 0,1 0 1,0 1-1,1-1 0,-1 1 1,-3 7-1,-2 31 237,8-39-475,0 1-1,0-1 1,0 0-1,1 0 1,0 0 0,0 0-1,0 0 1,0 0 0,4 6-1,-4-8-10,0 0 0,1 1-1,0-1 1,-1 0 0,1-1 0,0 1-1,0 0 1,0 0 0,0-1 0,0 1-1,0-1 1,1 0 0,-1 1 0,0-1-1,1 0 1,2 0 0,1 1 9,1-1 0,-1 0 1,1-1-1,-1 1 0,1-1 0,0-1 1,-1 1-1,1-1 0,-1 0 0,1 0 1,6-3-1,11-5 11,38-17 1,-58 24-21,-1-1 0,1 1 0,0-1 0,-1 0 0,1 0 0,3-5 0,-6 7 1,1-1 0,-1 1 0,0 0 0,0 0 1,0-1-1,0 1 0,-1-1 0,1 1 1,0-1-1,0 1 0,-1-1 0,1 1 1,-1-1-1,0 1 0,1-1 0,-1 0 0,0 1 1,0-1-1,0 0 0,0-2 0,-4-3 0,1 0 0,-1 1 0,0-1 0,-1 1 0,1 0 0,-1 1 0,-1-1 0,1 1 0,-1 0 0,-12-9 0,9 8-11,-1 0 0,1 1 0,-1 0 1,-1 1-1,1 0 0,-21-6 0,27 10-2,0-1 1,-1 1-1,1 0 1,0 0-1,0 0 1,-1 0-1,-4 2 1,8-2-35,0 0 0,0 0 0,0 0 0,0 1 0,0-1 1,0 0-1,0 1 0,0-1 0,0 1 0,0-1 0,0 1 1,0-1-1,0 1 0,1 0 0,-1-1 0,0 1 0,0 0 1,1-1-1,-1 1 0,0 0 0,1 0 0,-1 0 1,1 0-1,-1 0 0,1 0 0,-1 0 0,1 0 0,0 0 1,-1 1-1,2 0-153,0-1 0,0 0 1,0 0-1,0 0 0,0 0 0,0 1 1,0-1-1,0-1 0,0 1 0,1 0 1,-1 0-1,0 0 0,1-1 0,-1 1 1,0 0-1,3 0 0,26 9-2705,92 11-7736,-105-20 7861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7.145"/>
    </inkml:context>
    <inkml:brush xml:id="br0">
      <inkml:brushProperty name="width" value="0.035" units="cm"/>
      <inkml:brushProperty name="height" value="0.035" units="cm"/>
      <inkml:brushProperty name="color" value="#0066FF"/>
    </inkml:brush>
  </inkml:definitions>
  <inkml:trace contextRef="#ctx0" brushRef="#br0">131 28 1128,'0'-1'293,"-1"0"0,1 0 1,0-1-1,-1 1 0,1 0 0,-1 0 0,1 0 0,-1 0 0,1-1 0,-1 1 1,0 0-1,1 0 0,-1 0 0,0 0 0,0 1 0,0-1 0,0 0 0,0 0 1,0 0-1,0 1 0,0-1 0,0 1 0,0-1 0,-1 1 0,1-1 0,0 1 1,0-1-1,0 1 0,-1 0 0,1 0 0,-3 0 0,-6-2 852,-1 1 0,-20 2 0,17-1 821,-11 0 1750,15 0 3270,11 1-6853,0-1 0,0 1 1,0-1-1,0 1 0,-1-1 0,1 1 1,0-1-1,-1 1 0,1 0 0,-1 0 1,1-1-1,0 1 0,-1 0 0,1 0 0,-1 0 1,0-1-1,1 1 0,-1 0 0,0 1 1,11 27 1460,-6-13-1063,-1-1-442,0 0 0,-1 0 0,0 1 0,-1-1-1,-1 1 1,-2 28 0,1-23-64,0-1-192,-1 28-568,1-45 270,-1 1 0,1-1 0,-1 1 0,0-1-1,0 0 1,0 1 0,-1-1 0,1 0 0,-1 0 0,-3 5 0,5-8 373,0 0 0,0 0 0,-1 0 0,1 0 0,0 1 0,0-1 0,0 0 0,0 0 0,0 0 0,0 1 0,0-1 0,0 0 0,0 0 0,0 0 0,0 1 0,0-1 0,0 0 0,0 0 0,0 0 0,0 0 0,0 1 0,0-1 0,0 0 0,0 0 0,0 0 0,0 1 0,0-1 0,0 0 0,0 0 0,0 0 0,1 0 0,-1 1 0,0-1 0,0 0 0,0 0 0,0 0 0,0 0 0,1 0 0,-1 1 0,0-1 0,0 0 0,12 4-4006,-11-4 3718,-1 0 0,1 0 0,0 1 0,0-1 0,-1 0 0,1 0 0,0 0 1,-1 0-1,1 0 0,0 0 0,-1 0 0,1 0 0,0-1 0,-1 1 0,1 0 0,0 0 0,-1 0 0,1-1 0,0 1 0,-1 0 0,1-1 0,-1 1 0,1-1 0,0 1 0,-1 0 0,1-1 0,-1 1 0,0-1 0,1 0 0,-1 1 0,1-2 0,-1-7-3737</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8.105"/>
    </inkml:context>
    <inkml:brush xml:id="br0">
      <inkml:brushProperty name="width" value="0.035" units="cm"/>
      <inkml:brushProperty name="height" value="0.035" units="cm"/>
      <inkml:brushProperty name="color" value="#0066FF"/>
    </inkml:brush>
  </inkml:definitions>
  <inkml:trace contextRef="#ctx0" brushRef="#br0">1 71 320,'9'-27'6828,"-9"27"-6731,0-1 0,0 1 0,0-1 0,0 0 0,0 1 0,1-1 0,-1 0-1,0 1 1,0-1 0,1 1 0,-1-1 0,0 1 0,1-1 0,-1 0 0,0 1 0,1-1 0,-1 1 0,1 0-1,-1-1 1,1 1 0,-1-1 0,2 0 0,-1 1 5,-1 0 0,1-1 1,0 1-1,-1-1 0,1 1 0,-1-1 0,1 1 0,-1-1 1,1 1-1,-1-1 0,0 1 0,1-1 0,-1 0 1,1 1-1,-1-1 0,0 0 0,0 1 0,1-1 0,-1 0 1,0 1-1,0-1 0,0 0 0,0-1 0,0 2 117,1-1-1,-1 0 1,0 0 0,1 0-1,-1 0 1,0 0-1,1 1 1,-1-1 0,1 0-1,-1 0 1,1 1-1,0-1 1,-1 0 0,1 1-1,0-1 1,-1 1 0,1-1-1,0 1 1,0-1-1,0 1 1,-1-1 0,1 1-1,3-1 4211,-4 3-4212,0-1 1,0 1-1,0 0 1,-1-1-1,1 1 1,-1-1-1,1 1 1,-1-1-1,0 1 1,0-1-1,0 0 1,-1 3-1,1-3-80,0 1 0,0-1 0,0 0-1,0 1 1,1-1 0,-1 1-1,0-1 1,1 1 0,-1-1 0,1 1-1,0-1 1,-1 4 0,1-5-83,0 1 0,0 0 0,0 0 0,0 0 1,-1 0-1,1 0 0,0 0 0,-1 0 0,1-1 0,0 1 0,-1 0 1,1 0-1,-1 0 0,1-1 0,-1 1 0,0 0 0,-1 0 0,-6 12 415,6-5-338,-1 0 1,2 0 0,-1 0-1,1 1 1,0-1 0,1 15-1,0-20-130,0 0 0,1 1 1,0-1-1,-1 1 0,1-1 0,0 0 0,0 0 0,1 0 1,-1 1-1,1-1 0,0-1 0,0 1 0,0 0 0,0 0 0,0-1 1,0 1-1,1-1 0,-1 1 0,1-1 0,3 2 0,5 2 16,0 0 1,0-2-1,0 1 0,0-1 0,1-1 0,0 0 0,0 0 0,0-1 0,0-1 0,0 0 0,0-1 0,0 0 0,0-1 1,0 0-1,13-3 0,-4-1 16,-10 3-18,0 0 0,-1-2 0,14-4 0,-24 8-15,6-3 6,0 1-1,-1-1 1,1-1-1,-1 1 1,9-8-1,-13 10-2,0 0-1,0 0 1,0-1-1,0 1 1,0-1 0,0 1-1,0-1 1,0 1-1,-1-1 1,1 1-1,0-1 1,-1 1 0,0-1-1,1 0 1,-1 1-1,0-1 1,0 0 0,0 0-1,0 1 1,0-1-1,0 0 1,0 1 0,-1-1-1,1 0 1,-1 1-1,1-1 1,-2-1-1,0-1-7,0 1 0,-1 0 0,1 0-1,-1 0 1,0 0 0,0 1-1,0-1 1,0 1 0,0 0 0,0 0-1,-1 0 1,1 0 0,-7-2-1,-11-7-138,17 9-208,0 0 0,-1 0 0,1 1 0,-1-1 1,1 1-1,-1 0 0,1 1 0,-1-1 0,0 1 1,1 0-1,-10 1 0,-1-1-2525,15 0 2777,0 0 0,1 0 1,-1 1-1,0-1 0,0 0 0,0 0 0,0 0 1,0 1-1,1-1 0,-1 0 0,0 0 1,0 0-1,0 1 0,0-1 0,0 0 0,0 0 1,0 1-1,0-1 0,0 0 0,0 0 1,0 0-1,0 1 0,0-1 0,0 0 0,0 0 1,0 1-1,0-1 0,0 0 0,0 0 1,-1 0-1,1 1 0,0-1 0,0 0 0,0 0 1,0 0-1,0 1 0,0-1 0,-1 0 1,1 0-1,0 0 0,0 0 0,0 1 0,-1-1 1,1 0-1,0 0 0,0 0 0,0 0 1,-1 0-1,1 0 0,0 0 0,0 0 0,0 0 1,-1 0-1,1 0 0,0 0 0,0 0 1,-1 0-1,24 12-3546,15-6 105,44 2-1,-53-6 2035,11-1-536</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8.767"/>
    </inkml:context>
    <inkml:brush xml:id="br0">
      <inkml:brushProperty name="width" value="0.035" units="cm"/>
      <inkml:brushProperty name="height" value="0.035" units="cm"/>
      <inkml:brushProperty name="color" value="#0066FF"/>
    </inkml:brush>
  </inkml:definitions>
  <inkml:trace contextRef="#ctx0" brushRef="#br0">105 55 1296,'4'-6'2039,"-4"6"-1957,0 0 1,1-1 0,-1 1-1,0 0 1,0 0 0,1 0-1,-1-1 1,0 1 0,1 0-1,-1-1 1,0 1 0,0 0-1,0-1 1,1 1 0,-1 0-1,0-1 1,0 1 0,0 0-1,0-1 1,0 1 0,1 0-1,-1-1 1,0 1 0,0 0-1,0-1 1,0 1 0,0-1-1,0 0 1,2 0 691,-2 1-696,0 0 0,1 0 0,-1 0 0,0 0 0,0 0 0,1 0 0,-1 0 0,0 0 0,0 0 0,1 0 0,-1 0 0,0 0 0,0 0 0,1 0 0,-1-1 0,0 1 0,0 0 0,0 0 0,1 0-1,-1 0 1,0-1 0,0 1 0,0 0 0,0 0 0,0 0 0,1-1 0,-1 1 0,0 0 0,0 0 0,0-1 0,0 1 0,0 0 0,0 0 0,0-1 0,0 1 0,0 0 0,0-1 0,0 1 77,0-1 1,0 1 0,-1-1-1,1 0 1,0 1-1,0-1 1,-1 1 0,1-1-1,0 1 1,-1-1 0,1 1-1,-1 0 1,1-1-1,0 1 1,-1-1 0,1 1-1,-1 0 1,1-1 0,-1 1-1,1 0 1,-1 0-1,0-1 1,1 1 0,-1 0-1,1 0 1,-1 0 0,1 0-1,-1 0 1,0 0-1,1 0 1,-1 0 0,1 0-1,-1 0 1,0 0 0,0 0 805,-15 1 2139,-6 10-657,16-8-2244,0 0 1,1 0-1,-1 1 1,1-1-1,-7 6 1,10-7-159,0-1 0,0 1 1,0-1-1,0 1 0,0 0 1,1 0-1,-1-1 0,1 1 0,-1 0 1,1 0-1,0 1 0,0-1 1,0 0-1,0 0 0,0 1 0,0-1 1,1 0-1,-1 1 0,1-1 1,0 1-1,-1-1 0,1 0 0,1 6 1,-2-6-33,1 0 0,0 0 0,0 0 1,0 0-1,0 1 0,1-1 0,-1 0 1,0 0-1,1 0 0,0 0 0,-1 0 1,1 0-1,0 0 0,0 0 0,0 0 1,0 0-1,1-1 0,-1 1 0,0 0 1,1-1-1,-1 1 0,1-1 0,0 1 1,-1-1-1,1 0 0,0 0 0,0 0 1,0 0-1,0 0 0,2 1 0,8 5 54,-9-6-40,0 0-1,0 0 1,0 0-1,0 0 1,0-1-1,0 1 1,1-1-1,-1 0 1,0 0-1,0 0 1,0-1-1,1 1 1,-1-1-1,0 1 1,0-1-1,6-3 1,34-12 166,-37 13-183,30-23 50,-34 24-51,-1 1 0,1-1 0,-1 0 0,1 1 0,-1-1 0,1 0 1,-1 0-1,0 0 0,0 0 0,0 0 0,0 0 0,-1 0 0,1 0 0,0 0 0,-1-1 0,1-3 0,-1 2 4,-1 0 0,0 1-1,0-1 1,0 0-1,0 1 1,-1-1 0,1 1-1,-1-1 1,0 1-1,0 0 1,0 0 0,0 0-1,-4-4 1,0 0-81,0 1-1,-1 0 1,1 0-1,-13-7 1,18 12-156,0 1 95,0 0 0,0 0 0,0 0 0,0 0 0,0 0 0,0 0 0,0 0 0,0 1 0,0-1 0,0 0 0,0 1 0,1-1 0,-1 0 0,0 1 0,0-1 0,0 1 0,1 0 0,-2 0 0,2 0-81,1 0 1,-1 0 0,1 0 0,-1 0-1,0-1 1,1 1 0,0 0 0,-1 0-1,1 0 1,-1-1 0,1 1 0,0 0-1,0 0 1,-1-1 0,1 1 0,0-1-1,0 1 1,0-1 0,0 1 0,0-1-1,1 1 1,28 10-2340,-15-6 1089,24 7-1547,-10-4 964,-25-6 1511,1-1 0,-1 0 0,1 0 1,-1 0-1,8 0 0,-1 0-430,15 3-1623</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9.155"/>
    </inkml:context>
    <inkml:brush xml:id="br0">
      <inkml:brushProperty name="width" value="0.035" units="cm"/>
      <inkml:brushProperty name="height" value="0.035" units="cm"/>
      <inkml:brushProperty name="color" value="#0066FF"/>
    </inkml:brush>
  </inkml:definitions>
  <inkml:trace contextRef="#ctx0" brushRef="#br0">115 61 1056,'0'-1'247,"0"1"1,0-1-1,0 0 0,-1 1 0,1-1 0,0 1 0,0-1 1,-1 1-1,1-1 0,0 1 0,-1-1 0,1 1 0,0 0 1,-1-1-1,1 1 0,-1-1 0,1 1 0,-2-1 0,2 1-80,-1-1 0,0 1 0,0-1 0,1 0 0,-1 1 0,0-1 0,1 0 0,-1 1 0,1-1 0,-1 0 0,1 0 0,-1 0 0,1 1-1,-1-1 1,1 0 0,0 0 0,-1 0 0,1 0 0,0 0 0,0-1 0,-1 1-48,1 0 0,0 0 0,-1 0 1,1 0-1,-1 0 0,1 1 0,-1-1 0,0 0 0,1 0 0,-1 1 1,0-1-1,1 0 0,-1 1 0,0-1 0,-1 0 0,-13-19 16808,-11 42-14559,22-19-2296,1 0 1,-1 1 0,1-1-1,0 1 1,0 0 0,1 0 0,-1 0-1,1 0 1,0 0 0,0 1-1,0-1 1,1 1 0,-1-1 0,0 8-1,-2 1-73,3-7 3,0 0-1,0 0 1,0 0-1,1 1 1,0-1-1,1 8 1,0 7-1,0-15-61,-1 1-1,1-1 1,1 0 0,3 12-1,-3-11-589,0 0-1,-1 0 1,1 0-1,0 14 1,-2-20 303,0 1 0,0 0 1,0-1-1,1 1 0,-1-1 0,1 1 0,-1-1 1,1 1-1,-1-1 0,1 1 0,0-1 0,0 1 0,0-1 1,0 0-1,0 0 0,0 1 0,0-1 0,0 0 1,0 0-1,0 0 0,1 0 0,-1 0 0,1 0 1,-1-1-1,0 1 0,1 0 0,-1-1 0,1 1 1,-1-1-1,1 1 0,0-1 0,-1 0 0,1 0 0,-1 0 1,1 0-1,2 0 0,3 0-1251,1 0-1,0 0 1,0-1-1,0 0 1,0-1-1,8-2 1,-7 3-1571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9.660"/>
    </inkml:context>
    <inkml:brush xml:id="br0">
      <inkml:brushProperty name="width" value="0.035" units="cm"/>
      <inkml:brushProperty name="height" value="0.035" units="cm"/>
      <inkml:brushProperty name="color" value="#0066FF"/>
    </inkml:brush>
  </inkml:definitions>
  <inkml:trace contextRef="#ctx0" brushRef="#br0">287 28 808,'0'0'1435,"0"-17"6672,0 16-8008,0 1 1,0 0-1,0 0 0,0-1 1,0 1-1,0 0 0,0-1 0,0 1 1,0 0-1,0-1 0,0 1 1,0 0-1,0-1 0,0 1 0,0 0 1,0-1-1,0 1 0,-1 0 1,1 0-1,0-1 0,0 1 0,0 0 1,0 0-1,-1-1 0,1 1 0,0 0 1,0 0-1,0-1 0,-1 1 1,1 0-1,0 0 0,-1 0 0,1 0 1,0-1-1,0 1 0,-5 0 5448,-12 6 353,16-5-5745,1-1 0,0 1-1,0 0 1,0-1 0,-1 1 0,1 0 0,0-1 0,-1 1 0,1 0 0,0-1 0,-1 1-1,1-1 1,-1 1 0,1-1 0,-1 1 0,1-1 0,-1 0 0,0 1 0,0 0-84,0-1 0,1 1 0,-1-1 0,0 1 0,1-1 1,-1 1-1,1 0 0,-1-1 0,1 1 0,-1 0 0,1-1 1,-1 1-1,1 0 0,0-1 0,-1 1 0,1 0 1,0 0-1,0 0 0,-1 0 0,-7 27 745,8-17-902,0 0 0,-1 0 1,0 0-1,-1 0 0,0-1 0,-1 1 0,-7 18 0,6-21-662,0 0 0,-1 0 0,0-1 0,0 1 0,-1-1-1,-6 6 1,-34 35-7719,38-42 7206,0-1 1,-1 0-1,0 0 0,1-1 1,-2 0-1,1 0 0,0-1 1,-1 0-1,-13 1 0,-3 2-1718</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0.365"/>
    </inkml:context>
    <inkml:brush xml:id="br0">
      <inkml:brushProperty name="width" value="0.035" units="cm"/>
      <inkml:brushProperty name="height" value="0.035" units="cm"/>
      <inkml:brushProperty name="color" value="#0066FF"/>
    </inkml:brush>
  </inkml:definitions>
  <inkml:trace contextRef="#ctx0" brushRef="#br0">0 33 2537,'0'-1'133,"0"1"1,0-1 0,0 1 0,1 0 0,-1-1-1,0 1 1,0-1 0,0 1 0,0 0 0,0-1-1,1 1 1,-1 0 0,0-1 0,0 1 0,1-1-1,-1 1 1,0 0 0,1 0 0,-1-1 0,0 1 0,1 0-1,-1 0 1,0-1 0,1 1 0,-1 0 0,0 0-1,1 0 1,-1 0 0,1-1 0,-1 1 0,1 0-1,-1 0 1,1 0 0,-1 0-45,1 0 0,-1 0-1,0 0 1,1 0 0,-1 0 0,0 0 0,1 0-1,-1 0 1,0-1 0,0 1 0,1 0 0,-1 0-1,0 0 1,1 0 0,-1-1 0,0 1 0,0 0-1,1 0 1,-1 0 0,0-1 0,0 1 0,0 0-1,1-1 1,-1 1 0,0 0 0,0 0-1,0-1 1,0 1 0,0 0 0,0-1 0,1 0-1,-1 1 231,0-1 0,0 0 0,1 0 0,-1 0-1,1 0 1,-1 0 0,1 1 0,-1-1 0,1 0-1,-1 0 1,1 1 0,-1-1 0,1 0 0,0 1-1,0-1 1,-1 0 0,1 1 0,0-1-1,0 1 1,0 0 0,0-1 0,-1 1 0,4-1 3252,22 2-537,-23 0-2805,0 1 0,-1-1 0,1 0-1,0 1 1,-1 0 0,0 0 0,1 0 0,-1 0-1,0 0 1,0 0 0,0 0 0,0 1 0,0-1-1,-1 1 1,1 0 0,1 4 0,3 5-75,-2 0 1,6 22-1,-1 20-1002,-8-47 263,0 0 0,-1-1 0,1 1 0,-1 0 0,-1 0 0,1-1 0,-1 1 0,-2 7 0,-2 26-4439,4-34 3650,1 0 1,-1 1-1,-1-1 1,1 0-1,-1 0 1,0 0-1,-3 7 0,3-9-153,0 7-2366</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1.674"/>
    </inkml:context>
    <inkml:brush xml:id="br0">
      <inkml:brushProperty name="width" value="0.035" units="cm"/>
      <inkml:brushProperty name="height" value="0.035" units="cm"/>
      <inkml:brushProperty name="color" value="#0066FF"/>
    </inkml:brush>
  </inkml:definitions>
  <inkml:trace contextRef="#ctx0" brushRef="#br0">131 71 896,'2'-1'417,"0"1"0,0-1 0,0 1-1,0-1 1,0 0 0,0 0 0,-1 0 0,1 0-1,2-2 1,-2 2-173,1-1 0,-1 1 0,0-1 0,0 1 0,1 0 0,-1 0 0,1 0 0,-1 1 0,1-1 0,3 0 0,-6 1-134,1 0 0,0 0 0,-1 0 0,1 0 0,-1 0-1,1 0 1,0 0 0,-1-1 0,1 1 0,-1 0 0,1 0-1,0 0 1,-1-1 0,1 1 0,-1 0 0,1-1 0,-1 1 0,1 0-1,-1-1 1,1 1 0,-1-1 0,0 1 0,1-1 0,-1 0-46,0 1 0,1 0-1,-1 0 1,0-1 0,0 1 0,0 0 0,0 0 0,0-1 0,0 1 0,0 0 0,0-1 0,0 1 0,0 0 0,0-1 0,0 1 0,0 0 0,0 0 0,0-1 0,0 1 0,0 0-1,0 0 1,0-1 0,-1 1 0,1 0 0,0-1 0,0 1 0,0 0 0,0 0 0,-1 0 0,1-1 0,0 1 0,0 0 0,-1 0 0,0-1 640,-1 2 97,-2-5 597,0-3 1300,-2 1 110,-3 0 1249,-2-4-205,8 10-3636,1-1 0,0 1 0,-1 0 0,1 0 0,0 1 1,0-1-1,-1 0 0,1 1 0,0-1 0,0 1 0,-1 0 0,1-1 0,0 1 1,0 0-1,0 0 0,0 1 0,-2 1 0,-31 45-216,27-39-219,1 0 1,0 1-1,0 0 0,1 0 0,0 0 1,1 1-1,0 0 0,-6 22 1,3-13-1748,7-17 1538,-1-1-1,1 1 0,0 0 0,1-1 0,-1 1 0,0 0 0,1-1 0,-1 7 0,1-4-639,0 0 0,0 0 0,0-1 0,1 1 1,0 0-1,0 0 0,2 6 0,-3-10 707,1 1 0,0-1 0,0 0 0,0 0 0,0 1 0,0-1 0,0 0 0,0 0 1,0 0-1,1 0 0,-1 0 0,0 0 0,1 0 0,-1-1 0,1 1 0,-1 0 0,1-1 1,-1 1-1,1-1 0,-1 0 0,1 1 0,-1-1 0,1 0 0,-1 0 0,1 0 0,2 0 0,14 0-3003</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2.401"/>
    </inkml:context>
    <inkml:brush xml:id="br0">
      <inkml:brushProperty name="width" value="0.035" units="cm"/>
      <inkml:brushProperty name="height" value="0.035" units="cm"/>
      <inkml:brushProperty name="color" value="#0066FF"/>
    </inkml:brush>
  </inkml:definitions>
  <inkml:trace contextRef="#ctx0" brushRef="#br0">141 7 3057,'-1'0'241,"1"-1"0,-1 1 0,1-1 0,-1 1 0,1-1 0,-1 1 0,0-1 0,1 1 0,-1-1 0,0 1 0,1 0 0,-1-1 1,0 1-1,1 0 0,-1 0 0,0-1 0,1 1 0,-1 0 0,0 0 0,0 0 0,1 0 0,-1 0 0,0 0 0,0 0 0,1 0 0,-1 0 0,0 1 1,1-1-1,-2 0 0,-22 5 2186,3 7-1267,14-8-915,1-1 0,0 1-1,0 0 1,0 0 0,0 1 0,1 0-1,-9 10 1,12-13-190,0 1 0,0-1 0,0 1 0,1-1-1,-1 1 1,1 0 0,0 0 0,0 0 0,0 0 0,0 0 0,0 0 0,1 0 0,-1 0-1,1 0 1,0 1 0,0-1 0,0 0 0,1 4 0,-1-4-52,0-1 1,0 0-1,0 0 0,1 1 0,-1-1 1,1 0-1,-1 0 0,1 0 1,0 1-1,0-1 0,0 0 0,0 0 1,0 0-1,1-1 0,-1 1 1,4 3-1,-2-2-2,0 0-1,0-1 1,1 0 0,-1 0-1,1 0 1,0 0 0,-1 0 0,9 1-1,2 1 14,0-2 0,1 1-1,-1-2 1,21 0 0,-21-2-17,-1 0 1,1-1-1,-1 0 1,1-1 0,-1 0-1,0-1 1,0-1-1,0 0 1,-1-1-1,20-12 1,-29 16-2,0 0 0,-1 0 0,1-1 1,0 1-1,-1-1 0,0 1 0,1-1 0,-1 0 0,2-4 1,-3 5 3,0 1 0,-1 0 0,1 0 0,0 0 1,-1-1-1,0 1 0,1 0 0,-1-1 0,0 1 1,0 0-1,1-1 0,-1 1 0,0 0 0,0-1 1,-1 1-1,1 0 0,0-1 0,0 1 0,-1 0 0,1 0 1,0-1-1,-1 1 0,1 0 0,-1 0 0,-1-2 1,-1-1 2,0 0 1,0 0 0,-1 0-1,1 0 1,-1 1-1,0-1 1,0 1 0,-1 0-1,1 0 1,-9-4 0,8 6-2,-21-9 3,-32-8 0,48 16-7,1 1 0,-1-1 0,0 2 0,0-1 0,0 1 0,-18 3 0,21-2-70,-4 0-178,1 1 0,0 0 0,0 0 0,0 1-1,0 0 1,-16 8 0,27-11 220,-1 0 0,0 0 0,0 0 0,0 0 0,0 0 0,0 0 0,0 0 0,0 0 1,1 0-1,-1 0 0,0 1 0,0-1 0,0 0 0,0 0 0,0 0 0,0 0 0,0 0 0,0 0 0,0 0 0,0 0 0,0 0 0,1 0 0,-1 0 0,0 1 0,0-1 0,0 0 0,0 0 0,0 0 0,0 0 0,0 0 0,0 0 0,0 0 0,0 1 0,0-1 0,0 0 0,0 0 0,0 0 0,0 0 0,0 0 0,0 0 1,0 0-1,0 0 0,0 1 0,0-1 0,0 0 0,0 0 0,0 0 0,-1 0 0,1 0 0,0 0 0,0 0 0,0 0 0,0 0 0,0 1 0,0-1 0,0 0 0,0 0 0,0 0 0,0 0 0,0 0 0,-1 0 0,1 0 0,0 0 0,0 0 0,0 0 0,0 0 0,0 0 0,-1 0 0,10 1-1991,59-6-6223,-51 5 5462</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2.818"/>
    </inkml:context>
    <inkml:brush xml:id="br0">
      <inkml:brushProperty name="width" value="0.035" units="cm"/>
      <inkml:brushProperty name="height" value="0.035" units="cm"/>
      <inkml:brushProperty name="color" value="#0066FF"/>
    </inkml:brush>
  </inkml:definitions>
  <inkml:trace contextRef="#ctx0" brushRef="#br0">235 4 368,'-12'0'8136,"-12"0"-3477,9-2-1676,14 2-2687,0 0 0,0-1 0,0 1-1,0 0 1,-1 0 0,1 0 0,0 0 0,0 0 0,0 0 0,-1 0 0,1 0 0,0 1 0,0-1 0,0 0 0,-2 1-1,-30 26 4731,16-12-3824,14-12-1073,-1 0 0,1 0 0,-1 0 0,1 0 0,0 1 0,0 0 0,0-1 0,1 1 0,-1 0 0,-2 8 0,-10 18 11,10-22-129,1 0-1,1 0 0,-5 14 1,-15 48-499,17-48-242,2-13-337,2 1 0,0 0 0,0 0 0,0 0 0,1 12-1,1-15-96,1 14-4819,-1-20 5751,1-1 1,-1 1-1,0-1 0,0 1 1,1-1-1,-1 1 1,0-1-1,1 1 1,-1-1-1,0 1 0,1-1 1,-1 1-1,1-1 1,-1 0-1,1 1 1,-1-1-1,1 0 0,-1 0 1,1 1-1,-1-1 1,1 0-1,0 0 1,-1 0-1,1 0 0,-1 1 1,1-1-1,0 0 1,-1 0-1,2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3.555"/>
    </inkml:context>
    <inkml:brush xml:id="br0">
      <inkml:brushProperty name="width" value="0.035" units="cm"/>
      <inkml:brushProperty name="height" value="0.035" units="cm"/>
      <inkml:brushProperty name="color" value="#0066FF"/>
    </inkml:brush>
  </inkml:definitions>
  <inkml:trace contextRef="#ctx0" brushRef="#br0">227 17 1152,'0'0'2285,"9"-5"7868,-11 4-10082,-5-3 8154,7 3-7390,-8-4 6430,-2 16-5887,9-11-1362,0 0-1,0 1 1,0-1-1,0 1 1,0-1-1,0 1 1,0-1 0,0 1-1,1-1 1,-1 1-1,0 0 1,0-1-1,1 1 1,-1 0-1,1 0 1,-1 0 0,0 0-1,-8 9 158,-8 8 376,6-10-483,0 1 1,0 0-1,1 1 1,1 0 0,-15 20-1,20-26-64,-5 7-2,1 0 0,0 1 0,0 0 0,1 0 0,0 1 0,-8 24 0,8-18 0,5-16 0,1 0 0,0 0 0,0 0 0,0 0 0,0 0 0,0 0 0,1 1 0,0-1 0,-1 5 0,1-1-19,1-6-12,-1 0 0,0 1 0,0-1 0,0 0 0,0 0 0,0 0 0,0 0-1,0 1 1,0-1 0,0 0 0,-1 0 0,1 0 0,0 0 0,-1 0 0,1 0 0,-1 0 0,1 1 0,-1-1 0,0-1 0,1 1 0,-1 0 0,-1 1 0,2-2-42,0 0 1,0 0 0,-1 1 0,1-1 0,0 0 0,0 0 0,0 0 0,0 0 0,0 0 0,0 0 0,-1 0-1,1 0 1,0 0 0,0 0 0,0 1 0,0-1 0,0 0 0,0 0 0,0 0 0,0 0 0,-1 0 0,1 1-1,0-1 1,0 0 0,0 0 0,0 0 0,0 0 0,0 0 0,0 1 0,0-1 0,0 0 0,0 0 0,0 0-1,0 0 1,0 1 0,0-1 0,0 0 0,0 0 0,0 0 0,0 0 0,0 0 0,1 1 0,-1-1 0,0 0-1,0 0 1,0 0-184,1 0-1,-1 1 1,1-1-1,-1 0 0,1 0 1,-1 0-1,1 0 1,-1 0-1,1 0 0,-1 0 1,1 0-1,-1-1 1,0 1-1,1 0 0,-1 0 1,1 0-1,-1 0 1,1-1-1,-1 1 0,0 0 1,1 0-1,0-1 1,6-3-1089,21-16-5351,-14 1-779,-13 9 2752</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4.219"/>
    </inkml:context>
    <inkml:brush xml:id="br0">
      <inkml:brushProperty name="width" value="0.035" units="cm"/>
      <inkml:brushProperty name="height" value="0.035" units="cm"/>
      <inkml:brushProperty name="color" value="#0066FF"/>
    </inkml:brush>
  </inkml:definitions>
  <inkml:trace contextRef="#ctx0" brushRef="#br0">174 0 1704,'-2'2'555,"1"-1"0,-1 1 0,1-1 0,-1 0 0,0 0-1,1 0 1,-1 0 0,0 0 0,0 0 0,0 0 0,0 0 0,-2 0-1,-15 5 1269,11-2-1133,0 0 0,1 0-1,-1 0 1,-13 11 0,-5 4 1026,15-4-324,5-10-1045,5-5-283,0 1 0,0-1 0,1 1 0,-1 0 0,0-1 0,1 1 1,-1 0-1,0-1 0,1 1 0,-1 0 0,1 0 0,-1 0 0,1 0 0,-1 0 0,1 1 0,-13 16 954,12-17-933,0 1 0,0-1 1,0 0-1,0 1 0,0-1 1,0 1-1,0-1 0,0 1 0,1 0 1,-1-1-1,1 1 0,-1 0 0,1-1 1,-1 1-1,1 0 0,0-1 1,0 4-1,0-3-61,0 0 1,1 0 0,-1 0-1,1 0 1,-1 0 0,1 0-1,0 0 1,-1-1-1,1 1 1,0 0 0,0 0-1,0-1 1,1 1-1,-1-1 1,0 1 0,0-1-1,1 1 1,-1-1 0,1 0-1,0 0 1,-1 0-1,1 0 1,0 0 0,-1 0-1,1 0 1,0 0-1,0-1 1,0 1 0,0-1-1,0 1 1,2-1-1,10 2-15,0 0-1,0-1 0,20-1 1,-20 0 26,1-1-30,0-1-1,0 0 1,1-1 0,-2-1-1,1 0 1,0-1 0,-1-1-1,0 0 1,15-9 0,-26 13-6,0 0 1,0-1-1,0 0 0,0 0 1,0 1-1,0-2 1,-1 1-1,4-6 0,10-10-1,-16 18 3,1 1-1,-1-1 1,1 0 0,-1 1 0,1-1-1,-1 0 1,1 1 0,-1-1 0,1 0 0,-1 0-1,0 1 1,0-1 0,1 0 0,-1 0-1,0 0 1,0 1 0,0-1 0,0 0 0,0 0-1,0 0 1,0 0 0,0 1 0,0-1-1,0 0 1,0 0 0,-1-1 0,0 0 5,0 0-1,0-1 1,-1 1 0,1 0 0,-1 0-1,1 0 1,-1 0 0,-3-3 0,-5-4 36,0 1 1,-18-11-1,26 18-36,-3-1 81,-1-1 0,1 1-1,-1 0 1,1 0 0,-1 1-1,1 0 1,-1 0-1,0 0 1,0 0 0,0 1-1,-6 0 1,2 1-210,1 0 0,-1 0 1,0 1-1,1 0 0,-18 7 0,20-6-933,1-1 0,-1 0-1,1-1 1,-9 2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59.443"/>
    </inkml:context>
    <inkml:brush xml:id="br0">
      <inkml:brushProperty name="width" value="0.035" units="cm"/>
      <inkml:brushProperty name="height" value="0.035" units="cm"/>
      <inkml:brushProperty name="color" value="#0066FF"/>
    </inkml:brush>
  </inkml:definitions>
  <inkml:trace contextRef="#ctx0" brushRef="#br0">122 1 792,'9'16'15777,"-27"-15"-13055,18 0-2561,0 0 30,1 0 1,-1 0-1,0-1 0,0 1 0,0 0 0,0 0 0,0 0 0,0-1 0,0 1 0,0 0 0,-1 0 0,1 0 1,0-1-1,0 1 0,-1 0 0,1 0 0,0-1 0,-1 1 0,1 0 0,-1-1 0,1 1 0,-1 0 1,1-1-1,-1 1 0,1-1 0,-2 1 0,2 0-58,-1 0-1,1-1 1,0 1 0,-1 0 0,1-1-1,0 1 1,0 0 0,0-1-1,0 1 1,-1 0 0,1-1 0,0 1-1,0 0 1,0-1 0,0 1 0,1 0-1,-1 0 1,0-1 0,0 2 0,1-1-101,-1 0 1,0 0 0,0 0-1,0 0 1,0 0 0,0 1-1,0-1 1,0 0 0,0 0-1,0 0 1,0 0 0,-1 0-1,1 0 1,-1 1 0,-1 1-10,0 0 0,0-1 1,0 1-1,0 0 0,0 0 1,1 1-1,-2 2 0,-4 6 261,6-11-243,0 0 0,0 0 0,0 1 0,0-1-1,0 0 1,1 1 0,-1-1 0,0 1 0,1-1 0,-1 1-1,1-1 1,-1 3 0,1-3 13,-1 1 0,1-1 0,-1 1-1,1-1 1,-1 1 0,0-1 0,1 0-1,-1 0 1,0 1 0,0-1 0,0 0 0,0 0-1,-2 2 1,1-2-18,1 0 0,0 1-1,0-1 1,0 0 0,0 1 0,0-1 0,0 1-1,0-1 1,0 1 0,0-1 0,1 1-1,-1-1 1,1 1 0,-1 2 0,-8 24 186,9-16-194,1-7-17,-1 0 0,0-1 1,0 1-1,-1 0 1,1 0-1,-1-1 1,0 1-1,0 0 0,-3 5 1,-5 27 113,7-34-96,1 1 0,-1 1 0,1-1 0,-1 0 0,0 8 0,-7 32 316,9 31 140,9-42-419,-9-28-55,1 0-1,0 0 1,-1-1 0,2 1 0,-1 0 0,0 0 0,3 4-1,-3-7-8,0 0-1,0 0 0,0 0 1,0 0-1,-1 0 0,1 0 1,0 0-1,-1 1 0,0-1 1,0 0-1,0 3 0,9 22 17,0 11 12,1-22-8,-9-16-27,0 1 1,0 0-1,0-1 0,0 1 1,0 0-1,0-1 0,0 1 1,0 0-1,-1 0 1,1 0-1,0 0 0,0 0 1,-1 0-1,1 0 0,-1 0 1,1 0-1,-1 0 1,1 0-1,-1 0 0,0 0 1,1 0-1,-1 0 1,0 1-1,0-1 0,0 0 1,0 0-1,0 2 0,4 6-17,1 4 30,-2 7 158,-2-16-167,1 0-1,-2 0 1,1 0 0,0 0 0,-1 0-1,0 6 1,0-9 1,0 0 0,0 0 0,0 0 0,0 1-1,0-1 1,0 0 0,1 0 0,-1 0 0,0 0 0,1 0 0,-1 0-1,1 0 1,-1 1 0,1-1 0,-1 0 0,1-1 0,0 1 0,0 2-1,0 1 8,0 0 0,0 1-1,-1-1 1,1 0 0,-1 1-1,0-1 1,-2 6 0,2 4-3,0 51-28,0-65 24,0 1 0,0-1 1,-1 1-1,1 0 0,0-1 0,0 1 0,0-1 1,-1 0-1,1 1 0,0-1 0,0 1 1,-1-1-1,1 1 0,0-1 0,-1 0 1,1 1-1,-1-1 0,1 0 0,0 1 0,-1-1 1,1 0-1,-1 1 0,1-1 0,-1 0 1,0 0-4,0 1 0,1-1 1,-1 0-1,1 0 1,-1 1-1,1-1 1,0 0-1,-1 1 0,1-1 1,-1 1-1,1-1 1,-1 0-1,1 1 0,0-1 1,-1 1-1,1-1 1,0 1-1,0-1 1,-1 1-1,1-1 0,0 1 1,0 0-1,0-1 1,0 2-1,-2 1 2,1 1 0,0-1-1,-1 1 1,0-1 0,0 0 0,0 0-1,-4 5 1,-1 3 50,5-7-45,0 0 0,1 0-1,0 1 1,-1-1 0,1 0 0,1 0 0,-1 1 0,1-1 0,-1 1 0,2 6-1,-1-2-15,-1-6 6,1 0 1,0 0 0,0 0 0,0 0-1,0 0 1,1-1 0,-1 1-1,1 0 1,0 0 0,0 0 0,0-1-1,0 1 1,0-1 0,3 6-1,-3-6 5,1 1 1,-1 0-1,0-1 0,0 1 0,-1 0 0,1 0 0,-1 0 0,1 0 0,-1 0 0,0 0 0,0 0 0,0 0 0,0 0 0,-1 0 0,1 0 0,-1 0 0,0 0 0,0-1 0,0 1 0,-2 5 0,2-5 8,0 1 0,0 0 1,1-1-1,-1 1 0,1 0 0,0 0 0,0 0 0,1-1 0,0 6 0,0 3-6,-1 113-55,-1-125 54,1 0-1,0 1 1,0-1 0,0 1 0,0-1 0,0 0-1,0 1 1,1-1 0,-1 0 0,0 1 0,0-1 0,0 1-1,0-1 1,0 0 0,0 1 0,1-1 0,-1 0-1,0 1 1,0-1 0,1 0 0,-1 0 0,0 1-1,0-1 1,1 0 0,-1 1 0,12 11-3,0 15 28,-12-26-24,1 0 0,-1 0 0,1 0 0,0-1-1,-1 1 1,1 0 0,0-1 0,-1 1 0,1-1 0,0 1 0,-1-1 0,1 1-1,0-1 1,0 1 0,0-1 0,0 0 0,1 1 0,0 5-4,1-1-5,-2-4 10,-1-1-1,0 0 0,1 1 0,-1-1 1,1 0-1,-1 1 0,0-1 0,1 1 1,-1-1-1,0 1 0,1-1 0,-1 1 1,0-1-1,1 1 0,-1-1 0,0 1 1,0-1-1,0 1 0,0-1 0,0 1 1,0-1-1,1 1 0,-1 0 0,0-1 1,0 1-1,-1-1 0,1 1 0,0-1 1,0 1-1,0 0 0,0 21 40,0-21-43,0 1 0,0-1 0,1 0 0,-1 1 0,0-1-1,1 0 1,0 0 0,-1 0 0,1 0 0,0 1-1,-1-1 1,3 2 0,-2-2 5,0 0 0,0 0-1,-1 0 1,1 1 0,0-1 0,0 0 0,-1 1-1,1-1 1,-1 0 0,1 1 0,-1-1 0,0 1-1,1 1 1,8 35 215,-9-37-212,0 1 0,1-1 0,-1 0 0,1 1 0,-1-1 0,1 0 0,0 0 0,-1 0 0,1 0 1,0 0-1,0 0 0,0 0 0,0 0 0,1 1 0,-1-1 3,1 1-1,-1-1 1,0 0-1,0 0 1,0 1-1,0-1 1,0 1-1,0-1 1,0 1-1,0-1 1,-1 1-1,1 0 1,-1-1 0,1 1-1,0 2 1,-1-1 1,-1 0-9,1-1 0,0 0 1,0 0-1,0 1 0,1-1 0,-1 0 0,0 0 0,1 1 0,0-1 0,-1 0 0,1 0 0,0 0 0,2 4 0,-3-6 2,1 1 0,-1 0-1,1 0 1,-1 0 0,0 1 0,0-1 0,0 0-1,1 0 1,-1 0 0,0 0 0,0 0 0,0 0 0,-1 0-1,1 0 1,0 0 0,-1 1 0,1 0 2,0-1 0,0 0 0,-1 0 1,1 0-1,0 0 0,0 0 0,0 0 0,0 0 0,0 0 1,0 0-1,1 0 0,-1 0 0,0 0 0,0 0 1,1 0-1,0 1 0,0 1 3,1 0 1,-1-1 0,0 1-1,0 0 1,0 0-1,0 0 1,-1 0-1,1 0 1,-1 0-1,0 0 1,0 3-1,-1 44 144,0-24-110,1-4-42,0-3 0,7-10 0,-6-6 0,0 1 0,-1-1 0,1 0 0,-1 1 0,0-1 0,0 1 0,0-1 0,-1 5 0,1 0 0,0 121 0,0-127 0,0 0 0,1 0 0,-1 1 0,1-1 0,-1 0 0,1 0 0,0 0 0,0 0 0,0 0 0,1 2 0,-1-3 0,1 1 0,-1 0 0,0 0 0,0 1 0,-1-1 0,1 0 0,0 0 0,-1 0 0,1 1 0,-1 2 0,0-2 0,1 0 0,-1 0 0,1 0 0,0 0 0,0 0 0,0 0 0,3 4 0,-3-4 0,0 0 0,1 0 0,-1 0 0,0 0 0,0 0 0,-1 1 0,1 4 0,0-5 0,-1-1 0,0 0 0,1 0 0,-1 0 0,1 0 0,0 0 0,0 0 0,0 0 0,0 0 0,1 3 0,0-3 0,-1 0 0,0-1 0,0 1 0,-1 0 0,1 0 0,0 0 0,-1 0 0,1 0 0,-1 0 0,1 2 0,-1-1 0,1 0 0,-1 0 0,1 0 0,0 0 0,0 0 0,0 0 0,3 4 0,-3-4 0,0-1 0,1 1 0,-1 0 0,-1-1 0,1 1 0,0 0 0,0 4 0,-1-6 0,1 1 0,-1-1 0,0 0 0,1 0 0,-1-1 0,1 1 0,-1 0 0,1 0 0,-1 0 0,1 0 0,-1 0 0,1 0 0,0-1 0,0 1 0,-1 0 0,1-1 0,0 1 0,0 0 0,0-1 0,0 1 0,0-1 0,0 1 0,0-1 0,2 1 0,3 2 0,-5 2 0,-1-1-3,0-3-166,0-4-1002,1 0 0,-1 1 1,0-1-1,1 0 0,0 1 1,-1-1-1,1 0 0,0 1 0,3-5 1,-3 5-71,1-1 0,-1 0 0,0 0 1,0 1-1,0-1 0,-1 0 0,1 0 1,0-4-1,-1-9-4503</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01.191"/>
    </inkml:context>
    <inkml:brush xml:id="br0">
      <inkml:brushProperty name="width" value="0.035" units="cm"/>
      <inkml:brushProperty name="height" value="0.035" units="cm"/>
      <inkml:brushProperty name="color" value="#0066FF"/>
    </inkml:brush>
  </inkml:definitions>
  <inkml:trace contextRef="#ctx0" brushRef="#br0">96 104 984,'-26'7'2499,"24"-7"-2269,0 0-1,0 0 1,0 0-1,0 1 0,0-1 1,0 1-1,0 0 1,1-1-1,-1 1 0,0 0 1,0 0-1,-1 1 0,-2 0 673,4-2-828,1 0 0,-1 0 1,1 0-1,-1 0 0,0 0 0,1 0 0,-1 0 1,1 0-1,-1 0 0,0 1 0,1-1 1,-1 0-1,1 0 0,-1 1 0,1-1 0,-1 0 1,1 1-1,-1-1 0,1 1 0,0-1 1,-1 0-1,0 2 0,-3 1 5320,-12-1-3004,10-3 3870,16 0-5649,-4-1-584,0 1 0,0-1 0,1 1-1,-1 0 1,0 1 0,0 0 0,0 0 0,1 0 0,8 2-1,8-1 7,204-7 101,-124 1-102,1-1-28,25-2 76,3 0-25,49 3-26,-25-1-44,-26 1 25,19-1-10,-114 7 8,-15 0 2,1-1-1,-1-1 1,24-4-1,-13 1-24,0 1 0,-1 1 0,37 4 0,-10-1 3,37-7 43,360 6-22,-350-5 39,-73 3-48,-3-1 5,35 2 0,180-4 41,-201 10-78,9-5 182,-50 0-161,-11 0-1315,7 0 649,1-1-1,-1 1 0,0-1 1,1 0-1,-1 0 1,1 0-1,-1 0 0,1-1 1,0 1-1,0-1 1,-1 1-1,-2-4 0,-19-11-6741,6 6 2725</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02.823"/>
    </inkml:context>
    <inkml:brush xml:id="br0">
      <inkml:brushProperty name="width" value="0.035" units="cm"/>
      <inkml:brushProperty name="height" value="0.035" units="cm"/>
      <inkml:brushProperty name="color" value="#0066FF"/>
    </inkml:brush>
  </inkml:definitions>
  <inkml:trace contextRef="#ctx0" brushRef="#br0">18 110 1064,'0'0'81,"-1"0"1,1 0-1,0 1 0,0-1 1,0 0-1,0 1 0,0-1 0,0 0 1,0 1-1,0-1 0,0 0 0,0 1 1,0-1-1,0 0 0,0 1 0,0-1 1,0 0-1,0 1 0,1-1 1,-1 0-1,0 0 0,0 1 0,0-1 1,0 0-1,1 1 0,-1-1 0,0 0 1,0 0-1,0 0 0,1 1 0,-1-1 1,0 0-1,1 0 0,-1 0 0,0 1 1,0-1-1,1 0 0,-1 0 1,0 0-1,1 0 0,-1 0 0,0 0 1,1 0-1,-1 0 0,1 0 0,0 0 407,17 6 1214,24-6 43,-41 0-1487,8 4 952,-9-3-1005,-25 5 1290,-11 4 3,3-4-114,31-6 298,2 0-1660,0 0 0,0 1 0,0-1 0,0 0 0,0 0 0,0 1 0,1-1 0,-1 0 0,0 0 0,0 1 0,0-1 1,0 0-1,0 0 0,0 0 0,0 1 0,0-1 0,1 0 0,-1 0 0,0 0 0,0 1 0,0-1 0,0 0 0,1 0 0,-1 0 0,0 0 0,0 0 0,1 1 0,-1-1 0,0 0 0,0 0 1,0 0-1,1 0 0,-1 0 0,-3-1 224,1 1-63,28 0 969,-4 0-362,103-4 1185,-36-2-1753,43-3-211,-13 2 28,70-6 73,-124 10-83,-33 1-38,55-8 1,-59 5-2,1 2 0,45 0 0,107-2 16,-14-1 30,81-4 73,-168 4-90,68-5-26,-1 6 12,-17-1 21,-43 1-66,372 5 56,-433-5-16,-21 5-6,0-1 1,0 0-1,1 1 0,-1 0 1,0 0-1,0 1 1,8 1-1,26 2-13,-10-6-483,-41-3-3043,-15-5-2697,1-6-1321,10 11 3418</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04.327"/>
    </inkml:context>
    <inkml:brush xml:id="br0">
      <inkml:brushProperty name="width" value="0.035" units="cm"/>
      <inkml:brushProperty name="height" value="0.035" units="cm"/>
      <inkml:brushProperty name="color" value="#0066FF"/>
    </inkml:brush>
  </inkml:definitions>
  <inkml:trace contextRef="#ctx0" brushRef="#br0">1 135 560,'27'0'4326,"136"0"75,-74-5-3476,-70 5-775,-4 0 8,0 0 0,0-1 0,16-3 0,37-1 216,-50 3-268,34 1 1,-34 1-37,33-3 0,55-2 121,5-1-62,-26 1-41,-5 0-56,-11-1-46,11 1-4,49-6 34,-73 5 10,19-4 6,-15 4-26,-34 4 1,1 0 1,38 4-1,-8-1-11,-27 0 14,0-3 0,49-7 0,-21 4-8,-48 3-3,1 1-1,0 1 1,13 0 0,-14 0 0,-1 0 0,0 0 1,11-3-1,-7 2-2,0-1 0,0 2 1,24 1-1,-24-1 9,-1 1 1,1-2-1,20-2 0,40-2-14,-63 3 6,0 1-1,0 0 0,0 1 0,14 1 1,23 1 6,-38-2-15,112 0 33,-60-6-66,-28 1-206,-31 5-17,-3 0-96,0 0-1,0 0 0,0 0 0,0 0 0,0 0 0,0 0 0,0-1 0,1 1 0,-1 0 0,0-1 0,0 1 0,0 0 0,0-1 0,-1 0 0,1 0-374</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07.120"/>
    </inkml:context>
    <inkml:brush xml:id="br0">
      <inkml:brushProperty name="width" value="0.035" units="cm"/>
      <inkml:brushProperty name="height" value="0.035" units="cm"/>
      <inkml:brushProperty name="color" value="#0066FF"/>
    </inkml:brush>
  </inkml:definitions>
  <inkml:trace contextRef="#ctx0" brushRef="#br0">1 33 336,'0'0'1087,"7"-5"3170,2-1-2053,-8 6-1913,9 0 636,-4-3-790,-1 1-1,1-1 1,-1 1-1,1 1 1,0-1-1,0 1 1,0 0-1,-1 1 1,12-1 2599,-8-4 1225,-9 38-98,0-29-3711,0 0 1,0 0-1,0-1 0,1 1 1,-1 0-1,1 0 0,0-1 1,0 1-1,2 4 0,14 21 595,-12-19-630,-5-8-104,1-1-1,-1 1 0,1-1 0,-1 0 0,1 1 0,0-1 1,-1 0-1,1 1 0,0-1 0,0 0 0,0 0 0,0 0 1,0 0-1,0 0 0,2 1 0,0 1 11,0-1 1,-1 1-1,1 0 0,-1 0 1,0 0-1,0 0 1,0 0-1,2 5 0,7 10 163,9 15 83,3 15-151,-22-46-108,0 1 0,-1 0 1,1 0-1,-1-1 0,1 1 1,-1 0-1,0 0 0,0 0 1,0-1-1,0 1 0,-1 0 0,0 3 1,0-3 4,0 0 0,1-1 1,0 1-1,0-1 0,-1 1 1,1 0-1,1-1 1,-1 1-1,0-1 0,1 1 1,-1-1-1,2 4 0,0-3 4,-1-2-11,-1 1 0,1-1 0,-1 0 0,1 0 0,-1 0 0,1 1 0,-1-1 0,0 0 0,1 1 0,-1-1 0,0 0 0,0 2 0,0-1 2,1-1-1,-1 1 1,0-1 0,1 1-1,-1-1 1,1 1 0,0-1-1,-1 0 1,1 1 0,0-1-1,0 0 1,0 1 0,0-1-1,0 0 1,0 0 0,0 0-1,0 0 1,3 1-1,4 6 28,-1-2 24,12 12 1,-18-17-35,-1 0-1,1-1 1,-1 1 0,0 0-1,1 0 1,-1-1 0,0 1 0,1 0-1,-1 0 1,0 0 0,0-1-1,0 1 1,0 0 0,0 0 0,0 0-1,0-1 1,0 1 0,0 0-1,0 0 1,0 0 0,0-1 0,-1 1-1,1 0 1,0 0 0,-1-1-1,1 1 1,0 0 0,-1 0-1,1-1 1,-1 2 0,-15 14 801,16-15-798,-1 0 0,1 0-1,-1 0 1,1 0 0,-1 0 0,1 0 0,-1-1-1,1 1 1,-1 0 0,0 0 0,1 0-1,-1-1 1,0 1 0,0 0 0,0-1 0,1 1-1,-3 0 1,2 0-14,0-1 0,1 1-1,-1-1 1,0 1 0,0 0 0,0 0 0,0-1-1,0 1 1,1 0 0,-1 0 0,0 0 0,1 0-1,-1 0 1,1 0 0,-1 0 0,1 0-1,-1 2 1,1-2-11,0 0-1,0 0 0,0-1 1,-1 1-1,1 0 1,0-1-1,0 1 0,0 0 1,-1 0-1,1-1 1,0 1-1,-1-1 1,1 1-1,-1 0 0,1-1 1,-1 1-1,1-1 1,-1 1-1,1-1 0,-1 1 1,0 0-1,0-1 1,0 1 0,1-1 0,-1 1 0,0 0 0,1-1 0,-1 1 1,1 0-1,-1 0 0,0-1 0,1 1 0,0 0 0,-1 0 0,1 0 0,0 0 0,-1 0 0,1 0 0,0-1 0,0 1 0,-1 0 0,1 0 0,0 2 0,0-1-3,1 0 3,-1 0 1,0 0-1,0 0 1,0 0-1,0 0 1,0 0-1,-1 0 1,1 0-1,-1 0 1,1 0-1,-1 0 1,1 0-1,-1 0 1,0 0-1,-2 2 1,2-3 11,1-1-16,0 0-1,0 0 1,0 1-1,0-1 1,0 0-1,0 0 1,0 0-1,0 0 1,0 0-1,0 1 1,0-1 0,0 0-1,0 0 1,0 0-1,0 0 1,0 1-1,0-1 1,-1 0-1,1 0 1,0 0-1,0 0 1,0 0 0,0 0-1,0 1 1,0-1-1,0 0 1,0 0-1,-1 0 1,1 0-1,0 0 1,0 0 0,0 0-1,0 0 1,0 0-1,0 0 1,-1 0-1,1 0 1,0 1-1,0-1 1,0 0-1,0 0 1,-1 0 0,1 0-1,0 0 1,0 0-1,0 0 1,0 0-1,0-1 1,-1 1-1,1 0 1,0 0-1,0 0 1,0 0 0,0 0-1,0 0 1,-1 0-1,1 0 1,0 0-1,0 0 1,0 0-1,0 0 1,0-1 0,0 1-1,0 0 1,-1 0-1,-1 14-3,2-13 3,0-1-1,0 0 1,0 1-1,0-1 1,0 1-1,0-1 1,0 1-1,0-1 1,0 0-1,0 1 1,0-1-1,0 1 1,0-1-1,0 0 1,-1 1-1,1-1 1,0 1-1,0-1 1,0 0-1,-1 1 1,1-1-1,0 0 1,-1 1-1,1-1 1,0 0-1,-1 0 1,1 1-1,0-1 1,-1 0-1,1 0 1,0 1-1,-1-1 1,4 3 18,-1-2-14,-1 3 5,-2-2 2,0-2-11,0 0 1,1 1 0,-1-1 0,1 0-1,-1 1 1,1-1 0,-1 0 0,1 1-1,-1-1 1,1 1 0,0-1 0,-1 1-1,1-1 1,-1 1 0,1-1 0,0 1-1,0-1 1,-1 1 0,1 1 0,4 4-22,2 3-7,-6-9 29,0 1-1,0-1 0,0 0 0,1 1 1,-1-1-1,0 0 0,0 0 1,0 1-1,0-1 0,1 0 0,-1 0 1,0 0-1,0 1 0,0-1 0,1 0 1,-1 0-1,0 0 0,0 0 1,1 0-1,-1 1 0,0-1 0,1 0 1,-1 0-1,0 0 0,0 0 1,1 0-1,-1 0 0,0 0 0,1 0 1,-1 0-1,0 0 0,1 0 0,-1 0 1,1 0-1,-1 0 0,0 0 0,1 0 0,-1 0 0,0 0 1,1 0-1,-1 0 0,0 0 0,1 0 0,-1 0 0,0 0 1,1 1-1,-1-1 0,0 0 0,1 0 0,-1 0 0,0 1 0,1-1 1,-1 0-1,0 0 0,0 1 0,1-1 0,-1 0 0,0 0 1,0 1-1,0-1 0,1 0 0,-1 1 0,0-1 0,0 0 0,0 1 1,0-1-1,0 1 0,1 6 1,2-7-3,-3 0 3,0 0-1,0 0 0,0 0 0,0 0 0,0 0 0,0 0 0,0 0 0,0 0 0,0 0 0,0-1 0,0 1 0,0 0 0,0 0 0,1 0 0,-1 0 0,0 0 0,0 0 0,0 0 0,0 0 0,0 0 0,0 0 0,0 0 0,0 0 0,0 0 0,1 0 0,-1 0 0,0 0 0,0 0 0,0 0 0,0 0 0,0 0 0,0 0 0,0 1 0,0-1 0,0 0 0,0 0 0,1 0 0,-1 0 0,0 0 0,0 0 0,0 0 0,0 0 0,0 0 0,0 0 0,0 0 0,0 0 0,0 0 0,0 1 0,0-1 0,0 0 0,0 0 0,0 0 0,0 0 0,0 0 0,0 0 0,2 25 16,-3-23-13,9 1 21,-6-3-3,17 5 136,205-5 22,-145-5-179,81-9 17,-79 5-1,-70 8-10,231-13 44,-140 9-82,6-1 39,-14 1 33,-8-1 1,3 1-37,84-1 8,119 1 11,-205 0-23,-7-1 21,7 1-26,1-1 6,65-5-11,-4 6 2,-19 0-10,-104 5 21,-14-3-66,-11 2 52,-1 1 1,1 0-1,0-1 1,0 1-1,0 0 1,0 0-1,-1 0 1,1-1-1,0 1 1,0 0-1,0 0 1,0 0-1,0 1 1,0-1 0,-1 0-1,1 0 1,0 0-1,0 0 1,0 1-1,0-1 1,-1 0-1,1 1 1,0-1-1,1 2 1,-2-2-249,1 1 0,0-1 0,0 0 0,-1 1 0,1-1 0,0 0 0,0 0 1,-1 1-1,1-1 0,0 0 0,0 0 0,0 0 0,-1 0 0,1 0 0,0 0 0,0 0 1,0 0-1,-1 0 0,1 0 0,0-1 0,0 1 0,-1 0 0,1 0 0,0-1 1,0 1-1,-1-1 0,1 1 0,0 0 0,-1-1 0,1 1 0,0-1 0,-1 0 0,1 1 1,-1-1-1,1-1 0,1 1-930,-1-1-1,0 0 1,0 0 0,0 0 0,0 0 0,-1 1-1,1-1 1,0 0 0,-1 0 0,0-1 0,1-1-1,-1-2-3220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0.157"/>
    </inkml:context>
    <inkml:brush xml:id="br0">
      <inkml:brushProperty name="width" value="0.035" units="cm"/>
      <inkml:brushProperty name="height" value="0.035" units="cm"/>
      <inkml:brushProperty name="color" value="#0066FF"/>
    </inkml:brush>
  </inkml:definitions>
  <inkml:trace contextRef="#ctx0" brushRef="#br0">26 0 400,'-26'6'5887,"36"-1"-4620,15 0 2565,-15 1-3199,25-1 411,-2 1-312,11-1 41,-1 1-126,-10-1-345,-31 28 2928,-3-31-3055,1 0 0,0 0 0,-1 0 1,1 1-1,-1-1 0,0 0 0,0 0 0,0 0 1,0 0-1,0 0 0,0 0 0,0 0 1,-3 2-1,3-3-73,-1 1 0,1 0 0,0-1 0,0 1 0,0 0 0,0 0 0,0 0 0,0 0 0,1 0 1,-1 0-1,1 0 0,-1 0 0,1 2 0,-1-2-22,1 0 0,0 0 0,-1 0 0,1-1 1,-1 1-1,0 0 0,1-1 0,-1 1 0,0 0 0,0-1 1,-1 3-1,1-3-34,0 0 1,0 1 0,0-1-1,0 1 1,0-1 0,1 1-1,-1-1 1,1 1 0,-1 0-1,0 3 1,1-3-3,0 0 0,-1 0 0,1 0 0,-1 0 1,1 0-1,-1 0 0,0 0 0,0 0 0,0 0 0,-1 2 0,0-2-20,1 0 0,0 0 0,0 0-1,1 0 1,-1 0 0,0 0 0,0 0-1,1 0 1,0 0 0,-1 3 0,1 4 16,0-2-7,0 0 1,0 1-1,0-1 0,-1 0 0,-1 0 1,-2 12-1,2-12-11,1-1-1,0 1 1,0 0 0,1 0 0,0 0-1,0 0 1,2 7 0,-1 11 21,-1-2-16,-1-8-13,1 0 0,1 1 0,1-1 1,3 20-1,4 25 27,-3-40 11,-3-10 18,0-1-1,-1 1 0,0-1 1,1 13-1,6 16 175,-9-31-219,1-1 0,0 0 0,1 0 0,0 0 0,0 0 0,0-1 0,5 10 0,3 10 26,16 25 23,-24-45-64,1-1 0,-1 1-1,1-1 1,0 0 0,4 6 0,-3-6-5,-1 0 1,0 0 0,0 0 0,-1 0 0,4 8 0,-2 1 7,-3-8-3,0 0 0,1 0 1,0 0-1,0 1 1,0-2-1,0 1 1,1 0-1,5 7 0,-6-10 0,0 1-1,0-1 1,0 1 0,-1 0-1,1-1 1,-1 1-1,0 0 1,0 0-1,0 0 1,1 4-1,6 15 66,-7-18 1,0-1 0,-1 1-1,1 0 1,-1 0 0,0 0-1,0 0 1,0 0 0,0 0-1,-1 0 1,0 0 0,0-1-1,0 1 1,0 0 0,-3 6-1,0-2 171,-2 0-64,3-6-126,0 1 1,1-1-1,-1 0 0,1 1 0,-1 0 0,1 0 0,0-1 0,0 1 0,-2 6 0,-14 14 269,-8 10-102,23-29-221,0 0 0,0 0 1,0 0-1,1 1 1,-1-1-1,1 1 0,-3 9 1,-4 7 4,8-16 3,0-1-1,0 1 1,0 0-1,1-1 1,0 1-1,0 0 0,0 0 1,1 8-1,1 5 17,-3-13-24,1-1-1,-1 1 1,0 0 0,0 0-1,0-1 1,-1 1 0,0-1-1,0 1 1,0-1 0,-4 7-1,0-1-18,-3 17-17,8-23 31,0 0-1,0 0 1,1 1 0,-1-1 0,1 0 0,0 1 0,0-1 0,2 8 0,-1 6 1,-1-13 0,0-1 8,-1 0 1,2 0-1,-1-1 1,0 1-1,1 0 1,-1 0-1,1-1 1,0 1-1,3 7 1,5 10 57,-7-18-70,1 0 0,-1 0 0,0 0 0,0 1 0,-1-1 0,1 1 1,-1-1-1,3 8 0,-4-10 1,0 1 0,0-1 0,1 1 1,-1-1-1,1 1 0,-1-1 0,1 1 0,-1-1 1,1 0-1,0 1 0,0-1 0,1 2 0,-1-2 5,0 1-1,0-1 0,0 1 0,0 0 0,-1-1 0,1 1 0,0 0 1,-1 0-1,1-1 0,-1 1 0,1 0 0,-1 3 0,0 92 0,4-83-12,1 5 29,-5-14-12,0-1 0,1 1 0,-1 0 1,1-1-1,1 1 0,-1-1 0,0 1 1,1-1-1,0 0 0,0 1 0,4 4 1,0 3-3,3 15 17,-6-23-17,-2-2-1,0-1 0,-1 1 0,1 0 0,0-1 0,0 1 0,-1 0 0,1-1 0,-1 1 0,1 0 0,-1 0 0,0 2 0,9 27-6,-9-23 1,0-6 6,0 1 0,0-1 0,0 0 0,0 0 0,0 1 1,0-1-1,-1 0 0,1 1 0,-1-1 0,1 0 0,-1 0 1,0 0-1,0 0 0,-1 3 0,1-4-1,0 1 0,1-1-1,-1 0 1,1 1 0,-1-1 0,1 1-1,0-1 1,-1 1 0,1-1 0,0 1-1,0-1 1,0 1 0,0 0 0,1-1-1,-1 1 1,0-1 0,1 3 0,10 21 30,-1-10-61,-8-12 22,-1 0 1,1 0-1,0 0 1,0 0-1,1 0 0,-1-1 1,0 1-1,4 2 1,-5-4 7,0 0 0,0 0 1,0 0-1,0 0 1,0 1-1,0-1 1,0 0-1,-1 1 0,1-1 1,0 1-1,-1-1 1,1 1-1,-1-1 0,0 1 1,1 1-1,4 13-78,-4-14 91,0 0 0,-1 1 0,1-1 0,-1 0 1,0 1-1,1-1 0,-1 1 0,-1-1 0,1 1 1,0-1-1,0 1 0,-1-1 0,0 0 0,1 1 1,-1-1-1,0 0 0,0 0 0,-2 4 0,2-3-13,0 1 0,0-1-1,1 0 1,-1 0-1,1 0 1,0 1 0,0-1-1,0 0 1,1 6-1,0 2-89,-1 103 323,9-87-240,-9-22 27,1 0 1,-1 0-1,0 0 0,0 0 0,-1 0 0,0 0 0,0 0 0,0 0 0,0 0 0,-1 0 0,0 0 1,0-1-1,-4 8 0,-6 11 203,8-16-185,2-4-29,1-1-1,0 0 0,0 1 0,-1-1 0,1 1 1,0-1-1,1 1 0,-1-1 0,0 1 0,1 0 1,-1 4-1,1-3-10,0 0-1,-1 0 1,1 0 0,1 0 0,-1 0 0,0 0-1,1 0 1,0-1 0,0 1 0,0 0-1,0 0 1,1-1 0,-1 1 0,1-1 0,0 1-1,0-1 1,3 4 0,2 0 12,-5-6-7,-1 1-1,1 0 1,0 0 0,0 0 0,-1 0-1,1 0 1,-1 1 0,1-1-1,-1 0 1,1 3 0,-2-4-4,0-1 1,0 1-1,0-1 0,0 1 0,0-1 1,1 1-1,-1-1 0,0 1 1,0-1-1,0 1 0,1-1 1,-1 1-1,0-1 0,1 1 1,-1-1-1,0 0 0,1 1 1,-1-1-1,1 0 0,-1 1 1,0-1-1,2 1 0,10 10-32,-12-11 32,0 1 1,0-1 0,0 1 0,0-1 0,1 0-1,-1 1 1,0-1 0,0 1 0,1-1-1,-1 0 1,0 1 0,1-1 0,-1 0 0,0 0-1,1 1 1,-1-1 0,0 0 0,1 0 0,-1 0-1,1 1 1,-1-1 0,0 0 0,1 0 0,-1 0-1,1 0 1,-1 0 0,1 0 0,-1 0 0,0 0-1,1 0 1,-1 0 0,1 0 0,-1 0 0,1 0-1,-1 0 1,1 0 0,0-1 0,28 23 54,-29-22-54,1 0 1,-1 0-1,0 0 0,1 0 0,-1 0 0,1 0 0,-1 1 0,0-1 1,0 0-1,1 0 0,-1 0 0,0 0 0,1 1 0,-1-1 1,0 0-1,1 0 0,-1 0 0,0 1 0,0-1 0,0 0 1,1 0-1,-1 1 0,0-1 0,0 0 0,0 1 0,1-1 1,-1 0-1,0 1 0,0-1 0,0 0 0,0 1 0,0-1 1,0 0-1,0 1 0,0-1 0,0 1 0,0-1-1,0 0 0,0 1 0,0-1 0,0 0 0,0 1 0,0-1 0,0 0 0,0 0 0,0 1 0,0-1 0,0 0 0,1 0 0,-1 1 0,0-1 0,0 0 0,0 0 0,0 1 0,0-1 0,1 0 0,-1 0 0,0 1 0,0-1 0,0 0 0,1 0 0,-1 0 0,0 0 0,0 1 0,1-1 0,-1 0 0,0 0 0,0 0 0,1 0 0,-1 0 0,0 0 0,0 0 0,1 0 0,-1 0 0,1 0 0,-1 0 1,0 0-1,0 1 1,0-1 0,0 0-1,1 0 1,-1 0 0,0 0-1,0 0 1,0 0 0,0 0 0,1 1-1,-1-1 1,0 0 0,0 0-1,0 0 1,0 0 0,0 0 0,0 1-1,0-1 1,0 0 0,1 0-1,-1 0 1,0 1 0,0-1-1,0 0 1,0 0 0,0 0 0,0 0-1,0 1 1,0-1 0,0 0-1,0 0 1,0 0 0,0 1-1,0-1 1,0 0 0,0 0 0,-1 0-1,1 1 1,0 1 5,32 16 69,-30-13-65,-1 0 3,7-1-28,-8-4 15,1 0 1,-1 1-1,1-1 0,-1 0 1,1 0-1,-1 0 1,0 1-1,1-1 1,-1 0-1,1 0 0,-1 1 1,0-1-1,1 0 1,-1 1-1,0-1 1,0 0-1,1 1 0,-1-1 1,0 0-1,0 1 1,1-1-1,-1 1 1,0-1-1,0 1 0,0-1 1,0 0-1,0 1 1,0-1-1,0 1 1,0-1-1,0 1 0,0-1 1,0 1-1,0-1 1,0 1-1,0 3 1,0-3 8,-1 10 1389,-31-11-1107,30 0-214,-32 0 177,-140 0-304,136-7-1055,15 2-390,15 4 310,0-1 0,-1 0 0,1-1-1,-10-4 1,11 3-776,-1 0 0,1 0 0,0-1 1,-7-5-1,-13-7-7008,9 7 4438</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2.668"/>
    </inkml:context>
    <inkml:brush xml:id="br0">
      <inkml:brushProperty name="width" value="0.035" units="cm"/>
      <inkml:brushProperty name="height" value="0.035" units="cm"/>
      <inkml:brushProperty name="color" value="#0066FF"/>
    </inkml:brush>
  </inkml:definitions>
  <inkml:trace contextRef="#ctx0" brushRef="#br0">0 0 264,'0'0'3019,"19"6"784,-17-6-3601,-1 0-63,0-1 0,-1 1 0,1 0 0,0 0 0,0 0 0,0 0 0,-1 0 0,1 0 0,0 0 0,0 0 0,0 0 0,-1 0 0,1 1 0,0-1 0,0 0 0,-1 0 0,1 1 0,0-1 0,0 1 0,-1-1 0,1 0 0,0 1 0,-1-1 0,1 1 0,-1 0 0,1-1 0,-1 1 0,1-1 0,-1 1 0,1 0 0,0 1 0,-1-1 152,-9 16 1284,9-15-1485,0-1 15,0 0 0,0 0 0,0 0 0,0 0 0,0 0 0,0 0 1,0 1-1,0-1 0,0 0 0,1 0 0,-1 0 0,0 0 0,1 0 1,-1 0-1,1 0 0,-1 0 0,1 0 0,-1 0 0,1 0 0,0-1 1,0 2-1,1 0 18,-1-1 1,0 1-1,0-1 0,0 1 1,0 0-1,0-1 1,0 1-1,-1 0 0,1 0 1,0-1-1,-1 1 1,1 0-1,-1 0 1,0 0-1,0 0 0,0 0 1,0 2-1,-1 45 865,0-28-670,2-16-248,-1-1-1,0 0 1,1 1 0,0-1-1,0 0 1,0 1-1,1-1 1,0 0 0,-1 0-1,5 7 1,6 28 390,-11-36-434,1 0 1,-1 1-1,0-1 0,-1 0 1,1 0-1,0 1 1,-1-1-1,0 0 0,0 5 1,9 24 265,-9-19-61,0-9-117,1 0 0,-1 0 1,0 0-1,-1 0 0,1 0 0,-1 0 0,0 0 0,0 0 1,0 0-1,-2 5 0,1-5-26,0 1 0,0 0 0,1 0 0,0 1 0,0-1 0,0 0 0,1 7 0,-1 0 2,1-1-43,0-1 0,1 1 0,0-1 0,0 1 0,4 12 0,-1-3-24,-3-17-13,-1 1 1,1-1 0,0 1 0,0-1 0,0 1 0,0-1-1,1 0 1,-1 1 0,5 4 0,-3-3 72,0 0 0,0 1 0,0-1 0,-1 1 0,1 0 0,2 10 0,-4-10 164,1 0 0,0 0 1,0-1-1,0 1 1,1-1-1,6 10 0,-7-12-76,0 0 0,0 0 1,0 0-1,-1 1 0,1-1 0,-1 1 0,0-1 0,0 1 0,0 0 0,1 6 0,-1 40 1194,-2-30-971,10 23 189,-9-40-571,0-1-1,0 1 1,0-1-1,1 1 1,-1 0 0,1-1-1,0 1 1,-1-1 0,1 1-1,2 3 1,9 32 132,20 32 408,-21-37-280,7 10 36,-17-41-294,0 0-1,0 1 1,0-1 0,0 0-1,-1 1 1,1-1 0,-1 0-1,1 1 1,-1-1 0,0 1-1,0-1 1,0 4 0,8 31 35,1-9-1,0 4-9,-9-29-37,0-1 1,1 1 0,-1 0 0,1-1 0,0 1-1,-1-1 1,1 1 0,0-1 0,2 4 0,-1-4 0,-1 1 0,0-1-1,0 1 1,0 0 0,0 0 0,0-1 0,-1 1 0,1 0 0,-1 4 0,1-3 0,-1-1 1,1 1-1,0 0 0,0-1 1,0 1-1,1-1 0,-1 1 1,1-1-1,0 0 1,0 0-1,0 1 0,0-1 1,0-1-1,1 1 0,4 4 1,17 24 53,16 26-32,-33-44-31,-6-12 4,0 0 1,0 0-1,0 0 1,0 0-1,-1 0 1,1 1-1,0-1 0,-1 0 1,1 0-1,-1 1 1,0-1-1,1 0 1,-1 1-1,0-1 1,0 1-1,0-1 1,0 0-1,0 1 1,0-1-1,0 0 0,0 1 1,-1-1-1,1 1 1,0-1-1,-1 0 1,1 0-1,-2 3 1,1 1 7,0 0 0,0 0 0,0 0-1,1 0 1,0 0 0,0 0 0,0 0 0,1 7 0,0 6 21,-1 52-17,-8-43 36,8 179 32,0-204-79,0-1 0,0 0-1,1 0 1,-1 0 0,0 0-1,1 0 1,-1 0 0,1 0-1,-1 0 1,1 0 0,0 0-1,-1 0 1,1 0 0,1 1-1,-1-1 3,0 0-1,0 0 0,0 0 1,-1 0-1,1 0 1,-1-1-1,1 1 0,0 0 1,-1 0-1,0 1 0,1-1 1,-1 0-1,0 0 0,1 2 1,-1-2-2,0 0-1,1 1 1,-1-1 0,0 0 0,1 0 0,-1 0 0,1 1 0,-1-1 0,1 0-1,-1 0 1,1 0 0,0 0 0,0 0 0,1 1 0,-1-1-2,-1 0-1,1 0 1,0 0 0,0 0 0,-1 0 0,1 0 0,0 0 0,-1 0-1,1 0 1,-1 1 0,0-1 0,1 0 0,-1 0 0,0 2 0,1-1 7,-1 1 0,1-1 1,-1 0-1,1 0 0,0 0 0,0 0 1,0 0-1,0 0 0,0 0 1,0 0-1,0 0 0,3 2 1,-3-3 3,1 1 0,-1 0 0,0-1 0,0 1 0,0 0 0,0 0 0,0-1 0,0 1 0,0 0 0,-1 0 0,1 0 0,-1 2 0,1-2-7,-1 0 1,0-1 0,0 1-1,1-1 1,-1 1 0,1 0 0,-1-1-1,1 1 1,0-1 0,-1 1-1,1-1 1,0 0 0,1 2-1,-1-2-8,0 0 0,0 1 0,0-1 0,0 1 0,-1-1 0,1 0 0,0 1 0,-1-1 0,1 1 0,-1-1 0,0 1 0,1 3 0,-1 82 43,-4-75-49,-1 4-4,5-14 19,0 1-1,1 0 0,-1 0 0,0 0 0,1-1 1,0 1-1,0 0 0,0-1 0,1 4 0,16 28 41,-7-7-54,-6-20 9,6 8 2,7 6 15,-17-19-12,0-1-1,1 1 1,-1-1-1,0 1 1,0 0-1,0-1 1,0 1-1,0 0 0,0 0 1,0 0-1,-1 0 1,2 2-1,2 8 0,-2-7 0,0 0 0,0 0 0,-1 0 0,0 0 0,0 0 1,0 0-1,-1 9 0,-1 44-100,0-24 113,2-28 2,0-1 1,0 0-1,1 1 0,0-1 0,0 0 0,1 0 0,2 5 0,-4-8-14,11 25-2,-10-20 0,1-1 0,-1 0 0,1-1 0,0 1 0,0 0 0,1-1 0,6 9 0,-4-8 0,-1 1 0,0 0 0,0 0 0,-1 1 0,5 11 0,-1-3 0,-7-12 0,0 0 0,0 0 0,0 0 0,-1 1 0,0-1 0,0 0 0,0 0 0,0 0 0,-1 5 0,0 6 0,1-14 0,-1 1 0,1-1 0,0 1 0,-1-1 0,1 0 0,-1 1 0,1-1 0,-1 1 0,0-1 0,1 0 0,-1 1 0,0-1 0,0 0 0,0 0 0,0 0 0,-2 2 0,-9 11 0,11-3 0,2-7 0,6-3 0,2-2 0,-9 1 0,1 0 0,-1 0 0,1 0 0,-1 0 0,0 0 0,1 0 0,-1 0 0,0 0 0,1 0 0,-1 0 0,1 0 0,-1 0 0,0-1 0,1 1 0,-1 0 0,0 0 0,1 0 0,-1-1 0,0 1 0,0 0 0,1 0 0,-1-1 0,0 1 0,0 0 0,1 0 0,-1-1 0,0 1 0,0 0 0,0-1 0,1 1 0,-1 0 0,0-1 0,0 1 0,0 0 0,0-1 0,0 1 0,0-1 0,0 1 0,0-1 0,0 0 0,11-18-2182,-4-17-6440,-6 25 5235,-1-1 1,-1 1 0,-2-20 0,-5 5-2063</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4.827"/>
    </inkml:context>
    <inkml:brush xml:id="br0">
      <inkml:brushProperty name="width" value="0.035" units="cm"/>
      <inkml:brushProperty name="height" value="0.035" units="cm"/>
      <inkml:brushProperty name="color" value="#0066FF"/>
    </inkml:brush>
  </inkml:definitions>
  <inkml:trace contextRef="#ctx0" brushRef="#br0">29 0 728,'2'12'6398,"-2"-12"-6303,1 0 0,-1 1 0,0-1 0,1 0 0,-1 0 0,0 0 1,1 1-1,-1-1 0,0 0 0,1 1 0,-1-1 0,0 0 1,0 1-1,1-1 0,-1 0 0,0 1 0,0-1 0,0 1 1,1-1-1,-1 0 0,0 1 0,0-1 0,0 1 0,0-1 0,0 0 1,0 1-1,0-1 0,0 1 0,0-1 0,0 1 0,0-1 1,0 0-1,0 1 0,0-1 0,0 1 0,0-1 0,-1 0 1,1 1-1,0-1 0,0 1 0,-1-1 0,1 0 0,0 1 0,0-1 1,-1 0-1,1 1 0,0-1 0,-1 0 0,-21 16 753,16-13-168,5-2-652,1-1-1,0 0 1,-1 1-1,1-1 1,0 1-1,-1-1 1,1 1-1,0-1 1,0 0-1,-1 1 1,1-1-1,0 1 1,0-1-1,0 1 1,0-1 0,0 1-1,0-1 1,0 1-1,0 0 1,0-1-1,0 1 1,0-1-1,0 1 1,0-1-1,0 1 1,0-1-1,1 1 1,-1-1-1,0 1 1,0-1-1,0 0 1,1 1-1,-1-1 1,1 1-1,7 10 572,-6-6-350,-1 0 0,1 0 0,1 0 0,-1 0 0,1-1 0,3 5 0,8 23 502,-12-26-662,0-1 0,1 1 0,-1 0 0,1-1 0,4 6 0,-4-7-29,-1 0 0,0 0 0,0 0 0,0 0 0,2 8 0,7 15 158,6 12 223,9 19 389,-21-51-709,-1 0 0,0 0 0,-1 0 1,1 0-1,-2 1 0,4 10 0,-3-11-23,0 0-1,0 0 1,0 0 0,1 0-1,7 8 1,-6-8 0,-1 0 0,0 0-1,0 1 1,4 10 0,-6-14-48,0 0 1,0-1-1,0 1 1,1 0-1,-1 0 1,6 5-1,-5-6-5,0 1 0,0 0-1,0 0 1,0 0 0,2 5-1,-4-6-12,2 5 70,0 0 1,0 0-1,0 0 0,-1 1 1,1 11-1,6 30 607,-9-48-676,0 5 86,0-1 1,0 1-1,0-1 1,-1 0-1,0 1 1,-1-1-1,-1 7 1,-6 41 561,5-39-589,1 0 0,0 1 1,1-1-1,1 1 0,0-1 0,1 1 0,2 18 0,0 15 62,-2-39-27,0 0 0,-1 1 1,0-1-1,0 0 0,-1 0 0,-1 0 0,-5 16 0,-4-6 239,10-18-335,0 1 1,1-1-1,-1 0 1,1 1 0,-1-1-1,1 1 1,0 0-1,0-1 1,0 1-1,1 0 1,-1 3 0,-8 36 164,9-30-181,-1-7-13,1 0 1,0-1-1,0 1 1,1 0-1,-1 0 1,1 0-1,0-1 1,1 1-1,1 5 1,0 14 31,4-13-9,-5-7-7,1-1-1,-1 1 1,0 0-1,0 0 1,-1 0-1,1 0 1,-1 0 0,2 7-1,5 27 255,-8-26-177,1-5-8,-1 1 1,0-1-1,-1 0 0,0 1 0,0-1 0,-4 13 1,-7 24 226,7-29-260,3-12-35,0 1 0,1 0-1,-1 0 1,1 0 0,0 0 0,0 6 0,-8 34 97,0-6 5,9-34-81,0 1 0,-1-1 0,1 0 1,-1 1-1,0-1 0,-1 0 0,1 0 0,-1 0 0,0 0 0,-4 7 1,4-7 67,1 0 1,-1 0 0,1 0 0,0 1 0,-2 7 0,-6 9 331,10-20-434,-1-1 0,0 1-1,0-1 1,0 0 0,0 1-1,-1-1 1,1 0 0,0 1 0,0-1-1,0 1 1,0-1 0,0 0 0,0 1-1,-1-1 1,1 0 0,0 1 0,0-1-1,0 0 1,-1 1 0,1-1-1,0 0 1,-1 0 0,1 1 0,-1-1-1,1 1 1,-1-1-1,1 0 0,0 0 0,0 1 0,-1-1 0,1 0 0,0 0 1,0 1-1,-1-1 0,1 0 0,0 1 0,0-1 0,0 0 0,-1 1 1,1-1-1,0 1 0,0-1 0,0 0 0,0 1 0,0-1 1,0 0-1,0 1 0,0-1 0,0 1 0,-4 13 140,-1 5 49,5 78 131,0-96-322,0 0 0,0 0-1,1 0 1,-1 0 0,0 0-1,0 0 1,1 0 0,-1 0-1,0-1 1,1 1 0,-1 0-1,1 0 1,-1 0 0,1 0-1,0 0 1,-1-1 0,2 2-1,-1-1 2,0 0 0,0 0 0,0 0 0,-1 0 0,1 0 0,0 0 0,-1 0 0,1 0 0,-1 0 0,1 0 0,-1 0-1,0 0 1,1 1 0,-1-1 0,0 0 0,0 0 0,0 3 0,0 54 15,1-57-19,-1 0 1,0 0-1,0 0 1,0 0-1,1 0 0,-1 0 1,0-1-1,1 1 1,-1 0-1,1 0 1,-1 0-1,1-1 1,-1 1-1,1 0 1,-1-1-1,1 1 1,1 0-1,-2 0 0,1 0 1,0-1-1,0 1 0,-1 0 0,1 0 1,0 0-1,-1-1 0,1 1 1,-1 0-1,1 0 0,-1 0 0,0 0 1,1 0-1,-1 0 0,0 0 0,1 0 1,-1 2-1,7 8 0,-6-10 0,0-1 0,0 1 0,0 0 0,0 0 0,-1 0 0,1 0 0,0 0 0,-1 0 0,1 0 0,-1 0 0,1 0 0,-1 1 0,1 1 0,8 13 0,0 17 0,-1-6 0,-8-26 0,1 1 0,-1-1 0,0 0 0,1 0 0,-1 1 0,1-1 0,-1 0 0,1 0 0,-1 0 0,1 0 0,0 0 0,1 2 0,-1-1 0,0-1 0,0 0 0,0 0 0,0 0 0,0 1 0,-1-1 0,1 0 0,0 1 0,-1-1 0,0 1 0,1-1 0,-1 0 0,1 3 0,-1-2 0,1-1 0,0 1-1,0 0 1,0-1 0,0 1 0,0-1 0,0 1-1,0-1 1,0 0 0,0 1 0,1-1 0,2 2-1,13 19-12,0-4 29,1 2-16,-15-3-52,-2-14 56,0 0-1,1 1 1,-1-1 0,0 0 0,-1 1-1,1-1 1,-1 1 0,1 0-1,-1-1 1,0 1 0,0-1-1,-1 5 1,1 8 0,27 22-4,-18-25 0,-7-10 0,0 0 0,0 0 0,0-1 0,1 1 0,-1 0 0,1-1 0,-1 1 0,5 2 0,-6-4 0,0 0 0,0 0 0,0 1 0,0-1 0,0 0 0,0 1 0,0-1 0,0 1 0,1 2 0,5 10 0,-2-8 0,-1-1 0,0 1 0,0-1 0,-1 1 0,0 0 0,0 1 0,0-1 0,2 8 0,-5-12 0,0 0 0,1 1 0,-1-1 0,1 0 0,0 0 0,-1 1 0,1-1 0,0 0 0,2 2 0,-2-2 0,0 1 0,0-1 0,1 1 0,-1-1 0,-1 1 0,1-1 0,0 1 0,-1 0 0,1 3 0,0-3 0,-1-1 0,1 0 0,0 0 0,0 1 0,1-1 0,-1 0 0,0 0 0,1 0 0,-1 0 0,1 0 0,-1 0 0,1-1 0,0 1 0,0-1 0,3 3 0,-5-4 0,0 0 0,0 0 0,0 0 0,0 0 0,1 0 0,-1 0 0,0 0 0,0 0 0,0 1 0,0-1 0,1 0 0,-1 0 0,0 0 0,0 0 0,0 0 0,0 1 0,0-1 0,0 0 0,0 0 0,0 0 0,1 0 0,-1 1 0,0-1 0,0 0 0,0 0 0,0 0 0,0 1 0,0-1 0,0 0 0,0 0 0,0 0 0,0 1 0,0-1 0,0 0 0,0 0 0,0 0 0,-1 0 0,1 1 0,0-1 0,0 3 0,16 8 0,10 7 0,-22-17 0,-4 2 0,14 8 0,-7-6 0,-5-4 0,8 15 0,-8-16 9,1 2-7,-1 22-93,-18-57-13265,14 24 10023,1 7 2739,1 1 0,0-1 0,-1 0 0,1 1 0,-1-1 0,1 1-1,-1-1 1,0 1 0,0-1 0,0 1 0,0-1 0,-1 0 0,-14-10-5200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0.341"/>
    </inkml:context>
    <inkml:brush xml:id="br0">
      <inkml:brushProperty name="width" value="0.035" units="cm"/>
      <inkml:brushProperty name="height" value="0.035" units="cm"/>
      <inkml:brushProperty name="color" value="#0066FF"/>
    </inkml:brush>
  </inkml:definitions>
  <inkml:trace contextRef="#ctx0" brushRef="#br0">10 12 232,'0'0'1371,"28"0"7056,-18 1-2597,-11-1-5570,1 0-1,-1 0 0,1 0 1,-1 0-1,1 0 0,-1 0 1,1 0-1,-1 0 0,1-1 1,-1 1-1,1 0 0,-1 0 1,1 0-1,-1-1 1,1 1-1,0 0 0,-1 0 1,1-1-1,-1 1 0,1 0 1,0-1-1,-1 1 0,0-1 1,-17-6 8442,14 6-8343,-4 1 679,7 1-1006,1 0 1,-1 0-1,1-1 0,-1 1 1,1 0-1,0 0 1,-1 0-1,1 0 0,0 0 1,0 0-1,-1 0 1,1 0-1,0 0 0,0 0 1,0 0-1,0 0 1,1 1-1,7 53-32,-8-38 0,1-5 0,-1 0 0,-1 0 0,0 0 0,0 0 0,-4 12 0,4-20-160,1 0 1,-1-1-1,1 1 0,-1 0 0,1 0 1,1 0-1,-1-1 0,0 1 1,1 0-1,0 0 0,1 5 0,3 22-1538,-1-13-1368,0-7-2252,-3-2-5012,8-14 2140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1.132"/>
    </inkml:context>
    <inkml:brush xml:id="br0">
      <inkml:brushProperty name="width" value="0.035" units="cm"/>
      <inkml:brushProperty name="height" value="0.035" units="cm"/>
      <inkml:brushProperty name="color" value="#0066FF"/>
    </inkml:brush>
  </inkml:definitions>
  <inkml:trace contextRef="#ctx0" brushRef="#br0">262 1 784,'-7'0'16453,"-6"0"-7648,-11 1-4840,-20 4-4860,28-2 2860,-2 3-1585,0 1 0,0 0 1,-31 19-1,44-22-366,0 0 0,0 1 0,1 0 0,-1 0 0,1 0 0,0 0 0,1 1 1,-1 0-1,1 0 0,0 0 0,-4 12 0,7-17-14,-1 1 0,0 0 0,1 0 0,0 0 0,-1-1 0,1 1 0,0 0 0,0 0 0,0 0 0,0-1 0,0 1 0,1 0 0,-1 0 0,0 0 0,1-1 0,0 1 0,-1 0 0,1 0 0,0-1 0,0 1 0,0-1 0,0 1 0,0-1 0,0 1 0,0-1 0,0 1 0,1-1 0,-1 0 0,2 1 0,-1 0 0,1 0 0,-1-1 0,1 1 0,0-1 0,-1 0 0,1 1 0,0-1 0,0-1 0,0 1 0,0 0 0,0-1 0,0 1 0,0-1 0,0 0 0,0 0 0,0 0 0,4-1 0,8-2 0,-1-1 0,1-1 0,-1 0 0,0-1 0,25-14 0,-21 10 0,-13 8 0,0-1 0,0 0 0,0 0 0,8-7 0,5-7-9,-16 15 5,0 1 0,0-1 0,0 0 1,0 0-1,0 0 0,-1 0 0,1 0 0,-1 0 0,1 0 0,-1 0 0,0 0 0,1-1 0,-1 1 0,-1-1 1,1 1-1,0-1 0,0 1 0,-1-1 0,0 1 0,1-1 0,-1 1 0,0-5 0,0-35-821,0 41 547,0-3-1790,0 7 660,24 3-22063,-14-6 20685</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1.578"/>
    </inkml:context>
    <inkml:brush xml:id="br0">
      <inkml:brushProperty name="width" value="0.035" units="cm"/>
      <inkml:brushProperty name="height" value="0.035" units="cm"/>
      <inkml:brushProperty name="color" value="#0066FF"/>
    </inkml:brush>
  </inkml:definitions>
  <inkml:trace contextRef="#ctx0" brushRef="#br0">27 15 2377,'15'-8'20569,"-20"5"-18722,1 1 246,0 1 1752,2 10-1809,2 1-2036,-1 0 0,1 0 0,1 0 0,0-1 0,0 1 0,4 13 0,-3-13 0,-1 0 0,0 0 0,-1 0 0,0 0 0,-1 13 0,-1 5 0,0 15-2215,-2-16-3187,-12 36-1,14-54 4847,-1 30-11846,-4-23 7925</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2.982"/>
    </inkml:context>
    <inkml:brush xml:id="br0">
      <inkml:brushProperty name="width" value="0.035" units="cm"/>
      <inkml:brushProperty name="height" value="0.035" units="cm"/>
      <inkml:brushProperty name="color" value="#0066FF"/>
    </inkml:brush>
  </inkml:definitions>
  <inkml:trace contextRef="#ctx0" brushRef="#br0">16 31 1064,'0'-7'3255,"-2"-11"16385,-5 16-14845,0 1-971,8 1-3821,-1 0 1,0-1 0,1 1-1,-1 0 1,1 0 0,-1-1 0,1 1-1,-1 0 1,1 0 0,-1 0-1,1 0 1,-1 0 0,1 0 0,-1 0-1,1 0 1,-1 0 0,0 0-1,1 0 1,-1 0 0,1 0-1,-1 0 1,1 0 0,-1 1 0,1-1-1,-1 0 1,1 0 0,-1 0-1,0 1 1,1-1 0,-1 0 0,1 1-1,-1-1 1,0 0 0,1 1-1,-1-1 1,0 0 0,1 1-1,-1-1 1,0 1 0,8 19 35,-7-16-37,2 0-2,-1 1 0,1-1 0,-1 1 0,-1-1 0,1 1 0,0-1 0,-1 1 0,1 5 0,-1-4 0,0 0 0,1 0 0,0 0 0,0 0 0,6 9 0,18 45-2623,-24-55 1668,1-1 1,-1 1 0,0 0-1,0 0 1,-1 0-1,1 0 1,-1 0-1,1 7 1,-2-7-99,1-1 1,-1 0-1,0 0 1,-1 0-1,1 0 1,-1 0-1,0 0 0,0 0 1,0-1-1,0 1 1,-3 5-1,-4 7-3501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3.608"/>
    </inkml:context>
    <inkml:brush xml:id="br0">
      <inkml:brushProperty name="width" value="0.035" units="cm"/>
      <inkml:brushProperty name="height" value="0.035" units="cm"/>
      <inkml:brushProperty name="color" value="#0066FF"/>
    </inkml:brush>
  </inkml:definitions>
  <inkml:trace contextRef="#ctx0" brushRef="#br0">210 24 3105,'-1'-1'366,"0"-1"1,0 1 0,1 0-1,-1 0 1,0 0-1,0 0 1,-1 0 0,1 0-1,0 1 1,0-1 0,0 0-1,0 0 1,-1 1-1,1-1 1,0 1 0,-1-1-1,1 1 1,0 0-1,-1-1 1,-1 1 0,-32-6 2828,-52 6 5774,83 1-8717,0 1 1,0-1 0,0 1 0,1 0-1,-1 0 1,0 0 0,1 1 0,-1-1 0,1 1-1,-5 4 1,7-5-207,-13 21 925,13-22-944,1 0 0,0 0 0,0 0 0,0 0-1,0 0 1,0 0 0,0 0 0,0 0 0,0 0 0,0 0 0,0 0-1,1 0 1,-1 0 0,0 0 0,1 0 0,-1 0 0,1 0-1,-1-1 1,1 1 0,-1 0 0,1 0 0,0 0 0,-1 0 0,1-1-1,1 2 1,7 5 11,0 1-1,1-2 1,-1 1-1,2-2 0,-1 1 1,0-1-1,1-1 1,0 0-1,21 5 1,-6-4 0,0-1 0,0-1 1,33-1-1,-53-2-65,-1-1 1,1 0-1,-1 0 0,0 0 0,1 0 0,-1-1 1,0 0-1,0 0 0,0 0 0,0-1 0,0 0 1,-1 0-1,1 0 0,-1 0 0,0-1 0,0 1 1,0-1-1,4-5 0,-8 7-28,1-1 0,0 0 0,-1 1 0,0-1-1,0 0 1,1 0 0,-1 1 0,-1-1 0,1-3 0,-1-2-85,0 6 105,1 0 0,-1 1 0,0-1 0,0 0 0,0 0 0,0 1 0,0-1 0,-1 1 0,1-1 0,0 1 0,-1-1 0,1 1 0,-1 0 0,1 0 0,-1 0 0,0-1 0,0 2 0,-2-3 0,-12-8-595,12 8 218,0 0 0,0 0 0,-1 1 0,1-1-1,-1 1 1,1 0 0,-1 0 0,0 0 0,1 1 0,-1 0 0,0 0-1,0 0 1,0 0 0,0 1 0,0 0 0,0 0 0,0 0-1,0 0 1,0 1 0,0 0 0,0 0 0,-6 3 0,2-1-298,6-2 387,1 0 0,-1-1 0,1 1 0,-1 1 1,1-1-1,0 0 0,0 1 0,-3 1 0,-5 4-1314,9-6 1276,0-1 0,0 1 0,0-1 0,0 1 1,0 0-1,1-1 0,-1 1 0,0 0 0,0-1 0,0 1 1,1 0-1,-1 0 0,0 0 0,1 0 0,-1 0 1,1 0-1,-2 2 0,10 2-2092</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4.325"/>
    </inkml:context>
    <inkml:brush xml:id="br0">
      <inkml:brushProperty name="width" value="0.035" units="cm"/>
      <inkml:brushProperty name="height" value="0.035" units="cm"/>
      <inkml:brushProperty name="color" value="#0066FF"/>
    </inkml:brush>
  </inkml:definitions>
  <inkml:trace contextRef="#ctx0" brushRef="#br0">139 11 1704,'18'-11'12035,"-20"21"-9760,0-7-1939,-1-1 0,1 0 1,0 0-1,0 1 0,-1 0 0,2-1 0,-1 1 1,0 0-1,0 0 0,1 0 0,0 0 0,0 0 1,0 0-1,-1 5 0,1-4-236,0-1 0,0 1-1,1 0 1,-1-1 0,1 1-1,0 0 1,1 0 0,-1-1 0,0 1-1,1 0 1,0-1 0,0 1-1,0 0 1,2 3 0,-1-3-90,0 0 0,0-1 0,0 1 0,0-1 1,1 0-1,0 0 0,-1 0 0,1 0 0,0 0 1,0-1-1,1 1 0,-1-1 0,1 0 0,-1 0 0,5 2 1,1 0-2,-1 0 1,1-1 0,0 0 0,0-1 0,0 0 0,0 0 0,1-1 0,15 0 0,-14-1-4,0 0 1,-1-1-1,1 0 0,-1-1 0,1 0 1,-1 0-1,1-1 0,-1-1 1,0 0-1,-1 0 0,1-1 1,-1 0-1,0-1 0,14-10 1,-22 15-7,0 0 0,0 0 0,0 0-1,0 1 1,0-1 0,0 0 0,0 0 0,-1 0 0,1-1 0,0 1 0,-1 0 0,1 0 0,-1 0 0,1 0 0,-1-1 0,1 1 0,-1 0 0,0-1 0,0 1 0,0 0 0,0 0 0,0-1 0,0 1 0,0 0 0,0-1 0,0 1 0,0 0 0,-1 0 0,1-1 0,-1 1 0,1 0 0,-1 0 0,1 0 0,-1-1 0,0 1 0,1 0 0,-1 0 0,0 0 0,0 0 0,0 0 0,-1-1 0,-5-3-183,0 0 0,0 0 0,-1 0 1,1 1-1,-11-5 0,8 5-370,0 0 1,-1 1-1,0 0 1,1 1-1,-1 0 1,0 1-1,0 0 1,0 0-1,0 1 1,0 1-1,0 0 1,-16 3-1,-34 7-1978,-44 11-2650,71-12 3055,0-4-503</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0.512"/>
    </inkml:context>
    <inkml:brush xml:id="br0">
      <inkml:brushProperty name="width" value="0.035" units="cm"/>
      <inkml:brushProperty name="height" value="0.035" units="cm"/>
      <inkml:brushProperty name="color" value="#0066FF"/>
    </inkml:brush>
  </inkml:definitions>
  <inkml:trace contextRef="#ctx0" brushRef="#br0">149 163 1288,'-1'-6'914,"0"1"0,0-1-1,0 1 1,-1-1 0,0 1 0,0 0-1,-1 0 1,1 0 0,-1 0 0,0 0-1,0 0 1,-8-7 0,4 4 978,-1 1 1,-1 1-1,1-1 1,-1 1 0,0 1-1,-1-1 1,1 2-1,-17-7 1,24 11-1573,1 0-261,1-1 0,-1 1 0,0 0 0,0 0 0,0 0 0,1-1 1,-1 1-1,0 0 0,1-1 0,-1 1 0,0-1 0,1 1 0,-1-1 1,1 1-1,-1-1 0,0 1 0,1-1 0,-1 1 0,1-1 0,0 0 1,-1 1-1,1-1 0,0 0 0,-1 0 0,1 1 0,0-1 0,-1 0 1,1 0-1,0 1 0,0-1 0,0 0 0,0 0 0,0 1 0,0-1 1,0 0-1,0 0 0,0-1 0,0 2-59,0 0 0,0 0 0,0 0 0,0 0 0,0-1 0,0 1 0,0 0 0,0 0 0,0 0 0,0 0 0,0-1 0,0 1 0,0 0 0,1 0 0,-1 0 0,0 0 0,0-1 0,0 1 0,0 0 0,0 0 0,0 0 0,0 0 0,0 0 0,0-1 0,1 1 0,-1 0 0,0 0 0,0 0 0,0 0 0,0 0 0,0 0 0,1 0 0,-1 0 0,0-1 0,0 1 0,0 0 0,0 0 0,1 0 0,-1 0 0,0 0 0,0 0 0,0 0 0,0 0 0,1 0 0,-1 0 0,0 0 0,0 0 0,0 0 0,1 0 0,-1 0 0,0 1 0,0-1 0,0 0 0,0 0 0,0 0 0,1 0 0,-1 0 0,0 0 0,0 0 0,0 0 0,0 1 0,0-1 0,0 0 0,1 0 0,-1 0 0,0 0 0,0 1 0,8 7 0,-8-8 0,25 27 0,-17-17 0,1-1 0,-1 1 0,-1 1 0,7 11 0,-10-16 0,0 1 0,0 1 0,-1-1 0,-1 0 0,1 1 0,-1-1 0,2 16 0,5 53-693,-9-66-960,0 1 1,-1-1 0,0 1 0,-4 13 0,3-5-2268,2-17 2843,0 0-1,0-1 0,0 1 0,1 0 1,-1 0-1,1 0 0,-1-1 0,1 1 0,0 0 1,0-1-1,2 4 0,-2 1-2993</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1.207"/>
    </inkml:context>
    <inkml:brush xml:id="br0">
      <inkml:brushProperty name="width" value="0.035" units="cm"/>
      <inkml:brushProperty name="height" value="0.035" units="cm"/>
      <inkml:brushProperty name="color" value="#0066FF"/>
    </inkml:brush>
  </inkml:definitions>
  <inkml:trace contextRef="#ctx0" brushRef="#br0">278 8 920,'-40'-4'7051,"31"3"-6125,0 0 0,0 0 0,-1 1 0,1 0 0,0 0 1,-10 3-1,8 0-422,1 0 1,-1 1-1,1 0 1,0 1-1,0 1 1,0-1-1,1 1 1,0 1-1,0 0 0,-12 12 1,-5 21 180,23-34-652,0 0 0,1 0-1,0 0 1,0 0 0,0 0-1,1 1 1,-1 8 0,2-12-28,0 1-1,0 0 1,0-1 0,1 1-1,-1-1 1,1 1 0,0-1-1,0 0 1,0 1 0,4 5 0,-1-3 1,0 0 0,1-1 0,0 0 0,7 6 0,-9-8-3,-1-1-2,0 0 0,0 0 0,0-1 0,0 1 0,0-1 0,0 1 0,1-1 0,-1 0 0,0 0 0,1 0 0,-1 0 0,1 0 0,-1-1 0,1 1 0,-1-1 0,1 0-1,-1 0 1,1 0 0,0 0 0,-1 0 0,1 0 0,-1 0 0,1-1 0,2 0 0,9-3 32,-1 0 1,24-11-1,-17 6 1,-16 7-24,0-1 1,0 0 0,0 1 0,0-1-1,0-1 1,-1 1 0,0 0 0,0-1-1,0 0 1,0 0 0,0 0 0,-1 0-1,1 0 1,-1 0 0,3-9 0,-7 7-11,0 1 1,0-1 0,0 1-1,-1 0 1,0 0 0,0 0 0,0 0-1,0 0 1,-1 1 0,-4-5 0,5 6-10,0 0 1,-1 0 0,1 0-1,-1 0 1,0 1 0,1-1 0,-1 1-1,0 0 1,-6-2 0,-1 1-302,11 3 288,-1 0 0,1 0 0,0 0 1,-1 0-1,1 0 0,0 0 0,0 0 0,-1 0 0,1-1 0,0 1 1,-1 0-1,1 0 0,0 0 0,-1 0 0,1 1 0,0-1 0,0 0 0,-1 0 1,1 0-1,0 0 0,-1 0 0,1 0 0,0 0 0,0 0 0,-1 1 1,1-1-1,0 0 0,0 0 0,-1 0 0,1 1 0,0-1 0,-32 22-7509,32-22 7375,0 0-1,0 1 0,-1-1 0,1 0 0,0 1 0,0-1 0,0 0 0,0 0 1,0 1-1,0-1 0,0 0 0,0 1 0,0-1 0,0 0 0,0 1 0,0-1 1,0 0-1,0 1 0,0-1 0,0 0 0,1 0 0,-1 1 0,0-1 0,0 0 1,0 1-1,0-1 0,1 0 0,-1 0 0,0 1 0,0-1 0,0 0 0,1 0 1,-1 0-1,0 1 0,0-1 0,1 0 0,-1 0 0,0 0 0,1 0 0,-1 0 1,0 0-1,0 1 0,1-1 0,-1 0 0,1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1.718"/>
    </inkml:context>
    <inkml:brush xml:id="br0">
      <inkml:brushProperty name="width" value="0.035" units="cm"/>
      <inkml:brushProperty name="height" value="0.035" units="cm"/>
      <inkml:brushProperty name="color" value="#0066FF"/>
    </inkml:brush>
  </inkml:definitions>
  <inkml:trace contextRef="#ctx0" brushRef="#br0">10 11 1872,'-7'-11'26931,"5"24"-24096,2 22-4113,0-22 2122,9 30-708,-9-36-125,1 1-1,1-1 1,-1 0-1,5 11 1,3 17 3,6 15-31,-12-40-148,1-1-1,-1 1 1,-1 0-1,0 0 1,0 0-1,0 11 1,4 43-2915,7 0-3385,1-27 483,-2-7-2042,-5-14 3824</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5.068"/>
    </inkml:context>
    <inkml:brush xml:id="br0">
      <inkml:brushProperty name="width" value="0.035" units="cm"/>
      <inkml:brushProperty name="height" value="0.035" units="cm"/>
      <inkml:brushProperty name="color" value="#0066FF"/>
    </inkml:brush>
  </inkml:definitions>
  <inkml:trace contextRef="#ctx0" brushRef="#br0">304 82 904,'0'-11'4787,"1"10"-4130,-1 0 1,1-1-1,-1 1 0,0 0 0,0 0 0,0-1 0,0 1 0,0 0 0,0-1 0,0 1 0,0 0 0,0 0 0,-1-1 0,1 1 0,0 0 0,-1 0 0,1 0 0,-1-1 0,0 1 0,1 0 0,-1 0 0,0 0 0,0 0 1,1 0-1,-1 0 0,-2-1 0,2 1-132,0 0 0,-1 0 0,1 0 0,0 0 1,-1 0-1,1 0 0,0 0 0,0 0 0,0-1 1,0 1-1,0 0 0,1-1 0,-1 1 0,0-1 1,0-1-1,1 3-295,-1-1-206,0 0 0,1-1 0,-1 1 1,0 0-1,0 0 0,0 0 0,0 0 0,0 0 1,0 1-1,0-1 0,0 0 0,0 0 1,-1 1-1,1-1 0,0 0 0,0 1 0,-1 0 1,1-1-1,0 1 0,-1 0 0,1-1 0,0 1 1,-1 0-1,1 0 0,0 0 0,-1 0 1,1 0-1,-2 1 0,0 0-24,-1 0 0,0 0 0,1 1 0,-1-1 0,1 1 0,0 0 0,0 0 0,0 0 0,0 1 0,0-1 0,-5 6 0,2-3 0,-19 15 0,2 0 0,0 2 0,1 1 0,-24 33 0,34-39 8,7-12-67,1 1-1,-1-1 1,2 1-1,-1 0 1,1 1-1,-1-1 1,2 1 0,-1-1-1,1 1 1,0 0-1,0 0 1,1 0-1,-1 9 1,2-11-702,2 25-8380,-2-29 8220,0 1 0,1-1-1,-1 1 1,1-1-1,-1 0 1,1 1 0,-1-1-1,1 0 1,0 1-1,0-1 1,0 0-1,0 0 1,0 0 0,0 0-1,0 0 1,2 2-1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5.518"/>
    </inkml:context>
    <inkml:brush xml:id="br0">
      <inkml:brushProperty name="width" value="0.035" units="cm"/>
      <inkml:brushProperty name="height" value="0.035" units="cm"/>
      <inkml:brushProperty name="color" value="#0066FF"/>
    </inkml:brush>
  </inkml:definitions>
  <inkml:trace contextRef="#ctx0" brushRef="#br0">1 54 672,'0'-27'12884,"0"27"-12667,0 0 1,1-1-1,-1 1 0,0-1 0,0 1 0,1 0 1,-1-1-1,1 1 0,-1 0 0,0 0 0,1-1 1,-1 1-1,0 0 0,1 0 0,-1 0 0,1-1 0,-1 1 1,1 0-1,-1 0 0,2 0 0,39-6 4374,20-4 170,-6 4-2474,-36 6-2134,0 1 0,-1 1 1,1 1-1,-1 0 1,0 1-1,25 9 0,43 16-440,133 25-1,-202-51-74,50 9-3636,-60-11 2709,0 0 0,0-1 0,0 0 0,0-1 1,0 1-1,-1-1 0,9-3 0,-11 4 536,-4 0 555,1 0 0,-1 0-1,0 0 1,0 0 0,0 0-1,1 0 1,-1 0 0,0 0-1,0 0 1,0-1 0,0 1 0,1 0-1,-1 0 1,0 0 0,0 0-1,0 0 1,2-3-3570,-2 3 3569,0 0 1,0-1 0,0 1-1,0 0 1,0 0 0,0 0-1,0-1 1,0-4-3473</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6.016"/>
    </inkml:context>
    <inkml:brush xml:id="br0">
      <inkml:brushProperty name="width" value="0.035" units="cm"/>
      <inkml:brushProperty name="height" value="0.035" units="cm"/>
      <inkml:brushProperty name="color" value="#0066FF"/>
    </inkml:brush>
  </inkml:definitions>
  <inkml:trace contextRef="#ctx0" brushRef="#br0">10 185 1040,'0'-1'95,"0"1"-1,0 0 0,0 0 1,0-1-1,0 1 0,0 0 1,0 0-1,0 0 0,0-1 1,0 1-1,0 0 0,0 0 1,-1-1-1,1 1 0,0 0 1,0 0-1,0 0 0,0-1 1,0 1-1,0 0 0,-1 0 1,1 0-1,0-1 0,0 1 1,0 0-1,-1 0 1,1 0-1,0 0 0,0 0 1,0 0-1,-1 0 0,1-1 1,0 1 80,-1 0 1,1 0-1,0 0 1,-1 0-1,1-1 1,0 1-1,0 0 1,-1 0-1,1 0 0,0-1 1,0 1-1,-1 0 1,1 0-1,0-1 1,0 1-1,0 0 1,0-1-1,-1 1 1,1 0-1,0 0 1,0-1-1,0 1 1,0 0-1,0-1 1,0 1-1,0 0 1,0-1-1,0 1 1,0 0-1,0-1 1,0 1-1,0-1 1,0 0 484,0 1-519,1 0 1,-1-1-1,0 1 0,0 0 1,1-1-1,-1 1 0,0 0 1,1-1-1,-1 1 1,0 0-1,1 0 0,-1-1 1,0 1-1,1 0 0,-1 0 1,0 0-1,1-1 0,-1 1 1,1 0-1,-1 0 1,1 0-1,-1 0 0,0 0 1,1 0-1,-1 0 0,1 0 1,9-1 247,-1-1 1,0 1-1,1-2 0,16-5 1,13-4-214,51-6 7,99-23-83,-43 12-1190,-130 26-632,-1-2 0,21-8 0,-17-4-3993,-18 7 3178</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6.435"/>
    </inkml:context>
    <inkml:brush xml:id="br0">
      <inkml:brushProperty name="width" value="0.035" units="cm"/>
      <inkml:brushProperty name="height" value="0.035" units="cm"/>
      <inkml:brushProperty name="color" value="#0066FF"/>
    </inkml:brush>
  </inkml:definitions>
  <inkml:trace contextRef="#ctx0" brushRef="#br0">27 12 1576,'-10'-6'5283,"-6"1"3471,24 22-4432,-7-15-4031,0 0-1,0 0 1,0-1 0,0 1 0,1 0-1,-1-1 1,0 1 0,1-1-1,-1 1 1,3 1 0,-2-2-79,-1 0 1,0 0-1,1 1 1,-1-1-1,0 0 0,0 1 1,0-1-1,0 1 1,0-1-1,0 1 0,-1 0 1,2 1-1,-2-1-130,1-1 0,0 1 0,-1-1 0,1 1 0,0-1-1,0 1 1,0-1 0,0 0 0,0 0 0,0 1 0,3 1-1,-1-1 43,0 1-1,0 0 0,0-1 1,0 1-1,-1 0 0,5 6 0,14 15 236,-16-20-313,1 2 0,-1-1 0,0 0 0,0 1 1,0 0-1,6 11 0,32 42 114,9 16-194,-17-37-1182,-33-34 437,0-1-1,0 0 1,0 0 0,0 0-1,1 0 1,0-1-1,-1 1 1,1 0 0,6 3-1,-7-5-553,1 0 0,-1 0-1,1 0 1,-1-1 0,1 1-1,0-1 1,-1 1 0,1-1-1,3 0 1</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13.357"/>
    </inkml:context>
    <inkml:brush xml:id="br0">
      <inkml:brushProperty name="width" value="0.035" units="cm"/>
      <inkml:brushProperty name="height" value="0.035" units="cm"/>
      <inkml:brushProperty name="color" value="#0066FF"/>
    </inkml:brush>
  </inkml:definitions>
  <inkml:trace contextRef="#ctx0" brushRef="#br0">103 12 2008,'-3'-2'1005,"-1"1"0,1 0 0,-1 0 0,0 0 0,1 1 0,-1-1 0,0 1 0,0 0 0,0 0 0,-6 1 0,-2-1 2566,12 0-3186,-1 0 0,1 0 0,-1 0 0,1 1 0,-1-1 0,1 0-1,-1 0 1,1 0 0,-1 0 0,1 1 0,-1-1 0,1 0 0,-1 0 0,1 1 0,-1-1-1,1 0 1,0 1 0,-1-1 0,1 0 0,-1 1 0,1-1 0,-1 2 0,-1 1 2711,-2-2-3518,-16 5 4997,14-6-4544,6 4-31,7-4 0,0-2 0,0 0 0,0 1 0,0 0 0,0 0 0,0 1 0,0 0 0,0 0 0,8 1 0,11 1 0,33-5-1775,31-5-5266,65-3-4301,-132 11 6691,-4 0-74</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13.731"/>
    </inkml:context>
    <inkml:brush xml:id="br0">
      <inkml:brushProperty name="width" value="0.035" units="cm"/>
      <inkml:brushProperty name="height" value="0.035" units="cm"/>
      <inkml:brushProperty name="color" value="#0066FF"/>
    </inkml:brush>
  </inkml:definitions>
  <inkml:trace contextRef="#ctx0" brushRef="#br0">42 55 1528,'-15'0'3816,"13"0"-2812,-15 0 3268,9 0 2734,156-7-4492,-102 1-4150,53-13 1,-91 17 768,1 0-1,0 1 1,14 0 0,-14 1-431,0 0 0,0-1 0,13-3 0,3-2-2229,1 1-266</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33.28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0 427 96,'0'4'2665,"33"-18"-234,31-19-2230,-59 33-203,-4 0 2,0 0-1,0 0 1,-1 1 0,1-1 0,0 0-1,0 0 1,0 0 0,0-1 0,0 1-1,-1 0 1,1 0 0,0 0 0,0-1-1,0 1 1,-1 0 0,1-1 0,0 1 0,0 0-1,-1-1 1,1 1 0,0-1 0,-1 0-1,2 0 1,6-2 2,0 0-1,1 0 1,13-2 0,-9 2-1,1-1-4,-4 1-6,-1 0 1,0 0-1,17-9 1,-21 10 13,-2 1-3,0-1 0,0 2 1,0-1-1,0 0 0,0 1 0,1-1 0,-1 1 0,4 0 0,3-3 26,16-5-11,-10 5-10,-10 1-8,0 0 0,0 1 0,0 0 0,0 0 0,7 1 1,13-4-11,-4-1 17,-18 5 2,1-1-1,-1 0 1,0 0-1,1 0 1,-1-1-1,7-3 1,7-2 6,-18 7-14,1-1-1,-1 1 1,1-1 0,-1 1-1,1-1 1,0 1 0,-1-1-1,1 1 1,0-1 0,-1 1-1,1 0 1,0-1-1,-1 1 1,1 0 0,0 0-1,0-1 1,-1 1 0,1 0-1,0 0 1,0 0 0,-1 0-1,1 0 1,0 0 0,0 0-1,0 0 1,-1 1-1,2-1 1,4 0-6,-1-3-4,-4 2 8,0 0 0,0 0 1,0 1-1,1-1 0,-1 0 0,0 1 0,0 0 0,1-1 0,-1 1 0,0 0 1,0-1-1,1 1 0,-1 0 0,0 0 0,3 0 0,-2 0 3,0 0 0,1 0 0,-1 0 0,0 0 0,0 0 0,0-1 0,0 1 0,0-1 0,0 0 0,0 1-1,-1-1 1,1 0 0,0 0 0,0 0 0,2-2 0,6-2 18,-6 3-9,3 0 5,1 0 0,-1 0 1,0 0-1,12 0 0,7-3 17,27-12-17,-2 6-4,-46 11-7,1-1 0,-1 0 1,0 0-1,10-4 0,17-3-3,-26 8 0,-1-1-1,1 0 1,0 0-1,-1 0 1,8-3-1,-8 2 2,1 0-1,-1 1 0,0 0 0,0 0 1,8 0-1,-9-1 5,-1 0-1,17 0 4,6-4-22,-24 5 12,1 0 0,-1 0 1,0 1-1,1-1 0,-1 0 1,0 1-1,1 0 0,-1-1 1,3 1-1,-2 0 10,-1 0-1,0 0 1,0 0-1,0-1 1,0 1-1,1-1 1,-1 1 0,3-3-1,-3-1 336,-37 4 264,-16-1-554,1 0-28,-59 7 0,24 0-50,16-1 86,-27 6 33,60-7-42,-54-2 0,86-2-53,-66-5 0,-50-1-1,84 1 39,1 0 421,34 5-438,-5 0-13,-14 4-7,16-2-1,0-1 0,0 0 0,0 0 0,0-1 0,-8 1 0,9 0-6,-4 3-1,-2-3 343,9-2-320,1 1 1,-1 0-1,0-1 0,0 1 0,1 0 1,-1-1-1,0 1 0,1 0 0,-1 0 1,0-1-1,1 1 0,-1 0 0,0 0 1,1-1-1,-1 1 0,1 0 0,-1 0 1,0 0-1,1 0 0,-1 0 0,1-1 1,-1 1-1,1 0 0,-1 0 0,0 0 1,1 0-1,51-5 54,-27 3-71,-1 0-1,24-7 1,9-1 29,-4 3-29,-14 1-6,54-1 1,3-4 12,-83 10-10,0 0-1,19-5 1,-18 3 8,-1 1 1,22-2-1,14 2 5,96-17 0,-88 9-49,4 4 16,-46 5 34,1 0-1,26 1 1,7 2-2,-30-2-12,-1 0-5,0 0 1,29-5 0,24 0 38,9-1-6,-38 4 8,-35 3-33,0-1 0,0 0 0,-1 0 1,1-1-1,11-2 0,-11 1-1,0 2 0,0-1 0,-1 1 0,1 0 0,13 1 0,-12 0 5,1-1 0,-1 1 0,16-3 0,5-4-6,0 2 1,34-1-1,-55 4 3,0 0 0,0 0-1,0 0 1,14-5 0,-21 5 0,1 0 1,-1 1 0,1-1-1,-1 1 1,1 0 0,0-1-1,-1 1 1,1 0-1,-1 0 1,1 0 0,0 0-1,-1 0 1,3 1 0,15 1 3,43 3-99,-43-5 103,-17-1-3,1 1 0,-1 0 0,0 0 0,1 0 0,-1 0 0,0 0 0,1 1 1,-1-1-1,0 1 0,1 0 0,-1-1 0,3 3 0,21 2-21,-21-4 20,0 0 0,0 0 0,-1-1 0,1 0 0,0 0 0,0 0 0,5-1 0,6 0 6,27 6-43,105-5 94,-88 6-130,-16-6 76,57 0-23,-37 5 64,-14-5-87,-48 0 46,-1 0-1,41 6-4,44-12-1,-85 6 11,-1 1-16,0 3 4,1-3 5,5-1-2,-4 0 1,15 1-80,-17 0 71,0 0 5,0-1 0,0 0 1,0 1-1,0-1 0,0 0 1,0 1-1,0-1 0,0 0 1,0 1-1,0-1 0,0 0 1,0 1-1,0-1 0,1 0 1,-1 1-1,0-1 0,0 0 1,0 0-1,1 1 0,-1-1 1,0 0-1,0 0 0,1 1 1,-1-1-1,0 0 0,1 0 1,-1 0-1,0 1 0,0-1 1,1 0-1,-1 0 0,0 0 1,1 0-1,-1 0 0,0 0 0,1 0 1,7 2 7,-1-1 0,0 0 0,1 0 0,7-1 0,30 5 8,49 1-24,-42-1 1,-17 1-9,-30-5 19,-1 0-1,1 0 0,0 0 1,-1 1-1,6 2 1,-8-4 5,-2 1 0,0 0-8,-1 0 0,1-1 0,0 1 0,0-1 0,0 1 0,0-1 1,0 1-1,-1 0 0,1-1 0,0 1 0,0-1 0,-1 1 0,1-1 0,0 1 0,-1-1 1,1 1-1,0-1 0,-1 0 0,1 1 0,-1-1 0,1 0 0,-1 1 0,1-1 0,-1 0 1,1 1-1,-1-1 0,1 0 0,-1 0 0,0 0 0,1 1 0,-1-1 0,0 0 0,0 0-2,0 0 1,1 0-1,-1 0 0,1 0 0,-1 0 0,1 1 0,-1-1 0,0 0 0,1 0 0,-1 1 0,1-1 0,-1 0 0,1 1 0,-1-1 0,1 0 1,-1 1-1,1-1 0,0 1 0,-1-1 0,1 1 0,0-1 0,-1 1 0,1-1 0,0 1 0,0-1 0,-1 1 0,1-1 0,0 1 1,0 0-1,0-1 0,0 1 0,-1 1 0,2-2 3,-1 0 0,0 1 0,0-1 0,0 1 0,0-1 0,0 1 0,0-1 0,0 1 0,0-1 0,0 1 0,0-1 0,0 1 0,0-1 0,0 1 0,0-1 0,0 1 0,-1-1 0,1 1 0,0-1 0,0 1 0,0-1 0,-1 1 0,1-1 0,0 0 0,-1 1 0,1-1 0,0 0 0,-1 1 0,1-1 0,-1 0 0,1 1 0,0-1 0,-1 0 0,1 0 0,-1 1 0,0-1 0,0 1 1,0-1-1,0 1 1,0 0-1,-1 0 1,1 0-1,0 0 1,0 0-1,0 0 1,1 0-1,-1 0 1,0 0-1,0 0 1,1 1 0,-1-1-1,0 0 1,1 0-1,-1 1 1,1-1-1,0 0 1,-1 2-1,-2 5 6,2-8-8,1 0 1,-1 1 0,1-1 0,-1 1-1,1 0 1,-1-1 0,1 1-1,-1-1 1,1 1 0,-1 0-1,1-1 1,0 1 0,-1 0-1,1-1 1,0 1 0,0 0-1,-1 0 1,1-1 0,0 1 0,0 0-1,0 0 1,0-1 0,0 1-1,0 0 1,0 0 0,0-1-1,1 2 1,-1 0-1,0-1-5,0 0 5,0 0 0,0 1 0,0-1-1,0 0 1,0 0 0,0 0 0,1 0 0,-1 0 0,0 0 0,1 0 0,-1 0 0,1 0 0,-1 0 0,1 0 0,0 0 0,-1 0-1,1 0 1,0 0 0,0 0 0,1 1 0,-1-2 2,-1 0-2,1 1 1,-1-1-1,0 0 0,1 0 1,-1 1-1,0-1 0,1 0 1,-1 1-1,0-1 0,1 0 1,-1 1-1,0-1 0,1 0 1,-1 1-1,0-1 0,0 1 1,0-1-1,1 0 0,-1 1 0,0-1 1,0 1-1,0-1 0,0 1 1,0 0-1,0-1 1,0 1 0,0 0 0,0-1 0,0 1 0,0 0 0,1 0-1,-1-1 1,0 1 0,0 0 0,0-1 0,1 1 0,-1-1 0,0 1 0,1 0 0,-1-1 0,1 1 0,0 0-1,3 8 2,-4-7 0,0 0 0,0 0 0,0 0 0,0 0 0,0 0 0,0 0 0,-1 0 0,1 0 0,-1 0 0,1 0 1,-1 0-1,0 0 0,1 0 0,-3 3 0,-9 17 21,10-20-22,1 0-1,-1 0 0,0 0 0,1 0 0,0 1 0,-1-1 1,1 0-1,-1 4 0,0 30-69,3-34 70,-1 0 1,1-1-1,-1 1 1,1-1-1,0 1 0,0-1 1,-1 0-1,1 1 0,0-1 1,1 0-1,-1 1 1,0-1-1,2 2 0,-1-2 0,-1 0 1,0 0-1,0 0 0,0 0 0,0 0 0,-1 0 0,1 0 0,0 0 0,0 0 0,-1 1 1,1-1-1,0 2 0,-1-2-1,0 0 0,0 0 1,1 0-1,-1 0 0,0-1 0,0 1 1,1 0-1,-1 0 0,1 0 1,-1-1-1,0 1 0,1 0 0,-1-1 1,1 1-1,0 0 0,-1-1 0,2 2 1,-1-1-1,0-1 1,-1 1-1,1 0 0,0 0 1,0-1-1,-1 1 1,1 0-1,-1 0 1,1 0-1,-1 0 0,1 0 1,-1 0-1,0 0 1,1 0-1,-1 0 0,0 0 1,0 0-1,0 2 1,9 28 0,0-3 0,-9-27-1,-1 0 1,1 0-1,0 0 1,0 1-1,0-1 1,0 0-1,1 0 1,-1 1-1,0-1 1,0 0-1,1 0 1,-1 0-1,0 0 1,1 1-1,0-1 1,-1 0-1,1 0 1,-1 0-1,1 0 1,0 0-1,0 0 1,0 0-1,0-1 1,0 1-1,0 0 1,0 0-1,0-1 1,2 2-1,-2 5 28,1-1-14,-2-5-12,1-1 0,0 1 0,0 0 0,-1 0 0,1 0-1,-1 0 1,1 0 0,-1-1 0,1 1 0,-1 0 0,0 0 0,1 0 0,-1 0-1,0 0 1,0 1 0,0-1 0,1 2 0,-2 26-38,1-13 61,0 55 4,-1-69-26,0 0 1,0 0 0,-1 0-1,1 1 1,-1-1 0,1-1-1,-1 1 1,-3 3 0,2 12 57,1-13-59,-1 0 0,1 0 1,0 0-1,1 1 0,-1-1 0,1 0 1,0 1-1,0 0 0,0-1 0,0 1 1,1 0-1,0-1 0,0 1 1,1 6-1,-1-2 14,9 22-13,-9-31-2,0 1 0,0 0 1,0-1-1,0 1 0,1 0 0,-1-1 1,0 1-1,1-1 0,-1 1 0,0 0 1,1-1-1,-1 1 0,0-1 0,1 1 1,-1-1-1,1 1 0,0 0 0,0 0 1,0 0 0,0 0-1,0 0 1,0 0 0,0 1-1,0-1 1,-1 0 0,1 1-1,0-1 1,-1 0 0,1 1-1,-1-1 1,0 0 0,1 1-1,-1-1 1,0 1 0,0-1-1,0 3 1,0-2 1,0-1-1,0 1 0,1-1-1,-1 0 1,-1 1 0,1-1 0,0 0 0,0 1 0,0-1 0,-1 0 0,1 0 0,-1 1 0,1-1-1,-1 0 1,1 0 0,-1 0 0,0 0 0,1 1 0,-1-1 0,0 0 0,0 0 0,-1 0-1,-10 19 9,10-14-7,1-5-1,1-1-1,-1 1 1,1 0-1,0 0 1,-1 0-1,1 0 0,0 0 1,0 0-1,-1 0 1,1 0-1,0 0 1,0 0-1,0 0 1,0 0-1,0 0 1,1 0-1,-1 0 1,0 0-1,1 1 1,-1-1 2,1 14-3,-1-12 4,1 1 1,-1-1-1,0 1 1,0-1-1,0 0 1,-1 1 0,1-1-1,-1 1 1,1-1-1,-1 0 1,0 0-1,-1 1 1,1-1-1,0 0 1,-3 3 0,-19 17-28,20-17 15,-12 26 11,15-30-2,-1-1 0,1 1 1,0-1-1,0 1 0,0 0 0,0-1 0,0 1 0,0-1 0,0 1 0,0-1 0,1 1 1,-1-1-1,0 1 0,1-1 0,-1 1 0,1-1 0,0 1 0,0-1 0,-1 0 0,2 2 1,-1 2-4,0 0 0,0 0 0,0 0 0,-1 0 1,0 0-1,0 1 0,-1 6 0,0 3 29,1 56-49,0-70 23,0-1 0,0 1 0,0 0 0,0 0 0,0-1 0,0 1 0,1 0 0,-1 0 0,0-1 0,1 1 0,-1 0 0,0 0 0,1-1 0,-1 1-1,1-1 1,-1 1 0,1 0 0,-1-1 0,1 1 0,0 0 0,0 0 1,0-1 0,0 1 0,0 0 0,-1 0 0,1 0 0,0 0 0,-1 0 0,1 0 0,-1 0 0,1 0 0,-1 0 0,1 0 0,-1 0 0,0 0 0,1 0 0,-1 0 0,0 0 0,0 1 0,0-1 0,0 2 0,0 56-25,9-31 40,-9 21-10,0-48-9,-1 0 1,1 0-1,0 0 0,0-1 1,0 1-1,0 0 1,0 0-1,0 0 1,1 0-1,-1-1 0,0 1 1,0 0-1,1 0 1,-1-1-1,0 1 0,1 0 1,-1 0-1,0-1 1,1 1-1,-1 0 0,1-1 1,-1 1-1,1 0 1,0-1-1,0 1 1,0 2 3,-1-1 0,1 0 0,-1 1 0,0-1 0,0 1 0,0-1 0,-1 4 0,1 75 39,0-80-41,0-1 1,0 1-1,0-1 1,0 1-1,0 0 1,1-1-1,-1 1 1,0-1-1,0 1 1,0-1-1,0 1 1,1-1-1,-1 1 1,0-1-1,0 1 1,1-1-1,-1 1 1,0-1-1,1 1 1,-1-1-1,1 1 0,-1-1 1,1 0-1,-1 1 1,0-1-1,1 0 1,-1 0-1,1 1 1,-1-1-1,1 0 1,0 0-1,0 1 1,4 1 0,-3 3 6,-2 0 0,0 0-5,9 12 5,-9 26 17,0-43-16,0 1 0,0 3 1,0-3 57,-28-2 579,25 1-651,-5 0 7,7 0-2,1 1-1,-1 0 0,1-1 1,-1 1-1,1 0 0,0 0 0,-1-1 1,1 1-1,0 0 0,-1 0 1,1 0-1,0-1 0,0 1 1,0 0-1,0 0 0,0 0 0,0-1 1,0 1-1,0 1 0,-1 0 8,-5 3-5,4-1 0,2-3 50,0-1 0,0 1-1,-1 0 1,1-1 0,0 1-1,-1 0 1,1-1 0,0 1 0,-1-1-1,1 1 1,-1-1 0,1 1-1,-1-1 1,0 1 0,1-1-1,-1 1 1,1-1 0,-1 0-1,0 1 1,1-1 0,-1 0 0,0 0-1,1 1 1,-1-1 0,0 0-1,0 0 1,1 0 0,-2 0-1,-32 3-15,6 0 45,17 0-24,-1-1 0,-22 2 1,-11 2 44,-7-1-31,-19 0-52,-7 1 62,58-4 203,-1-1-1,-28-2 0,7 0 121,-68-5-140,-23 1-246,-282 0-50,319 10 9,-77 0 40,-62-5 6,167-5-20,-29 0-10,-7 5 24,43-6 1,-111 1-20,169 5-9,-82 0 64,41 5-74,1 1 23,-26-1 23,56-6-24,0 2 0,0-1-1,0 1 1,1 1 0,-20 5 0,-11-2-23,8-4 46,28-1-22,4 0 3,-4 0-8,6 0 4,0 0-1,1 0 1,-1 0-1,0-1 1,1 1-1,-1 0 1,0 0-1,1 0 1,-1 0-1,0 1 1,1-1-1,-1 0 1,0 0-1,1 0 1,-1 0-1,0 1 1,1-1-1,-1 0 1,0 1-1,1-1 1,-2 1-1,-8 2-5,7-4 6,3 1 0,0 0 0,-1 0 0,1 0 0,0 0 0,-1 0 0,1 0 0,0 1 0,0-1 0,-1 0 0,1 0 0,0 0 0,-1 0 0,1 0 0,0 0 0,-1 1 0,1-1 0,0 0 0,0 0 0,-1 0 0,1 1 0,0-1 0,0 0 0,0 0 0,-1 1 0,1-1 0,0 0 0,0 1 0,0-1 0,0 0 0,-1 1 0,1-1 0,0 1 0,0-1 0,0 1 0,-1-1 0,1 0 0,0 1 0,-1-1-1,1 0 1,0 1 0,0-1 0,-1 0 0,1 0 0,-1 1 0,1-1 0,0 0 0,-1 0 0,1 0 0,-1 1 0,1-1 0,0 0 0,-1 0 0,1 0 0,-1 0 0,1 0 0,-1 0 0,1 0 0,-1 0 0,1 0 0,0 0 0,-1 0 0,1 0 0,-1-1 0,1 1 0,-1 0 0,1 0 0,0 0 1,0 0-1,0 0 0,0 0 0,0 0 1,0 0-1,-1 0 0,1 0 0,0 0 1,0 0-1,0 0 0,0 0 1,0 0-1,0 0 0,0 0 0,-1 0 1,1 0-1,0 0 0,0 0 0,0 0 1,0 0-1,0 1 0,0-1 0,0 0 1,-1 0-1,1 0 0,0 0 1,0 0-1,0 0 0,0 0 0,0 0 1,0 0-1,0 1 0,0-1 0,0 0 1,0 0-1,0 0 0,0 0 0,0 0 1,0 0-1,0 1 0,0-1 0,0 0 1,0 0-1,0 0 0,0 0 1,0 0-1,0 0 0,0 0 0,0 1 1,0-1-1,0 0 0,0 0 0,0 0 1,0 0-1,0 0 0,0 0 0,0 0 1,0 1-1,0-1 0,0 0 1,1 0-1,-6 1 18,3-2-14,1 1 0,-1 0 0,1 0 0,-1 1-1,1-1 1,-1 0 0,1 0 0,-1 1 0,1-1-1,0 1 1,-1-1 0,1 1 0,-3 1 0,-31 15 20,4-16 46,15 3-43,16-3-21,0-1 0,-1 0 0,1 0 0,0 0 0,-1 0 1,1 0-1,0 0 0,-1 0 0,1 1 0,0-1 0,-1 0 0,1 0 0,0 0 0,-1 0 0,1-1 0,-1 1 0,1 0 0,0 0 0,-1 0 1,1 0-1,0 0 0,-1 0 0,1-1 0,0 1 0,-1 0 0,1 0 0,0 0 0,-1-1 0,1 1 0,0 0 0,0 0 0,-1-1 0,1 1 0,0 0 1,0-1-1,0 1 0,0 0 0,-1-1 0,1 1 0,-16-8 707,7 3-670,8 1-42,1 3 6,0-102 69,0 97-54,0 4-4,1 1 0,-1-1-1,0 1 1,0-1 0,0 1 0,0-1-1,0 1 1,0-1 0,-1 1-1,1-1 1,-1 1 0,1-1-1,-1 1 1,1-1 0,-1 1-1,0-1 1,1 1 0,-1 0-1,-1-2 1,1-1 7,0 1-1,1-1 0,-1 0 1,1 0-1,0 0 1,0 0-1,1-6 0,-1 2 17,0-28 1,2 34-37,-1 1-5,-1 1 0,1-1 0,0 1 0,-1-1 0,1 0 0,0 0 0,-1 1 0,1-1 0,-1 0 0,1 0 0,-1 0 0,0 0 0,1 1 0,-1-1 1,0 0-1,0 0 0,1 0 0,-1 0 0,0 0 0,0 0 0,0 0 0,0 0 0,0 0 0,0 0 0,0 0 0,-1 0 0,1-1 0,-1-5 0,1-9 1,-1 14-2,1 0 0,0-1 0,0 1 0,0 0 0,0 0 0,0 0 0,0-1 0,1 1 0,-1 0 0,1 0 0,-1 0-1,1 0 1,0 0 0,0 0 0,2-4 0,-2 5 1,-1 1-1,0-1 0,1 0 1,-1 1-1,0-1 1,0 0-1,0 1 1,0-1-1,1 0 0,-1 0 1,0 1-1,0-1 1,0 0-1,0 0 0,-1 1 1,1-2-1,1-13-5,3 7 3,-2 6 6,0-1 0,-1 1-1,0-1 1,0 0 0,0 0-1,0 0 1,0 0 0,0 0-1,-1 0 1,1 0 0,-1 0 0,0-4-1,0 5 1,0 0 0,0 0 0,0 0 0,0 0-1,0 0 1,0-1 0,-1 1 0,1 0 0,-1 0 0,0 0 0,0 0 0,1 0-1,-3-2 1,2-2 3,0 1 0,0 0 0,1-1 0,0 1 0,0-1-1,1-8 1,-1 1 16,0-102 141,0 50-101,2 61-72,-1 3 11,0 0 0,0 0 0,-1 0 0,1 0 0,-1 0 0,1 0 0,0 0 0,-1-1 0,0 1 0,1 0 0,-1 0 0,0-1 0,0 1 0,0 0 0,0 0 0,0-1 0,0-1 0,1-2 7,5 0 0,-4-1-1,-2 1-6,0 1-2,0 2-4,0 1 4,0 1 1,0 0 0,0-1 0,0 1 0,0-1-1,0 1 1,0 0 0,0-1 0,0 1 0,0-1-1,0 1 1,1 0 0,-1-1 0,0 1 0,0 0-1,0-1 1,1 1 0,-1 0 0,0-1 0,1 1-1,-1 0 1,0 0 0,0-1 0,1 1-1,-1 0 1,0 0 0,1 0 0,-1-1 0,1 1-1,-1 0 1,0 0 0,1 0 0,-1 0 0,0 0-1,1 0 1,-1 0 0,1 0 0,-1 0 0,1 0-1,0 0 1,-1 0 0,0 0 0,0 0 0,0 0 0,1 0 0,-1 0 0,0 0 0,0 0 0,1 0 0,-1 0 0,0 0 0,0 0 0,1 0-1,-1-1 1,0 1 0,0 0 0,0 0 0,1 0 0,-1 0 0,0 0 0,0 0 0,0-1 0,1 1 0,-1 0 0,0 0 0,0 0 0,0 0 0,0-1-1,0 1 1,1 0 0,-1 0 0,0 0 0,0-1 0,0 1 0,0 0 0,0-1 0,2-1-5,39-28 3,-31 23 6,-9 7-3,-1-1 0,0 1 1,1-1-1,-1 1 0,1 0 0,-1-1 0,1 1 0,-1-1 1,1 1-1,0 0 0,-1 0 0,1-1 0,-1 1 1,1 0-1,0 0 0,-1 0 0,1 0 0,-1 0 1,1 0-1,0 0 0,-1 0 0,1 0 0,0 0 0,0 0 1,1 0 11,2 0-5,7-11-7,-9 7-2,-2 3 0,0 1 1,0 0-1,1-1 0,-1 1 0,0 0 1,0-1-1,0 1 0,1 0 1,-1-1-1,0 1 0,1 0 1,-1 0-1,0-1 0,1 1 1,-1 0-1,0 0 0,1 0 0,-1 0 1,0-1-1,1 1 0,-1 0 1,0 0-1,1 0 0,-1 0 1,1 0-1,-1 0 0,0 0 1,1 0-1,-1 0 0,1 0 0,-1 0 1,0 0-1,1 0 0,-1 1 1,0-1-1,1 0 0,-1 0 1,0 0-1,1 0 0,-1 1 1,0-1-1,1 0 0,-1 0 0,0 1 1,1-1-1,-1 0 0,4 2-17,0-2 21,0 1 0,0 1-1,0-1 1,0 0 0,-1 1-1,1 0 1,0 0 0,6 4-1,-4-2 3,0 0 0,0-1-1,0 0 1,0-1 0,9 4-1,17 1 9,0-2 0,59 3 0,-44-6-20,-27-1 10,0 0-1,25-4 1,129-13 13,-38-8-30,-31 5 3,-90 16 4,24-3 28,65-3 0,-17 4-15,-2 0-14,-24-1-8,-43 5 18,1-1-1,28-6 0,-30 4 1,1 1-1,26-1 0,-30 4-2,0-2 0,22-4-1,-23 3 1,0 1 0,20-1-1,54-8-4,-42 6-4,4-1 25,31-4-7,-20 4-7,-45 6 2,1 1 6,0-1 1,-1-1-1,19-3 0,-26 1-15,-1 1-1,1 0 1,0 0 0,0 1-1,14-1 1,80-4 14,13-4 16,-114 10-23,0 0-1,0 0 1,0 0 0,0 0 0,1 0 0,-1 0 0,0-1 0,0 1 0,0 0 0,0-1 0,0 1 0,0-1 0,0 1-1,0-1 1,1 0 0,6 0-2,0 1-4,1 0 563,-17-1-279,0-1 0,0 1 0,0-2 1,0 1-1,0-1 0,-12-7 0,-35-11-288,5 8 25,7 1 27,-55-8 1,61 16-31,-25-4 0,-63 0 1,68 10-17,-63 12 1,63-6 1,-65 0 0,-90 7 7,207-14-7,-77 5-22,-36 4 49,-3 1-26,93-9 2,-1 0 0,-39-4 0,11 1 0,22 6 5,0 1-21,-34-1 85,-25 0-232,123-6 170,1-2 0,30-7 0,12-2 34,125-24-72,-76 12 13,252-52-7,-347 70 34,37-3-1,-12 3 29,-30 4-36,0 0 1,23 3-1,-20-1-6,33-3 0,10-4 2,80-13 1,-136 19 2,-1 0-1,1 0 1,0 1 0,20 2-1,-20 0 3,0-1-1,0-1 0,0 0 0,21-4 0,52-5-11,-71 8 7,0-1 0,1 2 0,25 1 0,-3 0 13,24 5-13,-46-5-13,-1 0 1,0 1 0,25 8-1,-1-1 13,-10-1 1,-21-6-1,-4-1-2,0 0 0,-1 0 0,1 1 0,0-1 0,-1 0 1,1 0-1,-1 1 0,1-1 0,-1 1 0,0 0 1,1-1-1,-1 1 0,0 0 0,0 0 0,0-1 1,0 1-1,-1 0 0,2 4 0,-2 5-4,1-9 6,-1 0 0,1 0 0,-1 0 0,0 0 1,0 0-1,0 0 0,0 0 0,0 0 1,0 0-1,-1 0 0,1 0 0,-1 0 0,0 0 1,1 0-1,-1 0 0,0 0 0,0-1 1,0 1-1,0 0 0,-2 1 0,-20 15-6,18-14 4,0 0 0,1 0-1,-1-1 1,-1 0 0,-8 5 0,-71 23 5,58-20 7,-40 11 1,-14 6 9,30-10-13,-18 8-18,20-11 7,12-4 1,-162 55 4,147-51 0,38-10 4,-1 0 0,1-2 0,-1 1 0,0-2 0,-18 2 0,-90 1 60,113-5-64,-17-1 13,0 2-1,0 1 0,-35 7 0,-63 18-28,-90 15 8,152-34-24,59-7 31,-18 2 1,12-2 0,0 0 0,0 1 0,0 0 0,0 1 1,0 0-1,0 1 0,1-1 0,-16 10 0,21-12 1,-1 0-1,1-1 0,-1 1 1,1-1-1,0 0 0,-1 0 1,-7-1-1,-4 0 33,-70 6-6,50 1-35,10-1-32,21-4 32,0 0 0,-1 0 1,1 0-1,-10 5 0,15-6 8,0 1 0,-1-1 0,1 0 0,0 0 0,0 1 0,-1-1 0,1 0 0,0 0 0,0 0 0,-1 1 0,1-1 0,0 0 0,-1 0 0,1 0 0,0 0 0,-1 0 0,1 1 0,0-1-1,-1 0 1,1 0 0,-1 0 0,1 0 0,0 0 0,-1 0 0,1 0 0,0 0 0,-1 0 0,1-1 0,0 1 0,-1 0 0,1 0 0,0 0 0,-1 0 0,1 0 0,-1-1 0,-1 1 0,1 1 0,0 1 0,-7-1 0,-4 2-34,5 0 20,-44 17 30,41-14-16,4-5 3,5-1 21,11-6-26,-3 6 0,0-1-1,0-1 0,13-3 1,17-4 10,-13 6-3,204-21 56,-101 13-55,112-13-14,-137 11-8,40-6-20,51-6-14,-1 0 58,-181 23-5,-1 1-1,22 0 0,12-1-2,-21 0 4,1 0-1,41 3 1,12 1 1,29-2 20,-45-5 21,-54 5-52,-4 0 5,-1 0 1,0 0-1,1 0 0,-1 0 0,1-1 0,-1 1 0,1-1 0,-1 1 0,4-3 0,-4 3 1,0-1 0,0 1-1,0 0 1,0 0 0,0-1 0,0 2 0,0-1 0,1 0-1,-1 0 1,0 1 0,2 0 0,-3-1-1,0 0 0,0 1 0,0-1 1,0 0-1,0 0 0,0 0 0,0 0 0,-1 0 0,1 0 1,0 0-1,0 0 0,0 0 0,0 0 0,0-1 1,0 1-1,1-1 0,-1 1 1,-1 0 0,0-1 0,0 1 0,1 0 0,-1 0 0,0-1 0,0 1 0,1 0 0,-1 0 0,0 0 0,1-1 0,-1 1 0,0 0 0,1 0 0,-1 0 0,0 0 0,1 0 0,-1 0 0,0 0 0,1-1 0,-1 1 0,0 0 0,1 0 0,-1 0 0,1 1 0,-1-1 0,0 0 0,1 0 0,-1 0 0,0 0 0,1 0 0,-1 0 0,0 0 0,1 1 0,-1-1 0,3 0 0,0-3 1,-3 3-1,0-1 1,1 1-1,-1 0 0,0-1 0,1 1 0,-1 0 1,0 0-1,1-1 0,-1 1 0,1 0 1,-1 0-1,1 0 0,-1 0 0,0 0 0,1 0 1,-1 0-1,1-1 0,-1 1 0,1 0 0,-1 0 1,0 1-1,1-1 0,-1 0 0,1 0 1,-1 0-1,1 0 0,-1 0 0,0 0 0,1 0 1,0 1-1,2 0 9,-2-1 3,6-1-9,1-3-4,-7 4 42,15 0-61,-13 0-5,4 4 9,0-2 14,0 0 1,0-1 0,0 0-1,1 0 1,-1-1-1,11 0 1,-13 0 1,1-1 0,-1 2 0,0-1-1,1 0 1,-1 1 0,6 2 0,-9-3 0,12 2 0,30-3 1,-43 1 30,0 0-24,14 0-12,-1-1 1,27-5 0,1 2 3,-6-1 31,-24 3-29,18-2-1,-24 3 0,-3 1-7,-4 2-1,-19 10 17,15-9-3,-13 4-9,14-6 1,0 0 0,0 1 1,0-1-1,0 1 1,0 0-1,1 0 0,-4 2 1,-2 0 3,1 0 0,0-1 0,-1 0 0,0 0 0,0-1 0,-16 2 0,-4 1 1,-176 31 28,185-33-23,-1-1 1,-32 0-1,50-2-9,-36-2-1,26 1 1,-1 1 0,0 0 0,1 0 0,-1 2 0,-18 3 0,-12 1-15,24-4 1,18-2 14,0 0 0,-1 0 0,1 0 0,-1 0 0,1 1 0,-1-1 0,1 1 0,-4 1 0,-9 3-3,-1 0 0,-33 5 0,17-4 8,12-3-6,1-1 1,-1 0-1,-21-3 1,21 1-9,4 0 5,14 0 17,1 0-4,-22 7-15,19-4-4,-12 3 13,-1-1 14,1-4-54,15-1 45,1 2-4,0-2-3,0 1 0,0-1 0,0 0-1,0 0 1,0 1 0,0-1 0,0 0-1,-1 0 1,1 1 0,0-1 0,0 0-1,0 0 1,0 1 0,0-1-1,-1 0 1,1 0 0,0 0 0,0 0-1,-1 1 1,1-1 0,0 0 0,0 0-1,0 0 1,-1 0 0,1 0 0,0 0-1,0 1 1,-1-1 0,1 0 0,0 0-1,-1 0 1,1 0 0,0 0 0,0 0-1,-1 0 1,1 0 0,0 0-1,0 0 1,-1 0 0,1-1 0,-9 4-17,-10 8 9,13-10 7,4-1-26,0 1 1,0 0-1,0 0 1,0-1 0,0 1-1,1 0 1,-1 1 0,0-1-1,-2 2 1,-13 8-883,-42 5-4202</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6:05.659"/>
    </inkml:context>
    <inkml:brush xml:id="br0">
      <inkml:brushProperty name="width" value="0.05" units="cm"/>
      <inkml:brushProperty name="height" value="0.05" units="cm"/>
      <inkml:brushProperty name="color" value="#AE198D"/>
      <inkml:brushProperty name="inkEffects" value="galaxy"/>
      <inkml:brushProperty name="anchorX" value="-52171.45313"/>
      <inkml:brushProperty name="anchorY" value="-45861.85156"/>
      <inkml:brushProperty name="scaleFactor" value="0.5"/>
    </inkml:brush>
  </inkml:definitions>
  <inkml:trace contextRef="#ctx0" brushRef="#br0">9 1 320,'0'0'7970,"-1"0"-7809,-1 0-21,0 0 7,1 0-3,-1 0-9,2 0-7,-1 0-18,1 0-4,0 1-1,0 0-38,0 0 1,0 0 6,1 0-31,-1-1 9,0 0-23,0 0 31,0 0 100,0 1-94,0 0 5,0 1 27,0-2 4,0 2 10,0 0-2,0-1 2,0 0-18,0 1-14,0-1-7,1 1-18,1-1-15,2-1-16,-1 1-7,0-1 0,-1 0-1,-1 0-9,0 0 2,-1 0-1,1 0 0,-1 0 0,-1 1 0,1 0-9,0 0 2,0 0-1,0-1 0,0 1 0,0-1-9,0 1 12,0 0-5,0 0-7,0 0 12,0 0-5,0 0 12,2 1-4,-1-1 2,1 0 0,0 0 0,-1 1 0,-1-1-9,3 0 2,-2 0-10,1 0 2,0 1 9,-1-1-4,-1 1 2,1-1 0,-1 1 0,1-1 19,1 1-15,0-1 5,-1 1-10,0-1 12,2 0 5,-1 1-2,0-1 2,-1 0-9,2 1 12,-1-1-23,0 2 6,0-1 17,-1-1-24,-1 2 17,1-1-15,-1 0 4,2 1-1,-1-2 10,1 2-13,-1-1 23,0-1-16,0 1 5,-1 0-10,0 0 2,0-1-1,0-1-9,0 2 12,0-1-23,0 1 16,2 1 4,0 0-11,-1 1 14,1-2 5,1 2-11,-1-2 14,0 2-5,0-2 2,-1 0 0,0 0 0,-1 0-9,0 1 2,0-1-1,0 0 0,0 0 0,0 0 0,-1-1 10,1 2-4,2-2 21,0 1-15,0-1-4,-1 1 1,0-1-10,0 1 2,-1 0-1,0 0-9,0 1-16,0-2 13,0 1 4,0 0-20,0 0 34,0 0-10,0 0 4,0-1 0,2 2 10,0-1-4,-1 0 2,1 0 10,-1 0-22,0 1 6,-1-1-2,0 1-9,0-1 2,0 0 9,0 1-4,0-1 2,0-1 0,0 1 0,0 0 0,0 0 10,0 0-4,0-1-7,0 1 2,0-1-1,0 1-9,0-1 21,0 0-16,0 0 5,0 1-10,0 0 21,0 0-7,0 0 3,0 0-9,0 0-7,0 0 11,0 0-14,0 0 23,0 0-16,0 0 5,0 1-1,0 0 0,0 1 0,0-1 19,0 0-15,0 0-4,0 0-8,0-1 11,0 1-5,0 0 2,0-1 0,0 1-9,0 0 2,0-1 9,0 0-4,0 0 2,1-1 0,1 1 0,0 0 38,0 0-40,-1 1 5,-1-1-2,1 0-1,-1 1 0,0-1 0,0-1-37,0 1 1,0 0 25,0 0 10,-1-1-11,1 0 15,0 1-5,0-1 2,0 1 28,0 0-8,0-1-14,0 0-5,0 1 0,0 0-1,0-1 0,0 0 0,0 0 0,0 0-18,0 0 14,0 0 4,0 1-2,0 0 2,0-1 0,0 1 0,0-1 0,2 1 0,0-1 10,0 0-13,-1 1-5,0-1 11,0 1-5,-1 0 2,0-1 0,0 1 0,0-1-9,0 1 21,0-1-16,0 0 15,0 0-5,2 1-7,0 0 12,-1-1-14,1 0 4,-1 1-10,0-1 2,-1 0-1,0 0 10,2 0-4,0 0 2,-1 1 0,1-1 0,-1 0 0,-1 0 0,1 1 0,-1-1 0,0 0 10,0 0-13,0-1 14,0 0-14,0 0 4,0 0 9,-1 0-13,1 0 4,0 0 9,2 0-4,0 0-7,1 0 12,1 0-5,-1 0 2,0 0-9,1 0-44,0 0-73,0-1-103,0 0-174,2-1-250,1 0-310,0-1-432,-1-2-994,1 0-563,-2 0 690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6:09.235"/>
    </inkml:context>
    <inkml:brush xml:id="br0">
      <inkml:brushProperty name="width" value="0.05" units="cm"/>
      <inkml:brushProperty name="height" value="0.05" units="cm"/>
      <inkml:brushProperty name="color" value="#AE198D"/>
      <inkml:brushProperty name="inkEffects" value="galaxy"/>
      <inkml:brushProperty name="anchorX" value="-53219.11719"/>
      <inkml:brushProperty name="anchorY" value="-47069.71875"/>
      <inkml:brushProperty name="scaleFactor" value="0.5"/>
    </inkml:brush>
  </inkml:definitions>
  <inkml:trace contextRef="#ctx0" brushRef="#br0">1 104 48,'0'0'0,"0"-1"376,0-1-37,0 1-18,0 0-15,0 1-18,0-2-26,0 1-3,0 0-29,0 0 15,0-1-16,0 0-14,0 1-15,0 0 12,1-1-33,1 1 18,0 0-15,-1-1 22,0 0-16,0 0 33,0 0 10,-1 0-2,0 1 31,1 0 2,1 0 0,0 0 12,-1-1 6,0 1-2,0-1 3,-1 0-1,2-1 0,0 1 0,0-1-19,-1 1-13,0-1-25,0 1-4,-1-1-39,0 1-10,2-1-18,-1 0-16,1 1-25,1 0-4,0 0-11,0 0 10,-2 0-12,1 0 3,-2 1-1,1-1 0,-1 0 140,0 0-161,-1-1 54,3 2-26,0-1 12,-1 0 5,1 1-11,-1 0 14,0-1 5,-1 0-20,2 0 6,0 1-1,-1 1-11,1-1-6,-1 1-8,-1 0-8,1 0-26,-1 0 6,0 0-23,0 0 6,0 0-41,0 0 30,-1 0-20,1 2-4,0-1 11,0 1 14,0 1-3,0 1 11,-1 1 16,-1 1-3,0 2 2,1 4 0,0 1 9,0 2-12,2 3-14,1 3 4,0 2-22,-1 3 6,0 3-13,2 1-6,-1 3-8,0 0 11,0 3-4,-1 0 1,-1 1-10,0 0 13,1 1-4,-2-1 1,1-1 0,0-1-19,0-1-4,2-2-65,0 0-94,-1-2-128,1-2-178,-1-1-224,1-4-281,0-3-356,0-4-526,2-3-1064,-2-3-263,1-3 2602</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6:33.797"/>
    </inkml:context>
    <inkml:brush xml:id="br0">
      <inkml:brushProperty name="width" value="0.05" units="cm"/>
      <inkml:brushProperty name="height" value="0.05" units="cm"/>
      <inkml:brushProperty name="color" value="#AE198D"/>
      <inkml:brushProperty name="inkEffects" value="galaxy"/>
      <inkml:brushProperty name="anchorX" value="-52987.09375"/>
      <inkml:brushProperty name="anchorY" value="-50007.1875"/>
      <inkml:brushProperty name="scaleFactor" value="0.5"/>
    </inkml:brush>
  </inkml:definitions>
  <inkml:trace contextRef="#ctx0" brushRef="#br0">453 71 2016,'4'-1'4481,"6"-4"-1596,0-1-1682,2-1 299,-3 1-310,0-1 52,-2 2 102,0 1 131,-3-1 169,0 2 134,-2 0 56,-3-1 1778,-1 1-1963,0 1-143,1 0-232,-1 1-230,1-1-219,1 1-694,0 0-62,0 0-38,0 0-33,0 1 0,0 0 0,0 0 0,0 0 0,0 0 0,-2 0 0,1 0 0,-1 1 0,0 0 0,1 0 0,-1 0 0,0 1 0,-2 1 0,-1-1 0,0 2 0,-2 2 0,-3 2 0,0 2 0,-3 1 0,0 2 0,-1 1 0,-2 1 0,-2 2 0,0 2 0,-2 1 0,-2 0 0,-1 2 0,-2-1 0,1 1 0,0 2 0,-4 2 0,1 0 0,2 0 0,2-2 0,1-1 0,3-1 0,2-3 0,2-2 0,1-2 0,2-2 0,1-1 0,3-1 0,3-2 0,0 0 0,2-2 0,0-1 0,2-1 0,0-2 0,1 0 0,0-1 0,0-1 0,2 0 0,0-1 0,0 1 0,2-1 0,0-1 0,1 1 0,2 0 0,1-1 0,2 0 0,3 0 0,1 0 0,2-1 0,3 0 0,0 1 0,1-1 0,-1 0 0,2 1 0,-1 0 0,0 0 0,0 1 0,1-1 0,-2 2 0,1 1 0,-2-1 0,0 0 0,0 0 0,-1-1 0,-1 0 0,-1 0 0,-1 0 0,-2-1 0,1 0 0,-2 0-103,0 0 11,-1-1 10,2 0 19,-1-2 23,-1 1 24,0-1-4,0 0 23,-1-1-15,0-1 24,0 0 2,-1 0 1,1-2 10,-2 1-2,-2-1 10,0-1 26,-1-1 58,-2 1 14,2 0-158,-2 0 50,2 0-23,-1 1 0,0 1 0,-1-1 0,-1 2 0,0 0 0,-3 2 0,1 0 0,-3 1 0,1 0 0,0 0 0,-1 2 0,0 0 0,2 0 0,0 2 0,1 1 0,0 1 0,1 2 0,0 1 0,0 1 0,0 3 0,0 2 0,0 2 0,0 2 0,0 3 0,0 0 0,0 2 0,2 2 0,0 0 0,0 1 0,1 2-728,0 0-1687,1 0-329,1 0-910,0-2-1227,1-1-676,0-2-224,3-2 165,-1-4 4946</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6:57.339"/>
    </inkml:context>
    <inkml:brush xml:id="br0">
      <inkml:brushProperty name="width" value="0.05" units="cm"/>
      <inkml:brushProperty name="height" value="0.05" units="cm"/>
      <inkml:brushProperty name="color" value="#AE198D"/>
      <inkml:brushProperty name="inkEffects" value="galaxy"/>
      <inkml:brushProperty name="anchorX" value="-54026.96875"/>
      <inkml:brushProperty name="anchorY" value="-51541.17188"/>
      <inkml:brushProperty name="scaleFactor" value="0.5"/>
    </inkml:brush>
  </inkml:definitions>
  <inkml:trace contextRef="#ctx0" brushRef="#br0">80 60 1832,'2'0'1713,"1"0"-244,4 0-88,2-1-121,1 0-50,-1-1-57,1-1-114,2 0-95,-1-1 8,-2 0 5,0 1 76,-1-1 82,-2 1 160,0 0 141,-1 0 134,-2 0 82,-1 0 41,-1 0 0,0-1-58,0 1-93,1 1-174,1 1-155,2 0-150,0 1-323,0-1-795,0 1 199,-2 1-124,0-1 0,-3-1 0,-1 0 0,-1 0 0,-1 0 0,0 0 0,-2 1 0,2 0 0,-1-1 0,2 1 0,1 0 0,0 0 0,1 1 0,0-1 0,0 0 0,0 0 0,0 0 0,0 0 0,0 0 0,0 0 0,0 0 0,0 0 0,0 0 0,0 0 0,0 0 0,0 0 0,0 0 0,0 0 0,0 0 0,0 0 0,0 0 0,0 1 0,0 1 0,0 0 0,0 1 0,0 1 0,0 0 0,2 1 0,0 2 0,0-1 0,-1 2 0,0 0 0,0 2 0,-1 1 0,-1 1 0,-1 1 0,-2 1 0,-1 1 0,-1 1 0,-2 0 0,0 1 0,-2 1 0,-3 0 0,1-1 0,-2 1 0,1 0 0,0 0 0,0-1 0,3 1 0,0 0 0,2-2 0,-1 0 0,1 0 0,2 0 0,-1-1 0,1-1 0,-1 0 0,1-1 0,0-1 0,1 0 0,1-1 0,2-1 0,1-1 0,0-2 0,1-1 0,0-1 0,0 0 0,0-2 0,1-1 0,-1 0 0,0 0 0,0-1 0,0 0 0,0-1 0,0 0 0,0 1 0,0-1 0,0-1 0,0 1 0,0 0 0,0-1 0,0 0 0,0 0 0,0-1 0,0 0 0,0 1 0,0-1 0,0 2 0,0-2 0,0 1 0,0 0 0,0 0 0,0 0 0,0 0 0,0-1 0,0 1 0,0 0 0,0 0 0,0-1 0,2 1 0,-1 0 0,3-1 0,-1 1 0,4-2 0,2 1 0,3-1 0,2 1 0,4-1 0,1 1 0,2-1 0,2-1 0,1 1 0,1-1 0,1 0 0,0 0 0,-1-1 0,0 0 0,-1 1 0,-1 0 0,-1-1 0,-2 1 0,-1-1 0,-1 0 0,-2 1 0,-2-1 0,-4 0 0,-2 0 0,-2-1 0,-2 0 0,-2 0 0,-1-1 0,-3 0 0,0-1 0,-2 1 0,-1-2 0,0 1 0,-1 1 0,1 0 0,-1 1 0,2 0 0,-1 0 0,1 1 0,-1 0 0,1-1 0,-1 2 0,2 0 0,0 1 0,-1-1 0,1 2 0,-1-1 0,0 0 0,1 2 0,1-1 0,1 1 0,0-1 0,1 1 0,0 0 0,0 0 0,0 2 0,1 0 0,-1 0 0,0 0 0,0 0 0,0 1 0,0 0 0,0 1 0,2 2 0,-1 0 0,1 1 0,0 1 0,-1 1 0,1 2 0,0 1 0,0 1 0,0 2 0,-1 0 0,-1 3 0,1 0 0,-1 1 0,0 2 0,0 1 0,-1 1 0,1-1 0,0 1 0,0 0 0,0-1 0,0-2 0,0-1 0,2 0 0,0-1 0,1-2 0,1-1 0,-2-1 0,2-3 0,-1-1 0,0-2 0,-1-3 0,-1-2-1484,26-38-29428</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08.121"/>
    </inkml:context>
    <inkml:brush xml:id="br0">
      <inkml:brushProperty name="width" value="0.05" units="cm"/>
      <inkml:brushProperty name="height" value="0.05" units="cm"/>
      <inkml:brushProperty name="color" value="#AE198D"/>
      <inkml:brushProperty name="inkEffects" value="galaxy"/>
      <inkml:brushProperty name="anchorX" value="-55248.02734"/>
      <inkml:brushProperty name="anchorY" value="-53019.61719"/>
      <inkml:brushProperty name="scaleFactor" value="0.5"/>
    </inkml:brush>
  </inkml:definitions>
  <inkml:trace contextRef="#ctx0" brushRef="#br0">331 1 168,'-1'0'25779,"0"0"-24988,-1 0-90,0 0-75,1 0-64,-2 0-65,1 0-56,-1 0-57,0 0-65,0 0-7,1 0-71,-2 1-30,0 0 144,-1 0-253,2 0 52,0 0-41,2 1-17,0-1-7,0 0-8,1 1-19,0 0-14,1-1-6,-1 1-10,0 0-18,0 0 14,0 0-14,0 1 3,0 0 8,-2 0-2,1 0-8,-1 0 11,0 1-12,1 0 12,1 0-22,-2 1 16,0 0-14,0-1 22,0 1-7,0-1 3,-1 1 9,-1 0-2,1 0 29,0 0-17,0 1 15,-1 1-31,0 1-28,1 0 6,-2 1-5,-1-2 0,1 1 0,0-2 0,0 1 0,0-1 0,1 1 0,-1-1 0,1-1 0,1 1 0,-1 0 0,1 0 0,1-1 0,0 1 0,1 0 0,-1-1 0,0 1 0,0-1 0,1 1 0,0-1 0,0 0 0,1 1 0,-2-1 0,0 1 0,1-1 0,-1 1 0,1-1 0,-1 0 0,0 1 0,0-1 0,-1 1 0,0 0 0,-1 1 0,0-1 0,0 2 0,0-1 0,1 0 0,-1-1 0,1 1 0,-2 0 0,2-1 0,0 1 0,-1-1 0,1 0 0,-1 0 0,1 0 0,0-1 0,1 0 0,-1 1 0,0 0 0,-1 1 0,1-1 0,0 2 0,0-2 0,0 1 0,0-1 0,1 1 0,0-1 0,-1 0 0,1-1 0,-1 1 0,0-2 0,1 0 0,0 1 0,-1-1 0,1 0 0,0 0 0,0 0 0,1 0 0,1 1 0,0-1 0,-2 1 0,0 0 0,-1 1 0,0-1 0,0-1 0,1 1 0,-1 0 0,0-1 0,1 0 0,0 1 0,1-1 0,1 0 0,-2 1 0,0 0 0,0 0 0,1 1 0,0-1 0,0 1 0,1-2 0,-2 0 0,0 1 0,1-1 0,-1 0 0,1 0 0,1 0 0,-1 0 0,1 1 0,0-1 0,2 0 0,0-1 0,0 0 0,-1-1 0,0 1 0,0 1 0,1-1 0,0 1 0,0 0 0,-1-1 0,2 1 0,0 0 0,0-1 0,1 1 0,0 0 0,0-1 0,-1 1 0,1-1 0,-1 0 0,2 1 0,-2-1 0,0 0 0,1 0 0,-1 0 0,-1 0 0,2 0 0,-2-1 0,1 0 0,0 0 0,0 0 0,-1 0 0,0-1 0,1-1 0,-1 1 0,0 0 0,0 0 0,-1 0 0,-1 0 0,1 0 0,-1-1 0,0 0 0,-1 0 0,1-1 0,0 0 0,0 0 0,0 0 0,0-1 0,0 0 0,0 0 0,0-1 0,0 0 0,0-1 0,0 0 0,0 0 0,-2-1 0,1 0 0,-3-1 0,1-1-1988,0-1-198,-1 0-738,1-2-756,0 0-1453,3-2-421,3-1-169,1 0 356,1 2 6038</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29.735"/>
    </inkml:context>
    <inkml:brush xml:id="br0">
      <inkml:brushProperty name="width" value="0.05" units="cm"/>
      <inkml:brushProperty name="height" value="0.05" units="cm"/>
      <inkml:brushProperty name="color" value="#AE198D"/>
      <inkml:brushProperty name="inkEffects" value="galaxy"/>
      <inkml:brushProperty name="anchorX" value="-58821.09375"/>
      <inkml:brushProperty name="anchorY" value="-60404.76172"/>
      <inkml:brushProperty name="scaleFactor" value="0.5"/>
    </inkml:brush>
  </inkml:definitions>
  <inkml:trace contextRef="#ctx0" brushRef="#br0">88 75 152,'0'-2'3659,"0"0"-2774,-2 0-101,0-1-112,-1 0-104,0 0-94,0 1-80,1-1-54,0 0-41,1 1-15,1 1-57,0-1-6,0 0-21,0 1-6,0-1-10,0 0-18,0 1-14,0-1 1109,0 1-1153,0 0 6,0 0-2,0 0-9,0 0 2,0 1-10,2 0-25,0 0 6,0-1-23,-1 2-4,0-3-9,0 1-8,-1 0-8,0-1-8,2 2 11,0-1-23,0 1 7,-1 0 6,0 1-2,0-1 1,-1 0 0,0 0 0,0 0 18,0 0 5,0 0 18,0 0-3,-2 0 20,-1 0 108,-1 0-124,2 0 53,2-1-35,1 0-12,2 0 3,-1 0-13,2 0-15,-1 1-6,0 0-9,-1 0-17,1 0 4,-1 0-3,0 0 0,2 0 0,-2 0 0,1 0-10,-2 0 13,0 0 5,0 0-20,-1 0 67,0 0-36,0 0 25,0 0 21,0 0-5,-2 0 23,0 0 13,1 0-22,-1 0-10,0 0 843,0 0-811,1 0 0,-1 0 0,0 0-18,1 0-5,1 0 0,-1 0 331,1 5 3721,0-4-4053,-1 0 38,-1 1 16,0-1 45,1-1 37,0 1 40,0-1 59,1-1 53,-1 0 84,2-3 1935,-3 4-1695,0-1-9,-1 0-21,0 0-60,-2 0-68,1 0-89,-1 0-85,-1 0-97,1-1-67,0 1-29,-2 0-67,2-1-33,-1 1-25,1 0-16,0 0 0,1 1-2,1 0 10,-1 0-41,1 0 12,1 0 33,0 0 7,1 0 10,1 0 9,-1 0 8,3 0-30,0 0 38,0 0-21,1 0 6,0 0-19,1 0-5,0 0-18,-1 0 3,1 0 26,1 0-45,1 0 14,1 0 5,4 0-13,3 1-5,4 0 11,2 0-5,7 0-7,3 1-7,6 0 11,6-1-23,6 0 16,3 0-24,4-1 6,1 0-20,1 0 42,0 0-14,1 0-3,-1 0 2,1 0-10,-2 0 21,-1 0 3,0 0 9,-2-1-39,-2 0 22,-2 0 1,-2 0 8,-2-1-20,-5 0 16,-2 1-24,-3 0 25,-4 0-8,-2 0 3,-4 0-65,-4-1 37,-3 2 23,-2-1 1,-4 1 2,-1-1 2,-2 1 0,-2 0-9,0 0 77,-3 0-51,1 1 1,-1-1-18,0 0-7,0 1-9,0 0 11,0 0-5,-1 0 2,1-1 0,-1 1 10,1-1-13,-1 0-14,0 0 3,-1 0-39,-1 0-36,0 0-86,-2 0-733,-3 0-59,-3 0-427,-2 0-402,-1 0-393,0-1-339,2-1-306,2-2-245,2 1-295</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50.168"/>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0 16 11194,'2500'0'0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51.447"/>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0 66 784,'0'0'2823,"20"0"-709,47 5-221,55 1-242,35-1-1061,112 0-257,15-10-272,-169-3-45,-3 0 9,-3-2-18,-54 4-14,-31 4-1,135-7-30,-27 3 44,-36 10-2,-57-2 18,0-1 1,72-7-1,-85 3-27,1 2 1,38 3-1,-8-1-12,211-1 32,-249 1-21,12-1 13,28-7 28,-46 7-34,1-1 1,-1-1 0,20-5 0,-26 5-2,1 1 1,0 0-1,-1 0 1,12 0 0,-12 1 3,0 0 0,0 0-1,0-1 1,8-2 0,0-4 19,-31 7-160,3 1-29,-98-1-5724,83 0 2978</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52.535"/>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1 126 688,'139'-3'7003,"-1"0"-5415,-8-2-634,200-6-109,-191 6-801,68-6 19,-103 5-46,132-5 30,-174 5-46,100-4-17,-29 2 3,-5 0 4,-14 2 1,-26 1 14,41 0 40,19-1-42,129 1-118,-268 5 114,0 0 0,-2 0 2,-4 0 3,4 0-4,0 0 2,-5 0 18,-30 0-879,-58-7-5629,52 3 3318</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8:20.146"/>
    </inkml:context>
    <inkml:brush xml:id="br0">
      <inkml:brushProperty name="width" value="0.05" units="cm"/>
      <inkml:brushProperty name="height" value="0.05" units="cm"/>
      <inkml:brushProperty name="color" value="#AE198D"/>
      <inkml:brushProperty name="inkEffects" value="galaxy"/>
      <inkml:brushProperty name="anchorX" value="-66239.4375"/>
      <inkml:brushProperty name="anchorY" value="-66310.875"/>
      <inkml:brushProperty name="scaleFactor" value="0.5"/>
    </inkml:brush>
  </inkml:definitions>
  <inkml:trace contextRef="#ctx0" brushRef="#br0">109 99 432,'0'0'1240,"-1"0"-678,-6 0 5206,8 0-5483,1 0-41,0 0 11,-1 0-7,1 0 9,-1 0 682,0-1-696,1 0 25,0 0-7,-1 0 13,0 0 15,0 1 606,-1-2-583,0 1-1,0 0 1,0 0 19,0 0 357,-2 0-320,1 0-21,-1 0 35,-2-1 2316,4 1-2146,0-4 3133,0 4-3294,0 0-47,0 0-20,0 0-47,0-1-27,0 1 3,0 0-14,2 0-7,0-1-8,1 0 11,1 1-5,0 0-16,0-1-5,-1 1-27,1 0-13,1-1-36,0 0-29,0-1-32,1 1-22,1-1-17,1 0-17,0-1-7,2 0-18,0 0 13,1 1-15,-1-1 14,0 2 5,1-1 8,0 0-1,0 0-9,-1 1 13,0-1-23,-1 0 16,0 2-5,0-1-18,-2 2-4,0-1 1,-2 1-12,0 0 13,-1 0-4,1 0 1,0 1 0,2 1 0,0 0 9,1 0 7,-2 1-1,1-1 1,0 1 0,1 1-10,0-1 13,-2 2-4,-1 0 10,0 0-2,-1 1 10,0 0-2,0 1-9,-2-1 4,0 2-2,-1 0 9,-2 0-21,-2 0 7,-1 0-3,-1 0 0,-1 1 18,-3 0-4,-1 1-17,-2 0 15,-1-1 4,-3 1-20,0-2 7,-4 2 15,-2 1-23,1-2 17,1 1-5,1-1-9,2-1 13,1-1-4,1-1-9,1 0 4,-1 0-2,1-1 0,2 0 0,1-1-10,-1 1 4,2-2 7,1-1-2,1 0 1,2 0 9,-1 0-2,3-1 1,-1-1 18,1 0-4,1 0 20,1 0-4,1 0-17,0 0 34,1 0-30,2 0 19,0-1 13,2 0-3,-1-1 2,0 0 0,1 0 9,-1-1-2,2 1 20,-2 0-25,2-1 0,1 1-10,0-1-18,2 0-4,0 1 8,2-1-12,1 0-6,-1 0-18,1 1 5,0 0-3,0-1 19,0 1-15,1 1-4,0 0 1,-1 0-29,1 1 17,3 0 3,2 0-10,-1 0 12,-2 0-12,1 1 12,-2 1-12,0 2 12,0 0-3,-2 1-8,0 0-7,-1 2 20,-1 0-16,0 0-4,-1 2 1,-1 0-1,0 0-9,-2 0 2,-1 1-10,-2 0-26,-3 1 16,-2 0-6,0 0-27,-4 0-2,-1 0-10,-1-1 2,-3 1-124,-1 0-123,-3 0-131,-2 0-230,-2-1-239,-3 0-309,-1-2-285,-3-1-362,-2-1-232,-4-3-281,-2-2-402,-3-2-692,-2-1-383,-3-2-59,7 0 3657</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8:44.196"/>
    </inkml:context>
    <inkml:brush xml:id="br0">
      <inkml:brushProperty name="width" value="0.05" units="cm"/>
      <inkml:brushProperty name="height" value="0.05" units="cm"/>
      <inkml:brushProperty name="color" value="#AE198D"/>
      <inkml:brushProperty name="inkEffects" value="galaxy"/>
      <inkml:brushProperty name="anchorX" value="-65284.38672"/>
      <inkml:brushProperty name="anchorY" value="-65846.34375"/>
      <inkml:brushProperty name="scaleFactor" value="0.5"/>
    </inkml:brush>
  </inkml:definitions>
  <inkml:trace contextRef="#ctx0" brushRef="#br0">124 17 392,'0'0'0,"2"0"720,1 0 10,3 1 15,0 0 6,1 0 0,-1 0 38,0-1 149,-2 1 127,0-1-24,5 0 5027,-11 0-5340,-6 0 5532,7 0-5740,-1 0-25,0 0-33,1 0-67,0 0-12,-9 5 7021,8-6-6922,1 0-60,-1 0-44,0 0-50,1 1-48,1-1-48,-1 1-263,1 0 70,0 0-39,0 0 0,0 0 0,0 0 0,0 0 0,0 0 0,0 0 0,0 1 0,0 0 0,0 0 0,0 0 0,-1 0 0,-1-1 0,0 1 0,1-1 0,0 0 0,0 0 0,1 0 0,-1-2 0,1 1 0,0 0 0,1 0 0,-1 1 0,0-1 0,0 1 0,0 0 0,2 0 0,-1 0 0,1 0 0,1-1 0,0 0 0,0 0 0,-2 0 0,1 0 0,-2 1 0,1-1 0,0 1 0,1-1 0,2 0 0,-1 0 0,1 0 0,0 0 0,1-1 0,1 1 0,0 0 0,2-1 0,0 0 0,-1 1 0,0 0 0,0 1 0,0-1 0,1 1 0,0 1 0,1 0 0,-1 0 0,1 0 0,0 1 0,-1 0 0,1 0 0,-2 1 0,0 0 0,0 1 0,-2 0 0,1 1 0,-1 3 0,-2 1 0,-1 1 0,0 1 0,-2 0 0,-2 2 0,-1 0 0,-3 1 0,-2 1 0,-4 0 0,-4 1 0,-1 0 0,-4 0 0,-1 0 0,-2 1 0,-2-1 0,2-1 0,-1 1 0,2-2 0,2-1 0,3-1 0,1-1 0,2-2 0,3-2 0,2 0 0,3-1 0,1-1 0,3-1 0,1-1 0,1 0 0,1-1 0,0 0 0,2-3 0,0 1 0,0-1 0,2-1 0,1 0 0,1-1 0,1 1 0,1-1 0,2-1 0,1 0 0,3-1 0,1 0 0,3 0 0,1 1 0,1-1 0,0 1 0,1-1 0,0 1 0,0 0 0,2 0 0,-1 1 0,1-1 0,1 1 0,1 1 0,0 0 0,0 0 0,1 0 0,-2 1 0,1 1 0,-1 1 0,1 0 0,0 1 0,0 0 0,1 1 0,-2 1 0,-1 1 0,-1 1 0,0 1 0,-2 1 0,-1 0 0,-1 0 0,-2 1 0,-2 0 0,-2-1 0,-2 1 0,-2 0 0,-3 0 0,-2 0 0,-3 0 0,-3 1 0,-4 1 0,-6-2 0,-6 1 0,-5 0 0,-7-1 0,-6-1 0,-8-1 0,-8-2-1008,-5-1-1551,-4-2-347,-4-2-849,-2-2-1351,0-4-467,1-2-195,1-1 340,12 0 5582</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14.459"/>
    </inkml:context>
    <inkml:brush xml:id="br0">
      <inkml:brushProperty name="width" value="0.05" units="cm"/>
      <inkml:brushProperty name="height" value="0.05" units="cm"/>
      <inkml:brushProperty name="color" value="#AE198D"/>
      <inkml:brushProperty name="inkEffects" value="galaxy"/>
      <inkml:brushProperty name="anchorX" value="-64382.91797"/>
      <inkml:brushProperty name="anchorY" value="-65448.49219"/>
      <inkml:brushProperty name="scaleFactor" value="0.5"/>
    </inkml:brush>
  </inkml:definitions>
  <inkml:trace contextRef="#ctx0" brushRef="#br0">36 104 1032,'0'-1'3049,"0"0"-2437,0-1 678,0 0-372,0 0-12,-4-1 1868,1 1-2266,0 1 400,0-1-152,-1 0-39,1 0-11,0 1-45,0 1 19,-6-1 6394,9 0-6459,0 0-48,2 0-56,0 0-36,0 1-43,-1-2-40,0 1-21,0-1-27,1 2-24,0-1-6,0 1-28,-1-1-3,1 2 865,0-1-987,-1 0-34,1 0-12,1 0-29,0 0-3,-1 0-20,0 0 3,-1 0-2,2 0 10,-1 0 15,0 0-32,-1-1 49,2-1-6,-1 1 21,0 0-4,2 1 31,2-2-17,1 1 16,4-1-14,2 0-5,2-1-8,1-1-17,1 1-15,1 0-25,-1-1-14,1-1-26,0 0-5,0 1-10,-1 0 2,-1 1-12,0-1-15,-3 2-6,2-1 19,-3 0 3,0 1 0,0 1 1,0-1-10,-1 1 22,-1 0-6,0 0 2,-3 0-19,0 1 6,-2 1-3,-1 0-19,-2 1 6,-1 1-22,1 1 6,0 1 6,0 0 35,-1 2-19,0-1 18,-3 2 5,-1 2 8,-1 1 17,-1 1-13,-1 2 15,-3 0-32,0 0 18,-3 1-25,0 1-3,-1-2 10,0 1-4,1-1 10,0 1-2,1-2 10,-1 1-12,1 0-5,3-3 2,2-1-12,0-2 4,2-1-2,2-2-10,0-1 22,1-1-16,1-1-4,0-1 2,2 0-2,0-1 0,0 0-28,2 0 26,-1 0-27,1 0 36,1-1-11,2-1 4,2 1 18,1-1-4,2 0 11,2 1-12,1-1 5,1 0-12,1 0 13,1 0-4,-1 0-9,1 1 13,0 0-14,-1 0 14,1 1-14,-1-1 23,1 1-16,-1 0-4,0 1 2,3 0-21,-1 1 24,0 0-26,0 1-2,-1 2-27,-2 1-60,0 1-22,0 1-45,-2 2-30,-1 0-24,0 0-15,-3 1-37,0 0-10,-2 2-10,-2-1 19,-1 0-35,-4 1-64,-3 0-94,-3 0-175,-3 1-175,-4 0-228,-2 0-255,-4 0-194,-2-1-226,-2-1-205,-1-2-237,-1-2-219,-1-1-291,-2-2-523,-4-2-366,-4-2-122,5 0 3893</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10.391"/>
    </inkml:context>
    <inkml:brush xml:id="br0">
      <inkml:brushProperty name="width" value="0.05" units="cm"/>
      <inkml:brushProperty name="height" value="0.05" units="cm"/>
      <inkml:brushProperty name="color" value="#AE198D"/>
      <inkml:brushProperty name="inkEffects" value="galaxy"/>
      <inkml:brushProperty name="anchorX" value="-117769.23438"/>
      <inkml:brushProperty name="anchorY" value="-96761.39844"/>
      <inkml:brushProperty name="scaleFactor" value="0.5"/>
    </inkml:brush>
  </inkml:definitions>
  <inkml:trace contextRef="#ctx0" brushRef="#br0">262 76 312,'0'0'0,"1"0"1136,1 0-186,0 0-115,1-1-110,0 0-107,1-1-69,0-2-39,-1 2-46,1-2-12,-1 1-20,1 0 3,0 0-3,-2 0 9,2 0 7,-1 0 18,1 1 4,0-1-8,-1 1 3,1-1-10,-1 0-7,-1 0-8,0 1-8,-1 0-36,-1 0 10,1 1-25,-1-1 6,0 1 6,-1-1 1182,-1 2-1156,0 0 13,1 0 44,-1 0 8,0 0 1302,0 0-1058,0 0 44,1 0 25,-2 0-29,0 0-35,0-1-83,0 0-74,-2 0-89,1 0-78,-1 0-81,-1 1-52,-1 0-50,-1-1 6,1-1-8,1 1-19,0 0 6,1 1-22,1-1-13,-1 1-6,1 0 8,1 0-3,-1 0 10,1 0-2,-1 0 1,1 0-9,0-1 12,-1 0-23,1 0 6,-1 0-11,1 1 2,0-1 9,-1 2-13,-1 0 4,-1 0-1,-1 0 19,1 1-24,-1-1 8,1 1-13,0-1-15,0-1-15,1 1 3,2 0-22,-1 0-13,0 0 3,0 0-22,1 0-13,0-1 3,1 0-3,1 2-10,-1-1-6,0 0 11,-2 0-32,1 0 18,0 1 3,1-1-20,1 0-2,0 1 8,-1-1-12,1 1-6,-3-1 10,1 0 6,-1 1-20,0 0 16,1 0-5,-1 1 10,0-1-2,0 1 10,1 1-11,0-1 12,-1 1-12,1 0 12,-1 0 16,0 0-24,1 0 9,0 0 6,0-1-11,-2 1 3,2-1-10,0 0 2,1 0-29,1 0 27,-2-1-29,1 1 18,1 0-5,-3-1-8,2 1 2,-1 0-1,2-1 0,0 1-9,0 1 11,1-1-3,0 0-8,0 1 21,0 1 2,0-2 1,0 1 1,0 0-19,0 1 15,0-1-14,0 0 12,0 0-12,2 0-6,0 1 10,-1 0 16,1 1-5,-1-1-6,0 0 2,-1 1-10,0-1 2,0 1-1,0-1 0,0 1 0,0-1 0,0 1 0,2-1 0,-1 0 0,1 1 0,1-2 0,2 1 0,-1-2 0,0 0 0,0 0 0,0 0 0,0-1 0,0 1 0,1 0 0,0 1 0,0 1 0,-1-1 0,0 0 0,2 0 0,0 2 0,-1 1 0,1-1 0,1 0 0,-2 0 0,1 0 0,-1-2 0,0 1 0,-1-1 0,-1 0 0,1 1 0,1 0 0,1 0 0,-1 0 0,-1 1 0,1 0 0,0 1 0,2 0 0,-2-1 0,1 1 0,-1 0 0,-1 0 0,0-1 0,1 0 0,-1 0 0,1 0 0,1 0 0,-1 1 0,1-1 0,0 2 0,1-1 0,1 1 0,-2 0 0,1 0 0,-2 0 0,1-1 0,0 1 0,-1-1 0,0 0 0,0 0 0,0-1 0,-1 0 0,1-1 0,0 1 0,0-1 0,0 0 0,0 1 0,0-2 0,-1 0 0,-1 1 0,1-1 0,-1 0 0,1 0 0,0 0 0,0 0 0,0 0 0,1 0 0,-1 0 0,1-1 0,-1 1 0,-1-1 0,0 0 0,1 0 0,-2 0 0,0-1 0,-1 0 0,-1-1 0,2 0 0,0-1 0,0 0 0,-1 0 0,0 0 0,-1 0 0,1 0 0,-1 0 0,0 0 0,0 0 0,0 0 0,-2 0 0,0 0 0,-2-1 0,1 0 0,-1-2 0,-2 1 0,-1 0 0,0-1 0,-2 0 0,3-1 0,-1 0 0,-1-1 0,-1-1 0,0 0 0,-1-1 0,0 1 0,0 0 0,1 0 0,0 0 0,2 0 0,0 2 0,0 0 0,0-1 0,1 2 0,1-1 0,1 2 0,0-1 0,0 0 0,0 1 0,2 0 0,0 0 0,1 1 0,0 0 0,1 0 0,0 1 0,0 0 0,0 0 0,0 0 0,0 0 0,0 0 0,0 0 0,1 0 0,-1 0 0,0 0 0,0 0 0,0 0 0,0 0 0,-1 0 0,1 0 0,0 0 0,0 0 0,0 0 0,0 0 0,0 0 0,0 0 0,0 0 0,0 0 0,-1 0 0,-1 0 0,-2 0 0,1 0 0,0 0 0,0 0 0,-1 0 0,0 0 0,0 0 0,1 1 0,0 0 0,-2 0 0,0 0 0,0 0 0,1-1 0,-1 0 0,1 1 0,-1-1 0,1 0 0,1-1 0,1 1 0,0 0 0,2 0 0,0 0 0,0 0 0,0 0 0,0 0 0,0 0 0,0 0 0,0 0 0,0 0 0,0 0 0,0 0 0,0 0 0,0 0 0,0 0 0,0 0 0,0 0 0,0 0 0,2 0 0,0 1 0,1 1 0,1-1 0,0 0 0,2 0 0,1 1 0,0-1 0,1 0 0,3 2 0,1 0 0,2 0 0,0 1 0,1 1 0,1-1 0,-2 0 0,1 0 0,0 1 0,-1-1 0,1 0 0,-2 0 0,1 0 0,1 1 0,-2-1 0,1 0 0,-1-1 0,0 0 0,-2-2 0,-1 1 0,-3 0 0,0-1 0,0 0 0,-2-1 0,-1 0 0,0-1 0,0 0 0,-2 0 0,0 0 0,-1 0 0,-1 0 0,0-1 0,0 0 0,0-1 0,0 0 0,-2 0 0,0-1 0,0-1 0,-1 0 0,0 0 0,-1 0 0,-2-1 0,0 1 0,-2-1 0,0 1 0,0-1 0,-3 1 0,2-1 0,0 1 0,1 0 0,-1 0 0,3 1 0,-1 1 0,2 0 0,1 2 0,1 0 0,0 1 0,0 0 0,2 0 0,0 0 0,0 0 0,1 2 0,0-1 0,1 1 0,-1 1 0,0 0 0,-2 0 0,1-2-1391,-3 0-433,1 0-513</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26.534"/>
    </inkml:context>
    <inkml:brush xml:id="br0">
      <inkml:brushProperty name="width" value="0.05" units="cm"/>
      <inkml:brushProperty name="height" value="0.05" units="cm"/>
      <inkml:brushProperty name="color" value="#AE198D"/>
      <inkml:brushProperty name="inkEffects" value="galaxy"/>
      <inkml:brushProperty name="anchorX" value="-118683.17188"/>
      <inkml:brushProperty name="anchorY" value="-98071.9375"/>
      <inkml:brushProperty name="scaleFactor" value="0.5"/>
    </inkml:brush>
  </inkml:definitions>
  <inkml:trace contextRef="#ctx0" brushRef="#br0">164 83 296,'0'0'13998,"-1"0"-13327,-1 0 30,0 0 34,-1 0 33,0 0 23,-1 1 16,0 0-2,-1 0 13,1 0-22,1-1-3,-1 1-18,1-1-5,-1 0-38,0 0 0,2 0-3,-2 0-10,1 0-25,-3 0 3077,6-1-3400,0 0-43,0 0-21,0 0-46,1 0-27,-1 0-44,0-1-47,0 0-131,0 0 4,0-1-12,0 0-4,1-2 0,1 1 0,2-1 0,1-1 0,1 1 0,1-1 0,1 1 0,1-1 0,0 1 0,0 0 0,0 1 0,-2 1 0,0 0 0,0 1 0,0 0 0,-1 0 0,1 2 0,-1-1 0,1 1 0,1 0 0,-2 0 0,1 0 0,-1 1 0,2 0 0,-1 0 0,0 0 0,-1 1 0,1 0 0,1 0 0,-2 0 0,0 1 0,-1 1 0,-2 0 0,0 1 0,-4 2 0,0 1 0,-2 2 0,-4 1 0,-2 0 0,0 1 0,-3 2 0,-1-1 0,0 1 0,-2 0 0,2 0 0,0 0 0,2-1 0,1-1 0,0-1 0,3-2 0,0-1 0,4-2 0,1-1 0,4-1 0,0-1 0,0-1 0,1-1 0,-2 0 0,2-1 0,1-1 0,0 0 0,3-1 0,1 0 0,2-1 0,3 0 0,1 0 0,2-1 0,1 0 0,1 0 0,0 0 0,0 0 0,-1-1 0,1 1 0,0 0 0,-3 1 0,1 1 0,-2-1 0,-2 2 0,-1-1 0,-1 1 0,-1 0 0,0 1 0,-1 0 0,1 1 0,-3 0 0,1 1 0,0 0 0,-2 0 0,-1-1 0,1 1 0,-2 1 0,1 1 0,0 1 0,-2 0 0,2 0 0,-1 1 0,-1 1 0,0 1 0,-1 0 0,-2 1 0,-2 0 0,-3 0 0,-2 1 0,-2 1 0,-2-1 0,-4 1 0,-3 0 0,-3-1-168,-3 0-718,-4-2-458,-4 1-558,-4-1-565,-3 0-567,-4-2-576,-2 0-705,-4-1-727,0-1 20,-2 1 226,9-2 5402</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1:59.544"/>
    </inkml:context>
    <inkml:brush xml:id="br0">
      <inkml:brushProperty name="width" value="0.05" units="cm"/>
      <inkml:brushProperty name="height" value="0.05" units="cm"/>
      <inkml:brushProperty name="color" value="#AE198D"/>
      <inkml:brushProperty name="inkEffects" value="galaxy"/>
      <inkml:brushProperty name="anchorX" value="-124582.17188"/>
      <inkml:brushProperty name="anchorY" value="-104532.11719"/>
      <inkml:brushProperty name="scaleFactor" value="0.5"/>
    </inkml:brush>
  </inkml:definitions>
  <inkml:trace contextRef="#ctx0" brushRef="#br0">1 88 624,'1'1'2353,"3"0"-402,1 0-922,2 0 305,1-1-139,-1 1-186,0-1-166,-2 0-131,1 0-133,-1 0-37,-2-1-34,-1 0 9,0-2 1896,-1 2-1717,14 2 12008,-15-2-12124,0-1-107,0 1-23,-2 0-50,1 1-68,-1-1-32,-1 1-35,0 0 52,0 0-85,1 0-50,1 0-15,1 0-124,-3 0-35,2 0 1,-3 0-9,3 0 0,0-1 0,2 0 0,1 0 0,2 0 0,0 0 0,0 1 0,1 0 0,-2 0 0,1 0 0,-1 0 0,2-1 0,-2-1 0,2 1 0,0 1 0,2-2 0,0 0 0,1 1 0,1 0 0,-1-1 0,3 1 0,0-1 0,-1 0 0,1-1 0,0 1 0,2-1 0,0 0 0,1 1 0,0-1 0,0 1 0,1-1 0,0 1 0,3-1 0,0 1 0,2-1 0,2 1 0,0-1 0,1 0 0,0 0 0,-1 1 0,2-1 0,0 0 0,1 1 0,-1 1 0,-2-1 0,1 1 0,-2-1 0,-1 2 0,-1-1 0,-1 1 0,2 0 0,-3-1 0,1 2 0,-3 0 0,0 0 0,-2 1 0,-1 0 0,-3 1 0,-1 1 0,-1 0 0,-1 1 0,-2 0 0,-4 1 0,-2 2 0,-3 1 0,-1 2 0,-4 1 0,-4 1 0,-6 0 0,-3 0 0,-4 0 0,-4 0 0,-1-1 0,-4 1 0,-1 0 0,0 1 0,0-1 0,0-1 0,2 0 0,1 0 0,2-2 0,5 0 0,2-1 0,4-3 0,3 0 0,4-1 0,2-1 0,3-2 0,4 0 0,2-1 0,2-1 0,1-1 0,0-1 0,2 1 0,2-1 0,4 0 0,1-1 0,2 0 0,3-1 0,3-1 0,1 0 0,3 0 0,2-1 0,-1 0 0,1 1 0,1-1 0,1 1 0,1 0 0,-2 1 0,0 1 0,-2 1 0,1 0 0,-1 1 0,-2 2 0,2 1 0,-2 2 0,0 0 0,-2 1 0,1 0 0,-1-1 0,-3 2 0,1 0 0,-4 1 0,-2 1 0,-2 1 0,-3 2 0,-3 1 0,-2 1 0,-2 0 0,-3 1 0,-2 0 0,-5 0 0,-5 0 0,-3 0 0,-5 1 0,-3 0 0,-6-1 0,-3 0 0,-4 0 0,-3-1 0,-3-2 0,-12 0-4098,-3-3 1777,0-2-1916,3-5-861,2-3-519,5-2-202,13-2 289</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2:25.049"/>
    </inkml:context>
    <inkml:brush xml:id="br0">
      <inkml:brushProperty name="width" value="0.05" units="cm"/>
      <inkml:brushProperty name="height" value="0.05" units="cm"/>
      <inkml:brushProperty name="color" value="#AE198D"/>
      <inkml:brushProperty name="inkEffects" value="galaxy"/>
      <inkml:brushProperty name="anchorX" value="-125518.96094"/>
      <inkml:brushProperty name="anchorY" value="-105798.65625"/>
      <inkml:brushProperty name="scaleFactor" value="0.5"/>
    </inkml:brush>
  </inkml:definitions>
  <inkml:trace contextRef="#ctx0" brushRef="#br0">238 83 736,'-3'0'10017,"-20"2"8319,23-4-17389,2 0-135,0 0-123,0 1-91,-1 0-111,2 1-402,-1 0-46,2 0-18,0 0-21,-1 0 0,0 1 0,1 0 0,0 0 0,-1 1 0,2-1 0,1 0 0,0-3 0,2 1 0,0-1 0,4 0 0,2-2 0,3 1 0,6-1 0,3-1 0,4 0 0,5-1 0,2 1 0,4-1 0,1 1 0,1-1 0,0 1 0,-1 0 0,-1 1 0,-2 0 0,-4 0 0,0 2 0,-5 0 0,-2 1 0,-3 0 0,-5 1 0,-4 0 0,-3 1 0,-4-1 0,-3 1 0,-3 0 0,-2 1 0,-3 3 0,-2 0 0,-8 4 0,-7 1 0,-6 2 0,-6 0 0,-3 1 0,-4 0 0,-1 1 0,-3 0 0,-1 0 0,1 1 0,0-2 0,1 2 0,2-2 0,3 0 0,4-1 0,3-1 0,5-2 0,4 0 0,4-3 0,4 0 0,4-2 0,4-1 0,5-2 0,3 0 0,4-1 0,4-1 0,4 0 0,4-2 0,5 1 0,1-1 0,2 0 0,1 0 0,1 1 0,1 0 0,-1 0 0,0 1 0,-2 1 0,0 1 0,-1 0 0,-1 2 0,-2 2 0,-1 0 0,-3 1 0,-1 1 0,-2 1 0,-2 1 0,-1 1 0,-2 0 0,-3 1 0,-3 0 0,-2 0 0,-4 0 0,-5 2 0,-4 1 0,-3-1 0,-4-1 0,-2 1 0,-3-2 0,-4 0 0,-4-3 0,-4 0 0,-4-2 0,-2 0 0,-5-1 0,-1-2 0,-2-1 0,-2-3 0,-4 0 0,0-4-1186,-2-1-1808,-1-3-573,1-1-1379,-2-1-634,2-2-289,-2 1-9,12 2 3662</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2:34.694"/>
    </inkml:context>
    <inkml:brush xml:id="br0">
      <inkml:brushProperty name="width" value="0.05" units="cm"/>
      <inkml:brushProperty name="height" value="0.05" units="cm"/>
      <inkml:brushProperty name="color" value="#AE198D"/>
      <inkml:brushProperty name="inkEffects" value="galaxy"/>
      <inkml:brushProperty name="anchorX" value="-124434.39844"/>
      <inkml:brushProperty name="anchorY" value="-105259.46094"/>
      <inkml:brushProperty name="scaleFactor" value="0.5"/>
    </inkml:brush>
  </inkml:definitions>
  <inkml:trace contextRef="#ctx0" brushRef="#br0">324 120 688,'-18'-19'24795,"20"18"-23738,0-1-46,0 1-63,1-1-115,0 0-124,1 0-115,0 0-94,-1-1-100,0 1-78,2-1-100,1 0-57,1 1-59,1-1-21,2-1-20,1 0-26,1-1-4,2 0-11,1 0-55,2 0 34,1-1 14,3 0-5,2 2-5,0 0 2,1-1 27,0 1-73,-1 0 78,-1 0-44,-2 1 14,0 1-12,-2 0-7,-2 2 1,-2-1-1,-4 2 28,-3 1 11,-3 1-11,-3 1-23,0 2 16,-3-1-6,-2 2 20,-5 4-15,-4 2-14,-4 1 5,-2 1-3,-2 0 0,-3 0 0,0 1 0,-4 0 0,1-1 0,-7 3 0,3 0 0,-6 0 0,4 0 0,3-2 0,5-2 0,4-2 0,4-2 0,4-3 0,2 0 0,3-1 0,3-2 0,2-1 0,2-1 0,1 0 0,2 0 0,2-1 0,2-1 0,3-1 0,3 0 0,2 0 0,3-1 0,2 0 0,2-1 0,2 1 0,1 0 0,1 0 0,1 2 0,0 0 0,-1 1 0,0 1 0,-2 3 0,-2 0 0,-1 2 0,-3 1 0,-3 1 0,-2 2 0,-1 0 0,-4 2 0,-2 0 0,-4 1 0,-3 0 0,-3 1 0,-3 0 0,-4 0 0,-2 0 0,-4 0 0,-3-1 0,0-1 0,-4-1 0,-1 0 0,-2-1 0,-3-1 0,-1-1 0,-2-3-653,-3-2-1205,-4-1-555,-3-4-933,-2-3-1177,-7-3-843,-5-3-384,-8-1-11,10 1 3120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2:38.358"/>
    </inkml:context>
    <inkml:brush xml:id="br0">
      <inkml:brushProperty name="width" value="0.05" units="cm"/>
      <inkml:brushProperty name="height" value="0.05" units="cm"/>
      <inkml:brushProperty name="color" value="#AE198D"/>
      <inkml:brushProperty name="inkEffects" value="galaxy"/>
      <inkml:brushProperty name="anchorX" value="-123264.04688"/>
      <inkml:brushProperty name="anchorY" value="-104831.34375"/>
      <inkml:brushProperty name="scaleFactor" value="0.5"/>
    </inkml:brush>
  </inkml:definitions>
  <inkml:trace contextRef="#ctx0" brushRef="#br0">426 0 280,'0'0'4809,"-2"0"-4378,-5 0 4739,6 0-4942,-1 0-1,0 0-20,-1 0-25,0 0-12,1 0-18,0 0-7,1 0-9,0 0-8,-1 0-17,0 0-6,-2 0 19,1 0-16,1 0 43,-2 0-12,1 0 23,0 0-23,1 0 17,1 0-14,-1 0-16,0 0-14,-2 0-6,1 0-29,0 0-12,0 1-17,0 0-16,-2 0-6,2 0-10,0 0-18,-1-1 5,1 1-12,-1 0-26,0 0 35,1 0-3,0 0 11,0 0-10,0-1 12,0 0-3,0 0 1,1 0 28,-2 0-8,1 0-5,1 0-26,0 0 35,1 0-3,1 0-7,-1 0 78,1 0-28,0 0 16,1 0 16,-3 0 16,0 0 16,1 0 7,-1 0 18,1 0-4,0 0 3,-1 0 0,0 0 0,1 0 0,-1 1-9,1 0 3,1 0-30,-1 0-2,1 0-10,-2-1-36,1 1 10,-3-1-25,1 0-13,0 0-16,-1 0-7,1-1-9,-1 1-8,0 0 2,1 0-12,0 0-6,-1 0 30,0 0-20,1 0 8,0 0-12,1 0 4,1 0-2,0 0 9,-1 0-30,0 0 18,-1 0-6,0 0 10,-2 0-2,1 0 1,1 1 0,-1 1-10,1-1 13,-1 1-4,0-1 1,1 1 0,0-1 0,0 0 0,0-1 0,0 1 0,0-1 0,1 0 0,-2-1 9,1 1-12,1 0 14,0 0-4,0 0-9,-1 1 13,1 0-14,-1 1 5,0-2-2,1 1-10,0 0-6,-1-1 11,1 1 5,-2 0-1,1 0 1,0 0 9,-1 1-2,1-1 10,-1 1-12,0-1 5,0 0 7,-2 1-21,1-1 7,1 0-3,0 1 0,0-1-10,0 1 4,0-2 7,1 2-12,0 0 14,0-1 5,-1 0-11,0 1 14,1-1-4,1 0-9,1 0 13,-1 1-14,0 0 5,0-1-2,0 0 9,2 0-12,-3 1 5,1-1-2,-1 0 0,-1 1 0,2-1 0,0 1 9,0-1-12,2-1 5,-1 1-12,1 0 13,0 0-4,0 1 1,0 0 0,1 0-19,-1-1 24,0 0 2,0-1 0,0 1-9,0 0 4,0 0-2,0 0 18,0 0-14,0-1-4,0 1 2,0-1-2,0 0-7,0 1 6,0 0-18,0 0 15,0 0 4,0 0-1,0-1 1,0 0 9,0 1-12,0 1-14,0-1 4,0 0 15,0 0-4,0 1 2,0-1 0,0 0 28,-2 0-8,0-1-6,0 1-6,1 1 2,0-1-12,0-1-6,1 1 11,0-1-32,0 1 37,0 0-12,0 0 4,0 0 0,0 0 9,0-1-2,0 1-9,0-1 4,0 1-12,0 0 13,0 0-4,0 0 1,0 0 0,0-1-10,0 0 13,0 1-4,0 0 1,0 0 0,0 0 0,0 0 0,0-1 0,0 1 9,0-1-2,0 0-9,0 0 13,0 0-4,0 1 1,0 0 0,0 0-19,0 0 15,0 0-5,0-1 10,0 0-2,0 0-9,0 0 4,0 0-2,0 0 9,0 0-12,0 0 5,0 0-12,0 0 13,-2 0-14,1 0 5,-1 0 7,0 0-2,1 0 10,1 0-2,-1 0-9,1 0 4,0 0-2,0 0 0,0 1 0,0 0 0,0 0 0,0 0-10,0 0 13,0-1-4,0 1 1,0-1 0,0 1 0,0 0-10,0 0 4,0 0 7,0 0 7,0-1-11,0 0 5,0 1 7,0 0-2,0 1 10,0-2-12,-1 1-5,-1-1 2,0 1-2,1-1 0,0 0 0,0 0 0,1 0-10,-1 0 4,1 0 7,0-1-2,0 1 1,1 0-10,-1 0 100,0 2-92,0-1 13,0 0-14,0 1 14,0-2-14,0 1 14,0-1-14,0-1 5,0-1 16,0 1-14,0 0-4,0 0-8,0 1 2,0-1-2,0 1-10,0 0 13,0 0-32,0 0 25,0 0 13,1 0-2,1 0-9,0 0 13,-1 0 5,1 0-11,-2 0 5,1 0-2,-1 0-10,0 0 4,0 0-2,0 0-10,0 0-34,1 0-589,3-1 139,-1 0-171,4-1-241,1 0-268,1-1-248,0 1-315,2-1-370,0-1-563,0 1-514,-2 0 1229</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2:40.607"/>
    </inkml:context>
    <inkml:brush xml:id="br0">
      <inkml:brushProperty name="width" value="0.05" units="cm"/>
      <inkml:brushProperty name="height" value="0.05" units="cm"/>
      <inkml:brushProperty name="color" value="#AE198D"/>
      <inkml:brushProperty name="inkEffects" value="galaxy"/>
      <inkml:brushProperty name="anchorX" value="-122084.15625"/>
      <inkml:brushProperty name="anchorY" value="-104117.92188"/>
      <inkml:brushProperty name="scaleFactor" value="0.5"/>
    </inkml:brush>
  </inkml:definitions>
  <inkml:trace contextRef="#ctx0" brushRef="#br0">479 109 32,'0'0'3053,"1"0"-2715,1 0-10,2 0 2,-1 0-11,0 0 11,-1 0-22,1 0 1621,-4-1-1606,1 0 6,0 0-30,0 0 9,0-1-23,0 1-22,0 0-23,0-2-5,0 2-21,0-2-42,0 1-8,0-1-10,0 1-29,0-1-2,0-1-11,0 1-8,0-1-27,-2 0 17,1 0-8,-1 0 12,-1 0 6,0 0 17,-1 0-4,0 0 31,-1 0 20,1 1-13,1-1 25,1 2-16,-1-1 24,0 0-16,0 0 34,-1 1-10,0-1 13,0 1 26,1-1 2,-1 0 11,1 2-10,-1-2-6,0 1-27,0 1-21,-2 0-24,1 0-24,0 1-33,-2 0-31,2 0-32,-1 0-13,2 0-1,-2 0-11,0 0-16,2 0 3,-2 0-2,0 0 0,1 1 10,-1 0-13,-1 1 4,0 0 9,1 1-4,0 0 2,1 0 19,2-1-24,-2 1 7,1 0 8,-1 0-4,0-1 2,-1 1 19,0 1 4,0-1-1,-1 0 21,1 1 4,-2 1-1,1-2 2,0 1 0,0 1 0,1-1-9,-2 1 2,1 0-10,-1 0 2,1 1 9,0-1-13,0 1 14,0-1-5,-1 2 2,2-2-18,1 2 14,0-1-34,1 0 20,0 1-26,0-2-3,1 1 0,0 0-1,0-1 0,-1 1 0,1-2 0,0 0 0,-1 0 0,1 1-9,-1 0 2,0 0 9,0 0-3,0-1 1,1 0 9,-1 1 7,1-1 8,-1 0 17,0 0-13,1 0-4,0 1 20,-1-1 3,0 1 0,1-1-9,0 1 13,-1-1-14,1 1 5,-1-2 7,-1 1-21,0 0 7,1 1-22,0 0 6,0-1-13,0 0 4,0 0 16,1 1-14,0-1 15,0 1-4,0 1 19,2-1 5,-1 2 9,2-2 17,0 2 34,0-1-8,0 0 33,0 1 20,0 0 15,0-1-2,0 1 3,0-1-19,0 2-13,0-1-6,0 0-20,0 1-23,0 0-4,0 0-11,0-1 29,0 1 38,2 1 9,0-1 29,0 0-23,1 1 36,0-2-28,1 0 18,-1-1-52,0 0-42,0 0-27,-2-1-25,1 1 2,1-2-32,0 0 17,0 0-16,0 1 5,-1-2-2,1 1 9,-1 0-12,1 1-14,-2-1 4,2 0-3,-1 0 0,2 1 0,-1-1 9,0 1-12,1-1 23,-1 0-16,1 0 24,0 2-34,0 0 10,2 0 5,0 0-2,0 1 10,2 0-12,1 1 5,0 0-2,0 0 0,2 0 18,0 1-23,2-1 8,-1 0-13,1 0 13,1-1 24,0 1-7,1 0 22,0-1-23,-1-1 17,0 1-5,0 0 19,-2 0-32,-1-1 0,1 0 9,-1 0-14,-1-1 14,0 1-14,0-1 5,-1 1-2,-2-2 0,0 0 9,0 0-21,0 1 16,1 0-5,-2 0 10,0 0-12,-1 0 14,1-1-4,-2 1 10,1-1-21,-2 0 16,0-1-33,1 0 27,-1 0-18,1 0 6,0-1-21,-2-1 6,2 1 6,-1-1-12,-1 0 14,2 0 5,-1 1-11,-1-1 5,2 1-2,-2-2-10,2 2 22,0 0 3,-1-1-19,1 0 7,-1 0 25,1-1-8,-1 0-6,0 0-15,-1 0 4,0 0 734,-2-1-505,0 0 150,-2-2-9,0 0 18,-1-1-30,0 1-54,-2-1-51,-1-1-46,1 1-69,0 0-42,-2 0-23,0 0-47,-1 0 10,2 1-26,-1-1-13,0-1 3,0 2 15,-1-1-14,0 0-4,1 0 30,0 1-10,0-1 4,0 0 9,-2 1-21,-1-1 7,0-1-3,0 2-10,0-1 4,1 0 7,-1-1-21,1 1 25,1 0-7,-1 0 20,0 0-4,1 0-8,-1 0 13,1 0-23,1 1-3,0-1 19,0 1-44,1 0 32,1 0-10,0 1-8,0 0-6,1 0 11,1 1 5,-1 0-11,0-1 5,-2 1-21,1-1 6,0 1 6,1 0-2,0-1-9,-1 1 13,2 0-4,0 1 1,-1-1 0,1 1 0,1 0 9,-2 0-12,2 0 14,-1 0-14,2 0-5,0 0 11,0 0-14,1 0 5,0 0 7,0 0-2,0 0 1,0 0 0,0 0 9,0 0-12,0 0 5,0 0-2,0 0 0,0 0 0,0 0-7,0 1-74,2 0 73,0 1-10,0-2 22,-1 1 12,0 1-12,1 0 6,1 1-12,-1 2-6,1 0 20,0 0-6,1-1-8,-1 0 4,0-1-12,-1-1 4,1 1-2,0 1-10,1-2 4,-1 1-2,1-2 0,0 0 18,-1 1 14,-1-1-12,2 0 6,-2 0 16,2 0-14,-1-1-4,0 0 2,0 0-12,1-1 22,0 0-6,-1 0 11,0 0-21,1 0 7,-1 1 6,1-2 7,0 1-11,0 0-14,0-1 4,-1 0 6,1 1-2,-1-1 10,1 0-2,0-1-9,-1 0 13,-1 0-14,-1-1 5,0 0 7,-1 1-12,0-1-33,0 1 19,0 0 1,-1-1 8,1 1-1,0 0-9,0 0 13,0 0 5,0 0 8,0 1-1,0 0-18,0 0 24,-2 1-26,1 0 17,-1 0-5,0 1 1,1 0 0,1 0-10,-1 0 13,1 0-32,0 0-1,0 0 28,0 0-29,0 0 19,0 0-5,0 0-9,0 0 13,0 1-38,0 1 27,0 0 20,0 2-6,2-2 2,0 2 9,0-2-12,1 1 5,0 0-2,1 0 0,0-1-10,-1 1 13,-1 1-14,-1 0 14,2 1-4,-1-1 10,1 0-2,0 1-18,0 1 15,1 0 4,-1 0-11,1 0 5,1 1-12,2 0 4,-1-1-2,0 1 9,0-1-2,2 0 1,0-1 9,0 1-2,-1-1-9,0 1 4,-1-1 7,2 0-12,0 1 5,0-2 7,-2 0-2,-1-1 1,0 0-10,-1-1 22,-1 0-16,-1 0 6,-1-1 35,-1-1-48,0 0 7,0 0 7,0 0-14,-1 0-5,1 1 11,0 0-4,0 0-27,0 0 26,0 0 1,0-1 0,0 0 1,0 1 0,2-1 0,0 0 9,-1 0-12,1-1 5,-1 1-2,0 0 0,-1 0-10,0 0 13,0 0-4,0 0 1,0 0 9,0 0-2,0 0-9,0 0 13,0 0-4,0 0 2,0 0-10,0 1-6,0 1 6,-2-1 38,0 0-20,0-1 46,1 1-12,-2-1 52,1 0 14,0 0 8,-2 0 11,0 0-10,-2 0-25,-1 0 7,-1 0-32,-1 0-20,1 0-24,-3 0-5,0 0-30,1 0 7,-1 0 5,0 0-2,-1 0 10,0 0-21,0 0-2,-2 1 8,2 0 6,0 0-20,1 0 26,3 0-28,0-1 9,1 0 6,2 0-11,-1 0 3,2 2 8,-1-1 7,1 0-1,1 0-8,1-1 2,1 1-1,0-1 19,1 0-15,0 0-14,0 0-4,1 0-1,-1 0 8,0 0-2,0 0-8,0 0 2,0 0 8,0 0 7,0 0-1,2 0 1,0 0-9,1 0-63,0 0-104,0 0-152,-1 0-201,0 1-228,17 4-12973,-12-9 11195,3-1-521,2-2-475,-1 1 14</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3:06.504"/>
    </inkml:context>
    <inkml:brush xml:id="br0">
      <inkml:brushProperty name="width" value="0.05" units="cm"/>
      <inkml:brushProperty name="height" value="0.05" units="cm"/>
      <inkml:brushProperty name="color" value="#AE198D"/>
      <inkml:brushProperty name="inkEffects" value="galaxy"/>
      <inkml:brushProperty name="anchorX" value="-121061.6875"/>
      <inkml:brushProperty name="anchorY" value="-104037"/>
      <inkml:brushProperty name="scaleFactor" value="0.5"/>
    </inkml:brush>
  </inkml:definitions>
  <inkml:trace contextRef="#ctx0" brushRef="#br0">156 34 1120,'1'-1'2969,"3"0"-1961,1-2 402,0 1-366,0-1-79,0 1-66,-1 0-57,0 1-49,0-1-30,-1 0-7,1 1 7,3-1 3810,-9 2-3391,0 0 41,-1 0 65,0 0 38,-1 0 5,0 0-90,1 0-27,-1 0-101,1 0-109,0 0-98,1 0-124,1 0 502,2-1-723,1 0-179,2 0-424,-1-1 109,2 0-67,-1 0 0,-1 1 0,-1 1 0,0-1 0,-1 1 0,-1 0 0,0 0 0,0 0 0,0 0 0,0 0 0,-1 0 0,1 0 0,0 0 0,0 0 0,0 0 0,0 0 0,0 0 0,0 0 0,0 0 0,0 0 0,0 0 0,0 0 0,0 0 0,0 0 0,0 0 0,0 0 0,0 1 0,0 1 0,0 2 0,2 0 0,0 2 0,1 0 0,1 3 0,-2 1 0,1 2 0,-4 1 0,0 2 0,-2 0 0,0 2 0,0 0 0,-1 1 0,-1 1 0,0-1 0,0 0 0,-1 1 0,-1 0 0,1-1 0,-1-1 0,1 0 0,-2-1 0,2-1 0,0-1 0,1-1 0,0-1 0,1 0 0,-1-1 0,1-1 0,1-2 0,1-1 0,1 0 0,0-2 0,1-2 0,0 0 0,0-1 0,0-1 0,1 0 0,-1 0 0,0-1 0,2 0 0,-1 0 0,1 0 0,0-2 0,-1 1 0,-1 0 0,1 0 0,-1-1 0,0 0 0,0-1 0,-2 0 0,0-1 0,-1 0 0,-2 0 0,-2 0-2119,0 0-1281,-3-2-500,-2 0-1096,-3 0-612,0 0-133,-4 1 254,3 1 4652</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3:22.350"/>
    </inkml:context>
    <inkml:brush xml:id="br0">
      <inkml:brushProperty name="width" value="0.05" units="cm"/>
      <inkml:brushProperty name="height" value="0.05" units="cm"/>
      <inkml:brushProperty name="color" value="#AE198D"/>
      <inkml:brushProperty name="inkEffects" value="galaxy"/>
      <inkml:brushProperty name="anchorX" value="-120059.59375"/>
      <inkml:brushProperty name="anchorY" value="-103524.58594"/>
      <inkml:brushProperty name="scaleFactor" value="0.5"/>
    </inkml:brush>
  </inkml:definitions>
  <inkml:trace contextRef="#ctx0" brushRef="#br0">271 55 1192,'0'-1'1809,"0"-1"-281,2-1-190,-1 0-178,3 1-145,1-2-142,1 2-71,0-2-53,0 2-43,0-1-14,-3 0 8,2 1 32,-2 0 47,1 0 73,0 1 115,11-5 11296,-17 5-11122,0 1-203,0-1-109,1 1-159,0 0-114,0-1-124,1 0-456,-1-1 88,0 0-60,-1 0-4,0 1 0,1 0 0,0 1 0,0-1 0,1 1 0,0 0 0,0 0 0,0 0 0,0 1 0,0-1 0,0 0 0,0 0 0,0 0 0,-2 0 0,1 0 0,-1 0 0,0 0 0,0 1 0,-1 1 0,-1 1 0,1 1 0,0 1 0,-1 2 0,1 0 0,-1 1 0,-2 2 0,-2 3 0,-1 1 0,-2 2 0,-3-1 0,-1 1 0,-1 0 0,-1 0 0,-1 0 0,0 0 0,1-1 0,-1 0 0,2 0 0,0 0 0,1-1 0,0 0 0,3-1 0,2-2 0,1 0 0,2-2 0,1-1 0,1-1 0,0-1 0,2 0 0,1-2 0,1 0 0,1-2 0,0 0 0,0 0 0,0-2 0,0 0 0,1 0 0,-1 0 0,0 0 0,2 0 0,-1 0 0,1 0 0,0 0 0,-1 0 0,1 0 0,0 0 0,0 0 0,0 0 0,-1 0 0,1 0 0,0 0 0,2 0 0,1 0 0,-1 0 0,2 1 0,2 0 0,1 0 0,0 0 0,1 0 0,1-1 0,1 0 0,0 0 0,1 0 0,0 0 0,1 0 0,0-1 0,-1 0 0,0 0 0,-1 0 0,0 0 0,0 1 0,1-1 0,0-1 0,1 0 0,-1-1 0,-1 0 0,0 0 0,0-1 0,1-1 0,-1 0 0,0 0 0,0 0 0,-2-1 0,0 1 0,-2-2 0,0 1 0,1-1 0,-3 1 0,1 0 0,-2 0 0,0 0 0,-1 1 0,1-1 0,-2 0 0,0-1 0,-1 1 0,-1 0 0,0 1 0,-1 1 0,0 0 0,0 1 0,0 1 0,0 0 0,-1 0 0,1 1 0,0 1 0,0-1 0,-1 1 0,-1 0 0,0 2 0,-1-1 0,0 1 0,-1 1 0,0 1 0,-1 1 0,0 1 0,0 2 0,-1 1 0,0 0 0,-1 2 0,-1 1 0,1 0 0,1 1 0,-1 2 0,0-1 0,-1 0 0,0 1 0,-1 1 0,1 1 0,-1 0 0,0 0 0,0-2-131,1 0-2109,-1-2 34,2 0-688,0-2-495,0-2-502,0-2-586,-1 0-527,-2-2 170,2 0 1341</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3:35.494"/>
    </inkml:context>
    <inkml:brush xml:id="br0">
      <inkml:brushProperty name="width" value="0.05" units="cm"/>
      <inkml:brushProperty name="height" value="0.05" units="cm"/>
      <inkml:brushProperty name="color" value="#AE198D"/>
      <inkml:brushProperty name="inkEffects" value="galaxy"/>
      <inkml:brushProperty name="anchorX" value="-119176.07813"/>
      <inkml:brushProperty name="anchorY" value="-103150.54688"/>
      <inkml:brushProperty name="scaleFactor" value="0.5"/>
    </inkml:brush>
  </inkml:definitions>
  <inkml:trace contextRef="#ctx0" brushRef="#br0">1 110 192,'0'-1'992,"1"-1"-112,1 1-51,0 0-96,-1 0-57,2-1-40,0 1-43,-1-1-41,-1 0-40,0 0-31,0 1-23,1 0-45,0-1-18,0 1-18,-1 0-35,0-1-21,0 1-6,-1-1-30,0 1-11,2 0-9,-1-1-28,1 1-11,-1 0-9,0 0 10,0 0-14,-1 0 14,2 0 5,0 0-1,0 0 19,1 1-4,0-1 11,-1 1 26,0 0 21,0 1 971,0-2-963,0-1-17,-1 1-34,2 0-38,0 1-11,-1-2 8,2 1-71,1 0 39,1 0 14,1-1 12,1 0 9,0-1 28,1 1-26,1-1 1,1 1 36,2-1-67,-1 1 2,1-1-49,1 1-8,4-1-29,0-1-14,2 0-17,1 1-25,-1-1 5,1 1-41,0-1 20,-1 2-46,0-2 22,-2 2-18,0 0-5,-2 1 11,0 0-5,-3 1 2,0 1 0,-4 1 19,-1 1-6,-3 2 13,1 1 34,-2 2-28,0 4 20,0 1 4,-3 3-2,-1 2 2,-5 1 10,-1 3-4,-4 1-7,-4 1 21,-4 2 21,-4 0 5,-2-1 0,-1 1 2,-2-1-9,-1 0 12,1-2 5,0 0 73,1-1 74,2 0 86,0-2 69,1 0 55,3 0 31,0-3 18,2 0 8,1-3-45,4-1-24,1-3-33,3-2 15,3-1 48,3-1 106,1-2 105,4 1 3080,0-6-3179,0 0-135,2-2-270,-1 0-187,2-1 29,0 0-36,2 0 0,2 0 0,-1-1 0,3-1 0,-1 0 0,0 1 0,0-1 0,2 1 0,-1 0 0,1 1 0,2 0 0,-1 1 0,2 0 0,0 0 0,-1 2 0,0-2 0,1 1 0,1 0-159,2 0-636,1-1-313,0 0-509,1 0-408,2-1-403,5 0-433,3 0-485,3-1-620,3-1-718,0-1-48,2 0 139,-8 0 4844</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3:49.181"/>
    </inkml:context>
    <inkml:brush xml:id="br0">
      <inkml:brushProperty name="width" value="0.05" units="cm"/>
      <inkml:brushProperty name="height" value="0.05" units="cm"/>
      <inkml:brushProperty name="color" value="#AE198D"/>
      <inkml:brushProperty name="inkEffects" value="galaxy"/>
      <inkml:brushProperty name="anchorX" value="-120639.14063"/>
      <inkml:brushProperty name="anchorY" value="-104322.80469"/>
      <inkml:brushProperty name="scaleFactor" value="0.5"/>
    </inkml:brush>
  </inkml:definitions>
  <inkml:trace contextRef="#ctx0" brushRef="#br0">417 83 1608,'-2'-1'2937,"0"-2"-2129,-1 1 431,0-1-375,0 0-102,1 0-79,0 0-74,1 0-45,1-1-42,0 1-33,0 1-5,0-1-12,9-13 13530,-7 16-13166,0 0-26,0 0-53,-1 0-54,0 0-64,0 0-63,1 0-45,0 0-107,0 0-23,-1 0-67,2 0-54,-1 0-47,0 0-40,0 0-218,-1 0 57,-1-1-32,1 0 0,-3-1 0,0 0 0,0 1 0,1-1 0,0 1 0,0 0 0,0 0 0,1-1 0,2 1 0,0 0 0,0 1 0,1-1 0,0 1 0,1-1 0,0 0 0,-1 0 0,1 0 0,-1 0 0,1 1 0,1 0 0,0 0 0,2-1 0,1 0 0,1 0 0,0 0 0,2 0 0,0 0 0,2-1 0,-1 1 0,1 0 0,0 1 0,-1-1 0,1 1 0,-1 0 0,-1 0 0,-1 0 0,-2 0 0,0 0 0,-1 0 0,-2 1 0,1 0 0,-2 0 0,0 0 0,-2 1 0,-1 0 0,-1 0 0,-1 0 0,-1 1 0,0 1 0,-2 0 0,0 2 0,-3 0 0,-1 1 0,-2 1 0,-2 0 0,0 1 0,-4 1 0,0 0 0,-1 1 0,-1-1 0,0-1 0,0 1 0,1 0 0,1 0 0,2-1 0,2-1 0,1 1 0,1-1 0,1 0 0,2-3 0,0 0 0,2 0 0,0-2 0,1 0 0,1 0 0,3-2 0,1 1 0,2-1 0,0-1 0,2 1 0,-1-1 0,1 0 0,1-1 0,3 1 0,2-1 0,2 0 0,3 0 0,0 0 0,2-1 0,-2 1 0,0-1 0,0 0 0,-2 0 0,1 2 0,-2 0 0,-1 0 0,1 2 0,1 1 0,-2-1 0,0 2 0,1 1 0,-1 0 0,-1 1 0,0 1 0,-3 0 0,-1 0 0,0 0 0,-1-1 0,0 1 0,-2 0 0,-1 0 0,-1 0 0,-1-1 0,-2-1 0,-1 1 0,-1-1 0,-3 2 0,2-1 0,-4 1 0,0 0 0,-3 0 0,0 0 0,-4 1-19,-4-2-816,-4 0-150,-3-2-419,-6 0-330,-4-1-282,-3-1-250,-3 0-171,-2-3-103,-4 0-24,-3-1-27,-4 0-167,-4 0-281,-7-1-426,-8 1-110,11 1 3544</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08.773"/>
    </inkml:context>
    <inkml:brush xml:id="br0">
      <inkml:brushProperty name="width" value="0.05" units="cm"/>
      <inkml:brushProperty name="height" value="0.05" units="cm"/>
      <inkml:brushProperty name="color" value="#AE198D"/>
      <inkml:brushProperty name="inkEffects" value="galaxy"/>
      <inkml:brushProperty name="anchorX" value="-119376.26563"/>
      <inkml:brushProperty name="anchorY" value="-103771.17969"/>
      <inkml:brushProperty name="scaleFactor" value="0.5"/>
    </inkml:brush>
  </inkml:definitions>
  <inkml:trace contextRef="#ctx0" brushRef="#br0">100 82 24,'-2'0'2104,"0"0"-1502,1 0 298,-1 0-252,0 0 957,4 0-1139,-1 0-26,1 0-14,0-1 1,1 0-3,-1 0 18,0 0-13,0 0 13,0 1 1373,-2-2-1341,0 1 15,0 0 15,0 0 35,-2 1 48,0-1 54,0 1 74,-1 0 79,0 0 69,-1 0 54,0 0 50,0 0 21,0 0 0,1 0-33,-1 0-27,1 0-50,0-1-46,0 0-48,0 0-47,0 0-40,2 0-41,0 1-49,0-1-66,1-1-61,0 1-54,1-1 1182,0 2-1398,1 0-2,0-1 9,1 0-2,0 0-27,-1 0 17,2 0-43,-1-1-17,1 1-34,0 0-22,0-1-34,0 0 6,1 0-24,1 0-22,2-1 14,3 0-6,2 0-18,4-1-3,2 0-1,0 1-1,2-1 0,-1 1 0,2 0 0,0 0 0,-1 1 0,-2 1 0,0-1 0,-1 1 0,0-1 0,-2 1 0,-3 1 0,1 0 0,-2 0 0,-1 1 0,-2 0 0,-2 0 0,-1 0 0,-2 1 0,-2-1 0,-1 2 0,-1 0 0,-2 1 0,0 1 0,-2 0 0,-3 1 0,-1 1 0,-3 0 0,-2 2 0,-4 1 0,-1 0 0,-3 0 0,0 1 0,-1 1 0,0 1 0,1-1 0,1-2 0,1 1 0,3-2 0,2 0 0,1-2 0,3-1 0,2 0 0,1-1 0,3-1 0,0-1 0,4 0 0,1-1 0,1-1 0,1 0 0,2 0 0,1-1 0,0 0 0,2 0 0,1-1 0,0-1 0,2 1 0,2 0 0,1 1 0,4-1 0,0 1 0,1 0 0,0 0 0,0 0 0,0 1 0,0 0 0,1 0 0,-1 1 0,2 0 0,-3 1 0,0 0 0,-2 1 0,-3 1 0,1 0 0,-2 0 0,-1 1 0,-3-1 0,-2 2 0,-2 0 0,-3-1 0,0 2 0,-3-1 0,-1 1 0,-2 0 0,-2 0 0,-1 0 0,-3 0 0,0 0 0,-2 1 0,-1-1 0,-2 0 0,0 0 0,-3-1 0,-2 0-47,-2 0-387,-1 0-388,-3-1-476,-1-1-479,-2 0-450,-2-1-490,-2-2-410,-3-1-649,-3-2-959,-5-1-127,-7-1 109,8 0 3004</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20.539"/>
    </inkml:context>
    <inkml:brush xml:id="br0">
      <inkml:brushProperty name="width" value="0.05" units="cm"/>
      <inkml:brushProperty name="height" value="0.05" units="cm"/>
      <inkml:brushProperty name="color" value="#AE198D"/>
      <inkml:brushProperty name="inkEffects" value="galaxy"/>
      <inkml:brushProperty name="anchorX" value="-118430.04688"/>
      <inkml:brushProperty name="anchorY" value="-103250.35938"/>
      <inkml:brushProperty name="scaleFactor" value="0.5"/>
    </inkml:brush>
  </inkml:definitions>
  <inkml:trace contextRef="#ctx0" brushRef="#br0">267 124 1720,'-2'0'5239,"-2"0"-3457,1-1-310,0 0-173,-2-1-56,2 0-30,0 1-2,0-2 1179,2 1-1131,1 1-1,0-2 89,0 1 33,0 0 15,0 0-7,-1 0-50,-1 1-126,0-1-145,-1 1-119,0-1-188,1 1-121,0 0-115,1-1-69,0 1-266,2 0-186,1 0 33,0-1-36,0 1 0,-1-2 0,1 1 0,1-1 0,0 1 0,1-1 0,0-1 0,2 0 0,0-1 0,2 0 0,0 0 0,2 0 0,1-1 0,1 1 0,0-1 0,2 2 0,0-1 0,0 1 0,-1 0 0,-2 2 0,2-1 0,-2 1 0,0 0 0,-3 2 0,0 1 0,-2 0 0,-1 1 0,0 1 0,-1 1 0,0 0 0,-1 2 0,-2 1 0,-1 1 0,-2 0 0,-1 3 0,0 0 0,-2 1 0,1 1 0,-1 0 0,-1 0 0,-1 1 0,1 0 0,0-1 0,-1 1 0,0-1 0,1 0 0,-1-2 0,2 0 0,0-1 0,1-1 0,1-1 0,1-1 0,0-1 0,2-1 0,0-1 0,0-1 0,2-1 0,0 0 0,2-2 0,-1 1 0,2-3 0,0 1 0,0 0 0,3-1 0,0 0 0,1-1 0,2 0 0,2 0 0,-1-1 0,2 1 0,1 0 0,0 0 0,-1 1 0,0 1 0,-2 0 0,1 1 0,-1 0 0,-1 1 0,-1 0 0,0 1 0,-1 1 0,0 2 0,0-1 0,-1 2 0,1 1 0,-2 0 0,-2 2 0,-2 2 0,-1 1 0,-1-2 0,-1 1 0,-2 0 0,-2-2 0,0 0 0,-3 0 0,-1-1 0,-1 0 0,-2 0 0,0-1 0,-2 1 0,-1-3 0,-2 1 0,-2-2 0,0-2 0,-3 0 0,-3-2 0,-2 0 0,-1-3 0,-2 0-803,-2-3-1423,-3 0-230,-3-1-713,-4 0-553,-4-2-708,-3 1-742,-4 0-13,-7 1 244,10 1 5010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41.963"/>
    </inkml:context>
    <inkml:brush xml:id="br0">
      <inkml:brushProperty name="width" value="0.05" units="cm"/>
      <inkml:brushProperty name="height" value="0.05" units="cm"/>
      <inkml:brushProperty name="color" value="#AE198D"/>
      <inkml:brushProperty name="inkEffects" value="galaxy"/>
      <inkml:brushProperty name="anchorX" value="-117317.39844"/>
      <inkml:brushProperty name="anchorY" value="-102638.17188"/>
      <inkml:brushProperty name="scaleFactor" value="0.5"/>
    </inkml:brush>
  </inkml:definitions>
  <inkml:trace contextRef="#ctx0" brushRef="#br0">237 59 2144,'9'-5'29312,"-9"4"-29144,0 0 17,0 0 16,1 0 5,1 0 10,2 1-20,1-1-68,3 0-140,1-1 35,3-1-23,1 0 0,3-1 0,0 0 0,1-1 0,1 1 0,-1 1 0,1 0 0,-2 0 0,0 0 0,-4 1 0,-1-1 0,-2 1 0,-2 0 0,-1 1 0,-1 2 0,-2 0 0,-1 0 0,-1 1 0,-1 0 0,-2 2 0,-2 2 0,-1 0 0,-2 2 0,-3-1 0,-2 2 0,-1 0 0,-1 2 0,-1 1 0,-1 2 0,0 1 0,-1 0 0,1-2 0,0-1 0,2-1 0,1 0 0,2-1 0,1-1 0,1-1 0,2 0 0,2-2 0,2 0 0,1 0 0,2-2 0,1 1 0,1-1 0,2-1 0,2 0 0,0-1 0,2 0 0,2 0 0,2-1 0,1 0 0,1 1 0,1-1 0,-1 0 0,-1-1 0,-1 1 0,0 0 0,-2 0 0,-1 0 0,-1 0 0,-1 1 0,-1-1 0,-1 2 0,0 0 0,-1 1 0,-2 0 0,0 1 0,-1 2 0,-2 3 0,-2 0 0,-1 1 0,1 0 0,-2 0 0,1 0 0,0 0 0,0-1 0,1 0 0,-1-1 0,1 0 0,0-1 0,2-1 0,0 0 0,0-1 0,-1 0 0,1-1 0,-1-1 0,-1 0 0,0 1 0,-1-1 0,-1 0 0,0-1 0,-2 0 0,-2 0 0,-5-2-1214,-2 0-110,-4-1-584,-2 0-359,-3-1-342,-2 0-316,-1-1-231,-4-1-244,-5 0-382,-8 1-385,-9 1 16,6 1 2676</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42.392"/>
    </inkml:context>
    <inkml:brush xml:id="br0">
      <inkml:brushProperty name="width" value="0.05" units="cm"/>
      <inkml:brushProperty name="height" value="0.05" units="cm"/>
      <inkml:brushProperty name="color" value="#AE198D"/>
      <inkml:brushProperty name="inkEffects" value="galaxy"/>
      <inkml:brushProperty name="anchorX" value="-51479.76563"/>
      <inkml:brushProperty name="anchorY" value="-41401.32813"/>
      <inkml:brushProperty name="scaleFactor" value="0.5"/>
    </inkml:brush>
  </inkml:definitions>
  <inkml:trace contextRef="#ctx0" brushRef="#br0">478 61 176,'0'0'0,"-3"0"2265,-6 0-664,-3-1-361,-4-1-282,-1 0-205,-1 0-152,0-1-107,1 1-91,2-1-72,3 0-47,1 0-33,3 0-35,2 0-51,1-1 11,2 0-55,-1 1-14,1-1-17,-1 1-18,0 0-7,2 0 0,-2 1-10,-1 0-7,-1 0 1,-1 1-10,1 0-7,-2 0-27,-1 1 7,0 1-13,-2 0 12,-2 1-14,0 1 4,-1 1-1,0 1 0,-2 1 10,-1 1-13,2-1 4,-1 1-19,2 0 23,2 0-8,-1 0-15,1 0 14,1-1 4,1 0-11,2-1 14,2 1-14,1-1-5,1 1-8,0-2 20,1 0 3,0-1-19,2 1 6,0-2-2,0 1 19,1 1-15,0 0 24,2 0-16,0 0 5,0 0-1,1 0 0,0 1 10,0 0-4,-1 0 12,0 0-22,1 2 6,1-1-2,1 2 0,-1 1 0,2 1 0,0 1-9,0 1 2,-1 1 9,2 1-4,0 0 12,1 1-13,0 0 4,-1 0-1,-1 0 0,1 1 19,1 0-15,0 0-4,-2 2 11,-1-1-5,0 1 12,-2 0-4,2 0 2,-2 0-9,0 0 12,-1 1-14,-1-2 4,0 1-1,-1-2-9,2-1 2,-1 0-1,3-2 0,-1-1 0,1 1 0,2-1 0,-1-1 0,0-1 0,2 0-9,0-1 12,1 1-5,0-2 2,-1 0 0,0 0 0,-2-1 0,0 0 0,1-1 10,-1 0-13,1-2 4,-2 1-1,1-2 10,-1 0-13,-1 0 4,1 0 9,-1 0-13,0-2 14,0 0-5,0 1 2,1-1 10,-1 0-22,2 1 16,-1 0-15,0-1 4,2 0-1,-1 1 0,1-1 0,0 1 0,1-1 0,1 0 10,0 1-13,2-1-14,1 0-53,-1 1-32,0-1-42,0 0-87,1 0-139,2 0-163,0-2-210,0 0-248,2-1-297,1-1-540,-2 0-813,-2 1 938</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44.325"/>
    </inkml:context>
    <inkml:brush xml:id="br0">
      <inkml:brushProperty name="width" value="0.05" units="cm"/>
      <inkml:brushProperty name="height" value="0.05" units="cm"/>
      <inkml:brushProperty name="color" value="#AE198D"/>
      <inkml:brushProperty name="inkEffects" value="galaxy"/>
      <inkml:brushProperty name="anchorX" value="-52363.07813"/>
      <inkml:brushProperty name="anchorY" value="-42983.98047"/>
      <inkml:brushProperty name="scaleFactor" value="0.5"/>
    </inkml:brush>
  </inkml:definitions>
  <inkml:trace contextRef="#ctx0" brushRef="#br0">191 49 256,'2'-1'2040,"0"-1"-326,0-1-196,1-2-235,0 1-142,1 0-127,0 0-98,-1-1-44,-1 1-37,-1 0 12,0 1-8,-1 1 38,0-1 37,-2 1 75,0 1 96,-12-1 11271,16 2-11867,0 0-84,-1 0-100,1 0-79,-1 1-63,1 0-39,1 1-25,2-2-46,2 2 0,2 0-31,2-1-13,2 0 11,1 1-24,2-1 25,0 2-26,3-1 8,0 1-3,2-1 0,0 1 9,2 0-12,-2 0 14,0-1-14,0 1-5,0 0 11,-1 0-4,-1-1 1,-1 1 9,-1-1-2,-2 0-18,-1 0 6,-2 0-3,-1-1 0,-1 0 0,-3 0 9,0 0-2,-2-1-37,-2 0 49,1 0-16,-1 0 5,-1 0 9,0 0-12,-2 0-14,1 1 13,-1 0 4,0 0-29,0 0 27,0 0-18,-1-1 6,1 2 16,0-1-14,0 0-4,0 1 11,0 0 14,0 0-13,0 1 6,-2 0-2,1 1 0,-1 0 0,0 1 9,0 1-2,-1 0-27,-1 0 26,1 0 1,-2 0 0,1 1 10,1 0-2,1 0 29,-1 0-36,0 1 21,1 0-25,-1-1 7,0 2-13,1-1-15,-1 0 13,0 1-33,1 1 18,0-1-6,1 0 1,0 1 18,1 0-4,-2 0-8,0 0 22,1 1-6,-1 1-8,1 0 13,1 0 14,0 0-22,-1 0 8,1-1 15,-1 0-14,-1 0 6,-1 0 7,-1 0 7,0-1-29,0 1 9,1 0-4,-1 0 9,1-1-2,-2 0-9,2 0 4,0 0-2,-1 0 0,1 0 28,-1 1-18,0-2-2,2 1 11,-1-1-14,2 0 14,1 0-14,-1 0 5,1-1-12,0 0 4,1 1 7,-1-1-2,0 1 1,0 0-10,0-1 4,0 1-12,0-1 22,0 0-16,0 0 15,0 0-14,0 0 5,0 1 7,0-2-12,0 2 23,0-1-109,-2 0 78,0 0-18,-1 0 22,0 0-3,0 0 11,1-2-2,0 2 10,0-1 82,0-1-61,0 2 5,0-1-38,1 0 9,1-1-6,0 1 0,0 0-10,0 0 13,0 0-14,0 0-5,0 0 20,0 1-6,0-1-8,0 0 22,0 0 3,0 0-19,0 0 7,0 0 15,0 1-4,0-1-8,0 1 4,0-1-12,0 1 4,0 0 7,0 0-2,0 0-9,0 1 13,0-2-14,0 2 5,0-1-12,0 0-15,0 0 13,0-1 4,0 1 8,0 0-20,0-1 7,0-1 15,0 1-4,0 0 2,0 1 0,0-1 18,0 1-4,2 0 2,-1 1 0,3-1-10,-1-1 13,0 1 5,-1-1-11,1 0-14,0 1 4,-1-1-13,0 0 13,-1-1-14,-1 1 14,0 0 5,1 0-1,-2 0-9,3 3 22,1-1-25,1 0 17,-1 0-5,0-1-9,-2-1 13,2 0 24,-1-1-7,0 0-6,0 0-24,-1-1 15,-1 0-16,0 1 23,0-1-34,0 0 10,0 0-4,0-1 9,0 0 16,0 0 6,0-2 0,0 1-83,0-1 61,0 0-22,0-1 42,-2-1-10,1 0 23,-1 1 24,0-2 3,1 1 95,1 0-34,-1 0 171,-1 0-228,1 0-26,-3 0-4,1 0-21,-3 1-14,-2 0 12,-2 0-14,-4 1 3,-3 0-1,-2 1-28,-3 0-67,-2 1-85,-3 1-84,-1 0-88,-2 1-97,-1 2-263,-2 1-357,-3 2-442,0 0-405,-1 2-419,3-1-511,1-1-698,4-2-1087,4-1-322,3-2-16,6-1 2468</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0.383"/>
    </inkml:context>
    <inkml:brush xml:id="br0">
      <inkml:brushProperty name="width" value="0.05" units="cm"/>
      <inkml:brushProperty name="height" value="0.05" units="cm"/>
      <inkml:brushProperty name="color" value="#AE198D"/>
      <inkml:brushProperty name="inkEffects" value="galaxy"/>
      <inkml:brushProperty name="anchorX" value="-21101.19531"/>
      <inkml:brushProperty name="anchorY" value="-9786.51367"/>
      <inkml:brushProperty name="scaleFactor" value="0.5"/>
    </inkml:brush>
  </inkml:definitions>
  <inkml:trace contextRef="#ctx0" brushRef="#br0">88 34 208,'0'0'488,"0"-2"-74,0 1-17,0 0-46,0 0-30,0 0-5,0-1-21,-1 1-15,-1 0 3,0 0-13,-1 1 4,0-1 7,-1 0 17,0 0 14,-1 0 16,2 0 44,-1 1-29,2-1 58,1 1 12,-2 0 0,1 0 12,0-1-30,1 0-10,0 0-26,1 0-4,0-1-30,0 1-12,-2-1-26,0 1-23,0 1-14,-1-1-9,1 0 0,-1 0-1,0 0-28,0 0-10,0 0-9,1 1-27,1 0-22,1 0-24,-1 0-15,1 1-17,0 0-35,0 0-10,1 1-19,-1 1 3,-2 1-3,0 0-10,-1 1 13,0 2-14,0 0-5,1 1 11,0 1-4,1 0 1,1 1-10,0 2 4,0 0 7,0-1-12,0 2 5,0 0 7,0 1-21,2-1 16,0 0 4,2 0-20,-1 0 7,1-1-3,0 0 0,-1 1 0,0-1 0,-2 0 0,0 0 0,1 0-10,0-1 4,0 0-49,-1-1-52,1-2-90,1 0-139,-1-3-166,-1 0-208,2-2-240,0-1-243,-1-1-276,1-2-445</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0.827"/>
    </inkml:context>
    <inkml:brush xml:id="br0">
      <inkml:brushProperty name="width" value="0.05" units="cm"/>
      <inkml:brushProperty name="height" value="0.05" units="cm"/>
      <inkml:brushProperty name="color" value="#AE198D"/>
      <inkml:brushProperty name="inkEffects" value="galaxy"/>
      <inkml:brushProperty name="anchorX" value="-20225.24609"/>
      <inkml:brushProperty name="anchorY" value="-9249.01563"/>
      <inkml:brushProperty name="scaleFactor" value="0.5"/>
    </inkml:brush>
  </inkml:definitions>
  <inkml:trace contextRef="#ctx0" brushRef="#br0">158 1 1280,'0'0'1401,"-2"0"-300,-2 0-129,1 0-149,-2 0-104,1 0-83,0 0-84,1 0-61,2 0-76,0 0-90,-1 1-29,0 0-29,-1 0 1,0 1-13,0 0 21,-1 1-25,1 0 7,1 0 8,-2 1-32,0-1-18,-2 2-42,-1 0-1,-1 1-41,1 0-9,2 1-19,1-1-7,2 2-27,-1-1-4,1 1 0,-1 0-30,0 1-2,0 0-19,1-1-6,1 1 1,-1-1 7,0 0-12,-2 0-5,1 0-8,-1-1-8,0 1-36,-1-1-65,1-2-59,-1 0-83,1 0-114,1-2-98,1 0-124,0-2-136,2-7-3931,0 3 3631,0-1 2,0 0 24,0-1 12,0 1 91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1.136"/>
    </inkml:context>
    <inkml:brush xml:id="br0">
      <inkml:brushProperty name="width" value="0.05" units="cm"/>
      <inkml:brushProperty name="height" value="0.05" units="cm"/>
      <inkml:brushProperty name="color" value="#AE198D"/>
      <inkml:brushProperty name="inkEffects" value="galaxy"/>
      <inkml:brushProperty name="anchorX" value="-19222.35938"/>
      <inkml:brushProperty name="anchorY" value="-8576.83594"/>
      <inkml:brushProperty name="scaleFactor" value="0.5"/>
    </inkml:brush>
  </inkml:definitions>
  <inkml:trace contextRef="#ctx0" brushRef="#br0">18 55 136,'0'0'0,"0"-1"648,0 0-37,0 0-36,-2-1-30,0 0-23,1 1-26,-1-2 4,-1 1-13,1 1 11,0-1 7,0 0 16,1 0-4,1 1 4,-1 0-20,1-2-22,0 1-42,0-2-27,0 2-25,0-1-53,1 0-16,-1 0-56,0 0 12,0 1-64,0 1 7,0-1-24,0 1-25,0-1-3,0 2-48,0-1 2,0 1-22,0 0-15,1 0-7,1 0-18,2 0-15,-1 1 3,1 0-13,2 0 4,-1 1 7,1 0-21,0 1 7,1 0-13,3 1-6,-2 1 2,1 0-2,-1 0 0,1 1-10,-1-1 13,0 1-14,1-1 5,0 2-2,-1 0 0,1-1 0,0 0 0,-1 1 0,1-2-10,0 1-15,1 0-43,1-2-55,-1 0-90,0-1-139,0 0-156,-1-2-184,0 0-209,0-1-166,2-1-209,-1 0-224,-1-2-295,-1 0-306,-2 0 561</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1.513"/>
    </inkml:context>
    <inkml:brush xml:id="br0">
      <inkml:brushProperty name="width" value="0.05" units="cm"/>
      <inkml:brushProperty name="height" value="0.05" units="cm"/>
      <inkml:brushProperty name="color" value="#AE198D"/>
      <inkml:brushProperty name="inkEffects" value="galaxy"/>
      <inkml:brushProperty name="anchorX" value="-20348.19531"/>
      <inkml:brushProperty name="anchorY" value="-9478.38672"/>
      <inkml:brushProperty name="scaleFactor" value="0.5"/>
    </inkml:brush>
  </inkml:definitions>
  <inkml:trace contextRef="#ctx0" brushRef="#br0">53 1 1424,'-1'0'1377,"-1"0"-262,-2 0-113,1 0-141,0 0-151,-1 0-85,1 0-96,-1 0-108,0 0-54,1 0-99,1 0-56,-1 0-49,0 1 14,1 0-10,1 0 10,-2 1-11,1 0 50,0 0-24,1 2 0,0-1 11,0 0-42,1 1-25,0 1-13,0-2-10,0 1-28,0 1 7,0-1 6,0 2-4,0 0-16,0 2 4,0-1-20,2 2-23,0-1-14,-1 0-8,3 1-9,-2 1 2,1-1-12,0 1 4,2 1-2,-1-1 0,2 0 9,0 0-2,1 1-9,-1-2-6,-2 0-54,1 1-80,-1-1-102,1-1-175,-2-1-175,2-2-239,0 0-195,2-2-296,-2 0-390,0-2-600,0 0-389</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1.982"/>
    </inkml:context>
    <inkml:brush xml:id="br0">
      <inkml:brushProperty name="width" value="0.05" units="cm"/>
      <inkml:brushProperty name="height" value="0.05" units="cm"/>
      <inkml:brushProperty name="color" value="#AE198D"/>
      <inkml:brushProperty name="inkEffects" value="galaxy"/>
      <inkml:brushProperty name="anchorX" value="-21246.67188"/>
      <inkml:brushProperty name="anchorY" value="-10581.05469"/>
      <inkml:brushProperty name="scaleFactor" value="0.5"/>
    </inkml:brush>
  </inkml:definitions>
  <inkml:trace contextRef="#ctx0" brushRef="#br0">79 46 792,'0'0'0,"-3"0"1472,-1 0-242,-1 0-118,-2 0-130,0 0-87,-1 0-114,-1 0-45,2 0-73,2 0-63,0 0-45,1 0-69,-1 0-34,2 0-54,0 0-36,1 0-51,0 0 506,2 0-713,1 0-31,1 0-23,1 0-17,1 0-17,3-1 3,0 0-22,4 0 15,0 0-5,2 0-9,1 1 13,0-1-4,1 1-9,0 0 13,1 0-14,1 0 5,0 0 7,0 0-12,0 0-14,1 0-24,-1 0-23,1-1-34,-3 0-20,1 0-54,-2 0-63,-2-1-61,-1 1-64,-1 0-55,-1 0-94,0-1-84,-2-1-96,-1 1-95,-1 0-50,1-1-43,-3 1-43,0-1-22,-1 1 2,-1-1-4,0 1-1,-3 0 11,0-1-4,0 1 721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2.250"/>
    </inkml:context>
    <inkml:brush xml:id="br0">
      <inkml:brushProperty name="width" value="0.05" units="cm"/>
      <inkml:brushProperty name="height" value="0.05" units="cm"/>
      <inkml:brushProperty name="color" value="#AE198D"/>
      <inkml:brushProperty name="inkEffects" value="galaxy"/>
      <inkml:brushProperty name="anchorX" value="-22392.48438"/>
      <inkml:brushProperty name="anchorY" value="-11382.18652"/>
      <inkml:brushProperty name="scaleFactor" value="0.5"/>
    </inkml:brush>
  </inkml:definitions>
  <inkml:trace contextRef="#ctx0" brushRef="#br0">79 0 72,'-1'0'1744,"-3"0"-1110,-1 0 251,-1 0-204,2 0-57,-1 0-38,1 0-41,0 0-41,0 0-31,1 0-61,1 0-33,1 0-43,0 0 241,-1 0-318,1 0-19,-1 0-25,1 0-4,0 0-11,-2 2-18,1-1-4,0 0-10,1 0 1,0 0 9,-1 1 6,-1-1 26,0 1-6,0 1 14,0 0-13,1 0-14,0 1-15,2 0-25,-1 2-33,3 1-20,0-1-45,2 0 0,-1 2-22,0-1-6,1 1-18,-1-1 4,1 2-13,0-1 4,1 0-2,0 1 0,2 0 0,0 0 0,2-1-28,-1 1-39,1-1-74,-2 0-105,0 0-145,0-1-193,0 0-193,1-1-227,0 0-221,1 0-260,-3-2-494,-1-1-617,-1-1 832</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5.445"/>
    </inkml:context>
    <inkml:brush xml:id="br0">
      <inkml:brushProperty name="width" value="0.05" units="cm"/>
      <inkml:brushProperty name="height" value="0.05" units="cm"/>
      <inkml:brushProperty name="color" value="#AE198D"/>
      <inkml:brushProperty name="inkEffects" value="galaxy"/>
      <inkml:brushProperty name="anchorX" value="-23306.97266"/>
      <inkml:brushProperty name="anchorY" value="-12445.30664"/>
      <inkml:brushProperty name="scaleFactor" value="0.5"/>
    </inkml:brush>
  </inkml:definitions>
  <inkml:trace contextRef="#ctx0" brushRef="#br0">87 0 280,'-3'0'3529,"-2"0"-2362,-1 0 488,0 0-424,-1 0-90,-1 0-55,0 0-90,-1 0-57,2 0-76,2 0-34,0 0-35,1 0-53,0 0-35,-5 0 5108,9 1-5784,0 0 6,0 0-32,0 0 17,0 1-16,0 0 5,1-1-2,1 0-10,0 1 4,-1-1 7,0 2-12,0 0 5,1 0-2,0 0 9,0 1-2,-1 0-9,0 0 13,0 0 5,1 2-1,0-1-9,0 3 4,-1 1-12,0 0 22,1 0-16,0 0-4,0 0 2,0 1-2,-1 0 9,-1-1-12,1 1-14,-1 0-71,0-1-103,0 0-143,-1 1-167,1-2-181,-1 0-211,-1 0-156,0-2-175,0 0-131,1-1-86,1-2-67,1-1-40,6-1-3373,-3-2 3018,1-1-302,-2 1 70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5.862"/>
    </inkml:context>
    <inkml:brush xml:id="br0">
      <inkml:brushProperty name="width" value="0.05" units="cm"/>
      <inkml:brushProperty name="height" value="0.05" units="cm"/>
      <inkml:brushProperty name="color" value="#AE198D"/>
      <inkml:brushProperty name="inkEffects" value="galaxy"/>
      <inkml:brushProperty name="anchorX" value="-22420.37305"/>
      <inkml:brushProperty name="anchorY" value="-11823.63574"/>
      <inkml:brushProperty name="scaleFactor" value="0.5"/>
    </inkml:brush>
  </inkml:definitions>
  <inkml:trace contextRef="#ctx0" brushRef="#br0">199 6 1464,'-2'0'1633,"-2"0"-290,1 0-151,-2-1-171,1 0-116,-2-1-111,0 2-77,1-1-85,-1 0-71,2 1-54,-2 0-40,1 0-53,-2 0-27,1 1-44,2 0-39,-1 1-40,-1 0-31,2-1-51,-1 2-37,-1-1-3,1 1-52,-1 1 4,-1 0-24,0 1-4,0 1-10,-1 0-8,1 1-8,0 0-18,2 1 14,-1 0-24,2 0-2,1 0-1,-1 1-1,-1 1 0,1-1-9,1-1-63,-1 0-48,1-2-112,0 0-115,1 0-145,3-2-187,0 0-215,1-1-200,1 0-164,0-3-165,1-1-199,0 1-251,-1-1-324</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6.134"/>
    </inkml:context>
    <inkml:brush xml:id="br0">
      <inkml:brushProperty name="width" value="0.05" units="cm"/>
      <inkml:brushProperty name="height" value="0.05" units="cm"/>
      <inkml:brushProperty name="color" value="#AE198D"/>
      <inkml:brushProperty name="inkEffects" value="galaxy"/>
      <inkml:brushProperty name="anchorX" value="-21398.29297"/>
      <inkml:brushProperty name="anchorY" value="-11130.06543"/>
      <inkml:brushProperty name="scaleFactor" value="0.5"/>
    </inkml:brush>
  </inkml:definitions>
  <inkml:trace contextRef="#ctx0" brushRef="#br0">0 17 368,'0'0'0,"2"0"1136,0-1-195,0-1-85,1 1-72,0 0-61,1 0-50,-1-1-58,2 1-55,1 0-46,-1 0-50,1 0-39,0-1-78,1 1-48,1 0-50,0 1-40,-1-1-22,0 1-8,0 1-21,-2 0-14,1 0-6,-1 2-20,0-2-4,1 2-10,-2-1-36,2 1 0,0 1-31,1-1 7,1 2-22,0 0 4,0-1-20,3 2 4,-1 0-11,1-1 2,-1 1-1,2-1 0,-1 0-65,0-1-47,-1 0-159,0-1-129,1 0-163,0-1-213,-1 0-135,0-2-152,2 1-136,-3-1-165,0-1-203,-2-1-333,-3 1 1744</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6.579"/>
    </inkml:context>
    <inkml:brush xml:id="br0">
      <inkml:brushProperty name="width" value="0.05" units="cm"/>
      <inkml:brushProperty name="height" value="0.05" units="cm"/>
      <inkml:brushProperty name="color" value="#AE198D"/>
      <inkml:brushProperty name="inkEffects" value="galaxy"/>
      <inkml:brushProperty name="anchorX" value="-22588.88281"/>
      <inkml:brushProperty name="anchorY" value="-12044.24805"/>
      <inkml:brushProperty name="scaleFactor" value="0.5"/>
    </inkml:brush>
  </inkml:definitions>
  <inkml:trace contextRef="#ctx0" brushRef="#br0">36 10 1392,'0'0'1545,"-2"0"-300,-2 0-166,1 0-148,0 0-144,-2 0-130,2 0-82,-2 0-104,1 0-76,1 0-74,1 0-73,1 1-35,0 0-7,1 0-14,0 1 11,0 0 5,0 1 8,1 0 8,-1 1-2,0 1-7,0 0-25,0 0-32,0 1-20,0-1-36,0 1-30,0 1-13,0 0-10,0 1-27,0 1-4,2-1 0,-1 0-12,3 1-6,-1-2 2,2 1-2,0-1 18,0 0-4,1 0 11,1-1-21,0-1 25,0-1-17,2-1-4,1-1 11,0 0-23,3-2 7,1 1-13,-1-2 4,1-1-49,0 0 23,0-1-47,1-1-6,-2-1-28,2 0-23,0-2-15,-1 0-27,-1 1-3,-2-2-2,-1 1-10,-2-1 21,-2 0 12,-1-1 16,-2 2 7,0-2 37,-4 1 18,0 1 17,0 0 17,-3 0 16,0 0 6,-1 0 29,1 1-16,0 1 6,0 0-20,0 2-3,-2-1-57,0 2-13,-2 0-47,2 0-65,1 0-32,0 1-53,1 1-38,0 0-41,0 1-49,1 0-47,1 1-67,-1-1-33,1 2-63,0-1-72,1 1-78,1 0-117,2-1-172,-1 0-270,1 0 611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7.159"/>
    </inkml:context>
    <inkml:brush xml:id="br0">
      <inkml:brushProperty name="width" value="0.05" units="cm"/>
      <inkml:brushProperty name="height" value="0.05" units="cm"/>
      <inkml:brushProperty name="color" value="#AE198D"/>
      <inkml:brushProperty name="inkEffects" value="galaxy"/>
      <inkml:brushProperty name="anchorX" value="-23606.76367"/>
      <inkml:brushProperty name="anchorY" value="-12903.83203"/>
      <inkml:brushProperty name="scaleFactor" value="0.5"/>
    </inkml:brush>
  </inkml:definitions>
  <inkml:trace contextRef="#ctx0" brushRef="#br0">182 93 544,'-3'0'2873,"-5"0"-1952,0 0 390,-2 0-333,-1 0-117,1 0-54,-2 0-80,1 0-43,0 0-52,1 0-29,0 0-7,0 0-21,1 0 4,1 0-41,-1 0-16,0 0-54,1 0-53,1 0-46,0 0-49,2 0-66,1 0-62,2 0-46,3 0-40,0 0-5,2 0-22,1 0 13,2 1 4,2 0-11,3 0 23,1 0-6,5 0-8,2-2-6,2 0-17,3 0-24,2-1-23,0 1-6,1-2-19,2 1 13,2-1-15,-1 0-5,0 0-36,0 1-46,-2-2-93,-1 1-109,-1 0-127,0-1-144,-2 0-122,0 0-141,-2-1-125,-3 1-82,-3 0-58,-1 0-71,-2-1-15,-2 0-50,-1 0-37,-2 0-59,-3 1-110,-2-1-95,-3 1-160,-1 0 1909</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7.455"/>
    </inkml:context>
    <inkml:brush xml:id="br0">
      <inkml:brushProperty name="width" value="0.05" units="cm"/>
      <inkml:brushProperty name="height" value="0.05" units="cm"/>
      <inkml:brushProperty name="color" value="#AE198D"/>
      <inkml:brushProperty name="inkEffects" value="galaxy"/>
      <inkml:brushProperty name="anchorX" value="-24903.32617"/>
      <inkml:brushProperty name="anchorY" value="-13657.95117"/>
      <inkml:brushProperty name="scaleFactor" value="0.5"/>
    </inkml:brush>
  </inkml:definitions>
  <inkml:trace contextRef="#ctx0" brushRef="#br0">62 0 1400,'-2'1'2417,"-2"1"-1625,1-1 352,-2 0-293,0-1-45,2 1-54,-1-1-48,0 0-20,0 0-93,0 0-15,2 0-40,0 0-41,-1 0-39,0 0-31,-1 0-33,1 0-22,0 0-45,1 1-18,1 0-46,1 0-18,-1 0-36,1 0-22,0-1-15,0 1 0,1 1-11,-1 0 21,0 1-7,0 1 3,0 2 0,0 0-18,0 1-33,0 2-10,0 1-56,2 0-15,-1 0-19,3 1 11,-1 0-24,0 0 7,1 1-13,1-1 4,-1 1-12,1 0 4,2 0-68,-2 0-102,1 1-124,-2-2-143,2 0-178,-2 0-218,1-2-265,0-1-266,0-1-242,1-1-318,-2-3-509</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19.863"/>
    </inkml:context>
    <inkml:brush xml:id="br0">
      <inkml:brushProperty name="width" value="0.05" units="cm"/>
      <inkml:brushProperty name="height" value="0.05" units="cm"/>
      <inkml:brushProperty name="color" value="#AE198D"/>
      <inkml:brushProperty name="inkEffects" value="galaxy"/>
      <inkml:brushProperty name="anchorX" value="-25783.4668"/>
      <inkml:brushProperty name="anchorY" value="-14771.62402"/>
      <inkml:brushProperty name="scaleFactor" value="0.5"/>
    </inkml:brush>
  </inkml:definitions>
  <inkml:trace contextRef="#ctx0" brushRef="#br0">1 28 2336,'0'-2'5938,"0"0"-4569,0 0-176,0 0-192,0 0-83,0 0-82,0 0-48,0 1-42,0-1-5,0 1 25,0-1 8,0 1 28,1 1 13,1-1 8,2 1 9,-1 0-1,2 0-9,-1 0-5,-1-1 9,1 0 16,-1 0 42,0 0-38,0 1-14,0-1-43,1 1-55,-1 0-63,0 0-91,1 0-121,-1 0-115,1 0-83,0 1-65,0 0-40,0 0-44,-1 1-40,1 0-12,-1 1-11,1-1-9,0 1-8,-1 1-8,0-1 2,1 0-11,0 1 21,-1 2-16,0 0 5,-1 0-10,1 0-7,0 1 20,-1 1-16,-1 3-4,0 1-36,0 2-299,-3 1-11,0 0-287,-1-2-263,-2-1-338,-4-1-326,0-1-299,-1-1-235,0-1-167,0-1-95,2 0-71,0-2 33,3-1 93,1 0 94</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0.259"/>
    </inkml:context>
    <inkml:brush xml:id="br0">
      <inkml:brushProperty name="width" value="0.05" units="cm"/>
      <inkml:brushProperty name="height" value="0.05" units="cm"/>
      <inkml:brushProperty name="color" value="#AE198D"/>
      <inkml:brushProperty name="inkEffects" value="galaxy"/>
      <inkml:brushProperty name="anchorX" value="-26670.18359"/>
      <inkml:brushProperty name="anchorY" value="-15819.95117"/>
      <inkml:brushProperty name="scaleFactor" value="0.5"/>
    </inkml:brush>
  </inkml:definitions>
  <inkml:trace contextRef="#ctx0" brushRef="#br0">145 6 2048,'0'-2'6210,"-1"1"-5150,-1 0-134,0 1-96,-1-1-129,0 1-80,-1 0-84,0 0-80,1 1-53,-1 0-60,1 0-84,1 0-30,-2 1-36,1 0-15,1 0-29,-1 0 16,-2 1-26,-1 0 16,1 3-34,-1-1 10,1 3-22,0 0-14,0 1-35,2 0-10,-1 0-19,1 1-7,-1 0-9,0-1-8,2 1 1,-2 0-47,1-1-62,-1 0-98,0 0-127,0 0-114,0-1-140,-1-1-170,1 0-173,1-2-183,-1 0-155,1-2-137,1-1-102</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0.569"/>
    </inkml:context>
    <inkml:brush xml:id="br0">
      <inkml:brushProperty name="width" value="0.05" units="cm"/>
      <inkml:brushProperty name="height" value="0.05" units="cm"/>
      <inkml:brushProperty name="color" value="#AE198D"/>
      <inkml:brushProperty name="inkEffects" value="galaxy"/>
      <inkml:brushProperty name="anchorX" value="-25675.29492"/>
      <inkml:brushProperty name="anchorY" value="-15161.8584"/>
      <inkml:brushProperty name="scaleFactor" value="0.5"/>
    </inkml:brush>
  </inkml:definitions>
  <inkml:trace contextRef="#ctx0" brushRef="#br0">0 26 184,'0'-2'5529,"2"0"-4578,0 0-103,1 0-84,1 0-93,0 0-59,2 0-124,1 1-19,0-1-63,0 1-8,-1-1-32,1 0-59,1 1-23,0-1-26,0 1-8,0 1-38,1 1-28,0 0-31,1 1-24,-1 0-25,0 1-5,-1-1-30,2 1-12,0 1-7,0 0-1,0 0-20,0 2-3,-1-1-1,0 0-1,2 2-9,-1 0 2,1-1-10,-1 1 2,1-1 8,0 1-2,0 0 1,-1-1-9,0 1-7,1-2 1,0-1-1,-1 1-37,1-2-83,0 0-91,0-1-121,0 0-154,-1 0-192,1-2-252,0-1-219,0-1-264,1-1-260,0-1-451,-1 0-527,-3-1 397</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0.922"/>
    </inkml:context>
    <inkml:brush xml:id="br0">
      <inkml:brushProperty name="width" value="0.05" units="cm"/>
      <inkml:brushProperty name="height" value="0.05" units="cm"/>
      <inkml:brushProperty name="color" value="#AE198D"/>
      <inkml:brushProperty name="inkEffects" value="galaxy"/>
      <inkml:brushProperty name="anchorX" value="-26987.98242"/>
      <inkml:brushProperty name="anchorY" value="-16091.66211"/>
      <inkml:brushProperty name="scaleFactor" value="0.5"/>
    </inkml:brush>
  </inkml:definitions>
  <inkml:trace contextRef="#ctx0" brushRef="#br0">26 17 448,'-1'-1'2017,"-1"0"-346,0-1-228,1 0-209,0 0-123,-2 0-124,1 1-87,0 0-101,-1 3 1767,1-3-2067,0 0-60,0 0-27,1 0-45,-1-1 1153,2 3-1296,2 0 36,0 1 19,1 2 25,1 0 14,0 0 19,2 1-13,-1 2-23,1-1-49,0 2-63,1 1-14,-1 0-49,1 2-29,-2-1-33,0 1-13,-1 0-29,0 0-3,-1 0-30,0 0 7,1 0 6,0 1-4,-1 0 2,0 0 0,0 0 10,0-1-32,-2 1-55,0-1-145,0 0-131,-1-2-190,0 0-177,0-1-221,2-2-240,-1 0-272,1-2-184,1 0-174,0-3-210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2.083"/>
    </inkml:context>
    <inkml:brush xml:id="br0">
      <inkml:brushProperty name="width" value="0.05" units="cm"/>
      <inkml:brushProperty name="height" value="0.05" units="cm"/>
      <inkml:brushProperty name="color" value="#AE198D"/>
      <inkml:brushProperty name="inkEffects" value="galaxy"/>
      <inkml:brushProperty name="anchorX" value="-27929.57813"/>
      <inkml:brushProperty name="anchorY" value="-17210.73438"/>
      <inkml:brushProperty name="scaleFactor" value="0.5"/>
    </inkml:brush>
  </inkml:definitions>
  <inkml:trace contextRef="#ctx0" brushRef="#br0">18 15 880,'-9'0'11801,"7"0"-11455,1 0-11,-1 0 2,0 1-10,1 0-7,1 1 1,-1-2-10,1 1 12,0 1 5,0-1-20,0 0 6,2 0 17,0 1 23,1-1-25,2 1-9,2-1-35,2-1-10,1 1-56,2-1-15,2 0-47,1 0-55,2 0-8,2 0-40,0 0-2,2 0-31,0 0 7,1 0-13,0-2-7,-2 1-8,0 0 10,-1 0-12,-1 1-6,0-1-27,-1 0-68,-1 0-57,-1 0-92,-1-1-93,-4 0-114,-1 0-109,-1 1-112,-2 1-112,-1-1-84,-3 0-121,-1 0-60,0-2-1313,-3 1 1112,-2 1-37,0-1-24,0 2-34,0-2-1749,-1 1 1952,0 0 370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2.441"/>
    </inkml:context>
    <inkml:brush xml:id="br0">
      <inkml:brushProperty name="width" value="0.05" units="cm"/>
      <inkml:brushProperty name="height" value="0.05" units="cm"/>
      <inkml:brushProperty name="color" value="#AE198D"/>
      <inkml:brushProperty name="inkEffects" value="galaxy"/>
      <inkml:brushProperty name="anchorX" value="-29149.32422"/>
      <inkml:brushProperty name="anchorY" value="-18042.90234"/>
      <inkml:brushProperty name="scaleFactor" value="0.5"/>
    </inkml:brush>
  </inkml:definitions>
  <inkml:trace contextRef="#ctx0" brushRef="#br0">36 22 856,'-1'0'1561,"-1"0"-197,0-1-140,-1-1-112,0 1-109,0-1-88,1 0-109,1 1-65,1 0-58,-1 0-50,1 0-58,0-1-36,-1 1-24,-1 0-37,0 0 17,-1-1-45,0 1-8,1 0-18,0 1-25,1 1-32,0 0-22,1 0-43,0 0-38,0-1 383,0 2-355,0-1 32,0 0 52,2 1 39,2 1 22,1 0 18,0 1 26,1-1-61,-1 2-73,1 0-75,0 1-61,-1 2-48,1-1-51,-2 1-39,0 1-22,0 1-9,-1 1-19,1 1 4,-1 0-13,2 1 4,-1 0-12,-1-1-6,-1 0-8,-1 1-110,0 0-138,-1-1-193,0 0-201,0-1-225,0-1-203,-1-1-247,1-1-254,2-3-179,0 0-156,-1-2-168,3-2-345</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4.267"/>
    </inkml:context>
    <inkml:brush xml:id="br0">
      <inkml:brushProperty name="width" value="0.05" units="cm"/>
      <inkml:brushProperty name="height" value="0.05" units="cm"/>
      <inkml:brushProperty name="color" value="#AE198D"/>
      <inkml:brushProperty name="inkEffects" value="galaxy"/>
      <inkml:brushProperty name="anchorX" value="-30063.67578"/>
      <inkml:brushProperty name="anchorY" value="-19135.96094"/>
      <inkml:brushProperty name="scaleFactor" value="0.5"/>
    </inkml:brush>
  </inkml:definitions>
  <inkml:trace contextRef="#ctx0" brushRef="#br0">173 22 2889,'-3'-1'5129,"-4"-1"-3772,-2 0 780,-1-1-641,0 0-82,-1 1-10,1-1 27,1 1 35,0 0 66,1 1 32,2 0 7,-7 1 4616,1 1-5499,1 0 426,2 2-358,1-1-315,3 1-295,1 0-129,0 0 11,1 2-28,1 0 0,-1 2 0,1 0 0,-1 1 0,2 1 0,2 0 0,0 2 0,1-1 0,1 1 0,1 0 0,2 0 0,0 0 0,2 0 0,1 0 0,0 0 0,3 1 0,1-1 0,2-1 0,-1-2 0,0-1 0,0-1 0,0-2 0,-1-1 0,0 1 0,0-2 0,0 0 0,2-1 0,-2-2 0,1 0 0,0-1 0,-2 0 0,-1-1 0,-1-1 0,-1 0 0,-2-1 0,0 0 0,0-2-196,-2 1 75,-1-1-6,-1 0 4,-2-1 21,-2 0 32,-2 0 11,-3 0 29,-1-1 3,-3 1 2,0-1 10,-1-1-12,0 1-14,1 1-43,1 1-27,-1 1-89,1 0-62,2 1-93,0 1-104,2 1-120,2 1-117,-1 0-111,1 2-122,0-1-82,0 1-93,1 1-70,-1 0-65,0 0-37,0 0-26,1 0-7,0 1 16,1 0-6</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4.598"/>
    </inkml:context>
    <inkml:brush xml:id="br0">
      <inkml:brushProperty name="width" value="0.05" units="cm"/>
      <inkml:brushProperty name="height" value="0.05" units="cm"/>
      <inkml:brushProperty name="color" value="#AE198D"/>
      <inkml:brushProperty name="inkEffects" value="galaxy"/>
      <inkml:brushProperty name="anchorX" value="-30924.3418"/>
      <inkml:brushProperty name="anchorY" value="-20037.03906"/>
      <inkml:brushProperty name="scaleFactor" value="0.5"/>
    </inkml:brush>
  </inkml:definitions>
  <inkml:trace contextRef="#ctx0" brushRef="#br0">145 0 104,'0'0'5408,"2"0"-4024,-1 0-152,1 0-141,1 0 1490,-4 0-1922,-1 0-90,1 0-61,-3 1-49,1 0 24,-1 2-4,0 0-10,0 1 4,-2 1-38,-1 2-8,0 0-19,0 2-63,1 0-86,-1 2-64,1-1-75,2 1-53,-1 0-13,2 0-12,-2 0-29,2 0 7,0 0-23,0 0 15,0-1-24,-2 0-77,2-1-110,-1-1-133,0 0-151,1 0-139,1-2-203,-2-1-183,2-1-183,-2-1-157,1-1-99,0-1-104,0-1-97,0-1-190,-2-1-247,2-1-319,0 0 1381</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4.854"/>
    </inkml:context>
    <inkml:brush xml:id="br0">
      <inkml:brushProperty name="width" value="0.05" units="cm"/>
      <inkml:brushProperty name="height" value="0.05" units="cm"/>
      <inkml:brushProperty name="color" value="#AE198D"/>
      <inkml:brushProperty name="inkEffects" value="galaxy"/>
      <inkml:brushProperty name="anchorX" value="-29933.69922"/>
      <inkml:brushProperty name="anchorY" value="-19402.4668"/>
      <inkml:brushProperty name="scaleFactor" value="0.5"/>
    </inkml:brush>
  </inkml:definitions>
  <inkml:trace contextRef="#ctx0" brushRef="#br0">0 6 376,'0'-3'4134,"2"2"-3111,0 0-156,1 1-127,1 0-113,-1-1-87,0 1-82,2 0-82,1 2-62,2-1-47,0 1-51,0 1-29,2 1-26,3 1-34,-1 0-12,2 0-29,1 2-3,-1 0-11,1 0-8,0 1-8,-1 0-27,1 0 7,-2 1-13,1-1-16,1 0 3,-2 0 8,2 0-22,-2 0 6,-1-1-20,-1 0-52,-1-1-51,1 0-92,0-1-111,-3-1-174,0 0-177,0-2-190,2-1-191,-1-1-230,1-1-368,2-1-433,-3 0-79</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5.239"/>
    </inkml:context>
    <inkml:brush xml:id="br0">
      <inkml:brushProperty name="width" value="0.05" units="cm"/>
      <inkml:brushProperty name="height" value="0.05" units="cm"/>
      <inkml:brushProperty name="color" value="#AE198D"/>
      <inkml:brushProperty name="inkEffects" value="galaxy"/>
      <inkml:brushProperty name="anchorX" value="-31181.04492"/>
      <inkml:brushProperty name="anchorY" value="-20400.72266"/>
      <inkml:brushProperty name="scaleFactor" value="0.5"/>
    </inkml:brush>
  </inkml:definitions>
  <inkml:trace contextRef="#ctx0" brushRef="#br0">24 6 808,'0'-6'8349,"2"6"-7833,0 1-52,0 0-27,1 1-19,0 1-9,-1-1-9,0 2-45,1 1 12,-1 1-45,0 0-44,0 2-65,-1-1-61,0 1-26,-1 1-20,0 1 1,0-1-22,1 0-13,1 1-16,0 0-6,-1-1-10,0 1-18,0-2-4,-1 0-10,2-1 1,0-1 8,1-1-2,1-1 1,0-1 9,0 1 7,1-2-1,1 0-8,0-2 11,2-1-22,0-1 7,0-1-3,1 0-9,2-1 2,-1-2-10,1 1 2,-1-2-1,0 0-9,0-1 2,-3 0-1,0-1 0,-2 1-9,1 0 11,-2 0-31,-2-1 28,-1 2-10,-2-2-6,-2 0 11,0 1-12,0 0 3,-1 1-1,-2 0-9,0 1-26,-1 2-40,1-1-37,-1 2-40,-2 1-40,0 1-40,-1 1-40,1 1-21,-1 1-46,-1 0-37,0 1-50,-1 1-92,0 1-73,0-1-119,0 0-106,0 0-121,1-1-101,0 0-125,3 0-182,1 1-261,1-2-485,2 0 2035</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5.645"/>
    </inkml:context>
    <inkml:brush xml:id="br0">
      <inkml:brushProperty name="width" value="0.05" units="cm"/>
      <inkml:brushProperty name="height" value="0.05" units="cm"/>
      <inkml:brushProperty name="color" value="#AE198D"/>
      <inkml:brushProperty name="inkEffects" value="galaxy"/>
      <inkml:brushProperty name="anchorX" value="-30310.50586"/>
      <inkml:brushProperty name="anchorY" value="-19600.78906"/>
      <inkml:brushProperty name="scaleFactor" value="0.5"/>
    </inkml:brush>
  </inkml:definitions>
  <inkml:trace contextRef="#ctx0" brushRef="#br0">1 97 1464,'0'0'3728,"1"0"-2820,1 0-103,2 0-82,-1 0-64,1 0-29,2 0-48,1 0-19,0 0-45,2 1-29,-3 0-33,1 1-32,1-2-22,-1 1-45,1 0-18,2-1-46,0 0-27,0 0-34,2 0-14,3-1 122,2 0-289,2-1 126,-1 1-149,1 0 16,-3-1-28,-1 0 3,-1 0-22,-1-1 15,-2 0-5,-2 1-18,1 0-22,-2-1-60,-1 0-79,0 0-76,-3 0-136,0 0-148,-2-1-121,-1 0-149,0-1-124,-1 0-121,-1 0-84,-1 0-93,0-2-51,0 0-52,-1 1-105,0-1-98,-1 1-168,0 1 1708</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5.898"/>
    </inkml:context>
    <inkml:brush xml:id="br0">
      <inkml:brushProperty name="width" value="0.05" units="cm"/>
      <inkml:brushProperty name="height" value="0.05" units="cm"/>
      <inkml:brushProperty name="color" value="#AE198D"/>
      <inkml:brushProperty name="inkEffects" value="galaxy"/>
      <inkml:brushProperty name="anchorX" value="-31467.83203"/>
      <inkml:brushProperty name="anchorY" value="-20350.67969"/>
      <inkml:brushProperty name="scaleFactor" value="0.5"/>
    </inkml:brush>
  </inkml:definitions>
  <inkml:trace contextRef="#ctx0" brushRef="#br0">1 0 880,'0'0'5097,"2"0"-4079,-1 0-71,5 0 3490,-6 1-3876,0 0-22,0 0-8,-2 0 7,0 1 25,2 0 12,0 0 36,1 1 10,0 1 10,0 0 28,1 2 759,2 0-1037,-1 2 270,1 0-162,0 1-85,1 0-48,2 1-97,0-1-55,-1 1-87,1-1-39,-2 1-35,1 2-26,-2-2 22,-1 2-38,1 0-45,-1 0 40,1-1-16,-1 1-15,0-1-125,1 0-152,-1 0-217,1 0-226,-1-2-211,2 0-311,-1-2-237,-1 0-281,-1-1-223,-1-2-248</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7.081"/>
    </inkml:context>
    <inkml:brush xml:id="br0">
      <inkml:brushProperty name="width" value="0.05" units="cm"/>
      <inkml:brushProperty name="height" value="0.05" units="cm"/>
      <inkml:brushProperty name="color" value="#AE198D"/>
      <inkml:brushProperty name="inkEffects" value="galaxy"/>
      <inkml:brushProperty name="anchorX" value="-32440.18359"/>
      <inkml:brushProperty name="anchorY" value="-21486.05469"/>
      <inkml:brushProperty name="scaleFactor" value="0.5"/>
    </inkml:brush>
  </inkml:definitions>
  <inkml:trace contextRef="#ctx0" brushRef="#br0">0 22 128,'2'-1'4777,"1"0"-3407,1-1 683,1 0-618,8-14 11580,-15 16-11845,0 0-145,0 0-155,0 1-158,1 0-113,1 0-71,-1 1-43,1 1-73,0 1-13,2 1-31,1 0 4,3 0-32,-1 2-57,1 1-69,1 1-80,-2 0-31,2 3-56,-2 0-19,0 1 18,-1 1-46,1 1 32,-1 1-20,1-1 6,-2 0-21,0 1 24,1-1-54,1 0-143,1 0-185,-1-1-305,-1 0-316,-1-1-359,-1 0-365,-1-1-320,0-1-315,-1-2-288,0-2-217,-1-1-207</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7.392"/>
    </inkml:context>
    <inkml:brush xml:id="br0">
      <inkml:brushProperty name="width" value="0.05" units="cm"/>
      <inkml:brushProperty name="height" value="0.05" units="cm"/>
      <inkml:brushProperty name="color" value="#AE198D"/>
      <inkml:brushProperty name="inkEffects" value="galaxy"/>
      <inkml:brushProperty name="anchorX" value="-33408.39844"/>
      <inkml:brushProperty name="anchorY" value="-22646.85742"/>
      <inkml:brushProperty name="scaleFactor" value="0.5"/>
    </inkml:brush>
  </inkml:definitions>
  <inkml:trace contextRef="#ctx0" brushRef="#br0">123 17 840,'5'-3'5568,"-2"1"-4232,0 0-162,2 0-191,-2 1-100,0-1-105,-1 0-88,0 1-127,-2 0-59,1 0 228,-1 2-452,0 0-75,-1 0-33,1 1-15,0 1-12,0 1 0,0 1-10,0 1 30,0 0-9,0 2-14,-2 0 4,1 2-48,-3 0-25,1 1-5,0 1-21,-1 0-15,1 1-26,-1 0 6,-2 0-13,0 0 2,-2 0-47,2 0-81,-1-1-101,0-1-175,0 1-147,-1-2-191,0-1-198,-1 0-215,-1-1-159,1-3-110,1-1-121,1-1-131,0-2-191,1-1-277,0 0 60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7.668"/>
    </inkml:context>
    <inkml:brush xml:id="br0">
      <inkml:brushProperty name="width" value="0.05" units="cm"/>
      <inkml:brushProperty name="height" value="0.05" units="cm"/>
      <inkml:brushProperty name="color" value="#AE198D"/>
      <inkml:brushProperty name="inkEffects" value="galaxy"/>
      <inkml:brushProperty name="anchorX" value="-32439.14453"/>
      <inkml:brushProperty name="anchorY" value="-22045.82617"/>
      <inkml:brushProperty name="scaleFactor" value="0.5"/>
    </inkml:brush>
  </inkml:definitions>
  <inkml:trace contextRef="#ctx0" brushRef="#br0">1 21 336,'1'0'2513,"1"-1"-1709,2 0 357,-1 0-271,2-1-47,0 0-15,4 1-39,0 0-10,3-1-47,0 0-54,1 1-35,2 0-62,-1-1-34,0 1-80,0 0-39,0 0-71,2 1 219,2 1-452,-1 0 102,0 1-92,-1 1-28,0 0-25,1 1-25,-1 0-5,1 1-2,0 1-29,-1 1 18,-1 0-26,-1 1 6,-1 0-11,-1 1 2,0-1-10,-1 1 12,-1-1-14,0 0 4,1 0-1,-2 0-18,-1 0-52,0 0-51,1-3-65,-1 0-99,-2-1-100,-1-2-131,0 0-162,-1-1-163,-2-1-168,0 0-139,1-4-1711,-1 0 1085,1 0-384,0-1-486,0 1 2836</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7.969"/>
    </inkml:context>
    <inkml:brush xml:id="br0">
      <inkml:brushProperty name="width" value="0.05" units="cm"/>
      <inkml:brushProperty name="height" value="0.05" units="cm"/>
      <inkml:brushProperty name="color" value="#AE198D"/>
      <inkml:brushProperty name="inkEffects" value="galaxy"/>
      <inkml:brushProperty name="anchorX" value="-33802.75781"/>
      <inkml:brushProperty name="anchorY" value="-23002.76367"/>
      <inkml:brushProperty name="scaleFactor" value="0.5"/>
    </inkml:brush>
  </inkml:definitions>
  <inkml:trace contextRef="#ctx0" brushRef="#br0">1 22 1800,'1'-1'3434,"1"0"-2057,2-1-185,-1 0-145,1 0-114,0-1-88,0 1-75,-2 1-92,-1 0-58,0-1-49,-1 0-32,0 1-7,0 0-21,2 1 13,0-1 13,1 1 62,0 0 30,0 0 43,1 0 3,-1 1 41,1 0-18,0 1-11,1-1-43,-2 0-45,2 1-75,1 0 16,1 2-3,0 0 26,-1 0 3,1 2 0,0 1-35,0 0 11,1 2-34,-1 1-86,-3 1-88,2 1-113,-3 0-62,2 1-60,-2 0-31,0-1-18,1 1-27,-2 0 5,1 0-13,-2-1 11,0 0-22,0 1-40,-1-1-54,0-1-157,0 1-176,-2-2-261,0 0-253,0 0-301,-1-1-290,0-2-278,-1 0-283,0 0-232,1-2-220,1-2-313</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9.257"/>
    </inkml:context>
    <inkml:brush xml:id="br0">
      <inkml:brushProperty name="width" value="0.05" units="cm"/>
      <inkml:brushProperty name="height" value="0.05" units="cm"/>
      <inkml:brushProperty name="color" value="#AE198D"/>
      <inkml:brushProperty name="inkEffects" value="galaxy"/>
      <inkml:brushProperty name="anchorX" value="-34778.80078"/>
      <inkml:brushProperty name="anchorY" value="-24141.45313"/>
      <inkml:brushProperty name="scaleFactor" value="0.5"/>
    </inkml:brush>
  </inkml:definitions>
  <inkml:trace contextRef="#ctx0" brushRef="#br0">105 67 1336,'-1'0'2993,"-3"0"-719,-1 0-402,-2 0-321,-3 0-273,0 0-93,-1 0-91,1 0-41,0 0-7,0 0-32,3 0-13,-1 0-17,-3 0 8741,13-1-9324,0 0-88,-1 0-71,2 0-102,2 1-17,1-1-34,1 1-6,3 0-30,0 0-2,2 0-20,2 0 3,2 0 26,0 0-17,1-1-31,1 0-19,-1 0-99,-1 0-116,0 0-226,-2 1-265,0-2-301,-3 1-307,-1 0-330,-1 0-251,0-1-219,-3 1-139,0-1-82,-1-2 31,-2 0 25,-1 0 56,-1-2 63,0-1-49,-1 0-26,-2-1-39,0 2 2379</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29.515"/>
    </inkml:context>
    <inkml:brush xml:id="br0">
      <inkml:brushProperty name="width" value="0.05" units="cm"/>
      <inkml:brushProperty name="height" value="0.05" units="cm"/>
      <inkml:brushProperty name="color" value="#AE198D"/>
      <inkml:brushProperty name="inkEffects" value="galaxy"/>
      <inkml:brushProperty name="anchorX" value="-35796.27344"/>
      <inkml:brushProperty name="anchorY" value="-24921.32617"/>
      <inkml:brushProperty name="scaleFactor" value="0.5"/>
    </inkml:brush>
  </inkml:definitions>
  <inkml:trace contextRef="#ctx0" brushRef="#br0">19 6 1544,'-9'-6'12674,"0"6"-5387,11 0-6303,-1 0-83,1 0-84,1 0-52,0 0-14,0 2-14,0-1-46,1 1-63,0 1-32,1 2-43,1 1-41,0 1-106,2 2-104,1 0-92,0 1-69,0 1-31,2 0-38,0 0-13,0 1-19,-3 2-7,1-1-9,-2 1 2,1-1-21,-2 2-4,0-2-27,-1 1-106,-2 0-131,1-2-223,-1 1-220,-1-2-305,0 1-276,-1-3-318,-1 1-279,0-1-208,0-3-173,0 0-119,0-2-64</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0.292"/>
    </inkml:context>
    <inkml:brush xml:id="br0">
      <inkml:brushProperty name="width" value="0.05" units="cm"/>
      <inkml:brushProperty name="height" value="0.05" units="cm"/>
      <inkml:brushProperty name="color" value="#AE198D"/>
      <inkml:brushProperty name="inkEffects" value="galaxy"/>
      <inkml:brushProperty name="anchorX" value="-36805.92578"/>
      <inkml:brushProperty name="anchorY" value="-26059.95703"/>
      <inkml:brushProperty name="scaleFactor" value="0.5"/>
    </inkml:brush>
  </inkml:definitions>
  <inkml:trace contextRef="#ctx0" brushRef="#br0">27 1 384,'0'0'288,"-18"-1"14323,17 2-14039,-1-1-10,0 0-37,1 0-38,0 1-11,0 0-29,0 1-4,1 1-2,0 1-19,0 1 4,0 1-20,1 1-24,0 0-59,1 2-41,0 1-78,1 1-40,0 1-62,-1 1-26,2 1-36,-1 1-13,0-1 9,-2 1-33,0 1-1,0-1-66,-1 1-122,0-1-157,0 0-181,0-1-208,0-1-214,2 0-251,-1-2-216,1 0-208,1-3-156,0 0-121,-1-3-98,0-1-184</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0.591"/>
    </inkml:context>
    <inkml:brush xml:id="br0">
      <inkml:brushProperty name="width" value="0.05" units="cm"/>
      <inkml:brushProperty name="height" value="0.05" units="cm"/>
      <inkml:brushProperty name="color" value="#AE198D"/>
      <inkml:brushProperty name="inkEffects" value="galaxy"/>
      <inkml:brushProperty name="anchorX" value="-37673.95703"/>
      <inkml:brushProperty name="anchorY" value="-27222.89844"/>
      <inkml:brushProperty name="scaleFactor" value="0.5"/>
    </inkml:brush>
  </inkml:definitions>
  <inkml:trace contextRef="#ctx0" brushRef="#br0">258 60 280,'0'0'2297,"0"-3"-412,0 0-302,0-1-265,0-1-219,0-1-180,0 1-146,0-1-74,0 1-82,0 0-26,0 1-39,0 0-4,0 1 7,0 0-23,-2 1 7,1 1-40,-1 1-27,-1-1-51,0 1-63,-1 0-43,0 1-70,1 1-33,-1 0-7,-1 2-22,-1 1-24,-1 2-4,-1 2-11,2 0 1,-1 1-20,0 1-22,1 1-42,0 0-9,-2 1-20,-1 1-25,0-1-4,-1 2-21,1-1-60,-2-1-116,2 0-130,0-1-169,0 0-163,1-2-169,-1-1-176,1 0-175,-2-2-130,1 0-105,1-2-44,-1 0-20,1-2-31,2-1-50,-1-1-128,2-1-230,1-1 344</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0.845"/>
    </inkml:context>
    <inkml:brush xml:id="br0">
      <inkml:brushProperty name="width" value="0.05" units="cm"/>
      <inkml:brushProperty name="height" value="0.05" units="cm"/>
      <inkml:brushProperty name="color" value="#AE198D"/>
      <inkml:brushProperty name="inkEffects" value="galaxy"/>
      <inkml:brushProperty name="anchorX" value="-36569.69141"/>
      <inkml:brushProperty name="anchorY" value="-26575.71484"/>
      <inkml:brushProperty name="scaleFactor" value="0.5"/>
    </inkml:brush>
  </inkml:definitions>
  <inkml:trace contextRef="#ctx0" brushRef="#br0">1 33 120,'0'-1'1712,"0"-1"-205,1 0-137,1-2-170,2 2-149,-1-2-117,1 2-107,0 0-89,0-1-90,0 1-69,-1 1-65,-1 0-29,2-1-27,0 0-26,1 1-6,0 0-9,2 1-28,2-1-49,1 1-44,1 0-39,0 1-59,2 0-63,2 2-26,0 0-28,1 1-25,1 1 4,0 0-4,1 0-9,0 2-16,-1-1 13,1 2-34,-1 0 20,-1 0-26,0 0-22,-3 1-78,2 0-92,-1-1-166,0 0-188,0-1-251,0 0-277,0-2-293,-1-1-321,0 0-354,-1-2-505,0-1-643,-4 0 1728</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1.241"/>
    </inkml:context>
    <inkml:brush xml:id="br0">
      <inkml:brushProperty name="width" value="0.05" units="cm"/>
      <inkml:brushProperty name="height" value="0.05" units="cm"/>
      <inkml:brushProperty name="color" value="#AE198D"/>
      <inkml:brushProperty name="inkEffects" value="galaxy"/>
      <inkml:brushProperty name="anchorX" value="-37883.04688"/>
      <inkml:brushProperty name="anchorY" value="-27526.17969"/>
      <inkml:brushProperty name="scaleFactor" value="0.5"/>
    </inkml:brush>
  </inkml:definitions>
  <inkml:trace contextRef="#ctx0" brushRef="#br0">1 17 1552,'0'0'5771,"0"-1"-4906,0 0-156,2 0-111,0 0-80,0 0-77,-1 2-35,0 0-37,0 0 23,-1 1 36,0 0 18,0 0 26,0 3 5,0 0 21,-2 2 4,1 1 11,-1 1-21,0 2-50,1-1-42,1 1-47,-1 1-31,1 1-43,0-1-58,0 0-34,0 1-62,0-1-34,0 0-24,2 0-18,0 0 2,1-2-31,2 0 8,2-2-23,-2 0 25,2-1-9,1-2-6,2-2 21,-1 1-16,1-2 14,1-1-22,2 0 26,0-1-18,1 0 5,-1-3-1,1 0-19,1-2-3,-2 0-20,2-1-23,0-1-14,-1-1-54,-1 0 4,-2-2-44,0 0-36,-2-1-11,0 0-11,-2 0 10,-2 0 33,-2-1 9,-1 0 19,-3 0 35,-3-1 29,0 0 23,-1 1 6,-1 0-45,-2 0-32,0 2-59,2 0-81,-1 2-76,0 1-61,-1 1-68,0 2-72,-2 2-15,0 0-60,-2 3-26,-3 1-62,0 1-80,-3 2-104,-1 0-128,2 1-134,2-1-209,0 0-348,2 0-678,3-2 134</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2.289"/>
    </inkml:context>
    <inkml:brush xml:id="br0">
      <inkml:brushProperty name="width" value="0.05" units="cm"/>
      <inkml:brushProperty name="height" value="0.05" units="cm"/>
      <inkml:brushProperty name="color" value="#AE198D"/>
      <inkml:brushProperty name="inkEffects" value="galaxy"/>
      <inkml:brushProperty name="anchorX" value="-38776.35156"/>
      <inkml:brushProperty name="anchorY" value="-28395.67969"/>
      <inkml:brushProperty name="scaleFactor" value="0.5"/>
    </inkml:brush>
  </inkml:definitions>
  <inkml:trace contextRef="#ctx0" brushRef="#br0">61 65 1024,'-3'0'3928,"-1"0"-2328,1 0-181,-1 0-157,0 0-74,-1 0-73,-1 0-20,1 0-50,1 0 29,-1 0 25,-12 0 13663,18 0-14717,3 0-18,-1 0-9,2 0 0,1 0-2,2 0 0,1 0 0,1 0 0,1 0-38,-1-1 2,2 0-68,-1 0-76,3 0-160,0-1-149,1 1-225,1-1-262,-1 0-256,-2 1-283,-1-2-222,-1 0-164,-2 0-96,0-1-61,2 1-25,-1 0 27,0-2-2160,0 0 2961,0 0-938,-3 0 314,-1 1-21,-3-1 73,-1 1 1639</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2.519"/>
    </inkml:context>
    <inkml:brush xml:id="br0">
      <inkml:brushProperty name="width" value="0.05" units="cm"/>
      <inkml:brushProperty name="height" value="0.05" units="cm"/>
      <inkml:brushProperty name="color" value="#AE198D"/>
      <inkml:brushProperty name="inkEffects" value="galaxy"/>
      <inkml:brushProperty name="anchorX" value="-39849.58594"/>
      <inkml:brushProperty name="anchorY" value="-29177.70313"/>
      <inkml:brushProperty name="scaleFactor" value="0.5"/>
    </inkml:brush>
  </inkml:definitions>
  <inkml:trace contextRef="#ctx0" brushRef="#br0">88 6 824,'-1'0'2385,"-3"-1"-1494,-1 0 370,-2 0-262,-1 0-45,0 0-60,1 1-16,-1-1-58,3 1-16,1 0-18,0 0-18,0 0 21,0 0 2,1 0 37,-1 1 1,0-1-17,1 0-21,1 1-33,1 0-85,0 0-45,1 1-79,0 0-87,2 0-96,0 2-56,1 0-42,1 1 12,0 3-19,2 0 5,-1 2-40,1 1-16,0-1 2,1 1 5,-1 2-49,-1-1-41,0 1-38,-1 0-31,0 1-16,0 1-18,-1-1-25,-1 0-126,-1 0-153,-1 0-199,0-1-239,0 0-263,0-1-250,0-1-238,0-2-244,1-1-192,3-2-152,-1-1-215,1-3-426,0-1-656,1-1-140,0-1 3475</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2.836"/>
    </inkml:context>
    <inkml:brush xml:id="br0">
      <inkml:brushProperty name="width" value="0.05" units="cm"/>
      <inkml:brushProperty name="height" value="0.05" units="cm"/>
      <inkml:brushProperty name="color" value="#AE198D"/>
      <inkml:brushProperty name="inkEffects" value="galaxy"/>
      <inkml:brushProperty name="anchorX" value="-40713.71875"/>
      <inkml:brushProperty name="anchorY" value="-30314.51172"/>
      <inkml:brushProperty name="scaleFactor" value="0.5"/>
    </inkml:brush>
  </inkml:definitions>
  <inkml:trace contextRef="#ctx0" brushRef="#br0">27 22 1056,'-2'-2'4713,"0"0"-2922,-1 0-277,-1-1-231,0 0-160,0 1-115,1 1-64,0 0-100,2 0-27,0-4 2455,1 6-2725,0 0 1,1 2 6,-1 0 24,1 0-15,1 0-3,2 2-8,1 1-26,-1 1-31,2 1-50,0 2-54,0 0 10,0 1-102,0 1-39,1 0-60,-1 1-28,1 0-45,-1 1-49,0 0-18,0 1-102,-2-1 24,2 0-98,-2 0-200,-1-1-284,-1 0-300,-1 0-327,1-2-325,0-1-357,2-1-431,0-1-282,3-3-433,-2 0-657,1-2-238,-1-1 685</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3.129"/>
    </inkml:context>
    <inkml:brush xml:id="br0">
      <inkml:brushProperty name="width" value="0.05" units="cm"/>
      <inkml:brushProperty name="height" value="0.05" units="cm"/>
      <inkml:brushProperty name="color" value="#AE198D"/>
      <inkml:brushProperty name="inkEffects" value="galaxy"/>
      <inkml:brushProperty name="anchorX" value="-41674.16016"/>
      <inkml:brushProperty name="anchorY" value="-31437.10547"/>
      <inkml:brushProperty name="scaleFactor" value="0.5"/>
    </inkml:brush>
  </inkml:definitions>
  <inkml:trace contextRef="#ctx0" brushRef="#br0">156 28 2353,'0'-1'2440,"-2"-1"-476,1-1-302,-1 0-270,0 0-193,1-1-178,-1 2-117,0-1-100,0 0-63,0 2-87,0-2 933,2 4-1196,-1 1-43,-1-1-62,0 1-44,1 1-41,-2 1-41,1 0-21,0 1-18,-2 2-26,1 0-4,-1 2-21,1 1-14,0 0-16,-1 1-16,-1 0-6,1 0-38,-1 1-56,-3-1-136,-1 0-144,0 0-186,1-1-187,0 0-182,0-1-195,1-2-199,-1 0-162,1-1-118,2-2-43,2 0-107,-7-1-5387</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3.355"/>
    </inkml:context>
    <inkml:brush xml:id="br0">
      <inkml:brushProperty name="width" value="0.05" units="cm"/>
      <inkml:brushProperty name="height" value="0.05" units="cm"/>
      <inkml:brushProperty name="color" value="#AE198D"/>
      <inkml:brushProperty name="inkEffects" value="galaxy"/>
      <inkml:brushProperty name="anchorX" value="-40671.55469"/>
      <inkml:brushProperty name="anchorY" value="-30765.19531"/>
      <inkml:brushProperty name="scaleFactor" value="0.5"/>
    </inkml:brush>
  </inkml:definitions>
  <inkml:trace contextRef="#ctx0" brushRef="#br0">19 39 168,'-2'-2'3465,"-1"-2"-2446,-1 0 1791,1-1-2156,0-1 491,2 2-281,0-1-71,0 2-82,1 0-88,0 1-68,2 1-66,1 1-65,1 0-36,3 0-53,1 0-47,1 2-20,2-1-46,0 1-20,2 1-44,1 1-29,1 2-33,2 0-13,0 1-19,-2 0-7,1 1-18,0 0-15,-2 1 2,1 1-2,-2-1-18,1 0-5,1 0-18,-2 0-90,1-1-88,1 0-149,-1 0-192,0-1-193,0-1-246,1-1-261,2-1-270,0-2-270,0 0-404,-1-3-588,0 0-386,-3 0 2963</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3.767"/>
    </inkml:context>
    <inkml:brush xml:id="br0">
      <inkml:brushProperty name="width" value="0.05" units="cm"/>
      <inkml:brushProperty name="height" value="0.05" units="cm"/>
      <inkml:brushProperty name="color" value="#AE198D"/>
      <inkml:brushProperty name="inkEffects" value="galaxy"/>
      <inkml:brushProperty name="anchorX" value="-41944.00781"/>
      <inkml:brushProperty name="anchorY" value="-31728.88281"/>
      <inkml:brushProperty name="scaleFactor" value="0.5"/>
    </inkml:brush>
  </inkml:definitions>
  <inkml:trace contextRef="#ctx0" brushRef="#br0">80 29 240,'-2'0'2137,"-1"0"-412,-1 0-236,-1 0-276,1 0-202,0 0-200,0 0-148,1 0-113,-2 0-99,2 0-71,0 0-20,1 1-22,1 0-18,-2 1 3,1 1-3,0 1 9,-1 1-2,1 0-18,-1 2 314,0-1-455,-2 3 419,1 1-466,1 1 126,0 0-92,1 0-7,1 0-30,1 1-12,0-2-56,0 0 5,2-1-24,0 0-6,2 0-18,-1 0 3,2-2-2,0 0-9,0-1 12,1-1 5,1-1-2,0-1 2,0-1-9,2-1 12,1-2-5,0-1-7,1-1 2,1 0-19,0-1-14,-1-1-16,-1-1 2,2-1-20,-1 0 4,0-1-11,-1-1 2,0-1-10,-3 0 2,-1 0 9,-3 0-4,-1 0 12,-1-1 6,-1 1 8,0-2 8,-1 2-11,-1-1 4,0 1-19,-2-1-33,1 2-39,-2-1-66,1 3-41,-1 0-51,1 2-67,-1 0-61,0 3-36,-2 0-44,-1 1-77,0 2-40,0 1-60,-1 0-121,2 2-102,0 0-103,2-1-114,-1 1-168,2-1-216,-1 1-394,1-2-69</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4.552"/>
    </inkml:context>
    <inkml:brush xml:id="br0">
      <inkml:brushProperty name="width" value="0.05" units="cm"/>
      <inkml:brushProperty name="height" value="0.05" units="cm"/>
      <inkml:brushProperty name="color" value="#AE198D"/>
      <inkml:brushProperty name="inkEffects" value="galaxy"/>
      <inkml:brushProperty name="anchorX" value="-42805.15625"/>
      <inkml:brushProperty name="anchorY" value="-32577.00781"/>
      <inkml:brushProperty name="scaleFactor" value="0.5"/>
    </inkml:brush>
  </inkml:definitions>
  <inkml:trace contextRef="#ctx0" brushRef="#br0">88 49 328,'0'0'2133,"-2"1"-1237,0 0-83,-1 0-46,-1 0-27,0 0-18,0-1-18,1 0-25,-1 1-5,0-1-28,0 0-3,1-1-48,0 1 2,-1 0-4,-1 0 18,1 0 23,-1 1 13,-1 1 45,0-1 55,1 0 53,0-1 47,-3 6 4924,10-6-5186,0 0-91,0 0-95,0 0-86,-1 0-60,-1 0-51,2 0-40,0 0-98,2 0 41,-1 0-38,0 0 17,1 1 4,1 0 17,1 0 6,1 0-1,2 0 58,3-1-53,1 1 0,0-1 0,4 0-41,1 0 12,2 0-34,2 0-20,0-1-6,1-1-19,1 1-6,1 0-46,-1 0-91,0-1-155,-2 1-178,-1-1-226,-3 0-227,-1-1-221,0 1-225,-3-1-168,0 0-138,-1-1-86,1-1-69,0 0-20,-1-1-41,-1 1-77,0-1-206,-2 1-283,-4-1-403,-2 2 1980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4.823"/>
    </inkml:context>
    <inkml:brush xml:id="br0">
      <inkml:brushProperty name="width" value="0.05" units="cm"/>
      <inkml:brushProperty name="height" value="0.05" units="cm"/>
      <inkml:brushProperty name="color" value="#AE198D"/>
      <inkml:brushProperty name="inkEffects" value="galaxy"/>
      <inkml:brushProperty name="anchorX" value="-44095.91406"/>
      <inkml:brushProperty name="anchorY" value="-33375.69141"/>
      <inkml:brushProperty name="scaleFactor" value="0.5"/>
    </inkml:brush>
  </inkml:definitions>
  <inkml:trace contextRef="#ctx0" brushRef="#br0">53 12 480,'-6'-1'5752,"3"0"-4305,-1 0-176,-2 0-100,0-1-96,0 1-44,1-1-46,1 1-13,0 1 9,1-1 31,0 1 28,0 0 1102,5 0-1102,-1 0-52,1 0-98,0 1-71,1 0-121,-1 1-59,2 0-60,0-1-59,0 2-46,0 0-41,1 1 15,-1 2-9,1 0-8,1 3-26,0 1-58,2 0-33,-2 1-51,1 2-28,-2 0-44,-1 1-30,0 0-42,-1 0-30,1 0-24,0 1-25,-1-1-5,0 0-39,0 0-112,-1 0-195,0 0-317,-1 0-311,-2-1-381,-1 0-359,1-1-407,-1-2-432,3-1-333,1-1-375,3-1-620,6 2-4724,-6-6 7048</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5.371"/>
    </inkml:context>
    <inkml:brush xml:id="br0">
      <inkml:brushProperty name="width" value="0.05" units="cm"/>
      <inkml:brushProperty name="height" value="0.05" units="cm"/>
      <inkml:brushProperty name="color" value="#AE198D"/>
      <inkml:brushProperty name="inkEffects" value="galaxy"/>
      <inkml:brushProperty name="anchorX" value="-45020.93359"/>
      <inkml:brushProperty name="anchorY" value="-34544.88281"/>
      <inkml:brushProperty name="scaleFactor" value="0.5"/>
    </inkml:brush>
  </inkml:definitions>
  <inkml:trace contextRef="#ctx0" brushRef="#br0">26 33 1032,'-1'-1'4065,"-24"-27"20368,25 24-21616,0 5-2641,0 1-55,0-1-45,0 1-34,0 1-44,0 0 9,0 2-7,2 1 0,0 2 0,-1 0 0,3 3 0,-2 1 0,3 1 0,-2 1 0,0 1 0,1 1 0,-1 0 0,0 1 0,-1-1 0,-1 1 0,-1-1 0,0-1 0,0 1-215,0-1-190,0-1-295,-2 0-361,0-1-421,-1 0-359,-2-2-327,0-1-318,1-1-296,3-2-233,3-2-297,8 0-4747,-4-6 3876,-1 0 3653</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5.671"/>
    </inkml:context>
    <inkml:brush xml:id="br0">
      <inkml:brushProperty name="width" value="0.05" units="cm"/>
      <inkml:brushProperty name="height" value="0.05" units="cm"/>
      <inkml:brushProperty name="color" value="#AE198D"/>
      <inkml:brushProperty name="inkEffects" value="galaxy"/>
      <inkml:brushProperty name="anchorX" value="-45877.78906"/>
      <inkml:brushProperty name="anchorY" value="-35705.74609"/>
      <inkml:brushProperty name="scaleFactor" value="0.5"/>
    </inkml:brush>
  </inkml:definitions>
  <inkml:trace contextRef="#ctx0" brushRef="#br0">193 16 512,'-4'-4'7526,"2"2"-5825,-1-1-286,0 0-181,1 1-164,0 1-102,-1 0-121,1 2-65,0 0-105,-2 1-65,2-1-114,-1 0-79,1-1-44,1 0-36,1 1-26,0 1 3,-1 1-32,0 1-1,-1 1-11,-1 1-8,0 1-27,0 1-48,-1 2-45,1 0-48,-1 2-30,-2 0-15,0 2-19,-2 0 3,0 0-22,0 0-4,-1 0-37,-2 0-84,1 0-118,-1-1-180,1 0-213,0-2-218,0 0-214,3-2-217,0-1-207,2-2-191,1-1-157,2 0-91,1-2-125</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5.892"/>
    </inkml:context>
    <inkml:brush xml:id="br0">
      <inkml:brushProperty name="width" value="0.05" units="cm"/>
      <inkml:brushProperty name="height" value="0.05" units="cm"/>
      <inkml:brushProperty name="color" value="#AE198D"/>
      <inkml:brushProperty name="inkEffects" value="galaxy"/>
      <inkml:brushProperty name="anchorX" value="-44839.35938"/>
      <inkml:brushProperty name="anchorY" value="-35109.50781"/>
      <inkml:brushProperty name="scaleFactor" value="0.5"/>
    </inkml:brush>
  </inkml:definitions>
  <inkml:trace contextRef="#ctx0" brushRef="#br0">28 34 368,'-2'-2'2049,"0"-1"-290,-1 0-207,-1 0-220,2-1-162,-2 0-122,0 1-128,2 0-101,0 1-97,1-1-108,0 2-83,1-1-44,2 2-83,0 0-31,1 1-54,2 0-19,4 0-37,0 1-12,3 1-29,1 1-50,3 0 3,0 2-52,1 1-17,1 1-26,-1-1-24,1 2-24,0 0-5,-1 0-11,1 2-8,-2-1-8,-1 1-8,-1 0-45,0 0-73,-1-1-131,-1 0-72,-2-2-142,0 0-159,1-1-219,1-2-235,0 0-246,2-3-209,2-1-193,0-2-355,-2 0-474,-1-2-476,-3 1 3289</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6.205"/>
    </inkml:context>
    <inkml:brush xml:id="br0">
      <inkml:brushProperty name="width" value="0.05" units="cm"/>
      <inkml:brushProperty name="height" value="0.05" units="cm"/>
      <inkml:brushProperty name="color" value="#AE198D"/>
      <inkml:brushProperty name="inkEffects" value="galaxy"/>
      <inkml:brushProperty name="anchorX" value="-46091.55469"/>
      <inkml:brushProperty name="anchorY" value="-36097.23438"/>
      <inkml:brushProperty name="scaleFactor" value="0.5"/>
    </inkml:brush>
  </inkml:definitions>
  <inkml:trace contextRef="#ctx0" brushRef="#br0">1 39 840,'0'-3'3972,"0"1"-2480,0-1-245,0-1-205,0-1-164,0 1-109,0 1-93,0 0-64,0 0-12,0 2-52,0-2-17,0-2 2946,0 6-3219,0 1-34,1-1-13,1 1 0,2 1-13,-1 1-5,0 1 28,1 1 0,-1 2 11,1 0-10,0 3-16,-1 0-23,-1 2-23,-1 0-33,0 1-12,-1 1-10,0 0-56,0 1 6,0 0-34,0 0-2,0 0-2,0 1-10,-1-1-26,1 1-77,0-2-92,0 0-167,0-1-195,0-2-213,0-1-288,2-1-316,2-2-323,-1-1-326,2-2-385,1-1-619,0-1-501,-2-1 708</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6.682"/>
    </inkml:context>
    <inkml:brush xml:id="br0">
      <inkml:brushProperty name="width" value="0.05" units="cm"/>
      <inkml:brushProperty name="height" value="0.05" units="cm"/>
      <inkml:brushProperty name="color" value="#AE198D"/>
      <inkml:brushProperty name="inkEffects" value="galaxy"/>
      <inkml:brushProperty name="anchorX" value="-47002.35547"/>
      <inkml:brushProperty name="anchorY" value="-37257.66797"/>
      <inkml:brushProperty name="scaleFactor" value="0.5"/>
    </inkml:brush>
  </inkml:definitions>
  <inkml:trace contextRef="#ctx0" brushRef="#br0">45 39 168,'-2'0'1712,"0"0"-335,-1 0-213,0 0-184,0 0-166,1 0-110,0 0-92,1 0 444,-1 0-573,0 0-36,1 0 6,-1 0-33,2 0 18,-3 0 2,1 0 8,0 0-1,-1 0-9,0 0-15,1 0-5,0 0-29,1 0 7,0 0-41,1 1-46,0 1-17,0-1-18,0 0-37,0-1 18,0 1-9,2-1 3,2 0 17,1 0 24,4 0-6,0 0-15,3 0-13,0 0-44,2 0-45,1 0-47,-1 0-29,0 0-45,1 0-19,1 0-18,-1 0-7,2 0-1,-2-1-48,1 0-61,-1-1-60,-1 2-73,0-1-71,-1-1-91,0 1-85,-1 0-79,-4 0-44,1-1-62,-2 1-27,-1-1-27,-1 1-7,0 0-47,-2-1-17,-1 0-26,-3 0-24,0 0 4,-1 0-32,-1 0 26,-2 0-46,0 1 22,0-1 12,-1 0-33,-2-1-8,1 0-64,-2 2-96,3 0 742</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7.157"/>
    </inkml:context>
    <inkml:brush xml:id="br0">
      <inkml:brushProperty name="width" value="0.05" units="cm"/>
      <inkml:brushProperty name="height" value="0.05" units="cm"/>
      <inkml:brushProperty name="color" value="#AE198D"/>
      <inkml:brushProperty name="inkEffects" value="galaxy"/>
      <inkml:brushProperty name="anchorX" value="-48076.66406"/>
      <inkml:brushProperty name="anchorY" value="-38065.66406"/>
      <inkml:brushProperty name="scaleFactor" value="0.5"/>
    </inkml:brush>
  </inkml:definitions>
  <inkml:trace contextRef="#ctx0" brushRef="#br0">10 6 912,'0'-6'11713,"0"8"-11262,0-1-32,0 1 37,0 1 25,0 1 22,0 1-31,0 0 3,0 1-48,0 1-54,0 1-34,0 1-80,0 0-49,0 1-48,0 1-32,-2 1-34,0 1-13,0 0-28,1 1-14,0 1-7,0 0-10,1 1 1,0-1-10,-1 0-7,2 1-8,0-2 10,1 1-22,0-2-2,1 2-57,0-2-78,0-1-94,0-1-140,0-2-120,1-1-138,0-1-173,-1-1-181,1-1-200,-1-1-187,1-1-195,0-2-275,-2-1-477</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8.724"/>
    </inkml:context>
    <inkml:brush xml:id="br0">
      <inkml:brushProperty name="width" value="0.05" units="cm"/>
      <inkml:brushProperty name="height" value="0.05" units="cm"/>
      <inkml:brushProperty name="color" value="#AE198D"/>
      <inkml:brushProperty name="inkEffects" value="galaxy"/>
      <inkml:brushProperty name="anchorX" value="-48966.50781"/>
      <inkml:brushProperty name="anchorY" value="-39267.01563"/>
      <inkml:brushProperty name="scaleFactor" value="0.5"/>
    </inkml:brush>
  </inkml:definitions>
  <inkml:trace contextRef="#ctx0" brushRef="#br0">27 15 2785,'0'-11'15350,"2"11"-14510,-1 0-60,1 0-61,0 0-82,0 0 1260,-2 2-1732,0 0-25,0 1 37,0 1 33,0 1 19,0 0 37,0 2 2,0 0 21,0 1-22,-2 0-30,0 2-57,-1 0-33,-1 1-53,1 0-27,0 0-25,-1 0-17,0 0-17,0 0-7,1-2 10,1 1 5,1-1-11,0-1 5,3-1-2,0-1 0,0-1 9,1 0-2,0-2 10,3-1-12,3-1-5,3-2-8,2 0 2,4-2-12,1-2-6,0 0-17,2-1-6,0-1-9,-1 0 2,-2-1-12,-1 0 3,-2 0 9,-2 0-13,-2-1 14,-3 1 5,-1 0 8,-2 0-11,-3-1 23,-2 2-7,-3-2 3,0 0 28,-1 1-17,-2-1 6,-2 1-1,-1-1-9,-1 1 2,-1 0-10,3 3-7,-1 0-27,2 1-2,-1 2-39,0 0-19,0 0-43,1 1-48,2 0-64,0 2-81,2-1-77,-2 1-108,2 0-138,-2 1-121,2 0-157,0 1-111,1 0-97,1 1-100,0-1-69,2 1-103,3 0-102,0 1-83,1-2-110,3 1-111,2 1-251,2-2-314,1 1-389,-2-1 3054</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8.994"/>
    </inkml:context>
    <inkml:brush xml:id="br0">
      <inkml:brushProperty name="width" value="0.05" units="cm"/>
      <inkml:brushProperty name="height" value="0.05" units="cm"/>
      <inkml:brushProperty name="color" value="#AE198D"/>
      <inkml:brushProperty name="inkEffects" value="galaxy"/>
      <inkml:brushProperty name="anchorX" value="-49976.71094"/>
      <inkml:brushProperty name="anchorY" value="-40152.92578"/>
      <inkml:brushProperty name="scaleFactor" value="0.5"/>
    </inkml:brush>
  </inkml:definitions>
  <inkml:trace contextRef="#ctx0" brushRef="#br0">279 6 1136,'-4'-3'8730,"1"2"-7267,0 0-152,-2 1-137,-1 0-106,0 1-61,-4 0-43,0 1-25,0 1-18,0 1-26,0 1-60,-2 0-79,1 2-66,1-1-112,-1 2-97,2 1-115,-1 0-100,0 1-60,1 2-88,-2 0-4,3 1-63,0 0-15,0 1 0,0 0-13,0 0-26,0 0-21,1 0-117,1 1-185,-1-2-188,1 0-283,2 0-259,0-3-253,0 1-260,2-4-236,0 0-188,-1-1-143,1-2-143,-11-2-7629</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9.243"/>
    </inkml:context>
    <inkml:brush xml:id="br0">
      <inkml:brushProperty name="width" value="0.05" units="cm"/>
      <inkml:brushProperty name="height" value="0.05" units="cm"/>
      <inkml:brushProperty name="color" value="#AE198D"/>
      <inkml:brushProperty name="inkEffects" value="galaxy"/>
      <inkml:brushProperty name="anchorX" value="-48851.95313"/>
      <inkml:brushProperty name="anchorY" value="-39591.67578"/>
      <inkml:brushProperty name="scaleFactor" value="0.5"/>
    </inkml:brush>
  </inkml:definitions>
  <inkml:trace contextRef="#ctx0" brushRef="#br0">1 17 1408,'1'-1'1737,"1"0"-272,2-1-202,-1 0-183,0 0-162,1 0-119,-1 0-136,1 0-118,0 1-93,-1 0-100,1 1-58,0 0-33,1 0-37,2 1-13,1 0 9,2 1 13,1 1-13,2 1 6,-1 1-2,2 1-19,0 1-32,2 0-28,-1 0-43,0 2-28,0-1-16,0 1-36,-1 0 7,1 1-14,-1-1-7,-1 1-8,0-2-18,-1 1-42,0 0-54,0 0-101,-1-1-108,0-1-165,-1-1-189,0-1-225,-1-2-265,-2 1-248,-1-2-332,-1-2-561,0 0-613,-1-1 1905</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39.658"/>
    </inkml:context>
    <inkml:brush xml:id="br0">
      <inkml:brushProperty name="width" value="0.05" units="cm"/>
      <inkml:brushProperty name="height" value="0.05" units="cm"/>
      <inkml:brushProperty name="color" value="#AE198D"/>
      <inkml:brushProperty name="inkEffects" value="galaxy"/>
      <inkml:brushProperty name="anchorX" value="-50091.03906"/>
      <inkml:brushProperty name="anchorY" value="-40598.27344"/>
      <inkml:brushProperty name="scaleFactor" value="0.5"/>
    </inkml:brush>
  </inkml:definitions>
  <inkml:trace contextRef="#ctx0" brushRef="#br0">154 12 1024,'-2'-2'8422,"0"-1"-7212,0 1 165,-1 1-469,0-1-133,1 1-96,0 1-91,-1 0-72,1 0-83,-2 0-60,0 1-30,2 0-46,-2 1 17,-1 1-28,-1 1-3,-1 1 1,-1 1-11,1 1-7,1 1-8,-2 0-46,1 2-43,1 0-38,-1 1-50,3 0 0,0 1-15,0 0 1,1 0-19,0 0-24,2-1 6,0 1-22,1-2 60,1 0-36,1-2-6,0 0 2,1-1-11,0-2-7,1-1 1,2 0 9,0-1-22,0-1 6,2-1-20,1-1-14,0-1-44,0 0-27,2-2-24,0-1-34,2-1-22,-1-1-25,0-1-33,-2-1 6,1-1-24,-2 0 6,0-1-13,-2-1-24,-2 1-32,-1-1-20,-3 0-45,0 0-9,-1 0-30,-2 0-12,-2 0-37,-1 0-1,-3 1-12,0 2-8,0 0-18,-3 1-23,-1 2-14,-1 2-27,-1 1-31,-3 2-13,0 1-74,0 1-37,0 2-89,2 0-65,2 0-138,2 0-241,0 0-447,4 1-661,2-1 2350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40.449"/>
    </inkml:context>
    <inkml:brush xml:id="br0">
      <inkml:brushProperty name="width" value="0.05" units="cm"/>
      <inkml:brushProperty name="height" value="0.05" units="cm"/>
      <inkml:brushProperty name="color" value="#AE198D"/>
      <inkml:brushProperty name="inkEffects" value="galaxy"/>
      <inkml:brushProperty name="anchorX" value="-49091.33984"/>
      <inkml:brushProperty name="anchorY" value="-39788.90625"/>
      <inkml:brushProperty name="scaleFactor" value="0.5"/>
    </inkml:brush>
  </inkml:definitions>
  <inkml:trace contextRef="#ctx0" brushRef="#br0">8 59 1424,'0'-2'11777,"0"3"-10787,0 1-68,-2 0 8,1-2-28,-1-1 14,-1 0 971,4 0-971,1-1-19,1 1-72,0 0-85,0-1-74,1 0-110,1 1-137,1 0-103,2-1-70,1 1-68,3-2-76,2 1-32,2 1-46,1-2-87,0 1-148,2 1-217,1 0-297,1-1-377,0-1-362,0 1-451,-2-1-523,0-1-544,-2 0-1023,-1-1-332,-2 0-102,-4 1 3328</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40.675"/>
    </inkml:context>
    <inkml:brush xml:id="br0">
      <inkml:brushProperty name="width" value="0.05" units="cm"/>
      <inkml:brushProperty name="height" value="0.05" units="cm"/>
      <inkml:brushProperty name="color" value="#AE198D"/>
      <inkml:brushProperty name="inkEffects" value="galaxy"/>
      <inkml:brushProperty name="anchorX" value="-50247.11719"/>
      <inkml:brushProperty name="anchorY" value="-40577.19922"/>
      <inkml:brushProperty name="scaleFactor" value="0.5"/>
    </inkml:brush>
  </inkml:definitions>
  <inkml:trace contextRef="#ctx0" brushRef="#br0">7 23 1488,'-3'4'7655,"1"-2"-6118,1 0-314,1-1-214,3 0-141,0 0-129,4-1-95,1 1-100,2-1-68,3 0-85,4-2-60,2 1-76,2 0-90,2-1-76,0 0-99,2 1-132,1 0-168,0 0-172,0-1-249,-1 0-332,-1 0-406,-1-1-424,-2-1-586,-1 1-835,-3-1-261,-5 1 1902</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53.172"/>
    </inkml:context>
    <inkml:brush xml:id="br0">
      <inkml:brushProperty name="width" value="0.05" units="cm"/>
      <inkml:brushProperty name="height" value="0.05" units="cm"/>
      <inkml:brushProperty name="color" value="#AE198D"/>
      <inkml:brushProperty name="inkEffects" value="galaxy"/>
      <inkml:brushProperty name="anchorX" value="-52292.89063"/>
      <inkml:brushProperty name="anchorY" value="-44722.18359"/>
      <inkml:brushProperty name="scaleFactor" value="0.5"/>
    </inkml:brush>
  </inkml:definitions>
  <inkml:trace contextRef="#ctx0" brushRef="#br0">16 65 504,'0'0'2603,"-2"0"-2343,1 0-41,-1 0-15,0 0-20,1 0 1447,2 0-1579,1 0 4,2-1 0,-1 0-9,1 0-35,2-1 19,1 0-27,0 0-3,0-1 0,0 0-1,0 1-9,0-1 21,1 0-7,-2 1 3,1 1-9,0 0 2,-2 0 9,1-1-4,-1 1 12,-2 1-4,-1-1 30,0 1 20,-2 0 288,0-1-184,0-1 15,0 1 17,0-1-12,-1 1 6,1-1-2,0 1 0,0-1 0,-1 1-10,-1-1 13,0 1-14,1 0 5,0-1-2,0 1-28,1 0 8,-1-1-13,1 1-17,0 0-14,0 0-25,1 0 5,-1-1-13,0 1-7,0 0-36,0 0 0,0 0 304,-2 1-285,0 0-1,-1 0 30,-1 0 2,2 0 0,-1 0 21,2 0-6,0 0-6,1 0 12,-2 0-5,0 0 2,1 0-9,-1 0 12,0 0-4,-1 0-9,1 0-15,1 0 4,0 0 15,0 0-32,1 0 96,0 0-111,0 1-4,0 0-9,-2 1-34,0-2 28,-1 1 8,0 1 7,0-1 0,-1 0-18,1 0 15,-2 1-5,2-1-9,0 1 4,1-1-12,-1 0-15,0 1 4,1-1-3,-1 0-10,0 1 13,1 0-14,0 1 14,1 0-14,-1 1 5,0 0 7,-2 1-2,1 0-18,-1 0 15,0 2-15,1 1 14,1 0-4,2 3-9,1 2 13,2 1-4,2 1 1,2 1 9,0 2-2,2-1 10,-1 2-11,1 1 3,2 0-10,0 1 21,0 1-35,-1 1 11,0 0-4,1 1 0,0 0 9,-1 0-2,0 0 1,0 1-9,-1 0 30,0-2-18,0 0-13,-2 0 5,0-1-12,-2-1-7,0-2 20,-1 0-16,1-2 5,-1-1-20,0-3-3,0-3-11,1-1-25,-2-2-32,2-1-67,1-2-488,-1-1 235,0-3-297,0-1-153,-2-2-216,1-2-222,0-1-287,-4-1-542,-2-1-661,0 2 1680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54.956"/>
    </inkml:context>
    <inkml:brush xml:id="br0">
      <inkml:brushProperty name="width" value="0.05" units="cm"/>
      <inkml:brushProperty name="height" value="0.05" units="cm"/>
      <inkml:brushProperty name="color" value="#AE198D"/>
      <inkml:brushProperty name="inkEffects" value="galaxy"/>
      <inkml:brushProperty name="anchorX" value="-53391.22656"/>
      <inkml:brushProperty name="anchorY" value="-46177.11719"/>
      <inkml:brushProperty name="scaleFactor" value="0.5"/>
    </inkml:brush>
  </inkml:definitions>
  <inkml:trace contextRef="#ctx0" brushRef="#br0">409 1 8,'0'0'0,"-2"1"792,-1 0-177,-1 0-90,-1 0-68,-1 1-63,-1-1-11,-1 2-51,0-1-27,-1 1-4,-1 0 5,-3 1-22,1 0-2,-2 0-1,1 0-29,1 1-1,-1 0-20,1 0 3,0 1-30,0 1 27,-1-1-66,0 2 10,-1 0-15,0 0-26,0 1 15,1 0-25,1 1 7,0 1-13,1-1 4,0 1-2,-1 1 9,1 1-21,0 0-21,1 1-14,-2 1 2,3 0-12,0 1-7,0 0-8,3 1-18,1 1 14,1-1-14,0 1-16,2-1 14,0-1-24,1-1 16,1 2-5,2 1-27,0-1 8,0-2 15,1-1-25,0-1 18,1-2-5,0-1 1,-1-2-9,-1 0 2,0-2 8,-2 0-11,1-1 12,-1-1-3,0 0 1,-1-1 0,1 0 9,0-2 7,0 1-10,0 0 3,0-1 8,0 0-11,0-1 12,0 1-3,0-1 1,0 0-17,0-1 11,2 0-40,0 0-36,-1 0-75,1 0-86,-1-1-122,-1 1-153,1-2-155,-1 1-178,0 0-201,0 0-318,0-1-566,0 0 56</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6:14.777"/>
    </inkml:context>
    <inkml:brush xml:id="br0">
      <inkml:brushProperty name="width" value="0.05" units="cm"/>
      <inkml:brushProperty name="height" value="0.05" units="cm"/>
      <inkml:brushProperty name="color" value="#AE198D"/>
      <inkml:brushProperty name="inkEffects" value="galaxy"/>
      <inkml:brushProperty name="anchorX" value="-54157.91797"/>
      <inkml:brushProperty name="anchorY" value="-48660.9375"/>
      <inkml:brushProperty name="scaleFactor" value="0.5"/>
    </inkml:brush>
  </inkml:definitions>
  <inkml:trace contextRef="#ctx0" brushRef="#br0">20 136 1720,'-1'-2'2849,"-1"-2"-747,0-2-1197,2 0 250,1 0-207,0-1-75,2 1-48,0 0-85,1 0-57,0 1-48,-1-1-32,1 1-7,-1-2 25,1 2 29,1-2 30,2 1 51,-2 0 36,3 1 31,1 0 16,0 0-1,0 1 22,-1 0-43,-1 0 23,0 1-83,-1 0-51,0 0-47,-1 1-78,0 1-67,-1 1-101,-1-1-74,-1 1-110,-1 0-34,-1 0-68,0 0-35,2 2-24,0-1-18,-1 1 67,1 0-68,-1 1 4,-1 1-1,0 0 6,1 2-2,-1 0 29,0 1 20,-1 3-4,1 1 144,0 1 44,0 7 444,0 4-480,0 3 159,0 1-78,0 2-49,0 2-100,-1 0-41,-3 3-44,-1 1-15,-2 1-1,-1 1-13,-2 1-6,-1 1-26,-1 0 15,-2 2 3,0-1-11,1 0 5,0-2-30,0 0-2,2-2 0,2-1-21,3 0-32,2-3-10,2-2-38,1-1-76,1 0-130,2-3-110,0-2-139,0-2-181,2-3-132,1-1-205,1-2-175,0-4-158,0-2-126,0-2-142,2-2-154,1-3-140,3-2-155,0-2-141,2-4-137,-1-1-379,-1-3-636,0 0-130,-4 2 3990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6:16.372"/>
    </inkml:context>
    <inkml:brush xml:id="br0">
      <inkml:brushProperty name="width" value="0.05" units="cm"/>
      <inkml:brushProperty name="height" value="0.05" units="cm"/>
      <inkml:brushProperty name="color" value="#AE198D"/>
      <inkml:brushProperty name="inkEffects" value="galaxy"/>
      <inkml:brushProperty name="anchorX" value="-55124.46094"/>
      <inkml:brushProperty name="anchorY" value="-50435.84375"/>
      <inkml:brushProperty name="scaleFactor" value="0.5"/>
    </inkml:brush>
  </inkml:definitions>
  <inkml:trace contextRef="#ctx0" brushRef="#br0">248 17 1048,'0'0'0,"-1"0"1072,-1 0-195,0 0-76,-1-1-74,0 0-51,1 0-52,0 0-20,1 0-37,0 0-31,1 0-32,0-1-32,0 1-31,-2 0-43,0-1-10,1 1-48,-1 0-54,1 0-7,0 1 505,-1 1-724,1 0 1,-1 0-13,-1 1-17,0 1-15,1 0-7,-2 0 10,1 2 5,-1 2-11,0 1 14,0 1-4,-2 3 1,-1 2 9,0 1-2,-1 4-9,1 1-15,0 4 4,2 1 15,-1 3-4,0 2-17,-1 2 15,0 1-15,-1 2 5,2 1 7,-1 1-21,0 1 7,0-2-3,-3 1-28,2 0-30,-1-2-39,1-2-95,0-2-99,0 0-176,1-3-157,2-1-159,0-3-170,1-1-139,1-3-139,2-2-128,0-2-214,-1-2-262,0-3 494</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6:17.980"/>
    </inkml:context>
    <inkml:brush xml:id="br0">
      <inkml:brushProperty name="width" value="0.05" units="cm"/>
      <inkml:brushProperty name="height" value="0.05" units="cm"/>
      <inkml:brushProperty name="color" value="#AE198D"/>
      <inkml:brushProperty name="inkEffects" value="galaxy"/>
      <inkml:brushProperty name="anchorX" value="-54030.30469"/>
      <inkml:brushProperty name="anchorY" value="-50434.85156"/>
      <inkml:brushProperty name="scaleFactor" value="0.5"/>
    </inkml:brush>
  </inkml:definitions>
  <inkml:trace contextRef="#ctx0" brushRef="#br0">197 0 144,'0'0'5557,"-2"0"-5357,0 0-44,-1 0-33,0 0-35,0 0-32,-1 2 5,-1-1-14,0 1-16,0 1 3,-1 2-11,-1 2-7,-1 1-8,2 2 1,-1 1-10,0 4-7,0 1 11,-1 3-5,0 2-26,1 4 18,0 1-45,0 3-100,-2 1-122,0 1-104,-1 2-209,-1 0-327,-3 0-645,0 0-791,1-7 2464</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48"/>
    </inkml:context>
    <inkml:brush xml:id="br0">
      <inkml:brushProperty name="width" value="0.05" units="cm"/>
      <inkml:brushProperty name="height" value="0.05" units="cm"/>
      <inkml:brushProperty name="color" value="#AE198D"/>
      <inkml:brushProperty name="inkEffects" value="galaxy"/>
      <inkml:brushProperty name="anchorX" value="-96201.54688"/>
      <inkml:brushProperty name="anchorY" value="-81149.51563"/>
      <inkml:brushProperty name="scaleFactor" value="0.5"/>
    </inkml:brush>
  </inkml:definitions>
  <inkml:trace contextRef="#ctx0" brushRef="#br0">237 564 1064,'-17'-21'28292,"15"22"-27260,-2 0-151,-1 0-181,0 1-87,-3-1-500,0 2-69,-1-1-16,-1 1-28,1 0 0,-2 1 0,-2 1 0,1 0 0,-2 1 0,-1 0 0,1 1 0,1 1 0,0 0 0,0 2 0,2 0 0,0 0 0,3 1 0,3 0 0,1 0 0,2 0 0,2 1 0,1 0 0,3 2 0,2-2 0,3 2 0,3-1 0,2 0 0,1-1 0,2-2 0,3-1 0,-1 0 0,1-1 0,1 0 0,0-2 0,-1-1 0,1 0 0,-1-2 0,0-1 0,4-1 0,2 0 0,-1-2 0,-1-1 0,-2-2 0,-4 0 0,0-1 0,-2-1 0,-2 1 0,-1-2 0,0 0 0,-2 0 0,0 0 0,-1-1 0,-2 0 0,-1 0 0,-2-2 0,1 1 0,-1 0 0,2 0 0,0 0 0,1 1 0,0 0 0,2 0 0,-1-1 0,0 0 0,-1 1 0,1-1 0,-1 1 0,-1 0 0,-2 1 0,0 1 0,-2 0 0,0 1 0,-1-1 0,-3 2 0,-1 0 0,1 1 0,-1 0 0,-1 0 0,0 1 0,1 1 0,-1-1 0,0 1 0,-1 0 0,0 0 0,-1 0 0,1 1 0,0 0 0,-2-1 0,1 0 0,-1 0 0,0-1 0,1 0 0,-1 1 0,1-1 0,0 1 0,1-1 0,-1 1 0,1 0 0,1 0 0,1 1 0,1 0 0,0 0 0,1 0 0,0 0 0,0 0 0,0 0 0,1 0 0,-1 0 0,0 0 0,0 0 0,0 0 0,0 0 0,0 0 0,0-1 0,0 0 0,0 0 0,0 0 0,0 0 0,0-1 0,0 1 0,0 0 0,0 0 0,0 0 0,0 1 0,0-1 0,0 0 0,0-1 0,2 1 0,-1-1 0,3 0 0,-1 1 0,0 0 0,1 0 0,-1 0 0,0 0 0,-1 0 0,-1 0 0,1 0 0,0-1 0,0 1 0,-1 0 0,0 1 0,0-1 0,-1 1 0,0 0 0,0 0 0,0 0 0,0 0 0,0 0 0,0-1 0,0 0 0,0 0 0,0 0 0,0 0 0,0 1 0,0 0 0,0 0 0,0 0 0,0 0 0,0 0 0,0 0 0,0 0 0,0 0 0,0 0 0,0 0 0,0 0 0,0 0 0,1 0 0,1 0 0,0 0 0,-1 0 0,0 0 0,2 0 0,-1 0 0,0 0 0,-1 0 0,0 0 0,0 0 0,-1 0 0,0 0 0,0 0 0,0 0 0,0 0 0,2 0 0,0 0 0,-1 0 0,1 0 0,-1 0 0,-1 0 0,1 0 0,-1 0 0,0 0 0,0 0 0,0 0 0,0 0 0,0 0 0,0 0 0,0 0 0,0 0 0,0 0 0,1 0 0,1 0 0,0 0 0,-1 0 0,0 0 0,0-1 0,0 0 0,0 0 0,1 0 0,0 0 0,-1 1 0,2-1 0,-1 1 0,1-1 0,0 0 0,0 0 0,-1 0 0,0-1 0,1 1 0,-1 0 0,0 0 0,0 0 0,-1 1 0,-1-1 0,2 0 0,0 0 0,1 0 0,-1 0 0,-1 1 0,-3-1 0,1 1 0,-2 0 0,2 0 0,-1 0 0,1 0 0,1 0 0,0 0 0,0 0 0,0 0 0,0 0 0,0 0 0,0 0 0,0 0 0,-2 0 0,1 0 0,-1 0 0,0 0 0,1 0 0,1 0 0,-1 0 0,1 0 0,0 0 0,0 0 0,0 1 0,0 0 0,0 1 0,0-2 0,0 1 0,0 0 0,0-1 0,0 0 0,0 0 0,0 0 0,0 0 0,0 0 0,0 0 0,0 0 0,0 0 0,0 0 0,0 0 0,0 0 0,0 0 0,0 0 0,0 0 0,0 0 0,0 0 0,0 0 0,-1 0 0,-1 0 0,0 0 0,1 0 0,0-1 0,0-1 0,1 1 0,-1 0 0,1 1 0,0-1 0,0 1 0,1 0 0,-1 0 0,0 0 0,0 0 0,0 0 0,0 0 0,0 0 0,0 0 0,0 0 0,0 0 0,0 0 0,0 0 0,0 0 0,0 0 0,0 0 0,0 0 0,0 0 0,-2 0 0,0 0 0,-1 0 0,-1 0 0,0 0 0,0 0 0,1 1 0,-1 0 0,0 1 0,0-2 0,1 2 0,0 0 0,-1-1 0,1 1 0,-1 0 0,0 1 0,1-1 0,0 1 0,0 0 0,0 1 0,1 0 0,1 0 0,1 0 0,0 1 0,0-1 0,0 2 0,2-1 0,0 1 0,-1 1 0,3 0 0,0-1 0,2 1 0,1 0 0,0 0 0,1 1 0,1-1 0,0 0 0,1-1 0,1-1 0,0 0 0,-1-1 0,2 0 0,0-2 0,-1 1 0,0-1 0,0 0 0,0-2 0,0-1 0,-1 0 0,0-1 0,-1 0 0,0 0 0,0-1 0,0 0 0,-3 0 0,1-1 0,-2 1 0,1-1 0,-2-1 0,-1 1 0,-1-1 0,-1-1 0,-1 1 0,0-1 0,-2 0 0,0-1 0,-1 0 0,-1 0 0,0 0 0,0-1 0,-1 0 0,-1 0 0,-1 0 0,1-1 0,0 1 0,1 1 0,-1 0 0,0 1 0,1 0 0,0 2 0,0-1 0,2 2 0,-1 1 0,1 1 0,0 0 0,2 1 0,0 0 0,0 0 0,1 0 0,0 0 0,0 0 0,2 0 0,0 0 0,0 2 0,1-1 0,0 1 0,0 1 0,0 0 0,0 0 0,0 1 0,0 1 0,2 0 0,-1 0 0,1 0 0,1 2 0,1 0 0,-1-1 0,1 1 0,-2 0 0,0 0 0,1 1 0,1-1 0,0 2 0,1-2 0,-1 1 0,0 0 0,0-1 0,-2 0 0,1-1 0,1-2 0,0 1 0,0-1 0,1-1 0,-1 0 0,0-1 0,-2-1 0,0 0 0,1-1 0,1-1 0,0 0 0,1-1 0,1-2 0,-1 0 0,3 0 0,-1-2 0,1 0 0,-1-2 0,0-1 0,-2-1 0,-1 0 0,-2-1 0,-3 0 0,-1-1 0,-4-1 0,0-2 0,-1 0 0,-2-1 0,-1 0 0,-3 0 0,0-2 0,-2 1 0,-4-1 0,-1 0 0,-3-1 0,0 2 0,0-1 0,-2 2 0,1 2 0,1 0 0,1 2 0,0 1 0,3 1 0,1 2 0,2 1 0,0 0 0,4 3 0,2-1 0,1 2 0,2 1 0,0 1 0,1 0 0,0 1 0,2 0 0,0 0 0,0 1 0,1 0 0,2 1 0,0 2 0,2 0 0,1 1 0,1 0 0,2 2 0,0 1 0,1 1 0,0 0 0,1 2 0,3 1 0,-1 0 0,2 0 0,-1 1 0,1 0 0,1 1 0,-1-1 0,0 1 0,1 0 0,-1 0 0,1 0 0,-2 1 0,-1 0 0,-1 0 0,1-1 0,-1 0 0,0-1 0,-1-1 0,1 0 0,0-1 0,0-1 0,-1-1 0,-1-2 0,1 0 0,-1-1 0,-1-1 0,1-2 0,0 0 0,-3-1 0,1-2 0,0 0 0,0-1 0,1 0 0,-2-2 0,1 0 0,-1-1 0,2 0 0,-2-1 0,0-1 0,-1-2 0,-2 0 0,0 0 0,-2-1 0,0-2 0,-3 0 0,0-2 0,-2-1 0,1 0 0,-2-2 0,-1 0 0,-1-1 0,0-2 0,-3 0 0,-1 0 0,-1-2 0,-2 1 0,1-1 0,-2 2 0,2 1 0,0 0 0,2 2 0,1 3 0,0 1 0,1 3 0,2 0 0,3 3 0,-1 1 0,1 2 0,0 0 0,1 1 0,0 0 0,1 2 0,1-1 0,1 1 0,0 0 0,0 0 0,0 1 0,0 2 0,0 0 0,2 1 0,0 1 0,1 1 0,1 0 0,0 2 0,3 0 0,2 2 0,0-1 0,1 2 0,0 0 0,1 1 0,2 1 0,-1-1 0,2 2 0,1 0 0,-1 1 0,1 0 0,-2 0 0,1 0 0,1 1 0,-2-1 0,2 0 0,0-1 0,-1-1 0,0 1 0,-1-2 0,-1 0 0,1 0 0,-1-1 0,-1-2 0,1 0 0,0-2 0,0 0 0,0-1 0,0-2 0,0-1 0,0-1 0,-1-2 0,-1-1 0,2-1 0,-1-1 0,1 0 0,2-2 0,-1 0 0,1 0 0,-2-1 0,-2 0-103,0-1-138,-2 0 89,-1 0-3,-2 0 54,0 0 17,-2 0 28,-1 0 5,0 2 39,-1 0 0,-1 0-7,0 1 14,0 1-4,0 0-9,-1 1 4,1 1-12,0 0 13,0 1-4,0 0 10,0 1-2,2 0 1,0 0 9,-1 2 16,3-2-13,-2 1 15,3 0-14,-2 0-5,0 0 20,1-1 22,1-2-53,-1 1 55,2-2-27,0 0 37,1-1-29,0-1 10,0 0-13,-1-1 4,1 0-2,1-1-9,0 1 2,-2-2-20,1 1 15,-2-2-14,-2 0 12,0 0-22,-2 0 16,0 1-5,-3 0 1,-2-1 19,1 1 3,-4 1 29,-1-2 2,-1 1 21,-1 0-14,-1 1 33,0 0-18,0 1 15,0 0-12,2 2 12,-1 0-78,1 0-5,2 2-3,-2-1-4,1 2 0,-3 1 0,0 0 0,1 0 0,-3 1 0,2 0 0,-1 1 0,2 0 0,0 1 0,1 1 0,1 0 0,3 0 0,2 1 0,1 0 0,1 1 0,1 1 0,2-1 0,2 2 0,2-1 0,1 0 0,3 0 0,0 1 0,2-1 0,2-1 0,0 1 0,1-1 0,0 0 0,-1 0 0,1-1 0,0-1 0,1 1 0,1-1 0,-1 0 0,1-2 0,-1-1 0,0-1 0,-1-1 0,1 1 0,1-3 0,0 0 0,0-1 0,0 0 0,-2-1 0,-1 0 0,0-2 0,-1-1 0,0 0 0,1-2 0,-1 0 0,1-2 0,-1 2 0,-1-1 0,-3 0 0,-2 0 0,-2 0 0,-1-1 0,-1 0 0,-3 2 0,-1-1 0,-1 1 0,-1 1 0,-2 0 0,0 1 0,1 0 0,0 1 0,-1 1 0,-2 0 0,0 1 0,-1 0 0,1 0 0,0 1 0,2 1 0,0 0 0,0 1 0,2 0 0,-1 0 0,1 0 0,-1 1 0,1 1 0,-1 0 0,-2 1 0,0 2 0,0 0 0,0 1 0,1 2 0,1 0 0,1 2 0,2 0 0,2 1 0,1-1 0,1 1 0,2 0 0,2-1 0,1 1 0,0-1 0,1-2 0,0 0 0,0-1 0,0 0 0,0 0 0,-1-1 0,1-1 0,2-1 0,-1-1 0,1-1 0,-1-1 0,-1-1 0,1-2 0,-1 0 0,0 0 0,-1-1 0,1 0 0,-2-1 0,-2-2 0,-2 1 0,-1-1 0,-1-2 0,-1 0 0,0 0 0,-2 0 0,-2-1 0,-2-1 0,-1 0 0,-1-2 0,0-1 0,-3-1 0,0 0 0,-1-1 0,-2-2 0,-3 1 0,-1-2 0,1 0 0,0 0 0,0 0 0,2 2 0,0-2 0,1 2 0,2 1 0,1 2 0,3 2 0,2 2 0,1 2 0,2 3 0,0 0 0,2 2 0,0 1 0,1 0 0,0 1 0,0-1 0,1 3 0,1-1 0,-1 2 0,3 2 0,3 0 0,3 2 0,2 3 0,3 2 0,0 1 0,1 1 0,-2 2 0,1-1 0,0 1 0,-1 0 0,0 1 0,1 1 0,-1 2 0,1-1 0,-2 1 0,1 1 0,-2-1 0,0 1 0,1 1 0,-2-2 0,2 0 0,1-1-765,-1-1-1715,1-2-191,1 0-823,1-2-704,2-1-1055,2-1-218,3 0 106,-4-2 2695</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48.826"/>
    </inkml:context>
    <inkml:brush xml:id="br0">
      <inkml:brushProperty name="width" value="0.05" units="cm"/>
      <inkml:brushProperty name="height" value="0.05" units="cm"/>
      <inkml:brushProperty name="color" value="#AE198D"/>
      <inkml:brushProperty name="inkEffects" value="galaxy"/>
      <inkml:brushProperty name="anchorX" value="-98979.07813"/>
      <inkml:brushProperty name="anchorY" value="-81881.67188"/>
      <inkml:brushProperty name="scaleFactor" value="0.5"/>
    </inkml:brush>
  </inkml:definitions>
  <inkml:trace contextRef="#ctx0" brushRef="#br0">242 124 1688,'0'-1'1449,"0"-2"-244,-2-2-51,1 0-122,-1-1-48,0-1-17,1 0 24,1 0 36,-1-1 37,1 1 87,0 0 92,0 0 121,0 1 135,0 0 134,0 2 98,0-1 100,0 1-15,-1 1-40,-1-1-123,0 2-165,-1-2-160,-3 2-205,-2-1-213,-1 0-298,0 0-668,-3 0 160,1 2-104,-2 1 0,-1 1 0,0 2 0,0 1 0,1-1 0,0 1 0,2-1 0,1 1 0,-1 1 0,0-1 0,1 2 0,0 0 0,2 2 0,1 0 0,1 2 0,2 0 0,4 1 0,1 0 0,0 0 0,2 0 0,2 2 0,1-1 0,3 0 0,1 1 0,1-1 0,1 1 0,2 0 0,2-1 0,2 0 0,2-3 0,1 1 0,1-2 0,1-1 0,2 0 0,0-1 0,1-1 0,-2 0 0,0 1 0,1-2 0,0 0 0,-2 0 0,-1 1 0,-1-1 0,-2 0 0,-1 0 0,0 1 0,-3-1 0,0 0 0,-1 0 0,-2 0 0,-1 0 0,-3 0 0,-3 0 0,-1 0 0,-2 1 0,-2-1 0,0 1 0,-2 1 0,-4-1 0,-1 2 0,-4-1 0,-4 1 0,-2 0 0,-2 1 0,-4 0 0,-1-1 0,-3 2 0,-2-1 0,-3-1 0,1 1 0,0-1 0,1 0 0,2-1 0,0-1 0,3-2 0,3 0 0,1-2 0,4 0 0,4-2 0,4 0 0,3-2-1176,2 0-542,-1-2-365,2-2-371,3-2-274,4-2-216,4-1-131,6-2-122,2-1-162,4 0-361,1 0-99,-4 2 1546</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49.173"/>
    </inkml:context>
    <inkml:brush xml:id="br0">
      <inkml:brushProperty name="width" value="0.05" units="cm"/>
      <inkml:brushProperty name="height" value="0.05" units="cm"/>
      <inkml:brushProperty name="color" value="#AE198D"/>
      <inkml:brushProperty name="inkEffects" value="galaxy"/>
      <inkml:brushProperty name="anchorX" value="-98079.5"/>
      <inkml:brushProperty name="anchorY" value="-81292.24219"/>
      <inkml:brushProperty name="scaleFactor" value="0.5"/>
    </inkml:brush>
  </inkml:definitions>
  <inkml:trace contextRef="#ctx0" brushRef="#br0">27 39 3497,'-4'-4'6514,"2"1"-3717,1 0-203,2-1-87,0 1-50,0 0-95,1-2 1917,-2 2-2509,-2 1-267,-1 0-260,0 0-267,0 0-833,-1 1-55,1 0-51,0 0-37,1 1 0,1 0 0,0 0 0,1 2 0,0-1 0,2 0 0,0 1 0,3 1 0,4 3 0,9 6 0,7 4 0,2 2 0,-2 0 0,0 0 0,-4 0 0,0-1 0,0 4 0,-2 0 0,-1 0 0,-2 0 0,-1-1 0,-2-1 0,-1-1 0,-3-1 0,-1 0 0,-1-2 0,1-1 0,-1-2 0,-1-1 0,-2-1 0,-1-1 0,-1-3 0,1 0 0,-1-2 0,1-2 0,0-1 0,0-1-1652,-43-42-28515</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50.029"/>
    </inkml:context>
    <inkml:brush xml:id="br0">
      <inkml:brushProperty name="width" value="0.05" units="cm"/>
      <inkml:brushProperty name="height" value="0.05" units="cm"/>
      <inkml:brushProperty name="color" value="#AE198D"/>
      <inkml:brushProperty name="inkEffects" value="galaxy"/>
      <inkml:brushProperty name="anchorX" value="-99221.01563"/>
      <inkml:brushProperty name="anchorY" value="-82455.10156"/>
      <inkml:brushProperty name="scaleFactor" value="0.5"/>
    </inkml:brush>
  </inkml:definitions>
  <inkml:trace contextRef="#ctx0" brushRef="#br0">50 278 1784,'0'0'0,"-3"-1"2417,-2 0-439,-1 0-239,0 0-211,-1 0-129,1 1-49,-10-1 9381,18 1-9105,1 0-91,0-1-153,1 0-133,0-1-201,1-1-155,1-1-192,1-1-144,2 0-138,1-1-139,0-1-154,0-1-122,0 1 17,0-1-21,-1 1 0,0 0 0,1 0 0,-1 0 0,0 1 0,-1 0 0,-2 1 0,1 0 0,-2 2 0,0 0 0,1 0 0,0 0 0,1 1 0,1-1 0,1 0 0,-1-1 0,3-1 0,1 2 0,0-2 0,2 1 0,1-1 0,-1 2 0,1-1 0,0 1 0,-1-1 0,1 2 0,0-1 0,-1 0 0,-1 1 0,-2 1 0,0 0 0,-2 1 0,0 0 0,-2 0 0,0 0 0,-1 0 0,1 0 0,1 0 0,-1 0 0,0 0 0,0 0 0,0 0 0,0 0 0,1 1 0,-2 1 0,0-1 0,0 0 0,-1 0 0,1 2 0,-1-1 0,0 1 0,0-1 0,0 1 0,1 1 0,-1 0 0,0 0 0,1 0 0,1 0 0,-1 1 0,0 0 0,1 1 0,0-1 0,1 1 0,-1-1 0,-1 1 0,1-1 0,0 0 0,1 1 0,0-1 0,-1 2 0,0-1 0,0 1 0,-2-1 0,1 1 0,-1 0 0,0 1 0,-1 0 0,0-1 0,0 0 0,-1 0 0,-1 0 0,-1 0 0,0-2 0,-1 0 0,0-1 0,0-1 0,0 0 0,0-1 0,0-1 0,-1-1 0,1 1 0,0-1 0,0 0 0,-1-2 0,-1 1 0,-2-1 0,-1 0 0,-1-1 0,-1-1 0,-2 0 0,1-2 0,-1-1 0,-2-1 0,2 0 0,0-2 0,1 0 0,1 0 0,2-1 0,0 0 0,2 0 0,0 0 0,2 1 0,0 1 0,2-1 0,1 1 0,0 0 0,2 1 0,0 0 0,2 0 0,2 1 0,0-1 0,2 0 0,1 1 0,-1 1 0,1-1 0,-1 2 0,-1-1 0,0 1 0,0-1 0,0 1 0,0 0 0,-1-1 0,1 1 0,-1 1 0,1-1 0,-2 2 0,0 1 0,0-1 0,-2 1 0,-1 1 0,1-1 0,-2 0 0,1 1 0,0 0 0,0 0 0,0 1 0,-1 0 0,1 0 0,-1 0 0,-1 0 0,2 0 0,-2 1 0,1 1 0,0 1 0,0 0 0,-1 1 0,2 0 0,0 1 0,2 0 0,-1 2 0,1-1 0,1 1 0,-1-1 0,0 0 0,0 0 0,0 1 0,-1 0 0,0 0 0,0 1 0,1 1 0,1 1 0,-2 0 0,1 0 0,-1-1 0,-1 0 0,0-1 0,-1 0 0,1 0 0,0-1 0,-1 0 0,-1-1 0,-1-1 0,-1 0 0,2-1 0,0 1 0,0-2 0,-1 1 0,0-2 0,1-1 0,2-2 0,1-1-868,-1-1-677,-2 0-279,-2-1-367,-3-1-248,-2-1-183,-1 0-139,0-2-3,-1-1 38,1 1 19,0-1-97,-1-1-228,-2 0-369,1 2 2690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50.294"/>
    </inkml:context>
    <inkml:brush xml:id="br0">
      <inkml:brushProperty name="width" value="0.05" units="cm"/>
      <inkml:brushProperty name="height" value="0.05" units="cm"/>
      <inkml:brushProperty name="color" value="#AE198D"/>
      <inkml:brushProperty name="inkEffects" value="galaxy"/>
      <inkml:brushProperty name="anchorX" value="-100967.77344"/>
      <inkml:brushProperty name="anchorY" value="-83156.9375"/>
      <inkml:brushProperty name="scaleFactor" value="0.5"/>
    </inkml:brush>
  </inkml:definitions>
  <inkml:trace contextRef="#ctx0" brushRef="#br0">61 15 1176,'-3'-1'4325,"-1"0"-2666,-1-1-261,-1 0-166,-2 0-109,0 0-49,1 0-30,0 0 0,2 1 24,-2 2 3403,9 0-3329,-1 0-53,3 0-60,-1 0-89,2 1-65,-2-1-93,2 0-114,-1 0-108,-1 0-112,1 0-84,-1 1-82,2-2-73,-2 1-45,0 1-52,1-1-39,0 0-3,1 0-42,0-1 9,-1 1-24,1-1 15,1 0-42,-1 0-129,-1 1-208,-1 0-305,-1 0-316,35 4-25092</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50.995"/>
    </inkml:context>
    <inkml:brush xml:id="br0">
      <inkml:brushProperty name="width" value="0.05" units="cm"/>
      <inkml:brushProperty name="height" value="0.05" units="cm"/>
      <inkml:brushProperty name="color" value="#AE198D"/>
      <inkml:brushProperty name="inkEffects" value="galaxy"/>
      <inkml:brushProperty name="anchorX" value="-101886.40625"/>
      <inkml:brushProperty name="anchorY" value="-84017.5625"/>
      <inkml:brushProperty name="scaleFactor" value="0.5"/>
    </inkml:brush>
  </inkml:definitions>
  <inkml:trace contextRef="#ctx0" brushRef="#br0">27 28 2913,'5'-22'25602,"-8"22"-23923,0-1-376,-1 0-182,0 0-1136,-1 0 160,0 0-126,2 1-19,1 0 0,0 1 0,2 0 0,-1 1 0,2 0 0,-1 1 0,0 1 0,2 0 0,1 2 0,1 1 0,1 1 0,5 4 0,0 0 0,3 3 0,2 0 0,1 1 0,1 0 0,1 2 0,-2 1 0,-1 0 0,1 0 0,1 1 0,-1 1 0,-1-1 0,0 1 0,1-2 0,-2 1 0,1-1 0,-2 0 0,-1 0 0,-1-1 0,-3 0 0,-1-2 0,0-2 0,1-1 0,-3-1 0,1-2 0,1-1 0,-2-3 0,0-1 0,2-1 0,-2-2 0,1-1-541,-2 0-677,0-2-45,-4-3-1778,-3 0 1477,-2 1 64,0 0 154,-2 0 259,-2-1 239,0 2 219,0-2 200,-2 2 149,-1-1 114,0-1 90,-1 0 92,0 1 134,0-1 113,1 0 159,0-1 136,0 0 165,2 1 167,2 0 129,0 1 122,0-1 21,0 2 27,2 0-46,1 1-59,1 0-97,0 1-119,0-1-115,0 2-103,0-2-124,0 0-99,1-1-481,0 0 125,0 0-71,0 1 0,1-1 0,3 0 0,0 0 0,3-2 0,1 0 0,3 0 0,3-1 0,3-2 0,1 0 0,2-1 0,2-1 0,1-1 0,1-1 0,0-1 0,0 1 0,-1-1 0,-1 0 0,-1-1 0,0 1 0,-3-1 0,-1 1 0,0-1 0,-2 1 0,-1 0 0,-1-1 0,-2 1 0,-2 0 0,-3 1 0,-1 0 0,-3 0 0,-1 0 0,-2 0 0,-1 1 0,-2 2 0,1-1 0,-1 1 0,2 2 0,-1 1 0,0 1 0,1 2 0,-1 0 0,0 2 0,-1 1 0,0 1 0,-2 0 0,3 2 0,-1 1 0,0 0 0,1 3 0,0 0 0,2 1 0,0 2 0,2-1 0,3 1 0,0 1 0,2 1 0,2 0 0,2 0 0,1 1 0,0-1 0,2 1 0,1 1 0,2-2 0,1 1 0,-1-2 0,3 0 0,0 0 0,0-2 0,-2 0 0,1-2 0,0 0 0,1-3 0,0 0 0,1-1 0,-2-2-1494,-1-1-702,-4-1-377,-1-1-517,-1-1-469,-1-3-598,1 0-704,0-1-12,0 0 177,-2 1 4015</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51.496"/>
    </inkml:context>
    <inkml:brush xml:id="br0">
      <inkml:brushProperty name="width" value="0.05" units="cm"/>
      <inkml:brushProperty name="height" value="0.05" units="cm"/>
      <inkml:brushProperty name="color" value="#AE198D"/>
      <inkml:brushProperty name="inkEffects" value="galaxy"/>
      <inkml:brushProperty name="anchorX" value="-103391.70313"/>
      <inkml:brushProperty name="anchorY" value="-85164.76563"/>
      <inkml:brushProperty name="scaleFactor" value="0.5"/>
    </inkml:brush>
  </inkml:definitions>
  <inkml:trace contextRef="#ctx0" brushRef="#br0">54 399 1472,'-2'1'3201,"-1"2"-812,-4 2-376,-2 0-296,1 1-154,0 0-31,2 0-72,1-1 31,2-1 43,1 0 42,1 0 1624,3-4-1655,0 1-68,0-1-116,2-1 1868,-2 1-2490,0 0-106,2 0-121,1-1-457,-1-1-4,4 0-34,1 0-17,4-1 0,1 0 0,4-1 0,3-1 0,3-1 0,5-1 0,3 0 0,3-2 0,5-2 0,3-1 0,4-3 0,5-1 0,3-2 0,4-1 0,2 0 0,3-1 0,1-1 0,-1 1 0,0-1 0,-3 2 0,-1-1 0,-4 1 0,-3 1 0,-4 1 0,-3 2 0,-3 2 0,-3 1 0,-4 0 0,-4 3 0,-4-1 0,-4 2 0,-3 0 0,-3 3 0,-4 0 0,-3 2 0,-1-1 0,-3 2 0,0 0 0,-3 1 0,-1 0 0,-1 1 0,-1 0 0,-1 0 0,0 0 0,0 1 0,-1-1 0,-1 0 0,0 1 0,0 0 0,-2 0-719,-3 0-1111,-2 1-221,-3-1-513,-3 0-480,-1-1-480,-2-1-625,-2-1-616,-1 0-22,-2-1 148,4 1 4615</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52.424"/>
    </inkml:context>
    <inkml:brush xml:id="br0">
      <inkml:brushProperty name="width" value="0.05" units="cm"/>
      <inkml:brushProperty name="height" value="0.05" units="cm"/>
      <inkml:brushProperty name="color" value="#AE198D"/>
      <inkml:brushProperty name="inkEffects" value="galaxy"/>
      <inkml:brushProperty name="anchorX" value="-105483.5"/>
      <inkml:brushProperty name="anchorY" value="-85613.4375"/>
      <inkml:brushProperty name="scaleFactor" value="0.5"/>
    </inkml:brush>
  </inkml:definitions>
  <inkml:trace contextRef="#ctx0" brushRef="#br0">62 34 1552,'-9'-17'31011,"7"18"-30944,0-1 42,-1 0-81,-1 0-28,2 0 0,0 0 0,0 0 0,1 0 0,1 1 0,2 0 0,0 1 0,1 2 0,2 1 0,2 2 0,0 2 0,2 0 0,-1 1 0,1 2 0,0 1 0,2 2 0,-1 1 0,1 1 0,-2 2 0,-1 0 0,-1 2 0,1-1 0,-2 0 0,-2 1 0,1 0 0,-2 0 0,2 0 0,-2-2 0,0-2 0,0-1 0,2-3 0,-1-2 0,0-1 0,0-3 0,-1-2 0,2 0 0,-2-2 0,0-1 0,-1-1 0,-1-1 0,0-1 0,-1-1 0,0-2 0,0 0 0,0-2 0,0-2 0,0-1 0,0-1 0,-2 0 0,0-2 0,-1-2 0,-2 0 0,-2-2 0,1 1 0,-2-2 0,0 0 0,-1-2 0,-1-1 0,-1 1 0,-2-2 0,1 1 0,-2-1 0,1 1 0,0 0 0,2 2 0,1 1 0,1 1 0,0 2 0,0 3 0,0 1 0,3 3 0,1 1 0,0 1 0,1 2 0,0 1 0,0 0 0,2 2 0,0 0 0,1 0 0,0 1 0,1 1 0,0 1 0,2 0 0,0 1 0,2 1 0,-1 1 0,2 1 0,0 0 0,4 0 0,0 2 0,1 0 0,2 0 0,0 1 0,1 1 0,1 0 0,0 1 0,0 1 0,1 0 0,-1 1 0,-1 0 0,1 0 0,-2 0 0,-1 0 0,0-1 0,-2 0 0,0-1 0,0 0 0,0-1 0,-2-1 0,-2-1 0,0 0 0,-2-1 0,1-3 0,0 0 0,-2-1 0,0-2 0,-1-1 0,0 0 0,-1-1 0,-2-1 0,-1-1-401,-1-2-1725,-1 0 95,-1-1-427,-1-2-200,-1-1-161,-2-1-73,-1-1 1,1 0 89,-1-1 18,1 0-149,1 0-305,1 2 575</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52.676"/>
    </inkml:context>
    <inkml:brush xml:id="br0">
      <inkml:brushProperty name="width" value="0.05" units="cm"/>
      <inkml:brushProperty name="height" value="0.05" units="cm"/>
      <inkml:brushProperty name="color" value="#AE198D"/>
      <inkml:brushProperty name="inkEffects" value="galaxy"/>
      <inkml:brushProperty name="anchorX" value="-106452.80469"/>
      <inkml:brushProperty name="anchorY" value="-86651.92188"/>
      <inkml:brushProperty name="scaleFactor" value="0.5"/>
    </inkml:brush>
  </inkml:definitions>
  <inkml:trace contextRef="#ctx0" brushRef="#br0">36 22 376,'0'-2'2665,"0"0"-1528,0 0-127,0 0-55,0 1-75,0-1-45,0 0-42,0 1-50,0 0-66,0-1-51,0 1-58,0-1-56,-2 1-46,0 1-50,-1-1-30,-1 2-52,2 0-37,0 1-50,-2 0-38,2 0-50,-2 0-28,0 2-35,2-1-42,0 0-28,0 1-53,2 1-64,-1-1-107,1 2-89,0-1-134,1 1-170,-1 1-171,0 1-211,0 0-185,2 2-203,1-1-218,3 0-326,-1 1-473,1 0-493,-1-2 3339</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52.915"/>
    </inkml:context>
    <inkml:brush xml:id="br0">
      <inkml:brushProperty name="width" value="0.05" units="cm"/>
      <inkml:brushProperty name="height" value="0.05" units="cm"/>
      <inkml:brushProperty name="color" value="#AE198D"/>
      <inkml:brushProperty name="inkEffects" value="galaxy"/>
      <inkml:brushProperty name="anchorX" value="-105598.03125"/>
      <inkml:brushProperty name="anchorY" value="-85912.30469"/>
      <inkml:brushProperty name="scaleFactor" value="0.5"/>
    </inkml:brush>
  </inkml:definitions>
  <inkml:trace contextRef="#ctx0" brushRef="#br0">1 108 1064,'1'0'2393,"3"1"-458,1 0-261,2 0-272,1 0-207,0-1-125,1 1-104,-2-1-65,1-1-69,1 0-45,0 0-88,0 0-38,1-1-53,-1 1-85,2-2-84,0 1-78,0-1-90,1 0-68,-1-2-47,2 1 4,-1-1-129,0-1-134,0 1-174,0-2-181,-1 1-210,0-1-186,-1-1-268,-1 2-312,0-1-218,-1 1-206,-1 0-244,-2 0-283,-1 0-467,-3 2 317</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56.052"/>
    </inkml:context>
    <inkml:brush xml:id="br0">
      <inkml:brushProperty name="width" value="0.05" units="cm"/>
      <inkml:brushProperty name="height" value="0.05" units="cm"/>
      <inkml:brushProperty name="color" value="#AE198D"/>
      <inkml:brushProperty name="inkEffects" value="galaxy"/>
      <inkml:brushProperty name="anchorX" value="-106740.54688"/>
      <inkml:brushProperty name="anchorY" value="-86652"/>
      <inkml:brushProperty name="scaleFactor" value="0.5"/>
    </inkml:brush>
  </inkml:definitions>
  <inkml:trace contextRef="#ctx0" brushRef="#br0">1 98 248,'0'0'0,"6"-1"680,5-1-438,5 0 87,4-1-80,1-1-6,3-1-11,-3 2-73,-1-1-64,-1 0-15,-3 2-23,-2-1-17,-2 1 12,0 1 13,-3 0-3,0-1 48,-1 1 25,-1-1 33,1 1 13,0-1 19,-1 0-12,-1 1 6,1 1-11,-1-2-7,-1 1 1,0 0 27,0 0 20,-1 0 24,-1 1 43,-1 0 18,1 0 27,-1-1 6,2 0 19,-1 0-13,0 0 6,1 0-21,-1 0 6,1-1-31,-1 1-1,0 0 7,-1-1-12,0 1 31,15-24 20806,-17 26-20909,0 0-9,0 0-12,0 0-37,-1 0 0,-1-1-11,0 1 0,0-1 167,1 0-235,1 0-25,-1 0-62,3 0 3,0-1-9,1 1 0,1-1 0,0 0 0,0 0 0,1 0 0,-1 1 0,0-1 0,-2 0 0,-1 0 0,0-1 0,-1 2 0,0-1 0,0 1 0,0-1 0,0 1 0,-1 0 0,1 0 0,0 0 0,0 0 0,-1 1 0,-1-1 0,0 0 0,1 1 0,-1 0 0,2 0 0,-1 0 0,1-1 0,0 1 0,0-1 0,0 0 0,0 0 0,1 0 0,-3 0 0,0 0 0,0 0 0,1 0 0,0 0 0,0 0 0,1 0 0,0 0 0,0 0 0,0 0 0,0 0 0,0 0 0,0 0 0,0 0 0,0 0 0,0 0 0,0 0 0,0 0 0,0 0 0,0 0 0,0 0 0,0 0 0,0 0 0,0 0 0,0 1 0,2 0 0,-1 0 0,3 1 0,-1 0 0,0 1 0,1 0 0,1 2 0,-1 1 0,2 1 0,-2 1 0,1 0 0,-1 2 0,1 1 0,-1 0 0,-1 1 0,-1 1 0,0-1 0,-3 0 0,-1 2 0,0-2 0,2 1 0,1-2 0,0-1 0,0-1 0,0-1 0,-1-1-1858,-1-2-748</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56.882"/>
    </inkml:context>
    <inkml:brush xml:id="br0">
      <inkml:brushProperty name="width" value="0.05" units="cm"/>
      <inkml:brushProperty name="height" value="0.05" units="cm"/>
      <inkml:brushProperty name="color" value="#AE198D"/>
      <inkml:brushProperty name="inkEffects" value="galaxy"/>
      <inkml:brushProperty name="anchorX" value="-108000.92188"/>
      <inkml:brushProperty name="anchorY" value="-87613.01563"/>
      <inkml:brushProperty name="scaleFactor" value="0.5"/>
    </inkml:brush>
  </inkml:definitions>
  <inkml:trace contextRef="#ctx0" brushRef="#br0">9 83 392,'1'-2'5049,"1"-3"-999,-2 0-2169,0-1 698,-3-1-269,1 1 134,-1 0 32,1 1-24,1 0-114,2 1-182,0-1-246,2 1-303,1 1-575,-1-2-1120,-1 2 267,-1 0-179,0 0 0,0 1 0,-1 0 0,0 1 0,0 1 0,0 0 0,-1 0 0,1 0 0,0 0 0,0 0 0,0 1 0,0 0 0,0 0 0,2 2 0,3 2 0,2 3 0,2 1 0,2 1 0,2 1 0,0 3 0,1 1 0,0 2 0,0 1 0,1 1 0,-1 0 0,-1 0 0,-2 1 0,1-1 0,0-1 0,-2 0 0,1-1 0,-2-1 0,2-2 0,0-1 0,-1-2 0,0-2 0,-2-2 0,-2-1-289</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57.224"/>
    </inkml:context>
    <inkml:brush xml:id="br0">
      <inkml:brushProperty name="width" value="0.05" units="cm"/>
      <inkml:brushProperty name="height" value="0.05" units="cm"/>
      <inkml:brushProperty name="color" value="#AE198D"/>
      <inkml:brushProperty name="inkEffects" value="galaxy"/>
      <inkml:brushProperty name="anchorX" value="-109122.65625"/>
      <inkml:brushProperty name="anchorY" value="-88700.9375"/>
      <inkml:brushProperty name="scaleFactor" value="0.5"/>
    </inkml:brush>
  </inkml:definitions>
  <inkml:trace contextRef="#ctx0" brushRef="#br0">16 55 312,'-16'-20'28890,"18"18"-27275,1 0-273,2 1-863,4-1-443,0 0 57,1-1-93,0 1 0,2-1 0,1 1 0,0-1 0,1 0 0,1 0 0,1 1 0,0 0 0,1 1 0,0 0 0,1 1 0,1 2 0,0 2 0,2 1 0,0 2 0,-1 2 0,2 2 0,-2 1 0,0 2 0,0 1 0,0 2 0,0 1 0,-1 0 0,0 1 0,-1 0 0,-2 3 0,-2 0 0,-2 1 0,-1 0 0,-3 0 0,-3 1 0,-2-1 0,-1 0 0,-4-2 0,-1 0 0,-3 0 0,-1-2 0,-3 0-1008,-4 0-1598,-3 0 31,-2-3-586,-3 0-473,-4 0-568,-2-1-673,-4-2 18,-1 0 154,6-4 4164</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57.741"/>
    </inkml:context>
    <inkml:brush xml:id="br0">
      <inkml:brushProperty name="width" value="0.05" units="cm"/>
      <inkml:brushProperty name="height" value="0.05" units="cm"/>
      <inkml:brushProperty name="color" value="#AE198D"/>
      <inkml:brushProperty name="inkEffects" value="galaxy"/>
      <inkml:brushProperty name="anchorX" value="-110254.82813"/>
      <inkml:brushProperty name="anchorY" value="-90083.75"/>
      <inkml:brushProperty name="scaleFactor" value="0.5"/>
    </inkml:brush>
  </inkml:definitions>
  <inkml:trace contextRef="#ctx0" brushRef="#br0">27 4 1384,'-6'-3'23185,"3"4"-21508,0 1-168,1 0-186,-2 0-177,1 0-205,1 1-178,0 0-140,1 0-478,2 1-106,1 0-7,1 0-32,2 3 0,2 0 0,0 2 0,1 2 0,3 1 0,0 2 0,1 3 0,2 0 0,0 1 0,0 2 0,1 2 0,1 0 0,1 1 0,0 1 0,-2-1 0,1 1 0,-2-1 0,0 1 0,1-2 0,-2 0 0,0-1-1055,-2 0-725,-2-2-269,-4-2-355,1-1-265,-3-1-185,2-2-16,-2-1 16,-1-1-25,0 0-291,-1-1-457,-2-2-57,-1-1 3285</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3.783"/>
    </inkml:context>
    <inkml:brush xml:id="br0">
      <inkml:brushProperty name="width" value="0.05" units="cm"/>
      <inkml:brushProperty name="height" value="0.05" units="cm"/>
      <inkml:brushProperty name="color" value="#AE198D"/>
      <inkml:brushProperty name="inkEffects" value="galaxy"/>
      <inkml:brushProperty name="anchorX" value="-65660.875"/>
      <inkml:brushProperty name="anchorY" value="-66746.9375"/>
      <inkml:brushProperty name="scaleFactor" value="0.5"/>
    </inkml:brush>
  </inkml:definitions>
  <inkml:trace contextRef="#ctx0" brushRef="#br0">27 315 432,'0'0'0,"-2"0"728,0 1-112,1 0-61,-3 0-92,2 0-59,-3 0-40,2-1-53,-4 1 5271,7-3-5468,0 1 8,0 0 6,0-1 1255,2 2-1295,-1 0 10,1 0 6,1 0-2,0 0 12,0 0 6,-2 0 8,1 0 927,-2-1-927,0 0-9,0 0 2,0 0 8,0 0-11,0 1 22,0 0-16,0-2 14,0 1-22,0 0-2,-2 0-10,1 1-18,-1-1 5,0 1-40,1-1 1,1 0-22,-1 0 5,1 0-12,0-1-7,0 1 1,0-1-1,0 1-9,0 0 11,0-1-12,0 1 3,0-1-10,0 0 12,0 1 5,0-2-20,0 2 25,0-2-17,0 1 5,0-1 9,0 1-13,0 0 4,0-1-10,0 1 2,0 0-1,0-1 0,0 1 0,2-2 0,0 1 0,0 0 38,-1 0-30,0-1 20,0 2-6,-1-1-7,1 0 12,0 0-5,1 1 12,0-1-13,-1 0 14,2 1 5,-1-1-2,0 0 21,0 0-6,-1-1 3,1 0 0,0 0-9,2 0 2,-1-1-1,2 0 0,-1 1-9,-1 0 12,1 0-5,-1-1-7,-1 2-7,2-1 1,-1 0-10,-1-1 2,1 1-1,0 0-18,0 0 14,0 0-15,0 0 4,1 0-1,-1 0-9,2 1 2,-1-1-1,-1 0 0,1 0 0,-1-1 10,1 0 15,0 0 6,-1 0-10,-1 1 14,-1 1 5,-1-1-11,2 2 14,0-1-14,2 0-5,-1 0 11,-1 1-14,2-1-14,-1 1 3,2-1-20,-2 0 14,2 1-6,-1 1 2,-1 0 0,-1 1 0,-1-1 10,2 0-13,-1-1 33,-1 0-20,3 0-11,-2 0 13,1 0-5,-2 0 1,2 0-10,-1 0 4,2-1-2,0 1-10,-2 0 13,2 0-4,-1 0 1,1 1 9,0 0-12,-1-1 14,-1 0-4,-1 1 1,0 0 0,1-1-10,0 1 4,1 0-2,0 0 0,0 0-10,-1 1 4,-1 0 7,2 0-12,-1 0 14,1-1-4,1 0 10,0 0-2,2 0 1,0 0-10,0 1 4,0-1 7,1 1-12,-1 0 5,0 0-12,-1 0 13,0 0-4,-1 0-9,1 0 13,0 0-4,2 0-9,-2 0 13,0 0-4,0 0 1,-2 0 0,2 0 0,-2 0 0,0 2 0,1-1 0,-1 0 0,1 0 0,-1 0 0,2 1 0,0 0 0,2 1 0,0-2 0,0 1 0,-2-2 0,0 1 0,-1-1 0,0 0 0,0 0 9,-1 0-2,0 0-9,0 0 13,1 1-14,0 0 5,0 0-2,0 0 0,1 1-10,-1-1 13,1 1-14,-1-1 23,-1 0-16,1 1 24,-1-1-16,1 0-4,-1 1 2,0-1-2,1 2 0,-1-1-10,1 1 4,1-1-2,0 1 9,0-1-2,0 2 1,-2-2 0,2 1 0,0 0 0,-1 0 0,1 0 0,1 0 0,-1 1 0,1-2 0,-1 2 0,-2-2 0,1 1 9,1 1-2,-1-1 1,2 0 0,-2 0-10,1 0 4,-1 1-2,1-1 0,-1 0 0,0-1 9,0 2-12,1-2 14,-1 2-4,-1-2 1,1 2 0,-1-2-10,1 1 4,0 0-2,-2 0 0,2-1 0,-1 1-10,1-1 13,0 1-4,-1 0 1,0 0 0,0 0 18,2 0-14,-2 1 6,2 0-12,-1 0 4,-1 0 7,0 1-2,1 0-9,-2 0 4,1 0 7,0 1-2,1 0 1,0 0-10,0 0 4,0-1-2,-1 1 9,1 1-2,-1-1-9,1 1 4,0-1-12,-1 0 13,1-1 5,0-1-11,1 1 5,0-1-2,-1 0 18,1 0-23,-1 0 17,1-1-5,-1 1 1,-1-1 0,1 0 0,-1-1 0,1 1-10,0 0 4,-1 0-2,0-1 0,2 1-19,-1-1 6,2 1-3,-2 0-19,1 0 6,-1-1-22,-1 0-4,1 1 1,1-2-133,-1 1 103,0-1-38,-2 0 10,0-1-37,-1 0 10,-1 1-23,0 0-5,0 0-37,0 0 0,0 0-59,-1-1-22,1 1-54,0 1-54,0-1-37,0 0-51,-2 0-66,-1 1-71,-1-1-51,-1 1-59,-1 0-47,-1 0-31,0 1-62,0-2-43,0 2-67,0-1-100,0-1-128,-1 2-159,0-2-324,1 1 1429</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4.288"/>
    </inkml:context>
    <inkml:brush xml:id="br0">
      <inkml:brushProperty name="width" value="0.05" units="cm"/>
      <inkml:brushProperty name="height" value="0.05" units="cm"/>
      <inkml:brushProperty name="color" value="#AE198D"/>
      <inkml:brushProperty name="inkEffects" value="galaxy"/>
      <inkml:brushProperty name="anchorX" value="-67255.54688"/>
      <inkml:brushProperty name="anchorY" value="-67662.28906"/>
      <inkml:brushProperty name="scaleFactor" value="0.5"/>
    </inkml:brush>
  </inkml:definitions>
  <inkml:trace contextRef="#ctx0" brushRef="#br0">9 86 688,'0'0'800,"-1"0"-112,-1 1-70,0 0-62,1 0-68,-2 2 1273,4-2-1551,-1 0-2,1 0 19,1 1 22,0 0 5,1 0 0,0 1 21,1-1-24,0 2-2,1-1-18,0 1-15,0 0-25,1 0-14,0 0-17,1 0-25,1 0-23,-1 1-24,-1-2-24,3 1-5,0 0-30,1 0-12,-1-1 2,1 0-22,-1 1 6,0-2 6,0 1 7,0 0 27,-1-2 2,-1 2 30,0-1 21,0-1 15,0 0 7,1 0 10,-2-2 27,2-1 189,1 0-220,0-2 67,-2 1-22,1-2 18,-3 0-15,1 0 15,-2-1 14,1 1 6,-1-2 37,-1 1 0,-1-1 12,-3 0-11,0-1-5,-3 0-35,1 1-1,-2-2-50,1 1-43,1 0-19,-1 0 0,0 0-32,2 2-1,-2-1-2,1 2-20,1-1-13,0 2-6,1-1 8,1 2-31,0 0 9,0 1-23,1 0-22,1 1-32,0-1-69,2 0-95,-2 1-91,3 0-134,0 1-140,2 0-208,-2-1-199,2 1-254,-1-1-298,2 0-464,0 0-695,-2 0-266</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6.033"/>
    </inkml:context>
    <inkml:brush xml:id="br0">
      <inkml:brushProperty name="width" value="0.05" units="cm"/>
      <inkml:brushProperty name="height" value="0.05" units="cm"/>
      <inkml:brushProperty name="color" value="#AE198D"/>
      <inkml:brushProperty name="inkEffects" value="galaxy"/>
      <inkml:brushProperty name="anchorX" value="-68395.84375"/>
      <inkml:brushProperty name="anchorY" value="-68423.28125"/>
      <inkml:brushProperty name="scaleFactor" value="0.5"/>
    </inkml:brush>
  </inkml:definitions>
  <inkml:trace contextRef="#ctx0" brushRef="#br0">10 408 448,'-4'0'6775,"3"0"-6999,-1 0 977,1 0-385,0 0 2,1-1-11,0-1-26,0 1-21,0-1-5,0 0-49,0-1-5,0 1-12,0-1-37,0 1 9,0-1-42,0 1 1,0-1-49,0 0 11,0 0-15,0 1-7,0-1 11,0 0-4,0 0 1,0 1 18,0-1 14,0 0 7,0 2 18,0-2 6,0 1-10,0 0 5,0-2-11,0 2-7,0-2-27,0 0-2,0 0-30,0-1-21,0 0-24,0 0 4,0-1 5,0 1 7,0-1 36,0 1 10,0-1 46,0 1-1,0-2 31,0 1 4,0-1 0,0 1-7,0 0 2,0 0-29,0 0-10,0 1-18,0-1-16,0 1-25,0-1-5,2 0-38,0-1 10,0 1-53,-1-2 32,2 1-39,-1 0 19,2 1 12,0 0-22,-2-1 36,2 0-2,-1 0 20,0 1 6,-1 0 37,-1 0 19,1 1 25,0-1 5,0 1 11,-1-1-1,0 1-8,1 0-7,0-1-18,0 2-4,0 0-10,-1-1-18,-1 1-4,2 0-20,0 0-4,2 1-10,-1 0-8,0-1-36,-1 1 18,-1 1-26,0-1-12,1 0 3,0 0-3,1 1 0,0 0 0,0 0 9,1 1-11,1-1 3,-1 2 18,1-2-15,0 1 14,0-2-12,-1 1 3,1 0-10,1 0 21,-1 0-16,0 1-4,2-1 20,-2 1-16,1-1-4,-2 1 1,1 0-1,1 0 0,-1 1 0,1 0 0,-2-1 0,1 0 0,0 0 0,-1 0 9,0 0-11,1 1 3,1 0-1,-2 0 0,2 0 19,0 0-25,0 0 9,-2 0 6,0 0-2,1 0-8,0 0 2,-2 0-10,2 0 2,-2 0 8,1 0-2,0 0 1,0 0 0,2 0 0,0 0 0,2 0 9,-2 1-11,1 0 3,0 0-1,0 0 0,-1 1 0,1-1 0,-1 1 0,2 0 0,-1 0 9,0 0-21,-1 1 16,1 0-5,0 1 10,1-1-11,0 0 12,-1 1-12,-1-1 3,1 0 8,1 1-11,-1 1 3,0-2-1,-1 1 0,1 1 0,0-2 0,-1 1 0,1 0 0,-1-1 0,0 1 9,0-1-2,0 1-8,-1-1 2,1 1 8,0 1-2,-1-1-8,1 0 11,0 0-12,1 1 3,1-1-10,0 1 2,-1 0 8,0 1-11,0-1 12,0 0 6,-1 1 8,0 0-20,1 1 16,0 0-5,1-1 10,0 0-2,-2 0-18,1 0 6,0-1 6,0 1-2,1-1-8,0 0 2,-1 1-10,0-1 2,0 0 18,0 1-6,1-1-6,-2 1 2,0-1 8,1 1-11,0-1 3,1 0-1,-1 1-9,-1-1 2,-1 1 8,1-1-11,0 2-6,-2-1 20,2 1-26,0 0 28,1 0-9,-1 0 3,0 0 0,-1-1-9,-1 0 2,0 1-10,1-1 11,-1 1-22,-1-1-2,2 0-1,0 0-1,1-1-9,-1 1 2,1-1-10,1 1-7,0-1 1,-1 0-1,0 2-28,1-1-20,-1 1-33,-1-1-22,2 0-25,-2 0-15,1 0 2,-2-1-22,0 1 24,0-1 11,-1 1 26,1-2 31,-1 0 22,0-1 25,1 1 14,-1-2 18,-1 1 7,0 0 28,-1-2-7,-1 1 13,1-2-2,-1 1 1,0-1 9,-1 0-2,1 0 1,0-1 0,-2 1-10,1 0 13,-1 0-4,0 0 1,0 0 9,-1 0-12,-1 0 5,1 0-2,0-1 9,-1 0-2,1 0-9,-1-1 13,-2 0-4,0 1 10,-1-1-12,-1 1 14,-3-1 5,1 0-11,-1 0 42,1-1-3,-2 0 31,1 0 11,0 0 18,1 0-2,-2-1 2,1 1-10,0 0-6,1 0-17,0 0-24,-1 1-5,2-1-19,1 0 22,-1 1 11,1-1 26,0 0 13,1 1 17,1 0-12,-1-1 24,0 0-7,-1 1-6,0-1-17,2 0-14,1 0-16,0 0-16,1 0 3,1 1-12,1 0 2,1-1-1,1 1-19,0 1-3,0 0-1,0-1-20,1 1 6,-1-1-12,0 2 2,0-1-10,0 1 2,2-1-10,-1 1 11,3 0 6,1 0-1,0 2 1,0-1-9,3 1 11,1 1-3,1 0 10,0 1-11,1 0 12,0 1-12,2 1-6,-1 0 10,2 1-22,-2 0-2,0 0-10,1 0-8,-1 1-27,-1-1 16,3 0-62,-1-1 82,0 0-17,-3-1 7,-1 0 1,-1-2 47,-2-1-23,0 0 28,0-2 12,-1 0-12,1 0-4,-2 0 1,-1-1-1,-1 0 9,0-3-11,-2 0 12,0-1-12,-1-1 22,-1 0 2,-2 0-8,-1-1 12,-2-1-3,0-1 10,0 1-2,0-1 10,0-1-11,1 1-6,0 1 1,0 1-20,1 0-3,-1 1-10,1 1 1,2 0-20,1 1-31,0 1-2,2 0-87,0 1-98,0 0-127,2 1-162,0 0-173,1 2-164,2 0-187,2 0-192,0 1-162,3 0-201,2 0-206,1-2-280,-1-1-513,0 1-481,-3-1 1910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8.256"/>
    </inkml:context>
    <inkml:brush xml:id="br0">
      <inkml:brushProperty name="width" value="0.05" units="cm"/>
      <inkml:brushProperty name="height" value="0.05" units="cm"/>
      <inkml:brushProperty name="color" value="#AE198D"/>
      <inkml:brushProperty name="inkEffects" value="galaxy"/>
      <inkml:brushProperty name="anchorX" value="-70160.09375"/>
      <inkml:brushProperty name="anchorY" value="-69244.34375"/>
      <inkml:brushProperty name="scaleFactor" value="0.5"/>
    </inkml:brush>
  </inkml:definitions>
  <inkml:trace contextRef="#ctx0" brushRef="#br0">105 511 112,'0'0'0,"-2"0"1048,0 0-168,-1 1-82,0 0-99,0 1-99,-1-2-59,1 2-59,-2 0-2,2-1-44,0 0-9,-1 0 9,1-1-33,-1 0 27,0 0-18,0 0 15,0 0-13,1 0-6,-1 0-8,1 0-17,-1-1-15,0 0-7,1 0-18,0 0-6,0-1-18,-2 1 4,2-1-31,0 1-20,-1 1 4,1-1-32,1 0-20,0 0-15,1 0-7,0-1-10,1 0-8,0-1 10,0 1-22,0-1 26,1 1 1,-1-1-19,0-1 16,0 1-15,0 0 32,0-1 19,0-1-4,0 0 5,0 1 8,2 0-30,-1-1 9,1-1-14,0 0-52,0 0-24,1 0-15,1 0-9,-1 0-29,0-1 16,1 0-25,-1 1 35,1 0 8,0 0 35,-1 1 40,-1-1 28,-1 1 34,0-1 14,-1 0 9,0-1 9,0 1-11,0-1 23,-1 0 21,1 0 33,0 1-7,0-2 5,0 1 0,0 0-9,0-1-17,0 1-42,0-1-82,0 0-56,0 0-47,0 0-23,0 0-19,0 0-7,0-1-29,0 2 16,0-2-6,0 1-8,0 1 11,2-1-3,0 1-18,-1 0 25,3 0-28,-1 0 9,-1 0-12,2 1 2,-1-1-1,-1 1 0,2 1 9,-2-1-11,3 1 3,-2-1-1,0 2 9,1 0-2,-1-1 1,1 1 0,0 0-9,-2 0 2,2-1-1,-1 1 0,0-1 0,0 1 0,0 0-9,-1 0 11,0 1 6,-1 0-1,1 0-18,0 0 15,0 0-14,0 0 3,-2 1 8,3 0-2,-1-1-8,0 2 2,1-1 8,0 1-2,-1-1 1,0 1 0,-1 0 0,1 0 0,0 0-19,0 1 25,1 0-9,0-1 3,1-1 0,1 1 19,0 1-6,1-2 3,0 0-9,1 1-7,1 0 1,-2-1-1,1 1-9,0 0-26,0 0 26,-1 0-10,1-1 12,-1 1-2,0 0 1,0 0 9,0 1-2,-1-1 1,1 1 0,0 0 0,1 0 0,1 0 0,-2 1 0,1 0 0,0 0-9,0 0-7,-1 1 1,0 0-1,1-1 0,-2 1 0,1 0 9,0 1-11,1-1 22,-1 1-16,0-1 14,1 1 6,0 0-10,1 0 3,-2-1-1,-1 0 9,0-1-2,1 0-8,-2 1 2,2-1-10,-2 0 2,1 1 8,-1 0-2,1-1 1,0 0 9,0 1-2,-1-1-8,0 1 11,0-1-40,0 0 39,0 1-22,0-1 6,2 0-10,-1 1 2,0-1 8,0 2-21,0-1 35,1 0-48,-1 1 14,-1 0-24,0-1 25,0 1-18,0 0 24,0 0-16,-2-1 24,2 1 2,1 0 1,-1 0 10,1 0-2,-1 0 1,2 0-9,-1 0 11,0-1-3,1 1 1,-1-1-9,0 1-17,1-1-4,-1 1-20,0 0-14,0 0-25,-2 1-23,1 0-24,1 0 4,-1 0-4,2 0-10,-2 0 32,1 0 8,-1-1 37,-1 0-8,1 0 23,-1 0-4,1 0 2,0-1 0,-2 1-28,2 1-20,1-1 4,-1 1-23,1 1 6,0 1-13,0 0 13,1-2 5,0 1 8,2-2-2,-2 1-16,1 0-33,0 0-29,0 0-41,-1 1-39,1 0-31,-3 1-24,2-1 12,0 1 3,0-1 27,2 2 12,-2-1 26,0 1 4,0-1 20,-1 0-3,1-1 20,1 1-4,0 0 30,1 1 10,-1 0 18,-1-1 35,1 0 1,1-2-7,0 0 4,-2-1-10,-1 1 2,0-1-10,-1 0 12,0 0-23,0 0 25,-2 0 11,2 0 7,-1-1-1,1 0 30,-1-1 1,0 1-7,1 0 12,-1-1-3,1 0 10,0-1-11,-2 2-16,2-1-4,-1 0-10,1 1 1,2 0-122,0-1 146,0 0-58,-2 0 27,-1-1 6,-1 1-10,-1-1 12,0 0-13,0-1-99,1 1 74,-1 0-20,1 0-24,-1 0-34,-1 0-39,-7 4-5120,4-4 4979,0 2 77,-1 0 48,1-1 66,-1 0 63,0 0 45,0-1 32,0 0 26,1 0 34,-1 0 50,1 0 17,-2 0 28,2 0 52,0 0 16,-1 0 56,1 0 54,-1 0 26,1-1 36,-2 0 4,-1 0 40,0-1-9,0 0 23,0-1-4,1 0-7,-1 0-7,0 1-18,1-1-14,0 1-34,-1-1-11,0-1-47,1 1-18,0 1 170,0-1-98,-1 1-159,1-1 39,1 1-34,0 0-8,0 1 11,0-1-23,0 1-3,2 0-18,-2 0-15,1 0 3,1 0-12,0-1 2,1 1-10,0 0 2,1 1-20,0-1 15,0 1-5,1 0 368,0 0-414,1 0-20,0 0 6,1 0-3,0 2-9,1-1 21,2 1-26,0 0 28,0 1-28,0 0 9,3 0 6,0 1-2,0 0 10,-1 0-11,0 0 3,0-1-10,-1 0 11,1 1-12,-1-1 3,-1-1-1,1 0 0,0 0 0,1 0 0,-2-1 0,-1 0 0,0-1 0,-1 0 0,-2 0 19,2-1-15,-1 0-4,-1 0 1,-1 0 18,0-1 3,0-1-8,-3 1-6,0-2 1,-1 2-1,-1-2 0,1 1-9,-1-1 2,-1-1 8,-1 0 26,-1-2 21,1 1 43,-2-2 56,-1 1 62,0-2 16,-1-1 41,-1-1 11,0 0-9,1-2-22,-3 2-50,4 0-44,-1 0-58,1 1-26,3 1-36,1 2-22,0 1-26,2 3-6,0 1 0,2 1-12,0 0 4,1 1-30,0 2-11,2-1-82,0 2-54,0-1-112,1 1-116,0 1-154,1 0-166,0 0-202,1 0-224,0 0-247,2-1-366,-1 0-698,-2-1-613,1-1-272,-1-1 3799</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9.367"/>
    </inkml:context>
    <inkml:brush xml:id="br0">
      <inkml:brushProperty name="width" value="0.05" units="cm"/>
      <inkml:brushProperty name="height" value="0.05" units="cm"/>
      <inkml:brushProperty name="color" value="#AE198D"/>
      <inkml:brushProperty name="inkEffects" value="galaxy"/>
      <inkml:brushProperty name="anchorX" value="-71747.875"/>
      <inkml:brushProperty name="anchorY" value="-69831.21875"/>
      <inkml:brushProperty name="scaleFactor" value="0.5"/>
    </inkml:brush>
  </inkml:definitions>
  <inkml:trace contextRef="#ctx0" brushRef="#br0">19 55 576,'-2'-1'2953,"0"0"-2400,-1 0 621,0 0-371,0-1-43,1 0-68,0 1-32,1 0-53,1 0-47,0 0-57,0 0-36,2-1-25,0 0-35,1 1-3,1-2 16,-1 0-6,-1-1 39,-1 0 37,0 1 66,-1 0 41,0 1 61,0 0 63,0 0 82,0 0 77,0 1 99,2 0 75,-1 0 100,3 1 104,7-1 7409,-13 0-7831,0 0-147,-2 0-135,1 0-623,-2 1 161,1 0-92,-1-1 0,1 1 0,1 0 0,1 1 0,1-1 0,0 0 0,1 0 0,0 0 0,0 0 0,0 0 0,0 0 0,0 0 0,0 1 0,2 0 0,2 0 0,-1 1 0,4 0 0,1 0 0,1 1 0,2 0 0,0 0 0,2 2 0,1 1 0,-1 0 0,2 2 0,0 0 0,1 1 0,-1 1 0,0 1 0,-1 0 0,0 0 0,-1 0 0,0 0 0,0 0 0,-1 0 0,-2 0 0,0 0 0,-1-1 0,0 1 0,-2-1 0,0 0 0,0-2 0,-2 0 0,-1-1 0,0-1 0,0 0 0,0-1 0,-1 0 0,0-1 0,-1-1 0,-1-1 0,1-1 0,0 0 0,0-1 0,-1 0 0,0 0 0,0 0 0,-1-1 0,-2-1 0,0 0 0,-1-1 0,-2-2 0,0-1-747,-2-1-710,-2-1-217,0 1-389,-2-1-239,0 0-165,0 1-88,2 1-18,1-1 38,2 2 86,2-1 43,2 1-97,-1-1-272,0 1-327,2 1 2255</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9.638"/>
    </inkml:context>
    <inkml:brush xml:id="br0">
      <inkml:brushProperty name="width" value="0.05" units="cm"/>
      <inkml:brushProperty name="height" value="0.05" units="cm"/>
      <inkml:brushProperty name="color" value="#AE198D"/>
      <inkml:brushProperty name="inkEffects" value="galaxy"/>
      <inkml:brushProperty name="anchorX" value="-72813.35938"/>
      <inkml:brushProperty name="anchorY" value="-70781.53906"/>
      <inkml:brushProperty name="scaleFactor" value="0.5"/>
    </inkml:brush>
  </inkml:definitions>
  <inkml:trace contextRef="#ctx0" brushRef="#br0">36 11 1408,'-1'0'1513,"-1"0"-206,0-1-157,-1 0-135,0 0-141,1-1-110,0 0-78,0-2 2556,2 5-3005,0 0-28,0 1-23,0-2-26,0 2-34,0 0-30,0 0-22,0 1-17,0 1-26,0 2-23,0 0-71,0 1-85,-2 0-75,0 1-155,-1 0-144,0 0-169,0 0-202,1 0-186,0 1-175,1 0-225,1-1-302,0 0-396,0-2-337</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9.904"/>
    </inkml:context>
    <inkml:brush xml:id="br0">
      <inkml:brushProperty name="width" value="0.05" units="cm"/>
      <inkml:brushProperty name="height" value="0.05" units="cm"/>
      <inkml:brushProperty name="color" value="#AE198D"/>
      <inkml:brushProperty name="inkEffects" value="galaxy"/>
      <inkml:brushProperty name="anchorX" value="-71931.38281"/>
      <inkml:brushProperty name="anchorY" value="-70046.82813"/>
      <inkml:brushProperty name="scaleFactor" value="0.5"/>
    </inkml:brush>
  </inkml:definitions>
  <inkml:trace contextRef="#ctx0" brushRef="#br0">1 43 128,'0'-1'1080,"2"0"-242,1-1-165,1 0-154,1-1-139,1 0-93,1 1-122,0 0-90,0-1-127,2 0-116,-1 0-204,2-1-180,-1 0-249,0-1-333,-1 1 68</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0.553"/>
    </inkml:context>
    <inkml:brush xml:id="br0">
      <inkml:brushProperty name="width" value="0.05" units="cm"/>
      <inkml:brushProperty name="height" value="0.05" units="cm"/>
      <inkml:brushProperty name="color" value="#AE198D"/>
      <inkml:brushProperty name="inkEffects" value="galaxy"/>
      <inkml:brushProperty name="anchorX" value="-72871.85938"/>
      <inkml:brushProperty name="anchorY" value="-70851.21875"/>
      <inkml:brushProperty name="scaleFactor" value="0.5"/>
    </inkml:brush>
  </inkml:definitions>
  <inkml:trace contextRef="#ctx0" brushRef="#br0">14 212 1200,'-1'-1'4849,"-12"-6"5842,16 9-9460,2 1-65,1 0-127,2 1-110,0 1-121,1 0-139,2 1-151,0 0-141,1 0-108,4 1-98,1-1-52,1 2-54,0 1-12,1-1-2,-1 1-12,1 2-7,1 0-17,-1 0 3,2 2-2,-1-1 28,0 2-26,-1-1 8,0 1-2,-1 0-9,-1 0 2,-1 0-10,0-1-7,-1 0 1,-1 0-1,-1-1 0,-2-1 0,1 1 0,-3-1 0,0-2 0,0 1 10,-3-2-4,0 0 12,-1-1-13,0-1 4,-1 0-1,-2-2 0,0-1 19,-1 0-6,0-1 3,-3-1 10,-1-1-41,-1-2 31,-3-1-1,-1-1-1,-1-2-7,-2 0-7,-2-2 1,-2-1-1,-1-1 19,0-3 4,-3-1 37,-3-1 37,-1-2 58,-1-1 53,-2-1 56,0-2 19,0-1 29,1-1-4,1 0-6,1-1-52,2 1-42,1 1-39,1 0-31,1 1-6,2 3-22,3 0 14,1 2-33,2 1 0,2 1-11,1 1-8,2 0-27,2 1-21,3 0-33,1 1 6,2 0-14,2 1-7,2 0 10,0 2-3,2 0 1,0 0 9,0 1 7,2 0-1,-1 1 10,1 1-21,-1 0 16,2 2-5,-1 1 1,0-1-9,1 2-7,0-1-18,0 1-4,1 2-1,0 0 8,-1 1 7,0 1-20,-1 1 26,1 1-18,-1 0 14,0 1-3,-1 0-18,-1 1-22,1 1-14,-3-1 21,-2 2-28,-2-1 9,-1 0-12,-1 0-35,-1 1-38,0-1-38,-1-1-96,-1 1-99,-2-1-110,-1 0-149,-2 0-156,-3-1-140,0 0-118,-2-1-96,-2-1-101,-2 1-39,2-1-10,-2 0-4,2 0 16,2 0 32,-1 0-35,1-1-25,0 0-40,4-1-103,2 1-125,2-2-216</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0.924"/>
    </inkml:context>
    <inkml:brush xml:id="br0">
      <inkml:brushProperty name="width" value="0.05" units="cm"/>
      <inkml:brushProperty name="height" value="0.05" units="cm"/>
      <inkml:brushProperty name="color" value="#AE198D"/>
      <inkml:brushProperty name="inkEffects" value="galaxy"/>
      <inkml:brushProperty name="anchorX" value="-73846.57813"/>
      <inkml:brushProperty name="anchorY" value="-71685.26563"/>
      <inkml:brushProperty name="scaleFactor" value="0.5"/>
    </inkml:brush>
  </inkml:definitions>
  <inkml:trace contextRef="#ctx0" brushRef="#br0">0 11 2208,'0'-2'4871,"0"0"-3702,0 0-162,0 0-129,0-1 1218,2 3-1550,0 0-55,1 0-50,1 1-40,0 1-31,2 0-53,1 0-35,0 1-33,1 0-52,3 3-45,1-1-20,0 3-37,2-1-40,-1 2-2,2 0-32,-1 0-2,0 1-2,1-1 9,0 1-13,-1 0 4,0 0-10,1 1-7,-1 0 1,1-1 9,-2 1-13,-1 0 4,-1-1-10,-1 0 12,0-2-5,-2 0-16,1-1-14,-1-1-44,-1 0-74,-2 0-56,0-2-113,-1 0-97,-2-1-160,-2-1-144,-1-1-199,0 0-158,-2-1-133,0-1-161,-2-1-140,1 0-127,0-2-158,-4-1-205,1 1-116</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1.141"/>
    </inkml:context>
    <inkml:brush xml:id="br0">
      <inkml:brushProperty name="width" value="0.05" units="cm"/>
      <inkml:brushProperty name="height" value="0.05" units="cm"/>
      <inkml:brushProperty name="color" value="#AE198D"/>
      <inkml:brushProperty name="inkEffects" value="galaxy"/>
      <inkml:brushProperty name="anchorX" value="-75011.15625"/>
      <inkml:brushProperty name="anchorY" value="-72747.38281"/>
      <inkml:brushProperty name="scaleFactor" value="0.5"/>
    </inkml:brush>
  </inkml:definitions>
  <inkml:trace contextRef="#ctx0" brushRef="#br0">45 0 456,'-1'0'1616,"-3"0"-261,-2 0-168,0 0-173,0 0-126,-1 0-145,2 0-88,1 0-66,1 0-106,1 0-35,1 0 263,3 0-430,0 1-21,2 1-74,1-1-30,2 1-44,0-1-50,0 1-27,0-1-63,0 0-71,0 0-87,1 1-114,0-1-155,1 1-164,1 0-184,3-1-237,1 0-215,1 0-291,0-1-401,0 0-541,-2 0 2334</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1.690"/>
    </inkml:context>
    <inkml:brush xml:id="br0">
      <inkml:brushProperty name="width" value="0.05" units="cm"/>
      <inkml:brushProperty name="height" value="0.05" units="cm"/>
      <inkml:brushProperty name="color" value="#AE198D"/>
      <inkml:brushProperty name="inkEffects" value="galaxy"/>
      <inkml:brushProperty name="anchorX" value="-75987.53125"/>
      <inkml:brushProperty name="anchorY" value="-73616.08594"/>
      <inkml:brushProperty name="scaleFactor" value="0.5"/>
    </inkml:brush>
  </inkml:definitions>
  <inkml:trace contextRef="#ctx0" brushRef="#br0">271 1 120,'1'0'1312,"3"1"-242,-1 0-137,1 0-162,0 0-88,-1 1-97,2-1-25,-1 0-69,-1 2-24,1-2-17,-1 2-19,1 0-16,-1 1-16,0 2-44,1 0-54,-1 2-26,1-1-64,0 2-34,-2 0-32,0 0-34,0 2-41,-2 0-21,1 1 2,-1 0-32,0 0 8,-2 0 6,0-1-32,-2 0 29,1 0-10,-2-1-15,-1 0-24,-2 0-40,-1-2-38,-1 0-50,-2 1-83,-1-2-85,-1-1-67,0-1-84,1 0-52,0-1-12,2-2-23,-1 0 40,1-1 42,0-2 84,1 0 74,1-1 70,-2-2 83,0 0 79,1-2 62,0-1 75,-2-2 52,1-1 50,0 0 68,0-1 52,-1 0 29,1 0 26,1 0 36,1 0-7,4 1-5,-1 0 4,2 1-12,2 0-24,0 1 15,2 1-15,-1 0-6,1 2 10,1 1-21,1-1 5,0 1-2,1 0 0,2 2 10,2-1-13,-1 1-5,0 0 2,1 1-21,2 0-32,1 1-19,0 0-45,1 0-37,1 1-30,1 1-25,1 0-34,1 1-13,2 1-8,1 0-20,1 1-4,1 0-1,0 1-20,1 1 6,0 0-3,1 0-47,0-1-42,-1 1-75,1-2-49,0 0-59,-2-1-75,0 1-51,-2-2-86,-1 0-57,-1-2-58,-3 0-66,0 0-64,-1-2-81,1-2-1302,0 0 1279,-1-2-581,-1 0 19,-3 0-106,-2 0 62</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2.431"/>
    </inkml:context>
    <inkml:brush xml:id="br0">
      <inkml:brushProperty name="width" value="0.05" units="cm"/>
      <inkml:brushProperty name="height" value="0.05" units="cm"/>
      <inkml:brushProperty name="color" value="#AE198D"/>
      <inkml:brushProperty name="inkEffects" value="galaxy"/>
      <inkml:brushProperty name="anchorX" value="-77133.76563"/>
      <inkml:brushProperty name="anchorY" value="-74594.64844"/>
      <inkml:brushProperty name="scaleFactor" value="0.5"/>
    </inkml:brush>
  </inkml:definitions>
  <inkml:trace contextRef="#ctx0" brushRef="#br0">27 457 56,'0'0'5013,"2"1"-4213,0 0-90,0 1-86,1 0-107,1 1-63,2 1-69,0-1-83,0 0-41,1 1-53,0 1-29,1-1-35,0 0-23,1 0-25,-1-1-5,-1 1-30,0-1 16,0-1 22,1 0 3,-2-2 0,0 1 21,1-1-24,0 0 17,0-2-15,1 0-14,-1 0-25,0-1-3,-2-1-20,0-1-15,0 0 2,-2-1-11,-1 0 2,-1-3 55,-1-1-16,1 0 27,-3 1 50,-2-3 258,-2 2-191,0-1 120,-2 1-21,-1 0 22,0 1-22,0 0 17,0 2-24,0-1-21,0 0-23,0 2-33,1 0-3,-1 1-12,0 2-8,2 1-27,0 0-2,0 1-20,2 1-15,-1 0-26,0 0 6,1 1-4,-1 0 19,0 0 23,-1 0 22,1 2 14,0-1 28,1 2 31,1 1 12,0 0-18,1 0 27,1 0-18,0 2-4,1 0 1,1-1-29,0 2-11,1-1 2,1 0-21,2 0-24,-1 0-40,2 0-1,1 0-50,0-1 21,4 1-38,0 0-8,0 1-18,2 1-16,0-1 12,1 1-15,1-1-5,0 1-8,0-1 1,0 0 9,0 0 6,0 1 8,2-1-11,-2-1 14,1 0-14,0-1 23,3-1-7,0-1-6,-1-1-7,2-1 1,-3 0-10,1-2 2,-1 0-1,1-2 0,0 0 0,0-1-37,-2-1 1,0-1-40,-1 0-19,-1-2-34,-2 0-40,-1 0-39,-1-1-22,-1 0-7,-1-2-11,0-2-232,-2-2 354,-2-1-68,-1 0 64,-2 0 34,-2 0 23,-1-1 34,-2 0 12,-2-1 38,-2-1 20,-1-2 43,-3 0 29,1-3 52,-2 1 45,0-1 29,0 0 35,-1 0 42,0 2 28,1 0 81,-4-1 896,1 2-725,1 3 397,2 1-22,0 2 23,2 3 32,-1 1-22,1 2-56,0 0-97,2 2-98,0 1-103,1 1-57,0 1-52,2 0-70,0 0-52,2 2-84,2-1-59,-1 2-47,1 0-116,-1 0-105,1 0 21,0 0-19,1 1 0,3 0 0,0 1 0,2 2 0,0 0 0,2 0 0,1 2 0,1 2 0,2 0 0,1 1 0,2 1 0,2 1 0,2 1 0,0-1 0,1 2 0,2 0 0,1 2 0,-1 0 0,2 1 0,-1 1 0,0 1 0,0-1 0,-2 2 0,0-1 0,0 0-308,-1 0-145,1-1-277,-1-1-284,0 1-347,-1-2-326,-3 0-282,-1-1-230,-1-2-148,-2-1-137,0-1-105,-2-2-98,0-1-154,-2-2-425</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3.169"/>
    </inkml:context>
    <inkml:brush xml:id="br0">
      <inkml:brushProperty name="width" value="0.05" units="cm"/>
      <inkml:brushProperty name="height" value="0.05" units="cm"/>
      <inkml:brushProperty name="color" value="#AE198D"/>
      <inkml:brushProperty name="inkEffects" value="galaxy"/>
      <inkml:brushProperty name="anchorX" value="-78605.14844"/>
      <inkml:brushProperty name="anchorY" value="-75425.3125"/>
      <inkml:brushProperty name="scaleFactor" value="0.5"/>
    </inkml:brush>
  </inkml:definitions>
  <inkml:trace contextRef="#ctx0" brushRef="#br0">1 49 392,'1'-1'2009,"3"0"-300,1-1-156,2-1-133,1-1-92,-1-1-2,-9-24 20804,3 28-21274,0 0-955,0 0 242,0 1-143,-1-1 0,0 1 0,2 1 0,0 0 0,2 0 0,1 1 0,1 1 0,1 1 0,3 2 0,2 1 0,2 1 0,2 2 0,1 2 0,2 0 0,1 2 0,1 2 0,2 0 0,1 2 0,-1-1 0,1 2 0,0 0 0,-1 1 0,1-2 0,-2 2 0,0-1 0,0-1 0,-2 0 0,-2-1 0,-1-2 0,-3 0-1046,-1-2-662,-4-2-314,1-2-366,-3-2-205,0 0-186,0-3-126,-2-1 23,-1-1 51</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5.678"/>
    </inkml:context>
    <inkml:brush xml:id="br0">
      <inkml:brushProperty name="width" value="0.05" units="cm"/>
      <inkml:brushProperty name="height" value="0.05" units="cm"/>
      <inkml:brushProperty name="color" value="#AE198D"/>
      <inkml:brushProperty name="inkEffects" value="galaxy"/>
      <inkml:brushProperty name="anchorX" value="-79993.07031"/>
      <inkml:brushProperty name="anchorY" value="-76620.10156"/>
      <inkml:brushProperty name="scaleFactor" value="0.5"/>
    </inkml:brush>
  </inkml:definitions>
  <inkml:trace contextRef="#ctx0" brushRef="#br0">114 473 2120,'-1'0'2361,"-3"1"-421,-3 0-253,-2 1-252,0 0-136,-1 1-144,-2 0-84,2 0-67,1-1-49,0 1-32,1 0-44,1 0-11,0-1-48,3 0-26,0 0-15,0-1 2504,6-1-2373,0 0 24,2-1 8,1-1-18,2 1-77,0-1-100,1-1-118,3 0-145,3-2-102,4 0-118,3-1-103,0-2-49,5 0-45,0-1-34,1-1-23,1-1 2,1 0-14,0 0 4,-1 1-21,-2-1 24,-1 1-17,0 1 15,-2-1 5,-2 2-11,-3-1 23,-1 1-6,-2 1 2,-4 0 0,-2 1-10,-3 0-6,-1 1 11,-1 1-14,-1-1 5,0 2-12,0 1 4,-1 0-2,-3 0 9,0 0 7,-2 0-11,0 1 14,0-1-14,-1 1 14,1 1-4,0-1 1,0 1-19,0 0-4,-2 0 19,2 0-25,-2 0 26,2 1 21,-1-1-6,2 0 13,1 0-2,0 0 1,1 0 2,0 1-22,0 0-22,1 0-4,-1 0 9,0 1 5,-2-1-1,0 0 19,1 0-14,-1 0 6,1 1-2,0-1 9,1 1-2,0 0-18,0 1 15,0-1-15,2 1 5,0 1-2,-1 0 0,3 1 0,-2 0-10,3 0 4,0 1 7,2-1-2,-2 2-9,3-1 13,1 2-4,0 1 1,0-1 0,2 1 9,0 1-21,0-1 7,1 2 6,0-2 7,-1 1-20,3 1-21,0-1 33,-2-1 6,-1-1-19,-2-1 8,-1-1-13,0-3 22,-2-1 12,0-1-12,0 0 6,-1-1 16,1-1-14,0 0 34,1-2-29,0 0 0,0-2 1,-2 0-12,0 0 4,-2 0 16,2-2-14,-1 0-13,0-1 13,0 1-5,-1-2 1,-1 0 9,-3 1-21,0-1-3,-2-1 10,-1 0-14,1 0 5,1 0 7,1-1-2,-2 1 1,1 0 9,0 2-12,0 1-5,1 1-8,1 2 2,0 0-2,-1 2-10,2 0 4,-1 1 16,1 0-4,1 1-8,2 1 41,1 1-31,0 0 1,0 1 10,2 0-14,0 1-5,1 0 11,2 0-14,0 0 14,1 0-14,-1 0 5,0 1 7,1-1-2,0 0 10,1 0-30,0-1 27,0 1 1,-1-1 0,0 0 1,1 0 9,-2-1-2,1-1 10,-2 0-2,0-1 1,0 0-10,-2 0-6,0-1 2,0-2-12,0 0 13,-1-1-14,-2-2-126,-1-1 157,-3 1-63,-1-1 30,-2 1-4,-2 0 10,-2 0-21,0 0 100,-2 1-57,0-1 2,-1 1 11,-1 0-15,-2-2 14,1 1-14,-1-1 14,0 0 5,1-1-20,-1 2 7,3-1-13,1 1 4,0 1-12,2 0-34,1 2-9,1 0 18,0 0 2,1 2 0,2-1 1,2 1 0,0-1 28,3 1 20,2 0-14,2 1-2,0 0-45,3-2-16,1 1-37,1 0-67,2-1-59,5 0-428,0 1 366,-2-1-180,-1 0 20,-1 0 2,0 1 33,-2-1 46,-1 1-2,0 0 80,-2 0 46,-1-1 57,0 1 47,-1-1 39,0 1 14,-2 1 20,1-1 16,-3 1 35,0 0-8,-2 0 14,-1 0-2,0 0 19,-1 0-4,0 0 2,0 1-10,-1-1 13,1 0 5,0 0-11,0 0 5,0 1-2,-2 0 0,0 0-10,0 1 4,1 1 16,0-1-14,0 2-4,1 0 11,0 0-14,0 2 14,0 0-4,0 2-9,0-1 4,0 2-2,0 0 0,2 0-10,0 2 13,1-1-14,0 1 14,2 0-14,-1 0-5,-1 0-8,1-1 11,1 0-14,-1-2-5,2 1 20,0-1-25,1-2 26,0 0 2,2-2 9,-1 0-11,2-2 42,1 0-12,0-2 5,-1-1-10,0 1 78,-1-3-50,-1 0-20,0 0-2,1-2-12,0 0 2,-2-1-12,1 1 13,-3-2-79,-1 1 41,-3-2 22,-2 0-8,-2 0 5,-2 0 0,-1-1 0,-2 1 18,-1 0-4,0 0 2,0 0 28,-1-1 20,-3-1 24,1 0 14,-1 1 0,2-1 2,-1 1 9,2 0-2,1 0 66,1 1-149,1 0 38,2 2-26,2 1-18,2 0 14,0 0-42,3 1 20,2 1-16,1 0 3,3 0-20,1 0 25,2 0-28,1 1 18,2-1-5,2 1 1,2 0 9,1-1-2,0 2-36,5 0-111,0 1 10,0 1-58,0 0-120,-3 2-100,-1 1-93,-4 0-100,0 1-95,-3 2-77,-1 0-65,-2 0-47,0 1 14,-3 0 36,0 0 53,-1 0 82,1 0 86,-1-1 104,-2 0 111,1 0 93,-2-1 88,2-1 62,-2-1 49,0 0 42,-1 0 22,-1-2 27,-2 1 6,-1-1 19,-1-1-13,-1 0 43,1 0-22,-1-1-10,1-1 22,-2 0-8,0 0 22,-2-1 13,2-1 7,-1-1 0,1 0 38,-1-3 18,2 1 6,-1-2-8,1 0 5,-1-2-12,1 0-15,1-1-6,3 0-9,1 1-45,1 0 12,1 1-26,2-2 6,1 2-31,1 0 8,2 0 24,1 1-27,3 0-18,-1 1-23,-1 1-34,2 1-30,-1 0-41,1 0-58,0 1-81,-1 0-48,-2 0-41,0 1-34,1 0-61,-2 0-24,0 0-46,-1 1-28,0-1-35,1 1-12,-3-1-29,1 0-3,-2 1 17,-2 1 2,-1-1 57,0 1 41,-2-1 57,0 0 64,0 1 63,0-1 64,0 0 64,-1 0 45,1 1 23,2 0 66,0 0 22,-1 1 17,1 0 28,-1 0 42,0 0 745,1 0-392,-1 0 75,1 0 62,0 0 77,-1 1 33,-1 0 26,1 0 9,-1 1 622,0-1-651,0 1 10,0-1-4,-2 0 38,0-1 9,-2 1 37,1 0 20,0 0 34,-1 0-6,0 0-4,-1 0-26,0-1 736,0 0-1100,0 1 302,1 1-176,-1-1-27,-1 1-18,0-1-55,0 2-24,0-1-54,1 1 2,-1 0-24,1 0 3,0 0-20,-1 1-14,1 0 3,0 0-22,-1 1 24,0 0 2,-2 0-19,0 1-12,2 0-6,-1 0-10,0 1-8,0 0-8,-1 1 1,1 0-10,1 1-35,-1 0 0,0 0-40,1 1-28,1 0-23,2-1-15,1 1-18,1-1-26,3 0 6,0 0-4,1-2 10,3 0-22,0-1 25,2 0-8,0 0-15,1-1 23,2 0-8,-1-1-6,1 1-7,0-2 20,-2 0-25,3 0-2,-1-1 19,-1-1-25,0-1 7,-2 1-2,0-1 10,-1 0 6,0 0-20,1-1 6,0 1-2,-2-1 10,1 0-4,0 0-7,-2-1 2,1 0-10,-1-1 12,0 1 5,-1-1-20,-1 0-3,-1 0 0,-1-1 18,0 1-24,-1 0 26,0 0-26,-1 0-11,1 1 30,0 0-19,0-1 16,0 0-33,0 1 29,0 0-19,0-1 15,0 0 14,0 0-4,0 0 3,0 0-9,0 1 12,0-1-5,0 1-7,0 1 2,0-1-1,0 0 0,0 1-9,0 0-16,0-1 13,0 0-24,0 1 34,0 0-19,0 1-3,0-1 1,0 1 9,0 0 24,0 0-35,0 0 4,0 0 35,0 0 64,0-1-48,0 0-7,0 0-16,0 0 3,0-1-2,0 1 0,0 0 0,0 0 0,0-1 0,0 0 0,0 1 10,0 0-4,0-1 12,0 1-4,0 0-7,0 0 2,0 0-10,0 1 2,0-1-10,0 1 21,-2 0 3,0 0 9,-1 1-20,0-1-3,0-1 19,1-1 12,0 1-21,1 0 7,1 0-20,0-1 4,0 1 17,0-1 4,-2 0 27,1 0-15,-1 1 6,1 1-1,0-2 10,0 1-22,-1 0-3,0 0-18,0 0 3,1 1-2,0 0 10,0 0-13,1 0 4,0 0 9,0 0-4,0 0 12,0 0-22,0 0-3,0 0 10,0 0 5,0 1-51,0 0 36,0 0-1,0 0 10,0 0 6,0-1-30,0 1 20,0-1-8,0 1 2,0 0 10,0 0-32,0 1 20,0 0-17,0-1 23,0 0-16,0 0 5,0-1 9,0 1-4,0-1 30,0 0-26,0-1-1,0 1 0,0 0-1,0 0 0,0 0-9,0 0 12,0 0-2,0 1 12,0 0 59,0 2 265,0-1-148,0 1-22,0 0 87,0 0-14,0 1 15,0 0-47,0 0-41,0 1-66,0 0-33,0 1 59,0-1-79,0 2 5,2-1-30,0 1 5,1-1-23,0 1 6,0 0-3,-1 0 9,0 0-21,-1-1 7,-1 0-3,0-1 0,0 1 0,0-1 0,0-1-28,0 1-76,0-2-73,-1 0-145,1 0-201,0-1-319,-1-1-407,-5 0-2409,1-1 1367,-1-1-283,-1-1-209,0 1-188,-1-1-125,0-1-230,1-1-381,-1 1-62,2 0 3118</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6.786"/>
    </inkml:context>
    <inkml:brush xml:id="br0">
      <inkml:brushProperty name="width" value="0.05" units="cm"/>
      <inkml:brushProperty name="height" value="0.05" units="cm"/>
      <inkml:brushProperty name="color" value="#AE198D"/>
      <inkml:brushProperty name="inkEffects" value="galaxy"/>
      <inkml:brushProperty name="anchorX" value="-82367.75"/>
      <inkml:brushProperty name="anchorY" value="-77285.9375"/>
      <inkml:brushProperty name="scaleFactor" value="0.5"/>
    </inkml:brush>
  </inkml:definitions>
  <inkml:trace contextRef="#ctx0" brushRef="#br0">173 364 904,'1'-1'3489,"1"-3"-906,0 0-1580,0 0 265,-1-1-365,-1 1-109,1 0-86,-1 1-45,0 1-46,0 1 6,0 0-26,-2 0-3,0 1-10,-1 0-8,-1 1-36,2-1-28,-2 1-32,0 0-4,0 0-21,0 1-24,2 1 42,-1 0 14,0 0 35,1 1 2,0 0 12,0 1-29,2 0-19,-1 1-33,1 0-69,0 1-58,0 0-73,2-1-52,0 1-59,-1 0-37,3 0-25,0 0-35,1 0-22,0 0 3,1-1-32,1 2 8,1-1 6,0 0-13,-1-1 14,0 1-5,0-2 2,0 0-9,1-1 21,0 1-7,1-2 3,-1-1 10,1 1-4,0-1-16,-2 0 4,0-1 17,0-1-6,0 0 3,1 1 10,-2-3-22,0 1 16,1-1-6,-1 0 12,-1-1-22,0-1-3,0 0 0,-1-1-1,-1 0 19,-1 0-34,-1-2 2,0 1-2,-1-2-10,0-1 30,0 0-18,0-1 16,-2-2-14,-2 0 4,0-1 27,-2-1 95,-2-1 133,-1-1 100,-2-1 98,-2-2 32,-1 0 69,-2-2 44,-1-2 30,-2 1-58,-1-2-53,-1 0-62,0 1-36,0 2-25,2 3-9,2 1-47,0 2-7,3 2-67,1 3-30,2 2-43,2 1-40,0 1-30,0 1-16,2 0-120,1 0 31,1 2-17,2-1 0,-1 1 0,1 1 0,1-1 0,0 1 0,3 1 0,0-1 0,1 0 0,0 1 0,-1 0 0,0 0 0,-1 2 0,0 0 0,0 0 0,0 1 0,0 0 0,0 1 0,0 0 0,2 1 0,1 2 0,3 1 0,0 1 0,2 0 0,1 2 0,0 1 0,1 0 0,3 2 0,-1 1 0,2 1 0,1 2 0,-1 0 0,1 1 0,-2 0 0,2 1 0,-1 1 0,0-1 0,0 1 0,1-1 0,-1 0 0,0-1 0,-2 0 0,-2-1 0,0 0 0,-2-2 0,0-1 0,1 0 0,-1-2 0,2-1 0,0-1 0,0-1 0,0-1 0,0-1 0,0-2 0,-3 0 0,2-1 0,-1-2 0,1 0 0,0-2 0,-1 0 0,-1-1 0,0-2 0,0 0 0,-1-1 0,0-1 0,-1-1 0,-1-2 0,-2-1 0,-1-1 0,0-1 0,-3-1 0,0-2 0,-1 0 0,-1 0 0,-1 0 0,1-1 0,-1-1 0,-1-1 0,-2-3 0,-3-1 0,-1 1 0,0 0 0,3 2 0,0 2 0,1 3 0,0 1 0,0 2 0,0 1 0,1 2-19,1 2 15,1 0-14,-1 2 22,2 1 2,1 0 10,0 2-1,0 0-18,-1 0 6,0 0-3,2 1 0,0 1 0,0 0 0,2 1 0,1 1 0,1 1 0,2 1 0,-1 1 0,2-1 0,1 2 0,2-1 0,1 1 0,2 0 0,-1 1 0,1-1 0,1 0 0,0 1 0,2 0 0,0 0 0,0-1 0,-1 0 0,1 1 0,1-1 0,-1 0-140,0-1-16,1 0-88,1-1-40,-2 0-62,1-1-35,-1 1-34,-2-2-14,0 0 46,-1 0-25,0 1 28,0 0 31,-1-1 28,-2 0 43,-1 0 38,0 0 40,-1 0 2,-2 0 61,0-1 60,-1 0 14,0 0 31,-2-1 14,0-1 9,-2 1 9,-1-1-1,0 1 1,-1-2 0,-2 1-66,-1-1-27,-1 0-127,-1 0-147,-1 0-182,-1 0-245,-1 0-239,-2 0-257,0 0-179,-1 0-185,0 1-150,-2 0-129,1 0-85,-2 0-131,0 1-135,2 0-319,-1-1-540,2 1-219,3 0 3399</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7.965"/>
    </inkml:context>
    <inkml:brush xml:id="br0">
      <inkml:brushProperty name="width" value="0.05" units="cm"/>
      <inkml:brushProperty name="height" value="0.05" units="cm"/>
      <inkml:brushProperty name="color" value="#AE198D"/>
      <inkml:brushProperty name="inkEffects" value="galaxy"/>
      <inkml:brushProperty name="anchorX" value="-83496.53125"/>
      <inkml:brushProperty name="anchorY" value="-78177.89063"/>
      <inkml:brushProperty name="scaleFactor" value="0.5"/>
    </inkml:brush>
  </inkml:definitions>
  <inkml:trace contextRef="#ctx0" brushRef="#br0">0 147 536,'2'-3'4928,"0"0"-2896,0 0-210,1-1-155,0 0-51,1-1 22,7-16 16285,-12 20-17342,1 0-653,0 0 168,0 0-96,0 0 0,0 2 0,0 0 0,0 0 0,0 1 0,2 1 0,0-1 0,2 2 0,-1 0 0,0 0 0,0 1 0,2-1 0,0 0 0,-2 1 0,2-2 0,-2 1 0,2-1 0,-2 0 0,0 0 0,-1-2 0,-1 1 0,0 0 0,-1-1 0,0 0 0,0 0 0,0 0 0,0-1 0,0 0 0,0 0 0,0 0 0,0 0 0,0 0 0,0 0 0,0 0 0,0 0 0,0 0 0,0 0 0,0-1 0,0 0 0,0-1 0,0 2 0,0-1 0,0 0 0,0 1 0,1-1 0,1 0 0,0 0 0,-1 0 0,0 0 0,0 1 0,-1 0 0,1 0 0,-1 0 0,0 0 0,-1 0 0,1 0 0,0 0 0,2 0 0,0 1 0,1 0 0,2 0 0,2 1 0,2 0 0,2 1 0,3-1 0,2 1 0,1 0 0,0 2 0,3-1 0,-1 1 0,1 2 0,-1-1 0,0 2 0,-1 1 0,0-1 0,-1 1 0,-1 1 0,-2 0 0,-2 0 0,-2 1 0,-2-1 0,-1 1 0,-2 0 0,-2-1 0,-1 0 0,-2 1 0,-2-1 0,-2-1 0,1-1 0,-2-1 0,1-1 0,-1-1 0,-1-2 0,-1-1 0,1-1 0,0-1 0,-1 0 0,0-1 0,-1-1 0,0-2 0,-1-1 0,1-2 0,-1 0 0,2-2 0,2-1 0,-1-4 0,3-2 0,0-2 0,1-1 0,3 0 0,2 0 0,2 1 0,2 0 0,1 2 0,1 1 0,2 1 0,0 0 0,1 0 0,1 2 0,-2 0 0,2 0 0,-1 2 0,-1 0 0,2 2 0,-2 0 0,0 2 0,0-2 0,-1 2 0,-1-1 0,0 1 0,-1 1 0,-1 1 0,0 0 0,-2 1 0,0 0 0,1 1 0,-1 1 0,0 1 0,1-1 0,1 1 0,1 2 0,0 0 0,0 0 0,1 1 0,1 1 0,1 2 0,0 0 0,-1 1 0,1 2 0,1-1 0,-2 1 0,1 1 0,-1 0 0,1 1 0,-1 1 0,1 0 0,-1 0 0,1-1 0,-1 1 0,0 0 0,-1-1 0,2 2 0,1-1 0,-1-1 0,0-1 0,-2-3 0,-1 0 0,-2-2 0,-3-2 0,2-2 0,-2 0 0,0-2 0,1 0 0,-2-3-2959,-2 0 1405,-1-2-872,-1-1-33,-3 0-98,-2-1-23,2-1 85,-4 0 156,1-2 183,-2 1 160,1-1 60,-2-1 31,0-1 23,-2-2 27,3 3 219</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8.176"/>
    </inkml:context>
    <inkml:brush xml:id="br0">
      <inkml:brushProperty name="width" value="0.05" units="cm"/>
      <inkml:brushProperty name="height" value="0.05" units="cm"/>
      <inkml:brushProperty name="color" value="#AE198D"/>
      <inkml:brushProperty name="inkEffects" value="galaxy"/>
      <inkml:brushProperty name="anchorX" value="-85089.35156"/>
      <inkml:brushProperty name="anchorY" value="-78978.5"/>
      <inkml:brushProperty name="scaleFactor" value="0.5"/>
    </inkml:brush>
  </inkml:definitions>
  <inkml:trace contextRef="#ctx0" brushRef="#br0">149 50 552,'0'0'0,"-6"-5"4545,-4-2-3631,-1-1 962,2 0-590,0 2-50,0 1-4,1 1 12,-1 1 50,1 1 70,1 1 97,-1 0 82,1 1 52,0 0 5,-1 0-49,1 1-104,0-1-179,1 0-201,1 0-231,1 0-190,2 0-206,1 0-116,0 0-140,3 0-72,0 0-32,2 0-31,3 0-15,1 0-18,1 0-16,1 0-91,0 0-162,1 0-231,0 0-323,0 1-343,0 0-318,0 0-323,2 0-266,1 0-186,2 0-140,0 2-62,1-1 9,1 1-23,1 0-108,1 0-269,-1 1-284,-3-1 2223</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9.441"/>
    </inkml:context>
    <inkml:brush xml:id="br0">
      <inkml:brushProperty name="width" value="0.05" units="cm"/>
      <inkml:brushProperty name="height" value="0.05" units="cm"/>
      <inkml:brushProperty name="color" value="#AE198D"/>
      <inkml:brushProperty name="inkEffects" value="galaxy"/>
      <inkml:brushProperty name="anchorX" value="-86061.67188"/>
      <inkml:brushProperty name="anchorY" value="-79803.39063"/>
      <inkml:brushProperty name="scaleFactor" value="0.5"/>
    </inkml:brush>
  </inkml:definitions>
  <inkml:trace contextRef="#ctx0" brushRef="#br0">18 159 448,'-5'1'18064,"2"0"-16012,-4 4 3914,6-3-4286,0 2-265,1 0-291,-1-1-208,2 1-245,-1 1-287,2-1-402,-1 1 83,3 0-65,-1 2 0,0-1 0,1 2 0,-1 0 0,2 2 0,0 0 0,1 1 0,2 0 0,0 0 0,0 0 0,1 0 0,0 0 0,2 0 0,-1-2 0,3 1 0,-1-1 0,1 0 0,1-1 0,3 0 0,1-1 0,5 0 0,-1-1 0,-2 1 0,0-2 0,0 0 0,-1 1 0,-2-1 0,-2-1 0,-2 1 0,-2-1 0,-3 0 0,1 0 0,-1 0 0,1 1 0,-2 0 0,0 1 0,-2 1 0,0 0 0,-1 1 0,-1 2 0,-1 0 0,-2 1 0,-2 1 0,-1 0 0,0 0 0,-2 0 0,-1-1 0,-1 0 0,-1 0-84,2 0 33,-3-1-33,0-1 26,0-2 10,0 0 16,-2-2 16,2-1 16,0-1-3,0-1 3,1-1 0,0-1 0,-1-2 9,1-1-21,-1-2 7,2 0-3,1-1 0,-1-2 9,1-2-2,0-2 10,2 0 7,0-2 27,2-1-26,1-1 38,0-1-20,1-2 6,0 0-10,1 0-26,1-1 26,0 1-29,0 0 9,1-1-12,0 1 21,1 1-26,1 1 9,2 2 25,0 0-36,0 1 21,-1 0-6,1 2-8,-1 0-7,0 0 20,1 1-26,-2 1 18,-1 1-5,0-1 1,0 0 9,0 1 7,0 0 8,-2 1-20,0 0-2,0 0-1,-2 1-1,0-1 0,0 0 0,0 0 0,-2 1 0,-1-1 0,-1 0 0,-1 1 0,-1 0 0,0 1 0,0 0 0,0 0 0,0 0 0,0 2 0,0 0 0,-1 1 0,1 0 0,1 2 0,1-1 0,0 1 0,-1 0 0,2 0 0,0 0 0,0 1 0,0 0 0,0 1 0,2 0 0,0 0 0,-2 0 0,1 0 0,1 1 0,-1 0 0,1 1 0,1 2 0,1 0 0,1 1 0,1 1 0,1 0 0,0 2 0,2 2 0,1 0 0,2 2 0,1 0 0,1 1 0,-1 0 0,0 1 0,-1 1 0,2-1 0,-2 0 0,0 1 0,0-2 0,-1 1 0,0-2 0,0 0 0,1-1 0,-2-2 0,-1-2 0,1-1 0,0-2 0,1-1 0,-2 0 0,1-1 0,0-2 0,0-1 0,1-2 0,0-1 0,0-1 0,1-1 0,-2-1 0,0-1 0,-2 1 0,0-2 0,-1-1 0,0 1 0,-2-1 0,-1 0 0,-1-1 0,0 0 0,0-1 0,0 0 0,0 0 0,-1 1 0,1 0 0,0 1 0,0 1 0,0 2 0,0 0 0,0 1 0,0 2 0,0 1 0,2 1 0,0 1 0,1 1 0,2 0 0,2 2 0,0 0 0,1 0 0,1 1 0,0-1 0,0 0 0,1 1 0,1 0 0,0 1 0,-1-1 0,0 0 0,-1-1 0,-2 0 0,0-1 0,0 0 0,1 0 0,-1-1 0,1-1 0,-2 0 0,1-1 0,0-1 0,-1 0 0,-1-1 0,0 0 0,0-2 0,-1 0 0,-1-1 0,-1-1 0,-1-1 0,0 0 0,-3 0 0,1 0 0,-3 0 0,0-2 0,0 1 0,0-1 0,-1-1 0,-1 0 0,-1 0 0,-1 1 0,2-1 0,-1 0 0,0 0 0,0 1 0,1 1 0,-1 1 0,3 1 0,0 1 0,0 2 0,1 1 0,0 1 0,2 1 0,0 1 0,0 1 0,1 2 0,2 1 0,0 2 0,2 1 0,1 2 0,0 0 0,0 2 0,2 0 0,0 0 0,1 1 0,0 1 0,1 1 0,1 2 0,1-2 0,-1 2 0,1-1 0,0 0 0,-1 1 0,0 0 0,1-1 0,-1 1 0,0-2 0,-3-1-541,-1-1-1060,-1-1-47,-1-2-307,-2-2-168,2-1-110,-2-2-45,0 0 63,1-3 123,0-1 181,-1-2 193,0 0 216,-1-1 195,0-2 203,-3 0 191,0-1 211,1-2 225,-3 0 183,1 0 208,-1-1 151,0-1 176,0-1 139,-2 0 130,1-1 102,-1-1 90,0 1 34,0-1 48,1 1 3,0 0-15,1 2-12,0 0-35,1 1-38,-1 2-20,1 0-45,0 2-38,1 0-78,1 1-75,0 1-60,3-1-76,-1 2-62,3 0-74,-1-1-53,2 2-30,1-1-17,1 1-28,0 1-32,2-2-41,-1 1-66,1 0-116,0 0-141,0 1-139,-2-1-182,0 1-179,0 0-202,0 0-207,1 0-197,-2 0-173,-1 0-209,-2 0-335</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43.383"/>
    </inkml:context>
    <inkml:brush xml:id="br0">
      <inkml:brushProperty name="width" value="0.05" units="cm"/>
      <inkml:brushProperty name="height" value="0.05" units="cm"/>
      <inkml:brushProperty name="color" value="#AE198D"/>
      <inkml:brushProperty name="inkEffects" value="galaxy"/>
      <inkml:brushProperty name="anchorX" value="-87769.09375"/>
      <inkml:brushProperty name="anchorY" value="-80579.53906"/>
      <inkml:brushProperty name="scaleFactor" value="0.5"/>
    </inkml:brush>
  </inkml:definitions>
  <inkml:trace contextRef="#ctx0" brushRef="#br0">71 1233 184,'-3'0'3457,"-3"0"-2428,-1 0 508,-1 0-406,1 0-79,1 0-48,0 0-80,2 0-49,-1 0-49,2 0-32,0 0-5,-9 0 7408,14-1-7363,0 0-9,0 0-54,1-1 2226,-3 3-2754,2 0 6,0 0 19,1 1 48,0 0 35,0 1 13,1-1 48,-1 1 8,2-1 20,0 1-40,1 0-33,2 0-58,0-1-43,2 0-32,2 0-24,2-2-35,2 1-50,1-1-17,2 0-56,0-1-16,3 0-9,0-2 7,4 0-12,3-1-6,5-2 38,4-1-20,7-2-30,3-2 0,7 0-3,4-2-1,5-2 0,3 0 0,4 0 0,2-3 0,3 1 0,1-1 0,2 0 0,-1-1 0,-1 1 0,-2 1 0,-3 0 0,-4 1 0,-3 1 0,-3 1 0,-6 1 0,-3 0 0,-4 3 0,-6 0 0,-3 1 0,-4 2 0,-4 0 0,-3 1 0,-4 0 0,0 2 0,-4 0 0,0 1 0,-2 1 0,-3 1 0,0 0 0,-1 0 0,1-1 0,-2 1 0,2 1 0,1-2 0,0 1 0,3-2 0,1 0 0,2-1 0,3 0 0,3-1 0,2-1 0,2 1 0,2-1 0,0 0 0,0-1 0,-2 0 0,1 0 0,-1-1 0,-1 2 0,-2-1 0,-1 1 0,-1 0 0,-3 0 0,-3 1 0,-3 1 0,-2 0 0,-1 1 0,-1 1 0,-1-1 0,-2 1 0,2-1 0,0 1 0,-1-1 0,1 0 0,1-1 0,0 0 0,2 0 0,-1 0 0,3 0 0,1-2 0,-1-1 0,1 1 0,1-1 0,0-1 0,2 1 0,1 1 0,1-2 0,1 1 0,-2 1 0,0-2 0,1 1 0,-2-1 0,0 0 0,-1 1 0,-1 0 0,-2 1 0,0 0 0,-1 1 0,-1 0 0,-1 1 0,-2 0 0,-1-2 0,1 2 0,-1-1 0,-1 0 0,1 1 0,-3 0 0,-1 1 0,-2-1 0,-1 2 0,-1-1 0,0 1 0,0-1 0,2 0 0,0 0 0,1 1 0,0-1 0,2 1 0,1-1 0,-1 0 0,1 0 0,-2 1 0,1-1 0,1-1 0,-1 1 0,1 0 0,-1 0 0,0 0 0,4-2 0,0 1 0,2-1 0,1 0 0,0 0 0,-1 1 0,-1 0 0,1 0 0,-1 0 0,-1 0 0,-1 2 0,1-2 0,-1 2 0,-1-1 0,-2 1 0,0 0 0,1 0 0,0 1 0,-1-1 0,0 1 0,1-1 0,2 0 0,0 0 0,0 0 0,4-1 0,0-1 0,3 1 0,2 0 0,3-1 0,4-1 0,0 0 0,2 0 0,2 0 0,-2-2 0,2 2 0,0-2 0,-2 1 0,1 1 0,1-1 0,-2 0 0,1 0 0,-1 1 0,-2 0 0,0 1 0,-2-1 0,0 1 0,-3 1 0,-1 0 0,-3-1 0,-1 2 0,-1 0 0,0 1 0,-3 0 0,-2 1 0,-1 0 0,0 1 0,-1-1 0,1 0 0,2 0 0,2 0 0,0 1 0,1 0 0,-1 0 0,0-1 0,-1 1 0,-1-1 0,0 1 0,2-2 0,3 0 0,2-2 0,4 1 0,4-1 0,2 0 0,2-1 0,1-1 0,3 0 0,0-1 0,0 1 0,0-1 0,-1 1 0,0-1 0,-1 1 0,-2-1 0,-1 1 0,-5 0 0,-1 1 0,-2 1 0,-3-1 0,-4 2 0,0-1 0,-3 0 0,0 1 0,-2-1 0,1 0 0,1 1 0,1-1 0,0 1 0,4-1 0,-1-1 0,5 0 0,3-1 0,3 0 0,5-1 0,1-1 0,1 0 0,1-2 0,-1 1 0,0-1 0,0 0 0,-1 1 0,0 1 0,0 1 0,-2-1 0,-2 1 0,-1 1 0,-4 0 0,-1 0 0,-3 1 0,-1 0 0,-1 1 0,-2 0 0,-2 0 0,-1 1 0,0 1 0,-1 0 0,-1 1 0,0-1 0,-2 0 0,0 0 0,0 0 0,-3 0 0,-1 1 0,0 0 0,0 0 0,1 0 0,-2 0 0,0 0 0,1 0 0,0-1 0,0 0 0,2 0 0,-3 0 0,1 0 0,-2 1 0,1 0 0,0-2 0,-1 1 0,0 0 0,-1 0 0,0 0 0,0-1 0,-1 1 0,-1 0 0,0 0 0,-1 1 0,-1 0 0,1 0 0,-2 0 0,1 0 0,0 1 0,-2 0 0,0 0 0,-1 0 0,-2 0-467,-2-1-576,0 0-377,-3 0-431,0 0-404,-1 0-318,1 0-321,1 0-370,3 0-484,1-1-658,-1 0-22,0-1 78,0 0 5006</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44.055"/>
    </inkml:context>
    <inkml:brush xml:id="br0">
      <inkml:brushProperty name="width" value="0.05" units="cm"/>
      <inkml:brushProperty name="height" value="0.05" units="cm"/>
      <inkml:brushProperty name="color" value="#AE198D"/>
      <inkml:brushProperty name="inkEffects" value="galaxy"/>
      <inkml:brushProperty name="anchorX" value="-95056.4375"/>
      <inkml:brushProperty name="anchorY" value="-80193.66406"/>
      <inkml:brushProperty name="scaleFactor" value="0.5"/>
    </inkml:brush>
  </inkml:definitions>
  <inkml:trace contextRef="#ctx0" brushRef="#br0">105 65 2016,'-3'0'4500,"-1"0"-2876,-1 0-290,-1 2-179,-2-1-120,2 0-76,-1 0-14,0 0 31,1 2 81,0-1 146,1 2 124,0-2 128,-1 2 54,1-1 48,2 1-13,-2-1-65,2 0-120,-2 0-195,2 0-189,0-1-199,1-1-134,1 0-164,0 0-94,1 1-112,0-1-76,0-1-46,0 1-63,2-1-18,0 0-10,2 1-30,-1 0 7,0 0-13,1 0 2,-1 1 8,1-1 7,2 1-10,0 0-16,2 0 14,-2 0 4,2 0-10,1 0-6,0-1-46,2 0 50,2 0 11,0-2 16,1 0 7,1-1-27,1 0-28,0-1 6,3-1-5,2 0 0,3-1 0,1 0 0,0 0 0,1-1 0,-2 0 0,-2-1 0,-1 0 0,-1 1 0,-2 0 0,-1 0 0,-1 0 0,-4 1 0,-2 0 0,-2 1 0,-2 1 0,-1-1 0,-3 2 0,-1-1 0,-1 1 0,-1 0 0,-3 1 0,-2-1 0,-1 0 0,-3 1 0,0-1 0,-3 1 0,-1-1 0,-1 1 0,-2 0 0,0 1 0,0-1 0,1 0 0,0 0 0,2 0 0,0 0 0,1 1 0,1 0 0,1 0 0,1 0 0,1 0 0,2-1 0,2-1 0,2 1 0,1 1 0,2-1 0,0 0 0,2 1 0,0 0 0,2 0 0,1 0 0,1 0 0,2 0 0,0 0 0,3 1 0,-1 1 0,3-1 0,1 1 0,1-1 0,1 2 0,1 0 0,-1 1 0,0 1 0,0 0 0,-2 1 0,-1 0 0,-1 1 0,-2-1 0,-1 2 0,-2 0 0,0 1 0,-2-1 0,-2 1 0,-2-1 0,-2 0 0,-2 0 0,0 0 0,0-2 0,-2 1-149,0-1-808,-3 0-282,-1-2-500,-1 1-380,0-1-355,1-1-386,1 0-335,2-1-444</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00.762"/>
    </inkml:context>
    <inkml:brush xml:id="br0">
      <inkml:brushProperty name="width" value="0.05" units="cm"/>
      <inkml:brushProperty name="height" value="0.05" units="cm"/>
      <inkml:brushProperty name="color" value="#AE198D"/>
      <inkml:brushProperty name="inkEffects" value="galaxy"/>
      <inkml:brushProperty name="anchorX" value="-111393.82813"/>
      <inkml:brushProperty name="anchorY" value="-91499"/>
      <inkml:brushProperty name="scaleFactor" value="0.5"/>
    </inkml:brush>
  </inkml:definitions>
  <inkml:trace contextRef="#ctx0" brushRef="#br0">279 132 1256,'-1'1'3113,"-1"0"-2250,-2 0 456,-1 0-446,-1 1-106,-2-1-109,2 1-69,-1-1-68,0 0-46,-2 1-32,-1-1-35,-2 0-4,-1 1 16,-1-1 12,2 1 26,0-1 41,0-1 9,0 1 29,1-1 5,1 0 0,0 0-16,-1 0 5,2-1-59,1-1-22,0 1-33,-1-1-43,1 0-10,0 0-38,1-1-40,1-2-56,-1 1-7,1-1-61,2-1-23,2 0-44,0-1-11,3-1-39,2 0-1,1-1-3,1 0-29,3 1 18,1-1-26,1 1 16,2-1-24,-1 1 6,2 1-2,0 0 0,-1 2 0,-1 1 0,-1 0-9,1 2 2,-2 1-1,0 0 0,-1 2 0,0 0 0,-1 1 10,-1 3-4,-1 0 2,-2 2 10,-2 1-4,-2 3 2,-2 1 10,0 1-13,-2 1-5,0 2 11,-1 1-5,0 1-7,0 1 2,-3 3-1,-1 0 10,0 2-4,0 0 12,-1 0-22,-1 2 6,1-1 8,3-1-13,0 0 14,0-2 5,2-1-2,2-1 2,1-2 10,4-1-4,0-2-7,2-2 40,2-1-3,2-2 21,1-2 24,2 0 42,1-2 37,1-2 68,7-1 350,2-1-393,2-2 110,1-2-63,0-1-33,0-1-41,2-1-66,1 0-32,0-1-34,-1-1-34,0 0-32,-2-1-88,-1 0-119,-1-1-132,-3 0-124,-1 0-147,-5 0-133,-2-1-109,-2 2-98,-2-1-14,-3-1 29,-3 2 41,-3-1 84,-2 0 92,-3 0 113,-1 0 109,-3 1 102,-2-1 106,-2 0 76,-1 0 84,-3 1 52,0-1 41,-3 1 62,-1 0 34,-1 0 43,1 2 50,-1-1 64,1 2 34,0-1 35,2 1 52,0-1 64,1 2 70,2 0 80,2 1 98,2 1 65,2-1 77,1 1 52,4 1 50,0 0-16,2 0-46,0 1-97,1 0-134,2 0-102,0 0-116,3 0-93,2 0-80,2 1 38,2 2 35,4-1 53,3 1 55,2 1 57,4 0 45,1 1 4,3 1 33,2 2-119,2 0-76,2 0-68,-1 3-76,3 0-54,0 1-48,-1 2-22,1 1-19,1 1-8,-2 0-9,-1 0-8,-1 1 2,-1-1 7,-3 1-2,0-1-9,-3 0-34,-1 1-84,-1-1-156,-4-1-224,-2 0-221,-2-1-259,-1 0-253,-4-2-236,0-2-216,-1-2-182,-1-2-152,1-3-129,0-3-123,0-2-253,0-3-446,0-2-454,-1 1 498</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01.351"/>
    </inkml:context>
    <inkml:brush xml:id="br0">
      <inkml:brushProperty name="width" value="0.05" units="cm"/>
      <inkml:brushProperty name="height" value="0.05" units="cm"/>
      <inkml:brushProperty name="color" value="#AE198D"/>
      <inkml:brushProperty name="inkEffects" value="galaxy"/>
      <inkml:brushProperty name="anchorX" value="-112780.27344"/>
      <inkml:brushProperty name="anchorY" value="-92808.64844"/>
      <inkml:brushProperty name="scaleFactor" value="0.5"/>
    </inkml:brush>
  </inkml:definitions>
  <inkml:trace contextRef="#ctx0" brushRef="#br0">9 22 88,'-8'-22'28869,"9"22"-28325,1 1-84,2 1-56,1 0-41,1 0-43,1 1-3,2 1-31,-1 2-13,3 1-73,1 1-37,3 2-32,0 3-54,4 0-17,0 1-19,2 0-17,0 3-6,1 0-1,0 0-20,-1 1 6,-2 0-3,0 0 9,-1 0 7,0-1-20,-1-1-77,-1 0-119,-1-2-252,-1-1-332,-2-1-405,-3 0-395,-1-2-362,-2 0-290,0-2-262,-3-1-179,0-3-139</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02.331"/>
    </inkml:context>
    <inkml:brush xml:id="br0">
      <inkml:brushProperty name="width" value="0.05" units="cm"/>
      <inkml:brushProperty name="height" value="0.05" units="cm"/>
      <inkml:brushProperty name="color" value="#AE198D"/>
      <inkml:brushProperty name="inkEffects" value="galaxy"/>
      <inkml:brushProperty name="anchorX" value="-114040.67969"/>
      <inkml:brushProperty name="anchorY" value="-93981.26563"/>
      <inkml:brushProperty name="scaleFactor" value="0.5"/>
    </inkml:brush>
  </inkml:definitions>
  <inkml:trace contextRef="#ctx0" brushRef="#br0">124 92 616,'0'0'10297,"-2"0"-9709,1 0-54,-1 0-37,0 0-13,0 0-10,-1 0-10,1 0 1,0 0-1,1 0 0,1 0-9,-1 2 21,1-1-6,0 0-17,0 1-4,2 0 1,0 0-11,2 2-35,-1 0-19,2 0-34,0 2-31,4 2-32,0 1-23,3 1-62,1 0-14,4 1-47,1 1-29,3 1-33,0 2-22,1 1-17,0 1-17,-1 0-7,-1 2-18,-2-1 4,1 0-3,-3 0-19,-1-2-50,1 0-62,-2-2-127,0 2-735,1 1-427,-1-2 731,-2-2-352,-1-3 87,-2-3 17,-1-1 55,-3-2 22,-1-2 55,-4-1-2,-4-2-716,1 0 791,0-2 57,-2 0 43,0-1 104,0-2 59,0-1 115,-1 1 98,-1-2 66,-1 1 116,-2-1 70,-2-1 56,-2-1 88,-2 0 66,0 0 65,-3-1 37,-1 0 72,-1-1 42,-2-1 22,-1-1 37,-1 0-6,1 1 33,0-1-17,1 0 34,2 1-18,-1 0-21,1 0-13,2 0-45,0 2-8,1-1-29,1 1-14,2 0-45,3 1-26,1 1-25,2-1 22,3 0-28,1 1-2,3 0-9,0 0 20,2 2 3,0 0 9,2 0-11,0 1-23,2-1-32,0 1-20,0 0-45,2 0-46,1 0-47,-1 0-20,0 2-28,1 0-15,0-1-7,1 2-1,-1-1-1,-1 2 0,3-2 0,0 2-9,1 0 2,-1 1 8,1 0-2,1 2 1,-1 0 0,1 0 0,1 1 0,0 0-9,0 1 21,2 0-16,2 1 5,0 1-1,-1 0 9,0 0-11,1 1 3,-2 0 8,-1 0-11,1 1 3,-2 1 8,-1-1-11,-2 1 3,-1 1-1,-3 1 0,-1 0 0,-2 0 0,-1-1-19,0 1-13,-3 0-44,0-1-36,-2 1-59,-2-2-62,0 1-72,-2-1-62,2-2-74,-1 0-72,1-1-61,1-1-67,0-2-81,2 0-97,-1-1-93,1-2-115,-1-1-119,1 0-109,0-2-132,1-1-144,3-1-197,0 0-194,2-1-301,0 1 2480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03.173"/>
    </inkml:context>
    <inkml:brush xml:id="br0">
      <inkml:brushProperty name="width" value="0.05" units="cm"/>
      <inkml:brushProperty name="height" value="0.05" units="cm"/>
      <inkml:brushProperty name="color" value="#AE198D"/>
      <inkml:brushProperty name="inkEffects" value="galaxy"/>
      <inkml:brushProperty name="anchorX" value="-115070.55469"/>
      <inkml:brushProperty name="anchorY" value="-94914.39063"/>
      <inkml:brushProperty name="scaleFactor" value="0.5"/>
    </inkml:brush>
  </inkml:definitions>
  <inkml:trace contextRef="#ctx0" brushRef="#br0">384 185 272,'0'-1'3537,"0"0"-2502,0-1 481,0 0-458,0 0-117,0 0-79,0 0-86,0 0-80,0 1-61,0-1-76,0 1-62,0-3 1964,1 6-2064,1-1 43,2 1 31,1 1 14,1 1 1,0 2-26,0 0-39,1 1-102,1 0-50,1 2-59,1 0-68,1 1-52,0 2-2,3 0-35,-1 1-2,1 0-11,1 1-8,1-1-8,-2 1 10,2 0 6,-3-1-20,2-1-21,-3-2-70,0 1-94,-1-3-100,-1 0-85,-1-1-118,-2-2-89,0-1-99,-2 0-78,0-2-45,-1-1-6,-3-2 3,-1 0 25,-2-1 39,-3-1 66,-1-1 79,-1-1 95,-2 0 85,-1-2 89,-3 0 97,0-1 76,-1 1 74,-1-2 54,-2 0 41,-2 0 51,-1-3 66,-1 1 89,-1-2 56,-1 0 21,-1-1 41,-1-1 58,-3 0 5,0-1 23,-1-2 16,-1 1-21,1-1-1,1-1 46,0 2-15,1-1-2,1 2 12,1 1 14,3 1-13,1 2-69,4 1 38,0 1-43,3 2-37,2 1-9,3 1-85,2 0-35,1 2-61,1 0-9,1 1-68,2 1-31,0-1-53,1 2-8,1-1-4,2 1-11,0 1-16,1 0 3,1 0-2,0 0-46,2 0-81,3 1-111,0 0-152,3 1-156,0 1-158,3 0-169,1 1-168,2 0-130,-1 0-94,2 1-94,0 0-43,1 0-63,0-1-65,-1 0-109,-1 1-172,0 0-242,-3-1 398</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04.184"/>
    </inkml:context>
    <inkml:brush xml:id="br0">
      <inkml:brushProperty name="width" value="0.05" units="cm"/>
      <inkml:brushProperty name="height" value="0.05" units="cm"/>
      <inkml:brushProperty name="color" value="#AE198D"/>
      <inkml:brushProperty name="inkEffects" value="galaxy"/>
      <inkml:brushProperty name="anchorX" value="-114117.61719"/>
      <inkml:brushProperty name="anchorY" value="-93942.24219"/>
      <inkml:brushProperty name="scaleFactor" value="0.5"/>
    </inkml:brush>
  </inkml:definitions>
  <inkml:trace contextRef="#ctx0" brushRef="#br0">113 310 344,'1'0'1896,"3"0"-223,0 0-180,1 0-186,-1 0-129,0 0-127,1 0 2620,-5 1-2818,0 1-13,1 2-55,1 0-41,1 1-75,0 0-97,0 2-74,1 0-100,1 1-94,1 1-105,1 0-38,1 1-57,1 1-39,-1-1 6,3 1-44,-2 1-9,0 0 1,-1 0-12,1 0-54,-3 1-69,1-1-115,-2 0-142,-2 0-121,0 0-120,-4-1-132,0-1-117,-3-1-74,1-2-78,-4 0-17,0-1-5,-2-2 25,0-1 29,-2-1 40,0-1 67,0-1 97,0 0 129,1-1 131,-1 0 125,0-2 168,0 0 126,1-1 149,1-1 115,-2 0 124,0 0 102,-1-1 87,0-1 54,0 1 42,2-2-3,0 0-4,0 0-5,1 0-28,2 1-39,0 0-20,2 0-44,2 2-29,0-1-23,4 0-8,0 2-38,3 0 0,1 1-30,2 0-22,0 0-15,4 0-26,1 1-32,2 0-31,2 0-23,1 0-44,0 0-27,1 1-25,1 1-16,1-1-26,-1 1 5,0 0 6,0 0-32,-1 1 10,0-1-4,-1 0 0,1 0 0,-1 0 19,0 0-6,-1 0-15,-2 0 4,-2-1 8,-4-2-4,0 1 2,-2-1-9,-1 0 12,-1 0-14,-2 0 23,0 0 3,-1 1-10,-1-1 4,0 0-10,0 0-7,0 1 11,-1-1 5,1 0 8,-2 1 17,1 1 15,-1-1 16,0 1 7,1 0 9,1 0 17,-3 0-4,2 1-6,-1 0-35,0 0 0,1 0-21,1 1-6,-1 0-28,1 0-2,0 1-2,0 0-10,1 0 21,-1-1-7,0-1 13,0 1-13,0-1 32,0 0-9,1 0 23,1 0 22,0 0 23,-1-1 6,1 0 10,0-1 8,0 0 8,0 1 8,0-2-20,-1 0-12,-1-1-35,0-1-1,1 0-12,-2 0-8,1-1 20,0 0 31,-2 1 29,1-1 41,-3 1 39,1 0-6,-2 1 25,0 0 13,-2-1-31,-2 2-26,0-1-50,1 1-36,-1-1-22,2 1 10,1 0-25,-1 0 26,0 1 1,-1-2 27,0 2 4,0-1 28,1 2-15,0 0-3,2 0-17,0 1-6,0 0-18,2 0-25,1 0-3,1 2-30,-1 0 7,0 0 15,-1 1-6,0 1 13,-2 1 6,1 0 8,1 0 8,-1-1-1,1 0 1,1 1 0,0 0-28,1-1 8,2 1-14,1 1-6,1-1-8,2 0 11,0 1-14,4 0 42,1 1-59,3 0 47,0-2-62,0 0 18,-1-1 11,0-2-14,-1 0-4,0-2 11,-1 1-4,1-2 1,-2-1-10,0 0 4,-1-1-2,0-2 18,1 1-14,-3-1-4,1-2 2,-1 0-2,0 0 9,-2-2-2,-1-1-18,-2 0 6,-2 0-13,-2-1-43,-1-1 40,-1-1 13,-1 1-4,-3-1 4,-1 1 0,-2-2 0,0 0 0,-2 0 65,0 0-28,-2-1 59,0 0 116,-3-1 73,0 0 72,0 1 84,0 0 70,0 0 73,1 2 26,0 1-37,2 1-58,2 1-78,2 1-58,2 2-85,0 1-69,3 1-64,0 2-65,3 1-26,0 0-38,4 3-23,1 1 3,2 1-4,2 3-9,2 0 2,2 2-1,3 2 9,2 2-2,2 1 1,1 2-9,2 1-7,2 2-64,1 0-95,1 2-220,0 1-254,0 2-302,1 0-288,0 0-269,-1 1-258,0-1-193,-1 2-210,-3-1-171,-1 1-190,-3 0-332,-2 0-599,0 0-177,-3-5 1488</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05.972"/>
    </inkml:context>
    <inkml:brush xml:id="br0">
      <inkml:brushProperty name="width" value="0.05" units="cm"/>
      <inkml:brushProperty name="height" value="0.05" units="cm"/>
      <inkml:brushProperty name="color" value="#AE198D"/>
      <inkml:brushProperty name="inkEffects" value="galaxy"/>
      <inkml:brushProperty name="anchorX" value="-115376.3125"/>
      <inkml:brushProperty name="anchorY" value="-94933.28125"/>
      <inkml:brushProperty name="scaleFactor" value="0.5"/>
    </inkml:brush>
  </inkml:definitions>
  <inkml:trace contextRef="#ctx0" brushRef="#br0">27 1 112,'0'0'27710,"-2"0"-27455,1 0-46,-1 0-30,0 0-26,1 0-16,0 0 797,1 1-686,0 0-3,0 1 4,1-2-11,-1 2-15,1 0-34,1-1-19,0 0-36,-1 0-30,0-1-4,0 1-21,-1 1-24,1-1-5,-1 0-10,-1-1 362,3 0-369,0 0-11,1 0 31,1 0 0,-3 0-17,-1 0 35,-2 0-39,-1 0 21,1 0-15,0 0 12,0-1-31,2 0 18,-1 0-6,1 0-36,0 1 19,0-1-7,0 1 1,0 0-9,0 0 2,0 0-1,0 0 0,0 0 0,0 0 0,0 0 0,-1 0 0,-1-1 0,0 0 0,0 0 0,1 0 0,1 0 0,-1 1 0,1 0 0,0-1 0,0 1 0,0 0 0,0 1 0,0-1 0,1 0 0,-1 0 0,0 0 0,0 0 0,0 0 0,0 0 0,0 0 0,0 0 0,0 0 0,0 0 0,0 0 0,0 0 0,0 0 0,0 0 0,0 1 0,0 0 0,0 0 0,0 0 0,0 0 0,0-1 0,0 0 0,0 0 0,0 0 0,0 0 0,-2 0 0,0 0 0,0 0 0,1 0 0,0 0 0,0 0 0,1 0 0,0 1 0,0 0 0,0 0 0,1 0 0,1 1 0,0 0 0,0-1 0,-1 0 0,-2-1 0,-1-1 0,1 0 0,-1 0 0,1 0 0,0 1 0,1 0 0,-2-1 0,0 1 0,0 0 0,1 1 0,0 1 0,0-1 0,1 0 0,0-1 0,0 1 0,2-1 0,-1 0 0,3 0 0,-1 1 0,0 0 0,1 0 0,-1 0 0,0 0 0,-1-1 0,-1 0 0,0 1 0,-1-1 0,-2 0 0,0-1 0,0 0 0,1 0 0,0 0 0,0 0 0,0 0 0,1 1 0,0 0 0,0 0 0,0 0 0,0 0 0,0 0 0,0 0 0,1 0 0,-1 0 0,0 1 0,0 0 0,0 0 0,0 0 0,0 0 0,0-1 0,0 0 0,1 1 0,1-1 0,0 0 0,-1-1 0,0 1 0,0 0 0,-1 1 0,1 1 0,-1-1 0,0 1 0,-1-1 0,1 2 0,0 0 0,2 1 0,0 2 0,1 0 0,0 2 0,2 1 0,1 0 0,0 2 0,4 1 0,0 1 0,0 1 0,0 0 0,2 1 0,1 0 0,0 0 0,1 1 0,-1 0 0,1 0 0,-1 1 0,-1-2 0,-1 0 0,-1 1 0,1-2 0,0-1 0,-1 0 0,0-1 0,-1-2 0,-1 0 0,-1-2 0,0 0 0,0-1 0,-1-2 0,-2-1 0,1-1 0,-2-1 0,2 0 0,-2-2 0,0 0 0,1-1 0,0-1 0,0-2 0,2 0 0,-2-2 0,-1-1-411,-2 1-1086,-2-1-266,0 1-473,0 0-339,-2 0-308,1 0-244,-2 0-155,0-1-138,-1 1-394,0-1-175,0 3 252</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06.447"/>
    </inkml:context>
    <inkml:brush xml:id="br0">
      <inkml:brushProperty name="width" value="0.05" units="cm"/>
      <inkml:brushProperty name="height" value="0.05" units="cm"/>
      <inkml:brushProperty name="color" value="#AE198D"/>
      <inkml:brushProperty name="inkEffects" value="galaxy"/>
      <inkml:brushProperty name="anchorX" value="-116518.4375"/>
      <inkml:brushProperty name="anchorY" value="-96101.26563"/>
      <inkml:brushProperty name="scaleFactor" value="0.5"/>
    </inkml:brush>
  </inkml:definitions>
  <inkml:trace contextRef="#ctx0" brushRef="#br0">18 164 2016,'0'2'3889,"-2"1"-2376,1-1-184,-3-1-107,-7 5 6937,11-8-6859,1-3 2686,-1 3-2651,0-1 1139,0 1-1408,0 0-131,0 1-145,0 0-132,0 0 227,2 1-585,-1-1-73,1 2-39,1-1-34,0 0-44,1 0 9,2 0-16,0 1-110,3 1 22,1 0-14,2 3-1,2-1 0,3 2 0,1 0 0,3 1 0,0 0 0,1 1 0,-1-1 0,0 2 0,1 0 0,-1-1 0,-1 1 0,1 0 0,-1-1 0,0 0 0,-1 0 0,-1-2 0,0-1 0,-1-2 0,1 0 0,-1-2 0,0 0 0,-1-1 0,-2 0 0,-2 0 0,-2-2 0,0 1 0,-3-1 0,-1-2 0,1 0 0,-2 0 0,1-2 0,-2-2 0,-1-1 0,-1-1 0,-1 0 0,-2-1 0,-2 0 0,-3-1 0,1-1 0,-3 0 0,-1 0 0,0-1 0,0 0 0,-3 0 0,1-1 0,0 1 0,1-1 0,0 2 0,2 0 0,1 2 0,2 2 0,-1 0 0,2 2 0,2 0-149,-2 1-1610,1 3-147,1 0-653</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53.488"/>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331 6 288,'0'-1'2961,"0"-1"-3119,0 1 873,0 0-459,0 1 12,0-1 250,2 1-261,0 0 8,3 0 3335,-5 1-3552,0 0-9,0 1-26,0-2 7,0 1-4,0 0 0,0-1-9,0 0 11,0 0-12,0 0 12,0 0-3,0 0-18,0 0 6,0 0 6,0 0 7,0 1-10,0 0-6,0 0 20,0 0-16,0 0-4,0-1 1,0 0-1,0 1 0,-2 1 0,1-1 9,-1-1-11,0 1 3,1 1 18,1-1-6,-1 0-16,1 0 6,0 0 6,0-1-2,0 1-8,0 0 2,0 1-1,0-2 9,0 2-2,0 0 1,0-1-9,0 0 11,0 1 6,0-1-10,0 0-6,0 1 1,0 0-1,0 1 9,0-1-11,0 1-6,0-1 10,0 1-12,0 0 12,0-1-3,0 0 10,0 1-2,0 0 1,0 0 9,0 0-2,0 0 1,0 1-9,0 0 2,0-1 8,0 1-2,0-1-8,-1 1 30,-1 0-18,0-1-3,1 0 10,0 1-12,-2-1-6,1 1 10,0 0-12,1 0-6,0 0 1,0 0-1,1-1 0,0 0 9,0 1-11,0-1 3,0 1-1,0-2 0,0 2 9,0-1-11,0 0 12,0 1-22,0-1 16,0 0-5,0 0 1,0 2 9,-2-2 7,-1 1-10,-1-1-6,1 0 1,0 0 8,2 0-2,0 0 1,0 0-9,1-1 2,0 1-10,0-1 2,0 1 8,0 1-11,0-1 3,1 0 18,-1 0 3,0 0-18,0 1 16,0-1-14,0 1 12,0-2-12,0 2 12,-2-1-31,0 0 9,0 0 15,1 0-6,0 0 3,0 0 0,1 0 9,0 0-21,0-1 35,0 0-30,0 1 19,0 1-5,0-1-8,0 1 2,0-1-1,0 0 19,0 0-15,0 0 14,-2 0-22,0 0 7,1-1-3,-1 1 0,1-1 0,0 1 0,1 0-9,0 0 2,0-1-10,0 1 21,2 0-16,0 0 14,-1 0 6,1 0-1,-1 1 1,0-2-9,-1 1 2,0-1-1,0 0 0,0 1-9,0-1 11,0 0-3,0 0 1,2 0 9,-1 0-21,1 1 7,0-1-3,-1 1 0,-1 0 0,1-1 9,-1 0-2,0 1 1,0-1 0,0-1 9,0 0-2,0 1 1,0-1-9,0 1 2,0 0-1,0-1 0,0 1 0,0 0 0,0 0-9,0-1 11,0 1-3,0 0 1,0 1 0,0-1 0,0 1 0,0-1 9,0 1-11,0 0 12,0 0-12,0-1 12,0 1-12,0 0 3,0 0-1,0 0 0,0 0 9,-2 1-2,0-1-8,0 0 11,1-1-3,0 1 10,0 0-2,1 0-8,0 0-7,0 0-8,0 1 10,0 0-3,0 0 1,0 0 0,0 0 0,0 0 0,0-1 0,-2 1 9,0-1-11,1 0 3,-3 1 8,2 0 7,-1 0-20,1-1 16,1 2 4,0-2-10,1 1-6,0 0 10,0-1-12,0 1 3,-1-2-1,-1 2 9,0-1 7,1 0-10,0 1 3,0 0-10,1 0 11,0 0-3,0 0 10,0-1-11,0 0 3,0 0-1,0 0 0,0-1 19,0 1-25,0 0 9,0-1-3,-2 2 0,0 0-9,1 1 2,-1-1-1,1 0 0,0-1 9,1 0-2,0 0 1,-2 0 9,0 0-11,1 0 3,-1-1-10,1 1 2,1-1-1,-1 1 0,1 1 0,0 0-19,0-1 25,0 1 0,0 0 1,0 0-8,1 0 21,-1 0-7,0-1 3,0 1 10,0 0-22,0 0 6,0 0-11,0-1 2,0 1-1,1-1-18,1 0 23,0 0-27,-1 0 28,0 0-9,0 1 3,-1-1 19,1 2-15,-1-1 5,0 0-1,-1 1-28,1-1 18,0 1 2,0-2 8,0 1-11,0 0 4,0 1-1,0-1 0,0 0 28,0 0-26,0-1 8,0 1-2,2 0 0,0 0 0,0 0-9,-1 0 12,0 0-5,0-1 2,-1 1-9,0-1 2,0 0-1,0 1 10,0-1 6,0 0-20,0 0 6,0 0-2,0 0 0,0 0 0,0 0 0,0 0 0,0 1 0,0-2 0,0 2 10,0-1 6,0 0-11,0 1-5,0-1 29,0 0-18,0 1-12,0 0 13,0-1-15,0 1 4,0 0-10,0 0 12,2 0-33,-1-2 29,1 2 0,0-2-1,-1 1 2,-1 1 10,1-1-4,-1 0-7,0 0-7,0 0 1,0 0-1,0 0 10,1 0-4,1 0 2,2 1 0,-1-1 0,0 0 10,-1 1-4,-1-1 2,0 0-9,-1 1-7,1 0 1,-1 0 9,-1 0 6,0 0-11,-1 0 4,0-1 9,0 1-4,1 0 12,0-1-13,1 0 14,0 0-23,-2 0 6,0 0-2,1-1 0,-1 1 0,1 0 0,1 0-9,-1 0 12,1 0-5,0 1 12,0-2-13,0 2 4,0-2-1,1 0-9,-1 1 21,0-1-16,0 0-4,0 0 11,0 1-5,0-1 2,0 1 0,0 0 10,0 0-22,0-1 16,0 1-6,0 1 2,0-1-9,0 0 12,0 1-5,0 0 2,0-1 0,0 1 10,0 0-13,0-1 4,0 0 9,0 0-4,0 0-7,0 0 2,0-1-1,0 1 0,0 0-9,0 0 12,0-1-5,0 1 2,0 0 19,0-1-15,0 1-4,0 0 1,0-1-1,0 1-9,0 0 12,0 0-5,0-1 2,0 1 0,0 0-9,0 0 12,0-1-5,1 1 21,1-1-24,0 1-11,-1 0 21,0 0-8,0-1 13,-1 1-13,1 0 14,0 0-14,1-1 4,0 1-1,-1 0-9,0 0 2,0-1-1,-1 1-9,0-1 21,0 1-7,0 0 3,0 0 0,0-1 10,0 1-13,2 1 4,-1-1 9,1-1-13,0 1 4,-1 0 9,-1 0-13,3 0 4,-2 0-1,1 0 10,0 0-4,-1 0-7,-1-1-7,1 1 20,0 0-7,1 0 3,0-1-9,-1 1-7,0 0 1,0 0-1,-1-1 10,0 0-13,0 0 4,0 0 9,0 1-4,0-1 2,0 1 10,0-1-4,0 1-7,0 0 2,0 0 9,0-1-4,0 1 2,0 0 0,0 0 0,0-1 10,0 1-13,0-1-5,0 1 11,0 0-14,0 0 14,0 0-14,0 0 4,0 1 18,0-1-24,0 0 7,0 0-2,0-1 0,0 0 0,0 0 0,0 0 0,0 1 0,0-2-9,0 1 12,0-1 5,0 1-11,0 0 4,0 0-1,0 0 10,-2 0-4,0 0 2,1 1 10,-1 0-4,1 0 12,-1 1-13,0-2 14,-2 2 33,1-1-38,0 1 14,1-1-13,0 0 21,2 0-25,-1 0 7,1 0-2,0-1-18,1 0 14,-1 0-6,0 0 2,0 1 0,-2-1 0,0 0 10,1 0 6,-1 0-20,1 0-3,0 0 19,1-1-25,-2 1 17,0 0-15,1 0-5,-2 0 20,0 1 3,0-1-1,0 1 12,0 0-4,-1-1 21,0 1-6,0 1 13,-2-1-4,-1 0 12,2 1 6,-2 1 17,1 0 15,-2 0 7,-1 0 9,-1 0-11,-1 1 23,3-1-16,0 1-4,0-2-17,1 1-15,-1-1-25,0-1-14,1 1 2,2-1-22,0 0 15,1 0-33,2 0 18,-2 0-16,2 0 23,-1-1-25,2 0 8,0-1-3,1 1 0,-1-1-10,1 0 22,1 0-16,-1 0-4,0 1 2,0-1 7,0 0-2,0 1-9,-2-1 22,0 1-34,1-1 19,-1-1-6,1 1 10,0 0 16,1 0-3,0 0-8,0 0-6,0-1 2,0 1 7,0 0-12,0 0-5,0 0-17,0 0 13,0 0 4,0 0-1,0 1 1,0-1 0,0 0 9,0-1 7,0 1-20,0-1 7,0 0 6,0 0-12,0 1 5,0 0-2,0 0-10,0 0 4,0 0 7,0-1-2,0 1 10,0 2-12,0-1 5,0 1 16,0-1-14,0-1 6,0-1-12,-1 0 4,-1 0-2,0 1 0,1 0 9,-1 1-12,2 0 5,-1 0-12,1 1 13,0-1-4,0-1-9,0 0 13,0 0-14,1-1 5,-1 0 7,0 0 7,0 0 8,0-1-20,0 2 16,0 1-5,0-1 1,0-1-10,0 1 4,0 0-12,0-1-6,0 0 11,-2 0-14,0 1 14,0 0-4,1 0 10,0 0 7,0 1-1,1-1 19,0 2-32,0-1 19,0 1 3,0 0-11,0 0-5,0 1 2,0-1-2,0 0 18,0 0-14,0 0-4,0-1 20,0 1-16,0 1 15,-2-1-4,-1 0 1,-3 0-10,1 0 13,1 0-4,1 0 1,1-1 19,1 1-6,0 0 31,-1 0 11,0 0-2,1 0 31,0 0-8,0-2 4,0 1 9,1 0-11,0-1-16,0 0-4,-2 1-10,1-1-8,-1 1-8,0-2-8,1 2 1,1 0-20,-1-1 15,1 0-24,0 1 7,0-1 6,0 0-21,0 0 16,0 0-5,-1-1 1,-1 2-9,0-1 11,1 0-12,0 0 3,0-1-1,1 2 0,0-1 0,-1 0-9,2 0-7,-1 1 10,0-1 6,0 1-10,-2 0 12,0-1-3,-1 1 10,0 0 7,0 0-10,1 0 3,0 1-1,1 0 9,1-1-2,0 1-8,0-1-7,0 1 1,0 0-1,0-1 0,0 0 0,0 0 10,0 1-22,1-1 44,-1 1-23,0-1-20,0 1 26,0 0-19,0 0 5,-1-1-10,1 1 2,0 1-29,0 0 18,0-1 11,0 1-4,0 0 3,0 1 10,0 0 34,0 0 0,0 0-7,0 1 23,0-1-16,0 1 15,0-1-23,2 0-3,0 1 0,0-1-29,-1 1 27,0-1-19,2 1 5,-1-2-1,0 0 47,1 2 117,0-1 137,-1 1 112,0 0 57,1 0 37,-1 0 37,2-1 4,-1 2 12,0-1-131,1 0-149,-1 0-68,1 1-82,0-1-27,0 0-39,0-1-23,1 1 3,-1-1-32,1 1-1,-1-1-11,-1 1 1,1-1-10,-1-1 12,1 1-23,-1-1 16,0 0-6,-1 0 2,-1 0 75,0 0-68,-1 0 23,0 1-24,0-1 23,0 0-26,0 1 7,0-1 8,0 0-78,0 0 69,0 0-24,0 0 17,0 0 24,0 0-6,0 0 32,0 1 30,-2-1 11,0 1 29,0 1 171,1-1-196,0 1 59,0-1-18,1 1-49,0-1-24,0 0-14,0 1 0,0-1 15,0 1 33,0-1 20,0 1 25,0-1 5,0 1 11,0-1 18,0 0-5,0 1-53,0-1-31,0 1-22,0-1-18,0 0 2,0 1-3,0-1 0,0 1 0,0-1 0,0 1-19,-2-1 6,0 0-3,1 1 0,-1-2-18,1 1 4,0-1-11,1-1 12,0 1-5,0 0-7,0 0-7,0 1 1,0-1-10,0 0 2,0 0 9,0 0-4,0-1-7,0 0 12,0 0-14,0 0 4,0 0-1,0 0 0,0 0-9,0 1-7,0 0 11,0-1 5,0 1-2,0 0 2,0-1 0,0 0 66,0 0-38,-1 1-4,-1-1-26,0 1 6,1 0-13,-1 0 2,2 0 9,-1 0-69,1 1 67,0 0-23,0 1 26,2-1-6,0 1 13,0-1-13,1 1-5,0-2 1,1 1-1,0 1 10,-1-2-4,1 2 49,-1 0-32,-1-1 11,2 1-20,-1 0-5,1 0 0,1-1-1,0 1 0,0-1-56,1 1 35,0-1 5,0 1 16,0 0 25,1 2-23,1-1 8,-2 1 8,1 0 6,-2-1-11,-1 2 14,0-2-23,-1 2-3,1-1 0,0 0 9,-2 0-13,2 0-5,-1 0 1,1 1-1,-1-1 10,0 0 6,1 0-11,-1-1-5,1 1 1,0-1 9,0 0-4,0 0 2,-1-1 0,1-1-9,-1-1 12,0 0 5,0 1-11,0-2 4,1 1-1,0 0 0,-2 0 0,2 0 0,-1 0 0,1 0-56,0 0 54,-1-1-10,-1 0 12,-1 0 8,0 1-11,-1 0 4,0 0-1,0-1 66,0 0-66,0 1 41,-1-2-40,1 2 21,0-1-8,0 1-7,0 0 12,0-1-5,0 1-7,0-1 2,0 0-10,0-1 2,0 0-1,0 0-9,-1-1 2,-1 1-1,0 0 10,1 1-4,-1-1 30,2 1-17,-1-1-12,1 1 3,-1-1 8,-1 1-13,0 0 4,1 0-1,0 1-9,0-1 12,1 0 23,0 1-15,0 0 16,0 0-33,-2 0 10,0 0 6,-1 1-4,0 0-16,0 0 4,-1 0 8,1 0-4,0 1 2,0-1 0,0 1 0,0-1 0,2 1 19,-2-1-15,0 2-4,1-1 11,1 1 14,0-1-13,0 1 5,-1 0-1,1 0-18,-1-1 4,0 2 8,2-1 6,-1-1-20,1 2 25,0-1 2,0 0-19,0-1 34,0 0-28,0 0-1,0 0 0,-2-1 9,0 1-32,1-1 10,-1 0-4,-1 0 10,1-1-4,0 0 2,0 1 0,1-2 0,0 1 10,1 0-13,0 1 4,-2-2-1,1 2 0,-1 0 0,-1-1-9,0 1 2,1-1 9,0 0-4,1 1 2,0-1 10,1 0-4,0 1-7,0 0 21,-2 0-7,0 1-6,1-1 2,-1 2-1,1-2 10,1 1-4,-1 0-7,1 0 2,0 1-1,0-1 0,0-1-9,0-1-7,0 1 1,0-1-1,0 0 0,0 0 0,0 0 10,0 0-4,0 1 2,0 0 0,0 1 0,0 1 10,0 1 6,0-1 8,0 1-20,0 0-3,0 1 19,0 0 3,0 1-1,0-1-16,0 0-5,0 1 10,0 0-5,0-1 21,0 0-24,0 1-2,0 0 10,0 0 5,0 1 8,0-1 17,0 1-4,0 0 13,0 0-13,0 0 23,0-1-16,0-1 5,2 1-19,0 0-14,0 0 12,-1 1-15,0-1 4,0 0 0,-1 0-11,2-1 13,0 1-14,1 0 14,1-1-14,-2 0 5,2 1 7,-1 1 7,0-2 8,1 0 27,-2 1-7,1 0 13,-1 0 35,-1 0-19,-1-1 9,0 1-2,2 0-19,0 0-4,1 1-9,0-2 20,2 1 3,-1 0 18,-1 0 6,1-1 28,-1 0-7,0 0 13,0-1 7,0 2-10,1-2-6,0 0-18,-2-1-4,0 0-1,0 0 18,0 0-15,0-1-4,0 0 10,-1-1-3,0-1-8,0 1 2,-1-2-1,0 1-46,0-2 3,0 2-4,0-1-29,0 0 8,0 0-22,0 0 4,0 0-20,0 1 14,0 0-6,0 0-7,0 0 2,0 0 9,1 0-4,1 1-16,0-1 14,-1 0-15,0 0 14,0-1-5,-1 0 2,1 0 0,0-1 0,1 0 19,0-1-15,-1 0 5,0-1-10,0 0-26,-1 0-86</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55.111"/>
    </inkml:context>
    <inkml:brush xml:id="br0">
      <inkml:brushProperty name="width" value="0.05" units="cm"/>
      <inkml:brushProperty name="height" value="0.05" units="cm"/>
      <inkml:brushProperty name="color" value="#AE198D"/>
      <inkml:brushProperty name="inkEffects" value="galaxy"/>
      <inkml:brushProperty name="anchorX" value="872.85803"/>
      <inkml:brushProperty name="anchorY" value="-3145.97314"/>
      <inkml:brushProperty name="scaleFactor" value="0.5"/>
    </inkml:brush>
  </inkml:definitions>
  <inkml:trace contextRef="#ctx0" brushRef="#br0">0 207 208,'9'6'10772,"-9"-5"-10760,0 0 6,0 0-11,0 0 12,0 0-23,0-1 53,0 0-44,0 0 54,0 0-34,0 1 9,2 1-4,0-1 2,-1 1 10,3-1-4,-2 1 21,1-1-6,0 1 31,0-1 20,2 1 6,-2-1 19,2-1 34,0 2 1,0-1 21,1 0 15,0 0-12,1 0 24,3-1 3,0 0 28,2 0 21,1 0 5,4 0 30,3 0 40,2 0 9,4 0 20,3 0-21,5 0-21,4 0-22,4-1-51,3 0-8,5 0-40,3-1-19,6 0-17,2-1-17,3 0 3,2-1-13,0 0-5,1 0-37,-1 0-19,-2-1-25,-4 1-15,-3-1-26,-2 1-14,-4 1 11,-2 0-14,-3 0 3,-1 1-1,-1 0 9,-3 0-2,-1 0 10,-1 1-2,-3 0-8,-1-1 11,0 1-3,-3 0 1,-2 0-19,-1-1 6,0 1-3,1-1 0,2 0 0,0 1 0,2-2 0,2 2 0,2-2 0,2 1 0,2-1 19,2 0-15,1 0 24,1 0-26,1 0 18,0 0-14,-1 1 12,-1-2-3,0 1-18,-1 0 15,-2 0-14,0 0 3,-2 1-10,-2 0 21,1 0-16,-4 1 5,1-1-1,-4 1 0,-1 0 9,-2-1-11,-2 1 3,-1 0-1,-1 0 0,-2 0 0,1 1 0,2 0 9,2 0-11,3 0 22,1-1-16,2 0 5,0-2-1,3 1 9,0 1 7,2-2-20,1 1 7,-1 1-3,4-2 19,0 2-15,0-2-4,3 1 10,0 0-3,2 1 1,-1-1 0,-1 0 9,2 0-11,-3 0 3,-1 0 8,-1 1-11,0-1 3,0 0 8,0 1-11,0-1 3,0 0 8,1 0-11,-3 0 12,1 0-3,-1 0-18,0 0 15,-1 0 4,-1 0-10,-1 0 22,-1 1-16,-1 0 14,1-1 16,0 0 4,1 0 1,0 0-27,1 0 36,-1 0-3,0 0 30,-1-1-16,-3 1 6,-2 0-1,-4 1-18,-3-1 51,-2 1-72,-4-1 23,-1 0-17,-3 1-26,-2-1 7,-2 1-13,-1 0-7,-3 1 1,-2 0-1,-1 0-18,0 0-52,-2 0-60,-2 1-100,-1 0-193,-4 0-225,-2 0-317,-3 0-365,-3 0-433,-3-1-617,-6 0-1208,-4 1-371,-7 0-220,4 0 4161</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56.903"/>
    </inkml:context>
    <inkml:brush xml:id="br0">
      <inkml:brushProperty name="width" value="0.05" units="cm"/>
      <inkml:brushProperty name="height" value="0.05" units="cm"/>
      <inkml:brushProperty name="color" value="#AE198D"/>
      <inkml:brushProperty name="inkEffects" value="galaxy"/>
      <inkml:brushProperty name="anchorX" value="-4836.24463"/>
      <inkml:brushProperty name="anchorY" value="-3795.36182"/>
      <inkml:brushProperty name="scaleFactor" value="0.5"/>
    </inkml:brush>
  </inkml:definitions>
  <inkml:trace contextRef="#ctx0" brushRef="#br0">1 176 280,'0'0'2102,"0"1"-1997,0 0 1,0 0-2,0 0 9,0 0 16,2-1 15,0 1 26,-1-1-6,1 0 32,1 0-8,-1 0 23,0 1-15,0 0 24,-1 0-26,-1 0 0,1-1-10,1 1 1,-1-1-20,3 0-31,-1 1-2,0 0-3,-1 0-19,-1 0-5,2 1-9,-1-1 11,0 1 5,-1-1 17,2 1 15,-1-1-3,2 0 13,-1 0 6,0 0 8,-1-1-1,-1 0-9,0 1-15,-1-2 13,2 1 4,0 0-1,-1 1-9,1 0 13,0 1 15,1-2 4,-1 1-8,0 0 12,-1-1-22,-1 0 7,1 0 6,0 0-2,1 0-18,1 0 6,2 0 16,2 0 13,0 0 7,-1 0-1,1 0 12,2 0-22,0 0 25,1 0-17,0 0-13,1 0-6,2-1-18,1-1-15,2 1 3,0 0-13,3 1-15,1-2-6,1 1-9,0 0-17,3-1 69,1 0-124,-1-1 39,1 1-34,0 0 15,0 0-14,0 0 3,3-1-10,-1 1 11,3-1-12,1 1 3,1 0 8,0 0-2,1 0 1,0 0-9,-2 0 2,1 0-1,1 1-9,2-1 11,-1-1-22,0 0-2,0 1 8,-2 0-12,-1 0 3,0 1-10,-1-1-7,-1 1 10,-2 0-3,0-1 1,0 0 0,-1 0 0,0 0 9,1 1-2,1 0 1,-1-1 0,-1 1-9,-1 0 21,0 0-16,0 1 5,0-1-10,1 1 2,-1 0-10,-1 0 11,1 0-3,-1-1 1,0 0 0,1 0 0,1 0 9,0 0-2,5 1 10,2-1-11,2-1-6,-1 1 10,0 0-3,0 1-8,1-1-7,-1 0 10,0 0-3,1 0-8,0 0 2,-1-1-1,-1 1 9,0 0-2,0 0 1,-1-1 0,0 0 0,0 1 9,1 0-2,-1-1 1,0 1-9,0 0 2,0 0-1,0-1 0,0 0 0,-1 1 0,1 0-9,1-1 11,0 1-3,0 0 10,0 0-11,-1-1 3,1 1 8,-1-1-2,0 1 1,0 0-19,1-1 6,1 1 6,2 0-11,0-1 12,2 1-3,2-1 1,1 0 0,1 1 9,-1-1-2,1 1-8,-2 0 11,-1 0-12,-2 0 3,0 0-1,-2-1 9,0 0-11,-2 0 3,-1 1 8,-1 0-11,-1-1 3,-2 1-1,-3 0 0,0-1 19,-2 1-15,-1-1-4,-1 1 1,1 0-1,-1-1 9,-1 1-11,1 0 3,-1-1-10,0 1 2,1-1 8,-1 2 7,0-2-10,-1 0 12,-1 1-3,0 0-8,-2-1 2,-1 1-1,1 0 0,-2 0-9,-1-1 2,-2 0 8,1 1-2,-1 0 1,0 1 0,-1-1 0,-3 1 0,1 0 0,-1 0 0,0 0-9,-1 0 11,0 0 6,-2 0-10,0 0 3,-2 0-10,-1 0-45,0 0-108,-3 0-178,-1-1-295,-5 0-363,-2 0-438,-5-1-671,-4-1-1015,-5 1-394,3-1 2037</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58.713"/>
    </inkml:context>
    <inkml:brush xml:id="br0">
      <inkml:brushProperty name="width" value="0.05" units="cm"/>
      <inkml:brushProperty name="height" value="0.05" units="cm"/>
      <inkml:brushProperty name="color" value="#AE198D"/>
      <inkml:brushProperty name="inkEffects" value="galaxy"/>
      <inkml:brushProperty name="anchorX" value="-9740.06934"/>
      <inkml:brushProperty name="anchorY" value="-4466.19629"/>
      <inkml:brushProperty name="scaleFactor" value="0.5"/>
    </inkml:brush>
  </inkml:definitions>
  <inkml:trace contextRef="#ctx0" brushRef="#br0">253 169 104,'0'0'6673,"0"1"-6466,0 0 12,-2 0-14,0 0 14,0 0-4,1-1-9,0 2-6,-2-1 11,1 0 5,-1 0-1,-1 1 20,0-1-6,-2 0 31,1 0 1,-1 1 2,0 0-36,-1 0 10,-1 0-23,0 0-14,1-1 12,0 1-24,0 1 6,0-1 17,-1 1 4,0 0-10,0-1-5,-1 1-8,0-1-36,2-1-9,2 1-38,0 0-29,1 0-13,0 0-19,0-1 3,0 1-12,0 0-17,0 0 14,0-1-14,-1 1 3,1 0-10,1 1 21,0-1-16,-1 0 24,0-1-35,1 1 30,0-1-19,-1 1 14,1-1-22,-1 0 16,1 1 4,0-1-10,1 0 12,0 1 25,2-1-7,-1 0 4,1 0 0,-1 0 0,-1-1 0,1 2 0,-2-1 9,0 0-11,0 0 3,2-1-1,-1 1 0,2-1-9,-1 0 122,1 0-113,1 1 9,-1 0 8,0 0 7,0 1 1096,2-2-1091,-1 0 4,1 0 0,0 0-1,0 0 18,1 0-14,1 0 6,1 0 7,-1 0-2,4 0 1,0 0 9,1 0-12,2 0-14,2 0 4,1-1-13,4 0 4,0 0-12,3 0 13,2-1-4,1 1 1,3-2 9,4 0 17,2 0-24,4 0 0,4-1-20,2-1 5,3 1-12,2 0-7,2 0-27,0 0-2,0-1-2,-1 1-10,-1 0 11,-2-1-12,-1 1-6,-1 0 1,-2 0-1,0 0-9,-3 1 11,1-1-3,-1 1 1,0 0 0,-1 0 9,2 0-2,-2 1 10,1-1-11,0 1 22,0-1-26,2 0 0,0 0 8,1 1-3,1-1-8,0 0 2,-1 1-1,-2 0 0,0 0 0,0 1 0,-1 0 0,1 0 0,-1 0 0,-1-1 0,1 1 0,0 0 0,4 0 0,-2-1 0,2 1 0,0 0 0,-2 0 0,-2 1 0,0 0 0,-5 0 9,0 0-11,-1 0 12,-1 0-3,-1-1 1,3 0 0,0 0-9,3 0 21,0 0-26,4 1 18,1 0-5,1-2 1,1 1-9,-1 0 2,-3 0 18,-1 0-25,-2-1 0,-1 1-1,-3 0 46,-2-1-33,0 1 13,-2-1-3,2 1-19,-1 1 15,3-1 4,0 1-1,2-1-46,1 0 33,2 0-4,1-1 1,0 0-8,0 1 11,-1-1-12,-1 0 22,-1-1-16,0 1 14,-1-1-12,0 0 3,-1 2-1,1-2 0,1 1 9,2 0-21,0-1 16,2 0-5,-1 1 1,-1-1 0,-1 1 0,7-1 9,-3 0-11,-3 0 12,-2 1-12,-3-1 3,-1 0 8,-3 0-11,0 1-6,-2-1 1,-1 0 8,0 0-11,-1 1 12,2 0-68,0 0 56,2 0-10,2-1 22,0 1-14,0-1 33,-2 1-9,-1 0 4,-1 1 37,-3-1-47,-1 0 6,-5 1-3,-1 0-10,-2-1-17,-3 1 14,-1 0 4,-3 0-29,-1 0 0,-3 1-39,-2 0-131,-4 0-687,-3 0 104,-3 0-244,-4 0-302,-1 0-298,-3 1-321,-3 0-439,-2 0-602,-4 0-453,4 0 1504</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00.277"/>
    </inkml:context>
    <inkml:brush xml:id="br0">
      <inkml:brushProperty name="width" value="0.05" units="cm"/>
      <inkml:brushProperty name="height" value="0.05" units="cm"/>
      <inkml:brushProperty name="color" value="#AE198D"/>
      <inkml:brushProperty name="inkEffects" value="galaxy"/>
      <inkml:brushProperty name="anchorX" value="-14928.9834"/>
      <inkml:brushProperty name="anchorY" value="-5149.57617"/>
      <inkml:brushProperty name="scaleFactor" value="0.5"/>
    </inkml:brush>
  </inkml:definitions>
  <inkml:trace contextRef="#ctx0" brushRef="#br0">140 295 216,'0'0'400,"-2"0"-56,0 0-21,-1 0-44,0 0-30,0 1 23,-1 0-29,1 0-2,-2 0 10,0 0 42,-1 0 45,-2 1 36,2-1 43,-1 0 11,2 0 20,-1 1-3,2-1-15,1 0-24,-1 0-68,1 0-21,-1 1-46,0-1-39,2 0-21,-2-1-27,1 2-15,-1-1-8,0 0-18,0 0-34,0 1 0,1-1-13,-1 0 10,1 0-22,1 0 7,-2-1 6,1 1-2,1-1 29,0 0 1,1 0-7,0-1 386,2 1-409,-1 0 203,2 0-240,0 0-4,-1 0 2,1 0 0,-1 0 0,-1 0 0,1 0 10,-1 0 44,2 0-63,-1 0 12,1 0-14,0 0-5,-1 0-8,-1 0 20,2 0-25,0 0 17,0 0-6,1 0 21,0 0-6,1 0 13,0 0 15,-1 0-3,0 0 30,1 0 10,-2 0 9,5 0 224,3 0-222,3 0 106,4 0-22,1-1 11,2 0-10,1 0-16,1 0-4,2-1-20,1 1-32,1 0-21,0 0-34,0-1-3,1 0-31,-1 0 7,2 0-23,2-1-3,1 1 8,2-1-12,1-1 12,0 1-12,1-1 3,0 0-1,0 1-9,-1-1 12,-1 0-14,-2 1-5,1 1 1,0-1-1,0-1-9,0 2 2,0-2-1,0 2 10,2-1-13,-1 0 4,1 0-1,1 0 0,0-1 0,-1 1 10,3 0-13,0 0-14,1 0 13,0 0-24,1 0 16,0-1 4,1 0-11,-2 0 14,2 0 14,-1 1-13,0-1 15,0 0-5,1 1-16,-2-1 4,0 1 8,-1 0-4,-1-1-16,-1 1 14,0 0-6,0 0 2,-1 0 0,1 0-9,-2 1 2,0 0-1,-1 0 19,2 0-6,-1 1 13,1 1 6,2-1-11,2 1 23,2-1-7,0 0-6,1 0 2,-1 0-19,-1 0-5,-2-1 0,-1 1-1,0 0 10,-1-1-13,0 1 23,1-1-16,2 1 5,2 0 9,1-1 6,3 0-11,1 0-5,2-1 20,-2 0-25,0-1 17,-3 1-15,0 0 4,-2 0-1,0 0-9,0 0 2,1 0-1,1 0 0,2 1 0,1-1 0,2 1 10,0-1-4,-1 0 12,0 1-13,-3 0-5,-2 0 1,-3 1-1,-3-2 0,-1 2 0,-1-2 0,-2 1 0,1 0 10,0 0 6,-2-1-2,2 0 2,0 1-18,1-1 14,0 1-6,3-1 2,0 0 0,3 0 10,-1 0-13,-1-1-5,0 1 11,-2-1-14,-3 1 4,-4 0-10,-1 0 12,-4 0-5,-2 1-7,-3 0 2,-4-1-38,-3 1-64,-5 1-162,-2 0-221,-2 0-334,-4 1-338,-2-1-591,-3 0-1011,-6 0-664,-4-1-345,1 0 3329</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02.943"/>
    </inkml:context>
    <inkml:brush xml:id="br0">
      <inkml:brushProperty name="width" value="0.05" units="cm"/>
      <inkml:brushProperty name="height" value="0.05" units="cm"/>
      <inkml:brushProperty name="color" value="#AE198D"/>
      <inkml:brushProperty name="inkEffects" value="galaxy"/>
      <inkml:brushProperty name="anchorX" value="-20068.68359"/>
      <inkml:brushProperty name="anchorY" value="-5701.47461"/>
      <inkml:brushProperty name="scaleFactor" value="0.5"/>
    </inkml:brush>
  </inkml:definitions>
  <inkml:trace contextRef="#ctx0" brushRef="#br0">53 6 392,'0'0'2717,"2"0"-1541,0 0-91,1-1-55,0 0-43,2 0-52,15-1 15270,-20 3-15248,0 0-41,0 1 10,-2 0-34,0-1-48,-1 2-25,0-1-109,0 1-86,-1-1-106,1 1-101,-2 0-96,2 0-78,-2 0-223,1 0 6,1 0-19,1 1-7,1 0 0,0 0 0,1 0 0,0 0 0,0 1 0,0 0 0,0 1 0,0 0 0,0 1 0,1-1 0,0 2 0,1-1 0,0 1 0,-1 1 0,0-1 0,0 1 0,1 2 0,0 0 0,2-1 0,-1 2 0,0-1 0,0 0 0,1 2 0,0 1 0,-1 2 0,0-1 0,-1 1 0,0-1 0,-2-1 0,1 1 0,0-1 0,1 1 0,0-1 0,1-2 0,-1 2 0,1-1 0,-1-1 0,-1 0 0,-1 0 0,1 1 0,-1-1 0,2 0 0,-1 1 0,1-1 0,-1 0 0,0 0 0,0-2 0,1 0 0,0 0 0,0-1 0,-1 0 0,0 2 0,0-1 0,1 1 0,0 0 0,-1 0 0,1 0 0,-1 1 0,-1-1 0,1 1 0,-1 0 0,0-1 0,0 1 0,0 0 0,-1-1 0,1 0 0,0 0 0,0 0 0,0 0 0,-1 0 0,-1 0 0,-2 1 0,1 0 0,0 1 0,-1-1 0,1-1 0,1 1 0,-2-1 0,1 1 0,-1 1 0,0 0 0,2-1 0,-2 0 0,1-1 0,-1 0 0,0-2 0,1 1 0,-1 0 0,1 0 0,-1 0 0,1 0 0,0 0 0,-1-1 0,1 0 0,0 0 0,2 1 0,0-2 0,0 1 0,-1 1 0,0-1 0,1 3 0,-1-1 0,1 1 0,1 0 0,-2-1 0,0 1 0,-2-1 0,1 0 0,1-1 0,-2-1 0,1 1 0,0-1 0,1 0 0,1-1 0,0 0 0,-1-2 0,1 2 0,-1-1 0,1-1 0,0 0 0,0 0 0,1 1 0,0 1 0,0 0 0,0 0 0,0 1 0,0 0 0,0 0 0,0-1 0,0 0 0,0 0 0,0 0 0,0-1 0,0 0 0,0 0 0,0-1 0,0 0 0,0 0 0,0 0 0,0 0 0,0 0 0,0-1 0,0 0 0,0-1 0,0 0 0,0 1 0,0-1 0,0-1 0,0 1 0,0 1 0,0-1 0,0-1 0,0 2 0,0-1 0,0 1 0,0-1 0,0 2 0,0 1 0,0 1 0,0 1 0,0 2 0,0 1 0,0-1 0,0 0 0,0-1 0,0-1 0,0 0 0,0 0 0,0-1 0,0 0 0,0 0 0,0 0 0,0 0 0,0 0 0,0 0 0,2 0 0,0 0 0,-1 0 0,1 1 0,-1 0 0,0 0 0,-1 1 0,0 1 0,0-1 0,0 1 0,0-1 0,0 0 0,0-1 0,0-1 0,0 0 0,2-1 0,-1 0 0,1 0 0,0 0 0,-1 0 0,-1-1 0,1 1 0,-1-2 0,0 1 0,2-1 0,-1 1 0,1-2 0,-1 0 0,0 0 0,0 1 0,-1 0 0,2 1 0,0 0 0,0 2 0,-1-1 0,2 1 0,-1 0 0,0 1 0,2-1 0,-1 0 0,-1 0 0,0 0 0,-1 0 0,-1-1 0,1 0 0,-1 0 0,0 1 0,0-2 0,-1 2 0,1-1 0,0 0 0,0 0 0,2-1 0,0 1 0,1-1 0,0 2 0,0 0 0,1 1 0,-1-1 0,0 1 0,1-1 0,-1 1 0,-1-1 0,0 0 0,-1-1 0,-1 0 0,1 0 0,-1 0 0,-1 0 0,1-1 0,0 0 0,0 0 0,0 0 0,2-1 0,-1 0 0,1 1 0,0 0 0,-1 0 0,-1-1 0,1 0 0,-1 0 0,0 1 0,0-2 0,0 0 0,0 0 0,0 0 0,0-1 0,0 0 0,0 0 0,0 1 0,0 0 0,0-1 0,0 1 0,0 0 0,0 0 0,-2-1 0,0 1 0,0 0 0,1-1 0,0 1 0,0 1 0,1-1 0,0 0 0,0 0 0,0 1 0,0-1 0,0 1 0,0 1 0,0 2 0,0-1 0,0 2 0,0 0 0,0 1 0,0-1 0,0 1 0,0 0 0,0-1 0,0 0 0,0-1 0,0 1 0,0-1 0,0 0 0,0 0 0,0-1 0,0 0 0,0-1 0,0 0 0,0 0 0,0-1 0,0 0 0,0 1 0,0-2 0,0 0 0,0 0 0,-2 1 0,0-2 0,1 1 0,-1 0 0,1 1 0,0-2 0,-1 1 0,0 1 0,1-1 0,-1 1 0,1 1 0,1 0 0,-1 0 0,1-1 0,0 0 0,0 0 0,0-1 0,0 0 0,1 0 0,-1 1 0,-2-2 0,0 2 0,0-1 0,1 2 0,0-1 0,2 1 0,0 0 0,1 1 0,-1 0 0,0 0 0,0-1 0,0 1 0,-1 0 0,0 0 0,0 1 0,0-1 0,0 0 0,0-1 0,0 0 0,0-1 0,0 0 0,0-1 0,1 0 0,1 1 0,0-1 0,-1 0 0,0 0 0,0 1 0,-1-2 0,1 1 0,-1 0 0,1 0 0,1-1 0,0 0 0,-1 1 0,0-2 0,0 1 0,-1 1 0,0-1 0,2 0 0,0 0 0,-1 0 0,1 1 0,-1-1 0,-1 0 0,1 1 0,-1 1 0,0-2 0,2 1 0,-1 1 0,1 1 0,1 0 0,0-1 0,1 0 0,0-2 0,-1 1 0,-1 0 0,1 0 0,0-1 0,-1 1 0,1 0 0,0 1 0,-1 0 0,1 0 0,0 0 0,0 0 0,0 1 0,0-1 0,1 2 0,0-1 0,-2 2 0,2 0 0,-1 0 0,1 0 0,0 0 0,1 0 0,-2 0 0,0 0 0,1-1 0,-1 0 0,0-1 0,-1 2 0,-1-2 0,-1 1 0,0-1 0,0 0 0,2-1 0,0 0 0,-1-1 0,2-1 0,0 1 0,0-1 0,-2-1 0,1 0 0,-2 0 0,1 0 0,-1 1 0,0-1 0,0 1 0,-1 0 0,3-1 0,0 1 0,-1 1 0,1 0 0,-1 0 0,0 1 0,-1 1 0,0-1 0,0 0 0,0 0 0,0 1 0,0-2 0,0 1 0,0-1 0,0 1 0,0-1 0,0 0 0,0 0 0,0-1 0,0 1 0,0-1 0,0 0 0,0 1 0,0 0 0,2 0 0,-1 3 0,1 0 0,0-1 0,-1 2 0,1-2 0,0-1 0,0 1 0,0-2 0,-1 0 0,-1-1 0,1-1 0,-1-1 0,1 0 0,1-1 0,0 0 0,-1 0 0,0 0 0,0 0 0,-1-1 0,0-2 0,0 0-140,0-1-2751,0-2-26,0-2-1261,-2-1-1203,0-2-475,-3 0-191,0 1 813</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11.237"/>
    </inkml:context>
    <inkml:brush xml:id="br0">
      <inkml:brushProperty name="width" value="0.05" units="cm"/>
      <inkml:brushProperty name="height" value="0.05" units="cm"/>
      <inkml:brushProperty name="color" value="#AE198D"/>
      <inkml:brushProperty name="inkEffects" value="galaxy"/>
      <inkml:brushProperty name="anchorX" value="-54155.875"/>
      <inkml:brushProperty name="anchorY" value="-52807.59375"/>
      <inkml:brushProperty name="scaleFactor" value="0.5"/>
    </inkml:brush>
  </inkml:definitions>
  <inkml:trace contextRef="#ctx0" brushRef="#br0">712 58 504,'0'0'0,"0"-1"776,0 0-140,-1-1-43,-1 2-81,-2-1-16,1-1-23,0 1 21,-1 0-28,1 0 9,-1 0-3,0 1 47,1 0-51,1 0-20,1-1-13,0 0-47,1-1-17,0 0 1291,-1 2-1362,-1 0-3,0 0-9,1 0-27,0-1-21,0 0-23,1 0-16,0-1 1349,-2 2-1309,0 0 23,1-1 33,-1 0 22,1 0 25,0-2 1510,-1 5-1463,1-1 10,-3 0 17,1 0-5,0-1 12,1 1-2,-1-1 1,0 0-18,1 0-33,-1 0-29,0 0-50,-1 0-18,0 0-56,2 0-26,0 0-24,-2 0-17,2 0-26,-2 0-14,1 0-8,0-1-8,-1 0-9,1 0-18,-1 0-14,1-1-6,-2 1-1,-1-1-1,0 1-9,-2 1-7,0-2-8,2 1 1,-1 0-10,0 0-7,1 0 20,0 1-7,-1 0 3,1 0 9,0 0-2,-1 0 20,1 0 13,-1 0 16,1-1 16,-1 0 6,1-1 20,-1 2 14,1-1 34,1 1-16,0-1 26,0 1-63,0 0 38,0 0 5,1 0 7,-1 0-1,1 0 2,1 0 10,1 0-13,0 0 70,2 0-58,0-1 2,0 0-19,1-2 2238,-3 3-2139,0 0 35,0 0-19,1 0-12,0 0-6,0 0-18,-1 0-34,0 0-19,0 0-26,1 0-15,0 0-36,0-1-10,1 0-19,0 0-25,0 0 5,0 0 5,0 1-21,0-1-12,0 1 12,0 0-15,0 1 171,0-3-155,0 1-27,0 0-10,0 1-6,0 1-10,0 0 1,0-1-1,0 1-10,0-1 13,0 0 5,0 1 8,0-1-1,-2 0-8,1 1 11,-1 0-12,0 0 3,1 0-10,1 1-8,-1-1 12,1 1 14,-2 1-13,1-1-4,-1 2 2,1 0 26,-2 2-18,0 0-2,1 1 11,1-1-23,0 1 7,-2 1-3,1 0 0,-1 1-10,-1-1 22,2 1-16,0-1 6,0 1 7,2-1-2,-3 0 85,2 0-61,-1 0 13,-1 1-22,0 0-4,1 0-10,-2-1 1,1 1 27,1 0-101,-2 0 67,2 0 5,-1 1 16,1-1-11,0 1-4,-1 0 1,-1 0-10,1-1 11,0 0 16,0 0-5,0 0 22,-2 0 31,2-1 12,-2 1 8,1-1 20,1 0-14,-1 1 5,1-2-38,-1 1 1,1 0-68,0-1 17,-1 0-9,1-1 0,-1 0 0,0 0 0,1 0 0,1-1 0,1 0 0,-1 1 0,0-1 0,-2 0 0,1 1 0,-1-1 0,0 2 0,1-1 0,1 1 0,-2-1 0,2 0 0,0 0 0,-1 0 0,0-1 0,1 1 0,-2-1 0,1 0 0,1 1 0,-1-1 0,0 1 0,0-2 0,0 0 0,0 0 0,-1 1 0,0 0 0,1-1 0,0 0 0,0 0 0,0 0 0,1 1 0,1-1 0,1 0 0,-1 0 0,1-1 0,1 0 0,-1 0 0,0 0 0,-2 0 0,1 0 0,-1 0 0,0 0 0,1 1 0,1-1 0,-1 1 0,1 0 0,0-1 0,-2 0 0,1 1 0,-1 0 0,-1-1 0,0 1 0,1 1 0,0-1 0,1 2 0,0-2 0,-1 0 0,0-1 0,0 1 0,1 0 0,-2 0 0,1 0 0,0 0 0,0 0 0,1 0 0,1 1 0,-2-1 0,0 0 0,0 0 0,1-1 0,0 1 0,0-1 0,1 0 0,0 0 0,0 0 0,0-1 0,0 1 0,0-1 0,0 1 0,0 0 0,0 0 0,0-1 0,0 1 0,0-1 0,0 1 0,0 0 0,0 0 0,0-1 0,0 1 0,0 0 0,0 0 0,0 0 0,2 0 0,0 1 0,-1-1 0,1 0 0,-1-1 0,0 2 0,-1-2 0,0 1 0,0 0 0,0 0 0,0 1 0,0 0 0,0 0 0,0 1 0,0 0 0,0-1 0,0 1 0,0-1 0,0 1 0,0-2 0,0 1 0,0 0 0,0 1 0,0-1 0,0-2 0,0 1 0,0 1 0,0-1 0,0 0 0,0-1 0,0 2 0,-2-1 0,0 0 0,0 1 0,1 0 0,0 0 0,0 0 0,1 0 0,0 0 0,0 0 0,0 1 0,-2 0 0,0 1 0,1-1 0,-2 0 0,0 1 0,0-1 0,1 1 0,1-1 0,-1 1 0,0 0 0,0 1 0,-1 0 0,0 2 0,1 0 0,-2 2 0,1-1 0,-1 1 0,1-1 0,-2 0 0,1-1 0,1-2 0,1 1 0,-1 1 0,0-1 0,1-1 0,1-1 0,0-1 0,0-1 0,1 0 0,0-1 0,0 0 0,0-1 0,0 1 0,0-1 0,1 1 0,-3-1 0,0-1 0,0 2 0,1-1 0,0 0 0,0 0 0,1 1 0,0 0 0,0 0 0,0-1 0,0 0 0,0 0 0,0 0 0,0 1 0,0-1 0,-2 1 0,0-1 0,1 1 0,-1 0 0,1 0 0,0-1 0,1 2 0,0 1 0,0 0 0,-2 2 0,0 0 0,1 1 0,-1-1 0,1 2 0,1-1 0,-1 0 0,1 0 0,0 1 0,0-1 0,0 0 0,0 0 0,0 0 0,1-1 0,-1 1 0,0 1 0,0-1 0,0 2 0,0-1 0,0-1 0,0-1 0,0-1 0,0 0 0,1 0 0,1-1 0,2 0 0,-1 1 0,1-1 0,0 0 0,0 1 0,0-1 0,-1 0 0,-1 0 0,0-1 0,-1 0 0,1 1 0,0-1 0,0-1 0,0 2 0,-2-1 0,3 0 0,-1 0 0,0-1 0,-1 0 0,2 1 0,-1-1 0,0 0 0,2 1 0,-2-1 0,1 1 0,0 0 0,0 0 0,0 0 0,0 0 0,0 0 0,1 0 0,0 1 0,-2 1 0,0 1 0,0-1 0,0 2 0,0-1 0,0 1 0,1 0 0,0-1 0,-1 0 0,0 0 0,-1 0 0,1 0 0,0 1 0,0-1 0,0 0 0,0-1 0,1 1 0,-1 0 0,-1 0 0,0-1 0,0 1 0,1 0 0,0 0 0,-1 0 0,3 1 0,-2-2 0,1 1 0,-2-1 0,1 1 0,-2 0 0,1-1 0,-1 1 0,0-1 0,0-1 0,-1 1 0,1-1 0,0 1 0,0-2 0,0 0 0,0 1 0,0-1 0,0 0 0,0 0 0,0 0 0,0 0 0,-2 0 0,1 0 0,-1 0 0,-1-1 0,0 1 0,0 0 0,2 0 0,-1 1 0,2 0 0,-1 0 0,1 1 0,0 0 0,0 1 0,-1 0 0,-1 1 0,0-1 0,1 1 0,0 0 0,0-1 0,1-1 0,0 1 0,0 0 0,0 0 0,0-1 0,0 0 0,0 0 0,0 0 0,0-1 0,0 1 0,0-1 0,0 0 0,0 1 0,0-1 0,0 2 0,0-1 0,0 2 0,0-1 0,0 1 0,0 0 0,0 1 0,0-1 0,0 0 0,-2 0 0,1 1 0,-3 1 0,1-1 0,0 1 0,1 0 0,0-1 0,2-1 0,-1 0 0,1-1 0,0 0 0,0 0 0,0 0 0,1-1 0,-1 0 0,0 0 0,0-1 0,0 1 0,0-1 0,0-1 0,0 0 0,0 1 0,0-1 0,0 0 0,1 0 0,1 0 0,0 0 0,1 0 0,0 0 0,0 0 0,-2 0 0,1 1 0,-2-1 0,1 0 0,-1 1 0,0-1 0,-1 0 0,1 0 0,2 0 0,0 0 0,-1 0 0,3 1 0,-2-1 0,1 1 0,-1-1 0,1 2 0,-1 0 0,2 1 0,-1 0 0,0 0 0,1 1 0,-1 0 0,1-1 0,0 0 0,-1 0 0,0 1 0,0-2 0,2 1 0,-2-1 0,0-1 0,-1 1 0,1-1 0,-1 1 0,2-1 0,0-1 0,-2 1 0,0-1 0,1 0 0,0 1 0,-1-1 0,-1 0 0,2 0 0,-1 1 0,0-1 0,2 0 0,-2 0 0,1 0 0,-2 1 0,1-1 0,-2 0 0,2 1 0,0 1 0,0-1 0,-1 0 0,0 0 0,0-1 0,-1 1 0,0-1 0,0 1 0,0-1 0,2 1 0,-1 1 0,1 0 0,1 1 0,0 0 0,1 0 0,0 1 0,-1 0 0,1 1 0,-1 0 0,1 0 0,0 1 0,0-1 0,0 1 0,-1-2 0,1 0 0,-1 0 0,1-1 0,0 0 0,-1 0 0,0 0 0,0 0 0,0-1 0,-1 1 0,-1-1 0,-1-1 0,2 1 0,0-1 0,0 1 0,1-1 0,-1 0 0,1 1 0,-2-2 0,1 0 0,-2 1 0,1-1 0,-1 1 0,0 0 0,-1 0 0,1 0 0,0 1 0,2-1 0,0 2 0,-1-1 0,3 1 0,-2-1 0,3 2 0,-2 0 0,0 0 0,1 0 0,-1 0 0,0 2 0,-1 0 0,-1 0 0,-1 0 0,2-1 0,0-1 0,0 0 0,-1 0 0,2-1 0,-1-1 0,2 1 0,-1 0 0,2 0 0,-1 0 0,-1 0 0,-1 0 0,-1-1 0,0-1 0,-1 0 0,0 0 0,0-1 0,2 0 0,-1 0 0,3-2 0,-1 2 0,0-2 0,0 1 0,1 0 0,-2-1 0,2 1 0,-1 0 0,-1-1 0,0 1 0,1 1 0,-1-1 0,2 0 0,-1 1 0,2 0 0,-2 1 0,0 0 0,1 1 0,0-1 0,0 1 0,-1-2 0,0 0 0,1 1 0,-1-1 0,-1 1 0,2-1 0,-1 0 0,1-1 0,-1 0 0,2-1 0,-1 0 0,-1 0 0,1-1 0,-1-1 0,1 0 0,-1 2 0,0-1 0,-1 1 0,1 0 0,0-1 0,0 2 0,1-1 0,-2 0 0,2 1 0,-1 0 0,1-1 0,0 1 0,1-1 0,-2 1 0,1 0 0,-1 0 0,1-1 0,0 1 0,-1 0 0,0 0 0,-1-1 0,-1 1 0,0 0 0,-3-1 0,1 0 0,-1 0 0,-2-1 0,1 0 0,-3-1-2969,-1-1-159,-1-1-912,-3-1-1360,-2-1-437,-1-2-154,1 1 697</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13.584"/>
    </inkml:context>
    <inkml:brush xml:id="br0">
      <inkml:brushProperty name="width" value="0.05" units="cm"/>
      <inkml:brushProperty name="height" value="0.05" units="cm"/>
      <inkml:brushProperty name="color" value="#AE198D"/>
      <inkml:brushProperty name="inkEffects" value="galaxy"/>
      <inkml:brushProperty name="anchorX" value="-53113.28125"/>
      <inkml:brushProperty name="anchorY" value="-55145.04297"/>
      <inkml:brushProperty name="scaleFactor" value="0.5"/>
    </inkml:brush>
  </inkml:definitions>
  <inkml:trace contextRef="#ctx0" brushRef="#br0">296 44 1016,'0'0'1978,"0"-1"-1203,-1 0-76,-1 0-26,0 0-51,1-1 18,0 0-47,0 1 13,1-1-34,-1 0-20,1 1-43,0 0-27,0-1-6,1 0-31,-1 1 26,-2-1-10,0 0 4,0 0 8,1 0 35,0 0 28,0-1 14,-1 1 27,0 1-14,0 0 34,1 0 10,0 0 8,0-1-10,1 1-14,0 0 555,-2 1-577,1-1-19,-1 1-5,0 0-18,1 0-24,1 0-14,1 1-7,1-1-57,0 0-22,-1 0-44,2 0 1277,-4 1-1475,1 0 1,0 0-21,2 0-13,0 1-25,0-1-5,-1 2-10,0-1-8,0 0 39,1 2 53,0 1 52,1 1 47,1 1 21,-2 2 9,2-1 21,-1 1 5,2 1-29,-2 0-55,2-1-51,-1 1-28,-1-1-27,1 1-25,-1 1 4,-1-2-4,2 1 10,-1-1 6,1 1 8,-1 1-11,2-1 23,-2 1-16,0 1 6,1 0-12,-1 0-15,2 1-15,-2-1-7,0 2-27,1-1 6,-1 1-4,1-1 0,-1 1-28,0-1 45,1 1-33,-1-1 2,1 1-10,0 1 10,-1-1 6,-1 0 8,-1 0 8,0 0-29,-1 0-10,0 0 11,0 0 4,0-1-10,-1 0-6,1 0-27,0-1 26,0 0-10,0 0 3,0 1 9,0-1-39,0 1 30,0-1-11,0 0 3,0 1-19,0-1-3,0 1 8,0 0-12,-2 0 40,1 0-39,-1 0 13,-1-1-4,0 1 0,0 0 0,2-1 0,-1 1 0,2 0 0,-1-1 0,0 1 0,-1 0 0,0-1 0,1 1 0,0 0 0,-1 0 0,-1 0 0,2 1 0,-3-1 0,2 0 0,-3 0 0,2 0 0,0-1 0,-1 0 0,1 0 0,-1-2 0,0 0 0,0 0 0,0-2 0,-1 1 0,1-1 0,1 1 0,-1-1 0,-1-1 0,-1 1 0,1-1 0,-1 1 0,1 0 0,0 0 0,0 0 0,0 0 0,0 1 0,0 1 0,-1-1 0,0 0 0,-1 1 0,1-1 0,0 2 0,-1-1 0,2 0 0,-1 1 0,0 0 0,-1 0 0,-1 0 0,2-1 0,1 0 0,0 0 0,1 0 0,-1 0 0,2 0 0,-2-1 0,2 1 0,-2 0 0,1 0 0,1-1 0,-1 1 0,1-1 0,-1 1 0,1 1 0,-2-2 0,1 1 0,1-1 0,0 1 0,-1 0 0,0 2 0,1 1 0,-2 0 0,1 1 0,0-1 0,0 1 0,1-2 0,-1 0 0,1-1 0,-2 0 0,2 0 0,0 0 0,1-1 0,1-1 0,0 0 0,1 0 0,0-1 0,0-1 0,-1 1 0,-1-1 0,0 0 0,1-1 0,0 0 0,0 0 0,1 0 0,0 1 0,-2 0 0,0 1 0,-1 0 0,0 1 0,0-1 0,1 1 0,0 0 0,1-2 0,1 1 0,0 0 0,0-1 0,0-1 0,0 1 0,0 0 0,-1 0 0,-1 0 0,0 0 0,-1 0 0,0 0 0,1-1 0,0 0 0,1-1 0,0 0 0,1-1 0,0 0 0,-2 1 0,0-2 0,1 2 0,-1-1 0,1 1 0,1-1 0,-1 1 0,1 0 0,0 0 0,0 1 0,-1 0 0,-1 1 0,0-1 0,-1 2 0,0 0 0,1 2 0,0 1 0,1 1 0,0-1 0,1 2 0,0-1 0,0 0 0,0 0 0,0 0 0,0-1 0,0 1 0,0-1 0,0 0 0,0 1 0,0 0 0,0 1 0,0 1 0,0-1 0,0 0 0,0 0 0,0-1 0,0 0 0,2-1 0,0-1 0,0-1 0,-1 0 0,0 0 0,0-2 0,-1 1 0,0-2 0,0 0 0,0 0 0,0 0 0,0-1 0,0 0 0,0 0 0,0 0 0,0-1 0,0 0 0,0 0 0,0-1 0,0 0 0,0 0 0,0 1 0,0 0 0,0-1 0,0 1 0,0 0 0,0 0 0,0-1 0,0 1 0,0 0 0,0-1 0,0 1 0,2 1 0,-1-1 0,1 0 0,0 0 0,0 1 0,1-1 0,-1 1 0,1 0 0,0 0 0,1 2 0,0 1 0,-1-1 0,1 2 0,-1-1 0,1 1 0,0-1 0,-2 1 0,0-1 0,0 0 0,0 0 0,0 0 0,0 0 0,1 0 0,0-1 0,-1 1 0,0-1 0,-1 0 0,1 0 0,0 0 0,0 0 0,0-1 0,-1 0 0,-1 0 0,0 1 0,0-1 0,0 2 0,0 0 0,0 0 0,0 0 0,2 1 0,0-1 0,-1 0 0,3 0 0,-2-1 0,1 0 0,-1 0 0,-1 0 0,1-1 0,0 1 0,0 0 0,0 0 0,-1-1 0,-1 0 0,0 0 0,0-1 0,0 2 0,0-2 0,2 1 0,0 0 0,-1 0 0,1 3 0,-1-1 0,0 0 0,1 1 0,0-1 0,-1 0 0,1 1 0,-1 0 0,-1 0 0,1-1 0,-1 1 0,0 0 0,0-1 0,0 1 0,0-1 0,0 1 0,-1-1 0,1 1 0,0-2 0,0 1 0,0-2 0,0 1 0,0-2 0,0 1 0,0-1 0,0 1 0,0-1 0,0-1 0,0 1 0,0-2 0,0-1 0,0 0 0,0 0 0,0 1 0,0-1 0,0 1 0,0-1 0,0 1 0,0-1 0,0 1 0,0 1 0,0-1 0,0 0 0,0 1 0,0 1 0,0-1 0,0 2 0,0-1 0,0 0 0,0 1 0,0-1 0,0 1 0,0-1 0,0 1 0,0-1 0,0 0 0,0-1 0,0-1 0,0 1 0,0-2 0,0 0 0,2-1 0,0 0 0,0-1 0,-1 0 0,0 0 0,0 0 0,-1 0 0,0-1 0,0 0 0,0-1 0,0 0 0,0 1 0,-2-2 0,1 1 0,-3-1-2567,1-1-182</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32.887"/>
    </inkml:context>
    <inkml:brush xml:id="br0">
      <inkml:brushProperty name="width" value="0.05" units="cm"/>
      <inkml:brushProperty name="height" value="0.05" units="cm"/>
      <inkml:brushProperty name="color" value="#AE198D"/>
      <inkml:brushProperty name="inkEffects" value="galaxy"/>
      <inkml:brushProperty name="anchorX" value="-61020.01563"/>
      <inkml:brushProperty name="anchorY" value="-61165.07813"/>
      <inkml:brushProperty name="scaleFactor" value="0.5"/>
    </inkml:brush>
  </inkml:definitions>
  <inkml:trace contextRef="#ctx0" brushRef="#br0">45 1 136,'0'0'1954,"0"1"-1269,0 0-187,0 0-13,0 0 7,0 0-14,-2-1 31,0 0 1,1 0-9,-1 0-24,1 0 8,-1 0-52,0 0-24,0 0-33,-2 0-50,2 0-46,-1 0-29,1 1-45,1 0-10,1 1-38,-1-2-21,1 2-34,0 0-3,1 0-31,-3 0-11,0 0 0,-1 0 8,0 0-4,0 0 12,1-1-4,0 1 30,1-1-36,1 1 40,0-1-40,0 0-16,0 1 4,0-1-13,0 0 2,0 0-10,1 0 30,-1 0-18,0 0 16,0 0 23,0 0-15,0-1 391,0 1-378,0 1-19,0 0 6,0 0-13,0-1-6,0 1-8,0-1 2,0-1 304,0-1-234,0 0 16,0 0 16,0 0-2,0 0 21,0 1-25,0-1 144,1 1-136,1 0-31,2 0 28,-1 1-10,3-1-6,2 0 30,2 0 0,2 0-16,3 0 5,1 0-2,1 0-9,0 0-26,3 0 7,0 0-22,1 0-24,3 0 6,2 0 6,1 0-22,0 0 6,2 0 17,-1 0 4,1 0 27,-1 0-15,-3 0 7,-1 0-2,-3 0 0,-4 0-19,0 0-4,-3 0-27,-2 0-22,-2 0 13,0 0-34,-1 0 27,-1 0-18,0 0 24,-1 0 12,0 0 16,-1 0 35,1 0 29,1 1 32,0 0 13,-2 0 10,1 0 9,-2 0-10,1-1 3,0 0-29,-1 0-20,0 0-5,0 0-11,0 0-8,0 0-8,0 0-8,1 0 1,-2 0-1,1 0 19,0 0 22,-2 0 33,1 0 20,-1 0 17,1 0 17,-1 0-2,0 0 30,1 0-27,-1 0-28,-1 0-19,0 0-36,1 0-30,-1 0-22,2 0-17,-1 0-17,0 0 31,-1 0-30,-1 0 19,0 0 515,1 0-376,-1 0-23,1 0 37,1 0 2296,-1 0-2383,0 0-24,-1 0-13,1 0-36,-1 0-10,0 0-10,-1 0-18,0 0-15,0 0-16,0 0 3,0 0 6,0 0-2,0 0-9,-2 0-6,0 0 20,0 0-16,1 0 34,-1 0 1093,2 1-1141,0 0 14,0 0 4,0 1-10,0 0-6,0 0 1,0-1-20,0 0 15,0 0-5,0 0 10,0 2 7,0 0-1,0 0 1,0 0 19,0 1 3,0 0 20,0 1-5,0-1-25,0 1 8,2-1 5,0 1-11,-1-1 22,1 1 2,1 1-8,-1-1 22,2 2 12,-1-1-3,0 2 41,-1 0 26,0 2 22,-2 0-11,1 1 25,-1-1 3,1 2 37,1 1-10,1 0-3,1 1 12,-2 0 24,2 0 21,-1 0-4,2 0 22,-2 0-42,0 0-89,1-1 42,-1 0-38,1-1-29,0 1-12,0-1-27,0 0-14,1 0 2,-1-1 81,1 0-61,-1 0-25,-1 0-56,1 0 11,-1 0-9,-1 0 0,0 0 0,1-1 0,-1 1 0,0-1 0,-1 0 0,0-1 0,0 1 0,-1-1 0,0 1 0,0-2 0,0 1 0,0-1 0,0 0 0,0 1 0,0 1 0,0 0 0,1 0 0,1 0 0,0-1 0,-1 0 0,0 0 0,0-1 0,-1 1 0,1 0 0,-1 0 0,0 0 0,-1 0 0,1 1 0,-1 0 0,-1 0 0,-2 0 0,-1 0 0,1 0 0,0 0 0,-1 0 0,1 0 0,2-1 0,0 1 0,0-1 0,2 1 0,0 1 0,0-2 0,-2 1 0,1-1 0,-1 1 0,1-1 0,-2 3 0,1 1 0,-1 0 0,2-1 0,0 0 0,0-1 0,-1-1 0,0 0 0,0-1 0,-1 1 0,1 0 0,-1 0 0,1 0 0,1 0 0,1-1 0,-1 1 0,1 0 0,0 0 0,0 1 0,1-1 0,-1 0 0,0 0 0,0 0 0,0 0 0,0 0 0,-2 0 0,0 1 0,1 0 0,-3 0 0,1 0 0,1-1 0,0 2 0,1 0 0,0 0 0,1 0 0,0 0 0,0-1 0,0 0 0,0 0 0,0 0 0,0 0 0,0-1 0,0 1 0,0-1 0,0 0 0,0-1 0,0 1 0,0 1 0,0-1 0,0 1 0,0-1 0,0 1 0,0 0 0,0 0 0,0 0 0,0 0 0,0 0 0,0 0 0,0-1 0,0 1 0,0 0 0,0 0 0,0 0 0,0 0 0,0-1 0,2 1 0,0 0 0,0 0 0,-1 0 0,0 0 0,0 0 0,-1 0 0,0 0 0,1 0 0,-2 0 0,1-1 0,0 0 0,0 0 0,0-1 0,0 1 0,0 0 0,0 1 0,0-1 0,0 1 0,0 0 0,0 0 0,0 0 0,0 0 0,0-2 0,0 1 0,2 0 0,0 0 0,-1 1 0,1 1 0,-1-1 0,0 1 0,-1-1 0,0 1 0,0-1 0,0 0 0,0 1 0,0 0 0,0 0 0,0 0 0,0 0 0,0 0 0,0 3 0,0-1 0,0 0 0,0 0 0,0-1 0,0 0 0,0-1 0,0 0 0,0-1 0,0 0 0,0 0 0,2-1 0,-1-1 0,1 1 0,1 0 0,0-1 0,0 0 0,-2 2 0,1 0 0,-2 0 0,1 0 0,-1-1 0,0 1 0,0-1 0,-1 0 0,1 0 0,0 0 0,0 1 0,0 0 0,0 0 0,0-1 0,0 3 0,0 1 0,0-1 0,0-1 0,0 1 0,0-3 0,0 0 0,0 0 0,0-1 0,0 0 0,0-1 0,0 1 0,0-1 0,0 0 0,0 1 0,0-1 0,0 1 0,0-1 0,0 0 0,0 0 0,0-1 0,0 0 0,0 1 0,0-1 0,0 0 0,-2-1 0,1 1 0,-3 0 0,1 0 0,0 0 0,-1 0 0,1 0 0,-1 1 0,0-1 0,1 1 0,-1 0 0,1 0 0,1 0 0,-2 0 0,1 0 0,1 1 0,0 0 0,1-1 0,1 1 0,0-1 0,0 1 0,-2-1 0,0 1 0,1-2 0,-1 1 0,1 0 0,1-1 0,-1 0 0,1 0 0,0 1 0,0-1 0,0 1 0,0-1 0,0 1 0,0-1 0,0 1 0,0 0 0,0 0 0,0 0 0,0 1 0,0-2 0,-1 1 0,-1 0 0,0-1 0,-1 0 0,0-1 0,-1 2 0,0-1 0,1-1 0,1 0 0,1 0 0,-2 0 0,1 0 0,0 0 0,1 1 0,0-1 0,-1 1 0,0-1 0,0-1 0,1 1 0,0 0 0,0-1 0,1 0 0,0 1 0,0-1 0,0 1 0,0-1 0,0 0 0,0 1 0,0-1 0,0 1 0,0-1 0,0 2 0,0-1 0,0 1 0,0-1 0,0 1 0,0 0 0,0 1 0,0 0 0,0 0 0,0 0 0,0-1 0,0 1 0,0-1 0,0 0 0,0 1 0,0-1 0,0 0 0,0-1 0,0 1 0,0-2 0,0 1 0,0-1 0,0 1 0,0-2 0,0 1 0,0 0 0,0-1 0,0 1 0,0-2 0,0 1 0,0 0 0,2-1 0,0 1 0,-1-1 0,1 0 0,-1-1 0,0 1 0,-1 0 0,0 0 0,0-1 0,0 1 0,0 0 0,0 0 0,0 0 0,0 1 0,0 0 0,0 0 0,0-1 0,0 0 0,0 0 0,0 0 0,0-1 0,0 1 0,0 0 0,0 0 0,0-1 0,0 0 0,0-1 0,0 0 0,0-1 0,0 1 0,1-1 0,1-1 0,0 1 0,-2-1 0,-1 0 0,-2-1 0,0-3 0,-1 0 0,-2-2 0,-1-2-327,-2-2-3071,-3-4-48,-2-2-1650,-1-2-702,-2-3-309,0-1 90,2 4 4027</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33.882"/>
    </inkml:context>
    <inkml:brush xml:id="br0">
      <inkml:brushProperty name="width" value="0.05" units="cm"/>
      <inkml:brushProperty name="height" value="0.05" units="cm"/>
      <inkml:brushProperty name="color" value="#AE198D"/>
      <inkml:brushProperty name="inkEffects" value="galaxy"/>
      <inkml:brushProperty name="anchorX" value="-62435.01563"/>
      <inkml:brushProperty name="anchorY" value="-65290.375"/>
      <inkml:brushProperty name="scaleFactor" value="0.5"/>
    </inkml:brush>
  </inkml:definitions>
  <inkml:trace contextRef="#ctx0" brushRef="#br0">53 0 32,'0'6'9307,"-2"-6"-8693,0 0-35,-1 0-53,0 0-36,0 0-14,-1 0-29,1 0 14,-2 0-6,2 0 38,0 1 18,1 0 35,1 0 30,-2 0 13,1 1 47,-1 0 27,-1 1 24,2-1 16,0 0 54,0 0 15,2 0 10,-1-1 10,1 0-29,0 1-10,0-1-26,1 0-41,-1 1-76,0 0-56,0-1-29,0 0-65,0 1-14,0 0-30,0 0-5,0 0-30,2 0 7,-1 0-32,1 0-1,1 0-2,0-1-38,0 0-17,-1 0-45,-1 0-18,-1 0-27,1 1 4,-1 0-42,2-1-16,-1 1-45,1-1 10,1 1-44,0-1 1,-1 0-31,0 1 7,1-1-13,-1 1 21,2-1 12,-1 0-22,2 1 112,1-1-201,2 0 63,1 0-24,3-1 0,3 0 0,4 0 0,2 0 0,5 0 0,3 0 0,4-1 0,5 0 0,6 0 0,5 0 0,4 0 0,4 1 0,4-2 0,4 1 0,0-1 0,1 0 0,2-1 0,1 1 0,-2-1 0,-1 0 0,-2 0 0,-1 0 0,-3 1 0,-2 0 0,-6 0 0,-4 0 0,-4-1 0,-4 2 0,-4-1 0,-4 2 0,-4-2 0,-4 1 0,-4 0 0,-2 0 0,-5 0 0,-1 1 0,-2 0 0,-3 0 0,-2 0 0,-1 0 0,-1 0 0,1 0 0,-1 0 0,1 0 0,1 0 0,0 0 0,0 0 0,2 0 0,0 0 0,0-1 0,0 0 0,1 0 0,1 0 0,0 0 0,0 1 0,1-1 0,-1 1 0,-2-1 0,2 0 0,0 0 0,-2 0 0,0 1 0,0-1 0,-1 1 0,-2 0 0,-1 0 0,-1 0 0,-1 0 0,-1 0 0,0 0 0,-1 0 0,1 0 0,0 0 0,0 0 0,0 0 0,-1 0 0,1 0 0,0 0 0,-1 0 0,-1 0 0,0 0 0,-1 0 0,0 0 0,1 0 0,-2 0 0,-1 0 0,-1 0 0,-1 0 0,-1 1 0,-3 0 0,-5-1-560,-4 0-783,-2 0-333,-3-1-453,-1 1-314,-2-1-259,0 1-183,-1-1-102,1 0 41,2-1-75,1 0-326,0-1-282,5 0 609</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34.878"/>
    </inkml:context>
    <inkml:brush xml:id="br0">
      <inkml:brushProperty name="width" value="0.05" units="cm"/>
      <inkml:brushProperty name="height" value="0.05" units="cm"/>
      <inkml:brushProperty name="color" value="#AE198D"/>
      <inkml:brushProperty name="inkEffects" value="galaxy"/>
      <inkml:brushProperty name="anchorX" value="-64663.10938"/>
      <inkml:brushProperty name="anchorY" value="-66146.96875"/>
      <inkml:brushProperty name="scaleFactor" value="0.5"/>
    </inkml:brush>
  </inkml:definitions>
  <inkml:trace contextRef="#ctx0" brushRef="#br0">140 0 880,'0'0'1759,"-2"0"-1067,0 0-94,1 0-65,-1 1-69,1 0-36,0 0-53,-1 1 9,0 0 11,1 0-15,-1-1-4,1 0 2,-1 0-2,0 0 37,0 1 9,0 0 27,1-1-52,-1 1 18,0 0-25,0 0-24,-1 0-12,0 1-46,-1-1 1,1 1-22,-2 0-15,-1-1 21,1 1-7,0 1 11,-2 0 26,0 1 21,0-1-4,-2 0 23,3 0 4,-1 1 18,0-1-13,1 0 15,2-1-23,-1 0-21,2 0-23,0-1-24,2 0-24,0 0 4,0-1-23,1 0-3,0 1-1,0-1 18,1 0-6,0 0 41,1 0 35,2-1 67,1 2 97,1-1 45,2 1 53,0 1 21,2 1 19,3-1 35,1 1 12,2-1-1,2 1-62,1-1-9,2-1-68,4-1-21,1 0-47,2-1-56,3 0-82,2 0-11,2-1-135,3 0-42,2 0-44,4-1 2,3 0 4,3-1-41,4 0 12,5-1-79,2 0 48,3 0 1,2 0-2,0 0-15,-1 1-14,0 0 21,-2-1-36,-3 2-17,-2-1 14,-2 0 2,-4 0-11,-3 1 4,-2 0-10,-4 0 12,-4 0 5,-3 0 8,-4 1-2,-2 1-7,-3-2-7,-4 1 11,-3 0-5,-1 0-7,-3 1 21,-2-2 3,-1 1 18,-3 0 15,-1 0-2,-1 0 2,0 0 9,-2-1-12,0 1-23,-1 0 6,-2 1-32,1-1-2,1 1 9,-1 0-14,1 0-14,1 0 22,0 0-7,2 0-8,0 0 4,-1 0 7,2 1-12,-1 1 23,2-1 3,-1 1 0,2-1-18,0 1 24,-1-1-17,1 0-4,-2-1 2,-1 1-21,-1-1 6,-1 0-3,-3-1 9,0 1-2,-2 0-9,-1 0-15,0 0 13,0 0-43,0 0-34,-1 0-105,-1 0-132,-1 0-196,-3 1-247,-2 0-230,-5 1-344,-3-2-257,-3 1-223,-1 0-197,-1-2-121,2 0-112,1-3-61,1 0-107,1-1-307,-1 0-678,-1 1-157,3 0 1852</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35.051"/>
    </inkml:context>
    <inkml:brush xml:id="br0">
      <inkml:brushProperty name="width" value="0.05" units="cm"/>
      <inkml:brushProperty name="height" value="0.05" units="cm"/>
      <inkml:brushProperty name="color" value="#AE198D"/>
      <inkml:brushProperty name="inkEffects" value="galaxy"/>
      <inkml:brushProperty name="anchorX" value="-67105.14844"/>
      <inkml:brushProperty name="anchorY" value="-67036.625"/>
      <inkml:brushProperty name="scaleFactor" value="0.5"/>
    </inkml:brush>
  </inkml:definitions>
  <inkml:trace contextRef="#ctx0" brushRef="#br0">19 1 840,'0'0'0,"0"2"1705,-2 3-1373,1 2 252,-1 1-259,0 1-102,1 0-58,1 1-97,-1 0-84,1 0-162,0 1-77,-2 0-320,1 0-520,-3-1-828,1-3 1979</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39.429"/>
    </inkml:context>
    <inkml:brush xml:id="br0">
      <inkml:brushProperty name="width" value="0.05" units="cm"/>
      <inkml:brushProperty name="height" value="0.05" units="cm"/>
      <inkml:brushProperty name="color" value="#AE198D"/>
      <inkml:brushProperty name="inkEffects" value="galaxy"/>
      <inkml:brushProperty name="anchorX" value="-117672.625"/>
      <inkml:brushProperty name="anchorY" value="-97551.64844"/>
      <inkml:brushProperty name="scaleFactor" value="0.5"/>
    </inkml:brush>
  </inkml:definitions>
  <inkml:trace contextRef="#ctx0" brushRef="#br0">0 55 424,'0'0'2133,"0"-1"-1647,0 0-11,0 0-47,2 0-17,0 0-18,0 1-26,-1 0-32,0 0 6,0-1-23,-1 2 4,0-3-11,0 1 3,2 0-30,0-1-2,1 1-10,1-1-17,-2 1-34,0-1-29,0 1-13,-1-1-19,1 0 134,1 0-60,1 0 81,-1 0-168,1 0 87,0 1-3,-2-1 16,0 0 17,-1 1 7,0-1 9,-1 0 8,2 1-11,0 0 5,-1 0-21,1 1-22,0-1-14,1 0-36,-1 0 0,-1 0-32,0 0-12,0 1-7,-1-1-1,2 1-1,0 0 0,0 0-9,1-1 170,1 0-208,0 0 70,0 0-41,0 0 23,0 1-17,0 0 15,0 0 5,-1 0 204,-1 0-235,0 0 1102,-3 1-1087,1 0 12,0 0-5,0 0-18,0 1 24,0-1 2,0 1 47,0-1 71,2 0 30,0 2 82,0 1 39,1 0 71,0 1 80,-1 0 86,0 0 97,-1 1 19,0 1 25,-1-1-38,2 1 13,0 1-23,-1-1-33,1 1-103,-1 0-161,-1 0-46,1 0-50,-1 0-63,0 0-45,0 1-58,0 0-46,-1-1-21,1 1 28,0-1-40,2 1-16,0-1-33,0 1-12,-1-2-10,0 2 10,0-1-23,-1 0 16,2 0-15,0 0 4,0 0-10,-1 1 30,2-1-9,-1 1 23,0 0 4,0-1 9,-1 1 54,-1 0 33,1 1 60,-1-1-3,-2 0 35,0 0-7,0 0-6,-1 0 4,0 1-39,1-1-37,0 0-28,1-1-25,0 1-16,-1-1-7,0 0-20,0 0-79,1-1 21,0 1-12,0-1 0,1 0 0,0 0 0,0-1 0,0-1 0,0 1 0,0-2 0,0 0 0,0 1 0,2-1 0,0 0 0,1 0 0,1 0 0,-2 0 0,1 0 0,-2 0 0,0 0 0,-1 0 0,0 0 0,0 0 0,0 0 0,0-1 0,0 1 0,0 0 0,0 0 0,0 1 0,0-1 0,0 0 0,0 0 0,0 1 0,0-1 0,0 0 0,0 0 0,0 0 0,0 1 0,0-1 0,0 0 0,0 1 0,1-1 0,1 1 0,2 0 0,1 0 0,-1 1 0,-1-1 0,-2-1 0,-1 1 0,-1-1 0,2 1 0,1-2 0,-1 1 0,0 0 0,0 0 0,0-1 0,-1 1 0,0 1 0,0-1 0,0 1 0,0 1 0,2-1 0,-1 0 0,3 0 0,-1-1 0,0 1 0,-1-1 0,-1 1 0,0 0 0,0 0 0,-1 1 0,0-1 0,0 0 0,-1 1 0,1-1 0,0 1 0,0-2 0,0 1 0,0 0 0,0-1 0,0 1 0,0 1 0,0-1 0,0 0 0,0 0 0,0 0 0,0-1 0,0 0 0,0 0 0,0-1 0,0 1 0,0-1 0,-2 0 0,1 1 0,-3-1 0,1 1 0,0 0 0,1 0 0,0 1 0,2 0 0,-1 0 0,1 0 0,0 1 0,-1 0 0,-3 1 0,-1 1 0,0 0 0,-1 1 0,1 0 0,0-1 0,0 1 0,0-1 0,-1 1 0,1-2 0,0 2 0,0-1 0,0-1 0,-1 0 0,1-1 0,1 0 0,0-1 0,1 1 0,-2-1 0,2 0 0,0 0 0,-1-1 0,1-1 0,1 0 0,0 0 0,1 0 0,0-1 0,1 0 0,0-1 0,0 1 0,1 0 0,-1-1 0,0 0 0,0-1 0,0 1 0,0-1 0,0 0 0,0 0 0,0 0 0,0-1 0,0 1 0,0 0 0,0 1 0,0 1 0,0-1 0,0 0 0,0-1 0,0 1 0,0-1 0,0 0 0,0 0 0,0 0 0,0 0 0,0 0 0,0 0 0,0 0 0,0 0 0,0 0 0,0 0 0,0 0 0,0 0 0,0 0 0,0 0 0,0 0 0,0 0 0,0 0 0,0-1 0,0 1 0,0 0 0,0 0 0,0 0 0,0 0 0,0 1 0,0-1 0,0 0 0,0 0 0,0 0 0,0 0 0,0-1 0,0 0 0,0-1 0,0 2 0,0-1 0,0 0 0,2 1 0,-1 0 0,1 0 0,1 0 0,2 0 0,-1 0 0,2-1 0,0 0 0,1 0 0,1 0 0,0 0 0,2 0 0,1 0 0,1-1 0,2 0 0,1 1 0,1-1 0,1 0 0,1-1 0,1 0 0,0 0 0,1-1 0,-1 1 0,1-1 0,0 1 0,0 0 0,0 1 0,2-2 0,2 2 0,0-1 0,1 1 0,1-1 0,0 0 0,0 0 0,1 1 0,1-1 0,0 0 0,0 0 0,-1 0 0,2 0 0,0-1 0,-1 1 0,1-1 0,0 1 0,-1-1 0,0 0 0,1 1 0,0-1 0,-1 0 0,-1 1 0,0-1 0,0 0 0,-1 1 0,-1 0 0,-1 1 0,0-1 0,-1 1 0,0 0 0,2 0 0,1-1 0,1 1 0,1-1 0,1-1 0,-1 1 0,0 0 0,1 0 0,0-1 0,-1 2 0,0-1 0,-1 0 0,-1 0 0,1 1 0,-1-1 0,-2 0 0,0 1 0,-1-1 0,-1 0 0,0 1 0,-2-1 0,1 0 0,-1 0 0,0 1 0,-1-1 0,-1 0 0,0 0 0,-1 1 0,1 0 0,-1 1 0,0-1 0,0 0 0,4 1 0,2-1 0,-1 0 0,0 1 0,-1 0 0,1-1 0,-1 1 0,0-1 0,0 2 0,-1-2 0,1 0 0,-1 1 0,2-1 0,0 0 0,2 0 0,1-2 0,0 2 0,-1-1 0,1 0 0,-3 0 0,1 0 0,-1 0 0,-1 0 0,0 0 0,-1-1 0,0 1 0,-1 0 0,-1 0 0,0 0 0,-1 0 0,1 1 0,-1 1 0,0-1 0,0 0 0,1 1 0,-1 0 0,0 1 0,0-1 0,3 1 0,-1-1 0,2 0 0,-1 0 0,2-1 0,-1 0 0,2 0 0,-2 0 0,1-1 0,2 0 0,0 0 0,-1 1 0,0-1 0,3 0 0,1 0 0,-1 1 0,0-1 0,-1 0 0,0 1 0,-2 1 0,0-1 0,-1 1 0,1-1 0,-2 1 0,0 0 0,-2-1 0,-1 1 0,0 0 0,0 1 0,-1-1 0,-2 1 0,1 0 0,-2 0 0,0 0 0,0 1 0,-1 0 0,2 1 0,-1-1 0,2 0 0,0 1 0,1-1 0,0 0 0,0 0 0,2-1 0,1 0 0,-1 0 0,0 0 0,-1 0 0,1 0 0,-2 0 0,1 0 0,-1 0 0,0 0 0,1 0 0,-1 0 0,0 0 0,1 0 0,-1-1 0,-1 0 0,-1 0 0,1 0 0,-2 0 0,0 0 0,1-1 0,1 1 0,0 0 0,2 0 0,3-1 0,2 1 0,-1 0 0,1-1 0,2 1 0,-2-1 0,0 1 0,0 1 0,-2-1 0,0 2 0,0 0 0,-1 0 0,0 0 0,0 1 0,0 0 0,-1-1 0,-1 0 0,0 0 0,-2-1 0,0 1 0,-3-1 0,0 0 0,-3 0 0,0-1 0,1 1 0,0 0 0,-1 0 0,0 0 0,1 0 0,0 0 0,-1 0 0,1 0 0,0 0 0,0 0 0,0 0 0,-3 0 0,0 0 0,0-1 0,-1 0 0,4 0 0,1 0 0,1 0 0,1 1 0,-2-1 0,1-1 0,0 1 0,0 0 0,-1 1 0,2-2 0,1 1 0,1 0 0,0 0 0,-1 0 0,-1 1 0,3 0 0,-1 0 0,-1 0 0,-2 0 0,-2 0 0,1 0 0,-3 0 0,2 0 0,-3 0 0,0 0 0,0 1 0,-1 0 0,-1 0 0,-1 0 0,0 0 0,0-1 0,-1 1 0,2-1 0,-2 0 0,1 0 0,-1 0 0,-1 0 0,-1-1 0,-1 1 0,0 0 0,-1 0 0,0 0 0,0 0 0,0 0 0,-1-1 0,1 0 0,-2-1 0,-1-1-1746,-1-2-733,1-2-719,0-1-753,2-2-1091,0-2-536,0-1-75,1 2 634</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40.818"/>
    </inkml:context>
    <inkml:brush xml:id="br0">
      <inkml:brushProperty name="width" value="0.05" units="cm"/>
      <inkml:brushProperty name="height" value="0.05" units="cm"/>
      <inkml:brushProperty name="color" value="#AE198D"/>
      <inkml:brushProperty name="inkEffects" value="galaxy"/>
      <inkml:brushProperty name="anchorX" value="-123509.83594"/>
      <inkml:brushProperty name="anchorY" value="-98992.32813"/>
      <inkml:brushProperty name="scaleFactor" value="0.5"/>
    </inkml:brush>
  </inkml:definitions>
  <inkml:trace contextRef="#ctx0" brushRef="#br0">1203 17 504,'0'0'1568,"-2"0"-214,1-1-98,-1 0-181,-1 0-135,0-1-110,0 0-109,2 0-30,-2-1-41,0 2-15,1-1-10,-1 0 10,-14 3 13660,17 0-13044,0 2 949,-2-2-1286,0-1-102,-1 1-153,-1-1-111,0 0-133,0-1-267,-1 0-135,-1-1 15,1 1-28,1 2 0,0-1 0,0 1 0,1 1 0,0 0 0,0 0 0,1-1 0,0-2 0,1 1 0,1-2 0,-1 0 0,1 0 0,1 1 0,-1 0 0,-2 0 0,0 1 0,1 0 0,-1 0 0,1 0 0,1 0 0,-1 0 0,1 0 0,0 0 0,0 0 0,0 0 0,0 0 0,0 1 0,0 0 0,0 0 0,0 1 0,0 0 0,0 0 0,0 0 0,0 0 0,0 0 0,0 2 0,0 0 0,0-1 0,2 1 0,0 0 0,0 1 0,-1 0 0,0 0 0,2 0 0,-1 1 0,1 0 0,2 1 0,2 1 0,0 0 0,-1 1 0,1 0 0,0 1 0,1 1 0,0 1 0,-2-1 0,1 1 0,0 0 0,0 0 0,1 1 0,-2 0 0,1 1 0,-1-1 0,0 1 0,-2 1 0,1-1 0,0-1 0,-1 0 0,1 0 0,-1-1 0,0 2 0,0 0 0,1 2 0,-1 1 0,-1-1 0,0-2 0,0 0 0,0-2 0,0 0 0,1 0 0,-2-1 0,2-1 0,-1 1 0,1-2 0,0 0 0,-1 0 0,0-1 0,1 0 0,-2 0 0,0-2 0,1 0 0,-1 0 0,2 0 0,-1-2 0,0 0 0,-1 0 0,-1 1 0,0-1 0,-1 1 0,0 0 0,-2 1 0,0-1 0,0 1 0,1-1 0,0 1 0,0-1 0,0 2 0,1-1 0,0 1 0,0-1 0,0 1 0,1 0 0,-1 0 0,0-1 0,0 0 0,0 0 0,0 0 0,0-1 0,0 1 0,0-1 0,1 0 0,1 2 0,0-2 0,-1 2 0,0-1 0,0 0 0,0 0 0,-1 0 0,0-1 0,0-1 0,0 1 0,1-1 0,1 1 0,0 0 0,-1 0 0,0 0 0,-2 0 0,0 0 0,-1 0 0,1-1 0,0 1 0,0 0 0,0 0 0,1 0 0,0 0 0,0 0 0,-2 1 0,1-1 0,-3 2 0,1-1 0,0 1 0,-1-1 0,1 1 0,-1 0 0,0 0 0,1 0 0,1-1 0,1 0 0,-2-1 0,1 1 0,1-1 0,-1 0 0,1 0 0,1-1 0,0-1 0,0 0 0,0 0 0,0-1 0,-2-1 0,0 1 0,-1-1 0,0 0 0,0 0 0,1 0 0,0-1 0,1 0 0,-1 0 0,0 0 0,-1 0 0,0 0 0,-2 0 0,0 0 0,-2 1 0,-2 0 0,-1 1 0,-2 0 0,-2 1 0,-1 1 0,-1 0 0,-1 0 0,1 0 0,0 0 0,2 0 0,-2 0 0,-1 0 0,2 1 0,-3-2 0,1 1 0,-1 0 0,0 0 0,-2 0 0,0-2 0,-1 1 0,-1 0 0,-2-2 0,1 2 0,-1-2 0,0 1 0,1-1 0,-1-1 0,2 1 0,1-1 0,-2 0 0,1 0 0,0 0 0,2 1 0,1 0 0,-2 1 0,0 1 0,0 1 0,-3 0 0,-1 3 0,-1-1 0,-2 1 0,0 0 0,-1 1 0,-1-1 0,-1 0 0,1 0 0,0 0 0,0 0 0,2-1 0,-3 1 0,3 0 0,3 0 0,3-2 0,5-2 0,3-2 0,1-2 0,2-1-2707,0-2 8,2-1-794,0-1-575,2-2-661,2-1-604,0-1 25,2 1 1038</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42.626"/>
    </inkml:context>
    <inkml:brush xml:id="br0">
      <inkml:brushProperty name="width" value="0.05" units="cm"/>
      <inkml:brushProperty name="height" value="0.05" units="cm"/>
      <inkml:brushProperty name="color" value="#AE198D"/>
      <inkml:brushProperty name="inkEffects" value="galaxy"/>
      <inkml:brushProperty name="anchorX" value="-121460.8125"/>
      <inkml:brushProperty name="anchorY" value="-99271.46094"/>
      <inkml:brushProperty name="scaleFactor" value="0.5"/>
    </inkml:brush>
  </inkml:definitions>
  <inkml:trace contextRef="#ctx0" brushRef="#br0">10 99 1072,'0'0'0,"-2"-1"984,0-2-139,1 1-83,-1-1-133,1-1-51,0 0-92,1 0-59,0 0-21,0 0-48,2 0-10,0 0-11,1 0-9,0 1-17,0-1-6,1 0 1,-1 1-11,2 0 2,0-1-1,0-1 0,-1 0 9,0 0-2,0 1 20,0 0 41,0 1 8,-1-1 39,-1 3 10,0 0 962,-4 1-921,0-1 3,-2 1-1,1-1-18,0 0-14,1 0-7,0 1-9,2 0-17,-3 1-15,1 0-16,1 0 12,-1 0-5,0 1 20,-1-1 22,1 1-5,1-1 32,0-1 11,0 1 8,1 0-10,0 0-14,0 0-15,0 1-6,0 0-10,0 0-36,0 1-10,2 0-27,0 0-13,1 1-37,1 0-10,-2 0-10,1 0 38,0 2 34,-1 0 30,2 0 24,0 1 34,-2 1-6,2 0 24,1-1-25,-1 2-56,1-1-50,2 0-47,-2 0-30,-1 1 2,1-1 5,-2 0 15,2 1 25,-2 1-16,0 0 17,-1 0 5,1 1-20,-1 0-12,0 0-34,0 0-12,-1 1-74,1 0-121,0 0 1,0-1-12,-1 2-4,0-1 0,-1 1 0,1-2 0,1 1 0,-1-1 0,1 0 0,-1 0 0,2 0 0,0 0 0,-1 0 0,-1-1 0,0 1 0,0 0 0,-1 0 0,0-1 0,0-1 0,0 1 0,0-1 0,0 0 0,0-1 0,0 1 0,0-1 0,0-1 0,0 1 0,0-1 0,0 0 0,0-1 0,0 0 0,0 0 0,-2 0 0,0-1 0,1 0 0,-1 1 0,1-2 0,-1 0 0,-1 1 0,2-1 0,-1 1 0,1 0 0,0 0 0,1 0 0,0 1 0,0-2 0,0 0 0,0 1 0,0-1 0,0 0 0,0 0 0,0-1 0,0 0 0,0 0 0,0 0 0,0-1 0,0 1 0,0 0 0,0-2 0,0 2 0,0-1 0,0 0 0,0 0 0,0 0 0,0 0 0,0 0 0,0 0 0,0 0 0,0 0 0,0 0 0,0 1 0,0-1 0,0 1 0,0-1 0,0 0 0,0 0 0,0 1 0,0-1 0,0 1 0,0-1 0,0 1 0,0 0 0,0-2 0,0 2 0,0-1 0,0 0 0,0 1 0,0-1 0,0 1 0,0-1 0,0-1 0,0 1 0,0-1 0,2 1 0,0-1 0,0 0 0,-1 1 0,0-1 0,0 0 0,-1 0 0,0-1 0,1 0 0,-2 0 0,1 1 0,0 0 0,2 0 0,0 0 0,-1 0 0,1-1 0,-1 0 0,0 0 0,-1 0 0,2 0 0,0 1 0,-1 1 0,1-1 0,-1-1 0,-1 1 0,1 0 0,-1 0 0,0 0 0,0 0 0,0 0 0,0 0 0,0-1 0,0 0 0,0 0 0,0 0 0,0 0 0,0 0 0,0 0 0,0 0 0,0 0 0,0 0 0,0 0 0,0 0 0,0 1 0,0 0 0,0 0 0,0 0 0,0 0 0,0-1 0,0 1 0,0-1 0,0 0 0,0 0 0,0 0 0,0 0 0,0 0 0,0 0 0,0 0 0,0 0 0,0 0 0,0 0 0,0 0 0,0 0 0,0 0 0,0 0 0,0 0 0,0 0 0,0 1 0,0 0 0,0 0 0,0 0 0,0-1 0,0 1 0,0-1 0,0 0 0,0 0 0,0 0 0,0 0 0,0 1 0,0 0 0,0 0 0,0 0 0,0 0 0,0-1 0,0 0 0,0 1 0,0 0 0,0 0 0,0 0 0,0 0 0,0-1 0,0 2 0,0-1 0,0 0 0,0 0 0,0 0 0,0 0 0,0 1 0,0-1 0,0 0 0,0 0 0,0 1 0,0-1 0,0 1 0,0 0 0,0 1 0,0-1 0,0 1 0,0-1 0,0 1 0,0 1 0,0-1 0,0-1 0,0 1 0,0 0 0,0 0 0,0 0 0,0 0 0,0-1 0,0 1 0,0 0 0,0 1 0,0-1 0,0 1 0,0-1 0,0 0 0,0 0 0,0 0 0,0-1 0,0 1 0,0 1 0,-2-1 0,0 0 0,0 0 0,1 0 0,0 0 0,0 0 0,1 0 0,0 0 0,-1 1 0,2-1 0,-1 0 0,0-1 0,0 1 0,0 1 0,0 0 0,0 0 0,0 0 0,0 1 0,0 0 0,0 2 0,0 1 0,0-1 0,0-1 0,0 1 0,0-1 0,-2-1 0,0 1 0,1-1 0,-1 0 0,1-1 0,0-1 0,1-1 0,0 1 0,0-1 0,0-1 0,0 1 0,0 0 0,0-1 0,0 0 0,0 0 0,0-1 0,0 0 0,0 0 0,0 0 0,0 0 0,0 0 0,0 0 0,0 0 0,0 0 0,0 0 0,0 1 0,0 0 0,0 0 0,0 0 0,0 0 0,0-1 0,0-1 0,0 0 0,0 0 0,0 0 0,0 1 0,0-2 0,0 0 0,0-2 0,-2 0 0,1-1-1960,-3 0-225,1-2-681,-2-1-559,1-2-685,-1-2-960,-2-2-6343,0 1 11002</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43.860"/>
    </inkml:context>
    <inkml:brush xml:id="br0">
      <inkml:brushProperty name="width" value="0.05" units="cm"/>
      <inkml:brushProperty name="height" value="0.05" units="cm"/>
      <inkml:brushProperty name="color" value="#AE198D"/>
      <inkml:brushProperty name="inkEffects" value="galaxy"/>
      <inkml:brushProperty name="anchorX" value="-122399.64063"/>
      <inkml:brushProperty name="anchorY" value="-100982.25"/>
      <inkml:brushProperty name="scaleFactor" value="0.5"/>
    </inkml:brush>
  </inkml:definitions>
  <inkml:trace contextRef="#ctx0" brushRef="#br0">0 0 728,'0'0'728,"2"0"-65,1 0-75,3 0-76,1 0-108,0 0-25,0 0-69,0 0-17,-1 0-29,0 0 13,0 0-34,-1 0 9,0 0 6,0 0 15,-2 0 24,9 6 8563,-12-5-8427,0 0 58,0 0 34,0 1 62,0 0 35,0 0 70,0 1 4,0 0 5,0-1 3,0 1-27,0 1-12,0 0-63,2-1-41,0 1-40,-1 1-22,1-1-17,1 1-37,-1 0-29,2 0 24,-1 1-1,0-1-10,-1 1-23,0-1-22,0 2-71,0-1 37,2 1 11,-1 0-33,1 1-25,0 0 16,-1-1-18,-1 2 4,2 0 56,-2 0-64,2 1-6,-1 1-37,0 0-30,-1 1-22,-1 0-35,0 1-69,-1 0-2,0 0-52,0-1-26,2 1 12,-1-1-16,1 0-6,1 1 1,0 0 92,-1-1-63,2 1 4,-1-1-8,-1-1 18,0 1-16,1-1-14,-1-1-23,0 0 5,2 1-4,-2-2 0,1 1 0,-2-2 0,2 1 0,0 0 0,0-1 0,1 1 0,-1-1 0,-1 1 0,-1-1 0,0 0 0,-1 0 0,0-1 0,0 1 0,0 0 0,0-1 0,-1-1 0,1 1 0,0 0 0,0 0 0,0-1 0,0 0 0,0 0 0,2-1 0,0 2 0,0-1 0,-1 1 0,0-1 0,0 0 0,-1 0 0,0 0 0,0-1 0,0 1 0,0-1 0,0 0 0,0 1 0,0-1 0,0-1 0,0 1 0,0-1 0,2 0 0,-1 1 0,1 0 0,0-1 0,0 1 0,1-1 0,-1 0 0,0 1 0,1 0 0,-1 1 0,0-1 0,0 0 0,-1 0 0,-1-1 0,0 0 0,0 2 0,0 0 0,0 0 0,0 1 0,0 0 0,0 0 0,0 0 0,0-1 0,0 0 0,0 0 0,2-1 0,-1 1 0,1 0 0,0 0 0,-1 0 0,-1 0 0,1 0 0,1 1 0,0-2 0,-1 1 0,1 1 0,-1-1 0,-1 1 0,1-1 0,-1 0 0,0 0 0,0 0 0,0-1 0,-1 1 0,1-1 0,0-1 0,0 1 0,0-1 0,0 0 0,0 0 0,0 0 0,0 0 0,0 0 0,0 0 0,0 0 0,0-1 0,0 0 0,0 1 0,0-1 0,0 1 0,0-1 0,0 1 0,0-1 0,0 0 0,0 0 0,0 0 0,0 0 0,0 1 0,0-1 0,0 0 0,0 1 0,0 0 0,0 1 0,0 1 0,0 1 0,0-1 0,0 1 0,0-1 0,-1 0 0,-1-1 0,0 1 0,1-1 0,0 0 0,0-1 0,0-1 0,1-1 0,0 0 0,0-1 0,0-1 0,1 0 0,-1 0 0,0 0 0,0-1 0,1 1 0,1-1 0,0 0 0,-1-1 0,0-1 0,0-1 0,1 0 0,0 0 0,0-1 0,-1-1 0,0-2 0,0-2 0,-1 1-915,-1-1-1475,-3-1-110,1-1-552,-3 0-371,2-3-444,-3-1-506,-1-1-380,0 0 164,0 3 1981</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45.140"/>
    </inkml:context>
    <inkml:brush xml:id="br0">
      <inkml:brushProperty name="width" value="0.05" units="cm"/>
      <inkml:brushProperty name="height" value="0.05" units="cm"/>
      <inkml:brushProperty name="color" value="#AE198D"/>
      <inkml:brushProperty name="inkEffects" value="galaxy"/>
      <inkml:brushProperty name="anchorX" value="-123475.1875"/>
      <inkml:brushProperty name="anchorY" value="-102782.05469"/>
      <inkml:brushProperty name="scaleFactor" value="0.5"/>
    </inkml:brush>
  </inkml:definitions>
  <inkml:trace contextRef="#ctx0" brushRef="#br0">1 76 248,'0'0'1419,"0"-1"-755,0 0-32,0-2-13,0 1-75,0-1-9,2 1-3,-1-1-13,1 0-7,1 0 29,0 1-27,0-1 18,0-1-5,0 1-8,1 1 2,0-1-1,-1 0 0,-1 0-28,-1 1-1,0 0-1,-1 0-2,0 0 18,0 1-23,0 0 27,0-1 0,0 1 20,0 0 51,0 0 15,-2-1 57,0 1 24,0-1 73,1 2 39,0-2 23,0 0 19,1-1 1494,0 2-1655,-2 0-80,0 0-87,0 0-69,1 0-83,0 2-41,0 0-92,1 0-27,0 0-56,0-1-29,0 1-24,0-1-36,0 0-11,0 0-38,0 0 9,0 1-16,0 0 13,0 1-32,0 0 27,0-1-18,2 2 6,0-1 16,1 1-4,0 1 20,0 0-4,1 0 76,-1 3 26,2-1 72,-2 2 51,0-1 57,1 2 28,-1 0 36,1 2 4,0 0-6,0 1-25,0 0-49,-1 2-6,1 0-125,-1 0 88,1 0-5,0 0 10,-1 1 1,-1 0 10,1 0-21,-1 0-21,2 0 61,-1 1-104,0-1-52,-1 1 3,1 0-66,-1-1-4,2 0 7,0 0-14,0 0-16,0 0 5,-1 0 16,1-1-15,-1-1 14,1 0-22,1 0-30,0-1 7,-1 0-5,0-1 0,0 1 0,0-3 0,2 1 0,-2 0 0,2 0 0,-2-1 0,1 0 0,0 0 0,-2 1 0,1-1 0,-1-1 0,1 1 0,-1 0 0,-2 1 0,0 1 0,-2-1 0,0 0 0,0-2 0,1-1 0,-1-1 0,1 0 0,-2-1 0,0 2 0,0-2 0,1 0 0,0 0 0,-1 0 0,-1 0 0,2-1 0,-1 1 0,1-1 0,0 0 0,1 0 0,0 0 0,0 0 0,0 0 0,0 1 0,0 0 0,0 0 0,0 1 0,0-2 0,0 1 0,0-1 0,0 1 0,0-2 0,0 1 0,0 0 0,0 1 0,0-2 0,0 1 0,0 0 0,0 0 0,0-1 0,0 0 0,0 1 0,0-2 0,0 1 0,0 0 0,0-1 0,0 1 0,0 0 0,0-1 0,0 1 0,0 1 0,0-1 0,2 0 0,0 1 0,0-1 0,-1 1 0,0-1 0,0 0 0,-1 1 0,0-1 0,1 1 0,0-1 0,1 2 0,0-2 0,-1 1 0,0 1 0,0-1 0,-1 0 0,0 0 0,0-1 0,0 0 0,0 1 0,0 0 0,2 0 0,-1-1 0,1 2 0,0-1 0,-1 0 0,-1 0 0,1-1 0,-1 0 0,0 1 0,2-1 0,-1 0 0,1 0 0,-1 0 0,0 1 0,0-1 0,-1 1 0,2-2 0,0 2 0,0-2 0,-1 1 0,0 1 0,0-1 0,1 0 0,0 1 0,0-1 0,-1 1 0,0 0 0,0-1 0,-1 0 0,2 0 0,-1-1 0,1 1 0,0-1 0,-1 1 0,-1-1 0,0 0 0,1-1 0,-1 0 0,0-1 0,-1 0 0,1 0 0,0 0 0,2 0 0,0 0 0,0 0 0,-1 0 0,0 0 0,0 0 0,-1 0 0,0-1 0,0 0 0,2-1 0,0-2 0,1 0 0,0 0-1363,0-1-535,-1-1-332,-2 1-381,-1-2-280,-2 0-258,0-1-222,0-2-361,-1-1-456,-1 0 1,0 2 1221</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48.978"/>
    </inkml:context>
    <inkml:brush xml:id="br0">
      <inkml:brushProperty name="width" value="0.05" units="cm"/>
      <inkml:brushProperty name="height" value="0.05" units="cm"/>
      <inkml:brushProperty name="color" value="#AE198D"/>
      <inkml:brushProperty name="inkEffects" value="galaxy"/>
      <inkml:brushProperty name="anchorX" value="-116234.57813"/>
      <inkml:brushProperty name="anchorY" value="-102190.82813"/>
      <inkml:brushProperty name="scaleFactor" value="0.5"/>
    </inkml:brush>
  </inkml:definitions>
  <inkml:trace contextRef="#ctx0" brushRef="#br0">524 109 1160,'-2'0'2185,"0"0"-458,-1 0-150,0 0-180,0 0-106,-1 0-134,1 0-70,-2 0-77,2-1-27,0 0 7,-1-1 2266,4-3 262,1 3-2394,1 1-54,2-2-17,-1 1-103,0-1-50,1 1-59,-1-1-66,2 0-63,-2 0-73,2 1-52,1-2-124,0 2-28,2-1-125,0 0-66,2-2-37,1 1-66,1 0-34,2 0-52,1-1-19,1 1-28,1 0 4,2 0 5,1 0-21,1-1-2,0 2-1,-1 0 18,0 0-6,-3 0 3,-2 1-28,-3-1 27,1 2-29,-2 0 18,-2 0-5,-1 2-9,-3 1 22,-1 1-6,-1 1 20,-4 2 5,0 1 0,-5 1-18,-3 2 15,-3 0 14,-2 3-33,-4 1 30,-3-1-29,-2 2 0,-2 0-1,-1 1 8,0-1-2,1 1-8,2-1 2,2-1-1,3-2-19,3-1 25,3-1-9,3-2 3,1-1-9,3-1 11,4-1-3,3 0 1,2-2 28,5-2-27,2-1 1,5-1 8,4-3 6,2 0 8,4-1-20,4-1-2,0 0-20,1 1 24,0-1-9,1 0-16,-3 2-3,-1 0-1,-1 1 18,-3 1-6,-1 1 3,-3 1 0,-3 2 9,-3 1-2,-2 1 20,-3 1 22,-4 1-5,-1 2 32,-5 1 20,-2 1 24,-4 1 33,-4 1 13,-3 1-178,-3 2 44,-5 0-23,-3-1-1,-4 1 0,-3 1 0,-5-2 0,-2 0 0,-4-2 0,-6-1 0,-3 0-887,-6-3-699,-4 0-517,-6-2-647,-1-2-706,-4-3-1036,-4-3-725,-3-3-215,-4 0 124,17 0 4416</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1.683"/>
    </inkml:context>
    <inkml:brush xml:id="br0">
      <inkml:brushProperty name="width" value="0.05" units="cm"/>
      <inkml:brushProperty name="height" value="0.05" units="cm"/>
      <inkml:brushProperty name="color" value="#AE198D"/>
      <inkml:brushProperty name="inkEffects" value="galaxy"/>
      <inkml:brushProperty name="anchorX" value="-114864.5625"/>
      <inkml:brushProperty name="anchorY" value="-101673.73438"/>
      <inkml:brushProperty name="scaleFactor" value="0.5"/>
    </inkml:brush>
  </inkml:definitions>
  <inkml:trace contextRef="#ctx0" brushRef="#br0">416 76 2513,'-2'-4'6680,"0"2"-4935,0-1-143,-1 1-34,0-1-27,-1 0 44,0 0 60,0-1 59,-2 1 27,-1 0-56,0-1-72,-1 1-121,-1-1-151,0 1-147,1 0-170,0 0-185,1 0-162,2 1-96,1-1-554,2 0 50,-1 0-54,-1 1-13,0 0 0,-1 0 0,0 0 0,-4 0 0,0 1 0,-1 1 0,0-1 0,-2 1 0,1 0 0,0 0 0,1 0 0,0 0 0,-1 0 0,0 0 0,0 0 0,1 2 0,-1-1 0,0 1 0,0 1 0,1 1 0,-2 1 0,1 1 0,0 1 0,1 2 0,1 1 0,-2 2 0,0 1 0,2 1 0,1 3 0,2 1 0,1 1 0,1 2 0,1 1 0,1-1 0,2 2 0,1-1 0,2-2 0,0 1 0,4-1 0,0-2 0,2-2 0,2-1 0,0-1 0,2-2 0,1-1 0,0-1 0,0-1 0,0-2 0,-2-1 0,1 0 0,1-1 0,-1 0 0,1-2 0,-3-2 0,-1 0 0,-1-1 0,0-1 0,-1-2 0,1 0 0,-1-1 0,0-1 0,2-1 0,1-1 0,-1-1 0,0-1 0,0 1 0,-2-1 0,-1-1 0,0 1 0,0 1 0,-1 0 0,0 0 0,-1 2 0,-2 1 0,0 0 0,-2 1 0,-1 0 0,2 2 0,0 0 0,0 0 0,-1 2 0,0-1 0,1 1 0,0 2 0,1-1 0,1 1 0,-1 2 0,0 0 0,2 1 0,0 2 0,0 0 0,1 2 0,1 0 0,1 2 0,0-2 0,-1 1 0,0-1 0,0-1 0,0-1 0,1-1 0,-2 0 0,1 0 0,0-2 0,0 0 0,-1-1 0,-2 0 0,1 0 0,-1-1 0,0-1 0,1-1 0,0 1 0,-1-1 0,0 0 0,-1-1 0,0-2 0,-1 1 0,-1-1 0,-1-1 0,1-1 0,-2 1 0,1-2 0,-2 1 0,0-2 0,1 1 0,-3-2 0,0 0 0,-2 1 0,-1-1 0,-3 1 0,0 0 0,-1 0 0,1 1 0,0 1 0,0 1 0,-1-1 0,2 2 0,0 1 0,1-1 0,1 1 0,1 0 0,1 1 0,0 0 0,1-1 0,1 1 0,0 0 0,0 1-383,0-1-1496</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2.226"/>
    </inkml:context>
    <inkml:brush xml:id="br0">
      <inkml:brushProperty name="width" value="0.05" units="cm"/>
      <inkml:brushProperty name="height" value="0.05" units="cm"/>
      <inkml:brushProperty name="color" value="#AE198D"/>
      <inkml:brushProperty name="inkEffects" value="galaxy"/>
      <inkml:brushProperty name="anchorX" value="-113986.64844"/>
      <inkml:brushProperty name="anchorY" value="-101071.21094"/>
      <inkml:brushProperty name="scaleFactor" value="0.5"/>
    </inkml:brush>
  </inkml:definitions>
  <inkml:trace contextRef="#ctx0" brushRef="#br0">1 39 2505,'1'0'2928,"3"-1"-466,-1 0-212,2-1-286,0 0-191,0-1-101,1-1-73,1 1-15,-1 1-5,0-1 7,-1-1-22,-1 2-21,-2-1-60,0 1-125,-2-4 3298,0 6-4467,1 0-157,1 0 8,0 0-40,-1 0 0,0 0 0,0 1 0,-1 0 0,0 2 0,0 0 0,0 1 0,2 1 0,0 3 0,-1 0 0,3 3 0,0 2 0,2 1 0,1 2 0,-1 0 0,1-1 0,-2 0 0,1 1 0,0-1 0,-1-1 0,1 0 0,0-2 0,1-1 0,-1-1 0,0-2 0,-1-1 0,0-2 0,0-1 0,0-1 0,-2-1 0,0-1 0,1 0 0,-1-1 0,1 0 0,0 0 0,0 0 0,0-2 0,-1 0 0,1-1 0,-1-3 0,1 0 0,0-1 0,-2-2 0,0 0 0,0-2 0,0 1 0,0-1 0,0-2 0,1 0 0,0 0 0,-1-1 0,1 0 0,0 0 0,1 0 0,0 1 0,1 1 0,0 1 0,2 2 0,-1 1 0,0 0 0,1 1 0,-2 2 0,1 0 0,-1 2 0,0 0 0,-1 2 0,1 0 0,-1 2 0,1 0 0,0 3 0,2 0 0,2 2 0,1 0 0,-2 3 0,0 0 0,1 1 0,-1 3 0,-2 1 0,-1 0 0,0-1 0,-2-1 0,0 0-597,-2-1-1380,0-2 3,0 1-437,1-2-193,-1-1-120,1-2-2,1-1 86,5 1-4471,-5-6 4673,6-5-2684</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2.601"/>
    </inkml:context>
    <inkml:brush xml:id="br0">
      <inkml:brushProperty name="width" value="0.05" units="cm"/>
      <inkml:brushProperty name="height" value="0.05" units="cm"/>
      <inkml:brushProperty name="color" value="#AE198D"/>
      <inkml:brushProperty name="inkEffects" value="galaxy"/>
      <inkml:brushProperty name="anchorX" value="-115287.89063"/>
      <inkml:brushProperty name="anchorY" value="-102058.49219"/>
      <inkml:brushProperty name="scaleFactor" value="0.5"/>
    </inkml:brush>
  </inkml:definitions>
  <inkml:trace contextRef="#ctx0" brushRef="#br0">0 76 512,'3'-2'4697,"1"-2"-3099,2 0 689,0-1-545,2 0-77,-2 1-88,-1 0-16,-2 0 14,7-6 7470,-11 9-7873,-1 1-206,0-1-171,1 1-169,0 1-132,1 0-114,-1 2-69,3 0-61,0 1-30,2 0-26,1 3-17,1 0-7,0 1-1,0 1 8,1 0 7,1 2-20,-1 1-124,2 0-30,-1-1-1,1 1-9,0-1 0,0 1 0,-1-1 0,-1-2 0,0 0 0,0 0 0,0-2 0,-1-1 0,-1 0 0,0-1 0,-2-2 0,1 0 0,0-2 0,0 0 0,0-1 0,1 0 0,0-1 0,0-1 0,1-2 0,0-1 0,1-1 0,2-2 0,0-1 0,-1-1 0,1-2 0,-1 1 0,0-2 0,-1-1 0,0-1 0,0-1 0,0 1 0,-1 1 0,0 1 0,-1 1 0,-2 2 0,0 0 0,-2 1 0,0 2 0,0 2 0,1 1 0,0 0 0,1 2 0,-1 0 0,1 1 0,0 1-1764,0 0 111,1 0-485,0 0-218,0 1-153,0 0-79,1 0 1,1 0 107,0 0 135,2 0 117,3-2-8,3 0-150,2-1-174,1-2-73,-3 1 2717</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2.963"/>
    </inkml:context>
    <inkml:brush xml:id="br0">
      <inkml:brushProperty name="width" value="0.05" units="cm"/>
      <inkml:brushProperty name="height" value="0.05" units="cm"/>
      <inkml:brushProperty name="color" value="#AE198D"/>
      <inkml:brushProperty name="inkEffects" value="galaxy"/>
      <inkml:brushProperty name="anchorX" value="-116615.49219"/>
      <inkml:brushProperty name="anchorY" value="-102829.8125"/>
      <inkml:brushProperty name="scaleFactor" value="0.5"/>
    </inkml:brush>
  </inkml:definitions>
  <inkml:trace contextRef="#ctx0" brushRef="#br0">30 4 328,'2'0'2257,"2"-1"-122,-1 0-162,2 0-184,0 0-152,12 3 11476,-17 0-12026,0 0-145,-1 2-85,1 0-77,0 1-57,-2 1-41,1 1-41,-1 1-51,-1 1-27,0 1-72,0 0-96,2 2-82,-1 0-89,0 0-51,0 2 5,-2-2-66,1 1 16,0 0-27,1 0-3,1-1-38,0 0-10,1-1-18,0-1-6,0-1-1,2-2-20,0-1 25,1-1-18,1-2 24,-1 1 2,-1-2 20,1 0 23,0-2-89,0-1 19,2-1-10,2-1-1,0-1 0,3-2 0,0 0 0,1-2 0,-3-1 0,1 0 0,-2 0 0,-1-1 0,0-1 0,-1 0 0,-2-1 0,-1 1 0,0 0 0,-2 1 0,0 1 0,-2 0 0,0 1 0,-2 2 0,1 1 0,-2 0 0,1 1 0,-1 0 0,-1 2 0,0 0 0,-2 0 0,0 2 0,0 1-299,-1 0-568,-2 1-247,1 1-403,-1 1-299,1 1-265,0-1-206,0 1-180,1-1-126,2 0-79,2-2-135</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4.898"/>
    </inkml:context>
    <inkml:brush xml:id="br0">
      <inkml:brushProperty name="width" value="0.05" units="cm"/>
      <inkml:brushProperty name="height" value="0.05" units="cm"/>
      <inkml:brushProperty name="color" value="#AE198D"/>
      <inkml:brushProperty name="inkEffects" value="galaxy"/>
      <inkml:brushProperty name="anchorX" value="-115732.375"/>
      <inkml:brushProperty name="anchorY" value="-102084.9375"/>
      <inkml:brushProperty name="scaleFactor" value="0.5"/>
    </inkml:brush>
  </inkml:definitions>
  <inkml:trace contextRef="#ctx0" brushRef="#br0">201 471 888,'-7'3'7995,"4"-2"-6596,1 1-124,0-1-120,0 1-40,1 0 35,0 0 111,1 0 90,0 0 96,0 1 88,0 1 24,0-1 4,0-1-60,0 0-103,-1-1-189,-1 1-180,0-1-144,-2 2 2132,4-4-3064,1 0 113,-1 0-68,0 0 0,0-1 0,0-1 0,2 0 0,-1-2 0,1-1 0,1 0 0,0-2 0,1 0 0,0-3 0,-1 0 0,-1-1 0,-2-1 0,-1 0 0,-2-1 0,-1 1 0,0-1 0,-2 1 0,-1-1 0,-1-2 0,-2 0 0,0 0 0,-1-2 0,1-1 0,0 0 0,-1 0 0,0 2 0,0 2 0,1 1 0,2 3 0,0 0 0,1 3 0,1 1 0,1 2 0,0 1 0,0 1 0,1 0 0,0 2 0,0 0 0,1 1 0,1 1 0,1 2 0,0 0 0,-1 1 0,1 2 0,-1 1 0,1 2 0,0 1 0,0 1 0,1 3 0,0 0 0,0 1 0,0 1 0,0 1 0,0 0 0,2 2 0,0 0 0,0 0 0,1 2 0,0-1 0,1 2 0,-1-1 0,2 0 0,-1-1 0,-1 1 0,1-1 0,1 0 0,1-1 0,1-1 0,-1-1 0,1-2 0,0-2 0,-2-1 0,1-1 0,-1-3 0,-2-2 0,2 0 0,-2-3 0,1 0 0,-1 0 0,0-2 0,0 0 0,0 0 0,2-2 0,0-1 0,1 0 0,0-1 0,2-1 0,0-1 0,1-1 0,2-2 0,0-1 0,2-2 0,1 0 0,0-2 0,0-1 0,1-2 0,-1 1 0,1-2 0,-2 2 0,0 1 0,-2 1 0,-1 0 0,-3 3 0,1 1 0,-3 2 0,-2 1 0,1 2 0,-1 1 0,-1-1 0,-1 3 0,0 1 0,1 1 0,0 0 0,0 2 0,-1 0 0,0-1 0,1 0 0,0 1 0,0 1 0,1 1 0,0 0 0,1 0 0,0 2 0,-1-1 0,1 1 0,-1 0 0,1 1 0,1-1 0,2 0 0,0 1 0,-1-1 0,1-1 0,0-1 0,-1 0 0,0-2 0,0 0 0,1-2 0,1 0 0,1-1 0,2 0 0,1-1 0,1-2 0,1 0 0,-1-2 0,-2 0 0,0 0 0,0 0 0,0-1 0,-2 0 0,-1 1 0,0-2 0,0 0 0,-2 1 0,-2-1 0,1 1 0,-1 1 0,0 0 0,-1 2 0,0 1 0,-1 0 0,1 2 0,-1 0 0,0 0 0,-1 0 0,0 0 0,2 1 0,-1 0 0,1 0 0,0 1 0,2 1 0,0 1 0,4 1 0,0 0 0,1-1 0,0 1 0,0-1 0,-1 1 0,1 0 0,-1-1 0,0 0 0,-1-1 0,-1 1 0,0-2 0,0 0 0,0-2 0,1 0 0,0-1 0,-2-1 0,1 0 0,0 0 0,2-3 0,0 0 0,1-2 0,0-1 0,0-3 0,-1 0 0,-2-2 0,-1 0 0,-1-1 0,-1-1 0,-2 0 0,0-1 0,-1-1 0,-3-1 0,0-2 0,1-2 0,-3 0 0,1-1 0,-1 0 0,0 1 0,1 0 0,-1 2 0,1 3 0,-1 2 0,0 2 0,-1 2 0,2 2 0,0 3 0,-1 1 0,1 3 0,-2 1 0,2 1 0,0 3 0,1 1 0,1 2 0,0 3 0,1 2 0,0 1 0,0 2 0,0 0 0,0 1 0,0 3 0,1-1 0,-1 2 0,0 0 0,0 1 0,0 0 0,0 0 0,0 1 0,0 0 0,-2 0 0,0 1 0,0-1 0,1-1 0,0 0 0,0-1 0,1-2 0,0-1 0,0-2 0,0-2-551,0-3-1000,0 0 206,0-4-228,0-1-31,2-2 12,-1-1 74,3-2 90,1-1 119,0-2 145,0-2 140,2 0 144,0-2 162,-1-1 149,0 0 162,-1-1 187,1 1 124,-2-1 135,-1 1 119,-1 0 132,-2 0 144,-1 3 152,-1 0 150,0 1 106,1 1 146,0-11 11302,2 15-11923,1 0-89,0 0-13,1 0-24,2 0-241,1 0 30,1-1-25,3 0-5,2-2 0,2 1 0,1 0 0,4-2 0,0 0 0,2-1 0,0 0 0,0-2 0,1 1 0,-2-1 0,0 1 0,0-2 0,-3 1 0,-3 1 0,-2-1 0,-1 0 0,-2 0 0,-2 0 0,-2 1 0,-2 0 0,-1 0 0,-4 1 0,0 1 0,-1 1 0,-1 0 0,-1 0 0,1 1 0,0 1 0,0 0 0,1 1 0,-1 0 0,0 0 0,1 0 0,-1 2 0,1-1 0,-1 0 0,1 1 0,0 0 0,-1 0 0,1 2 0,-1 0 0,-1 1 0,0 0 0,0 1 0,0 1 0,0 0 0,1 1 0,0 0 0,4 1 0,0 0 0,3 0 0,0 1 0,0-2 0,0 2 0,-2-2 0,2 0 0,-1-2 0,4 1 0,2-1 0,2-1 0,2-1 0,2 0 0,0 0 0,1-1 0,-1-1 0,0-1 0,1-1 0,1-1 0,2-2 0,0-1 0,1-1 0,2 0 0,-1-2 0,0 1 0,-3-2 0,0 0 0,-2 0 0,-2 0 0,-2-1 0,-1 0 0,-1 0 0,-2 0 0,-1 1 0,-1-1 0,-2 1 0,1 1 0,-1 0 0,-1 1 0,0 0 0,-2 2 0,1 0 0,-1 1 0,0 1 0,0 1 0,0 0 0,-2 0 0,0 1 0,0 1 0,-1 0 0,0 1 0,-1 0 0,0 1 0,1 0 0,-1 2 0,1-1 0,-1 1 0,0 1 0,0 0 0,0 3 0,1-1 0,-1 0 0,1 1 0,0 0 0,2-1 0,0 0 0,0 0 0,3 0 0,-1-3 0,1 1 0,2-3 0,-1 1 0,-1-2 0,0 0 0,1-1 0,0 0 0,0-1 0,1-1 0,0 0 0,2-2 0,-1 0 0,2-1 0,1-1 0,1-1 0,0-1 0,1 0 0,-1-2 0,0-1 0,-2 0 0,0-1 0,-2-1 0,1-1 0,-2-1 0,-1-1 0,-1-2 0,-1-2 0,1 0 0,0-2 0,0-1 0,-1 2 0,0-1 0,-1 1 0,0 1 0,0 2 0,0 1 0,0 3 0,0 1 0,0 2 0,0 1 0,0 2 0,0 1 0,0 2 0,0 1 0,0 0 0,0 1 0,-2 2 0,1 0 0,-1 1 0,0 1 0,1 2 0,1 1 0,-1 1 0,1 3 0,-2 1 0,1 1 0,-1 3 0,-1 2 0,0 0 0,1 2 0,0 1 0,1 1 0,-2 1 0,1 1 0,0 2 0,-1 2 0,-1 0 0,-2 1 0,-3 0 0,-1 0 0,0-1 0,0 1 0,0-1 0,-1-1 0,-2 1-131,-2-2-2912,2 1 478,-2-1-639,1-1-268,2-1-339,-1-2-318,1-2-487,-1-2 73,2-3 1517</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5.435"/>
    </inkml:context>
    <inkml:brush xml:id="br0">
      <inkml:brushProperty name="width" value="0.05" units="cm"/>
      <inkml:brushProperty name="height" value="0.05" units="cm"/>
      <inkml:brushProperty name="color" value="#AE198D"/>
      <inkml:brushProperty name="inkEffects" value="galaxy"/>
      <inkml:brushProperty name="anchorX" value="-117775.48438"/>
      <inkml:brushProperty name="anchorY" value="-103127.74219"/>
      <inkml:brushProperty name="scaleFactor" value="0.5"/>
    </inkml:brush>
  </inkml:definitions>
  <inkml:trace contextRef="#ctx0" brushRef="#br0">51 3 1344,'0'-3'30612,"0"6"-29913,0-2-715,0 2 144,0 0-128,0 1 0,0 1 0,0 1 0,0 1 0,0 0 0,0 2 0,0 2 0,0 0 0,0 2 0,-1 1 0,-1 1 0,0 0 0,1 3 0,0-1 0,0 1 0,0-1 0,1 0 0,0 0 0,0-1 0,-1-1 0,-1-1 0,-1-2 0,-1-1 0,2-1 0,-1-3 0,2-2 0,0-1 0,2-1 0,1-3 0,0-1-1242,0-2-1082,-1-1-94,-2-3-373,0-1-206,-1-2-120,-1-2-9,0-1 153,0-1 79,0-1 145,-2-1-110,-1 0-309,1 3 3554</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5.901"/>
    </inkml:context>
    <inkml:brush xml:id="br0">
      <inkml:brushProperty name="width" value="0.05" units="cm"/>
      <inkml:brushProperty name="height" value="0.05" units="cm"/>
      <inkml:brushProperty name="color" value="#AE198D"/>
      <inkml:brushProperty name="inkEffects" value="galaxy"/>
      <inkml:brushProperty name="anchorX" value="-116878.04688"/>
      <inkml:brushProperty name="anchorY" value="-102474.20313"/>
      <inkml:brushProperty name="scaleFactor" value="0.5"/>
    </inkml:brush>
  </inkml:definitions>
  <inkml:trace contextRef="#ctx0" brushRef="#br0">62 104 256,'17'-22'31764,"-17"23"-31757,0 1-4,0-1 7,0 0-12,0-1 12,0 1-3,0-1 10,0 0 23,0 0-17,0 0-8,0 0 59,0-1-7,-2 0 21,1 0 15,-1 0 54,0 0-32,1-1-145,1 1 43,-1-1-23,1-1 0,0-1 0,0-1 0,0 0 0,0-1 0,0-1 0,0 0 0,0 1 0,-1 0 0,-3 0 0,1 0 0,-1 1 0,0 1 0,1 1 0,0 1 0,-1 0 0,1 1 0,1 2 0,-2 0 0,1 2 0,-1 0 0,-1 1-317,0 1-648,0 0-319,0 2-452,2-1-333,0 2-281,2 0-225,2 0-224,2 1-134,4 0-146,5 0-287,4-1-542,3 1-38,-3-2 2930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7.521"/>
    </inkml:context>
    <inkml:brush xml:id="br0">
      <inkml:brushProperty name="width" value="0.05" units="cm"/>
      <inkml:brushProperty name="height" value="0.05" units="cm"/>
      <inkml:brushProperty name="color" value="#AE198D"/>
      <inkml:brushProperty name="inkEffects" value="galaxy"/>
      <inkml:brushProperty name="anchorX" value="-117738.1875"/>
      <inkml:brushProperty name="anchorY" value="-103326.92969"/>
      <inkml:brushProperty name="scaleFactor" value="0.5"/>
    </inkml:brush>
  </inkml:definitions>
  <inkml:trace contextRef="#ctx0" brushRef="#br0">0 136 1192,'16'1'24251,"-13"0"-22047,1 2-275,0-1-357,1 1-312,1 0-1060,1 2-92,0-1-57,2 3-51,-2-1 0,0 2 0,0 0 0,-2 2 0,1 0 0,-1 2 0,-2 0 0,0 0 0,-4 1 0,0 0 0,-3-1 0,-1 1 0,-1 0 0,-2 0 0,0-1 0,1-2 0,-1 0 0,3-1 0,-1-1 0,2-1 0,1-2 0,-1-1 0,1-1 0,1-1 0,0 0 0,3-2 0,0-1 0,1 0 0,-1-1 0,2-2 0,0-1 0,1-2 0,1-1 0,2-2 0,0-2 0,1-1 0,1-1 0,1-2 0,3-1 0,1 0 0,2-1 0,-2 1 0,2 1 0,-2 0 0,-1 2 0,-2 2 0,-1 2 0,-2 1 0,-1 2 0,-2 2 0,0 2 0,-1 1 0,1 1 0,-2 1 0,0 0 0,-1 1 0,1 2 0,-1 1 0,0 0 0,1 2 0,0 2 0,-1 0 0,0 0 0,-3 3 0,0 0 0,-2 0 0,0 1 0,0 0 0,-1-1 0,-1 1 0,0-1 0,0 0 0,0-1 0,2-2 0,0 0 0,2-3 0,0-1 0,3-2 0,-1-1 0,3-1 0,1 0 0,2-1 0,2-3 0,3-1 0,2-1 0,2-3 0,0 0 0,2-1 0,-2-1 0,0 0 0,-2 0 0,1 0 0,-2 0 0,-1 0 0,-2 1 0,0 0 0,-1 1 0,0 1 0,-2 2 0,0 0 0,-2 2 0,-2 1 0,-1 0 0,-1 2 0,0 1 0,-1-1 0,0 3 0,-1-1 0,1 1 0,0 2 0,0 0 0,1 0 0,1 3 0,2-1 0,1 1 0,1-1 0,0 2 0,0-1 0,1 0 0,0-1 0,1-1 0,1 0 0,-3-2 0,3 1 0,0-3 0,2 0 0,0-2 0,1-1 0,2 0 0,2-3 0,0 0 0,1-2 0,0-2 0,-1 0 0,0 0 0,-2-1 0,-2 0 0,0 0 0,-2 0 0,-3-1 0,-2 0 0,0 0 0,-1 0 0,-2 1 0,-1-1 0,-2 1 0,0 0 0,-1 1 0,-1 2 0,0 0 0,-2 1 0,1 1 0,0 2 0,0 1 0,0 1 0,0 0 0,0 2 0,-2 2 0,-3 0 0,-2 2 0,-1 1 0,-2 2 0,1 2 0,-1 1 0,0 0 0,1 2 0,0 0 0,2 0 0,2 0 0,1 0 0,0-1 0,2-1 0,2-2 0,-1-1 0,2-1 0,0-2 0,4 0 0,0-2 0,0-1 0,2-1 0,3-1 0,2-2 0,3-2 0,1 0 0,1-1 0,1-1 0,2 1 0,-1-2 0,0 0 0,1-1 0,-2 1 0,-1-1 0,-1 1 0,-2 1 0,0 0 0,-1 1 0,-2 0 0,-2 1 0,-1 1 0,0 0 0,0 2 0,-1 0 0,0 1 0,-1 0 0,1 1 0,-1 2 0,2-1 0,-1 1 0,1 1 0,0 1 0,1-1 0,0 1 0,0 0 0,1 1 0,0-1 0,0-1 0,0 0 0,0-1 0,-1 0 0,1-1 0,0-1 0,1 0 0,-1-1 0,2 0 0,1-1 0,0 0 0,2-1 0,0-3 0,1 0 0,2-1 0,1-2 0,2-1 0,-2-1 0,-1 0 0,-2 0 0,-1 0 0,-1 0 0,-3 1 0,0-1 0,-2 1 0,-2 1 0,-1 0 0,-1 0 0,0 2 0,-1 1 0,-2 1 0,-1 1 0,1 0 0,1 1 0,0 1 0,-2 0 0,1 2 0,-2 0 0,1 2 0,-2 0 0,0 1 0,-2 1 0,-2 1 0,-1 2 0,0 1 0,-1 0 0,0 2 0,-1 1 0,1 1 0,-1 1 0,2 0 0,1 1 0,0 0 0,1 1 0,1 1 0,3 0 0,1 2 0,3-1 0,2 2 0,5-1 0,2 2 0,3 0 0,2 2 0,1-1 0,2 2 0,0 0 0,1 0 0,0 0 0,-2 0 0,-2-1 0,-4-1 0,-1-1 0,-2 0 0,-5-1 0,-2-1 0,-2-1 0,-3-1 0,-4-1 0,0-2 0,-4-1 0,-1-1 0,-3 0 0,-1-1 0,-1-2 0,0-1 0,0-2 0,1-1 0,0-1 0,2-3 0,0-1 0,0-2 0,2-2 0,1-2 0,4-1 0,0-3 0,5 0 0,2-3 0,4 0 0,2-3 0,3-1 0,5-1 0,3-2 0,3 1 0,2-3 0,3 1 0,3-1 0,1 0 0,1-1 0,2 1 0,-1-1 0,0 0 0,-1 0 0,0 0 0,-1-1 0,-1 1 0,0-1 0,0 0 0,-2 2 0,1 1 0,-3 0 0,-1 2 0,-3 1 0,-1 2 0,-3 3 0,-3 1 0,-2 3 0,-1 1 0,-3 1 0,1 2 0,-2 1 0,-1 1 0,-1 1 0,-1 1 0,-1 0 0,0 1 0,0 0 0,0 0 0,0 1 0,1-1 0,1 0 0,-1 0 0,3 0 0,-2 0 0,1-1 0,-1 0 0,1 0 0,-1-1 0,2 0 0,-1 0 0,2 0 0,0-1 0,2 1 0,0-2 0,0 0 0,0 0 0,-2 0 0,-1 0 0,0 1 0,-1 0 0,0 0 0,-2 1 0,0 1 0,0 0 0,-3 1 0,0 0 0,0 0 0,-1 0 0,-2 1 0,1 1 0,-3 2 0,-1 0 0,-1 1 0,0 1 0,-3 2 0,1 1 0,-1 1 0,0 0 0,0 2 0,1 2 0,1-1 0,0 1 0,3 0 0,0-1 0,2 1 0,1-1 0,4-1 0,1 0 0,2-1 0,2-1 0,1-2 0,2 0 0,-1 0 0,0-2 0,0 0 0,1-2 0,0-1 0,2-2 0,0 0 0,0-1 0,0-1-1326,0 0-1609,0-2 201,1 1-457,-1 0-121,1 1-79,1 0-3870,-3 0 4911,-1 1-1897,-3 0 2495</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7.830"/>
    </inkml:context>
    <inkml:brush xml:id="br0">
      <inkml:brushProperty name="width" value="0.05" units="cm"/>
      <inkml:brushProperty name="height" value="0.05" units="cm"/>
      <inkml:brushProperty name="color" value="#AE198D"/>
      <inkml:brushProperty name="inkEffects" value="galaxy"/>
      <inkml:brushProperty name="anchorX" value="-120135.67188"/>
      <inkml:brushProperty name="anchorY" value="-104325.05469"/>
      <inkml:brushProperty name="scaleFactor" value="0.5"/>
    </inkml:brush>
  </inkml:definitions>
  <inkml:trace contextRef="#ctx0" brushRef="#br0">59 212 1816,'-6'3'7130,"-6"7"-775,0 1-3728,1 1 878,2 0-693,3 0-167,3-3-277,7-1-350,4-2-627,6-1-1530,6-2 378,7-3-239,7-1 0,5-2 0,6-2 0,6-1 0,5-2 0,4-1 0,3-2 0,5-1 0,2-1 0,1-1 0,-2 0 0,-3-1 0,-2 1 0,-6 0 0,-4 0 0,-5 0 0,-2 1 0,-4 0 0,-5 1 0,-5 0 0,-4 1-943,-6 0-1625,-4 1-136,-2 1-731,-3-1-695,-1 0-1066,-3 0-217,-2 2 105,-3 2 2629</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9.962"/>
    </inkml:context>
    <inkml:brush xml:id="br0">
      <inkml:brushProperty name="width" value="0.05" units="cm"/>
      <inkml:brushProperty name="height" value="0.05" units="cm"/>
      <inkml:brushProperty name="color" value="#AE198D"/>
      <inkml:brushProperty name="inkEffects" value="galaxy"/>
      <inkml:brushProperty name="anchorX" value="-122212.21875"/>
      <inkml:brushProperty name="anchorY" value="-104960.74219"/>
      <inkml:brushProperty name="scaleFactor" value="0.5"/>
    </inkml:brush>
  </inkml:definitions>
  <inkml:trace contextRef="#ctx0" brushRef="#br0">1 95 2937,'3'-2'6977,"3"-1"-5433,1-2 1049,1 0-829,-1-1 3,-1 2 60,-2 0 89,-2 1 17,0-2 1841,-1 1-541,1 2-1947,-1 0-221,0 0-1073,0 0 148,0 0-121,-1 1-19,0 0 0,0 1 0,0 1 0,0 1 0,0 0 0,0 0 0,0-1 0,0 0 0,2 0 0,0-1 0,1 1 0,0 1 0,0 3 0,1 1 0,-1 2 0,2 2 0,-2 1 0,0 2 0,1 2 0,-1 0 0,1 2 0,0 1 0,-1 1 0,0-1 0,2 1 0,1-1 0,1 1 0,-1-2 0,1-1 0,0-1 0,0 0 0,-1-3 0,1 0 0,-2-2 0,0-2 0,-1-1 0,-1-1 0,1-1 0,-1-2 0,1-1 0,0-2 0,-2 0 0,2-3 0,1-1 0,-1-2 0,1-2 0,3-2 0,1-3 0,0-2 0,2 0 0,1-3 0,-1-2 0,1-2 0,0-1 0,0-1 0,-2 0 0,2-1 0,-1 1 0,0 1 0,-3 1 0,0 2 0,-1 0 0,1 3 0,-2 2 0,0 5 0,0 3 0,0 3 0,-2 3 0,0 3 0,1 3 0,1 2 0,1 2 0,3 2 0,0 2 0,0 1 0,2 3 0,1 2 0,1 0 0,0 2 0,1 1 0,0 0 0,2 1 0,0 0 0,-2 1 0,1 0 0,-2 0 0,-1-1 0,0 2-1102,-2-2-1075,0-2-144,0-3-434,-2-4-246,0-2-181,-2-5-213,0-2-170,0-4-506,2-3-46,-2 0 1213</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0.529"/>
    </inkml:context>
    <inkml:brush xml:id="br0">
      <inkml:brushProperty name="width" value="0.05" units="cm"/>
      <inkml:brushProperty name="height" value="0.05" units="cm"/>
      <inkml:brushProperty name="color" value="#AE198D"/>
      <inkml:brushProperty name="inkEffects" value="galaxy"/>
      <inkml:brushProperty name="anchorX" value="-123800.09375"/>
      <inkml:brushProperty name="anchorY" value="-106157.36719"/>
      <inkml:brushProperty name="scaleFactor" value="0.5"/>
    </inkml:brush>
  </inkml:definitions>
  <inkml:trace contextRef="#ctx0" brushRef="#br0">105 189 480,'-3'1'5265,"-3"1"-3752,-1 1 772,-1 1-692,-1 0-142,0 0-90,1 0-31,1-1-32,0 0 20,-1 0 1,2 0 0,0-1-17,1-1-51,0 0-43,-6-1 6318,13 0-7071,2-2 5,1 1-496,4-1 100,1-1-59,3-1-5,3-1 0,1-1 0,1 0 0,0-2 0,2 0 0,0 0 0,1-1 0,2-1 0,-1 1 0,1-1 0,-1 2 0,-1-1 0,-1 1 0,-3 0 0,-2 2 0,-3-2 0,-1 1 0,-4 1 0,0 0 0,-2 0 0,-3 0 0,-2 0 0,-3 1 0,-2 0 0,-1-1 0,-4 1 0,0 1 0,-1-1 0,1 2 0,-4 1 0,1 0 0,0 2 0,1-1 0,1 1 0,1 0 0,1 1 0,0-1 0,2 0 0,2 0 0,2 0 0,1 0 0,1 0 0,1 0 0,0 0 0,1 0 0,1 0 0,0-1 0,2 0 0,3 0 0,4-1 0,6 0 0,1 0 0,3 1 0,1-1 0,-1 1 0,2 0 0,-2 1 0,1 0 0,-1 1 0,0 1 0,-2 1 0,-2 0 0,-1 2 0,-1 1 0,-3 1 0,-1 0 0,-3 2 0,-3-1 0,-1 3 0,-3-1 0,0 1-205,-1 2-474,-1 0-129,1 1-322,-3 0-290,0 1-265,-3 0-228,-1 0-174,1 0-111,-1-1-57,0 0-1,1 1-8,0 0-10,0-1 40,-1 1-124,-1-1-158,0 0-381,1-3 1512</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1.603"/>
    </inkml:context>
    <inkml:brush xml:id="br0">
      <inkml:brushProperty name="width" value="0.05" units="cm"/>
      <inkml:brushProperty name="height" value="0.05" units="cm"/>
      <inkml:brushProperty name="color" value="#AE198D"/>
      <inkml:brushProperty name="inkEffects" value="galaxy"/>
      <inkml:brushProperty name="anchorX" value="-125012.98438"/>
      <inkml:brushProperty name="anchorY" value="-107139.70313"/>
      <inkml:brushProperty name="scaleFactor" value="0.5"/>
    </inkml:brush>
  </inkml:definitions>
  <inkml:trace contextRef="#ctx0" brushRef="#br0">403 28 3537,'-7'-5'13055,"2"2"-9955,0 0-345,1 0-317,1 0-199,1 0-233,1 0-260,-1 1-343,0 1-1079,0 0-232,-1 1-20,-1 0-72,-2 0 0,-1 0 0,1 0 0,1 0 0,0 0 0,-1 1 0,2 0 0,-4 2 0,1 0 0,-4 1 0,0 1 0,1 3 0,-1 0 0,1 2 0,0 2 0,1 0 0,2 1 0,2 2 0,3 2 0,4 1 0,0 0 0,5 2 0,1 1 0,1 1 0,3 0 0,-1 1 0,2 1 0,0-1 0,-1 1 0,1-1 0,-1 1 0,1-1 0,-3-1 0,0 0 0,-3 0 0,0-1 0,-2-2 0,-2 1 0,-1-3 0,-1 0 0,-2-2 0,-1-3 0,0 0 0,-2-3 0,-1-1 0,-3-2 0,-2-1 0,-4-2 0,-1-2 0,-3-1 0,-3-2 0,-4-1-1298,-2-1-898,0-2-122,1 0-292,2-1-136,0-1-41,2 1 69,2 0 102,-1 0 28,1 1-90,-2 0-469,2 0-299,3 2 2123</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1.936"/>
    </inkml:context>
    <inkml:brush xml:id="br0">
      <inkml:brushProperty name="width" value="0.05" units="cm"/>
      <inkml:brushProperty name="height" value="0.05" units="cm"/>
      <inkml:brushProperty name="color" value="#AE198D"/>
      <inkml:brushProperty name="inkEffects" value="galaxy"/>
      <inkml:brushProperty name="anchorX" value="-123764.04688"/>
      <inkml:brushProperty name="anchorY" value="-106814.21094"/>
      <inkml:brushProperty name="scaleFactor" value="0.5"/>
    </inkml:brush>
  </inkml:definitions>
  <inkml:trace contextRef="#ctx0" brushRef="#br0">27 103 1480,'-7'0'14791,"5"0"-13037,-1 0-17,-12 0 9890,17 0-11051,2 0-133,3 0-101,5-1-381,3 0 95,4-2-56,3 1 0,2 0 0,1-2 0,1 0 0,1 0 0,-2 0 0,-1 0 0,-1-1-84,1 0-1059,-3 0-263,1 0-526,0 0-395,-2-1-326,-3 1-358,0-2-342,-1 0-353,-2 1-621,-1 0-80,-2-1 58,-2 3 5003</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2.561"/>
    </inkml:context>
    <inkml:brush xml:id="br0">
      <inkml:brushProperty name="width" value="0.05" units="cm"/>
      <inkml:brushProperty name="height" value="0.05" units="cm"/>
      <inkml:brushProperty name="color" value="#AE198D"/>
      <inkml:brushProperty name="inkEffects" value="galaxy"/>
      <inkml:brushProperty name="anchorX" value="-125044.33594"/>
      <inkml:brushProperty name="anchorY" value="-107558.65625"/>
      <inkml:brushProperty name="scaleFactor" value="0.5"/>
    </inkml:brush>
  </inkml:definitions>
  <inkml:trace contextRef="#ctx0" brushRef="#br0">50 153 1680,'-2'2'15768,"0"0"-14248,0 0-33,-1 0-40,0 1-29,-1-1-53,1-1-91,0 1-119,-1 0-106,1 0-103,-2-1-115,2 1-111,0-1-131,-1 0-97,1 1-61,1 0-71,2-1-148,0-1-226,1 0 51,2-1-37,0 0 0,2-1 0,-2 0 0,1 1 0,-1 0 0,2 0 0,2-1 0,1 1 0,4-1 0,1-1 0,5 0 0,0-1 0,3 0 0,0 0 0,1-1 0,0 0 0,1 0 0,-1-1 0,-2 1 0,0 0 0,-3 0 0,-1 0 0,0 1 0,-2 0 0,-1-1 0,-2 2 0,-1-1 0,-2 1 0,-1-1 0,-2 2 0,-2-1 0,-1 0 0,-1 0 0,-1 1 0,-1-1 0,-2 1 0,0-1 0,-3 0 0,0 0 0,-2 1 0,-2-1 0,0 0 0,-3 1 0,-1-1 0,1 0 0,-3 1 0,-1-1 0,-1 0 0,-2 0 0,0 0 0,0-1 0,1 0 0,2 0 0,1 1 0,2 1 0,1-1 0,0 1 0,3 1 0,1 0 0,1 0 0,2 1 0,1 0 0,3 0 0,0 0 0,1 0 0,1 0 0,1 0 0,-1 0 0,0 0 0,2 0 0,2 0 0,2 0 0,2 0 0,3 1 0,3 0 0,2 1 0,1 2 0,0 0 0,1 0 0,0 1 0,0 2 0,0 1 0,-1-1 0,-1 2 0,-2 0 0,-2 1 0,-1 1 0,-4 0 0,-1 1 0,-3 0 0,-2 0 0,0 0 0,-1-1 0,-2 0 0,-1-1-719,-1-1-1251,-1-1-237,-1-2-573,-2 0-462,-2-1-539,0-1-852,-1-1-330,0-1 2,3-1 1703</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7.672"/>
    </inkml:context>
    <inkml:brush xml:id="br0">
      <inkml:brushProperty name="width" value="0.05" units="cm"/>
      <inkml:brushProperty name="height" value="0.05" units="cm"/>
      <inkml:brushProperty name="color" value="#AE198D"/>
      <inkml:brushProperty name="inkEffects" value="galaxy"/>
      <inkml:brushProperty name="anchorX" value="-126084.51563"/>
      <inkml:brushProperty name="anchorY" value="-108470.39844"/>
      <inkml:brushProperty name="scaleFactor" value="0.5"/>
    </inkml:brush>
  </inkml:definitions>
  <inkml:trace contextRef="#ctx0" brushRef="#br0">389 23 3345,'2'-17'28291,"-3"15"-27269,0 1-1093,1 0 251,-1 0-180,1 1 0,0 0 0,0-1 0,0 2 0,0-1 0,0 0 0,0 0 0,2 0 0,0 0 0,0 0 0,-1 0 0,0 0 0,-2 1 0,0 1 0,-2 1 0,-2 2 0,-4 1 0,-2 2 0,-2 2 0,-4 2 0,-2 2 0,-2 1 0,0 2 0,-1 0 0,0 2 0,1 0 0,-1 2 0,1-1 0,1 1 0,1-1 0,1 1 0,0 0 0,2 0 0,0-2 0,3 0 0,1-3 0,1 0 0,3-2 0,2-1-2894,1-2 295,1-2-579,4-2-387</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8.037"/>
    </inkml:context>
    <inkml:brush xml:id="br0">
      <inkml:brushProperty name="width" value="0.05" units="cm"/>
      <inkml:brushProperty name="height" value="0.05" units="cm"/>
      <inkml:brushProperty name="color" value="#AE198D"/>
      <inkml:brushProperty name="inkEffects" value="galaxy"/>
      <inkml:brushProperty name="anchorX" value="-124870.54688"/>
      <inkml:brushProperty name="anchorY" value="-108024.84375"/>
      <inkml:brushProperty name="scaleFactor" value="0.5"/>
    </inkml:brush>
  </inkml:definitions>
  <inkml:trace contextRef="#ctx0" brushRef="#br0">62 109 2897,'-1'-1'2832,"-1"-2"-475,-2-1-219,1-2-219,-1 0-72,0-1 46,0 1 102,0 1 93,1-2 85,-1 1-48,0 1-87,1 0-142,0 0-229,0 0-267,-1 0-273,0 0-885,1-1-164,1 2-23,1 0-55,0 0 0,1 2 0,0 1 0,0-1 0,0 0 0,2 1 0,0 0 0,0 1 0,1 0 0,0 0 0,1 1 0,2 0 0,2 1 0,4 1 0,5 2 0,4 2 0,4 2 0,2 1 0,3 2 0,2 0 0,1 0 0,1 1 0,1 1 0,0 0 0,2 2 0,0 1 0,0 0 0,-1 0 0,-2 1 0,0-1 0,-2-1 0,-3-1 0,-2-1-523,-3 0-1531,-3-3-14,-4-1-438,-2-1-240,-3-2-238,-2-2-140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8.376"/>
    </inkml:context>
    <inkml:brush xml:id="br0">
      <inkml:brushProperty name="width" value="0.05" units="cm"/>
      <inkml:brushProperty name="height" value="0.05" units="cm"/>
      <inkml:brushProperty name="color" value="#AE198D"/>
      <inkml:brushProperty name="inkEffects" value="galaxy"/>
      <inkml:brushProperty name="anchorX" value="-126400"/>
      <inkml:brushProperty name="anchorY" value="-109087"/>
      <inkml:brushProperty name="scaleFactor" value="0.5"/>
    </inkml:brush>
  </inkml:definitions>
  <inkml:trace contextRef="#ctx0" brushRef="#br0">60 157 648,'-1'-1'2313,"-3"-1"-430,0 0-260,-1-1-232,-1 0-208,1 1-142,-1-1-115,-1 1-71,2 0-23,1 1-32,-1 0 41,1-1-23,1-1 1557,4 3-1652,1 0-43,-1 0-38,2 1-61,0 0-44,1 0-39,-1 0-14,0 0 8,1 0 70,1-1 82,1 0 56,1 0 87,-1 1 67,1 0 56,0 0 30,0 0-38,1 0-50,2-1-99,2 0-79,2 0-109,2 0-129,2-1-95,3-1-81,3 0-84,4-1-52,1-1-51,3-1-30,0 0-45,0 0 9,0 0-7,1-1 0,-1 1-103,0-1-91,1 1-168,-2-1-206,-1 1-312,-1 0-354,-3 1-350,-3 0-286,-2-1-241,-1 0-156,-2-1-136,-3 0-50,-1 0 26,-3-1 39,-1 1-4,-2 0-49,-1 1-171,-3-1-103,0 2 1108</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8.640"/>
    </inkml:context>
    <inkml:brush xml:id="br0">
      <inkml:brushProperty name="width" value="0.05" units="cm"/>
      <inkml:brushProperty name="height" value="0.05" units="cm"/>
      <inkml:brushProperty name="color" value="#AE198D"/>
      <inkml:brushProperty name="inkEffects" value="galaxy"/>
      <inkml:brushProperty name="anchorX" value="-127965.36719"/>
      <inkml:brushProperty name="anchorY" value="-109776.90625"/>
      <inkml:brushProperty name="scaleFactor" value="0.5"/>
    </inkml:brush>
  </inkml:definitions>
  <inkml:trace contextRef="#ctx0" brushRef="#br0">61 28 392,'0'0'0,"-3"0"2233,-1-1-104,-2 0-72,0-1-89,-1 0-3,0-1 27,-8-6 10564,18 8-10753,0 0-199,0 0-259,-1 0-277,-3-1-220,1 1-212,-2 0-548,1 0-28,0 1-37,0 0-23,1 0 0,-2 0 0,0 1 0,0 1 0,0 2 0,1 0 0,1 2 0,-1 1 0,1 2 0,0 2 0,0 2 0,0 1 0,1 2 0,-1 3 0,-2 0 0,0 2 0,0 1 0,1 1 0,0 0 0,2 0 0,0 0 0,1 1-345,-1-1-1452,1-1-231,0-1-603,2-2-518,1-1-509,2-4-660,1 0-732,1-4 65,-2-2 226</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9.012"/>
    </inkml:context>
    <inkml:brush xml:id="br0">
      <inkml:brushProperty name="width" value="0.05" units="cm"/>
      <inkml:brushProperty name="height" value="0.05" units="cm"/>
      <inkml:brushProperty name="color" value="#AE198D"/>
      <inkml:brushProperty name="inkEffects" value="galaxy"/>
      <inkml:brushProperty name="anchorX" value="-127107.52344"/>
      <inkml:brushProperty name="anchorY" value="-109335.89844"/>
      <inkml:brushProperty name="scaleFactor" value="0.5"/>
    </inkml:brush>
  </inkml:definitions>
  <inkml:trace contextRef="#ctx0" brushRef="#br0">140 98 616,'-2'-1'3753,"-3"-2"-504,-4-3-361,-2 0-282,0-1-83,-1 0 29,-1 2 44,1-1-23,3 2-43,1-1-163,2 0-228,0 0-275,2 0-1588,-1 0-118,1 1-81,0 0-77,0 0 0,2 1 0,0 0 0,0 1 0,2-1 0,-2 2 0,0-1 0,0 1 0,1 0 0,0 1 0,1 0 0,-1 1 0,1 0 0,0 2 0,2 1 0,0 1 0,2 2 0,-1 2 0,1 2 0,2 1 0,1 3 0,-1 2 0,0 2 0,1 2 0,0 0 0,1 1 0,0 1 0,1 1 0,-2-1 0,0 1 0,0-1 0,-2 1 0,0-2 0,-3-1-3510,0-1 499,-1-1-685,-1-2-295,-2 0-256,-2-1-118,0-1 13,-1-2 57,1-4 3498</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9.224"/>
    </inkml:context>
    <inkml:brush xml:id="br0">
      <inkml:brushProperty name="width" value="0.05" units="cm"/>
      <inkml:brushProperty name="height" value="0.05" units="cm"/>
      <inkml:brushProperty name="color" value="#AE198D"/>
      <inkml:brushProperty name="inkEffects" value="galaxy"/>
      <inkml:brushProperty name="anchorX" value="-126216.89844"/>
      <inkml:brushProperty name="anchorY" value="-108869.5"/>
      <inkml:brushProperty name="scaleFactor" value="0.5"/>
    </inkml:brush>
  </inkml:definitions>
  <inkml:trace contextRef="#ctx0" brushRef="#br0">50 120 2216,'-3'0'5562,"-3"0"-3735,-1 0 871,0 0-543,0 0-47,2 0-54,-1 0-55,-2 0 4728,11 0-5591,2 0-237,3 0-186,5 0-172,4 0-117,6 0-72,4 0-99,3-1-85,4 0-60,0-1-49,2-1-42,-1 1-125,1-2-184,-1 0-312,1-1-396,-1 0-403,-2-1-414,-2-1-378,-1-2-361,-2-1-337,-2 0-340,-1-2-307,-5-2-579,-3 1-171,-5 2 379</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9.443"/>
    </inkml:context>
    <inkml:brush xml:id="br0">
      <inkml:brushProperty name="width" value="0.05" units="cm"/>
      <inkml:brushProperty name="height" value="0.05" units="cm"/>
      <inkml:brushProperty name="color" value="#AE198D"/>
      <inkml:brushProperty name="inkEffects" value="galaxy"/>
      <inkml:brushProperty name="anchorX" value="-127643.92969"/>
      <inkml:brushProperty name="anchorY" value="-109596.76563"/>
      <inkml:brushProperty name="scaleFactor" value="0.5"/>
    </inkml:brush>
  </inkml:definitions>
  <inkml:trace contextRef="#ctx0" brushRef="#br0">80 72 2681,'-3'-1'3016,"-4"-1"-410,-2-1-219,-3 0-224,0 1-159,0-2-107,2 2-122,3 0-120,3-1-174,1 1-170,2 0-231,3 0-197,1-1-221,7 1-204,2 0-154,7-1-131,3 0-67,5 0-73,3 0-56,1 0-197,1 0-277,1 0-347,0 0-322,-1 1-292,1 0-339,-1-1-249,0 2-284,-3-1-140,-1 1-113,-2 0-179,0 1-421,-6 0-335,-5 0 2020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1.004"/>
    </inkml:context>
    <inkml:brush xml:id="br0">
      <inkml:brushProperty name="width" value="0.05" units="cm"/>
      <inkml:brushProperty name="height" value="0.05" units="cm"/>
      <inkml:brushProperty name="color" value="#AE198D"/>
      <inkml:brushProperty name="inkEffects" value="galaxy"/>
      <inkml:brushProperty name="anchorX" value="-128937.75"/>
      <inkml:brushProperty name="anchorY" value="-110372.51563"/>
      <inkml:brushProperty name="scaleFactor" value="0.5"/>
    </inkml:brush>
  </inkml:definitions>
  <inkml:trace contextRef="#ctx0" brushRef="#br0">40 142 1208,'-4'0'12191,"1"0"-10048,-2 1 100,0 0 32,0 1-13,-2 1-52,2 1-96,0 1-99,4 0-271,3 0-382,0 2-437,3 0-1006,1 1 237,1-1-156,1 2 0,1 1 0,-2 0 0,0 3 0,0-1 0,-1 2 0,-2 0 0,1 3 0,-2 0 0,2 0 0,-2 0 0,2 0 0,-2-1 0,0-1 0,-1 1 0,-1-2 0,0 0 0,-1-2 0,0-1 0,0-2 0,0-2 0,0 0 0,0-2 0,0-2 0,0-1 0,0-1 0,0-1 0,0-1 0,0-2 0,0 0 0,1-3 0,1 0 0,0-2 0,1-2 0,0-1 0,1-1 0,0-2 0,0-1 0,2-2 0,1 0 0,-1-1 0,0-2 0,1-1 0,-2-1 0,1-1 0,1 1 0,0 0 0,0 1 0,0 2 0,-1 3 0,-1 1 0,-1 2 0,0 2 0,1 3 0,-1 2 0,0 2 0,-2 1 0,0 2 0,0 2 0,0 1 0,2 2 0,-1 0 0,-1 1 0,0 2 0,1 1 0,0 1 0,1 1 0,-1 0 0,0 1 0,1 0 0,-1 0 0,-1 1 0,0-1 0,1 0 0,-1-1 0,0 0 0,1-1 0,0-2 0,1 0 0,0-1 0,-2-1 0,2-2 0,-1-1 0,2-2 0,0 1 0,1-2 0,2-2 0,1 0 0,2-2 0,1 0 0,2-1 0,-1-1 0,0-1 0,1-1 0,-2 0 0,0-2 0,0 1 0,-2-1 0,-1 0 0,0 0 0,-1 0 0,-2 1 0,1 1 0,-3 2 0,0 0 0,-2 1 0,-1 2 0,0 1 0,-1 1 0,0 1 0,-1 1 0,1 3 0,0 0 0,0 2 0,0 1 0,1 0 0,1 3 0,0 1 0,1 1 0,2 0 0,4 4 0,3 2 0,9 3 0,-1-2 0,1-1 0,0-4 0,-3-3 0,-1-3 0,0-4 0,-1-2 0,1-3 0,-1-1 0,1-1 0,0-3 0,1 0 0,-1-1 0,0-1 0,1 0 0,-3-2 0,-1 0 0,-2-2 0,-1 1 0,-3 0 0,-1 0 0,-2-2 0,-2 1 0,-3-1 0,0 0 0,-4 1 0,-1 1 0,0 0 0,-1 0 0,0 1 0,0 2 0,0 1 0,-1 2 0,2 1 0,-1 1 0,-1 1 0,0 3 0,-2 0 0,-1 2 0,0 1 0,-2 1 0,1 2 0,-1 2 0,0 1 0,0 1 0,1 0 0,0 2 0,0 0 0,0 2 0,0 0 0,3 0 0,0-1 0,2 0 0,2-1 0,2-1 0,2-1 0,2-2 0,0 0 0,1-1 0,0-1 0,2-2 0,0 0 0,2-2 0,1-1 0,2-2 0,2-1 0,2-2 0,0 0 0,1-2 0,0 1 0,0-2 0,0 0 0,-2 1 0,-1-2 0,0 1 0,-2-1 0,-1 2 0,-2-1 0,0 1 0,-2 0 0,0 1 0,-1 1 0,-1 0 0,0 1 0,0 1 0,-1-1 0,0 2 0,-1-1 0,-1 2 0,-1 1 0,-1 1 0,0 1 0,0 1 0,1 1 0,0 0 0,1 1 0,0 3 0,0 0 0,0 1 0,2-1 0,-1 1 0,3-2 0,-1 0 0,2 0 0,2 0 0,2-3 0,0 1 0,1-1 0,1-2 0,2 0 0,2-1 0,1-1 0,0-2 0,3 0 0,1-2 0,-1-1 0,0-1 0,0-2 0,-1-2 0,0 0 0,-2-1 0,-2-1 0,-2 0 0,-2 0 0,0-1 0,-3-1 0,-2 1 0,-2 0 0,-2 0 0,0-1 0,-1 0 0,-1 0 0,1 0 0,0 1 0,-1 1 0,1 0 0,0 2 0,0 1 0,0 1 0,0 1 0,0 2 0,0 0 0,0 2 0,-2 0 0,0 1 0,1 1 0,-1 2 0,1 2 0,1 0 0,-3 2 0,1 2 0,1 1 0,-1 1 0,1 1 0,1 2 0,-1 2 0,3 0 0,0 1 0,0 1 0,-1-1 0,0 2 0,0-1 0,-1 2 0,1 1 0,-1 0 0,0 1 0,0 0 0,-1 0 0,0 0 0,-1-1 0,0 1 0,-1-1 0,0 1 0,-1-2 0,0 1 0,-1 1 0,2-1 0,-2-1 0,1-3 0,0-1 0,2-2 0,1-2 0,0-2 0,1-2 0,0-2 0,0-1 0,-1-1 0,-1-1 0,0 0 0,-1-2 0,1 0 0,-1 0 0,1-1 0,1-2 0,-1 0 0,0-2 0,0 0 0,0-1 0,1-2 0,1-1 0,1-1 0,1-1 0,2-2 0,1-2 0,3 0 0,1-2 0,3 0 0,1-1 0,3 0 0,0 2 0,1 2 0,1-1 0,1 3 0,1 0 0,1 2 0,0-1 0,1 1 0,-1 0 0,2-1 0,-2 2 0,0-1 0,0 0 0,0 1 0,4-2 0,-1 0 0,-2-1 0,-2 1 0,-2 0 0,-2 1 0,-4-1 0,-2 1 0,-1-1 0,-3 1 0,-2 0 0,1 1 0,-1-1 0,0 1 0,-1 1 0,-2 1 0,-2 0 0,0 2 0,0 0 0,0 1 0,-1 1 0,-1 0 0,1 0 0,-1 1 0,0 1 0,-1 1 0,0 0 0,1 1 0,-1 2 0,1-1 0,-1 1 0,-1 2 0,-2 0 0,0 2 0,1 0 0,-1 1 0,0 2 0,0 1 0,0 1 0,1 0 0,1 2 0,1 1 0,0 0 0,1 1 0,1 0 0,0-1 0,1-1 0,3 1 0,-1-2 0,1 0 0,2-1 0,0-1 0,2-1 0,0-2-1494,0 0-851,-1-1-241,1-2-454,2-2-422,0-2-469,1-1-724,1-2-144,-2 0 71,-3 0 3513</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1.901"/>
    </inkml:context>
    <inkml:brush xml:id="br0">
      <inkml:brushProperty name="width" value="0.05" units="cm"/>
      <inkml:brushProperty name="height" value="0.05" units="cm"/>
      <inkml:brushProperty name="color" value="#AE198D"/>
      <inkml:brushProperty name="inkEffects" value="galaxy"/>
      <inkml:brushProperty name="anchorX" value="-131402.125"/>
      <inkml:brushProperty name="anchorY" value="-111434.46875"/>
      <inkml:brushProperty name="scaleFactor" value="0.5"/>
    </inkml:brush>
  </inkml:definitions>
  <inkml:trace contextRef="#ctx0" brushRef="#br0">347 6 3697,'-3'-1'6049,"-3"0"-4359,-1-1 946,-3 2-658,0-1-8,-3 0 66,-3 1 89,-1 0 7,-1 1-75,-1 1-150,0 2-186,1 0-222,0 1-274,0 0-1385,1 1 365,-1 0-205,1-1 0,0 2 0,-1 0 0,3 0 0,-1 1 0,4 0 0,1 1 0,4 0 0,2 0 0,4-1 0,1 1 0,5 0 0,2 1 0,4-1 0,3 0 0,5 0 0,3 0 0,2 0 0,3 0 0,3-1 0,0 0 0,2 1 0,1 0 0,-1-1 0,-2 1 0,0 0 0,-4 0 0,-3 0 0,-1-1 0,-3 1 0,-3-1 0,-2 1 0,-3-2 0,-2 2 0,-4 0 0,-1-1 0,-5 1 0,-2-1 0,-2 1 0,-3-1 0,-2-1 0,-1 0 0,-3-1 0,0 0 0,-2 0 0,0-2 0,-1-1 0,2-1 0,1-1 0,2-1 0,1-1 0,1-3 0,2 0 0,1-2 0,2 0 0,2-3 0,3 0 0,4-2 0,5-1 0,4-1 0,3-1 0,4 0 0,3-1 0,4 0 0,2 1 0,2-1 0,-1 1 0,-1 1 0,-1 1 0,0 0 0,-1 2 0,-3 0 0,-1 2 0,-3 0 0,0 1 0,-4 1 0,-4 1 0,-2-1 0,-3 2 0,-1 0 0,-2 1 0,-2 0 0,0 0 0,-2 1 0,0 1 0,0 1 0,0-1 0,0 1 0,0 0 0,-1 0 0,1 2 0,0 0 0,0 2 0,0 2 0,0 1 0,0 1 0,0 2 0,2 0 0,0 1 0,1 1 0,0 0 0,2 1 0,-1 1 0,-1-2 0,1 1 0,-1-2 0,2 1 0,-2-1 0,0 0 0,-1-1 0,-1-3 0,0-1 0,-1-1 0,0-4 0,-2 0-1111,-7-11-7009,7 3 4870,-1-2-136,2-2 37,0-2 220,1-1 278,0-1 245,0-2 232,-2 2 359,0 3 1691</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2.045"/>
    </inkml:context>
    <inkml:brush xml:id="br0">
      <inkml:brushProperty name="width" value="0.05" units="cm"/>
      <inkml:brushProperty name="height" value="0.05" units="cm"/>
      <inkml:brushProperty name="color" value="#AE198D"/>
      <inkml:brushProperty name="inkEffects" value="galaxy"/>
      <inkml:brushProperty name="anchorX" value="-132678.96875"/>
      <inkml:brushProperty name="anchorY" value="-112482.05469"/>
      <inkml:brushProperty name="scaleFactor" value="0.5"/>
    </inkml:brush>
  </inkml:definitions>
  <inkml:trace contextRef="#ctx0" brushRef="#br0">63 99 1448,'0'0'0,"-2"-2"1593,0-4 36,0-2-28,-1-1-46,0-2-71,-1 0-77,1 0-60,-2 2-20,-1 1 62,0 1-40,0 2-61,-1 0-93,2 2-147,2 1-154,0 1-130,2 0-243,0 1-209,1 0-224,0 0-261,0 2-307,2 0-315,4 1-354,3 0-450,3-1-426,6 1-4743,5-2-1404,-2 0 8262</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2.577"/>
    </inkml:context>
    <inkml:brush xml:id="br0">
      <inkml:brushProperty name="width" value="0.05" units="cm"/>
      <inkml:brushProperty name="height" value="0.05" units="cm"/>
      <inkml:brushProperty name="color" value="#AE198D"/>
      <inkml:brushProperty name="inkEffects" value="galaxy"/>
      <inkml:brushProperty name="anchorX" value="-133555.1875"/>
      <inkml:brushProperty name="anchorY" value="-113247.17188"/>
      <inkml:brushProperty name="scaleFactor" value="0.5"/>
    </inkml:brush>
  </inkml:definitions>
  <inkml:trace contextRef="#ctx0" brushRef="#br0">46 12 2993,'-3'0'12461,"-1"0"-9966,1 0-61,-2 0-125,0 2 1945,4 1-2449,3-1-230,3 1-229,2 0-439,3 1-855,1 0 64,2 0-96,0 1-20,0 1 0,1 0 0,1 0 0,1 1 0,0 0 0,-1 1 0,-1 0 0,-2 0 0,-1 1 0,-3 1 0,-3 0 0,-2 1 0,-3 1 0,-3 0 0,-4 1 0,-2 0 0,-4 0 0,-3 1 0,-1 0 0,-3-1 0,0 0 0,-1-1 0,2-1 0,0-1 0,2-1 0,3-3 0,1 0 0,5-2 0,2-1 0,2 0 0,3-1 0,0-1 0,3-1 0,0-1 0,4 0 0,2-1 0,2-2 0,4 0 0,4 0 0,4-2 0,2 0 0,3-2 0,1-1 0,2 0 0,2 0 0,-1-1 0,1 0 0,0 1 0,-1-1 0,-2 1 0,-2-1 0,-2-1 0,-1 1 0,-2-1 0,-1 0 0,-4 1 0,-2-1 0,-2 0 0,-3 0 0,-2 0 0,-3 0 0,-2-1 0,-2 0 0,-1 1 0,0 1 0,-2 0 0,0 2 0,-2 1 0,0 1 0,1 1 0,-1 1 0,1 1 0,-2 1 0,2 0 0,0 2 0,-1 0 0,1 0 0,-1 0 0,0 1 0,0 1 0,-2 2 0,0 0 0,-4 3 0,2 2 0,0 1 0,-1 1 0,3 0 0,1 0 0,0 2 0,1-1 0,3 0 0,1 0 0,5 0 0,1-1 0,2 0 0,1-1 0,2 0 0,2-2 0,0 0 0,2-1 0,-2-1 0,1-1 0,3-2 0,2-2 0,2-2 0,3-2 0,-1-2-2203,0 0-323,-2-1-369,-2-2-342,0-2-316,-1 0-249,-2 0-373,-2-1-273,-3 1 96,-2 2 3249</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3.145"/>
    </inkml:context>
    <inkml:brush xml:id="br0">
      <inkml:brushProperty name="width" value="0.05" units="cm"/>
      <inkml:brushProperty name="height" value="0.05" units="cm"/>
      <inkml:brushProperty name="color" value="#AE198D"/>
      <inkml:brushProperty name="inkEffects" value="galaxy"/>
      <inkml:brushProperty name="anchorX" value="-135165.625"/>
      <inkml:brushProperty name="anchorY" value="-114206.67969"/>
      <inkml:brushProperty name="scaleFactor" value="0.5"/>
    </inkml:brush>
  </inkml:definitions>
  <inkml:trace contextRef="#ctx0" brushRef="#br0">36 5 4417,'-5'0'9039,"0"0"-5349,-2 0-464,1 0-310,-6-3 5920,11 2-8392,1 0-344,1 1-1,-1 1-99,0 0 0,0 0 0,0 1 0,1 1 0,-1 2 0,0 0 0,0 3 0,1 0 0,1 2 0,0 1 0,-1 1 0,0 1 0,0 1 0,-1 1 0,1 1 0,-1 0 0,0 0 0,-1 1 0,1-1 0,0 1 0,0-1 0,0 1 0,0-2 0,0 0 0,0-2 0,0-1 0,0-2 0,0-1 0,0-3 0,0-2 0,0-3 0,0-2 0,4-9-6828,1 1 2764,0-4-746,1-2-759,1-3 25,0-2 352,-3 3 5195</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3.350"/>
    </inkml:context>
    <inkml:brush xml:id="br0">
      <inkml:brushProperty name="width" value="0.05" units="cm"/>
      <inkml:brushProperty name="height" value="0.05" units="cm"/>
      <inkml:brushProperty name="color" value="#AE198D"/>
      <inkml:brushProperty name="inkEffects" value="galaxy"/>
      <inkml:brushProperty name="anchorX" value="-136024.3125"/>
      <inkml:brushProperty name="anchorY" value="-115270.36719"/>
      <inkml:brushProperty name="scaleFactor" value="0.5"/>
    </inkml:brush>
  </inkml:definitions>
  <inkml:trace contextRef="#ctx0" brushRef="#br0">23 17 2953,'-22'-16'26225,"25"16"-25461,2-1-219,1 1-220,3 0-120,2 1-75,-1-1-64,1 0-30,-1 1-36,-1 0-60,1 0-210,-3 1-301,0 1-407,-2 0-446,0 0-383,-1 1-363,1-1-301,1 1-276,0-1-213,3-1-243,1 0-435,0 0-379,0-1-6,-2 0 3640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3.946"/>
    </inkml:context>
    <inkml:brush xml:id="br0">
      <inkml:brushProperty name="width" value="0.05" units="cm"/>
      <inkml:brushProperty name="height" value="0.05" units="cm"/>
      <inkml:brushProperty name="color" value="#AE198D"/>
      <inkml:brushProperty name="inkEffects" value="galaxy"/>
      <inkml:brushProperty name="anchorX" value="-137024.46875"/>
      <inkml:brushProperty name="anchorY" value="-116137.29688"/>
      <inkml:brushProperty name="scaleFactor" value="0.5"/>
    </inkml:brush>
  </inkml:definitions>
  <inkml:trace contextRef="#ctx0" brushRef="#br0">6 12 1400,'-5'-11'30299,"8"12"-29382,0 1-901,0 2 102,0 0-101,-4 1-17,0 0 0,0 2 0,0 0 0,0 0 0,0 2 0,0 1 0,3-1 0,1 0 0,3 1 0,0 0 0,2 0 0,1 1 0,1 0 0,3 0 0,1-1 0,2 0 0,1 0 0,2 0 0,0-1 0,3 0 0,0-1 0,2 1 0,1-1 0,1-1 0,0 1 0,0-1 0,-1 1 0,-1-1 0,-1 1 0,0-1 0,-1 1 0,-2-1 0,-2-1 0,-3 1 0,-3 0 0,-1 0 0,-3-1 0,-3 0 0,-2 0 0,-2 0 0,-1-2 0,0 0 0,-2 0 0,-2 1 0,-3-1 0,-6-1 0,-4 1 0,-3 0 0,-4-2 0,-1 1 0,-3-1 0,-1-1 0,0-1 0,-1-2 0,1-1 0,2-1 0,0-1 0,2-3 0,1-1 0,2-2 0,2-1 0,1-3 0,3-1 0,2-1 0,3-2 0,0 0 0,4 0 0,2 0 0,3 2 0,5 0 0,1 1 0,2 1 0,2 1 0,1 2 0,0 0 0,1 1 0,1 1 0,1 2 0,0 0 0,1 2 0,0 0 0,1 2 0,0 1 0,-1 1 0,-2 1 0,0 0 0,-3 1 0,-1 1 0,-2 0 0,0 1 0,-1 3 0,1 0 0,-2 3 0,0 0 0,-1 2 0,-1 1 0,0 1 0,-1 1 0,0 1 0,0 2 0,-1 1 0,0 5 0,-3 1 0,0 0 0,1 1 0,-1 0 0,-2-1 0,0 0 0,-1-1 0,-1 0 0,1-1 0,0 1 0,0 0 0,1-2 0,0 0 0,2-2 0,0-2 0,2-1 0,1-2 0,0-3 0,1-2 0,0-2-448,0-2-3018,20-11-13296,-10-1 11330,2-2 273,-2 1 4291</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6.618"/>
    </inkml:context>
    <inkml:brush xml:id="br0">
      <inkml:brushProperty name="width" value="0.05" units="cm"/>
      <inkml:brushProperty name="height" value="0.05" units="cm"/>
      <inkml:brushProperty name="color" value="#AE198D"/>
      <inkml:brushProperty name="inkEffects" value="galaxy"/>
      <inkml:brushProperty name="anchorX" value="-138087.125"/>
      <inkml:brushProperty name="anchorY" value="-117504.86719"/>
      <inkml:brushProperty name="scaleFactor" value="0.5"/>
    </inkml:brush>
  </inkml:definitions>
  <inkml:trace contextRef="#ctx0" brushRef="#br0">0 902 3393,'1'-1'3064,"2"-2"-652,0-2-309,2-2-232,0 0-47,-1 0 107,-2 1 188,-1-1 64,-2 1 58,0 2-29,-1-1-142,3 2-173,1 0-261,1-1-318,2 1-973,-1 1-270,0 0-2,0 1-73,1 1 0,1 0 0,1 1 0,1 1 0,2 1 0,1 0 0,1 1 0,0 1 0,0 1 0,1 2 0,-1-1 0,-1 3 0,0-1 0,-1 2 0,-1 0 0,0 1 0,-2 1 0,-2 1 0,0-1 0,-2 1 0,0-1 0,-2 1 0,0 0 0,0-1 0,-1-1 0,-1-2 0,1 1 0,0-3 0,0 0 0,-2-2 0,0-1 0,0-2 0,1-1 0,0 0 0,0-3 0,1 0 0,-2-1 0,0-3 0,0 0 0,1-2 0,0-1 0,0-2 0,3-1 0,0-1 0,1-1 0,2-3 0,1 0 0,2-2 0,2-1 0,0-1 0,3-1 0,1 0 0,-1 1 0,2 2 0,0 1 0,1 2 0,1 1 0,0 1 0,-2 2 0,-1 0 0,-2 2 0,-3 2 0,-1 2-1820,-1 1 183,1 1-434,-1 2-167,1 0-94,0 1-15,2 1 8,0-1 131,2 0 179,0 0 200,0 2 214,-2-1 196,1 0 203,-2 1 200,0 0 228,0 0 182,-2 1 217,-2 0 158,0-1 175,-1 1 149,-2 0 81,0-1 116,-1 0 75,-1 0 83,0-1 80,0 2 43,1-1 53,1 1 20,-1 0 75,1 0 57,-1 0 73,-1 1 81,1-1 69,-1 0 82,0 0 98,0 1 121,0-1 98,0 0 50,1 1 65,1 0-10,0-1-10,-1 0-68,0-1-104,0 1-171,-1-1-167,2 1-156,0-2-191,0 0-106,-1 0-120,0 0-58,0-1 554,1 0-608,2-2-3,1 0-195,1 0-93,4-2 14,0-1-21,2-1 0,1-1 0,-1 0 0,-1-1 0,-3 0 0,0 0 0,-2-1 0,-2 0 0,-2 0 0,-1 0 0,-2-1 0,-1 0 0,-2 0 0,-1 1 0,-2 0 0,1 1 0,-1 1 0,1 2 0,-2 0 0,0 2 0,0 1 0,-1 0 0,1 2 0,-3 1 0,1 0 0,-1 1 0,-1 2 0,1 0 0,-2 2 0,-1 1 0,0 1 0,0 1 0,0 0 0,2 2 0,1 1 0,1-1 0,2 2 0,3 1 0,2 0 0,1 0 0,-1 1 0,2-1 0,-1 1 0,1-1 0,2 0 0,2-1 0,4 0 0,2-1 0,1 0 0,0-2 0,0 0 0,1-2 0,4-1 0,1-1 0,3-3 0,3 0 0,0-3 0,1 0 0,1-3 0,2-2 0,2 0 0,-1-2-915,3 0-270,-1-1-138,-1-1-143,0-1 47,0 1 39,-3-1 145,-2 0 188,-3 0 211,0 0 230,-4-1 193,0 1 177,-4-2 86,-2 0 101,-1 0 52,-3-1 117,0 0 133,-2 0 85,1 0 111,-1-1 140,-1 0 141,-2 2 217,-1-2 141,-2 1 75,-1 2-19,0 0 56,0 2-22,-2 1-48,2 1-98,0 1-181,1 1-947,1 1 234,1 1-135,-2 1-3,0 1 0,0 0 0,1 1 0,0 0 0,-1 0 0,0 1 0,-2 2 0,-1 0 0,-1 1 0,-2 2 0,-1 2 0,-2 1 0,1 1 0,-1 0 0,1 1 0,1 1 0,-1 1 0,0 0 0,-1 1 0,1 0 0,1 0 0,1 1 0,3 1 0,-1-2 0,2 1 0,1-1 0,3-1 0,0 1 0,3-2 0,2-1 0,2 0 0,-1-2 0,2-1 0,1 0 0,0-3 0,3-2 0,-1 0 0,1-2 0,2-1 0,3-1 0,2-2 0,-1 0 0,1-3 0,0-1 0,-1-2 0,0-1 0,-2-1 0,-2-1 0,0 0 0,-4-1 0,0-2 0,-2 0 0,-1-1 0,-1-2 0,-2 0 0,-1-2 0,-2-1 0,-2-2 0,-2-2 0,-2-1 0,0-2 0,-1-1 0,1-2 0,-1-1 0,2 0 0,1-1 0,-1 1 0,0 2 0,0 1 0,1 3 0,0 3 0,1 2 0,1 3 0,0 3 0,-1 3 0,1 2 0,-1 2 0,1 2 0,0 2 0,0 0 0,1 1 0,0 1 0,0 1 0,0 1 0,-2 0 0,1 1 0,-3 2 0,1 2 0,0 2 0,1 1 0,0 2 0,2 3 0,-1 0 0,1 2 0,0 1 0,0 1 0,0 1 0,1 1 0,-1 1 0,0 1 0,0 0 0,0 2 0,0 1 0,0 0 0,0 1 0,-2 1 0,0 0 0,0 0 0,-1-2 0,0 1 0,-1-1 0,1 0 0,0-2 0,0-1 0,2-1 0,0-3 0,1-1 0,0-3 0,2-1 0,0-1 0,1-3 0,3-2 0,0-1 0,2-1 0,1-3 0,2-1 0,1-2 0,4-2 0,1-1 0,1-2 0,2-2 0,1 0 0,-1-2 0,-1-1 0,0 0 0,-2-1 0,-3 0 0,0-1 0,-2-1 0,0 0 0,-2-1 0,-3 0 0,1 0 0,-3 0 0,0-1 0,-1 2 0,-1 1 0,0 1 0,0 2 0,1 2 0,-1 1 0,0 1 0,-1 3 0,-1 0 0,0 1 0,-1 2 0,0 1 0,0 1 0,0 3 0,0 2 0,-1 1 0,1 0 0,0 1 0,0 2 0,0-1 0,-1 3 0,-1 0 0,0 1 0,1 0 0,-1 0 0,2 0 0,1 0 0,1 0 0,1-2 0,1-1 0,-2-1 0,1-1 0,0-1 0,0-1 0,-1-1 0,1-1 0,0-1 0,1-2 0,-1-1 0,0-2 0,1 0 0,1-2 0,1-2 0,1-1 0,1-1 0,-2 0 0,1-2 0,0 0 0,1-1 0,0-1 0,-2 0 0,1 0 0,-2 0 0,-1 0 0,0 1 0,-1 0 0,1 1 0,-1 1 0,0 1 0,-1 2 0,-1 0 0,0 2 0,-1-1 0,0 2 0,0 1 0,0 2 0,1 1 0,1 1 0,1 1 0,0 1 0,0 2 0,1 0 0,1 2 0,1 1 0,0 0 0,-2 2 0,1-1 0,-1 1 0,-1 1 0,0 0 0,0 1 0,-1 0 0,0-1 0,-1 1 0,-1-1 0,1-1 0,-1 0 0,-1-3 0,1 0 0,-2-2 0,1-3 0,-1-1 0,2-2 0,1-2 0,1-1-1326,1-2-1768,2-1 284,0-2-369,2-1-75,1-2 93,0-2 301,-1 0 289,0-1 314,0-1 302,1-2 232,0 0 307,0 0 373,0-1 373,1-1 336,1 0 406,1 1 337,-1 1 331,0 0 211,0 2 195,-1 1 41,1 3 30,-3 0 23,0 2 45,-2 2 26,0 0 145,-1 1 234,-1 2 214,-1 0 232,-3 0 130,0 0 65,-2 2 3,-1 1-45,1 0-218,-1 0-315,1 1-327,0 0-1172,-1 2-144,1-1-50,1 1-63,0 1 0,1 1 0,0 1 0,1 0 0,0 1 0,0 0 0,-1 1 0,-1 1 0,-1 0 0,0 2 0,0 0 0,-1 1 0,1-1 0,-2 1 0,2 2 0,0-1 0,-1 1 0,1 0 0,0 1 0,0-1 0,0 1 0,1-1 0,0 0 0,1 0 0,2 0 0,1 0 0,1-1 0,1-2 0,0-1 0,2-1 0,-1-2 0,1 0 0,0-1 0,3-2 0,4-2 0,3-1 0,2-2 0,4-1 0,0-1 0,1-2 0,0 0 0,-2-1 0,1-1 0,-1-2 0,1-1 0,-1 0 0,-1-1 0,-1 1 0,0-2 0,-3 0 0,-2 0 0,0-1 0,-3 0 0,-2 0 0,-1-1 0,0 0 0,-2-1 0,-1 2 0,-2 0 0,-2-1 0,0 0 0,-1 3 0,0 0 0,-1 2 0,-1 2 0,0 2 0,0 1 0,-1 2 0,0 0 0,-1 1 0,0 0 0,1 1 0,1 0 0,-1 0 0,1 2 0,-2 0 0,0 2 0,0 0 0,-2 1 0,2 2 0,-2 0 0,0 2 0,-1 0 0,-1 2 0,0 0 0,1 1 0,2 0 0,1 0 0,2 0 0,1-1 0,1 0 0,2 0 0,1 0 0,3 0 0,-1-1 0,2 1 0,0-2 0,0 0 0,1-1 0,2-2 0,1 0 0,1-2 0,0-1 0,1-1 0,2-1 0,0-1 0,1-1 0,3-3 0,0 0 0,0-1 0,0-1 0,0-1 0,-2-2 0,-3 1 0,0 0 0,-3-1 0,-2 0 0,0-1 0,-3 1 0,-2-2 0,-1 0 0,-2 0 0,0 1 0,-3 1 0,0-1 0,-2 2 0,0 0 0,1 1 0,1 2 0,0 0 0,0 2 0,0 1 0,0 2 0,0 0 0,0 1 0,-1 0 0,1 1 0,-1 1 0,0 0 0,-1 3 0,-1 0 0,-1 2 0,-2 1 0,2 1 0,1 2 0,0-2 0,1 1 0,-1 0 0,1 0 0,2 1 0,0-2 0,1 1 0,0-1 0,3-2 0,-1 0 0,3-2 0,0 0 0,-1-2 0,1-1 0,-1 0 0,1-2 0,0 1 0,1-3 0,0 1 0,2-1 0,0-2 0,1-1 0,1-1 0,-1-1 0,0-2 0,-1 0 0,0-2 0,-2-2 0,0-1 0,-1-1 0,-1-1 0,0-1 0,-1-2 0,-1-2 0,-1-1 0,0-1 0,0-2 0,0-3 0,0 0 0,-1-1 0,1-1 0,0 0 0,0 1 0,0 2 0,0 3 0,0 2 0,0 4 0,-2 2 0,1 3 0,-1 3 0,0 2 0,1 3 0,1 3 0,-1 0 0,-1 3 0,1 1 0,-3 3 0,1 1 0,0 2 0,1 2 0,1 3 0,0 2 0,1 1 0,0 1 0,0 2 0,0 2 0,0 1 0,0 2 0,0 1 0,0 1 0,0 2 0,0 2 0,0 2 0,-2 1 0,-1 1 0,-1 1 0,-1-1 0,-1 0 0,1 0 0,-1-2 0,-1-1 0,2-2-2390,-3-1-727,0-1-209,-1-3-432,0-2-455,-2-1-693,0-3-88,-1-1 217,1-5 4091</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7.017"/>
    </inkml:context>
    <inkml:brush xml:id="br0">
      <inkml:brushProperty name="width" value="0.05" units="cm"/>
      <inkml:brushProperty name="height" value="0.05" units="cm"/>
      <inkml:brushProperty name="color" value="#AE198D"/>
      <inkml:brushProperty name="inkEffects" value="galaxy"/>
      <inkml:brushProperty name="anchorX" value="-141225.1875"/>
      <inkml:brushProperty name="anchorY" value="-118234.625"/>
      <inkml:brushProperty name="scaleFactor" value="0.5"/>
    </inkml:brush>
  </inkml:definitions>
  <inkml:trace contextRef="#ctx0" brushRef="#br0">253 335 1416,'0'0'0,"-4"1"3337,-8 3-691,-5 2-372,-5 0-254,-5 1-55,0-1 38,1 1 112,2-1 63,4 0 67,2-1-35,4 1-93,3-1-141,4 0-257,2-1-231,3 0-509,-1 0-1069,2-1 259,-3 0-169,2 0 0,0 0 0,0-2 0,1 1 0,0-2 0,1 1 0,0-1 0,0 0 0,2 0 0,3 0 0,4-1 0,8 0 0,8-1 0,11-2 0,11-3 0,11-1 0,14-3 0,10-1 0,12-4 0,8 0 0,7-2 0,3-2 0,0-1 0,1 1 0,-1-1 0,-3 1 0,-2-1 0,-5 0 0,-4 1 0,-5 1 0,-6 0 0,-5 1 0,-9 2 0,-7 1 0,-7 0 0,-9 3 0,-6 1 0,-8 2 0,-6 1 0,-7 1 0,-4 1 0,-7 1 0,-3 1 0,-3 1 0,-5 0 0,-3 1-1167,-5 1-2019,-3 2 207,-4-1-643,-5 2-417,-4 1-579,-5 1-384,-4 0 161,5 0 1800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7.292"/>
    </inkml:context>
    <inkml:brush xml:id="br0">
      <inkml:brushProperty name="width" value="0.05" units="cm"/>
      <inkml:brushProperty name="height" value="0.05" units="cm"/>
      <inkml:brushProperty name="color" value="#AE198D"/>
      <inkml:brushProperty name="inkEffects" value="galaxy"/>
      <inkml:brushProperty name="anchorX" value="-143870.6875"/>
      <inkml:brushProperty name="anchorY" value="-118764.98438"/>
      <inkml:brushProperty name="scaleFactor" value="0.5"/>
    </inkml:brush>
  </inkml:definitions>
  <inkml:trace contextRef="#ctx0" brushRef="#br0">31 299 3065,'-30'14'29291,"34"-12"-29447,2 0-1547,24-1 3973,18-3-2270,17-5 0,11-3 0,10-2 0,6-2 0,3-2 0,2-1 0,0-1 0,-1 0 0,-3 1 0,-1-1 0,-5 1 0,-4 2 0,-4-1 0,-4 2 0,-6 1 0,-6 1 0,-6 0 0,-5 2 0,-6 1 0,-6 0 0,-6 2 0,-5 0 0,-7 1 0,-3 1 0,-4 2 0,-4 0 0,-5 1 0,-2 0 0,-5 0 0,-2 1 0,-4 0-1960,-4 0-804,-3 0-394,-4 1-620,-1 0-693,-4 0-755,-4 1-23,-2 1 210,4 0 4588</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8.312"/>
    </inkml:context>
    <inkml:brush xml:id="br0">
      <inkml:brushProperty name="width" value="0.05" units="cm"/>
      <inkml:brushProperty name="height" value="0.05" units="cm"/>
      <inkml:brushProperty name="color" value="#AE198D"/>
      <inkml:brushProperty name="inkEffects" value="galaxy"/>
      <inkml:brushProperty name="anchorX" value="-146278.14063"/>
      <inkml:brushProperty name="anchorY" value="-119318.64063"/>
      <inkml:brushProperty name="scaleFactor" value="0.5"/>
    </inkml:brush>
  </inkml:definitions>
  <inkml:trace contextRef="#ctx0" brushRef="#br0">278 28 1912,'-12'-26'30520,"13"25"-30361,0 1-28,-1 0-86,1 0-45,-1 0 0,0 0 0,0 0 0,-1 1 0,-1 0 0,-2 2 0,-1 2 0,-1 1 0,-2 2 0,0 1 0,-2 2 0,-3 2 0,-1 1 0,-2 2 0,1 3 0,0 0 0,-1 3 0,1 2 0,1 1 0,0 0 0,0 1 0,1 0 0,2 0 0,0 0 0,-1-2-495,3 0-1847,0-1 31,3-2-505,1-1-237,2-2-206,4-3-131,0-1-26,1-3-67,-2-1-158,-1-2-118,1-1 3446</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8.647"/>
    </inkml:context>
    <inkml:brush xml:id="br0">
      <inkml:brushProperty name="width" value="0.05" units="cm"/>
      <inkml:brushProperty name="height" value="0.05" units="cm"/>
      <inkml:brushProperty name="color" value="#AE198D"/>
      <inkml:brushProperty name="inkEffects" value="galaxy"/>
      <inkml:brushProperty name="anchorX" value="-145156.26563"/>
      <inkml:brushProperty name="anchorY" value="-118964.58594"/>
      <inkml:brushProperty name="scaleFactor" value="0.5"/>
    </inkml:brush>
  </inkml:definitions>
  <inkml:trace contextRef="#ctx0" brushRef="#br0">1 28 2985,'1'-2'2856,"1"-1"-363,0-1-186,1 0-175,0 1-131,-1-1-99,0 1-102,1 1-68,0 1-122,-1 0-152,1 0-137,0 2-144,1 1-99,1 0-109,2 1-87,0 1-61,1 2-69,2 0-64,1 2-55,-1 1-94,1 0-92,-1 1-310,1 2-118,0 0 9,0 2-28,-3 0 0,0 1 0,-2 1 0,-2 2 0,-2 0 0,-1 1 0,-2 0 0,-1 0 0,0 0 0,-1 0 0,-2 0 0,0-2 0,1 0 0,2-1 0,2-2 0,2-1 0,1-2 0,2-2 0,1-1 0,3-3 0,1-1 0,4-3 0,3-1 0,4-2 0,3-1 0,5-3 0,4-1 0,2-2 0,1-1 0,3-1 0,-1-1 0,0-1 0,-3-1-47,-2 0-2208,-2-1 3,-3 1-728,-3-1-602,0 1-832,-5 1-799,-3 0-110,-5 4 168,-4 2 4228</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19.921"/>
    </inkml:context>
    <inkml:brush xml:id="br0">
      <inkml:brushProperty name="width" value="0.05" units="cm"/>
      <inkml:brushProperty name="height" value="0.05" units="cm"/>
      <inkml:brushProperty name="color" value="#AE198D"/>
      <inkml:brushProperty name="inkEffects" value="galaxy"/>
      <inkml:brushProperty name="anchorX" value="-146746.60938"/>
      <inkml:brushProperty name="anchorY" value="-119990.17969"/>
      <inkml:brushProperty name="scaleFactor" value="0.5"/>
    </inkml:brush>
  </inkml:definitions>
  <inkml:trace contextRef="#ctx0" brushRef="#br0">383 23 304,'-5'-2'7398,"2"0"-4324,-1 0-330,0-1-237,1-1-127,-2 1-92,1 1-97,0 0-142,0 1-194,1 0-258,-1 1-282,1 0-254,-2 0-297,0 0-209,-1 1-179,-3 2-82,-1 0-326,-2 2 79,-3 2-47,-4 3 0,-3 2 0,-1 2 0,-5 1 0,1 2 0,-2 2 0,3 1 0,2 0 0,2 0 0,3 1 0,4-1 0,5-1 0,3-1 0,3-1 0,4-2 0,3-1 0,3-2 0,3-2 0,2-2 0,1-2 0,4-2 0,4-2 0,1-2 0,3-2 0,4-3 0,1 0 0,1-3 0,2-1 0,-1 0 0,-1-3 0,-3 0 0,-3 0 0,-2-1 0,-4 0 0,-2 0 0,-2 1 0,0 2 0,-3-1 0,-2 2 0,-1 2 0,-1 0 0,-3 1 0,0 0 0,0 2 0,-2 1 0,-1 1 0,0 1 0,-1 0 0,0 1 0,0 2 0,2 0 0,-1 3 0,3 1 0,-1 3 0,0 1 0,-1 3 0,-1 1 0,0 3 0,0 1 0,-1 3 0,0 1 0,-1 2 0,0 1 0,-1 2 0,-2 1 0,-1 0 0,-1 1 0,-2 2 0,2 1 0,-1 1 0,0 1 0,-1 1 0,0-1 0,0 0 0,0 0 0,-1-2 0,-1 0 0,-1-2 0,1-1 0,-2-2 0,-2-1 0,1-2 0,-1-2 0,-1-2 0,1-1 0,1-3 0,2-3 0,0-1 0,2-3 0,1-2 0,2-3 0,-1-2 0,-2-3 0,0-2 0,-1-2 0,1-1 0,-1-2 0,-1-2 0,0-3 0,1-1 0,-1-2 0,3-2 0,3-3 0,1-2 0,2-2 0,4-2 0,4-3 0,3 1 0,5-2 0,4 0 0,3 0 0,3 1 0,4 1 0,0 0 0,2 2 0,2 2 0,1 1 0,1 2 0,-1 1 0,0 1 0,-1 2 0,0 1 0,-4 1 0,0 3 0,-2 0 0,-2 1 0,0 1 0,-4 1 0,-3 2 0,-3 1 0,-2 1 0,-4 2 0,-1-1 0,-2 2 0,-1 0 0,0 0 0,0 0 0,0 1 0,-2-1 0,0 1 0,1-1 0,-1-1 0,0 1 0,1 0 0,0-2 0,-1-1 0,0 0 0,-1-1 0,0 0 0,-1-1 0,2 0 0,-1 0 0,1 0 0,-1 1 0,0-1 0,0 0 0,-1 1 0,0 2 0,0 0 0,0 0 0,0 2 0,0-1 0,0 1 0,0 1 0,0 1 0,0-1 0,0 1 0,0 0 0,0 1 0,2 0 0,0 2 0,-1 1 0,3 2 0,0 1 0,0 3 0,2 0 0,0 2 0,1 1 0,1 2 0,-2 1 0,1 0 0,-2 2 0,1 1 0,-2 1 0,1-1 0,-1 0 0,-1 1 0,-1 0 0,-1-1 0,-2-1 0,-1-1 0,-1 0 0,-1-3 0,1-1 0,1-2 0,0-2 0,1-1 0,1-2 0,0-2 0,0-4 0,0-1 0,0-2-2315,0-2-534,2-3-325,0-1-411,0-3-82,-1-2-104,0-1-58,-2-2-368,0-1 135,-1 3 3212</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20.783"/>
    </inkml:context>
    <inkml:brush xml:id="br0">
      <inkml:brushProperty name="width" value="0.05" units="cm"/>
      <inkml:brushProperty name="height" value="0.05" units="cm"/>
      <inkml:brushProperty name="color" value="#AE198D"/>
      <inkml:brushProperty name="inkEffects" value="galaxy"/>
      <inkml:brushProperty name="anchorX" value="-148083.125"/>
      <inkml:brushProperty name="anchorY" value="-121204.26563"/>
      <inkml:brushProperty name="scaleFactor" value="0.5"/>
    </inkml:brush>
  </inkml:definitions>
  <inkml:trace contextRef="#ctx0" brushRef="#br0">1 555 1792,'3'4'5572,"-1"0"-3139,-1 1-155,0 2-37,0 1 37,-1 0-1,1 0 19,-1 1-95,1-1-102,1 1-209,0-1-205,1-1-287,1 1-317,2 0-238,0-1-519,0-1-305,-1-1 41,0 0-60,0-2 0,-2-1 0,1 0 0,-1-2 0,-1-1 0,0-1 0,1-1 0,1-2 0,5-1 0,3-2 0,4-2 0,3-1 0,0-1 0,-1-2 0,-1-1 0,0-1 0,-2-1 0,-1 0 0,-4-1 0,-2 1 0,0-2 0,-3 1 0,-1 0 0,-3-1 0,-2 2 0,-2 1 0,0 0 0,-2 3 0,-1 1 0,1 2 0,-1 1 0,1 3 0,-1 1 0,2 2 0,-1 1 0,-1 0 0,0 1 0,-2 0 0,0 2 0,0 1 0,-1 2 0,-1 0 0,-2 2 0,-1 1 0,-1 0 0,0 3 0,-1 1 0,1 1 0,0 1 0,2 1 0,-1 1 0,3 0 0,0 1 0,2 0 0,1 0 0,3 0 0,3 1 0,3-1 0,1 0 0,3-1 0,3 0 0,1 0 0,2 0 0,1-1 0,2-1 0,0-1 0,2 0 0,0-1 0,0-2 0,1-1 0,1-1 0,1 0 0,-1-3 0,2 1 0,-1-2 0,0-2 0,-1-1 0,1-2 0,4-1 0,0-2 0,2-1 0,1-1 0,-2-3 0,0-1 0,-2-1 0,-1-2 0,-2-1 0,-2-1 0,0-1 0,-2-1 0,-1 0 0,-1-3 0,-2-2 0,-1-1 0,-3-3 0,-1-2 0,-2-1 0,0-2 0,-1 0 0,-1-2 0,-1 0 0,-2 0 0,1 0 0,-1 0 0,0 3 0,-2 3 0,0 3 0,-2 3 0,1 3 0,0 3 0,-1 3 0,1 2 0,0 4 0,1 1 0,1 3 0,-1 1 0,0 1 0,0 1 0,-1 3 0,0 0 0,1 3 0,-2 3 0,1 2 0,-1 2 0,1 3 0,0 3 0,-1 2 0,1 2 0,0 2 0,2 1 0,1 1 0,2 1 0,1 1 0,0 0 0,2 2 0,-1-1 0,-1 0 0,1 0 0,0-1 0,-2 0 0,0 0 0,-1-3 0,0 0 0,-1-2 0,2-2 0,-1-2 0,3-2 0,-1-4 0,-1-5 0,2-3-196,5-6-5965,2-4 4315,5-4-1927,4-4 130,1-4-211,1-3-123,1-2-23,-2-3-125,-4 4 3417</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21.038"/>
    </inkml:context>
    <inkml:brush xml:id="br0">
      <inkml:brushProperty name="width" value="0.05" units="cm"/>
      <inkml:brushProperty name="height" value="0.05" units="cm"/>
      <inkml:brushProperty name="color" value="#AE198D"/>
      <inkml:brushProperty name="inkEffects" value="galaxy"/>
      <inkml:brushProperty name="anchorX" value="-149740.65625"/>
      <inkml:brushProperty name="anchorY" value="-122033.84375"/>
      <inkml:brushProperty name="scaleFactor" value="0.5"/>
    </inkml:brush>
  </inkml:definitions>
  <inkml:trace contextRef="#ctx0" brushRef="#br0">154 38 3209,'-1'-4'7065,"-3"-2"-4359,-1-1 1087,-2 1-764,-1 1-166,0 1-157,0 1-190,1 1-245,2 2-286,-1 0-1597,0 2-248,-1 1-44,2 1-96,-1 2 0,-1 2 0,2 2 0,-1 1 0,1 1 0,2 4 0,0 1 0,2 2 0,2 1 0,1 3 0,0 1 0,1 1 0,2 2 0,-1 0 0,0 0 0,1 2 0,-2-1 0,0 2 0,-1-1 0,-1 0 0,-2 0 0,-1-1 0,1-1 0,-3 1 0,1-2 0,-1-1 0,0-2 0,1 0 0,-1-3 0,1-2 0,-1-4 0,0-2 0,1-2-2287,-1-4-784,1-2-160,-14-13-11898,12 3 11057,1-2 26,1 1 3638</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21.368"/>
    </inkml:context>
    <inkml:brush xml:id="br0">
      <inkml:brushProperty name="width" value="0.05" units="cm"/>
      <inkml:brushProperty name="height" value="0.05" units="cm"/>
      <inkml:brushProperty name="color" value="#AE198D"/>
      <inkml:brushProperty name="inkEffects" value="galaxy"/>
      <inkml:brushProperty name="anchorX" value="-148739.84375"/>
      <inkml:brushProperty name="anchorY" value="-121839.375"/>
      <inkml:brushProperty name="scaleFactor" value="0.5"/>
    </inkml:brush>
  </inkml:definitions>
  <inkml:trace contextRef="#ctx0" brushRef="#br0">87 140 1184,'-2'-1'3529,"-3"-1"-75,-4 0-53,-1-1-46,-2 0-87,1 0-113,1 0-78,2 0-121,1 0-210,4 0-307,-1 0-2620,1-1 540,1 1-334,1-1-25,2 0 0,1-1 0,1 0 0,4 0 0,1-1 0,3 1 0,4-2 0,2 0 0,3 1 0,2-1 0,2 1 0,3 0 0,3 1 0,0-1 0,3 2 0,1 0 0,1 0 0,-1 1 0,0 1 0,-2 0 0,0 2 0,-1 0 0,-2 2 0,-3 0 0,0 1 0,-3 1 0,-4 1 0,-1 1 0,-3 0 0,-3 2 0,-1 0 0,-1 1 0,-3 1 0,-2 1 0,-1 0 0,1 1 0,-1 0 0,-1 0 0,1 1 0,-1 0 0,2-1 0,0-1 0,1 0 0,0-2 0,-2-1 0,-1-1 0,-1-1 0,-1-1 0,0 0 0,-1-2 0,0-1 0,-2-1 0,0-1 0,-2-1 0,0-1 0,0-2 0,-2-2-2754,1 0 395,-1 0-580,0-2-279,1 0-226,-1-2-134,-1-1 37,2-2-31,-1-1-175,1 2 145</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22.160"/>
    </inkml:context>
    <inkml:brush xml:id="br0">
      <inkml:brushProperty name="width" value="0.05" units="cm"/>
      <inkml:brushProperty name="height" value="0.05" units="cm"/>
      <inkml:brushProperty name="color" value="#AE198D"/>
      <inkml:brushProperty name="inkEffects" value="galaxy"/>
      <inkml:brushProperty name="anchorX" value="-150166.21875"/>
      <inkml:brushProperty name="anchorY" value="-122673.07813"/>
      <inkml:brushProperty name="scaleFactor" value="0.5"/>
    </inkml:brush>
  </inkml:definitions>
  <inkml:trace contextRef="#ctx0" brushRef="#br0">10 40 2457,'1'-1'17266,"-4"1"-14791,-2 3 1578,4-1-2589,0 0-402,1 1-386,1 1-275,3 0-211,-1 0-204,2 0-259,2 0-351,0 0-347,1 1-367,0 0-291,2 1-269,1 0-168,0 0-78,1-1 90,-1 1 184,1-1 295,-2-1 298,0 0 262,-2-1 260,-3 1 231,0-2 217,1 0 210,0-2 181,-1 0 160,1-2 155,-2 0 153,1-1 198,0-1 233,-2 0 282,-1-1 299,-1-1 300,0-1 249,-3 1 151,0-1 83,0 0-37,2 0-97,1-1-195,2 0-271,1 1-1538,1-1-46,0 2-98,0 0-65,-1 2 0,-2-1 0,0 2 0,-1 1 0,1 2 0,-1 1 0,3 1 0,1 1 0,1 1 0,-1 2 0,1 0 0,1 2 0,-1 2 0,0 2 0,-1 1 0,0 2 0,-1 1 0,-1 2 0,-1-1 0,0 1 0,-2 1 0,0-1 0,2 0 0,0-2 0,1-1 0,0-1 0,1-2 0,0-1 0,1-1 0,-1-2 0,1-2 0,1-1 0,1-1 0,0-3 0,3-1 0,0-1 0,4-2 0,5-3 0,2-2 0,0-2 0,0-2 0,-1 0 0,-2-2 0,-1 1 0,-1-2 0,-2 1 0,-1-2 0,-2 1 0,-1-1 0,-1-1 0,0 1 0,0 0 0,-3-1 0,-1 1 0,-2 1 0,-1 1 0,-1 1 0,-1 2 0,0 1 0,-2 3 0,-1 1 0,0 2 0,-1 1 0,1 1 0,-1 0 0,1 2 0,-1 0 0,0 1 0,1 2 0,-1 0 0,1 2 0,-1 0 0,1 1 0,-2 2 0,1 2 0,1 1 0,1 0 0,1 2 0,0 1 0,1 2 0,0 1 0,2 1 0,1 1 0,4 2 0,4-1 0,4 1 0,4 1 0,4 0 0,5 1 0,1 0 0,3 0 0,1 1 0,-1 1 0,1 1 0,-2 0 0,1 1 0,-2 0 0,0 1 0,-4 2 0,-2 0 0,-5 2 0,-4 0 0,-6 1 0,-7-1 0,-7 1 0,-7-1 0,-5-2 0,-5 0 0,-6-3 0,-4-1 0,-2-4 0,-4-1 0,1-2 0,-3-3 0,1-2 0,0-1 0,2-2 0,0-3 0,2 0 0,0-3 0,2-2 0,1-3 0,3-3 0,3-2 0,1-4 0,3-2 0,3-4 0,1-3 0,5-5 0,4-3 0,7-5 0,4-2 0,6-3 0,6-1 0,4-1 0,4-1 0,4 0 0,4 2 0,2 2 0,2 1 0,1 2 0,0 3 0,0 2 0,1 4 0,-3 2 0,-1 4 0,-4 2 0,-4 1 0,-4 4 0,-4 1 0,-1 3 0,-5 1 0,-1 2 0,1 0-4164,-1 1 388,2-1-1431,2 0-669,1 0-186,0 2 283,-3 1 4544</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23.478"/>
    </inkml:context>
    <inkml:brush xml:id="br0">
      <inkml:brushProperty name="width" value="0.05" units="cm"/>
      <inkml:brushProperty name="height" value="0.05" units="cm"/>
      <inkml:brushProperty name="color" value="#AE198D"/>
      <inkml:brushProperty name="inkEffects" value="galaxy"/>
      <inkml:brushProperty name="anchorX" value="-151925.6875"/>
      <inkml:brushProperty name="anchorY" value="-123810.65625"/>
      <inkml:brushProperty name="scaleFactor" value="0.5"/>
    </inkml:brush>
  </inkml:definitions>
  <inkml:trace contextRef="#ctx0" brushRef="#br0">177 11 880,'-5'-8'22221,"2"7"-19671,0 0-327,0 0-312,0 1-384,0 0-329,0 1-1106,1 2 40,1 1-99,1 1-33,-2 4 0,0 1 0,0 3 0,-1 2 0,-1 1 0,0 3 0,-2 2 0,0 2 0,-1 2 0,-1 1 0,0 1 0,-2 1 0,-1-1 0,1 1 0,-1 0 0,1 1 0,1-2 0,2 0 0,-1-1 0,1-2-2343,2-2-236,-1-1-646,4-4-545,0-1-504,2-4-531,2-2-235,0-3 211,0-1 3432</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24.217"/>
    </inkml:context>
    <inkml:brush xml:id="br0">
      <inkml:brushProperty name="width" value="0.05" units="cm"/>
      <inkml:brushProperty name="height" value="0.05" units="cm"/>
      <inkml:brushProperty name="color" value="#AE198D"/>
      <inkml:brushProperty name="inkEffects" value="galaxy"/>
      <inkml:brushProperty name="anchorX" value="-150909.46875"/>
      <inkml:brushProperty name="anchorY" value="-123524.30469"/>
      <inkml:brushProperty name="scaleFactor" value="0.5"/>
    </inkml:brush>
  </inkml:definitions>
  <inkml:trace contextRef="#ctx0" brushRef="#br0">25 483 808,'-2'-1'3465,"-2"-2"-532,1 1-390,-2 0-379,0 1-291,0-5 2809,7 5-3347,5 1-131,3-2-133,5 1-153,6-1-188,5-1-140,5-2-177,7-2-99,5-1-113,4-1-86,4-1-54,1-1-52,1-2-21,-2 0-37,1-3-3,-3-1-3,-3 0-1,-3-1 0,-6-2 0,-3 1 56,-5-1-6,-5 1 4,-3-1 12,-5 0-13,-4 1 23,-3-1 21,-2 1 14,-3-1-30,-2 3 142,-1 0 117,-1 1 142,-2 2 160,0 1 121,-2 3 68,0 1 63,1 1 30,-1 2-67,1 2-78,-2 0-64,2 4-131,0 1-420,-3 2-69,0 3-14,-2 2-25,-2 2 0,-3 3 0,-1 2 0,-2 3 0,-1 2 0,0 1 0,-3 2 0,1 3 0,-2 2 0,0 0 0,-2 2 0,2 0 0,-1 0 0,0 0 0,2 0 0,0 1 0,1-2 0,1 1 0,2-3 0,1-1 0,1-3 0,2-2 0,3-2 0,1-3 0,2-3 0,3-2 0,1-3 0,2-2 0,2-4 0,3-1 0,2-4 0,4-1 0,1-4 0,3-1 0,3-3 0,3-1 0,2-2 0,0-2 0,1 0 0,0-2 0,1-1 0,1 0 0,0 0 0,-2 1 0,0 0 0,-1 2 0,-2 1 0,-1 3 0,-2 1 0,-1 2 0,-3 1 0,-3 3 0,0 2 0,-2 2 0,0 2 0,-1 2 0,0 3 0,0 2 0,1 1 0,-1 2 0,1 2 0,-2 0 0,0 2 0,-1 0 0,2 1 0,-1 0 0,1 0 0,-1-1 0,0 1 0,0-3 0,0 0 0,1-2 0,1-2 0,2 0 0,-1-3 0,2-2 0,1-1 0,2-2 0,1-3 0,2-2 0,3-1 0,2-4 0,6-4 0,6-5 0,3-7 0,-2-1 0,-5 0 0,-4 2 0,-7 1 0,-4 2 0,-3 1 0,-5 2 0,-1 1 0,-3-1 0,-1 3 0,-4 2 0,0 4 0,-2 2 0,-1 1 0,-3 3 0,0 1 0,-2 3 0,-2 1 0,-2 3 0,0 1 0,-1 4 0,-1 2 0,1 2 0,-1 2 0,1 2 0,2 1 0,1 1 0,1 1 0,2-1 0,3 2 0,1-2 0,3 0 0,0-1 0,3-2 0,3-2 0,3-1 0,3-1 0,3-1 0,3-4 0,5-2 0,2-2 0,4-2 0,0-3-887,3-3-1305,1-2-130,3-1-403,1-3-274,2-1-258,2-3-321,1 0-657,0-3-184,-1 0 60,-9 4 3004</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25.642"/>
    </inkml:context>
    <inkml:brush xml:id="br0">
      <inkml:brushProperty name="width" value="0.05" units="cm"/>
      <inkml:brushProperty name="height" value="0.05" units="cm"/>
      <inkml:brushProperty name="color" value="#AE198D"/>
      <inkml:brushProperty name="inkEffects" value="galaxy"/>
      <inkml:brushProperty name="anchorX" value="-153432.5"/>
      <inkml:brushProperty name="anchorY" value="-124273.83594"/>
      <inkml:brushProperty name="scaleFactor" value="0.5"/>
    </inkml:brush>
  </inkml:definitions>
  <inkml:trace contextRef="#ctx0" brushRef="#br0">5 126 1936,'3'-5'16125,"1"4"-14071,1 2-52,1 0-87,0 1-140,0 3-211,1 0-205,1 2-252,-1 2-233,0 2-214,0 0-192,0 2-140,-2 0-133,-1 3-47,1 1-59,-2 1-21,0 1-28,-1 0 4,-3 0-32,-1 0-11,1-2 2,-3 1-3,0-1 0,-2-2 0,0-1 0,0-1 0,-1-2 0,0-2 0,-1-2 0,1 0 0,0-1 0,2-2 0,0-1 0,0-2 0,1-1 0,0-2 0,1-1 0,-1-2 0,1-2 0,3-2 0,1-1 0,4-1 0,1-3 0,2-1 0,2-1 0,1-2 0,1 0 0,2-1 0,2 1 0,0 0 0,1 0 0,2 3 0,-1 0 0,0 2 0,-1 1 0,0 2 0,0 1-112,1 2-267,-1 2-42,-2 0-105,1 2-63,-2 2-49,0 1 25,-2 2-107,0 0 1,-1 0-14,0 2 54,-1 1 57,-2 0 81,1 1 67,-3 1 28,0 0 140,-1 1 97,0 0 66,-1 0 60,-1 1 22,0-1 38,0-1 3,1 0 22,0-1-5,-2 0 3,2-1 28,-1-2 85,1 0 137,0-1 145,0-1 121,2-1 113,0-1 106,0-1 40,2-1 38,1-1-67,1 0-126,2-2-135,-1-2-131,1-1-91,2-1-113,-1 0-36,-1-1-21,1 0-2,0 0 25,-2 0 29,-2 0 31,-1 0 32,-4 0 32,-2 1 4,-3 0 12,-1 0-29,-3 1 9,1 1-228,1 0 17,-2 1-18,2 1-7,-2 1 0,0 1 0,-2 1 0,0 2 0,-1 1 0,-2 1 0,-3 1 0,-1 2 0,-1 0 0,-2 2 0,0 1 0,-1 2 0,0 1 0,1 0 0,-1 1 0,0 2 0,1 0 0,1 1 0,0 1 0,3-1 0,0 1 0,4 1 0,3 0 0,2 0 0,2 0 0,1 0 0,3 1 0,2-1 0,3-1 0,3 1 0,1-3 0,3-1 0,3-1 0,1-2 0,3 0 0,2-2 0,-1-2 0,2-1 0,1-2 0,2-1 0,0-2 0,0-1 0,2-2 0,1-2 0,1 0 0,0-2 0,1-1 0,0-1 0,0-2 0,-2-1 0,0-1 0,-1 0 0,-4 0 0,0-1 0,-4-1 0,-3 0 0,-2-1 0,-5 0 0,-1-1 0,-3 1 0,-1 0 0,-2 0 0,-1 0 0,-4-1 0,0 0 0,-2-1 0,0 1 0,0 2 0,-2 1 0,0 1 0,1 3 0,-2 2 0,2 1 0,-2 2 0,2 1 0,-1 2 0,0 2 0,-2 1 0,-2 1 0,-1 1 0,0 3 0,0 1 0,-2 2 0,-1 2 0,0 1 0,-1 1 0,1 2 0,-1 0 0,1 1 0,1 1 0,2 0 0,0 1 0,0-1 0,3 0 0,2 0 0,2-1 0,1-1 0,1-2 0,1-1 0,2-3 0,2-1 0,0-2 0,1-2 0,2-1 0,2-3 0,2-1 0,3-1 0,1-2 0,2 0 0,0-1 0,1-1 0,0-1 0,1 0 0,-1 0 0,-2 0 0,-1 2 0,-3 0 0,-2 1 0,-1 0 0,-2 3 0,-1 0 0,-2 1 0,-1 1 0,-1 3 0,-1 0 0,-2 3 0,-1 0 0,-2 2 0,1 1 0,-2 3 0,1 2 0,1 1 0,-2 2 0,2 1 0,1 2 0,0 2 0,1 2 0,0 0 0,1 2 0,0 1 0,0 1 0,-1-2 0,-1 1 0,0-1 0,-1 0 0,-1 0 0,-2-2 0,-1-1 0,-1-2 0,-3-2 0,2-2 0,1-3 0,-1-1 0,2-3 0,0-2 0,2-3 0,31-26-18956,-15 11 14195,0-3-36,-1 2 641</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26.575"/>
    </inkml:context>
    <inkml:brush xml:id="br0">
      <inkml:brushProperty name="width" value="0.05" units="cm"/>
      <inkml:brushProperty name="height" value="0.05" units="cm"/>
      <inkml:brushProperty name="color" value="#AE198D"/>
      <inkml:brushProperty name="inkEffects" value="galaxy"/>
      <inkml:brushProperty name="anchorX" value="-155254.26563"/>
      <inkml:brushProperty name="anchorY" value="-125692.28125"/>
      <inkml:brushProperty name="scaleFactor" value="0.5"/>
    </inkml:brush>
  </inkml:definitions>
  <inkml:trace contextRef="#ctx0" brushRef="#br0">18 94 1464,'0'-4'7274,"0"0"-4277,0-1-266,0-1-136,0 1-88,-1 0-64,-1 0-77,-2 0-116,1 1-236,0 1-290,1 0-293,1 0-545,0 2-954,2 0 221,1 0-153,0 1 0,1 1 0,0 0 0,-1 0 0,2 2 0,-1 1 0,1 1 0,0 1 0,1 2 0,-1 2 0,-1 0 0,-1 2 0,-1 1 0,0 1 0,-1 1 0,0 0 0,0 2 0,0 0 0,0-1 0,-2 1 0,0 0 0,0-2 0,1 1 0,-1-2 0,2-1 0,-1-1 0,1 0 0,2-2 0,0-1 0,1-2 0,1-2 0,-1-1 0,1-2 0,1-1 0,-1-2 0,3-1 0,1-2 0,2-1 0,1-2 0,2-1 0,1 0 0,3-5 0,0-1 0,0 0 0,-2 0 0,-1 1 0,-2 1 0,-1 1 0,-4 2 0,0 1 0,-1 2 0,-1 0 0,-2 2 0,2 0 0,-2 2 0,0 1 0,-1 2 0,1 1 0,-1 2 0,2 2 0,1 0 0,1 2 0,3 3 0,1 1 0,-2-1 0,2 2 0,0-1 0,2-1 0,0-2 0,-1-2 0,1-2 0,0-2 0,1-2 0,1-1 0,-1-1 0,2-2 0,0 0 0,-1-3 0,0-1 0,0-1 0,-1-2 0,0-1 0,-1 0 0,-1 0 0,-3-1 0,0-1 0,-3-1 0,-1 1 0,-2 0 0,-1-1 0,-1 2 0,0-1 0,0 0 0,-1 0 0,-1 0 0,0-1 0,0 1 0,1 0 0,0 2 0,0-1 0,1 2 0,-1 1 0,1 2 0,-1 2 0,-1 1 0,0 1 0,1 2 0,0 0 0,0 1 0,1 0 0,0 2 0,0-1 0,0 2 0,0 0 0,0 1 0,0 1 0,0 0 0,0 0 0,0 1 0,0 0 0,0 1 0,0 1 0,0-1 0,0 2 0,-2-1 0,1 0 0,-1 0 0,0 0 0,1 0 0,1-1 0,-1 0 0,1-2 0,0 0 0,0-1 0,0-2 0,0 0 0,0-2 0,0 1 0,0-1 0,0-1 0,0 1 0,0 0 0,0 0 0,0-1 0,0-1 0,0 1 0,0 0 0,0 0 0,0-1 0,0 1 0,0 0 0,0-1 0,0 0 0,0 0 0,0 0 0,0 0 0,0 1 0,0-1 0,0 1 0,0-1 0,0 1 0,0 1 0,-1-1 0,-1 1 0,0 0 0,1 0 0,0 0 0,0 0 0,1 0 0,-1 0 0,1 0 0,0 0 0,1 0 0,-1 0 0,0 0 0,0 0 0,0 0 0,0 2 0,0-1 0,0 0 0,0 0 0,0 0 0,0 1 0,-2 0 0,0 1 0,-1-1 0,-1 1 0,2 0 0,-1 0 0,2 2 0,-1-1 0,-1 2 0,0 1 0,0 1 0,0 0 0,-1 2 0,1 0 0,0 0 0,0 1 0,0 1 0,-1 1 0,0 0 0,2 0 0,-2 1 0,1-1 0,0 1 0,2-1 0,-1 1 0,2 0 0,0-1 0,0-2 0,2-1 0,-1-1 0,1-1 0,0-1 0,-3-2 0,0-2 0,0-1 0,1-3 0,1-2 0,0-2 0,2-3-1055,1-1-2984,2-2 367,3-3-787,1 0-944,0-2-278,0 0 242,-1 3 2847</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27.781"/>
    </inkml:context>
    <inkml:brush xml:id="br0">
      <inkml:brushProperty name="width" value="0.05" units="cm"/>
      <inkml:brushProperty name="height" value="0.05" units="cm"/>
      <inkml:brushProperty name="color" value="#AE198D"/>
      <inkml:brushProperty name="inkEffects" value="galaxy"/>
      <inkml:brushProperty name="anchorX" value="-156627.4375"/>
      <inkml:brushProperty name="anchorY" value="-126754.21094"/>
      <inkml:brushProperty name="scaleFactor" value="0.5"/>
    </inkml:brush>
  </inkml:definitions>
  <inkml:trace contextRef="#ctx0" brushRef="#br0">36 347 1872,'-13'0'17113,"9"0"-14679,1 0-211,-2 0-224,2 0-279,0 0-339,-1 0 1757,4 0-3061,0 0-14,0 0-23,0 0 3,0 0-40,0 0-9,2 1-179,0 0-102,1 1-201,1-2-322,-2 2-359,0 1-387,0 0-286,0 1-300,1-2-169,0 1-80,2 0 24,1-1 99,0 0 223,2 0 206,1-1 204,0 0 173,2 1 200,0-1 181,0 1 185,-1-2 239,0 2 253,0 0 252,-3-1 256,-1 0 247,-1 0 202,0 1 197,-1-1 157,1 0 118,1 0 62,1-1 27,0 1 39,1 1 32,-1-1 22,0 0 34,0 0 116,0 1 137,3 0 195,0 1 155,2 1 70,-1 1 20,1 0-30,-1 0-79,1 2-204,1 1-210,1 0-265,2 2-258,0 1-796,1-1 0,1 3-64,-1 0-28,-1 0 0,0 1 0,0 1 0,-2 0 0,-1 1 0,-2 3 0,-2 1 0,-3 0 0,-4-2 0,-4-1 0,-5 0 0,-1-2 0,-4 0 0,-2-2 0,-2 0 0,0-2 0,-2-2 0,0-1 0,2-1 0,0-3 0,2 0 0,1-3 0,4-1 0,1-2 0,0-1 0,3-3 0,1-1 0,1-2 0,2-1 0,1-2 0,0 0 0,2-1 0,1-2 0,3 0 0,1-2 0,1 0 0,2-1 0,3-1 0,-1 1 0,2-1 0,1 2 0,0 0 0,-1 2 0,2 2 0,-2 2 0,1 2 0,0 1 0,-1 2 0,-1 1 0,0 1 0,-1 2 0,1 1 0,-1 0 0,-1 1 0,0 0 0,1 0 0,-1 1 0,1-1 0,2-1 0,-1 0 0,1 0 0,-1 0 0,1-1 0,-1 0 0,-1-1 0,1 0 0,-1-2 0,-1-1 0,-1-1 0,0 0 0,-3 0 0,-2-1 0,0 1 0,-1-1 0,-1 1 0,-2-1 0,0 1 0,-1 2 0,0 0 0,-2 1 0,0 1 0,0 0 0,-1 1 0,0 1 0,-1 1 0,-2 1 0,0 0 0,-3 1 0,-1 1 0,-2 1 0,-2 1 0,0 1 0,1 2 0,0 0 0,2 1 0,1 1 0,1 1 0,1 1 0,2 0 0,-1 1 0,2 0 0,2 1 0,3 0 0,0-1 0,3 0 0,2-1 0,2-1 0,1-1 0,0-1 0,3-1 0,1-2 0,1 1 0,1-3 0,1-1 0,1-1 0,2-1 0,1-1 0,2-1 0,-1-1 0,3-3 0,-2 0 0,1-3 0,0 0 0,-1-2 0,-2 0 0,0-1 0,-3 0 0,0 0 0,-4 0 0,-1 0 0,-4 0 0,-2 0 0,-3 0 0,-2 0 0,-2 0 0,-1 0 0,-3 1 0,1 0 0,-1 0 0,-1 1 0,0 2 0,1 0 0,-1 2 0,2 0 0,-1 2 0,0 2 0,0 1 0,-2 0 0,0 3 0,0 1 0,-2 1 0,1 2 0,0 1 0,2 1 0,1 1 0,1 1 0,1 0 0,2 1 0,1 0 0,2 1 0,1 0 0,2 1 0,1 0 0,2-2 0,0 1 0,4-2 0,-1 0 0,1-2 0,-1-2 0,0 0 0,2-1 0,-1-2 0,-1-1 0,0-1 0,2-2 0,-1-2 0,1-2 0,0-1 0,0-1 0,-1-3 0,-1-1 0,-1-2 0,-2-1 0,0 0 0,-2-3 0,-1 0 0,-2-2 0,-2-3 0,-2 0 0,0-2 0,1-3 0,-1-1 0,1-2 0,1-1 0,-1-9 0,3 0 0,0 0 0,0 2 0,-1 5 0,0 5 0,0 3 0,-1 6 0,1 3 0,-1 5 0,0 2 0,0 3 0,-1 3 0,1 2 0,2 3 0,0 3 0,1 2 0,1 4 0,-2 1 0,2 3 0,1 4 0,1 2 0,2 10 0,-1 3 0,0 2 0,-2 1 0,-1 1 0,-2-1 0,-3 2 0,-2 0 0,-2 0 0,-4 2 0,-1-1 0,-2-1 0,0-1 0,0-1 0,2-3-383,5-2-5183,4-3 206,4-3-1005,2-4-156,3-2 41,-1-6 5127</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28.658"/>
    </inkml:context>
    <inkml:brush xml:id="br0">
      <inkml:brushProperty name="width" value="0.05" units="cm"/>
      <inkml:brushProperty name="height" value="0.05" units="cm"/>
      <inkml:brushProperty name="color" value="#AE198D"/>
      <inkml:brushProperty name="inkEffects" value="galaxy"/>
      <inkml:brushProperty name="anchorX" value="-158554.32813"/>
      <inkml:brushProperty name="anchorY" value="-128077.82813"/>
      <inkml:brushProperty name="scaleFactor" value="0.5"/>
    </inkml:brush>
  </inkml:definitions>
  <inkml:trace contextRef="#ctx0" brushRef="#br0">15 115 640,'0'0'0,"6"-2"4497,6-1-2941,2-2 720,3 0-415,0 1 38,2-1 114,-1 1 127,0-1 114,-1 1 95,-1 0-13,-2-2-67,-1 1-154,-2-2-176,0 0-263,-1-1-860,-2 0-836,0 1 171,-1 0-151,-1 1 0,-2 1 0,0 2 0,-2 1 0,-1 0 0,-1 2 0,-1-1 0,-1 1 0,0 1 0,-2 0 0,-1 1 0,-2 3 0,-6 0 0,-2 2 0,-4 3 0,-2 2 0,-1 1 0,-2 3 0,1 2 0,2 2 0,1 1 0,2 2 0,2 1 0,3 1 0,3 2 0,2 0 0,5 1 0,2 0 0,6 1 0,1 0 0,4 2 0,3-2 0,2 2 0,2-1 0,0 0 0,1 1 0,0 0 0,0-1 0,0 0 0,-2-1 0,0 0 0,-2-1 0,-4-1 0,-2-2 0,-4-2 0,-1-1 0,-2-3 0,-1-3 0,-1-2 0,-1-2-2362,-4-2-548,-2-2-221,-2-2-351,-2-3-179,-1-2-48,-1-2-65,-2-2-228,-1-1-35,4 0 2729</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30.648"/>
    </inkml:context>
    <inkml:brush xml:id="br0">
      <inkml:brushProperty name="width" value="0.05" units="cm"/>
      <inkml:brushProperty name="height" value="0.05" units="cm"/>
      <inkml:brushProperty name="color" value="#AE198D"/>
      <inkml:brushProperty name="inkEffects" value="galaxy"/>
      <inkml:brushProperty name="anchorX" value="-159500.1875"/>
      <inkml:brushProperty name="anchorY" value="-129713.5625"/>
      <inkml:brushProperty name="scaleFactor" value="0.5"/>
    </inkml:brush>
  </inkml:definitions>
  <inkml:trace contextRef="#ctx0" brushRef="#br0">0 962 2841,'3'-4'4937,"3"-3"-3585,1-3 707,3 0-645,3-1-150,1 0-77,2 0-16,3 1-64,2 1-62,0 1-135,4 0-99,0 1-143,3-1-123,5 1-147,1-1-124,3 1-111,2 0-68,0 0 14,2 0-61,-1 0 5,-1 0-22,-2 0-6,0 1-18,-3-1-6,-3 0 1,-1 2 7,-3-1-2,-2 1-9,-2 2-6,-3-1 2,-3 1 7,-2 1-12,-5-1 5,-2 2 7,-1-1 16,0 1 53,-1 1-42,-2 1 35,-2 0 9,0 1 62,-2 0 69,0 1 69,0 0 72,0 2 72,0 0 119,-1 0 40,1 0 93,0 1 11,0-1 33,0 1 5,0-1-63,0 0-27,2-1-71,0-1-42,-1 1-59,2-2-73,2 0-61,1-1-84,1 0-21,1-1-58,2-1-27,3 0-45,-1-1-28,2-1 3,1-2-33,-1 1-1,1-1-21,0-1-4,0-1-1,-1 1-1,0-2-9,-2 0-7,-1 0 85,-1-1-44,-3 0 9,0 0-20,-3 0-4,-3 0-10,-2 0 10,-1-1-22,-2 1-49,-2-2 13,-3 1 48,0 0 21,-2 1 35,1 0 4,-2 1 31,1 1-110,0 2 34,-2 0-15,2 2 0,0 0 0,0 0 0,0 3 0,-2 0 0,0 1 0,0 2 0,-2 1 0,1 2 0,0 1 0,-2 2 0,2 1 0,0 2 0,-1 1 0,1 1 0,1 2 0,1 0 0,4 0 0,2 1 0,4-1 0,2 1 0,3-2 0,2 1 0,3-2 0,4 0 0,2-1 0,3-1 0,4-1 0,1-2 0,3-1 0,3-1 0,2-1 0,1-1 0,3-2 0,0-2 0,1-2 0,2-2 0,0-2 0,2 0 0,1-1 0,1-2 0,-1-2 0,2-1 0,-1 0 0,1-2 0,-1-2 0,-1 0 0,-4 0 0,-3-2 0,-4 1 0,-6 0 0,-4 0 0,-1 1 0,-5-1 0,-3 1 0,-3-1 0,-2 2 0,-4-1 0,-2 0 0,-5-1 0,-1 2 0,-1-1 0,-2 1 0,0 2 0,-1 1 0,0 1 0,0 3 0,0 1 0,0 1 0,-2 2 0,0 0 0,-1 3 0,0 0 0,-2 2 0,0 2 0,-1 0 0,0 1 0,-1 1 0,1 2 0,-1 1 0,0 1 0,1 0 0,1 2 0,2 0 0,2 2 0,2 0 0,2 1 0,4-1 0,3 1 0,3 0 0,2-2 0,3 0 0,2-1 0,3-1 0,1-1 0,1-1 0,2-2 0,1-1 0,2-1 0,0-2 0,0-1 0,1-2 0,0 1 0,2-2 0,-1-2 0,-1 0 0,-1-3 0,0 0 0,-1-2 0,0-1 0,-2 1 0,-3-1 0,-1-1 0,-1 0 0,-4 0 0,-1-1 0,-3 0 0,-2 1 0,0 1 0,-1 0 0,-1 0 0,-1 1 0,0-1 0,0 2 0,0-1 0,-1 3 0,1 0 0,-1 0 0,0 2 0,0 0 0,1 2 0,0 0 0,-1 0 0,1 1 0,0 2 0,0 0 0,0 1 0,-1 3 0,0 0 0,-1 2 0,0 1 0,0 2 0,1 0 0,1 1 0,0 1 0,2-1 0,1 1 0,1-1 0,1 1 0,2 1 0,2 0 0,1-1 0,0-2 0,1-2 0,1-2 0,3-2 0,1-1 0,2-2 0,0 0 0,2-3 0,-1-1 0,1-2 0,0-1 0,-1-3 0,1-2 0,-1-1 0,-1-1 0,0-3 0,-2 0 0,-2-1 0,-1-1 0,-3-2 0,-1 0 0,-1-2 0,-5-1 0,0 0 0,-2-3 0,-2 0 0,-2-1 0,-1-2 0,-3 0 0,-1-2 0,-3 0 0,1-3 0,-1 0 0,0 0 0,-1 0 0,-1 2 0,1 1 0,0 3 0,1 1 0,2 3 0,2 4 0,2 2 0,1 3 0,2 3 0,-1 2 0,2 3 0,0 1 0,-1 2 0,2 1 0,-2 1 0,0 2 0,2 1 0,-2 3 0,1 0 0,0 4 0,2 0 0,1 3 0,2 3 0,-1 1 0,1 1 0,0 3 0,1 0 0,-1 2 0,2 0 0,-1 1 0,1 2 0,1 0 0,0 1 0,1 0 0,-2 2 0,0 0 0,0 1 0,-1 0 0,1 0 0,0 1 0,0 0 0,0-1 0,-1 0 0,1 0 0,-1-1 0,1-1 0,0-1 0,0-3 0,0-2 0,-1-2 0,1 0 0,1-3 0,1-4 0,1-4 0,1-4 0,2-2 0,2-4 0,0-2 0,2-1 0,1-3 0,1-3 0,-1-1 0,0-1 0,-1-2 0,0 0 0,-1-1 0,-1-1 0,-1-2 0,-1 1 0,-1-2 0,0 1 0,-2 0 0,-1-1 0,-1-1 0,-1 1 0,0 1 0,-1 1 0,-1 2 0,-1 0 0,0 3 0,0 1 0,-1 2 0,0 1 0,0 3 0,-1 2 0,1 2 0,0 1 0,0 2 0,0 1 0,0 3 0,0 2 0,0 2 0,0 2 0,0 0 0,0 2 0,0 2 0,0 0 0,0 1 0,0 0 0,0 1 0,2 2 0,0 0 0,-1 2 0,1 0 0,1-2 0,-1-4 0,0-2 0,2-5 0,0-3 0,2-2 0,3-3 0,1-3 0,1-1 0,3 0 0,1-3 0,2-2 0,0-2 0,-1-1 0,0-2 0,0-1 0,-2 1 0,-1-1 0,-1 0 0,-2 1 0,-1 0 0,0 1 0,0 1 0,-3 1 0,-1 2 0,0 2 0,-1 1 0,-2 1 0,0 2 0,-1 2 0,-1 2 0,0 2 0,0 1 0,1 2 0,1 2 0,3 4 0,3 2 0,2 1 0,3 1 0,1 0 0,0 0 0,1 0 0,-1-2 0,0-1 0,-1 0 0,1-1 0,-1-2 0,-2-1 0,0-2 0,-1-2 0,1 0 0,0-3 0,1-1 0,1-2 0,0-2 0,2-2 0,-2 0 0,-1-3 0,-1-2 0,-1-1 0,0-4 0,-1-3 0,-2 0 0,-2-1 0,-2 0 0,-1 0 0,-2 1 0,0 0 0,2 1 0,-1 0 0,2 1 0,0-2 0,0 1 0,1 1 0,-1 0 0,-1 1 0,0 3 0,-1 0 0,0 3 0,1 2 0,0 1 0,0 2 0,1 2 0,1 1 0,2 1 0,1 1 0,3 2 0,0 1 0,2 2 0,2 0 0,1 1 0,2 1 0,0 1 0,0 0 0,1-1 0,-2 1 0,0-1 0,-2 0 0,0-2 0,-1 2 0,-1-2 0,-2-1 0,0-1 0,1-1 0,0-1 0,-1-1 0,0-1 0,1-1 0,0 0 0,0-3 0,-1 0 0,1-2 0,0 0 0,2-2 0,-1-2 0,1 0 0,1-1 0,0-2 0,0-1 0,1 0 0,-1-1 0,-2 0 0,-3-1 0,-2 1 0,0 0 0,-3 1 0,1-1 0,-2 2 0,0 0 0,-1 2 0,-1 1 0,-1 3 0,0 1 0,0 1 0,0 2 0,0 1 0,-2 2 0,-2 0 0,-1 4 0,0 0 0,0 2 0,0 2 0,1 3 0,2 1 0,0 2 0,0 3 0,2 0 0,0 1 0,1 1 0,3 1 0,2 0 0,1 0 0,2 0 0,3 0 0,1 0 0,1-1 0,1-1 0,3-1 0,0 0 0,1-2 0,0-1 0,0-2 0,-3-2 0,-2-2 0,1-3 0,-5-2 0,2-2 0,-2-3 0,0-1 0,-1-2-233,-2-2-2725,0-3 484,-1-2-580,-5-1-227,0-1-242,-3-1-145,-3-1-322,-1 0-230,-4 0 10,2 2 3569</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30.900"/>
    </inkml:context>
    <inkml:brush xml:id="br0">
      <inkml:brushProperty name="width" value="0.05" units="cm"/>
      <inkml:brushProperty name="height" value="0.05" units="cm"/>
      <inkml:brushProperty name="color" value="#AE198D"/>
      <inkml:brushProperty name="inkEffects" value="galaxy"/>
      <inkml:brushProperty name="anchorX" value="-163862.15625"/>
      <inkml:brushProperty name="anchorY" value="-129993.5"/>
      <inkml:brushProperty name="scaleFactor" value="0.5"/>
    </inkml:brush>
  </inkml:definitions>
  <inkml:trace contextRef="#ctx0" brushRef="#br0">51 138 1640,'-3'0'4793,"-3"0"-373,-1 0-454,-1 0-397,-1 0-366,2-1-275,-3-3 4052,10 2-5843,2 0-1207,1 1 271,0 0-201,2 1 0,0 0 0,2 0 0,1 0 0,2 0 0,2-1 0,4 0 0,3-1 0,3-1 0,2 0 0,3-1 0,3 0 0,2-1 0,3-1 0,5-2 0,5 0-523,6-2-3248,6 0 382,8-2-983,4-1-1037,5 0-343,2 0 254,-14 2 1712</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8:35.847"/>
    </inkml:context>
    <inkml:brush xml:id="br0">
      <inkml:brushProperty name="width" value="0.035" units="cm"/>
      <inkml:brushProperty name="height" value="0.035" units="cm"/>
    </inkml:brush>
  </inkml:definitions>
  <inkml:trace contextRef="#ctx0" brushRef="#br0">1114 1 328,'-352'11'1906,"2"-1"-915,72 8 180,268-17-1145,-1 1 1,1 0 0,0 1-1,-18 6 1,25-7-22,-1-1 1,1 1-1,0 0 0,0-1 1,0 2-1,1-1 0,-1 0 1,0 0-1,1 1 0,-1-1 1,1 1-1,0 0 0,0 0 1,0 0-1,0 0 0,1 0 1,-3 5-1,-2 8 21,4-13-21,1 1-1,-1-1 1,1 0-1,0 0 1,0 1-1,1-1 0,-1 1 1,1-1-1,-1 5 1,1 4-6,-1-10 0,1 1-1,0 0 0,0 0 0,0-1 0,0 1 1,0 0-1,0 0 0,1-1 0,-1 1 1,1 0-1,0-1 0,0 1 0,0 0 0,0-1 1,0 1-1,2 2 0,-2-5 1,4 6-24,0-1 1,0-1-1,0 1 0,1-1 1,0 0-1,0 0 0,0 0 1,0-1-1,0 0 1,1 0-1,0-1 0,9 3 1,191 22-2254,-188-26 1380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8:57.112"/>
    </inkml:context>
    <inkml:brush xml:id="br0">
      <inkml:brushProperty name="width" value="0.035" units="cm"/>
      <inkml:brushProperty name="height" value="0.035" units="cm"/>
    </inkml:brush>
  </inkml:definitions>
  <inkml:trace contextRef="#ctx0" brushRef="#br0">106 22 1584,'-19'-16'21306,"13"13"-16921,-2 1 1107,8 5-5492,7-6 0,2 2 0,0 1 0,-1 0 0,0 1 0,-6 6 0,-3-4 0,1 165 0,-1-160 0,1 1 0,-2-1 0,1 0 0,-4 9 0,3-10 0,0 1 0,0 0 0,1-1 0,0 10 0,0-10 0,1 0 0,-1 0 0,-1 0 0,-3 12 0,3-12 0,0 0 0,0-1 0,1 1 0,-1 13 0,1-12 0,0-1 0,-1 1 0,0-1 0,0 0 0,-1 0 0,0 0 0,-5 9 0,-3 8 0,7-13 0,-9 16 0,8-19 0,-2 0 0,7-8 0,0 0 0,0 0 0,-1 0 0,1 0 0,0 0 0,0 0 0,0 0 0,-1 0 0,1 0 0,0 1 0,0-1 0,0 0 0,-1 0 0,1 0 0,0 0 0,0 0 0,0 0 0,-1-1 0,1 1 0,0 0 0,0 0 0,0 0 0,-1 0 0,1 0 0,0 0 0,0 0 0,0 0 0,-1 0 0,1-1 0,0 1 0,0 0 0,0 0 0,0 0 0,0 0 0,-1 0 0,1-1 0,0 1 0,0 0 0,0 0 0,0 0 0,0-1 0,0 1 0,0 0 0,0 0 0,0 0 0,0 0 0,0-1 0,-2-6 0,-5-19-4088,6 20 2560,0 1 0,1-1 0,0 1-1,0-1 1,1 1 0,0-1 0,0 1 0,0-1-1,0 1 1,1 0 0,2-6 0,4-5-4468</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8:57.640"/>
    </inkml:context>
    <inkml:brush xml:id="br0">
      <inkml:brushProperty name="width" value="0.035" units="cm"/>
      <inkml:brushProperty name="height" value="0.035" units="cm"/>
    </inkml:brush>
  </inkml:definitions>
  <inkml:trace contextRef="#ctx0" brushRef="#br0">329 234 2473,'-18'-7'10715,"18"6"-10392,0 1-1,0-1 1,0 0-1,0 0 1,0 0-1,0 1 1,0-1-1,0 0 1,0 0-1,0 0 1,1 0 0,-1 1-1,0-1 1,0 0-1,1 0 1,-1 1-1,1-1 1,-1 0-1,0 1 1,1-1-1,-1 0 1,1 1-1,0-1 1,-1 0-1,2 0 1,-2-1 381,1 0 0,-1-1 0,1 1 0,-1 0 0,0-1 0,0 1 0,0 0 0,0-1 0,0 1 0,-1-3 0,1 0 481,9-44 1079,-10 47-2264,1 0 0,0 0 0,0 0 0,0 0 0,0 0 0,1 0 0,-1 0 0,0 0 0,1 0 0,0 1 0,-1-1 0,1 0 0,0 0 0,0 0 0,1-1 0,4-9 0,-5 11 0,-1 0 0,1 0 0,0-1 0,-1 1 0,1 0 0,0 0 0,0 0 0,-1 0 0,1 0 0,0 0 0,0 0 0,0 0 0,2-1 0,23-25 0,-9 15 0,-14 9 0,1 1 0,-1-1 0,1 1 0,0-1 0,0 1 0,0 0 0,0 1 0,0-1 0,0 1 0,0-1 0,1 1 0,-1 1 0,0-1 0,1 1 0,5-1 0,-10 1 0,36 2 0,-33-1 0,-1-1 0,0 0 0,1 1 0,-1-1 0,0 1 0,1 0 0,-1 0 0,0 0 0,0 0 0,0 0 0,0 0 0,0 0 0,4 4 0,4 5 0,-9-9 0,1 0 0,-1 0 0,0 0 0,-1 0 0,1 0 0,0 0 0,0 0 0,0 0 0,0 0 0,-1 0 0,1 0 0,0 0 0,-1 1 0,0-1 0,1 0 0,-1 0 0,1 1 0,-1-1 0,0 0 0,0 1 0,0-1 0,0 2 0,-1 1 0,1 0 0,-2 0 0,1 0 0,0 0 0,-1 0 0,1-1 0,-1 1 0,0 0 0,0-1 0,-1 0 0,1 1 0,-1-1 0,0 0 0,1 0 0,-1-1 0,-1 1 0,1-1 0,-4 3 0,-12 8 0,-38 20 0,56-32 0,-47 21 0,0-1 0,-2-2 0,-55 13 0,26-6-101,66-23-578,0 1 1,-20 8-1,-4 7-3529,30-16 2019,-2 2-660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8:57.973"/>
    </inkml:context>
    <inkml:brush xml:id="br0">
      <inkml:brushProperty name="width" value="0.035" units="cm"/>
      <inkml:brushProperty name="height" value="0.035" units="cm"/>
    </inkml:brush>
  </inkml:definitions>
  <inkml:trace contextRef="#ctx0" brushRef="#br0">131 0 2569,'0'0'2405,"-16"10"13583,17-10-15694,-1 1-1,1-1 1,0 1 0,-1 0-1,1-1 1,-1 1 0,1-1 0,-1 1-1,1 0 1,-1-1 0,0 1 0,1 0-1,-1 0 1,0-1 0,1 1-1,-1 0 1,0 0 0,0-1 0,0 1-1,0 0 1,0 0 0,0 0 0,0 0-1,0-1 1,0 1 0,0 0-1,0 0 1,-1 0 0,1 1-241,0 15 337,-1 35 1387,1-49-1680,-1 1 0,0 0 0,1 0 0,-1 0 0,-1-1 0,1 1 0,0-1 0,-1 1 0,0-1 0,-3 6 0,-10 20-97,4-5 0,-34 31-477,24-40-2319,16-34-21518,-2 12 20286</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8:58.532"/>
    </inkml:context>
    <inkml:brush xml:id="br0">
      <inkml:brushProperty name="width" value="0.035" units="cm"/>
      <inkml:brushProperty name="height" value="0.035" units="cm"/>
    </inkml:brush>
  </inkml:definitions>
  <inkml:trace contextRef="#ctx0" brushRef="#br0">0 22 1088,'0'0'1410,"18"-4"1736,4 2-482,-11 3-418,-10-1-543,-9-4 1126,8 3-2173,-2-10 4540,-12 16-5106,12-5-19,12 11 1357,-8-10-1345,0 0-1,0-1 0,0 1 0,-1 0 0,1 1 0,0-1 0,-1 0 0,1 0 0,-1 1 0,1-1 0,-1 1 0,0-1 0,0 1 0,2 2 0,-3-3-15,16-2 1527,-13-1-1396,-3 2-63,1 0 1,-1-1-1,1 1 0,-1 0 0,1 0 1,-1-1-1,0 1 0,1 0 0,-1-1 0,0 1 1,1 0-1,-1-1 0,0 1 0,1-1 0,-1 1 1,0-1-1,0 1 0,1-1 0,-1 1 1,0-1-1,0 1 0,0-1 0,0 1 0,0-1 1,0 1-1,0-1 0,0 1 0,0-1 1,0 1-1,0-2 269,-7-3 190,5 5-725,-12 5-2715,12-1-3,13-2-4048,6-2 3292,-3 0-5048</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8:58.847"/>
    </inkml:context>
    <inkml:brush xml:id="br0">
      <inkml:brushProperty name="width" value="0.035" units="cm"/>
      <inkml:brushProperty name="height" value="0.035" units="cm"/>
    </inkml:brush>
  </inkml:definitions>
  <inkml:trace contextRef="#ctx0" brushRef="#br0">279 0 1304,'-4'6'3838,"4"-6"-3637,-1 0 0,1 1 1,0-1-1,-1 0 0,1 0 0,0 1 0,-1-1 0,1 0 0,0 1 0,-1-1 0,1 0 0,0 1 0,0-1 0,0 1 1,-1-1-1,1 0 0,0 1 0,0-1 0,0 1 0,0-1 0,0 1 0,0-1 0,0 0 0,0 1 0,0-1 1,0 1-1,-4 5 2471,4-5-2541,-1-1-1,1 0 0,0 0 0,-1 1 0,1-1 0,0 0 0,0 1 0,-1-1 0,1 0 0,0 1 0,0-1 0,-1 0 0,1 1 0,0-1 0,0 0 0,0 1 0,0-1 0,-1 1 0,1-1 0,0 1 0,0-1 0,0 0 0,0 1 0,0-1 0,0 1 1,0 0-1,0-1-30,-1 31 6925,-5-3-3416,3-14-2541,3-12-992,0-1 1,-1 0 0,1 1-1,0-1 1,-1 1 0,1-1-1,-1 0 1,1 0 0,-1 1-1,1-1 1,-1 0 0,-1 2-1,-7 8 135,0 0 0,-1 0 0,0-1 0,-1 0 0,0-1 0,-14 9 0,13-11-266,-45 26-132,51-30-407,0 0 1,1-1-1,-1 0 0,0-1 0,0 1 1,-1-1-1,1 0 0,-6-1 0,11 1 293,0-1 0,0 0 0,0 0 0,1 0 0,-1-1 0,0 1 0,0 0 0,0 0 0,1 0 0,-1-1-1,0 1 1,0 0 0,1-1 0,-1 1 0,0 0 0,0-1 0,1 1 0,-1-1 0,1 1 0,-1-1 0,0 0-1,1 1 1,-1-1 0,1 0 0,-1 1 0,1-1 0,0 0 0,-1 1 0,1-1 0,0 0 0,-1-1 0,1-30-6040,0 28 5476,0 1 0,1-1 0,-1 0 0,0 0 0,-1 1 0,0-5 0,-6-8-1118</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8:59.077"/>
    </inkml:context>
    <inkml:brush xml:id="br0">
      <inkml:brushProperty name="width" value="0.035" units="cm"/>
      <inkml:brushProperty name="height" value="0.035" units="cm"/>
    </inkml:brush>
  </inkml:definitions>
  <inkml:trace contextRef="#ctx0" brushRef="#br0">1 1 1328,'0'0'8590,"18"17"-1456,43 15 97,-44-20-6403,-1 0 0,19 19 0,1 11-3890,-34-41 2696,-1 0-1,1 0 1,-1 0 0,1 0 0,0 0-1,-1 0 1,1-1 0,0 1-1,0-1 1,-1 1 0,1-1 0,0 0-1,3 1 1,26 0-5163,-29-1 5166,32-1-6090,-16-3 2750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8:59.766"/>
    </inkml:context>
    <inkml:brush xml:id="br0">
      <inkml:brushProperty name="width" value="0.035" units="cm"/>
      <inkml:brushProperty name="height" value="0.035" units="cm"/>
    </inkml:brush>
  </inkml:definitions>
  <inkml:trace contextRef="#ctx0" brushRef="#br0">63 370 224,'-2'0'286,"1"0"1,-1 0-1,1 0 0,-1 0 0,1 0 0,0 1 1,-1-1-1,1 1 0,0-1 0,-1 1 1,1-1-1,0 1 0,-1 0 0,1-1 1,0 1-1,0 0 0,0 0 0,0 0 0,0 0 1,0 0-1,0 0 0,0 1 0,0-1 1,0 0-1,1 0 0,-1 0 0,1 1 1,-1-1-1,1 0 0,-1 1 0,1-1 0,-1 1 1,1-1-1,0 2 0,0-2 446,19 4 417,23-23-204,-36 16-931,0 0 0,0 0 0,0 0-1,-1-1 1,1 0 0,-1 0 0,1 0-1,-1-1 1,0 1 0,0-1 0,5-6-1,-9 8 113,1 0-1,0 0 1,-1 0-1,0 0 1,1 0-1,-1-1 1,0 1-1,0 0 1,0-1-1,0 1 1,-1 0-1,1-1 1,-1 1-1,1-1 1,-1 0-1,0 1 1,0-1-1,0 1 1,-1-4-1,1 6-99,0 0-1,0-1 0,0 1 0,0 0 1,0 0-1,0-1 0,0 1 0,0 0 1,-1 0-1,1 0 0,0-1 0,0 1 1,0 0-1,-1 0 0,1 0 0,0-1 1,0 1-1,0 0 0,-1 0 1,1 0-1,0 0 0,0 0 0,-1 0 1,1-1-1,0 1 0,0 0 0,-1 0 1,1 0-1,0 0 0,-1 0 0,1 0 1,0 0-1,0 0 0,-1 0 0,1 0 1,0 0-1,0 0 0,-1 1 0,1-1 1,0 0 2,-1 0 1,1 0-1,0 0 1,0 0-1,-1 0 0,1 0 1,0 0-1,-1 0 1,1 0-1,0 0 1,0 0-1,-1 0 1,1 0-1,0 0 0,0 0 1,-1 0-1,1 0 1,0 0-1,0 0 1,-1 0-1,1-1 1,0 1-1,0 0 1,-1 0-1,1 0 0,0 0 1,0-1-1,0 1 1,-1 0-1,1 0 1,0 0-1,0-1 1,0 1-1,0 0 1,0 0-1,-1-1 0,1 1 1,0 0-1,0-1 1,-2 1 59,1 0-1,-1 0 1,0-1 0,0 1 0,1 1 0,-1-1-1,0 0 1,0 0 0,1 1 0,-1-1 0,0 1-1,1-1 1,-3 2 0,4-2-61,-17 5 995,1 2 1,0 0-1,0 1 1,-14 9-1,12 5 390,17-21-1363,-1 1 0,0 0 0,1-1 1,0 1-1,-1 0 0,1 0 0,0 0 0,0-1 0,0 1 0,0 1 0,0-1 0,0 0 1,1 0-1,-1 0 0,1 0 0,-1 0 0,1 1 0,0-1 0,0 0 0,0 0 1,0 1-1,1 2 0,-1-4-36,0 0 0,1 1 0,-1-1 0,1 0 1,-1 1-1,1-1 0,-1 0 0,1 0 0,0 0 0,0 0 1,0 1-1,-1-1 0,1 0 0,0 0 0,0-1 0,0 1 0,0 0 1,1 0-1,-1 0 0,0-1 0,0 1 0,2 0 0,28 12 181,-30-13-191,10 2-6,-1 1 1,1-2 0,0 0-1,0 0 1,0-1 0,0 0 0,14-2-1,-2-1-1006,0-2 0,30-9 0,-42 10 212,1-1 1,0-1-1,-1 0 1,0 0-1,-1-1 1,13-11-1,-6 5-105,-2-2 1,26-29-1,-18 15 629,-2 0-1,-1-1 1,22-44 0,-27 45 319,3-9 396,-17 33-266,1 0 377,0-1-1,0 1 1,-1-1-1,0 0 1,0-9-1,8-12 9928,-11 38-9184,-1-6-1111,0 0 0,1 0 0,-1 0-1,1 1 1,-2 5 0,-12 27 350,-35 39-228,36-49-290,1-1-1,-14 22-15,20-33-271,0-1-1,-14 18 0,-10 8-2156,2-1-3555,29-39 5775,1-1 0,0 0 0,-1 1 0,1-1 0,0 1 0,-1-1-1,1 1 1,0-1 0,0 1 0,-1 0 0,1-1 0,0 1 0,0-1 0,0 1 0,0-1 0,0 1 0,0 0 0,0-1 0,0 1 0,0-1 0,0 1 0,0-1 0,0 1 0,0 0 0,0-1 0,1 1 0,-1-1 0,0 1 0,0-1 0,1 1 0,0 0 0,16 13-9744</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0.341"/>
    </inkml:context>
    <inkml:brush xml:id="br0">
      <inkml:brushProperty name="width" value="0.035" units="cm"/>
      <inkml:brushProperty name="height" value="0.035" units="cm"/>
    </inkml:brush>
  </inkml:definitions>
  <inkml:trace contextRef="#ctx0" brushRef="#br0">70 1 2737,'0'0'7804,"8"6"-3582,0-4-3602,-7-2-301,1 1 1,-1-1 0,0 0 0,0 0 0,0 0 0,1 1 0,-1-1 0,0 1 0,0-1-1,0 1 1,0-1 0,0 1 0,0 0 0,0-1 0,0 1 0,0 0 0,0 0 0,0 0-1,0 0 1,-1 0 0,1 0 0,0 0 0,-1 0 0,1 0 0,0 0 0,-1 0 0,0 0-1,1 0 1,-1 1 0,0-1 0,1 0 0,-1 0 0,0 0 0,0 1 0,0-1 0,0 0-1,0 0 1,0 1 0,-1 1 0,1 5 253,1-6-488,-1 0 0,0 1 1,0-1-1,0 0 0,0 1 0,0-1 1,-1 0-1,1 1 0,-1-1 0,1 0 1,-1 0-1,0 1 0,0-1 0,0 0 1,0 0-1,0 0 0,-1 0 1,1 0-1,0 0 0,-1-1 0,0 1 1,-2 2-1,-64 60 624,65-61-691,0 1 0,0-1 0,0 1 0,0 0-1,1-1 1,-1 1 0,1 1 0,-2 3-1,4-8-6,1 1 0,-1-1-1,0 1 1,0-1 0,0 1-1,0-1 1,1 0 0,-1 1-1,0-1 1,1 1 0,-1-1-1,0 0 1,1 1 0,-1-1-1,0 0 1,1 0-1,-1 1 1,0-1 0,1 0-1,-1 0 1,1 0 0,-1 1-1,1-1 1,-1 0 0,0 0-1,1 0 1,-1 0 0,1 0-1,-1 0 1,1 0 0,-1 0-1,1 0 1,-1 0 0,1 0-1,-1 0 1,0 0-1,1 0 1,-1 0 0,1-1-1,-1 1 1,1 0 0,-1 0-1,0 0 1,1-1 0,0 1-1,28-13 272,-22 10-199,12-7 6,0 0 0,29-23 0,-7 6-26,-20 9-62,-19 16-1,1 0 0,-1 0 0,0 0 0,1 0 0,0 0 0,5-2 0,-7 4 0,1-1 0,-1 0 0,0 1 0,1-1 0,-1 0 0,1 0 0,-1 0 0,0 0 0,0 0 0,0 0 0,0-1 0,2-1 0,-1 1 0,5-2 0,-7 4 0,1 0 0,-1 0 0,0 0 0,1 0 0,-1 0 0,0 0 0,1 0 0,-1 0 0,0 0 0,1 0 0,-1 0 0,0 1 0,1-1 0,-1 0 0,0 0 0,1 0 0,-1 0 0,0 1 0,1-1 0,-1 0 0,0 0 0,0 0 0,1 1 0,-1-1 0,0 0 0,0 0 0,0 1 0,1-1 0,-1 0 0,0 1 0,0-1 0,0 0 0,0 1 0,0 3 0,0 6 0,-1-3 0,1-1 0,0 1 0,1 0 0,0-1 0,0 1 0,0-1 0,3 8 0,13 30-1,-16-43-6,0 1 1,-1-1-1,1 0 1,0 1 0,0-1-1,0 0 1,0 0-1,0 0 1,1 0-1,-1 0 1,0 0 0,0 0-1,1 0 1,-1-1-1,0 1 1,1 0-1,-1-1 1,0 1 0,1-1-1,-1 0 1,3 1-1,-2 0 2,0 0-1,0-1 1,1 1-1,-1 0 1,0-1-1,1 0 1,-1 1-1,1-1 1,-1 0-1,0 0 1,1-1-1,-1 1 1,0 0-1,1-1 1,-1 0-1,0 1 1,1-1-1,-1 0 1,0 0-1,0 0 0,3-2 1,-2 1 0,0 0 4,0 1 0,-1-1 1,1 0-1,0 0 0,-1 0 0,1-1 0,-1 1 1,0-1-1,1 1 0,-1-1 0,2-4 0,15-15 41,-17 20-31,-1 1-1,1-1 1,0 0 0,0 1 0,-1-1-1,1 0 1,-1 0 0,1 0 0,-1-1 0,0 1-1,0 0 1,0 0 0,0-1 0,0 1-1,-1 0 1,1-1 0,0-4 0,-1-90-57,0 96-220,-21 1-6019,17 0 1562,54 0-11153,-40 0 12078</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0.582"/>
    </inkml:context>
    <inkml:brush xml:id="br0">
      <inkml:brushProperty name="width" value="0.035" units="cm"/>
      <inkml:brushProperty name="height" value="0.035" units="cm"/>
    </inkml:brush>
  </inkml:definitions>
  <inkml:trace contextRef="#ctx0" brushRef="#br0">94 1 3137,'3'0'9598,"10"1"-6442,-3 3 430,-3 2 1349,-5 11-63,-2-7-3626,1-7-1113,-1-1 0,0 1 0,0 0 0,0 0 0,0-1 0,-1 1 0,1 0 0,-1 0 0,1-1 0,-1 1 0,0-1 0,0 1-1,0 0 1,-3 2 0,-13 34 110,2-15-243,-31 44-217,39-59-400,6-7 106,0 0 0,0 0 0,0 0 0,-1 0 0,1 0 0,-1-1 1,0 1-1,1 0 0,-1-1 0,0 1 0,0-1 0,0 0 0,0 0 0,0 1 1,0-1-1,0-1 0,-5 3 0,20-9-8865,2-3 3944,-12 7 4250,0-3-2524</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0.746"/>
    </inkml:context>
    <inkml:brush xml:id="br0">
      <inkml:brushProperty name="width" value="0.035" units="cm"/>
      <inkml:brushProperty name="height" value="0.035" units="cm"/>
    </inkml:brush>
  </inkml:definitions>
  <inkml:trace contextRef="#ctx0" brushRef="#br0">0 12 248,'1'-12'6788,"3"16"-2618,1 4-5067,-3-7 551,1 1 0,-1-1 0,1 0 0,-1 1 0,1-1 0,-1 0 0,1-1 0,0 1 0,-1 0 0,6 0 0,8 3-2494,-5 1-95</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1.534"/>
    </inkml:context>
    <inkml:brush xml:id="br0">
      <inkml:brushProperty name="width" value="0.035" units="cm"/>
      <inkml:brushProperty name="height" value="0.035" units="cm"/>
    </inkml:brush>
  </inkml:definitions>
  <inkml:trace contextRef="#ctx0" brushRef="#br0">208 0 2136,'7'0'25146,"-23"0"-20944,-9 0-3283,17 6-827,6-6-75,-5 5 91,6-5 12,-1 0-97,0 0-23,0 0 1,0 0-1,-1 1 0,1-1 0,0 0 1,0 1-1,0-1 0,0 1 0,0 0 1,0 0-1,0 0 0,0 0 1,0 0-1,0 0 0,-1 2 0,-5 2 0,6-4 0,0 0 0,0 0 0,0 0 0,1 1 0,-1-1 0,0 1 0,1 0 0,-1-1 0,1 1 0,-3 3 0,-1 2 0,2-4 0,0 1 0,0-1 0,0 1 0,1 0 0,-5 8 0,-5 8 0,11-19 0,1 0 0,-1 0 0,1 1 0,-1-1 0,1 0 0,0 0 0,-1 1 0,1-1 0,0 1 0,0-1 0,0 0 0,0 1 0,0-1 0,0 0 0,1 1 0,-1-1 0,0 0 0,1 1 0,-1-1 0,1 0 0,-1 0 0,1 1 0,1 1 0,3 12 0,-5-13 0,0-1 0,1 1 0,-1-1 0,0 1 0,1-1 0,-1 0 0,1 1 0,-1-1 0,1 1 0,0-1 0,-1 0 0,1 0 0,0 0 0,0 1 0,0-1 0,0 0 0,0 0 0,1 1 0,0-1 0,-1 0 0,0-1 0,0 1 0,-1 0 0,1 1 0,0-1 0,0 0 0,0 0 0,-1 0 0,1 0 0,0 1 0,-1-1 0,1 0 0,-1 1 0,0-1 0,1 0 0,-1 3 0,0-2 0,1 0 0,-1 1 0,1-1 0,-1 0 0,1 0 0,0 0 0,0 0 0,0 0 0,2 3 0,-2-3 0,0-1 0,0 1 0,0 0 0,0 0 0,0 1 0,-1-1 0,1 0 0,0 0 0,-1 4 0,0 66 0,0-72 0,0 1 0,0-1 0,0 1 0,0-1 0,0 1 0,0 0 0,0-1 0,0 1 0,-1-1 0,1 1 0,0-1 0,0 1 0,-1-1 0,1 1 0,0-1 0,-1 1 0,1-1 0,0 0 0,-1 1 0,1-1 0,-1 1 0,1-1 0,-1 0 0,1 1 0,-1-1 0,1 0 0,-1 0 0,1 1 0,-1-1 0,0 0 0,1 0 0,-1 0 0,1 0 0,0 0 0,-1 1 0,1-1 0,0 0 0,-1 0 0,1 0 0,0 1 0,-1-1 0,1 0 0,0 1 0,-1-1 0,1 0 0,0 0 0,0 1 0,-1-1 0,1 1 0,0-1 0,0 0 0,0 1 0,0-1 0,-1 0 0,1 1 0,0-1 0,0 1 0,-1 4 0,-5-5 0,6 0 0,0 0 0,-1 0 0,1-1 0,0 1 0,0 0 0,0 0 0,-1 0 0,1 0 0,0 0 0,0 0 0,0 0 0,0-1 0,0 1 0,0 0 0,-1 0 0,1 0 0,0 0 0,0 0 0,0-1 0,0 1 0,0 0 0,0 0 0,0 0 0,0-1 0,0 1 0,0 0 0,0 0 0,0 0 0,0-1 0,0 1 0,0 0 0,0 0 0,0 0 0,0 0 0,0-1 0,0 1 0,0 0 0,0 0 0,0-1 0,0-1 0,-7-2 0,6 4 0,-1-1 0,0 0 0,1 0 0,-1 1 0,1-1 0,-1 0 0,1-1 0,-1 1 0,1 0 0,0 0 0,-2-2 0,-4-2 0,-2 4 0,0 0 0,1-2 0,-1 2 0,2 0 0,7 1 0,0-1 0,0 1 0,0 0 0,0 0 0,0 0 0,0-1 0,0 1 0,0 0 0,0 0 0,0 0 0,0-1 0,0 1 0,0 0 0,1 0 0,-1 0 0,0 0 0,0 0 0,0-1 0,0 1 0,0 0 0,1 0 0,-1 0 0,0 0 0,0 0 0,0 0 0,0 0 0,1-1 0,-1 1 0,0 0 0,0 0 0,0 0 0,0 0 0,1 0 0,-1 0 0,0 0 0,0 0 0,0 0 0,1 0 0,-1 0 0,0 0 0,0 0 0,0 0 0,1 0 0,-1 1 0,1-2 0,12 1-411,-5-1-4574,-9-2 1370,7-4 1164,0 4 161,-1-1-1,1 1 1,0 0 0,0 0 0,7-1 0,-3 3-1521</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1.961"/>
    </inkml:context>
    <inkml:brush xml:id="br0">
      <inkml:brushProperty name="width" value="0.035" units="cm"/>
      <inkml:brushProperty name="height" value="0.035" units="cm"/>
    </inkml:brush>
  </inkml:definitions>
  <inkml:trace contextRef="#ctx0" brushRef="#br0">10 168 1312,'-9'12'9568,"9"-11"-9307,0-1 0,0 1 0,0-1 0,0 1 0,1-1 0,-1 1 0,0 0 0,0-1 0,1 1 0,-1-1 0,0 1 0,1-1 0,-1 1 0,0-1 0,1 1 0,-1-1 0,1 1 0,-1-1 0,1 0 0,-1 1 0,1-1 0,-1 0 0,1 1 0,-1-1 0,1 0 0,-1 0 0,2 1 0,23 2 4620,-16-3-3569,0-1 1,0 0-1,15-4 0,12-5-138,-25 8-1073,-1 0 1,0-1-1,1-1 1,-1 0 0,13-7-1,2-3-68,-19 11-37,0 0-1,-1 0 1,1-1-1,8-7 1,0 0-8,-13 11 12,0-1-1,0 0 1,0 1 0,0-1 0,0 0-1,0 0 1,0 0 0,0 0 0,-1 0-1,1 0 1,0 0 0,-1 0 0,1 0 0,-1 0-1,1 0 1,0-2 0,10-18 10,-9 18-6,0 1 0,-1 0 0,0-1 0,1 1 0,-1-1 0,0 0 0,0 1 0,-1-1 0,1 0 0,0 0 0,-1 1 0,0-6 0,0 7-2,0 0-1,0 1 0,0-1 1,0 0-1,-1 0 0,1 1 1,0-1-1,-1 0 0,1 0 1,-1 1-1,1-1 0,-1 0 1,1 1-1,-1-1 0,0 0 1,-3-3 0,4 3-1,0 1-1,0 0 0,0-1 0,0 1 0,-1-1 0,1 1 0,0 0 0,0-1 0,-1 1 0,1 0 0,0-1 0,0 1 0,-1 0 0,1-1 1,-1 1-1,1 0 0,0 0 0,-1 0 0,1-1 0,0 1 0,-1 0 0,1 0 0,-1 0 0,1 0 0,0 0 0,-1-1 0,1 1 0,-1 0 1,1 0-1,-1 0 0,1 0 0,-1 0 0,1 0 0,0 1 0,-1-1 0,1 0 0,-1 0 0,1 0 0,-1 0 0,-1-3 5,-24 7-13,21-3 28,0 0-1,0 0 0,0 0 1,0 1-1,0-1 0,0 1 1,0 0-1,1 1 0,-1-1 0,1 1 1,-1 0-1,-6 6 0,3-2 116,0 0 1,0 1-1,0 0 0,1 1 0,-6 9 0,-1 0 57,11-14-169,0-1-1,0 1 0,0 0 0,1-1 0,-1 1 0,1 1 0,0-1 0,0 0 1,0 0-1,1 1 0,0-1 0,-2 6 0,3-5-12,-1-1-1,0 1 0,0-1 1,0 1-1,-4 7 1,-4 20-6,9-30-30,0-1 0,0 1 0,0 0-1,0-1 1,0 1 0,0 0 0,1-1 0,-1 1-1,0 0 1,1-1 0,0 1 0,-1-1 0,1 1 0,0-1-1,0 1 1,1 2 0,5 8-1028,-7-11 872,1 0 1,-1 0-1,1-1 0,-1 1 0,0 0 1,1 0-1,0 0 0,-1 0 0,1-1 1,0 1-1,-1 0 0,1-1 1,1 2-1,13 1-4814,5-4-1154,32-6 0,-32 3 2176,-2 0-73</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3.358"/>
    </inkml:context>
    <inkml:brush xml:id="br0">
      <inkml:brushProperty name="width" value="0.035" units="cm"/>
      <inkml:brushProperty name="height" value="0.035" units="cm"/>
    </inkml:brush>
  </inkml:definitions>
  <inkml:trace contextRef="#ctx0" brushRef="#br0">511 17 864,'0'0'199,"0"0"-1,0-1 0,0 1 1,0 0-1,0 0 1,0-1-1,0 1 1,0 0-1,0-1 0,0 1 1,0 0-1,0 0 1,-1-1-1,1 1 0,0 0 1,0 0-1,0 0 1,0-1-1,-1 1 1,1 0-1,0 0 0,0 0 1,0-1-1,-1 1 1,1 0-1,0 0 1,0 0-1,-1-1 0,1 1-98,-1 0-1,1 0 0,0 0 1,0 0-1,-1-1 0,1 1 1,0 0-1,0 0 0,-1-1 1,1 1-1,0 0 0,0 0 1,-1-1-1,1 1 1,0 0-1,0-1 0,-1-4 6551,27 10 2817,0-6-1215,-26-1-8161,0 5-91,0 3 0,1 0 0,-2 1 0,1-1 0,-1 1 0,0-1 0,0 1 0,-1-1 0,0 0 0,0 0 0,-5 10 0,-1 3 0,-4 30 0,9-37 0,2-9 0,1-1 0,-1 0 0,0 0 0,0 1 0,1-1 0,-1 0 0,0 0 0,-1 0 0,1 0 0,-3 3 0,-16 24 0,4-5 0,13-21 0,2-1 0,0-1 0,0 0 0,-1 1 0,1 0 0,0-1 0,0 1 0,0-1 0,0 1 0,1 0 0,-1 0 0,0-1 0,0 4 0,1-3 0,-1 0 0,0 0 0,1 0 0,-1 0 0,0-1 0,0 1 0,0 0 0,0-1 0,-1 1 0,1-1 0,0 1 0,-1-1 0,-2 3 0,-12 14 0,16-14 0,6-4 0,-5-1 0,0 0 0,0 0 0,0 0 0,0-1 0,0 1 0,-1 0 0,1-1 0,0 1 0,-1 0 0,1-1 0,0 1 0,-1-1 0,0 1 0,1-1 0,-1 1 0,0-1 0,0 1 0,0-1 0,0 1 0,0-1 0,0 1 0,-1-3 0,1 0 0,0 1 0,-1 0 0,1-1 0,-1 1 0,1 0 0,-1 0 0,0 0 0,-1-1 0,-1-3 0,2 5 0,-1-1 0,1 0 0,0 0 0,0 0 0,0 0 0,1-1 0,-1 1 0,1-4 0,-1 3 0,-1 0 0,1 0 0,0 1 0,-1-1 0,0 0 0,0 1 0,0-1 0,0 1 0,0 0 0,-6-6 0,-2-5 0,9 13 0,0-1 0,-1 1 0,1-1 0,0 1 0,-1 0 0,1-1 0,-1 1 0,1 0 0,-1 0 0,-2-1 0,-13-11 0,12 8 0,0 0 0,0 1 0,-1 0 0,1 0 0,-1 0 0,0 1 0,0-1 0,-1 1 0,1 1 0,0-1 0,-1 1 0,0 0 0,1 1 0,-1 0 0,0 0 0,0 0 0,0 1 0,0 0 0,-12 1 0,-10 5 0,10-3 0,0 1 0,0 2 0,-20 7 0,32-10 0,0 1 0,0 1 0,1-1 0,0 1 0,-1 0 0,1 0 0,1 1 0,-1 0 0,1 0 0,0 0 0,1 0 0,-1 1 0,-3 7 0,8-11 0,0 0 0,1 1 0,-1-1 0,1 0 0,-1 0 0,1 0 0,0 0 0,0 0 0,0 0 0,1 0 0,-1-1 0,1 1 0,-1 0 0,5 4 0,4-1 0,0 0 0,0-1 0,1 0 0,-1-1 0,1 0 0,0-1 0,1 0 0,-1-1 0,0 0 0,1-1 0,16 0 0,-1 2 0,14-1 0,4-4 0,-29 2 0,-1-1 0,0-1 0,17-3 0,20-6-5380,34-11-7575,-53 13 3908</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3.802"/>
    </inkml:context>
    <inkml:brush xml:id="br0">
      <inkml:brushProperty name="width" value="0.035" units="cm"/>
      <inkml:brushProperty name="height" value="0.035" units="cm"/>
    </inkml:brush>
  </inkml:definitions>
  <inkml:trace contextRef="#ctx0" brushRef="#br0">45 0 2144,'-17'1'12066,"15"19"-4718,-3-7-5676,-4 7 109,7-16-1692,1-1 0,-1 1 1,1 0-1,0-1 0,0 1 0,0 0 1,0 0-1,0 0 0,1 0 1,0 0-1,0-1 0,0 1 0,1 5 1,-1 3-25,0-11-59,0-1 0,0 1 0,0-1 0,1 1 1,-1 0-1,0-1 0,0 1 0,0-1 0,1 1 1,-1 0-1,0-1 0,1 1 0,-1-1 0,1 1 1,-1-1-1,0 1 0,1-1 0,-1 0 0,1 1 1,-1-1-1,1 1 0,-1-1 0,1 0 0,0 0 1,0 1-1,-1-1 0,1 0 0,-1 0 0,1 1 0,-1-1 0,0 0-1,1 0 1,-1 1 0,1-1 0,-1 0 0,0 1 0,1-1 0,-1 0 0,0 1 0,1-1 0,-1 0 0,0 1 0,0-1 0,0 1 0,1-1 0,-1 1 0,0-1 0,0 0 0,0 2 0,18 4 320,-9-7-228,-1 0 0,1-1 0,-1 0 0,15-5 0,-11 3-45,-8 1-60,0 1 1,-1-1-1,0 0 0,1 0 0,-1 0 0,0 0 1,0 0-1,-1-1 0,1 0 0,1-3 1,-3 5 18,0 1 0,0 0 0,0-1 1,0 1-1,-1-1 0,1 0 0,-1 1 1,1-1-1,-1 1 0,0-1 0,1 0 1,-1 1-1,0-1 0,0 0 1,0 0-1,0 1 0,-1-1 0,1 0 1,0 1-1,-1-1 0,1 1 0,-1-1 1,1 0-1,-1 1 0,0-1 1,0 1-1,0 0 0,0-1 0,0 1 1,0 0-1,0-1 0,0 1 0,0 0 1,-2-1-1,0-4 4,3 6-16,0-1 0,0 1 0,0 0 0,0 0 0,0 0 0,0 0 0,0-1-1,0 1 1,-1 0 0,1 0 0,0 0 0,0 0 0,0-1 0,0 1 0,0 0 0,0 0 0,0 0 0,0 0 0,0 0 0,-1-1 0,1 1 0,0 0 0,0 0 0,0 0 0,0 0-1,0 0 1,-1 0 0,1 0 0,0 0 0,0 0 0,0-1 0,0 1 0,-1 0 0,1 0 0,0 0 0,0 0 0,0 0 0,0 0 0,-1 0 0,1 0 0,0 0 0,0 0 0,0 0-1,0 0 1,-1 1 0,1-1 0,-12-3-36,11 2 33,0 1 0,1 0-1,-1-1 1,0 1 0,0 0-1,0 0 1,1-1 0,-1 1 0,0 0-1,0 0 1,0 0 0,0 0-1,0 0 1,1 0 0,-1 1 0,-1-1-1,-22 5-451,19-4-291,0-1 1,0 1-1,1 1 1,-1-1-1,-7 4 0,11-4-759,12-2-2920,0 0 1,20-4-1,-5-5-469,-10 5 1929</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4.103"/>
    </inkml:context>
    <inkml:brush xml:id="br0">
      <inkml:brushProperty name="width" value="0.035" units="cm"/>
      <inkml:brushProperty name="height" value="0.035" units="cm"/>
    </inkml:brush>
  </inkml:definitions>
  <inkml:trace contextRef="#ctx0" brushRef="#br0">214 14 2633,'0'-1'407,"0"1"0,1-1 0,-1 0 0,0 1 1,0-1-1,0 1 0,1-1 0,-1 1 0,0-1 0,1 1 1,-1-1-1,0 1 0,1-1 0,-1 1 0,0-1 1,1 1-1,-1-1 0,1 1 0,-1 0 0,1-1 1,-1 1-1,1 0 0,0 0 0,-1-1 0,1 1 1,-1 0-1,1 0 0,-1 0 0,2-1 0,-1 1 239,0 0-1,1 0 0,-1 0 0,0 0 0,0-1 1,1 2-1,-1-1 0,0 0 0,0 0 1,1 0-1,-1 1 0,0-1 0,0 0 0,2 2 1,-2-2-503,-1 0 0,0 0 1,0 0-1,0 1 1,1-1-1,-1 0 1,0 0-1,0 0 0,0 0 1,0 1-1,0-1 1,1 0-1,-1 0 0,0 0 1,0 1-1,0-1 1,0 0-1,0 0 1,0 0-1,0 1 0,0-1 1,0 0-1,0 0 1,0 1-1,0-1 1,0 0-1,0 0 0,0 1 1,0-1-1,0 0 1,0 0-1,0 0 0,0 1 1,0-1-1,-1 0 1,1 0-1,0 0 1,0 1-1,0-1 0,0 0 1,0 0-1,-1 0 1,1 0-1,0 1 1,0-1-1,0 0 0,0 0 1,-1 0-1,-12 9 404,9-6 106,-55 79-640,46-65-13,-1 0 0,-28 27 0,17-19 0,-19 38 0,42-60 0,-1 0 0,1 1 0,0-1 0,0 0 0,0 1 0,0-1 0,-2 8 0,-3 4 0,7-14-82,0 0 1,-1 0-1,1 0 0,0 1 1,0-1-1,0 0 0,-1 0 1,1 0-1,0 0 0,1 0 1,-1 1-1,0 1 0,1-2-36,-1 0 0,0-1 0,0 1 0,0 0-1,0 0 1,0 0 0,0 0 0,0 0 0,0 0 0,0 0-1,0-1 1,0 1 0,-1 0 0,1 0 0,0 0 0,-1 0-1,0 1 1,1-2-19,0 0 0,0 0 0,-1 0 0,1 0 1,0 0-1,0 0 0,-1 1 0,1-1 0,0 0 0,0 0 0,0 0 0,-1 1 0,1-1 0,0 0 0,0 0 0,0 1 0,0-1 0,0 0 0,-1 0 0,1 1 0,0-1 0,0 0 0,0 1 0,0-1 0,0 0 0,0 0 0,0 1 1,0-1-1,0 0 0,0 0 0,0 1 0,0-1 0,0 0 0,0 1 0,0-1 0,1 0 0,-1 0 0,0 1 0,13-3-6975,-2-1 4978,-7 2 1118,0-1-1,0 1 1,0-1 0,-1 0-1,1 0 1,0-1 0,-1 1-1,1-1 1,4-4 0,0 0-1636</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4.343"/>
    </inkml:context>
    <inkml:brush xml:id="br0">
      <inkml:brushProperty name="width" value="0.035" units="cm"/>
      <inkml:brushProperty name="height" value="0.035" units="cm"/>
    </inkml:brush>
  </inkml:definitions>
  <inkml:trace contextRef="#ctx0" brushRef="#br0">61 71 784,'-5'0'1064,"0"-1"0,0 0 0,0 0 0,1 0 0,-1-1 0,-5-2 0,-11-4 6902,21 8-7892,7-3 1850,-5 2-641,2-1-629,1 0 0,0 1 0,0-1 0,-1 1 0,1 1 0,0-1 0,0 0 0,0 1 0,7 1 1,20-3 469,5-3-515,-7 0-300,39 0 0,71-6-318,-125 10-1497,3-4-5042,-13 4 4287,0 0 1,0 0 0,1 0-1,-1 0 1,5 1-1,-1 0-1795</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5.047"/>
    </inkml:context>
    <inkml:brush xml:id="br0">
      <inkml:brushProperty name="width" value="0.035" units="cm"/>
      <inkml:brushProperty name="height" value="0.035" units="cm"/>
    </inkml:brush>
  </inkml:definitions>
  <inkml:trace contextRef="#ctx0" brushRef="#br0">157 184 600,'-1'-2'4555,"3"-7"6579,-2 9-11030,0 0 0,0 0 0,0 0 1,1 0-1,-1 0 0,0 0 0,0 0 1,0 0-1,0 0 0,0 0 105,0 1-105,0-1 0,0 0 0,1 0 0,-1 0 1,0 0-1,0 0 0,0 0 0,0 0 1,0 0-1,0 1 0,0-1 0,0 0 0,0 0 1,0 0-1,0 0 0,0 0 0,0 0 1,0 0-1,0 1 0,0-1 0,0 0 0,0 0 1,0 0-1,0 0 0,0 0 0,0 0 1,0 0-1,0 1 0,0-1 0,0 0 1,-1 0-1,1 0 0,0 0 0,0 0 105,0 0-105,0 0 0,0 0 0,0 1 1,0-1-1,0 0 0,-1 0 0,1 0 0,0 0 1,0 0-1,0 0 0,0 0 0,0 0 1,0 0-1,-1 0 0,-6 14 7647,5 0-5590,1-8-2161,1-1 0,-1 1 0,0 0 0,-1-1 0,1 1 0,-1-1 0,-1 0 0,-4 9 0,-28 43 0,18-33 0,-11 10 0,23-30 0,0 2 0,0-1 0,0 0 0,-6 12 0,-6 12 0,15-20 0,4-4 0,-2-4 0,0-1 0,1 0 0,-1 1 0,0-1 0,1 0 0,-1 0 0,0 1 0,1-1 0,-1 0 0,0 0 0,1 0 0,-1 1 0,0-1 0,1 0 0,-1 0 0,1 0 0,-1 0 0,0 0 0,1 0 0,-1 0 0,1 0 0,-1 0 0,1 0 0,-1 0 0,0 0 0,1 0 0,-1 0 0,1 0 0,-1-1 0,0 1 0,1 0 0,-1 0 0,0 0 0,1-1 0,-1 1 0,0 0 0,1 0 0,-1-1 0,0 1 0,1 0 0,-1-1 0,0 1 0,0 0 0,1-1 0,-1 1 0,0 0 0,0-1 0,0 1 0,0 0 0,1-1 0,-1 1 0,0-1 0,0 1 0,0 0 0,0-1 0,0 1 0,0-1 0,0 1 0,0-1 0,0 1 0,0-3 0,3-1 0,-1-1 0,0 0 0,0 0 0,0 0 0,0 0 0,-1 0 0,0 0 0,0-1 0,0 1 0,-1 0 0,1-1 0,-1 1 0,-2-10 0,2 0 0,1-2 0,1 0 0,1 0 0,0 1 0,2 0 0,-1-1 0,2 1 0,0 1 0,16-29 0,-17 35 0,1 0 0,0 0 0,0 1 0,0 0 0,1 0 0,1 0 0,9-7 0,26-15 0,-25 18 0,8-2 0,14 1 0,-14 4 0,0 1 0,29-5 0,-49 13 0,2-2 0,1 1 0,0 0 0,15 1 0,-23 0 0,1 0 0,-1 0 0,0 0 0,0 0 0,0 0 0,1 0 0,-1 0 0,0 1 0,0-1 0,0 0 0,0 1 0,0-1 0,1 1 0,-1 0 0,0-1 0,0 1 0,0 0 0,0-1 0,-1 1 0,1 0 0,0 0 0,0 0 0,0 0 0,-1 0 0,1 0 0,0 0 0,-1 0 0,1 0 0,-1 0 0,1 0 0,-1 0 0,0 1 0,1-1 0,-1 0 0,0 2 0,0 0 0,-1 0 0,0 0 0,1 0 0,-1 0 0,-1 0 0,1-1 0,0 1 0,0 0 0,-1-1 0,0 1 0,1-1 0,-1 0 0,0 1 0,0-1 0,-4 3 0,1 0 0,-1 0 0,0 0 0,-1-1 0,1 0 0,-8 4 0,-4 6 0,-2 3 0,8-13 5,8-3-10,1 0 1,0 1-1,-1-1 1,1 1-1,0 0 1,-4 2-1,3-1-78,0 0 0,-1-1 0,1 1 0,-1-1 0,1 0 0,-10 2 0,-15 9-817,23-10 354,1 0 1,-1-1-1,0 1 1,0-1-1,0-1 1,0 1 0,-9 1-1,-9-2-4452,19-2 2710,8-1-311,15-5-3162,-7 3 1831,5-1 252</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5.725"/>
    </inkml:context>
    <inkml:brush xml:id="br0">
      <inkml:brushProperty name="width" value="0.035" units="cm"/>
      <inkml:brushProperty name="height" value="0.035" units="cm"/>
    </inkml:brush>
  </inkml:definitions>
  <inkml:trace contextRef="#ctx0" brushRef="#br0">35 38 2184,'10'4'7031,"15"3"-1646,17 10-302,-37-15-4583,0-1-1,1 1 1,-1 0-1,0 1 0,0-1 1,0 1-1,0 0 1,-1 0-1,1 0 0,-1 1 1,6 5-1,-9-8-447,0 1 0,1-1-1,-1 1 1,0-1 0,0 1 0,0-1-1,0 1 1,0 0 0,-1 0 0,1-1 0,0 1-1,-1 0 1,1 0 0,-1 0 0,0 0-1,0-1 1,0 1 0,0 0 0,0 0-1,0 0 1,0 0 0,0 0 0,-1 0-1,1 0 1,-1-1 0,1 1 0,-1 0-1,0 0 1,0-1 0,0 1 0,0 0 0,0-1-1,0 1 1,0-1 0,0 1 0,-1-1-1,1 0 1,-1 1 0,1-1 0,-1 0-1,1 0 1,-4 1 0,-53 34 60,51-32-106,0 0 0,0-1 1,-13 4-1,-18 9 16,36-14-22,-1 1 1,-17-3-2,19-1-6,1-2 5,1 0-1,0 0 1,0-1 0,1 1 0,-1 0-1,0 0 1,1 0 0,0 0-1,0 1 1,0-1 0,0 0-1,0 1 1,1-1 0,-1 1 0,1 0-1,-1 0 1,6-4 0,-1 1 2,63-44-415,-46 32-1358,0 2 0,1 0-1,1 2 1,37-14 0,6 5-1110,-30 10 2055,-30 10 838,0-1 1,-1 0 0,1 0-1,7-5 1,-76 60 6198,4-2-4116,50-45-1918,1-1 6,-1 0 0,1 1 1,0 0-1,0 0 0,0 0 1,1 1-1,-7 9 0,0 6 231,9-20-363,1 1 0,-1 1-1,1-1 1,0 0 0,0 0-1,0 0 1,0 1-1,0-1 1,0 1 0,1-1-1,-1 0 1,1 4 0,0-5-37,0 0 1,0-1-1,0 0 1,0 1-1,1-1 1,-1 1-1,0-1 1,0 1-1,1-1 1,-1 1-1,0-1 1,0 0-1,1 1 1,-1-1-1,1 1 1,-1-1-1,0 0 1,1 1-1,-1-1 1,1 0-1,-1 0 1,1 1-1,-1-1 1,1 0-1,-1 0 1,1 0-1,-1 0 1,1 0-1,13 2 296,-2-2-220,0 0-1,0-1 1,0-1-1,-1 1 0,1-2 1,-1 0-1,1 0 1,-1-1-1,0-1 1,12-6-1,-21 10-88,2-1-2,0-1 0,0 1 1,-1-1-1,1 0 0,0 0 1,-1 0-1,0 0 0,4-5 1,1-2-22,-7 10 22,-1-1 1,1 0 0,0 1 0,-1-1 0,1 1 0,-1-1 0,1 0-1,-1 1 1,0-1 0,1 0 0,-1 0 0,0 1 0,1-1-1,-1 0 1,0 0 0,0 1 0,1-1 0,-1 0 0,0 0 0,0 0-1,0-1 1,0-1-21,0 0-1,-1-1 1,1 1 0,0 0-1,-1 0 1,0 0-1,0 0 1,0 0 0,-1-3-1,1 5-43,1 0 0,-1 0 0,0 0 0,0 0 0,0 0 0,1 0 0,-1 0 0,0 0 0,0 0 0,0 0 0,0 1 0,-1-1 0,1 0 0,0 1 0,0-1 0,0 1-1,0-1 1,-1 1 0,1 0 0,0 0 0,-1-1 0,1 1 0,0 0 0,-2 0 0,-42-5-6577,-14 10 573,51-1 4564,16-2-7594</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7.135"/>
    </inkml:context>
    <inkml:brush xml:id="br0">
      <inkml:brushProperty name="width" value="0.035" units="cm"/>
      <inkml:brushProperty name="height" value="0.035" units="cm"/>
    </inkml:brush>
  </inkml:definitions>
  <inkml:trace contextRef="#ctx0" brushRef="#br0">398 423 368,'0'0'203,"0"0"0,0-1 0,0 1 0,1-1 0,-1 1-1,0 0 1,0-1 0,0 1 0,0-1 0,1 1 0,-1 0 0,0-1 0,0 1 0,1 0 0,-1-1-1,0 1 1,0 0 0,1 0 0,-1-1 0,0 1 0,1 0 0,-1 0 0,1-1 0,-1 1 0,0 0-1,1 0 1,-1 0 0,1 0 0,0-1 75,-1 1 0,1 0 1,-1 0-1,1 0 0,-1 0 0,0-1 0,1 1 0,-1 0 0,1-1 1,-1 1-1,1 0 0,-1-1 0,0 1 0,1 0 0,-1-1 0,0 1 1,1-1-1,-1 1 0,0-1 0,0 1 0,1-1 0,-1 1 0,0-1 1,0 1-1,0-1 0,0 1 0,0-1 0,0 1 0,1-1 0,-33 0 13670,29 1-12866,-28 1-558,0 1-1,0 2 1,0 2-1,1 0 1,-33 13-1,48-15-523,1 2 0,0 0 0,-20 11 0,10-3 0,17-11 0,1 1 0,-1 0 0,1 0 0,-1 1 0,1 0 0,-9 9 0,14-12 0,0 0 0,0 0 0,0 0 0,0 0 0,0 0 0,0 0 0,1 1 0,-1-1 0,1 0 0,0 0 0,-1 0 0,1 1 0,0 2 0,5 0 0,-4-3 0,0 0 0,0-1 0,1 1 0,-1-1 0,0 1 0,1-1 0,-1 1 0,1-1 0,0 0 0,0 0 0,-1 0 0,1 0 0,0 0 0,0 0 0,4 0 0,4 1 0,1 0 0,0 0 0,0-2 0,0 1 0,0-1 0,0-1 0,0 0 0,0-1 0,0 0 0,0 0 0,-1-1 0,1 0 0,-1-1 0,0-1 0,0 1 0,11-8 0,-14 7 0,3-1 0,0 0 0,-1-1 0,13-11 0,-8 3 0,-4 7 0,-1-2 0,-1 0 0,1 0 0,-2 0 0,1-1 0,6-14 0,21-34 0,0-11 0,-25 44 0,21-36 0,6-13 0,-24 48 0,-10 23 0,0-1 0,0 0 0,0-1 0,-1 1 0,0 0 0,0-1 0,-1 1 0,2-9 0,0 2 0,-2 11 0,0 0 0,-1-1 0,1 1 0,-1 0 0,1 0 0,-1-1 0,1 1 0,-1 0 0,0-1 0,0 1 0,1-1 0,-1 1 0,-1-2 0,0-2 0,1 5 0,0 0 0,-1 0 0,1 0 0,0 0 0,0-1 0,-1 1 0,1 0 0,0 0 0,0 0 0,-1 0 0,1 0 0,0 0 0,0 0 0,-1 0 0,1 0 0,0 0 0,0 0 0,-1 0 0,1 0 0,0 0 0,0 0 0,-1 1 0,1-1 0,0 0 0,0 0 0,0 0 0,-1 0 0,1 0 0,0 0 0,-1 1 0,0 2 0,-5 0 0,6-2 0,-1-1 0,0 1 0,0-1 0,0 1 0,0 0 0,1 0 0,-1-1 0,0 1 0,1 0 0,-1 0 0,1 0 0,-1-1 0,1 1 0,-1 0 0,1 0 0,-1 2 0,-16 46 0,-1-7 0,-8 23 0,9-16 0,-15 16 0,27-53 0,0 0 0,-1 0 0,0-1 0,-1 0 0,-1-1 0,-16 20 0,16-19 0,-42 42 0,37-41 0,2-1 0,0 2 0,0 0 0,-15 25 0,24-27 0,3 0 0,0-5 0,-1-6 0,0 1 0,1-1 0,-1 1 0,0-1 0,0 0 0,1 1 0,-1-1 0,0 0 0,1 1 0,-1-1 0,0 0 0,1 1 0,-1-1 0,1 0 0,-1 1 0,0-1 0,1 0 0,-1 0 0,1 0 0,-1 0 0,1 1 0,-1-1 0,1 0 0,-1 0 0,1 0 0,-1 0 0,1 0 0,-1 0 0,0 0 0,1 0 0,-1 0 0,1 0 0,-1-1 0,1 1 0,-1 0 0,1 0 0,0-1 0,11 0 0,-1-1 0,1 0 0,-1-1 0,15-6 0,-11 5 0,10-4 0,0-1 0,39-20 0,-52 22 0,-1 0 0,0-1 0,0 0 0,-1-1 0,0 0 0,0 0 0,9-13 0,23-22 0,-39 36 0,-13 6 0,1 2 0,8 0 0,1 1 0,-1-1 0,0 0 0,0 0 0,1 0 0,-1 0 0,0 1 0,0-1 0,1 0 0,-1 1 0,0-1 0,1 0 0,-1 1 0,1-1 0,-1 1 0,0-1 0,1 1 0,-1-1 0,1 1 0,-1 0 0,1-1 0,0 1 0,-1 0 0,1-1 0,0 1 0,-1 0 0,1-1 0,0 1 0,-1 1 0,-1 4 0,-13 9 0,13-13 0,-1 1 0,0-1 0,1 1 0,-1 0 0,1 0 0,-2 3 0,1-1 0,-1 0 0,1 0 0,-1-1 0,-6 8 0,7-10 0,1 0 0,0 0 0,0 0 0,0 0 0,0 1 0,0-1 0,0 1 0,1-1 0,-1 1 0,1 0 0,0 0 0,0-1 0,0 1 0,0 0 0,0 0 0,1 0 0,-1 6 0,0 1 0,1-10 0,0 0 0,0 1 0,0-1 0,0 1 0,0-1 0,0 1 0,0-1 0,0 1 0,0-1 0,0 0 0,1 1 0,-1-1 0,0 1 0,0-1 0,0 0 0,1 1 0,-1-1 0,0 1 0,0-1 0,1 0 0,-1 1 0,0-1 0,1 0 0,-1 0 0,1 1 0,-1-1 0,0 0 0,1 0 0,-1 1 0,1-1 0,-1 0 0,0 0 0,1 0 0,-1 0 0,2 0 0,9 0 0,1-1 0,0-1 0,0 1 0,-1-2 0,1 0 0,-1 0 0,0-1 0,11-6 0,-11 6 0,-9 4 0,0-1 0,0 0 0,0 0 0,0 0 0,0 0 0,-1 0 0,1 0 0,0 0 0,0-1 0,-1 1 0,1-1 0,-1 1 0,1-1 0,-1 1 0,0-1 0,1-2 0,-1 4-22,-1 0 0,1-1 0,-1 1 0,0 0 0,1 0 0,-1 0-1,1 0 1,-1 0 0,0-1 0,1 1 0,-1 0 0,1 0 0,-1 0 0,1 0 0,-1 0 0,0 0 0,1 0 0,-1 1 0,1-1-1,-1 0 1,0 0 0,1 0 0,-1 0 0,1 0 0,-1 1 0,0-1 0,1 0 0,-1 0 0,0 1 0,1-1 0,-1 0 0,0 1 0,1-1-1,15 15-1333,-11-9 798,4 2-1182,-9-7 1605,1 0 0,0-1 1,-1 1-1,1-1 0,-1 1 0,1-1 0,-1 1 0,1-1 0,0 1 0,-1-1 0,1 0 0,0 1 1,0-1-1,-1 0 0,1 0 0,0 0 0,0 1 0,-1-1 0,1 0 0,0 0 0,0 0 0,0 0 1,-1 0-1,1 0 0,0 0 0,1-1 0,1 1 70,0 0 0,-1 0-1,1 0 1,0 0 0,0-1 0,-1 1 0,1-1 0,0 1-1,-1-1 1,1 0 0,-1 0 0,1-1 0,-1 1 0,3-2-1,7-2 63,-11 4 10,0 1 0,1-1 0,-1 1 0,0-1 0,0 0 0,0 1 0,0-1 0,1 0 0,-1 0-1,0 0 1,0 0 0,1-1 0,29-25 1047,-25 21-453,-6 6-568,1 0-1,-1 0 1,0-1-1,1 1 1,-1 0-1,0-1 1,0 1-1,1 0 1,-1-1-1,0 1 1,0 0-1,0-1 1,1 1-1,-1 0 1,0-1-1,0 1 1,0-1-1,0 1 1,0 0-1,0-1 1,0 1-1,0-1 1,0 0-1,9-16 3069,-9 16-2117,-10 6-521,5-2-444,-1 0 1,1 1-1,0 0 1,-7 6 0,11-8-18,0-1 1,0 1-1,0-1 1,0 1-1,0 0 1,1 0 0,-1-1-1,0 1 1,1 0-1,0 0 1,-1 0-1,1 0 1,0 0-1,0-1 1,0 4 0,0-4-6,2 5-2,13 2 6,-9-7-15,-1-1 1,0 0-1,0-1 1,0 1-1,0-1 1,0 0-1,0 0 0,0-1 1,0 1-1,0-1 1,7-4-1,-9 5-32,7-4-196,-1 0 1,1 0 0,12-10-1,-18 12 159,0 0 0,-1 0 1,1-1-1,0 1 0,-1-1 0,0 0 0,0 0 0,5-9 1,12-18 96,-16 27 65,-1-1 0,0 0 0,0 1 0,0-1 0,0-1-1,2-5 1,29-48 1448,-32 56-1369,-1 0-1,0 0 0,0-1 0,0 1 0,-1 0 1,1-1-1,-1-4 0,0 7-148,0 1 0,-1 0 0,1 0 0,-1-1 0,1 1 0,0 0 0,-1 0 0,1 0 0,-1 0 0,1 0 0,-1-1-1,1 1 1,-1 0 0,1 0 0,0 0 0,-1 0 0,1 1 0,-1-1 0,1 0 0,-1 0 0,1 0 0,-1 0 0,1 0 0,0 0 0,-1 1 0,0-1 0,-13 5 141,9-1-150,-1 0 0,1 1 0,0 0 0,0 0 0,0 0 0,1 0 0,-6 9 0,-26 48 0,6-9 0,13-23-193,14-24 53,1-1 0,-1 0 1,0 0-1,-1 0 0,1 0 0,-7 5 0,4-3-753,0-1 0,1 1 1,-7 11-1,7-10-1052,0 0 0,1 0 0,-3 11 0,-2 8-10204,7-21 7583</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7.259"/>
    </inkml:context>
    <inkml:brush xml:id="br0">
      <inkml:brushProperty name="width" value="0.035" units="cm"/>
      <inkml:brushProperty name="height" value="0.035" units="cm"/>
    </inkml:brush>
  </inkml:definitions>
  <inkml:trace contextRef="#ctx0" brushRef="#br0">0 28 856,'9'-5'864,"8"-1"-400,-8 1-352,8-1-360,0 6-368,1-5-480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09:07.661"/>
    </inkml:context>
    <inkml:brush xml:id="br0">
      <inkml:brushProperty name="width" value="0.035" units="cm"/>
      <inkml:brushProperty name="height" value="0.035" units="cm"/>
    </inkml:brush>
  </inkml:definitions>
  <inkml:trace contextRef="#ctx0" brushRef="#br0">513 0 40,'0'0'2837,"8"7"6159,-8 5-3584,0 16 3112,0-26-8156,1 0 1,-1 0-1,0 0 0,1 0 1,0-1-1,-1 1 1,1 0-1,0 0 0,0 0 1,2 3-1,8 10 317,-1 1 0,-1 0-1,13 31 1,-13-26-518,-7-15-167,1 1 0,-2 0 0,1 0 0,-1-1 0,0 1 0,0 0 0,-1 0 0,0 12 0,-10 58 0,7-60 0,-1 5 0,-1 0 0,-2-1 0,0 1 0,-15 30 0,-49 77 0,50-94 0,9-14-786,-1-1 0,-1 0 0,-1-1 0,0-1-1,-2 0 1,0-1 0,-1-1 0,0 0 0,-2-2 0,1 0 0,-2-1 0,-32 15-1,26-15-2003,19-9 1814,0 0-1,-1 0 1,1-1 0,-1 0-1,1-1 1,-10 2 0,-1-2-803,8 0 256,-1-1 0,1 0 0,-14-1 0,-1-5-1721</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23.563"/>
    </inkml:context>
    <inkml:brush xml:id="br0">
      <inkml:brushProperty name="width" value="0.035" units="cm"/>
      <inkml:brushProperty name="height" value="0.035" units="cm"/>
      <inkml:brushProperty name="color" value="#F71A09"/>
    </inkml:brush>
  </inkml:definitions>
  <inkml:trace contextRef="#ctx0" brushRef="#br0">56 174 368,'0'0'615,"9"4"1417,-9-3-2041,1 10 1249,15-6 2246,-16-5-3379,1 0-1,-1 1 1,1-1-1,-1 0 1,0 0-1,1 0 1,-1 0-1,0 0 1,1 0-1,-1 0 1,0 1 0,1-1-1,-1 0 1,0 0-1,0 1 1,1-1-1,-1 0 1,0 0-1,0 1 1,1-1-1,-1 0 1,0 1-1,-9 0 1172,9-2-1150,-1 1-1,1 0 0,-1 0 1,1 0-1,-1 0 0,0 0 1,1 0-1,-1 0 1,1 0-1,-1 0 0,1 0 1,-1 0-1,0 0 0,1 0 1,-1 0-1,1 1 1,-1-1-1,1 0 0,-1 0 1,1 1-1,-1-1 0,1 0 1,-1 1-1,1-1 0,-1 0 1,1 1-1,0-1 1,-1 1-1,-27 6 2029,7-11 2910,5 3 4335,21 5-8411,3-3-990,0-1 0,4-1 0,-9 4 0,17 5 0,-18-8 0,1 1 0,-1 0 0,1-1 0,-1 1 0,1-1 0,-1 0 0,1 0 0,0 0 0,-1 0 0,1 0 0,2-1 0,5 0 0,181 1 0,52 0 0,-149-6 0,150 1 0,-182-1 0,68 1 0,9 5 0,201 0 0,-236-6 0,276 6 0,-283-5 0,50 0 0,-26-1 0,-82 7 0,-18 0 0,-1-1 0,1-1 0,27-4 0,-38 3 0,1 1 0,-1 1 0,12 0 0,-10 1 0,-1-1 0,1-1 0,13-2 0,-6 1 0,0 1 0,0 0 0,25 3 0,1-1 0,42-1 0,52 0 0,-61-5 0,113 5 0,-148 5 0,1-5 0,16 6 0,236-1 0,-166-5 0,-117 2 0,-5-1 0,-1 0 0,1 0 0,-1 0 0,10-1 0,-8 0 0,0-1 0,0-3 0,-1 3 0,1 1 0,0 0 0,-1 0 0,1 0 0,0 0 0,27-3 0,-12 1 0,11-4 0,-30 5 0,-2-2 0,14 2 0,-13 1 0,1 0 0,0 0 0,-1-1 0,1 0 0,8-2 0,-5 1 0,-4 1 0,19 3 0,-14-1 0,-6-1 0,0 0 0,0 0 0,0 0 0,0 0 0,0-1 0,0 1 0,0-1 0,0 0 0,4-1 0,2 1 0,77 1 0,-25-5 0,260 5 0,-311 0 0,-7 0 0,0 1 0,0-2 0,0 1 0,0 0 0,0 0 0,0-1 0,0 0 0,0 1 0,4-3 0,18 2 0,-15 1 0,33 0 0,-43 0 0,19 0 0,0 0 0,24-4 0,-35 2 0,0 1 0,0 0 0,0 1 0,11 0 0,23-2 0,-3 1 0,-33 1 0,1 0 0,-1 0 0,1 0 0,-1-1 0,9-2 0,-9 2 0,-1 0 0,0 0 0,1 1 0,-1-1 0,0 1 0,6 1 0,-5 0 0,-1-1 0,1 0 0,-1 0 0,1-1 0,-1 1 0,6-3 0,24 2 0,-26 1 0,34 0 0,-17 0 0,96-5 0,-116 3 0,-4 2 0,-1-1 0,1 0 0,-1 1 0,1-1 0,-1 1 0,1-1 0,-1 1 0,1 0 0,0 0 0,-1 0 0,1 0 0,-1 0 0,1 0 0,0 0 0,1 1 0,13-1 0,-9 0 0,1 0 0,-1 0 0,1-1 0,-1 1 0,11-4 0,-10 1 0,-5 3 0,20 2 0,-34-2-463,0-1 1,-1-1-1,1 0 1,0 0-1,-19-7 1,-111-56-22614,91 43 16416</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01.440"/>
    </inkml:context>
    <inkml:brush xml:id="br0">
      <inkml:brushProperty name="width" value="0.035" units="cm"/>
      <inkml:brushProperty name="height" value="0.035" units="cm"/>
      <inkml:brushProperty name="color" value="#F71A09"/>
    </inkml:brush>
  </inkml:definitions>
  <inkml:trace contextRef="#ctx0" brushRef="#br0">9 212 272,'0'-5'4654,"-5"10"-2798,1-1 726,13-3-2473,-9 16 3193,0-16-3274,-1 0 1,1 0-1,1 0 0,-1 0 1,0 0-1,0-1 1,0 1-1,0 0 0,0 0 1,1 0-1,-1-1 1,0 1-1,1 0 0,-1 0 1,1-1-1,-1 1 1,1 0-1,-1-1 1,1 1-1,-1 0 0,1-1 1,0 1-1,-1-1 1,1 1-1,0-1 0,0 1 1,-1-1-1,1 0 1,0 1-1,0-1 0,-1 0 1,1 0-1,0 1 1,0-1-1,0 0 0,0 0 1,-1 0-1,1 0 1,0 0-1,0 0 1,0 0-1,1-1 0,5 5 262,-6-3-262,-1 0-1,1-1 1,-1 1-1,1-1 1,-1 1 0,1-1-1,-1 0 1,1 1-1,0-1 1,-1 1-1,1-1 1,0 0-1,0 0 1,-1 1 0,1-1-1,0 0 1,-1 0-1,2 0 1,30 6 589,-29-5-490,6 3 60,234-14 1018,-130 5-1163,43-3 14,284-28 336,-283 25-136,50 0 144,256 0-105,-266 5-257,-68 1-19,-3-1 0,2 1-7,1 0-28,39-1 44,81 1 249,-48-6-125,-42 5 231,-98 7 46,136-6 910,-73-2-1190,-23 3-104,51 1 26,0 1-37,-41-1-20,2 0 11,54-2 31,-12-1-47,-22 1 4,-6 0 27,-13-1-8,-55 3-28,59 4-1,-34 0 6,-62-1-8,102-4 9,-97 2 1,44 2 0,-47 0-5,1 0-1,29-4 1,43-1 10,-54 2 11,67 3 0,-39 2-32,52-7 109,-117 4-70,-14-1-109,-17-1-403,2 2-1702,0-2 1,1 0-1,-42-13 0,2 1-3400,4 4 1345</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29.173"/>
    </inkml:context>
    <inkml:brush xml:id="br0">
      <inkml:brushProperty name="width" value="0.035" units="cm"/>
      <inkml:brushProperty name="height" value="0.035" units="cm"/>
      <inkml:brushProperty name="color" value="#F71A09"/>
    </inkml:brush>
  </inkml:definitions>
  <inkml:trace contextRef="#ctx0" brushRef="#br0">322 1 128,'18'7'1854,"-16"-6"-1585,0 0 0,0 0 0,0 0 0,0 0 0,0 0 0,0 0 0,0-1 0,0 1 0,4 0 0,-5-1 676,0 11 1852,40-6 186,-40-5-2427,8 16 198,-9-16-730,0 1 0,0 0 1,0-1-1,0 1 1,0-1-1,0 1 0,0 0 1,0-1-1,0 1 1,0 0-1,0-1 0,0 1 1,-1 0-1,1-1 1,0 1-1,0-1 0,-1 1 1,1-1-1,-1 1 0,1-1 1,0 1-1,-1-1 1,1 1-1,-1-1 0,1 1 1,-1-1-1,0 1 1,-1 0 119,4 0 21,0 1 1,0-1-1,0 1 1,-1 0-1,1-1 1,0 1-1,1 4 1,-3-6-159,1 0 0,-1 0-1,0 0 1,0 0 0,0 0 0,0 0 0,0 1 0,1-1 0,-1 0 0,0 0-1,0 0 1,0 0 0,0 0 0,0 0 0,0 0 0,0 1 0,0-1-1,0 0 1,1 0 0,-1 0 0,0 0 0,0 0 0,0 1 0,0-1 0,0 0-1,0 0 1,0 0 0,0 0 0,0 0 0,0 1 0,0-1 0,0 0-1,0 0 1,0 0 0,0 0 0,0 1 0,-1-1 0,1 0 0,0 0 0,0 0-1,0 0 1,0 0 0,0 0 0,0 1 0,0-1 0,0 0 0,0 0-1,0 0 1,-1 0 0,1 0 0,0 0 0,0 0 0,0 0 0,0 1 0,0-1-1,0 0 1,1 0-1,-1 0 1,1 0 0,-1 0-1,1 0 1,-1 0-1,0 0 1,1 1 0,-1-1-1,1 0 1,-1 0 0,0 0-1,1 1 1,-1-1-1,0 0 1,1 1 0,-1-1-1,0 0 1,1 1-1,-1-1 1,0 0 0,0 1-1,1-1 1,-1 0-1,0 1 1,0-1 0,0 1-1,0 0 36,0 27 1286,1-26-1221,-1 0 1,0 0-1,0 0 1,0 0-1,0 0 1,-1 0-1,1 0 1,-1 0-1,1 0 1,-1 0-1,0 0 1,1 0-1,-1 0 1,-2 2-1,2-1 17,0 0 0,1 0 0,-1 1 0,1-1 0,0 0 0,0 0 0,0 1 0,0-1 0,1 6 0,0 2 509,-1-9-583,-1 0 1,1 0 0,0 0 0,0 0-1,1 0 1,-1 0 0,0 0 0,1 0 0,-1 0-1,1 0 1,-1 0 0,1-1 0,0 1-1,2 3 1,-2-3-25,-1-1 0,1 1 1,0-1-1,-1 0 0,0 1 0,1-1 0,-1 1 1,0-1-1,0 1 0,0-1 0,0 1 0,0 0 0,0-1 1,0 1-1,0-1 0,-1 1 0,0 1 0,-10 23 473,10-24-419,-1 1 1,1 0 0,0 0 0,0-1 0,0 1-1,0 0 1,1 0 0,-1 0 0,1 0 0,0 0-1,0 4 1,1 42 1159,0-22-599,-17-7-441,16-19-196,0-1 0,0 0 0,-1 0 0,1 1 0,0-1 0,0 0 0,0 1 1,0-1-1,-1 0 0,1 0 0,0 1 0,0-1 0,0 0 0,0 1 0,0-1 0,0 0 1,0 1-1,0-1 0,0 0 0,0 1 0,0-1 0,0 0 0,0 1 0,0-1 0,0 0 0,0 1 1,1-1-1,-1 1 2,0-1 0,0 0 0,0 1-1,0-1 1,0 0 0,0 1 0,1-1 0,-1 0 0,0 1 0,0-1 0,0 0 0,0 1 0,0-1 0,-1 0 0,1 1 0,0-1 0,0 0 0,0 1 0,0-1 0,0 0 0,0 1-1,0-1 1,-1 0 0,1 0 0,0 1 0,0-1 0,-1 0 0,1 1 1,-1-1 0,1 1 0,-1-1 0,1 1 0,-1-1 0,1 1-1,-1 0 1,1-1 0,0 1 0,-1-1 0,1 1 0,0 0 0,0-1 0,-1 1 0,1 0 0,0-1 0,0 1 0,0 0-1,0-1 1,0 1 0,0 0 0,0 0 0,0-1 0,0 1 0,0 0 0,0-1 0,1 2 0,-1-1 17,0 0 1,0 0-1,0 0 1,0 0-1,1 0 1,-2 0-1,1 0 1,0 0-1,0 0 1,0 0-1,0 0 1,-1 0-1,1 0 1,0 0-1,-1 0 1,1 0-1,-1 1 1,-2 0 27,3-1-31,-1-1 0,1 1 0,-1-1 0,1 1 0,0 0 0,-1-1-1,1 1 1,0 0 0,-1-1 0,1 1 0,0 0 0,0-1 0,-1 1 0,1 0-1,0-1 1,0 1 0,0 0 0,0 0 0,0-1 0,0 2 0,-8 24 561,8 24 457,0-49-1030,-1 0-1,1 0 0,0-1 0,0 1 1,-1 0-1,1 0 0,0 0 0,-1 0 1,1 0-1,-1 0 0,1-1 0,-1 1 1,0 0-1,1 0 0,-1-1 0,-1 2 1,1-1-2,1-1 1,-1 1-1,0 0 1,1 0 0,-1-1-1,0 1 1,1 0-1,-1 0 1,1 0 0,-1 0-1,1 0 1,0 0-1,-1 0 1,1-1 0,0 1-1,-1 2 1,1 155 979,-4-150-950,4-8-34,0 0-1,-1 0 0,1 1 1,0-1-1,-1 0 1,1 0-1,0 1 0,-1-1 1,1 0-1,0 1 0,0-1 1,0 0-1,-1 1 1,1-1-1,0 1 0,0-1 1,0 0-1,0 1 1,0-1-1,0 1 0,0-1 1,0 0-1,0 1 1,0 0-1,-9 30 175,0-3 73,10-26-227,-1 0 1,0 0 0,0 0 0,0 0-1,0 0 1,-1 0 0,1 0 0,-1 0-1,1 0 1,-1-1 0,1 1 0,-1 0-1,0 0 1,-2 3 0,3-4-20,-1 0 1,1 0 0,0 0-1,-1 0 1,1 0 0,0 0-1,0 0 1,0 0 0,0 0-1,0 0 1,0 0-1,0 0 1,0 0 0,0 0-1,0 0 1,1 1 0,-1-2-4,0 1 1,0 0-1,1-1 1,-1 1 0,0-1-1,0 1 1,0 0 0,0-1-1,0 1 1,0-1-1,0 1 1,0 0 0,0-1-1,0 1 1,-1-1-1,1 1 1,0-1 0,0 1-1,0 0 1,-1-1 0,1 1-1,-1 0 1,0 0 2,1-1 0,-1 1-1,0 0 1,1 0 0,-1 0 0,0 0 0,1-1 0,-1 1 0,1 0-1,-1 0 1,1 0 0,0 0 0,0 1 0,-1-1 0,1 0 0,0 0 0,0 0-1,0 0 1,0 0 0,0 0 0,0 0 0,0 0 0,1 2 0,-1 6 46,-3 0-8,2-8-31,0 1 0,1-1 0,-1 0 0,0 1 0,1-1 0,-1 0 0,1 1 0,0-1 0,0 1 0,-1-1 0,1 2 0,0-1-7,0 0-2,1-1 1,-1 0-1,0 0 0,0 0 1,0 0-1,0 0 1,0 0-1,-1 0 1,1 0-1,0 0 1,0 0-1,-1 0 0,1 0 1,0 0-1,-1 0 1,1 0-1,-1 0 1,0 0-1,1 0 1,-1-1-1,-1 3 1,2-3-2,-1 0 0,1 1 1,0-1-1,0 0 0,-1 1 1,1-1-1,0 1 0,0-1 1,0 1-1,0-1 0,-1 1 1,1-1-1,0 0 0,0 1 1,0-1-1,0 1 0,0-1 1,0 1-1,0-1 0,0 1 1,0-1-1,1 1 0,-1-1 1,0 1-1,-1 10 40,-1-7-20,1-1 0,0 1-1,-1-1 1,1 1 0,0 0-1,1 0 1,-1-1 0,1 1-1,0 0 1,0 0 0,0 0-1,0 0 1,1 4 0,0 17 32,-3-21-55,1-3 4,0 0 1,1 0-1,-1 0 0,0 0 1,1 0-1,-1 1 0,1-1 1,-1 0-1,1 1 0,0-1 1,0 0-1,-1 0 0,1 2 1,0-3-2,0 1 0,1-1 0,-1 0-1,0 0 1,0 1 0,0-1 0,0 0 0,0 1 0,0-1 0,0 0 0,0 0 0,0 1 0,0-1 0,0 0 0,0 1 0,0-1 0,0 0 0,0 0 0,0 1 0,-1-1 0,1 0 0,0 0 0,0 1 0,0-1 0,0 0 0,0 0-1,-1 0 1,1 1 0,0-1 0,0 0 0,0 0 0,-1 0 0,1 1 0,-14 11 16,13 33 49,1-37-101,-1-6 26,-7 14 43,8 38 34,-3-49-87,3-4 20,-1-1-1,1 0 1,-1 1 0,1-1-1,-1 0 1,1 1 0,0-1-1,-1 1 1,1-1 0,0 1-1,-1-1 1,1 1 0,0-1-1,0 1 1,-1-1 0,1 1-1,0-1 1,0 1-1,0-1 1,0 1 0,0-1-1,0 1 1,0 0 0,0-1-1,0 1 1,0-1 0,0 1-1,0-1 1,0 1 0,1 0-1,-1 0 0,0 0-1,0 0 0,0 0 0,-1 0 0,1 0 0,0 0 1,0 0-1,0 0 0,-1 0 0,1 0 0,0 0 1,-1 0-1,1 0 0,-1 0 0,1 0 0,-1-1 0,0 1 1,1 0-1,-2 1 0,1-1 3,0 0 1,0 0-1,0 0 1,0 1-1,0-1 0,1 0 1,-1 1-1,0-1 1,1 0-1,-1 1 1,1-1-1,0 1 0,-1-1 1,1 1-1,0-1 1,0 1-1,0-1 1,0 1-1,0 1 0,1 7-52,-1-8 52,1 1 0,-1-1 1,0 1-1,0 0 0,0-1 0,0 1 0,0 0 1,-1-1-1,1 1 0,-1-1 0,0 1 1,1-1-1,-1 1 0,-1-1 0,-1 5 1,3-7-3,-1 0 0,1 0 0,0 0 1,0 0-1,0 0 0,-1 1 0,1-1 1,0 0-1,0 0 0,0 0 0,0 1 1,-1-1-1,1 0 0,0 0 0,0 1 1,0-1-1,0 0 0,0 0 0,0 1 0,0-1 1,0 0-1,0 0 0,0 1 0,0-1 1,0 0-1,0 1 0,0-1 0,0 0 1,0 0-1,0 1 0,0-1 0,0 0 1,0 1-1,0 1 0,-4 3-1,3-4 1,0 0-1,-1 0 0,1 1 1,0-1-1,0 0 0,0 1 1,1-1-1,-1 1 1,0-1-1,0 1 0,0 1 1,-1 0-7,1-2 6,1 0 0,-1 0-1,0 1 1,1-1 0,-1 0 0,1 0 0,-1 0 0,1 1 0,-1-1 0,1 0-1,0 1 1,0-1 0,-1 2 0,0 1 0,-5 8 8,6-11-6,0-1-1,0 1 0,0-1 0,-1 1 0,1-1 0,0 1 0,0-1 0,-1 1 0,1-1 0,0 1 0,-1-1 0,1 0 0,0 1 0,-1-1 0,1 0 0,-1 1 0,1-1 1,0 0-1,-1 1 0,1-1 0,-1 0 0,1 0 0,-1 0 0,1 1 0,-2-1 0,-1 2 0,2-2 1,0 0 0,0 0 1,1 1-1,-1-1 0,0 0 0,1 1 1,-1-1-1,0 0 0,1 1 0,-1-1 0,0 1 1,1 0-1,-1-1 0,1 1 0,-1-1 1,1 1-1,-1 0 0,1-1 0,-1 1 1,1 0-1,0 0 0,-1-1 0,1 1 0,0 1 1,-9 14 18,9-15-22,0 0 1,1-1-1,-1 1 1,0-1-1,0 1 0,0 0 1,0-1-1,0 1 1,0-1-1,0 1 1,0 0-1,0-1 1,0 1-1,0-1 0,-1 1 1,1-1-1,0 1 1,0 0-1,0-1 1,-1 1-1,1-1 1,0 1-1,-1-1 0,1 1 1,-1-1-1,1 0 1,-1 2-1,0-2 3,1 0 0,-1 1 0,1-1 0,-1 1 0,1-1 0,0 1-1,-1-1 1,1 1 0,0 0 0,-1-1 0,1 1 0,0-1 0,0 1 0,0 0 0,-1-1-1,1 1 1,0 0 0,0-1 0,0 1 0,0 0 0,0-1 0,0 1 0,0 0-1,0-1 1,1 1 0,-1-1 0,0 2 0,-3 3 17,3-5-17,-1 0 0,1 0 0,0 1 0,-1-1-1,1 0 1,0 0 0,-1 1 0,1-1 0,0 0 0,-1 1-1,1-1 1,0 0 0,0 1 0,-1-1 0,1 0 0,0 1-1,0-1 1,0 1 0,0-1 0,0 0 0,-1 1 0,1-1-1,0 1 1,0-1 0,0 1 0,0-1 0,0 0 0,0 1-1,0-1 1,1 1 0,-1 0-1,0-1 0,0 0 0,0 1 0,0-1 0,0 1 0,0-1 0,0 0 0,-1 1 0,1-1 0,0 0 0,0 1 0,0-1 0,0 0 0,0 1 0,-1-1 0,1 0 0,0 1 0,0-1 0,-1 0 0,1 1 0,0-1 0,0 0 0,-1 0 0,1 1 0,0-1 0,-1 0 0,-3 7-20,-4 9 11,7-15 9,0 0-1,0 1 0,0-1 1,0 1-1,1-1 0,-1 1 1,0-1-1,1 1 0,-1 0 1,1-1-1,-1 1 0,1 2 1,0-4-4,0 1 0,0 0 0,0 0 0,0 0 0,0 0 0,0-1 0,0 1 1,0 0-1,0 0 0,0 0 0,0-1 0,0 1 0,-1 0 0,1 0 0,0 0 0,-1-1 0,1 1 1,-1 0-1,1 0 0,0-1 0,-1 1 0,0 0 0,1-1 0,-1 1 0,-1 0 0,1 1-5,1-1 13,0 1-1,0-1 1,0 0-1,0 1 1,0-1-1,0 0 1,0 0-1,0 1 1,0-1-1,-1 0 1,1 0-1,-1 1 1,1-1-1,-1 0 1,1 0 0,-1 0-1,0 0 1,1 0-1,-2 1 1,1 4-14,0-1 1,1 0 0,-1 1-1,2 9 1,-1-12-14,0-2 21,0-1 0,0 1 0,0-1 0,0 1-1,-1-1 1,1 1 0,0-1 0,0 1 0,0 0-1,0-1 1,1 1 0,-1-1 0,0 1 0,0-1-1,0 1 1,0-1 0,0 1 0,1-1 0,-1 1 0,0-1-1,0 1 1,1-1 0,-1 1 0,0-1 0,1 0-1,-1 1 1,1-1 0,-1 0 0,0 1 0,1-1-1,-1 0 1,1 1 0,0-1 0,-1 1 3,1-1-1,-1 0 0,0 0 1,1 1-1,-1-1 0,0 0 0,0 0 0,0 1 1,1-1-1,-1 0 0,0 1 0,0-1 0,0 0 1,0 1-1,0-1 0,1 1 0,-1-1 0,0 0 1,0 1-1,0-1 0,0 0 0,0 1 0,0-1 1,0 1-1,-1 0 0,1-1 2,11 10 42,-10-10-43,0 1 0,0-1 0,0 1 0,0-1-1,0 1 1,-1-1 0,1 1 0,0 0 0,-1-1 0,1 1 0,0 0 0,-1 0-1,1-1 1,-1 1 0,1 0 0,-1 0 0,1 0 0,-1 0 0,0 0-1,1 2 1,0-2-2,0 1 0,0-1-1,0 0 1,0 1 0,0-1 0,0 0-1,0 0 1,0 0 0,1 0-1,-1 0 1,0 0 0,3 1-1,4 4 5,-2 5 1,-5-9 2,-1-1 0,1 1 0,0-1 0,0 0 0,0 1 0,0-1 0,0 0 0,0 0 0,0 0 0,0 0 0,0 0 0,2 1 0,-2-1-3,0 0 0,0-1 0,0 1 0,0 0-1,0 0 1,0 0 0,0 0 0,-1 0 0,1 0 0,0 0-1,0 0 1,-1 0 0,1 0 0,-1 1 0,1-1 0,0 2-1,1 25-71,-2-26 54,0-2 16,0 0-1,0 0 0,-1 1 0,1-1 0,0 0 0,0 0 1,0 0-1,0 0 0,0 0 0,0 0 0,0 0 1,0 1-1,0-1 0,0 0 0,0 0 0,0 0 1,0 0-1,0 0 0,0 0 0,0 1 0,0-1 0,0 0 1,0 0-1,0 0 0,0 0 0,0 0 0,0 0 1,0 0-1,1 1 0,-1-1 0,0 0 0,0 0 1,0 0-1,0 0 0,0 0 0,0 0 0,0 0 0,0 0 1,0 0-1,1 0 0,-1 0 0,0 1 0,0-1 1,0 0-1,0 0 0,0 0 0,0 0 0,0 0 1,1 0-1,-1 0 0,0 0 0,0 0 0,0 0 0,0 0 1,0 0-1,0 0 0,1 0 0,-1 0 0,0 0 1,0 0-1,0-1 0,4 2 6,-3 10 22,8 16-23,-9-16 20,1-6-20,-1 0 1,0-1-1,0 1 1,-1 0-1,1-1 1,-1 1 0,0 0-1,0-1 1,-3 7-1,3-8 7,0 1-1,0 0 1,1-1 0,-1 1 0,1-1-1,0 1 1,0 0 0,0-1-1,2 6 1,-2 4 31,-16 8-18,6-8 37,6-6-31,4-6-29,0-1 0,-1 0 0,1 0 0,0 1-1,-1-1 1,1 0 0,0 1 0,0-1 0,-1 0 0,1 1 0,0-1 0,0 0 0,-1 1 0,1-1 0,0 1 0,0-1 0,0 0 0,0 1 0,0-1 0,0 1 0,0-1 0,0 0 0,0 1 0,0 0 0,-1 0 4,1 1 1,0-1-1,-1 1 1,1-1-1,-1 1 1,1-1-1,-1 1 1,0-1 0,0 0-1,0 1 1,-1 1-1,1-2 0,0 0-1,0 0 1,0 0-1,0 1 0,1-1 1,-1 0-1,0 1 1,1-1-1,-1 1 1,1-1-1,-1 3 1,-2 6 35,-2 8-9,5-14-11,0-1-1,0 1 0,0 0 1,-1 0-1,1 0 1,-1-1-1,0 1 0,0 0 1,-3 5-1,3-5 9,0 0 0,1 0 0,-1 1 0,0-1 0,1 0 0,0 0 0,0 0 0,1 1-1,0 3 1,0 11 25,-1-15-51,0-1 0,0 1 0,1-1 0,-1 1 1,1-1-1,0 0 0,0 1 0,2 5 0,-1-7 1,-1 0 0,0 1-1,0-1 1,0 1 0,0-1 0,0 1 0,0-1-1,-1 1 1,1 0 0,-1 0 0,0-1 0,1 1-1,-2 3 1,5 9 69,1 8 17,-5-17-90,0-3 0,-1-1 0,1 1 0,0-1 0,1 1 0,-1-1 0,0 0 0,1 1 0,-1-1 0,1 1 0,0-1 0,0 0 0,-1 0 0,3 4 0,-1-4 0,-1 0 0,0 1 0,1-1 0,-1 1 0,0-1 0,-1 1 0,1 0 0,0 3 0,-1 8 0,-1-12 0,1 0 0,0 0 0,0 0 0,0 1 0,0-1 0,0 0 0,0 0 0,0 1 0,1-1 0,-1 0 0,1 0 0,-1 0 0,1 0 0,0 0 0,0 0 0,0 0 0,0 0 0,2 2 0,-1-2 0,0 1 0,-1-1 0,1 1 0,-1-1 0,0 1 0,0 0 0,0 0 0,1 2 0,4 11 0,-3-11 0,-3-4 0,1 0 0,-1 0 0,1 0 0,-1 0 0,1 0 0,-1 0 0,0 0 0,1 0 0,-1 0 0,0 0 0,0 1 0,0-1 0,0 0 0,0 1 0,9 25 0,-9-11 0,1-11 0,-1 1 0,0-1 0,0 1 0,-1-1 0,1 0 0,-1 1 0,0-1 0,-1 1 0,-1 4 0,1 5 0,3-14 0,-1-1 0,0 1 0,0 0 0,0-1 0,0 1 0,0 0 0,0-1 0,0 1 0,0 0 0,0-1 0,0 1 0,0 0 0,0-1 0,-1 1 0,1 0 0,0-1 0,0 1 0,-1 0 0,-1 2 0,0-1 0,0 0 0,1 0 0,-1 1 0,1-1 0,0 1 0,0-1 0,0 1 0,0-1 0,-1 6 0,2-6 0,0 0 0,-1-1 0,1 1 0,0 0 0,-1-1 0,1 1 0,-1 0 0,1-1 0,-1 1 0,0-1 0,-1 4 0,0-3 0,1 0 0,-1 1 0,1-1 0,0 1 0,0-1 0,1 1 0,-1 0 0,0-1 0,1 1 0,0 0 0,-1 0 0,1 3 0,-4 4 0,4-9 0,-1 0 0,1-1 0,-1 1 0,1-1 0,0 1 0,-1 0 0,1 0 0,0-1 0,-1 1 0,1 0 0,0-1 0,0 1 0,0 0 0,0 0 0,0-1 0,0 2 0,0 1 0,0-1 0,0 0 0,0 0 0,0 1 0,-1-1 0,1 0 0,0 0 0,-1 0 0,0 0 0,1 1 0,-1-1 0,0 0 0,0 0 0,0 0 0,-2 2 0,2-1 0,0-1 0,0 0 0,0 1 0,1-1 0,-1 1 0,1-1 0,0 1 0,0-1 0,0 0 0,0 1 0,0-1 0,0 1 0,1-1 0,-1 1 0,2 2 0,1 25 0,-3-23 0,0-1 0,0 1 0,-1 0 0,0-1 0,0 1 0,0-1 0,-5 12 0,1-7 0,1 0 0,0 0 0,1 0 0,0 0 0,1 1 0,0 0 0,0 13 0,-6 18 0,8 271 0,-9-276 0,9 153 0,-9-153 0,9-35 0,1 0 0,-2 0 0,1 0 0,0 0 0,-1 0 0,1 0 0,-1 0 0,0 0 0,0 0 0,-2 5 0,-6 24 0,1 1 0,4-27 0,1-1 0,1 1 0,-1 0 0,1 0 0,0 0 0,-1 8 0,-1 1 0,-1 8 0,5-17 0,1-4 0,-1 1 0,0-1 0,0 1 0,0-1 0,-1 0 0,1 1 0,0-1 0,-1 1 0,0-1 0,1 0 0,-1 1 0,0-1 0,-2 3 0,1-2 0,0 1 0,4 16 0,-2-14 0,0-1 0,1-4 0,-1-1 0,0 0 0,0 0 0,0 1 0,0-1 0,0 0 0,0 0 0,0 1 0,1-1 0,-1 0 0,0 1 0,0-1 0,0 0 0,0 1 0,0-1 0,-1 0 0,1 0 0,0 1 0,0-1 0,0 0 0,0 1 0,0-1 0,0 0 0,0 0 0,0 1 0,-1-1 0,1 0 0,0 0 0,0 1 0,0-1 0,-1 0 0,1 0 0,0 0 0,0 0 0,-1 1 0,1-1 0,0 0 0,0 0 0,-1 0 0,1 0 0,0 0 0,0 0 0,-1 1 0,1-1 0,-1 0 0,1 0 0,0 0 0,0 0 0,0 0 0,-1 0 0,1 0 0,0 0 0,0 0 0,0 0 0,0 0 0,0 0 0,-1 0 0,1 0 0,0 0 0,0 0 0,0 1 0,0-1 0,0 0 0,-1 0 0,1 0 0,0 0 0,0 0 0,0 0 0,0 1 0,0-1 0,0 0 0,0 0 0,0 0 0,0 0 0,-1 1 0,1-1 0,0 0 0,0 0 0,0 0 0,0 0 0,0 1 0,0-1 0,0 0 0,0 0 0,0 0 0,0 0 0,0 1 0,0-1 0,1 0 0,-1 0 0,0 1 0,-2 4 0,-3 0 0,3 1 0,3 1 0,-2-6 0,-6 3 0,5 0 0,2 2 0,2-2 0,-2-4 1,0 0 0,0 0-1,1 1 1,-1-1 0,0 0 0,0 0-1,0 0 1,0 0 0,1 0 0,-1 0-1,0 0 1,0 0 0,1 0 0,-1 0-1,0 0 1,0 0 0,0 0 0,1 0-1,-1 0 1,0 0 0,0 0 0,0 0-1,1 0 1,-1 0 0,0 0 0,0 0-1,0 0 1,1 0 0,-1 0 0,0-1-1,0 1 1,0 0 0,0 0 0,1 0 0,-1 0-1,0 0 1,0-1 0,0 1 0,0 0-1,0 0 1,2-4-156,2-3-1700,0 1-1,1 0 1,0 0 0,7-7 0,-6 6-1216,1 0 0,-2 0 0,7-9 1,4-6-3429</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31.455"/>
    </inkml:context>
    <inkml:brush xml:id="br0">
      <inkml:brushProperty name="width" value="0.035" units="cm"/>
      <inkml:brushProperty name="height" value="0.035" units="cm"/>
      <inkml:brushProperty name="color" value="#F71A09"/>
    </inkml:brush>
  </inkml:definitions>
  <inkml:trace contextRef="#ctx0" brushRef="#br0">1 223 240,'10'0'2821,"42"6"1253,-39-2-3082,-12-3-879,0 0 0,0 0 0,1-1 0,-1 1 0,1-1 0,-1 1 0,0-1 0,1 1 0,-1-1 0,1 0 0,2 0 0,-4 1-60,1-1 0,0 0 0,0 0-1,0 0 1,0 1 0,-1-1-1,1 0 1,0 1 0,0-1 0,-1 0-1,1 1 1,0-1 0,-1 1-1,1-1 1,0 1 0,-1 0 0,1-1-1,-1 1 1,1 0 0,0 0-19,-1 0 1,1-1 0,-1 1 0,0-1 0,1 1-1,-1-1 1,1 0 0,0 1 0,-1-1-1,1 1 1,-1-1 0,1 0 0,-1 1 0,1-1-1,0 0 1,-1 0 0,1 0 0,1 1-1,9 5 1065,-7-4-940,-1-1 0,1 1 0,0-1 0,0 0 0,0 0 0,0 0 0,4 0 0,17 4 378,-18-4-404,0 0-1,1 0 1,0 0 0,-1-1 0,1 0 0,10-2-1,33 1 388,10 5 62,0-2 0,76-9-1,-68 3-261,634-30 1532,225-13-448,-772 38-1222,193-5 221,-85 0-86,1 1-4,88-8 150,-228 10-252,264-21 14,-274 26-157,110-5-17,-85 6-35,34-2-9,345-4 2,-364 12 88,-163-1-151,-153-6-4818,136 3 1210,0-2 0,-32-9 0,30 4-703</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33.692"/>
    </inkml:context>
    <inkml:brush xml:id="br0">
      <inkml:brushProperty name="width" value="0.035" units="cm"/>
      <inkml:brushProperty name="height" value="0.035" units="cm"/>
      <inkml:brushProperty name="color" value="#F71A09"/>
    </inkml:brush>
  </inkml:definitions>
  <inkml:trace contextRef="#ctx0" brushRef="#br0">652 1 160,'0'0'107,"1"0"0,-1 0-1,0 0 1,1 0 0,-1 0 0,0 0-1,1 0 1,-1 0 0,0 0 0,1 1-1,-1-1 1,0 0 0,1 0-1,-1 0 1,0 1 0,0-1 0,1 0-1,-1 0 1,0 1 0,0-1 0,1 0-1,-1 1 1,-4 1 291,3-2-325,0 0 0,1 1 0,-1-1 1,0 0-1,1 0 0,-1 1 1,0-1-1,1 0 0,-1 1 0,1-1 1,-1 1-1,1-1 0,-1 1 1,1-1-1,-1 1 0,1-1 0,-1 1 1,1-1-1,0 1 0,-1 0 1,1 0 136,-9 5 928,10-5-1056,-1 0-1,0 0 1,0-1 0,0 1-1,0 0 1,0 0 0,0 0 0,0 0-1,0-1 1,-1 1 0,1 0-1,0 0 1,0 0 0,-1-1 0,1 1-1,0 0 1,-1 0 0,1-1-1,-1 1 1,1 0 0,-1-1 0,1 1-1,-1-1 1,1 1 0,-2 0-1,1 1 132,1 1-1,-1-1 1,1 0 0,0 1-1,-1-1 1,1 1-1,0-1 1,0 0-1,1 1 1,-1 2-1,1 0 167,-2-3-256,1 1 0,-1 0 1,0 0-1,0-1 0,0 1 0,0 0 1,0-1-1,-1 1 0,1-1 0,-1 1 1,1-1-1,-1 0 0,0 0 0,0 0 0,0 0 1,0 0-1,-4 2 0,3-1-12,0-1-1,0 1 1,1 0 0,-1 0-1,0 0 1,1 1 0,-4 6-1,-17 17 378,17-14-236,4-9-171,0 0 0,0 0 0,1 1 0,-1-1 0,1 0 0,0 1 0,-1 7 1,2-10-50,0 1 1,-1-1-1,1 0 1,-1 1 0,0-1-1,0 0 1,0 1-1,0-1 1,-1 3 0,0-3 11,1 0-1,0 0 1,0 1 0,0-1 0,0 1 0,1-1 0,-1 1 0,1-1 0,-1 4 0,0-2 49,1 1 0,-1-1 0,0 0 1,0 0-1,0 0 0,-5 8 0,-2 11 294,-32 151 1289,37-148-1464,3-19-90,-1 0 0,0 0 0,0 0 0,-4 10 0,-6 16 978,-14 57 0,23-81-926,0 0 0,-1-1 0,-6 13-1,6-13-61,-1 1 0,1-1-1,-3 14 1,-14 74 399,3-26-159,-6 2-58,3 7-98,2-7-59,-17 49 144,28-96-208,5-19-40,1 1 0,-1-1 0,1 0 1,0 0-1,-1 7 0,2 146 1373,9-90-693,-9 137 557,9-163-1110,-9-39-150,0-1 1,1 1-1,0-1 0,0 1 1,0-1-1,0 1 0,3 5 1,-3-6-4,0 0 1,1 1 0,-1-1-1,0 0 1,0 1 0,-1 0-1,1 5 1,0-2 6,-1 0 1,2-1-1,-1 1 1,3 9-1,-1-9 2,-1 0 0,-1 1 0,1-1 0,0 12 0,-2-16-13,0-1 1,1 1 0,-1-1 0,1 1-1,0-1 1,-1 1 0,1-1-1,1 1 1,0 1 0,0-1-2,-1-1 0,0 0 0,0 1 0,0-1 0,0 1 0,-1-1 0,1 1 0,-1-1 0,1 3 0,8 40 23,-9-38-21,0 5 28,0-1 0,-1 1 0,0-1 0,-5 21 1,-5 13 9,8-31-23,0 1 0,1-1 0,1 1 0,1-1-1,1 21 1,0-2 10,-1-30-23,0 0 1,0-1 0,1 1 0,0 0 0,-1-1 0,1 1-1,0 0 1,0-1 0,2 4 0,-2-4 2,1 1 0,-1-1 0,0 1 0,0 0 0,0-1 0,-1 1 0,1 0 0,-1 0 0,1 3 0,-1 5 166,0 1 1,0 0-1,-1-1 0,-1 1 0,0-1 0,-1 1 1,-5 15-1,5 6-66,0-26-102,-19 39 152,20-42-129,1 0-1,-1 0 1,0 1 0,1-1 0,0 0 0,-1 7 0,-2 8 103,2-13-84,1 0 0,0 0 0,0 1 0,1-1 0,0 1 0,1 9 0,-1-11-49,1 1 0,-1-1 0,0 1 0,-1-1 0,1 1 0,-1-1 0,0 1 0,-2 5 0,-9 32 100,6-30-61,5-11-32,-1 0 1,1 0 0,0 0 0,0 1 0,0-1 0,0 0 0,1 1 0,-1-1 0,0 3-1,0 2-3,0-1 0,-1 1 0,0-1 0,0 1-1,-1-1 1,0 0 0,0 0 0,0-1-1,-1 1 1,-6 8 0,6-8 7,1 0-1,0-1 1,0 1 0,0 1 0,1-1-1,0 0 1,0 1 0,1-1 0,-1 1 0,1-1-1,1 1 1,0 10 0,-1-14-11,1 0 0,0-1 0,-1 1 0,0-1 0,1 1 0,-1-1 0,0 1 0,0-1 0,-2 3 0,2-3 3,-1 0 0,1 0 0,0 1 1,0-1-1,1 1 0,-1-1 0,0 1 0,1-1 1,-1 4-1,-7 37 121,8-29-71,0-6-9,0 0 1,0-1-1,0 1 1,-1 0-1,-1 0 1,-3 13-1,2-2 22,3-18-62,0 1 1,0-1-1,0 1 0,0-1 1,0 1-1,-1-1 1,1 1-1,0-1 1,-1 1-1,1-1 0,-1 1 1,0-1-1,0 1 1,-1 1-1,-8 13-4,9-13 0,-1 0 0,1 0 0,-1-1 0,0 1 0,0-1 0,-4 5 0,-8 11 0,13-15 0,0-1 0,-1 1 0,0-1 0,0 0 0,0 1 0,0-1 0,0 0 0,-5 3 0,5-2 0,0 0 0,0-1 0,0 1 0,0 0 0,1 0 0,-1 0 0,1 1 0,0-1 0,-2 5 0,-3 7 0,4-10 0,0 0 0,1-1 0,-1 1 0,1 0 0,0 0 0,0 0 0,1 10 0,0-11 0,1 0 0,0 0 0,1-1 0,-1 1 0,0 0 0,1-1 0,3 6 0,-3-6 0,0 1 0,0-1 0,-1 1 0,1-1 0,-1 1 0,0 0 0,1 5 0,6 23 0,-7-29 0,-1-1 0,0 1 0,1-1 0,0 1 0,-1-1 0,1 1 0,0-1 0,0 1 0,2 2 0,-2-3 0,1 0 0,-1 1 0,0-1 0,0 0 0,-1 1 0,1-1 0,0 1 0,-1-1 0,1 4 0,-1 38 0,3-37 0,-3-6 0,1 0 0,0 0 0,-1 0 0,1 0 0,-1 0 0,1 1 0,-1-1 0,1 0 0,-1 1 0,0-1 0,0 0 0,1 0 0,-1 1 0,0 1 0,10 28 0,-9-29 0,-1-1 0,1 0 0,0 1 0,0-1 0,-1 0 0,1 1 0,-1-1 0,1 1 0,-1-1 0,0 1 0,1-1 0,-1 1 0,0 2 0,1 3 0,1-7 0,2 2 0,-2 16 0,-2-18 0,0 0 1,0 0-1,0 1 1,0-1-1,0 0 0,0 0 1,0 0-1,0 0 1,0 0-1,0 0 0,0 0 1,0 0-1,0 1 0,0-1 1,0 0-1,0 0 1,0 0-1,0 0 0,0 0 1,0 0-1,0 0 1,0 0-1,0 1 0,0-1 1,0 0-1,0 0 1,0 0-1,0 0 0,0 0 1,0 0-1,0 0 1,0 0-1,0 1 0,0-1 1,-1 0-1,1 0 0,0 0 1,0 0-1,0 0 1,0 0-1,0 0 0,0 0 1,0 0-1,0 0 1,0 0-1,-1 0 0,1 0 1,0 0-1,0 0 1,0 0-1,0 0 0,0 0 1,0 0-1,0 0 0,0 0 1,-1 0-1,1 0 1,0 0-1,0 0 0,0 0 1,0 0-1,0 0 1,-4 1-14,2 16-112,2-17-49,0 1 0,-1 0-1,1-1 1,0 1 0,0-1 0,0 1 0,-1-1 0,1 1 0,0-1 0,-1 1 0,1-1 0,0 1 0,-1-1 0,1 0 0,-1 1 0,1-1 0,-1 1 0,1-1 0,-1 0 0,1 0-1,-1 1 1,1-1 0,-1 0 0,1 0 0,-1 1 0,1-1 0,-1 0 0,0 0 0,1 0 0,-1 0 0,1 0 0,-1 0 0,0 0 0,0 0 0,0-5-5294,-8-12-465,-1 6 679,-6 0-172</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35.876"/>
    </inkml:context>
    <inkml:brush xml:id="br0">
      <inkml:brushProperty name="width" value="0.035" units="cm"/>
      <inkml:brushProperty name="height" value="0.035" units="cm"/>
      <inkml:brushProperty name="color" value="#F71A09"/>
    </inkml:brush>
  </inkml:definitions>
  <inkml:trace contextRef="#ctx0" brushRef="#br0">617 0 32,'-10'6'1198,"10"-6"-1178,-1 0 1,1 0 0,0 0 0,0 0 0,-1 0-1,1 0 1,0 0 0,-1 0 0,1 0 0,0 0 0,0 0-1,-1 0 1,1 0 0,0 1 0,-1-1 0,1 0-1,0 0 1,0 0 0,-1 0 0,1 1 0,0-1-1,0 0 1,0 0 0,-1 1 0,1-1 0,0 0-1,0 0 1,0 1 0,0-1 0,0 0 0,0 1 0,-1-1-1,1 0 1,0 0 0,0 1 0,0-1 0,0 0-1,0 1 1,0-1 0,0 0 0,0 1 0,0-1-1,0 0 1,0 0 0,1 1 0,-1-1 0,0 1-1,0 0 157,0 16 2279,0-17-2413,0 0 0,0 1 0,-1-1 0,1 0 0,0 0-1,0 1 1,0-1 0,0 0 0,0 1 0,0-1 0,0 0 0,0 1 0,0-1 0,0 0 0,0 0-1,1 1 1,-1-1 0,0 0 0,0 1 0,0-1 0,0 0 0,0 0 0,0 1 0,1-1-1,-1 0 1,0 0 0,0 1 0,0-1 0,1 0 0,-1 0 0,0 0 0,0 1 0,1-1 0,-1 0-1,0 0 1,0 0 0,1 0 0,-1 0 0,0 0 0,1 1 0,-1-1 0,0 0 0,1 0 0,-1 0-1,0 0 1,0 0 0,1 0 0,2 1 506,6 3 743,-9-4-1213,1 0 1,-1 0-1,1 0 1,0 1-1,-1-1 1,1 0-1,-1 0 1,1 1-1,-1-1 1,1 0-1,-1 0 1,1 1-1,-1-1 1,1 1 0,-1-1-1,1 0 1,-1 1-1,0-1 1,1 1-1,-1-1 1,0 1-1,1-1 1,-1 1-1,0-1 1,1 2-1,4 23 1257,-6 37-22,1-40-949,0-20-327,0 0-1,1 0 1,-1 0-1,1 1 1,-1-1 0,1 0-1,0 0 1,0 0-1,2 4 1,-1-4-7,-1-1-1,0 1 0,0 0 1,0 0-1,-1 1 1,1-1-1,0 0 0,-1 0 1,1 4-1,-1-2 33,1 0 1,-1 0-1,1 0 0,0 0 0,0-1 0,3 7 1,-2-6 23,0 1 0,-1-1 1,0 0-1,0 0 0,0 1 0,0 8 1,-1 131 2443,9-99-1990,-9-21-369,1 1 0,0-1 0,2 1 0,8 29 1,-9-43-102,-1 1 0,0-1 0,0 1 1,-3 22-1,0 0 61,2 107 708,-8-86-436,-1 21 325,8-69-628,1-1-1,-2 1 1,1 0 0,-1 0-1,-4 11 1,3-10-35,0-1-1,1 0 1,0 1 0,1-1 0,-1 1 0,1 8 0,0-3-15,0 0-1,-1-1 1,0 1 0,-8 22 0,8-26-27,1 0-1,0 0 0,0 0 0,1 0 1,0 0-1,2 9 0,0 14 50,-2-29-68,0 9 37,0 0 0,-1-1-1,0 1 1,-5 18 0,4-20 3,-1 0-1,1 0 1,1 0 0,-1 15 0,2-21-32,-1 0 1,1 0 0,-1 0-1,0-1 1,0 1-1,-1 0 1,-1 3-1,2-3 0,-1-1-1,1 0 0,0 1 1,0-1-1,0 1 0,0 6 0,-8 29 125,9-33-109,-1-1 0,0 1 0,0-1 0,0 1 0,-3 7 0,2-8 2,0 1 0,0-1 0,1 1 0,0-1 0,0 9 0,0-5-13,0-1 0,-1 0 0,0 0 0,0-1 1,0 1-1,-1 0 0,-1-1 0,-5 12 0,7-15-9,0 0-1,1-1 1,-1 2-1,1-1 0,0 0 1,-1 8-1,-3 11 39,4-19-40,0 0 1,1 0 0,0 0 0,0-1 0,0 1 0,0 5-1,1-5-9,-1 0 0,0 0 0,0-1 0,0 1-1,0 0 1,-2 5 0,-6 36-1,7-38 84,0 1 0,0-1-1,0 0 1,-1 0 0,0 0-1,-1 0 1,-3 7-1,-14 18 1184,-1-2 0,-2 0 0,-40 40 0,43-48-963,-42 39 79,28-27-102,-51 41-1,66-60-159,11-8-87,1 0 0,-1 1 0,1 0 0,1 0 0,0 0 0,0 1 0,0 0 0,1 0 0,0 0 0,1 1 0,0-1 0,1 1 1,0 0-1,0 1 0,1-1 0,0 0 0,0 13 0,2-17-25,1 1 0,-1-1 0,1 1 1,0 0-1,0-1 0,1 0 0,2 7 0,-2-8 10,-1-1-1,1 0 1,-1 0-1,-1 1 0,1-1 1,0 1-1,-1-1 1,0 1-1,0-1 0,-1 1 1,1-1-1,-1 0 1,0 1-1,0-1 1,-3 6-1,3-4-14,0-1 0,0 0 0,1 1 0,0-1 0,0 1 0,0-1 0,1 8 0,0 7 0,-1-11 0,-1-1 0,1 0 0,0 0 0,1 0 0,0 0 0,0 0 0,0 0 0,1-1 0,0 1 0,1 0 0,6 13 0,-7-16 0,1-1 0,-1 1 0,1-1 0,0 0 0,0 0 0,1 0 0,-1-1 0,1 1 0,0-1 0,0 0 0,0 0 0,7 5 0,-6-6 0,-1 1 0,0-1 0,0 0 0,-1 1 0,1 0 0,-1 0 0,1 0 0,-1 0 0,0 0 0,0 1 0,2 4 0,7 3 0,-11-10 0,0-1 0,0 1 0,-1 0 0,1-1 0,0 1 0,0 0 0,0 0 0,-1 0 0,1 0 0,0 0 0,-1 0 0,1 0 0,0 0 0,-1 0 0,0 0 0,1 0 0,-1 0 0,1 2 0,-1 0 0,1-1 0,-1 0 0,1 1 0,-1-1 0,1 0 0,0 0 0,0 0 0,0 1 0,2 2 0,-2-3 0,0 0 0,0 0 0,0 0 0,0 0 0,0 0 0,-1 0 0,1 0 0,0 0 0,-1 3 0,9 23 0,-9-25 0,1 1 0,-1-1 0,1 0 0,0 0 0,0 0 0,0 0 0,2 3 0,-2-2 0,1 0 0,-1 0 0,1 0 0,-1 0 0,0 0 0,-1 0 0,1 6 0,8 28 0,-5-24 0,1 5 0,-5 49 0,-9-35 0,9-31 0,-1 1 0,1-1 0,-1 0 0,0 0 0,0 1 0,0-1 0,0 0 0,0 0 0,0 0 0,-1 0 0,-1 2 0,1-2 0,1 0 0,0 0 0,-1 0 0,1 0 0,0 0 0,0 0 0,0 0 0,0 0 0,1 0 0,-1 1 0,0 2 0,-8 38 0,9-38 0,0-1 0,-1 0 0,0 0 0,0 0 0,0 1 0,-3 5 0,2-6 0,1 1 0,-1-1 0,1 1 0,0 0 0,0-1 0,0 9 0,1-6 0,-1-1 0,0 1 0,0-1 0,0 1 0,-1-1 0,0 0 0,-5 11 0,6-14 0,0-1 0,1 1 0,-1-1 0,1 1 0,0-1 0,-1 1 0,1 0 0,0-1 0,1 1 0,0 3 0,-1-3 0,0 0 0,1-1 0,-1 1 0,0-1 0,0 1 0,-1 0 0,1-1 0,0 1 0,-2 3 0,-21 70 0,22-72 0,0 0 0,0 0 0,1-1 0,-1 1 0,1 0 0,0 0 0,0 0 0,1 5 0,1 16 0,-11-8 0,9 59 0,0-76 0,0 0 0,0 0 0,0 0 0,0 1 0,0-1 0,0 0 0,1 0 0,-1 1 0,0-1 0,0 0 0,0 0 0,0 1 0,0-1 0,0 0 0,-1 0 0,1 1 0,0-1 0,0 0 0,0 0 0,0 1 0,0-1 0,0 0 0,0 0 0,0 1 0,-1-1 0,1 0 0,0 0 0,0 0 0,0 1 0,0-1 0,-1 0 0,1 0 0,0 0 0,0 0 0,0 0 0,-1 1 0,1-1 0,0 0 0,0 0 0,-1 0 0,1 0 0,0 0 0,0 0 0,-1 0 0,-3 3 0,4 16 0,-2-21-307,1 1-1,-1-1 1,0 0 0,0 1 0,-1-1-1,1 1 1,0 0 0,0 0 0,-1 0-1,1 0 1,0 0 0,-1 0 0,1 1-1,-5-1 1,-15-7-2714,9-1-2377,-23-21-1,5 4-2753,14 11 3556</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37.905"/>
    </inkml:context>
    <inkml:brush xml:id="br0">
      <inkml:brushProperty name="width" value="0.035" units="cm"/>
      <inkml:brushProperty name="height" value="0.035" units="cm"/>
      <inkml:brushProperty name="color" value="#F71A09"/>
    </inkml:brush>
  </inkml:definitions>
  <inkml:trace contextRef="#ctx0" brushRef="#br0">808 38 504,'0'-26'5461,"0"25"-4579,7-4 654,-4 3-855,5-2 905,-7 5-1511,0-1 0,-1 1-1,1-1 1,-1 0 0,1 1-1,-1-1 1,1 1 0,-1 0-1,1-1 1,-1 1-1,0-1 1,1 1 0,-1 0-1,0-1 1,1 1 0,-1 0-1,0-1 1,0 1 0,0 0-1,0-1 1,1 1 0,-1 0-1,0-1 1,0 1 0,0 0-1,-1 0 1,1-1 0,0 1-1,0 1 1,0 0-354,-1-1 283,1 1 1,0-1-1,0 0 0,-1 1 1,1-1-1,-1 0 1,0 1-1,1-1 1,-1 0-1,0 0 0,0 0 1,-1 2-1,1-2 2,0 0 0,1 0 0,-1 1 0,0-1 0,0 0 0,0 1 0,1-1 1,-1 1-1,1-1 0,-1 1 0,1-1 0,-1 3 0,1 115 403,1-110-362,0 1 1,1 0-1,-1-1 0,7 18 0,-5-17 4,0-1-1,-1 1 0,0-1 1,1 20-1,-2-21-7,0 1-1,0-1 1,5 16 0,-4-15-1,0 0 1,0 0 0,1 18 0,-3-22-24,1 1-1,0-1 1,0 1 0,0-1 0,3 7 0,-2-7-3,0 1 0,0-1 0,-1 1 0,0 0 0,0 6 0,0 1 28,0 0-1,6 24 1,-4-24-2,-1 0 0,1 24 0,-3 4 174,-2 0 1,-11 67-1,-5-12 262,7-23-190,7-53-224,2 0 1,0 0-1,2 25 0,0-26-49,9 51 9,-9 77 23,-9-98-6,9-43-36,-1 0 0,0 1 0,-1-1 0,1 0-1,-1 1 1,-4 6 0,4-7-3,0 0 0,-1 0 0,2 1-1,-1-1 1,1 0 0,-1 9 0,2-11-2,-1 0-1,1 0 0,-1 1 1,0-1-1,-1 0 1,-1 6-1,1-6 4,0 0 0,1 0 0,0 0 0,0 0 0,0 1 0,0 5 0,1-5 3,-1-1 0,0 0 0,0 1 0,0-1 0,0 0-1,-3 6 1,2-6 0,1 0-1,0 0 1,-1 0 0,1 0-1,1 0 1,-1 6 0,-8 40 50,9 128 140,-9-139-98,9-34-75,-1 0 0,1-1-1,-1 1 1,0 0 0,-1-1 0,1 1-1,-1-1 1,0 0 0,-4 7-1,-28 38 629,16-25-199,10-12-205,0 0 0,0 1 0,1 0 0,1 0-1,0 1 1,-6 21 0,-5 20-113,12-39-110,-2 0 1,1-1 0,-12 18-1,9-16 70,0 1-1,-7 20 0,13-30-47,0 0-1,-1-1 1,-8 13-1,-9 18 93,4-6-50,-9 12 2,10-18-43,13-21-32,0-1 0,0 1 0,0-1 0,1 1 0,-3 6 0,-30 48 149,18-26-156,5-12-15,-2 7 10,-21 37 116,0-11-18,24-37-88,10-16-12,-1 0 0,1 0-1,0 1 1,0-1 0,0 1 0,0-1-1,0 1 1,0-1 0,1 1 0,-1 0-1,0-1 1,1 1 0,0 0 0,-1 2-1,1-1 2,-1-1-1,1 0 1,-1 0-1,1 0 1,-1 1-1,0-1 1,0 0-1,0 0 1,-2 3-1,2-3 1,0 0 0,0 0-1,0 0 1,0 0 0,0 0-1,0 0 1,1 1 0,-1-1 0,0 4-1,1-3 1,0 0 1,-1 0-1,1 0 0,-1 0 0,0 0 0,0 0 1,0 0-1,-2 2 0,1-2 1,1 0 0,0 0 0,0 0 0,0 0 1,0 0-1,0 0 0,1 0 0,-1 4 0,1-2-2,-1 0 0,0 0-1,0 0 1,0 0 0,-1 0 0,1 0-1,-4 6 1,2-6 5,1 0 0,0 1 1,0-1-1,1 1 0,0-1 0,0 1 0,-1 8 0,-7 29 14,1 1-20,8 63 48,-9-74-8,9-32-40,0 5 3,0 1 0,0 0 0,0 0 0,1 0 0,0-1 0,4 13 0,4 23 15,-9-40-17,1 0 1,-1-1 0,1 1 0,-1 0 0,0-1 0,1 1-1,-1 0 1,0-1 0,0 1 0,0 0 0,-1 0 0,1-1-1,-1 3 1,1-3-1,0 1-1,-1 0 1,1-1-1,0 1 1,0 0 0,0 0-1,0-1 1,0 1-1,0 0 1,1-1-1,-1 1 1,1 0-1,0 1 1,2 4-1,0 0-1,0 0 1,-1 0 0,3 12 0,-6-13 11,1 0 1,-1 0 0,0 0 0,-1-1-1,-2 8 1,2-7 5,0 0 0,1 0-1,0 1 1,0-1 0,-1 9-1,2 87 789,9-69-787,-9 48 245,0-80-224,-9-2-606,1 0 3,-1 0 0,1-1 1,-1 0-1,1-1 0,0 0 0,0 0 0,0 0 0,-8-6 0,-12-8-4371,-27-20-1,29 16 766</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39.700"/>
    </inkml:context>
    <inkml:brush xml:id="br0">
      <inkml:brushProperty name="width" value="0.035" units="cm"/>
      <inkml:brushProperty name="height" value="0.035" units="cm"/>
      <inkml:brushProperty name="color" value="#F71A09"/>
    </inkml:brush>
  </inkml:definitions>
  <inkml:trace contextRef="#ctx0" brushRef="#br0">617 29 856,'0'-1'119,"0"1"0,0-1 0,1 0-1,-1 1 1,0-1 0,0 1 0,0-1-1,1 1 1,-1-1 0,0 1 0,1-1 0,-1 1-1,0-1 1,1 1 0,-1-1 0,1 1 0,-1-1-1,1 1 1,-1 0 0,1-1 0,-1 1 0,1 0-1,0-1 1,0 1-60,-1 0-1,1 0 0,-1-1 1,1 1-1,-1 0 1,1-1-1,-1 1 0,0 0 1,1 0-1,-1-1 1,1 1-1,-1-1 0,0 1 1,1 0-1,-1-1 1,0 1-1,0-1 0,1 1 1,-1-1-1,0 1 1,0-1-1,0 0 0,1 1 55,-1-1 0,0 1-1,1-1 1,-1 1-1,1-1 1,-1 1-1,1-1 1,-1 1-1,0 0 1,1-1 0,0 1-1,-1 0 1,1-1-1,-1 1 1,1 0-1,-1 0 1,1 0-1,-1-1 1,1 1 0,0 0-1,-1 0 1,1 0-1,0 0 1,0 0 13,-1 0 1,1 0 0,-1 0-1,0 0 1,1 0 0,-1 0-1,1 0 1,-1 0 0,1 0-1,-1 0 1,0 0-1,1 0 1,-1 0 0,1 0-1,-1 0 1,0 0 0,1 0-1,-1 0 1,1 1 0,-1-1-1,0 0 1,1 0-1,-1 1 1,0-1 0,1 0-1,-1 0 1,0 1 0,1-1-1,-1 0 1,0 1 0,0-1-1,0 1 1,1-1-1,-1 0 1,0 1 0,0-1-1,0 1 1,-8 63 136,-1-4-47,9-39-114,1 0-1,5 29 1,0-5 50,-5-33-85,1 0 0,0 0 0,6 22 0,7 19 132,5 12 58,-14-47-103,-1 0-1,0 1 0,-2-1 0,0 1 0,1 31 0,-4 129 1209,-9-94-1167,9 122 189,9-152-318,0 22-51,-1 30 150,-8-99-147,-1 0 1,0 0-1,-1 0 0,-3 10 0,3-11-7,0 1 1,1 0-1,-1-1 1,1 11-1,0-13-1,0 1-1,0-1 0,0 0 1,0 1-1,-1-1 0,0 0 0,-4 8 1,-7 18 43,-13 45 157,3 10 378,15-46-309,-1 29 2,7-62-250,1 0 1,0 0-1,1 1 1,-1-1-1,1 0 1,2 12-1,-1 6 34,-1-16-54,-1 0 0,0 0-1,-1 0 1,0 0-1,0 0 1,-1-1-1,0 1 1,0-1-1,-1 0 1,-9 15-1,-22 51 111,25-58-54,7-11-17,0 0 0,0 0 0,0-1 1,0 1-1,-7 5 0,-1 2 232,0 1 1,-13 19-1,2-3 196,14-18-318,1 0 0,0 1 0,0-1 0,-7 19 0,13-25-138,0 0-1,0 0 1,1 1-1,-1-1 1,1 0-1,1 0 1,0 9-1,0-9-14,0 0 1,-1 0-1,0 0 0,0 0 0,0 1 0,0-1 1,-3 9-1,-2 1 26,2-10-9,1 0-1,1 0 1,-1 0-1,1 0 1,-1 6-1,2-7-1,0-1 0,-1 0 0,1 0 0,-1 0 0,0-1 0,0 1 0,0 0 0,-3 5 0,3-5 1,0-1-1,-1 1 0,1 0 1,0 0-1,1 0 0,-1 0 1,0 0-1,1 5 0,-1-5-8,1 1 0,-1-1-1,0 0 1,0 0 0,0 0 0,0 1-1,0-1 1,-1 0 0,-2 3 0,2-3-8,1 1 1,-1-1 0,0 0 0,1 1 0,0-1-1,0 1 1,0 0 0,0-1 0,0 7 0,0-7-5,1 1 0,-1-1 0,1 0 1,-1 1-1,0-1 0,0 0 0,-3 5 1,3-4 18,-1-1 0,1 0 0,0 1 0,0-1 0,0 1 0,0-1 0,0 7 0,-7 38 419,8-41-394,-1 1 0,1 0-1,-1-1 1,-1 1 0,1-1-1,-1 0 1,0 0-1,-1 1 1,0-1 0,0-1-1,-1 1 1,1 0 0,-7 7-1,-5 15 93,4-4-36,7-20-76,1 1 0,0-1 0,0 1 0,0 0 0,1 0 0,0 0 0,0 0 0,0 1 0,0 7 0,2-12-22,-1 0-1,1 0 1,-1 0-1,1-1 0,-1 1 1,1 0-1,-1 0 1,0 0-1,0 0 0,-2 2 1,2-2-1,0 0 1,0-1 0,0 1-1,0 0 1,0 0 0,1 0-1,-1 0 1,1 0-1,-1 0 1,0 4 0,1-2 21,-1 1 1,1 0 0,-1 0 0,-1-1 0,-2 9 0,2-8 42,0 0-1,1-1 1,0 1 0,0 0-1,-1 10 1,2 174 1987,0-186-2027,0-1-1,1 0 1,-1 0-1,1 0 1,-1-1-1,1 1 0,0 0 1,0 0-1,0 0 1,1 2-1,0-2-13,-1 0 0,0 0 0,0 0-1,0 0 1,-1 0 0,1 0 0,0 1-1,-1-1 1,1 0 0,-1 4 0,1 10 60,-1-7-10,0 0 0,0 0 1,0 0-1,-2 0 0,1 0 0,-4 12 1,4-13 118,-1-1 0,2 0 1,-1 1-1,1-1 1,0 0-1,2 12 0,-1 5-49,-1 149 1977,0-172-1924,0-1-178,1 0-1,-1 0 0,1-1 0,-1 1 1,0 0-1,1 0 0,-1 0 1,1 0-1,-1-1 0,0 1 1,1 0-1,-1 0 0,0-1 0,1 1 1,-1 0-1,0-1 0,1 1 1,-1 0-1,0-1 0,0 1 1,1-1-1,-1 1 0,0 0 1,0-1-1,0 1 0,1-1 0,-1 1 1,0-1-1,0 1 0,0-1 1,0 1-1,0 0 0,0-1 1,0-20 291,-1 15-256,1 5-155,0 0-1,0 0 1,0 0 0,-1-1 0,1 1-1,-1 0 1,1 0 0,-1 0 0,1 0-1,-1 1 1,1-1 0,-1 0 0,0 0-1,0 0 1,1 0 0,-1 1 0,0-1-1,0 0 1,0 1 0,0-1 0,0 0-1,0 1 1,0-1 0,0 1 0,0 0-1,-2-1 1,-37-8-5290,21 6 3326,-1-2-273,-87-26-12823,88 25 10979</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41.412"/>
    </inkml:context>
    <inkml:brush xml:id="br0">
      <inkml:brushProperty name="width" value="0.035" units="cm"/>
      <inkml:brushProperty name="height" value="0.035" units="cm"/>
      <inkml:brushProperty name="color" value="#F71A09"/>
    </inkml:brush>
  </inkml:definitions>
  <inkml:trace contextRef="#ctx0" brushRef="#br0">590 1 56,'0'0'3621,"0"17"-1942,1-8-1278,-1-5-255,0 1 1,0-1-1,0 1 0,-1-1 0,1 1 0,-1-1 1,0 1-1,0-1 0,-1 0 0,-3 8 1,2-4 93,-1 1 0,1 0 0,-2 15 0,-3 5 104,7-20-280,-1-1 0,1 0 0,1 1 0,-1-1 0,1 0-1,2 12 1,0 10 58,-3 13 157,3 0-1,7 43 0,0-40 49,0 0-111,-2 0 1,1 65-1,-8-82-131,-1 0-1,-8 50 1,3-54-48,3-13-10,1 0 0,0 1 0,-1 17 0,3-21-10,-1-1 0,-1 1 1,1-1-1,-6 14 0,-1 9 18,1-7-12,5-19-19,1 0 0,-1 0 0,1 0 0,0 1 0,-1 9 0,2-3 4,-2 1 0,0-1 0,-7 24 0,6-24-1,0 1-1,0-1 1,-1 25 0,4-28-1,-1 1 0,-1-1 0,-3 14 1,2-14 5,1 0 1,0 0 0,0 15 0,2-19 0,-1 1 1,0 0-1,0-1 1,0 1 0,-4 8-1,3-9-2,1 0 0,-1 0 0,1 1 1,0-1-1,0 9 0,0-6 7,0 0 0,-1 0 0,1 0 0,-1-1 0,-5 11 0,5-10 3,-1-1-1,1 1 1,0-1-1,1 1 0,-1 10 1,1-13-8,1-1 0,-1 1 0,0 0 0,-1-1 0,1 1 0,-1-1 0,1 1 0,-4 3 0,3-4-1,0 0-1,1 0 1,-1 1-1,1-1 1,-1 1-1,1-1 1,0 9-1,-8 47 74,9 114 181,-9-133-137,1 14 55,8 185 536,-1-235-702,1 0 0,-1 0 0,0 0-1,-1 0 1,-2 8 0,2-8 9,1 1 0,-1-1 0,1 1 0,0 0 1,-1 9-1,2-7 2,-1 0 0,-1 0 1,-3 13-1,3-12-7,-1 0 1,2-1-1,-1 1 1,1 9-1,-1 3 196,0 0 0,-2 0 0,0 0 0,-1-1 0,-12 31 0,6-18-74,-6-1-6,14-26-97,-1-1 0,1 1 1,0-1-1,-2 8 0,-2 2 43,6-13-69,0 0 1,0 1-1,0-1 0,0 0 1,0 1-1,0-1 1,1 0-1,-1 1 0,0 3 1,-7 38 140,8-38-122,0-1 1,0 1-1,1-1 1,0 1-1,1-1 1,1 6-1,-2-3 118,1 0 0,-2 0-1,1-1 1,-1 1 0,0 0-1,-1 8 1,-1 14 540,2-26-624,1 0 1,-1 0-1,1 0 1,-1 0 0,1 0-1,0 0 1,3 5-1,-3-4-36,0 1-1,-1-1 1,1 1-1,-1-1 0,0 1 1,-1 9-1,0 2 32,-8 26 188,9-38-220,-1 0 1,1 0-1,-1-1 1,0 1 0,-1 0-1,-1 4 1,1-4-1,0-1 0,1 1-1,0 0 1,0-1 0,0 1 0,0 5 0,0-1 9,0 0-1,0-1 1,-1 1 0,0-1-1,-4 10 1,3-10 72,0 1 1,1 0 0,0 0-1,1 0 1,-1 11-1,2 72 683,9-48-552,-9 70 1187,-1-106-1153,-1 1 0,1-1 0,-1 0 1,0-1-1,-1 1 0,-6 12 0,4-7-10,-4 19 21,8-25-277,0-1 1,0 0 0,0 1-1,1-1 1,0 1-1,0-1 1,2 8-1,-1 9 5,-1 59 95,9-50 51,-10-33-213,1 1 1,-1-1-1,1 1 0,-1-1 0,0 1 0,1 0 1,-1-1-1,1 1 0,-1 0 0,0-1 0,1 1 0,-1 0 1,0 0-1,1 0 0,-1-1 0,0 1 0,1 0 1,-2 0-1,-6-2-584,-5-3-860,0-1 0,0-1 0,0 0 0,1-1-1,-12-11 1,-34-19-6123,16 16 2920</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47.295"/>
    </inkml:context>
    <inkml:brush xml:id="br0">
      <inkml:brushProperty name="width" value="0.035" units="cm"/>
      <inkml:brushProperty name="height" value="0.035" units="cm"/>
      <inkml:brushProperty name="color" value="#F71A09"/>
    </inkml:brush>
  </inkml:definitions>
  <inkml:trace contextRef="#ctx0" brushRef="#br0">616 2 64,'-5'0'283,"4"0"-249,1-1 0,0 1 1,-1 0-1,1 0 0,-1 0 0,1 0 1,0 0-1,-1 0 0,1 0 0,0 0 0,-1 0 1,1 0-1,0 0 0,-1 0 0,1 0 1,-1 0-1,1 0 0,0 0 0,-1 0 0,1 0 1,0 0-1,-1 1 0,1-1 0,0 0 1,-1 0-1,1 0 0,0 1 0,0-1 0,-1 0 1,1 0-1,0 1 0,0-1 0,-1 0 1,1 1-1,0-1 0,0 0 0,0 1 0,-1 0 1,1-1 222,-16 7 1009,-18 7 706,16-3-808,17-10-1042,1-1-110,0 0 0,0 0 0,-1 1 0,1-1 1,0 0-1,0 0 0,0 0 0,0 0 0,0 1 1,0-1-1,0 0 0,0 0 0,0 0 0,0 0 1,0 1-1,0-1 0,0 0 0,0 0 0,0 0 1,0 0-1,0 1 0,0-1 0,1 0 0,-1 0 1,0 0-1,0 0 0,0 0 0,0 1 0,0-1 1,0 0-1,0 0 0,0 0 0,1 0 0,-1 0 0,0 0 1,0 0-1,0 1 0,0-1 0,0 0 0,1 0 1,-1 0-1,0 0 0,0 0 0,0 0 0,0 0 1,1 0-1,-1 0 0,0 0 0,0 0 0,0 0 1,0 0-1,1 0 0,-1 0 0,0 0 0,0 0 1,1-2 58,-5 4 51,-2 4 1163,15-6-351,7-1-859,269 1 710,-120-6-338,-3 6-52,-74-5-242,-63 0 250,-24 5-336,17-1 205,-10-1-252,0 0 1,0 0-1,1 1 0,-1 1 1,1-1-1,-1 1 1,9 2-1,38-1 9,-39-1-28,-15 0 22,-17 7 10,0 5 42,14-9-52,-1-1-1,0 1 1,0-1 0,0 0-1,0 0 1,0 0-1,-6 2 1,8-3-15,-1 0 1,0 1-1,0-1 1,0 0-1,1 1 0,-1-1 1,1 1-1,-1-1 1,1 1-1,0 0 0,0 0 1,-1 0-1,1 0 1,0 0-1,1 0 0,-1 0 1,0 0-1,1 0 1,-2 4-1,2-5-3,0 0 0,0 1 1,-1-1-1,1 0 0,0 0 0,-1 0 0,1 0 0,-1 0 1,1 0-1,-1 0 0,0 0 0,1 0 0,-2 2 0,0-2 7,2 0 1,-1 0-1,0 0 0,0 0 0,0 1 0,1-1 0,-1 0 1,0 1-1,1-1 0,-1 1 0,1-1 0,0 0 0,-1 1 1,1 1-1,0-1 11,-1 0 0,1 0-1,-1 0 1,0 0 0,1 0 0,-1 0 0,0 0 0,0-1 0,0 1-1,-1 0 1,-1 2 0,1-2 1,1 0 0,-1 0-1,1 0 1,0 0 0,0 0-1,0 0 1,0 0 0,0 0 0,0 0-1,0 0 1,1 0 0,-1 3 0,0-2-7,1 0 0,-1 0 0,0 0 0,0-1 0,0 1 0,0 0 1,-1-1-1,1 1 0,-1-1 0,-2 4 0,-8 15 76,-12 12 19,-10 68 280,25-56-104,-8 24 311,15-59-493,0 0 0,2 0 0,-1 0-1,1 0 1,2 15 0,-1 4 111,-1-21-120,-1 0 0,0-1-1,0 1 1,-1-1 0,1 1-1,-2-1 1,-4 11 0,-4 37 413,-4 26 268,14-75-690,0 1 1,0-1-1,0 0 1,1 0 0,0 0-1,0 8 1,1-9-29,-1 0 0,0 1 0,0-1 1,0 1-1,-1-1 0,0 0 0,-2 10 0,1-11-32,0 0 0,0 1 0,1 0 0,0-1 0,0 1 0,0 0-1,1 0 1,-1 6 0,-7 23 156,8-30-161,-1 0 0,1 0 0,-1 0 0,1 0-1,-1 0 1,0 0 0,-3 5 0,2-2 11,0 0-1,0 0 1,1 0-1,-2 13 1,3-13-19,1-1-5,-1 1 1,0-1-1,-1 1 1,0 0-1,0-1 1,0 1-1,-3 6 1,3-9-8,0 0 1,0 1 0,1-1 0,-1 1-1,1-1 1,0 0 0,0 1 0,1-1-1,0 7 1,0-6-4,0 0 0,-1 0 0,0 0-1,0 0 1,0 0 0,0 0 0,-3 8 0,0-1-6,1-4 1,0-1 0,-1 0 0,1 0 1,-1 0-1,-6 10 0,5-13 9,1 0 0,0 1 0,0 0-1,1 0 1,0 0 0,0 0 0,0 0 0,0 0 0,-1 11 0,2-10 2,1-1 0,-1 0 0,0 1 1,-1-1-1,-2 8 0,2-8 0,0 0-1,1 1 1,0-1-1,0 1 1,-1 9-1,-6 55 13,8 39 28,-1-106-48,1 1 0,-1 0-1,0 0 1,0 0 0,0-1-1,-3 7 1,2-6 3,1-1 0,-1 1 1,1-1-1,0 1 0,1 0 0,-2 6 0,2-3 6,-1 1-1,0-1 0,-1 0 0,-3 11 0,3-11-7,0 0 0,1 0 0,0 0 0,-1 10 0,2-5 0,0-1 0,0 1 0,-1-1 0,-1 1 0,0-1 0,0 0 0,-7 18 0,0 14 15,-11 13 12,18-52-25,1 0 0,0 1 1,-1-1-1,2 0 0,-1 1 0,0 6 1,-5 22 3,4-26-7,1 0-1,0 1 1,0-1 0,1 1-1,0-1 1,2 12-1,-1 4-1,8 10 17,-9 130-29,0-161 15,0 1 0,1-1 0,-1 1 0,1-1-1,0 0 1,-1 1 0,1-1 0,0 0 0,2 3 0,-1-2-1,-1-1 1,0 0 0,0 1 0,0-1-1,0 1 1,-1-1 0,1 1 0,-1 0 0,1 3-1,-1-2 1,1-1 0,0 1 0,0 0 0,0-1 0,0 1 0,3 6 0,-3-7 4,1 1 0,-1-1 0,0 1 1,0 0-1,0-1 0,0 8 0,8 27 6,-9 162 94,-9-183-103,9-15 2,0 0-1,0 1 1,-1-1-1,1 0 1,-1 0-1,1 0 1,-1 0-1,0 0 1,0 0-1,0 0 1,-2 2-1,2-3 2,0 1-1,0-1 0,0 1 0,1-1 0,-1 1 1,0 0-1,1-1 0,-1 1 0,1 0 1,-1 3-1,-8 28 102,9 91 201,9-95-83,-9-25-200,1 0-7,-1 0 0,0 0 0,0 0 0,0 0 1,-1 0-1,1 0 0,-1 0 0,0 0 0,0-1 0,0 1 0,0 0 0,-1-1 0,0 1 0,1 0 0,-5 4 1,5-6-4,1 1 1,-1-1-1,1 0 1,-1 1-1,1-1 1,0 1-1,0-1 1,0 1-1,0-1 1,1 1-1,-1-1 1,1 0-1,-1 1 1,1-1-1,0 0 0,0 1 1,0-1-1,2 4 1,-2-3 6,0 0 1,-1 0-1,1 0 0,-1 1 0,1-1 1,-1 0-1,0 0 0,-1 1 0,0 5 1,0 2 12,2-7-26,-1-1 0,0 1-1,-1 0 1,1 0-1,-1 0 1,0 0 0,0 0-1,0-1 1,-2 5-1,2-4-3,0 0 0,0 0 0,1-1-1,-1 1 1,1 0 0,0 0 0,0 0-1,0 0 1,2 6 0,-1 6 28,-1 53 5,8-41 141,-8 27 239,0-55-415,1 0 1,-1 0-1,0 1 0,0-1 1,0 0-1,0 1 0,0-1 1,0 0-1,-1 0 0,1 1 1,0-1-1,0 0 1,0 0-1,0 1 0,0-1 1,0 0-1,0 0 0,-1 1 1,1-1-1,0 0 1,0 0-1,0 0 0,0 1 1,-1-1-1,1 0 0,0 0 1,0 0-1,-1 0 0,1 1 1,-1-1-1,1 0 1,0 1-1,-1-1 1,1 1-1,-1-1 1,1 0-1,0 1 1,-1-1-1,1 1 1,0-1-1,0 1 1,-1-1-1,1 1 1,0-1 0,0 1-1,0-1 1,-1 1-1,1-1 1,0 1-1,0-1 1,0 1-1,0 0 1,0-1-1,0 1 1,0-1-1,0 1 1,1 0-1,-1 0 2,0 1 0,-1-1-1,1 0 1,0 0 0,0 0-1,-1 0 1,1 0 0,-1 0 0,1 0-1,-1 0 1,1 0 0,-1 0-1,1 0 1,-1 0 0,0 0 0,-1 0-1,1 0 1,1 0 0,-1 0-1,0 0 1,0 0-1,1 0 1,-1 0-1,0 0 1,1 0 0,-1 0-1,1 0 1,0 0-1,-1 0 1,1 0-1,0 0 1,0 0 0,-1 2-1,2-1 5,-1-1 0,0 1 0,0 0-1,0-1 1,0 1 0,0-1 0,-1 1-1,1-1 1,0 1 0,-1-1 0,1 1 0,-1-1-1,0 1 1,1-1 0,-1 0 0,0 1-1,-1 0 1,1 0 6,0 0-1,-1 1 0,1-1 0,0 0 1,0 0-1,1 1 0,-1-1 1,0 0-1,1 1 0,0-1 0,-1 0 1,1 4-1,0-3-9,0-1 0,0 1-1,0-1 1,-1 1 0,1 0 0,-1-1 0,1 1-1,-1-1 1,0 1 0,-2 3 0,2-4 4,1-1 1,-1 0-1,1 0 1,0 0-1,-1 0 1,1 0-1,0 0 1,0 0-1,0 0 1,0 1-1,0-1 1,0 0-1,0 0 0,0 0 1,0 0-1,0 1 1,1 1-1,0-2 15,-1 0-1,0 0 0,0 0 1,1 0-1,-1 0 0,0 0 1,0 0-1,0 1 1,0-1-1,0 0 0,0 0 1,-1 0-1,1 0 0,0 0 1,0 0-1,-1 0 0,0 2 1,0-1 62,-1 1 0,1-1 0,0 1 0,0 0 0,1-1 0,-1 1 1,0 0-1,1-1 0,0 1 0,0 0 0,-1 0 0,2 0 0,-1 4 0,1 6 317,-5-5-345,4-8-27,-1 1 1,1 0-1,-1-1 0,1 1 1,-1 0-1,1-1 1,0 1-1,-1 0 1,1-1-1,0 1 0,0 0 1,-1 0-1,1 0 1,0-1-1,0 1 1,0 0-1,0 1 0,0 0 33,0-1-45,0 0-1,0-1 0,1 1 1,-1 0-1,0 0 0,0-1 0,0 1 1,0 0-1,-1 0 0,1-1 1,0 1-1,0 0 0,0-1 1,0 1-1,-1 0 0,1 0 1,0-1-1,-1 1 0,1 0 0,-1-1 1,1 1-1,-1-1 0,1 1 1,-1-1-1,1 1 0,-1-1 1,0 1-1,0 0-7,1 0 0,0-1 0,-1 1 1,1 0-1,0-1 0,0 1 0,-1 0 0,1 0 1,0-1-1,0 1 0,0 0 0,0 0 0,0-1 0,0 1 1,0 0-1,0 0 0,0-1 0,0 1 0,1 1 0,-1-1 6,0 0 0,1 0-1,-1 0 1,0 0-1,0 0 1,0 0-1,0 0 1,0 0 0,0 0-1,-1 0 1,1 1-1,0-1 1,-1 1-1,0-1 28,0 1 1,0-1-1,0 1 0,1-1 0,-1 1 0,1-1 1,-1 1-1,1-1 0,-1 1 0,1-1 0,0 1 0,0 0 1,-1-1-1,1 1 0,1 1 0,-5 3 274,4-5-289,-1-1 0,1 1 1,-1-1-1,1 1 1,0 0-1,-1-1 0,1 1 1,-1 0-1,1-1 0,0 1 1,0 0-1,-1 0 0,1-1 1,0 1-1,0 0 1,0 0-1,0 1 0,0 0 1,0 0-1,0 0 1,0 0-1,0 0 1,0 0-1,-1 0 1,1 0-1,-1 0 1,1 0-1,-1 0 1,0 0-1,0 0 1,-1 2-1,0 1 2,2-4 18,0 0-1,0 0 1,-1 0-1,1 0 0,0 0 1,-1 0-1,1 0 1,-1 0-1,1 0 0,-1 0 1,1 0-1,-1 0 1,0 0-1,1 0 0,-1 0 1,0-1-1,0 1 1,0 0-1,0-1 0,0 1 1,0 0-1,1-1 0,-1 1 1,-1-1-1,-1 1 1,1 0-14,0 0 1,0-1 0,0 1-1,0 0 1,-1 0 0,1 0 0,1 1-1,-1-1 1,0 1 0,0-1-1,-1 2 1,-12 8 161,13-10-174,2 0-19,0-1 0,0 0 0,0 0 0,0 1 0,0-1 0,0 0 0,-1 0 0,1 1 0,0-1 0,0 0 0,0 0 0,-1 1 0,1-1 0,0 0 0,0 0 0,-1 0 0,1 0 0,0 1 0,-1-1 0,1 0 0,0 0 0,0 0 0,-1 0 0,1 0 0,0 0 0,-1 0 0,1 0 0,0 0 0,-1 0 0,1 0 0,0 0 0,-1 0 0,1 0 5,-1 0 0,1 0 0,0 0 1,0 0-1,-1 0 0,1 0 0,0 0 1,-1 0-1,1 0 0,0 0 0,-1 0 0,1 0 1,0 0-1,-1 0 0,1 1 0,0-1 1,-1 0-1,1 0 0,0 0 0,0 0 0,-1 1 1,1-1-1,0 0 0,0 0 0,-1 1 1,1-1-1,0 0 0,0 0 0,0 1 1,0-1-1,-1 0 0,1 1 0,0-1 0,0 1 291,-2-1-215,-1 1 1,1-1 0,0 1-1,-1 0 1,1 0 0,0 0-1,-1 0 1,1 0 0,-3 2-1,4-3-67,-1 0 0,1 0-1,0 0 1,0 1 0,-1-1-1,1 0 1,0 1 0,-1-1-1,1 1 1,0-1 0,-2 2-1,1-1 17,-3 1-18,-1 1 1,0 0-1,1-1 0,-9 2 0,-19 9 2,31-13-16,-11 5 5,12-4 99,-25 4 761,20-4-867,1-1 0,-1 1 0,0 0 0,1 0 0,-1 0 0,1 1 0,-1 0 0,-8 5 0,12-6-2,0-1 16,2 0-9,0 0-1,-1-1 0,1 1 1,-1 0-1,1 0 0,-1 0 0,1-1 1,-1 1-1,1 0 0,-1 0 0,1 0 1,-1 0-1,1 0 0,-1 0 0,1 0 1,-1 0-1,1 0 0,-1 0 0,1 0 1,-1 0-1,1 1 0,-1-1 0,1 0 1,-1 0-1,1 0 0,0 1 1,-1-1-1,0 1 0,0 2-4,1-2-9,-25 0 27,22 3-15,2-3 0,0-1 0,-1 1-1,1 0 1,0 0 0,-1-1 0,1 1-1,0-1 1,-1 1 0,1-1 0,-1 1 0,1-1-1,-1 0 1,1 0 0,-3 0 0,2 0-1,-1 0 1,0 1 0,1-1-1,-1 1 1,1 0 0,-1-1-1,1 1 1,-1 0 0,1 0-1,-1 1 1,1-1 0,0 0-1,-3 3 1,-11-3 8,7 0-8,0 3 0,-10 1 0,-23 1 0,-44 10 0,42-10 0,8-1 0,12-3 0,17-2 0,-1 1 0,0 0 0,1 0 0,-1 0 0,-7 4 0,-7-2 0,16-2 0,0-1 0,0 1 0,0 0 0,-8 3 0,5-3 0,0 0 0,2 2 0,6-12 0,0 8-179,1 1 0,0-1-1,0 0 1,-1 1 0,1-1 0,0 1-1,-1-1 1,1 0 0,-1 1 0,1-1-1,-1 1 1,1-1 0,-1 1 0,1 0-1,-1-1 1,1 1 0,-2-1 0,2 1-12,-1 0 1,1 0 0,0-1 0,-1 1 0,1 0 0,-1 0 0,1-1-1,0 1 1,-1 0 0,1-1 0,-1 1 0,1 0 0,0-1-1,0 1 1,-1 0 0,1-1 0,0 1 0,0-1 0,-1 1 0,1-1-1,0 1 1,0-1 0,0 1 0,0 0 0,0-1 0,0 1-1,0-1 1,-1 1 0,1-1 0,1 1 0,-1-2 0,1-1-1434,0-1 0,1 1 1,-1-1-1,-1 1 0,1-1 1,0 0-1,-1 1 0,0-1 1,0-6-1,0-1-3130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48.200"/>
    </inkml:context>
    <inkml:brush xml:id="br0">
      <inkml:brushProperty name="width" value="0.035" units="cm"/>
      <inkml:brushProperty name="height" value="0.035" units="cm"/>
      <inkml:brushProperty name="color" value="#F71A09"/>
    </inkml:brush>
  </inkml:definitions>
  <inkml:trace contextRef="#ctx0" brushRef="#br0">0 0 440,'28'0'3924,"38"0"-3019,-64 0-294,-1 21 1081,4-19-1550,-4-2-9,0 0 1,0 0 0,0 1-1,0-1 1,0 0 0,0 1-1,0-1 1,0 1 0,0-1-1,0 1 1,-1-1-1,1 1 1,0-1 0,0 1-1,-1 0 1,1-1 0,0 1-1,-1 0 1,1 0-1,0 0 1,-1-1 0,1 1-1,0 1 1,-1-1 266,1 10 194,0-11-576,-1 0 1,1 0-1,-1 0 1,1 0-1,0 0 1,-1 0-1,1 0 1,-1 0 0,1 0-1,-1 0 1,1 0-1,-1 1 1,1-1-1,0 0 1,-1 0-1,1 1 1,-1-1 0,1 0-1,-1 1 1,0-1-1,1 0 1,-1 1-1,1-1 1,-1 1-1,1-1 1,-1 0-1,0 1 1,0-1 0,1 1-1,-1-1 1,0 1-1,0-1 1,1 2-1,-1-1 60,-1 26 1711,-2-24-1686,0 0-1,1 1 1,0-1-1,0 0 1,0 1-1,0-1 0,0 1 1,1 0-1,-1 0 1,1 0-1,0-1 0,0 1 1,1 0-1,-1 5 1,1-9-95,0 1 0,0-1 0,1 1 0,-1-1 0,0 1 0,0-1 0,0 1 1,1-1-1,-1 1 0,0-1 0,1 0 0,-1 1 0,0-1 0,1 0 0,-1 1 0,1-1 0,-1 0 0,0 1 1,1-1-1,-1 0 0,1 0 0,-1 1 0,2-1 0,-2 0 10,1 0 0,-1 0 0,1 1 1,-1-1-1,0 0 0,1 0 0,-1 1 0,1-1 0,-1 0 0,1 1 1,-1-1-1,0 0 0,1 1 0,-1-1 0,0 0 0,1 1 0,-1-1 0,0 1 1,0-1-1,1 1 0,-1-1 0,0 1 0,0 0 0,4 10 358,-3-10-347,-1-1-1,1 1 0,-1 0 1,1 0-1,-1 0 0,0-1 1,1 1-1,-1 0 0,0 0 1,1 0-1,-1 0 0,0 0 0,0 0 1,0 0-1,0 0 0,0 1 1,0 100 2006,4-91-1639,1 6 432,-5-16-804,0-1-1,-1 1 1,1-1 0,0 0-1,0 1 1,1-1 0,-1 0-1,0 1 1,0-1 0,0 1-1,0-1 1,0 0 0,0 1-1,0-1 1,1 0 0,-1 1-1,0-1 1,0 0 0,0 1-1,1-1 1,-1 0-1,0 1 1,0-1 0,1 0-1,-1 0 1,0 1 0,1-1-1,-1 0 1,0 0 0,1 0-1,-1 0 1,0 1 0,1-1-1,-1 0 1,1 0 0,-1 0-1,0 0 1,1 0 0,-1 0-1,0 0 1,1 0 0,-1 0-1,1 0 1,-1 0 0,0 0-1,1 0 1,-1 0-1,1-1 1,3 1-37,-3 0 97,-9-1-245,7 1 48,1 1-1,-1-1 0,1 0 1,-1 0-1,1 0 1,-1 0-1,1 0 1,-1 0-1,0 0 0,1 0 1,-1 0-1,1 0 1,-1 0-1,1 0 1,-1 0-1,1 0 0,-1 0 1,1 0-1,-1-1 1,1 1-1,-1 0 0,1 0 1,-1-1-1,1 1 1,0 0-1,-1-1 1,1 1-1,-1 0 0,1-1 1,0 1-1,-1-1 1,1 1-1,0 0 1,-1-1-1,1 1 0,0-1 1,0 1-1,0-1 1,-1 1-1,1-1 0,0 1 1,0-1-1,0 1 1,0-1-1,0 0 1,0-5-1467,0-1 1,-1 1-1,1 0 1,-1 0-1,0 0 1,-1 0-1,-3-9 1,-2 4-1805</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48.880"/>
    </inkml:context>
    <inkml:brush xml:id="br0">
      <inkml:brushProperty name="width" value="0.035" units="cm"/>
      <inkml:brushProperty name="height" value="0.035" units="cm"/>
      <inkml:brushProperty name="color" value="#F71A09"/>
    </inkml:brush>
  </inkml:definitions>
  <inkml:trace contextRef="#ctx0" brushRef="#br0">244 0 952,'0'0'1986,"0"18"6074,0-12-7200,0-5-748,0 0-1,0 1 1,0-1 0,1 0-1,-1 0 1,0 0 0,-1 1-1,1-1 1,0 0 0,0 0-1,0 0 1,-1 0 0,1 0 0,-1 1-1,1-1 1,-1 0 0,1 0-1,-1 0 1,0 0 0,1 0-1,-3 1 1,-8 24 1036,-21 40 1307,23-38-2070,8-25-367,-1 1 0,0-1 0,1 1 0,0 0 0,0 0 0,0 0 0,1 0 0,-1 0 0,1 0 0,0 5 0,0-8-15,0 0-1,0 0 1,0 0 0,0 0-1,-1 0 1,1 0-1,0 0 1,-1-1 0,1 1-1,0 0 1,-1 0-1,1 0 1,-1-1 0,1 1-1,-1 0 1,0 0-1,1-1 1,-1 1-1,-1 0 1,2 0 0,-1-1-1,0 1 1,1-1-1,-1 1 0,0 0 1,1-1-1,-1 1 1,1 0-1,-1 0 1,1-1-1,0 1 1,-1 0-1,1 0 1,0 0-1,-1 0 1,1-1-1,0 1 1,0 0-1,0 1 1,0-1-3,-1 0 0,1 1 0,0-1 0,0 0 0,-1 0 0,1 0 0,-1 0 0,1 0 0,-1 1 0,1-1 0,-1 0 1,0 0-1,0 0 0,1-1 0,-1 1 0,0 0 0,0 0 0,0 0 0,0-1 0,0 1 0,0 0 0,-2 0 0,2 0 0,1-1 1,-1 0-1,0 0 0,1 1 0,-1-1 0,1 0 1,-1 1-1,1-1 0,-1 1 0,1-1 0,0 1 1,-1-1-1,1 1 0,-1-1 0,1 1 0,0-1 1,-1 1-1,1 1 0,-3-1-166,1 1 1,-1 0-1,0-1 1,1 1-1,-1-1 1,0 0-1,0 0 1,0 0-1,0 0 1,0 0-1,0-1 1,0 1-1,-1-1 0,1 0 1,-4 0-1,-12-9-3214,14 8 2659,1-1-1,-1 0 0,1 0 1,0-1-1,0 1 1,-4-4-1,-3-3-1689,-4 2-514</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49.764"/>
    </inkml:context>
    <inkml:brush xml:id="br0">
      <inkml:brushProperty name="width" value="0.035" units="cm"/>
      <inkml:brushProperty name="height" value="0.035" units="cm"/>
      <inkml:brushProperty name="color" value="#F71A09"/>
    </inkml:brush>
  </inkml:definitions>
  <inkml:trace contextRef="#ctx0" brushRef="#br0">0 8 664,'113'0'4932,"-51"11"-3592,-4-22 383,-20 5-764,-35 6-703,-2 0-213,-1 0-1,0 0 0,1-1 1,-1 1-1,0 0 0,1 0 1,-1 0-1,0 0 1,1 0-1,-1 0 0,0 0 1,1 0-1,-1 0 0,1 0 1,-1 0-1,0 0 0,1 0 1,-1 0-1,0 0 0,1 1 1,-1-1-1,0 0 0,1 0 1,-1 0-1,0 0 1,0 1-1,1-1 0,-1 0 1,0 0-1,1 1 0,-1-1 1,0 0-1,0 0 0,0 1 1,1-1-1,-1 0 0,0 1 1,0-1-1,0 0 0,0 1 1,1 0 377,15 10 526,-14-9-840,-1-1-1,1 0 1,0 0-1,0 1 1,0-1-1,-1 1 0,1-1 1,-1 1-1,1 0 1,-1-1-1,0 1 1,1 0-1,-1 0 0,0 0 1,0 0-1,-1 0 1,1 0-1,0 0 0,0 4 1,8 20 1089,-9-24-1114,0 1 1,0-1-1,0 1 0,-1-1 1,1 1-1,-1-1 0,1 1 1,-1-1-1,0 1 0,0-1 1,-2 3-1,1 19 399,-12 7-60,10-23-335,1 0-1,-1 0 0,0-1 0,-8 11 1,0 4 3,12-22-89,0 1 8,-1 0-1,0 0 1,1-1-1,-1 1 0,0 0 1,1 0-1,-1 0 1,1 0-1,0 0 1,-1 0-1,1 0 0,0 0 1,-1 1-1,1-1 1,0 0-1,0 0 0,0 0 1,0 0-1,0 2 1,-8 13-6,8-15-7,0-1 1,0 1-1,0 0 1,0-1-1,0 1 1,0-1-1,0 1 0,-1 0 1,1-1-1,0 1 1,0 0-1,0-1 0,-1 1 1,1-1-1,0 1 1,-1 0-1,1-1 1,0 1-1,-1-1 0,1 1 1,-1-1-1,1 0 1,-1 1-1,1-1 0,-1 1 1,0-1-1,0 1-95,1-1 39,0 1 1,-1-1-1,1 0 0,0 0 1,0 0-1,0 0 0,0 1 1,-1-1-1,1 0 0,0 0 1,0 0-1,0 0 0,-1 0 1,1 0-1,0 0 0,0 0 1,0 0-1,-1 0 0,1 0 1,0 1-1,0-1 0,-1 0 1,1-1-1,0 1 0,0 0 1,0 0-1,-1 0 0,1 0 1,0 0-1,0 0 0,0 0 1,-1 0-1,1 0 1,0 0-1,0 0 0,0-1 1,-1 1-1,-17-7-2122,-18-13-1979,29 17 3178,0 0 0,1 0 1,-1 1-1,-12-2 0,13 2 209,-19-4-1586</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50.492"/>
    </inkml:context>
    <inkml:brush xml:id="br0">
      <inkml:brushProperty name="width" value="0.035" units="cm"/>
      <inkml:brushProperty name="height" value="0.035" units="cm"/>
      <inkml:brushProperty name="color" value="#F71A09"/>
    </inkml:brush>
  </inkml:definitions>
  <inkml:trace contextRef="#ctx0" brushRef="#br0">0 1 616,'5'2'389,"1"-1"0,-1 1 0,1-1 0,-1 0 0,1-1 0,-1 1 0,1-1 0,0 0 0,10-2 0,3 1 592,-17 1-633,25 0 2017,-4 6-707,22 4-11,-41-9-1532,0 0-1,0 0 1,-1 0 0,1 0-1,0 0 1,-1 1 0,1-1-1,-1 1 1,0 0 0,1 0-1,-1 0 1,0 1 0,0-1-1,0 1 1,-1 0 0,1-1-1,-1 1 1,1 0-1,-1 1 1,0-1 0,0 0-1,0 1 1,-1-1 0,1 1-1,-1-1 1,0 1 0,0 0-1,0-1 1,-1 1 0,1 0-1,-1 4 1,0 198 917,0-206-1071,-1 1-150,0-1 103,0 0 0,0 0 1,0 0-1,0-1 0,0 1 1,0 0-1,0 0 0,0 0 1,0-1-1,0 1 0,0-1 1,0 1-1,0 0 0,1-1 1,-1 0-1,0 1 0,-1-2 1,-5-1-428,-88-31-6666,52 22 3301,25 8 2356</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51.178"/>
    </inkml:context>
    <inkml:brush xml:id="br0">
      <inkml:brushProperty name="width" value="0.035" units="cm"/>
      <inkml:brushProperty name="height" value="0.035" units="cm"/>
      <inkml:brushProperty name="color" value="#F71A09"/>
    </inkml:brush>
  </inkml:definitions>
  <inkml:trace contextRef="#ctx0" brushRef="#br0">0 1 960,'0'0'896,"28"0"6315,5 0-1951,-24 16-4381,-9 125 717,9-97-1532,-9 0-1124,0-44 1027,0 0-1,0 0 1,0 0-1,0 1 1,0-1-1,0 0 1,0 0-1,0 0 0,-1 0 1,1 0-1,0 0 1,0 0-1,0 1 1,0-1-1,0 0 1,0 0-1,0 0 1,0 0-1,0 0 1,0 0-1,0 0 1,0 0-1,-1 1 1,1-1-1,0 0 1,0 0-1,0 0 1,0 0-1,0 0 1,0 0-1,0 0 1,-1 0-1,1 0 1,0 0-1,0 0 1,0 0-1,0 0 1,0 0-1,0 0 1,0 0-1,-1 0 1,1 0-1,0 0 1,0 0-1,0 0 1,0 0-1,0 0 1,-1 0-1,-8-5-2782,-12-11-3615,12 6 3106</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53.774"/>
    </inkml:context>
    <inkml:brush xml:id="br0">
      <inkml:brushProperty name="width" value="0.035" units="cm"/>
      <inkml:brushProperty name="height" value="0.035" units="cm"/>
      <inkml:brushProperty name="color" value="#F71A09"/>
    </inkml:brush>
  </inkml:definitions>
  <inkml:trace contextRef="#ctx0" brushRef="#br0">79 1 56,'-1'0'41,"1"-1"-1,0 1 1,-1 0 0,1 0 0,0 0-1,-1 0 1,1 0 0,0 0-1,-1 0 1,1 1 0,0-1 0,-1 0-1,1 0 1,0 0 0,-1 0-1,1 0 1,0 0 0,0 1 0,-1-1-1,1 0 1,0 0 0,0 0-1,-1 1 1,1-1 0,0 0 0,0 0-1,0 1 1,-1-1 0,1 0-1,0 0 1,0 1 0,0-1 0,0 0-1,0 1 1,0-1 0,-1 0 0,1 1-1,0-1 1,0 0 0,0 1-1,0-1 1,0 0 0,0 0 0,0 1-1,0-1 1,0 0 0,1 1-1,-1 0 1,0-1 1014,-2 11 841,2-11-1844,-1 0 0,1 0-1,-1 0 1,0 1-1,1-1 1,-1 0-1,1 0 1,-1 0 0,0 0-1,1 1 1,-1-1-1,1 0 1,-1 1-1,1-1 1,-1 0 0,1 1-1,-1-1 1,0 1-1,1 0-10,-1-1-1,0 1 0,1-1 1,-1 1-1,1-1 0,-1 1 1,0-1-1,0 0 1,1 1-1,-1-1 0,0 0 1,0 1-1,1-1 1,-1 0-1,0 0 0,0 0 1,1 0-1,-3 0 0,2 0-18,0 1 0,0-1 0,0 0 0,0 1 0,0-1 0,0 0 0,0 1 0,1-1-1,-1 1 1,0 0 0,0-1 0,0 1 0,0 0 0,1-1 0,-1 1 0,-1 1 0,2-1 8,-1 9 1033,-4-7-652,4-2-343,0 0 0,0 0 0,-1 0 0,1 0 0,-1-1-1,1 1 1,-1 0 0,1-1 0,-1 1 0,1-1 0,-4 1 0,5 9 80,0-9-118,1-2-10,0 1-1,-1 0 0,1 0 0,0 0 1,-1 0-1,1 0 0,-1 1 0,1-1 1,0 0-1,-1 0 0,1 0 0,-1 0 1,1 1-1,-1-1 0,1 0 0,0 1 1,-1-1-1,1 0 0,-1 1 0,1-1 1,0 1-1,11 5 715,-1 5-362,48 0 635,125-16-320,-137 5-646,140-5 107,-67 0-63,-77 3-20,-25 2 9,35-5 1,23-1 77,-16 2-11,11-1-10,-43 2-96,1 2 0,35 3 0,-10-1-27,198-1 375,-200-2-238,-31 0-112,-1 2 1,1 0-1,20 3 1,80 3-2,-94-4-31,0 0 1,38-4 0,-10 1-43,354 1 134,-254-6-85,194 6-16,-204-5 32,90-6-24,460 11 33,-549-6-27,-91 7-30,117-6 1,-68-1 63,-17 1-33,-59 2-9,0 2 1,41 2-1,-12 1 8,-17-2-8,129-4-20,-74 1 29,-10 0 1,117 0 19,-90 5-69,140-2 175,-250 1-137,5 3 3,-3-3 1,0 0 0,-1-1 0,1 1 0,0-1-1,0 0 1,7-1 0,-10 1 1,1 0 0,0 0-1,0 0 1,0 0 0,0 0 0,0 0-1,0 0 1,0 1 0,0-1 0,-1 0-1,4 2 1,-3-1 2,-1-1 0,1 1 0,0-1 0,0 1 0,-1-1 0,1 0 0,0 0 0,0 0 0,-1 0 0,1 0 0,0 0 0,2-1 0,16 0 6,23 1-9,121-5-25,-159 7 6,-5-2 19,0 0-1,1 1 1,-1-1 0,0 0-1,1 1 1,-1-1 0,0 0 0,0 0-1,1 1 1,-1-1 0,0 0-1,1 0 1,-1 0 0,1 1-1,-1-1 1,0 0 0,1 0-1,-1 0 1,0 0 0,1 0-1,-1 0 1,1 0 0,-1 0-1,0 0 1,1 0 0,-1 0-1,1 0 1,-1 0 0,0 0-1,1 0 1,-1 0 0,1-1-1,1 1 40,-30 5 105,27-5-140,-5 2 20,-19-3 2,25 1-48,0 0 1,0 0-1,0 1 0,-1-1 1,1 0-1,0 0 1,0 1-1,0-1 1,0 0-1,0 0 1,0 1-1,0-1 1,0 0-1,0 1 1,0-1-1,0 0 1,0 1-1,0-1 1,0 0-1,0 0 1,0 1-1,0-1 1,0 0-1,0 1 1,0-1-1,0 0 1,0 0-1,0 1 1,1-1-1,-1 1 1,0 0-23,6 3-1334,-22-6-5550,6 0 5714,-6-3-1244</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56.004"/>
    </inkml:context>
    <inkml:brush xml:id="br0">
      <inkml:brushProperty name="width" value="0.035" units="cm"/>
      <inkml:brushProperty name="height" value="0.035" units="cm"/>
      <inkml:brushProperty name="color" value="#F71A09"/>
    </inkml:brush>
  </inkml:definitions>
  <inkml:trace contextRef="#ctx0" brushRef="#br0">0 88 920,'68'0'4547,"-33"5"-2387,-34-5-2039,349 0 3336,-267-5-3124,15-1 100,24 1-55,7 0 20,9-1 19,-15 1-50,-10-1-98,41 1-114,5-1-139,-115 7-11,127-6 46,-132 2-35,39 4 0,-41 0 0,54-6 0,-46 2-5,68 4 0,-38 1-1,-45-2 7,106-5 38,-2-1 8,-16 1-14,48 3 26,14-1 11,-122-1 20,61 5-1,-36 1-20,1297-2 105,-1342 5-172,4 1 5,444-6-15,-375-6-8,-104 7 0,-4-1-1,-1 0 1,1 0-1,-1 0 0,1-1 0,-1 1 0,1-1 1,-1 1-1,0-1 0,4-1 0,3 0 3,-1 1 0,1 0-1,-1 1 1,1 0 0,15 1 0,4 1 2,87-8-36,-91 5 55,39-3 17,-56 4-44,140 5-22,-138-3 37,11 0 14,-17-1-14,-10 0-4,-71 10 6,-122 0-2078,-34-6-6906,175-5 5673</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7:58.192"/>
    </inkml:context>
    <inkml:brush xml:id="br0">
      <inkml:brushProperty name="width" value="0.035" units="cm"/>
      <inkml:brushProperty name="height" value="0.035" units="cm"/>
      <inkml:brushProperty name="color" value="#F71A09"/>
    </inkml:brush>
  </inkml:definitions>
  <inkml:trace contextRef="#ctx0" brushRef="#br0">9 145 472,'-8'4'2643,"8"-3"-1750,10 10 1598,153-11 1207,-67 5-2709,1-10-260,121-11 44,-108 6-580,220-7 135,-77 15-282,-131 3-25,-80 0-16,133-6 70,-90 3 17,11-1 72,-38-1-39,61 5 0,-36 1-63,264-8 345,-53-5-118,-6 6-130,-29-1-85,-135 1 27,-4 0 11,-16-1-79,106-5 31,-98 6-62,-24 0 20,67-6 18,-84 5-9,99-5-6,-13 6-18,-112 6-6,-12-1 7,64-6 0,-67 4 3,1 0 0,39 4 0,-10 0-18,285-2 55,-249 5-26,-43 0-68,-44-4 51,-2 3-8,-5-3-15,58 4-13,330-5 158,-389 0-113,1 0-7,3 0-4,5 0 14,-3 0-8,1 0 0,0 0 0,0 1-1,14 3 1,-21-2-13,32-3 1,-24 1 3,-2 0 3,-5 0 21,-2-1-22,-1 1 1,1 0-1,0-1 0,0 1 0,0 0 1,0-1-1,-1 1 0,1 0 0,0 0 1,0-1-1,-1 1 0,1 0 1,0 0-1,0-1 0,-1 1 0,1 0 1,0 0-1,-1 0 0,1-1 0,0 1 1,-1 0-1,1 0 0,0 0 1,-1 0-1,1 0 0,0 0 0,-1 0 1,1 0-1,-1 0 0,1 0 1,-1 0-1,-17 0-3,9 0-56,-138 3-3377,-11 0-4687,100-3 4823</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1.281"/>
    </inkml:context>
    <inkml:brush xml:id="br0">
      <inkml:brushProperty name="width" value="0.035" units="cm"/>
      <inkml:brushProperty name="height" value="0.035" units="cm"/>
      <inkml:brushProperty name="color" value="#F71A09"/>
    </inkml:brush>
  </inkml:definitions>
  <inkml:trace contextRef="#ctx0" brushRef="#br0">53 245 24,'0'0'4488,"-11"5"-4454,11-5-33,0 0 1,0 0-1,-1 0 0,1 0 0,0 0 0,-1 0 0,1 0 0,0 0 1,-1 1-1,1-1 0,0 0 0,0 0 0,-1 0 0,1 0 0,0 1 0,-1-1 1,1 0-1,0 0 0,0 0 0,0 1 0,-1-1 0,1 0 0,0 1 1,0-1-1,0 0 0,0 0 0,-1 1 0,1-1 0,0 1-1,0-1 1,0 0-1,0 1 0,0-1 0,0 0 0,-1 0 1,1 1-1,0-1 0,0 0 0,0 0 0,-1 1 1,1-1-1,0 0 0,0 0 0,-1 0 0,1 1 1,0-1-1,0 0 0,-1 0 0,1 0 0,0 0 1,-1 0-1,1 1 0,0-1 0,-1 0 0,1 0 1,0 0-1,-1 0 0,0 0-8,-1 0-13,-4 0 26,3 0 4,-4 1 3,0 2-10,6-2 1406,1 0-1396,0-1 0,0 1 0,0-1 0,0 1 0,1 0 1,-1-1-1,0 1 0,0-1 0,1 1 0,-1-1 0,0 1 0,1-1 0,-1 0 0,1 1 1,-1-1-1,0 1 0,1-1 0,-1 0 0,1 1 0,-1-1 0,1 0 0,-1 0 0,1 1 0,-1-1 1,2 0-1,9 5 379,-11-4-353,1-1 0,-1 1 0,1-1 1,-1 1-1,1-1 0,0 1 0,-1-1 0,1 0 1,0 1-1,-1-1 0,1 0 0,0 0 0,-1 0 0,1 1 1,0-1-1,1 0 0,9 11 1143,-8-11-1100,-1 1-1,0-1 0,1 1 0,-1 0 0,0 0 0,0 0 0,1 0 0,-1 0 0,2 2 0,-4-2-3,9 19 339,-9 52 964,-9-46-1324,9 74 111,-4-89-129,-1 5 69,5 70 374,4-74-457,1 4 40,-5 80 593,4-90-608,-4-5-48,0-1 1,1 0-1,-1 0 1,0 1-1,1-1 0,-1 0 1,0 1-1,1-1 1,-1 0-1,0 1 0,0-1 1,1 0-1,-1 1 1,0-1-1,0 1 0,0-1 1,0 0-1,0 1 1,1-1-1,-1 1 0,0-1 1,0 0-1,0 1 1,0-1-1,0 1 0,0 0 1,-1 3 7,1-4-8,0 1 0,0 0 1,0 0-1,0 0 0,0-1 0,0 1 1,0 0-1,0 0 0,1-1 0,-1 1 0,0 0 1,1 0-1,-1-1 0,0 1 0,1 0 1,-1 0-1,1-1 0,-1 1 0,1-1 1,-1 1-1,1 0 0,-1-1 0,2 1 0,-1 7 18,0 0-1,-1 0 1,-1 12-1,1-15-10,0-4-7,0-1 0,0 1 0,0-1 0,0 1 1,0 0-1,-1-1 0,1 1 0,0-1 0,0 1 1,1 0-1,-1-1 0,0 1 0,0-1 0,0 1 0,0-1 1,0 1-1,1-1 0,-1 1 0,0 0 0,0-1 0,1 1 1,-1-1-1,0 0 0,1 1 0,-1-1 0,1 1 1,-1-1-1,1 1 0,-1-1 0,0 0 0,1 1 0,0-1 1,0 0-1,-1 2 1,1 0 0,-1 0 0,1 0 1,-1 0-1,0 0 0,1 0 0,-1 0 0,0 0 1,0 1-1,-1-1 0,1 3 0,-1 10 4,1 55 2,0-69-7,-1 0 0,1-1 0,0 1 0,-1-1 1,1 1-1,0-1 0,-1 1 0,1-1 0,-1 1 0,1-1 0,-1 1 1,1-1-1,-1 1 0,1-1 0,-1 0 0,0 1 0,1-1 0,-1 0 1,1 1-1,-1-1 0,-1 0 0,-2 2 6,2 5 5,3-4-10,-1 35-20,0 12 195,0-50-177,0 1 1,0-1-1,0 0 0,0 1 1,0-1-1,0 0 0,0 1 1,-1-1-1,1 1 0,0-1 1,0 0-1,0 1 0,0-1 0,0 0 1,-1 1-1,1-1 0,0 0 1,0 1-1,-1-1 0,1 0 1,0 1-1,0-1 0,-1 0 1,1 0-1,0 0 0,-1 1 0,-3 6 34,3-2-32,0-5-2,1 1 0,-1 0 0,1-1 1,-1 1-1,1-1 0,-1 1 0,1-1 0,-1 1 0,1-1 0,-1 1 0,0-1 0,1 1 1,-1-1-1,0 0 0,1 1 0,-1-1 0,0 0 0,0 0 0,-1 1 0,0 1-3,2 14 3,0-16 0,-4 9 18,3-8-16,1-1 0,-1 1-1,1-1 1,-1 1 0,1 0-1,0-1 1,-1 1 0,1 0-1,0-1 1,0 1 0,-1 0-1,1-1 1,0 1 0,0 0-1,0-1 1,0 2 0,0-1-2,0-1 0,0 0 0,0 0 0,1 0 1,-1 0-1,0 1 0,0-1 0,0 0 0,0 0 1,0 0-1,0 0 0,0 1 0,0-1 0,0 0 1,0 0-1,0 0 0,0 1 0,0-1 0,0 0 1,0 0-1,0 0 0,0 1 0,0-1 1,0 0-1,0 0 0,0 0 0,0 1 0,-1-1 1,1 0-1,0 0 0,0 0 0,0 0 0,0 0 1,0 1-1,0-1 0,-1 0 0,1 0 0,0 0 1,0 0-1,0 0 0,0 0 0,-1 0 1,1 1-1,0-1 0,0 0 0,0 0 0,0 0 1,-1 0-1,1 0 0,0 0 0,0 0 0,-1 0 1,-2 1 3,1 13 45,5 1-31,5-14 28,-3-2-37,-3 1 7,-9 3 80,6-1-42,9-1-27,243-1 787,-164-6-797,35 1-25,147-6-31,-7-1 77,-222 9-22,265-14 34,-166 12-11,-9 0 0,63 3 15,22-2 37,-103 1-71,-5 1-1,104-1-17,-111 5-4,-54-2 3,116-5-1,-84 3 7,-49 2-2,31-3 1,42-3 8,58 3 5,-6 1 2,-16-3-11,-63 2-1,7 0 30,-58 1 54,34 2 0,-36 1 56,0-1 1,25-4-1,-19 1-49,1 2-1,38 2 1,-8 1 39,373-2 546,-230-6-485,-115 1-14,-2 0-1,47-1 76,-47 1-237,115-1 76,-9 1 514,-78-1-287,-8 1-119,85 0-7,-27-1 70,-92-5-191,32 6-44,-100 5 303,-1-1 0,1 0-1,0 1 1,-1-1 0,1 0 0,-1 0 0,1 0 0,3-3 0,-6 3 634,-5 1-900,-1-1 1,0 0-1,0 0 0,1 0 0,-1-1 0,1 1 0,-10-5 0,-9-4 22,-2-6 55,20 14-108,-1 0-1,1 0 1,-1-1 0,1 1-1,0-2 1,0 1 0,1-1-1,-1 0 1,1 0 0,-1 0-1,-7-10 1,-19-13 678,30 24-636,0-1-1,1 1 1,-1-1-1,1 0 1,0 0-1,0 1 1,0-1-1,0 0 1,1 0-1,0 0 1,0 0 0,0 0-1,0 0 1,1-5-1,0-11 206,-2 18-264,1 0 0,0 1 1,-1-1-1,1 1 0,-1-1 0,1 0 1,-1 1-1,0-1 0,0 1 1,1-1-1,-3-1 0,2 2 4,0-1 0,0 1 0,0-1-1,0 1 1,1-1 0,-1 1 0,0-1 0,1 1 0,-1-1 0,1 0-1,-1-2 1,1 2 11,0 0 0,0 0 0,-1 0 0,1 0 0,-1 0 1,1 1-1,-1-1 0,0 0 0,0 0 0,0 0 0,-1-2 0,1 3 17,0-1 1,0 0-1,0 0 1,0 0-1,0 0 1,0 0 0,1 0-1,-1 0 1,1 0-1,-1 0 1,1-2-1,0-3 41,0 1 1,0 0-1,0 0 0,1 0 1,0 0-1,0 0 0,1 0 1,0 0-1,0 0 0,5-9 1,-4 4-55,-3 10-40,0 0-1,1 0 1,-1 0-1,0 0 0,1 0 1,-1 0-1,0 0 0,1 0 1,-1 0-1,1 0 1,0 0-1,-1 0 0,2-1 1,2-2 11,0 0 0,0 0 1,-1-1-1,1 0 0,-1 0 1,0 0-1,0 0 0,-1 0 1,3-7-1,-5 11-10,0 0 0,0-1 0,1 1 0,-1 0 0,0 0 0,1 0 0,-1-1 0,1 1-1,-1 0 1,1 0 0,0 0 0,-1 0 0,1 0 0,1-1 0,-1 1 7,0 0-1,0 0 1,0-1-1,-1 1 1,1 0 0,0 0-1,-1-1 1,1 1 0,-1 0-1,1-1 1,-1 1-1,0 0 1,1-1 0,-1-2-1,0 0 49,0 1-1,0-1 1,0 0 0,1 0-1,-1 0 1,1 1-1,0-1 1,0 0 0,2-5-1,-2 7-40,0 0 0,-1 0-1,0 0 1,1 0-1,-1-1 1,0 1 0,0 0-1,0 0 1,0 0-1,-1 0 1,1 0 0,-1 0-1,1 0 1,-1 0-1,0 0 1,1 0 0,-1 0-1,-2-4 1,0-9 21,-3 6-12,5 7-18,-1 1 0,1-1 0,0 0-1,0 1 1,1-1 0,-1 0 0,0 0 0,0 0 0,1 0 0,-1 0 0,1-2-1,-1 1 20,0-1 0,0 0-1,0 0 1,0 1-1,-1-1 1,1 0 0,-1 1-1,0 0 1,-3-5-1,-6-12 91,-23-34 83,27 38-145,4 9-26,0 0 0,0 0 0,1 0 0,0 0 0,0-1-1,1 1 1,0-1 0,0-11 0,1 15-17,1 0 0,-1 0 1,0 0-1,-1 0 0,1 0 0,-1 0 1,1 0-1,-1 0 0,0 1 0,-1-1 1,1 0-1,-1 1 0,1-1 0,-1 1 1,-3-5-1,-7-13-2,10 17-12,0 3 0,1-1 0,0 1 0,0-1 0,-1 0 0,1 1 0,0-1 0,1 0 0,-1 0 0,0 0 0,0 1 0,1-1 0,-1 0 0,1 0 0,0 0 0,0 0 0,-1 0 0,2-2 0,-1-2 0,0 1 0,0-1 0,-1 6 0,1 0 0,0 0 0,0-1 0,0 1 0,0 0 0,0-1 0,-1 1 0,1 0 0,0-1 0,0 1 0,0 0 0,0-1 0,0 1 0,0 0 0,0-1 0,0 1 0,0 0 0,1-1 0,-1 1 0,0 0 0,0-1 0,0 1 0,0 0 0,0-1 0,0 1 0,1 0 0,-1 0 0,0-1 0,0 1 0,0 0 0,1 0 0,-1-1 0,0 1 0,0 0 0,1 0 0,7-6 0,-1 1 0,2-1 0,-2 1 0,-6 0-1,-1 4-31,-8 7-2665,-12-3-547,-9 8-5756,23-8 6961,0 0 1,0-1-1,0 0 1,-8 2-1,-5 0-1229,-6 2-248</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2.532"/>
    </inkml:context>
    <inkml:brush xml:id="br0">
      <inkml:brushProperty name="width" value="0.035" units="cm"/>
      <inkml:brushProperty name="height" value="0.035" units="cm"/>
      <inkml:brushProperty name="color" value="#F71A09"/>
    </inkml:brush>
  </inkml:definitions>
  <inkml:trace contextRef="#ctx0" brushRef="#br0">139 234 136,'10'-10'3257,"32"-18"-398,-7 12-2239,0 0 60,-30 12-600,-3 3 52,0 0 1,-1 1-1,1-1 0,-1-1 1,1 1-1,-1 0 0,0 0 1,1 0-1,1-3 0,-2 1 100,0 1 0,-1-1 0,1 1 0,-1-1 1,1 1-1,-1-1 0,0 1 0,0-1 0,0-2 0,0-4 451,-1 8-638,1-1 0,0 1 1,0 0-1,0 0 0,0-1 0,0 1 0,0 0 0,0-1 0,0 1 1,0 0-1,0 0 0,1-1 0,-1 1 0,1 0 0,-1 0 0,1 0 0,-1-1 1,1 1-1,0 0 0,0 0 0,1-2 0,0 2-21,0 0 1,0-1-1,-1 1 1,1-1-1,0 0 0,-1 0 1,1 1-1,-1-1 0,0 0 1,2-2-1,-3 3-15,0 1-1,0-1 1,0 1-1,0 0 1,0-1-1,0 1 1,0-1 0,0 1-1,0 0 1,0-1-1,1 1 1,-1-1-1,0 1 1,0 0-1,0-1 1,1 1-1,-1 0 1,0 0 0,0-1-1,1 1 1,-1 0-1,0-1 1,0 1-1,1 0 1,-1 0-1,0 0 1,1-1-1,-1 1 1,1 0 0,-1 0-1,0 0 1,1 0-1,-1 0 1,1-1-1,-1 1 8,1 0 0,-1 0 1,1 0-1,-1 0 0,1 0 0,-1-1 0,1 1 0,-1 0 0,0 0 0,1 0 0,-1-1 0,1 1 0,-1 0 0,0-1 0,1 1 0,-1 0 0,0-1 1,0 1-1,1-1 0,-1 1 0,0 0 0,0-1 0,1 1 0,-1-1 0,0 1 0,0-1 0,0 1 0,0 0 0,0-1 0,0 1 0,0-1 0,0 1 1,0-1-1,0 0 0,0 0 7,0 1 0,0-1 1,0 0-1,1 1 0,-1-1 1,0 0-1,0 1 1,0-1-1,1 0 0,-1 1 1,0-1-1,1 1 0,-1-1 1,0 1-1,1-1 0,-1 0 1,1 1-1,-1 0 0,1-1 1,-1 1-1,1-1 1,-1 1-1,1 0 0,0-1 1,-1 1-1,1 0 0,0-1 1,-1 1-1,1 0 0,0 0 1,-1 0-1,1 0 0,0 0 1,0 0-1,1 0 89,0-2-26,1 0 0,-1 1 0,1 0 0,0 0-1,0 0 1,0 0 0,5-1 0,-7 2-59,0-1 0,0 1-1,0 0 1,0-1 0,0 1 0,0-1-1,0 1 1,0-1 0,0 1 0,0-1-1,-1 1 1,1-1 0,0 0 0,0 1-1,-1-1 1,2-1 0,-2 1 886,0 2-906,0 2-12,0-2 5,0 1 0,0-1 0,0 0 0,0 0 0,0 0 1,0 0-1,0 0 0,0 0 0,0 0 0,-1 0 0,1 0 1,0 0-1,-1 0 0,1 0 0,-1 0 0,1 0 0,-1 0 1,0 0-1,0 1 0,0-1-1,0 2 17,0 1-1,0-1 1,1 1 0,-1-1-1,1 1 1,0 0-1,0-1 1,1 1-1,0 3 1,-1 2 16,0-4-28,-1 0 1,1 0-1,-1 0 0,0 0 0,-1-1 0,1 1 0,-1 0 0,0 0 1,-4 5-1,6-8-5,-1 0 0,1 0 1,-1-1-1,1 1 0,-1 0 1,1 0-1,0 0 0,0 0 1,0 0-1,0 0 0,1 0 1,-1 2-1,1-2 1,-1 0 0,0 0 0,0 0 0,0 0 0,0 0 0,0 0 1,0 0-1,0 0 0,-2 3 0,-29 87 76,19-44 14,9-38-83,1-3-2,0 0-1,0-1 1,-1 1-1,0 0 0,-7 10 1,9-14-5,-1 0 1,0 0 0,1 0-1,0 0 1,0 0-1,-1 0 1,2 1 0,-1-1-1,0 4 1,-5 17 7,-17 41 26,11-33-18,6-23-17,5-7 2,0 0 0,0-1 0,0 1-1,0 0 1,0-1 0,0 1-1,0 0 1,1 0 0,-1 0-1,1 0 1,-1 2 0,1-3-1,0 0 0,-1 0 0,1 1 0,-1-1 0,1 0 0,-1 0 0,1 0 0,-1 1 0,1-1 0,-1 0 0,0 0 0,0 0 0,-1 1 0,1-1 0,0 0 0,1 0 0,-1 0 0,0 0 0,0 0 0,1 0 0,-1 0 0,1 0 1,-1 0-1,1 0 0,0 0 0,-1 0 0,1 2 0,-1-2 1,1 0 0,0 1 0,0-1 1,-1 0-1,1 0 0,-1 0 0,1 0 0,-1 0 0,1 0 0,-1 0 0,0 0 0,0 0 0,1 0 1,-2 2-1,1-3 0,0 1 0,0 0-1,1 0 1,-1 0 0,0-1 0,1 1 0,-1 0 0,1 0 0,-1 0 0,1 0 0,-1 0 0,1 0 0,0 0 0,-1 2 0,0 0 0,0 0 0,0 1-1,-1-1 1,1 0 0,-1 0 0,0 0 0,0 0 0,-3 3 0,-2 5-1,1-4 0,6-6 0,-1-1 0,1 1 0,0-1 0,-1 0 0,1 1 0,0-1 0,-1 1 0,1-1 0,0 1 0,0-1 0,-1 1 1,1 0-1,0-1 0,0 1 0,0-1 0,0 1 0,0-1 0,0 1 0,0 0 0,-2 4 6,0 0 0,0 0 0,-1 0-1,1-1 1,-1 1 0,0-1 0,0 0 0,-7 8 0,6-7 10,3-2-9,1 0-1,-1 0 0,0 0 0,1 0 0,0 0 0,0 0 0,0 0 1,0 0-1,0 1 0,1 2 0,0 6 6,-10 25 99,9-35-109,0-1 1,-1 0-1,1 0 0,0 1 1,-1-1-1,1 0 0,-1 0 1,1 0-1,-1 1 0,0-1 1,1 0-1,-3 2 0,2-2-1,0 0 0,0 0 0,0 0 0,1 1 0,-1-1 0,0 0 0,0 1 0,1-1 0,-1 0 0,1 1 0,0-1 0,-1 1 0,1 1 0,0 4 4,0-5-3,0 1 0,0-1-1,0 1 1,0-1 0,0 1-1,0 0 1,-1-1 0,1 1-1,-1-1 1,0 1 0,0-1-1,0 0 1,0 1 0,0-1-1,-2 3 1,-6 20 6,9-24-8,-1 0 2,0 1 0,0-1-1,0 1 1,0-1 0,1 1-1,-1 0 1,0 0 0,1-1 0,0 1-1,-1 0 1,1 0 0,0 0-1,0-1 1,0 1 0,0 0-1,0 0 1,1 3 0,-1-5 0,0 1-1,0 0 1,0-1-1,0 1 1,0-1 0,0 1-1,0 0 1,0-1 0,0 1-1,0-1 1,0 1 0,0 0-1,-1-1 1,1 1 0,0-1-1,0 1 1,-1-1 0,1 1-1,0-1 1,-1 1 0,1-1-1,0 1 1,-1-1 0,0 1-1,-10 12 14,10-9-15,1 0 0,-9 4 0,7-7-2,1 1 0,-1-1 0,1 1 0,-1-1 1,1 1-1,0-1 0,-1 1 0,1 0 0,0-1 0,-1 4 0,1-3 5,0 0 0,0 1-1,-1-1 1,1 0-1,-1 0 1,1 0 0,-1 0-1,0-1 1,0 1-1,-3 3 1,2-3-15,3-2 14,1 0 0,-1 0 0,0 0 0,0 0 0,0 1 0,0-1 0,0 0 0,0 0 0,0 0 0,0 0 0,0 0 0,0 0 0,-1 1 0,1-1 0,0 0 0,0 0 0,0 0 1,0 0-1,0 0 0,0 0 0,0 0 0,0 0 0,0 1 0,0-1 0,0 0 0,0 0 0,0 0 0,-1 0 0,1 0 0,0 0 0,0 0 0,0 0 0,0 0 0,0 0 0,0 0 0,0 0 0,-1 0 0,1 0 0,0 0 0,0 1 0,0-1 1,0 0-1,0 0 0,0 0 0,-1 0 0,1-1 0,0 1 0,0 0 0,0 0 0,0 0 0,0 0 0,0 0 0,0 0 0,-1 0 0,1 0 0,0 0 0,0 0 0,0 0 0,0 0 0,0 0 0,0 0 0,0 0 0,0-1 0,0 1 1,-1 0-1,26-32-2798,-23 27 1735,0 0-1,-1 0 1,1 0-1,-1 0 0,0 0 1,-1 0-1,1-9 1,-1-3-2481</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3.503"/>
    </inkml:context>
    <inkml:brush xml:id="br0">
      <inkml:brushProperty name="width" value="0.035" units="cm"/>
      <inkml:brushProperty name="height" value="0.035" units="cm"/>
      <inkml:brushProperty name="color" value="#F71A09"/>
    </inkml:brush>
  </inkml:definitions>
  <inkml:trace contextRef="#ctx0" brushRef="#br0">226 31 40,'1'0'121,"-1"-1"0,0 0 0,0 1 0,0-1 0,1 0 0,-1 1 0,0-1 0,1 0 0,-1 1 0,0-1 0,1 1 0,-1-1 0,1 1 0,-1-1-1,1 1 1,-1-1 0,1 1 0,0-1 0,0 0 12,0 1-1,-1-1 0,1 1 0,0-1 0,-1 1 1,1-1-1,-1 0 0,1 1 0,-1-1 0,1 0 1,-1 1-1,1-1 0,-1 0 0,0 0 0,1 1 1,-1-1-1,0 0 0,0 0 0,1-1 0,-1 1 579,0-2 1733,0 5-1699,0-1-524,0 32 1402,0-25-1478,-1-4-39,1 1 1,0 0 0,0-1-1,1 1 1,0 0 0,-1-1-1,2 1 1,-1 0 0,2 4-1,-2-5-47,0 1 0,0 0-1,0 0 1,-1 0 0,0-1-1,0 1 1,0 0 0,-2 6-1,1 6 46,2-5-37,-2-1 0,1 1-1,-2 0 1,0 0 0,-4 15-1,1-8 6,3-12-41,0-1-1,0 0 1,0 0 0,0 0 0,-7 10-1,-11 26 108,5-9-43,-2 12 1,-1-4-14,16-37-71,0 0-1,0 0 1,1 0-1,-1 1 1,-1 6 0,3-7 1,-1 0 1,0-1-1,0 0 1,-1 1-1,1-1 1,-1 0-1,1 1 1,-4 2-1,-9 19 118,12-21-95,0-1 1,1 1-1,-1-1 1,-1 0-1,1 1 1,0-1-1,-5 4 1,-27 41 413,32-46-435,0 0 1,1 0-1,0 0 0,-1 0 1,1 0-1,0 0 0,0 0 1,0 1-1,0-1 0,0 0 1,0 1-1,1-1 0,-1 4 1,-1 34 25,2-28-10,1-11-29,-1 0-1,0 0 1,0 0 0,0 0-1,0 0 1,0 0 0,-1 0 0,1 0-1,0 0 1,0 0 0,-1 0-1,1 0 1,0-1 0,-1 1-1,1 0 1,-1 0 0,1 0 0,-2 1-1,-1 6 6,-1 2 7,-1 2 4,5-12-17,0 0 0,0 0 1,0 0-1,0 1 0,0-1 0,0 0 0,0 0 0,1 0 0,-1 0 0,0 0 0,0 0 0,0 0 1,0 0-1,0 1 0,0-1 0,0 0 0,0 0 0,0 0 0,0 0 0,0 0 0,0 0 0,0 0 1,0 1-1,-1-1 0,1 0 0,0 0 0,0 0 0,0 0 0,0 0 0,0 0 0,0 0 0,0 0 1,0 0-1,0 1 0,0-1 0,0 0 0,0 0 0,0 0 0,-1 0 0,1 0 0,0 0 0,0 0 1,0 0-1,0 0 0,0 0 0,0 0 0,0 0 0,0 0 0,-1 0 0,1 0 0,0 0 0,0 0 1,0 0-1,0 0 0,0 0 0,0 0 0,0 0 0,-1 0 0,1 0 0,0 0 0,-4 1 2,2 15 8,2-15 12,0 0-1571,0-9-1256,1 6 2212,-3-12-3230,-5 4 639</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4.464"/>
    </inkml:context>
    <inkml:brush xml:id="br0">
      <inkml:brushProperty name="width" value="0.035" units="cm"/>
      <inkml:brushProperty name="height" value="0.035" units="cm"/>
      <inkml:brushProperty name="color" value="#F71A09"/>
    </inkml:brush>
  </inkml:definitions>
  <inkml:trace contextRef="#ctx0" brushRef="#br0">213 11 192,'-18'-11'8284,"18"27"-7295,1-14-930,-1 0 0,0 0 0,0-1 0,-1 1 0,1 0-1,0 0 1,-1-1 0,1 1 0,-1 0 0,1-1 0,-1 1 0,0 0 0,1-1 0,-1 1 0,0-1 0,0 1 0,0-1 0,-2 2 0,-2 2 16,3 12 317,0-16-346,0 2 2,-1 0 0,1 0 0,0 0 0,0 0 0,0 0 0,0 0 0,1 0 0,-1 1 0,1-1 0,0 1 0,0-1 0,-1 6 1,2-5-27,-1-1 0,0 0 0,0 1 0,0-1 1,0 0-1,0 0 0,-4 6 0,-3 7 31,-9 19 34,12-22-72,3-7-11,0 0 0,0 0 0,0 0 1,1 1-1,0-1 0,0 9 0,1-10 9,-1 0-1,0 0 1,0 0-1,0 0 1,-4 8-1,3-9 2,1 1 0,-1 0 0,1 0 0,0 0 0,0 9 0,0-6-10,-1 0 0,1 1 0,-2-1 1,1 0-1,-1 0 0,-7 14 0,-5 15 16,-8 38 67,22-68-77,0 0 1,0 0 0,0 0 0,1 0-1,0 0 1,0 0 0,1 7-1,1 10 83,-2-21-65,0 0-1,0 0 0,0 0 1,0 0-1,-1 1 0,1-1 1,-1 0-1,0-1 0,0 1 1,0 0-1,-1 3 0,1-5-12,1 0 0,-1 1-1,1-1 1,0 0 0,0 0-1,0 1 1,0-1-1,0 0 1,0 0 0,0 0-1,0 3 1,1-2 2,-1-1 0,0 0 0,0 1-1,0-1 1,0 1 0,0-1 0,0 1 0,0-1 0,0 1 0,-1-1-1,1 1 1,-1 1 0,-2 5 9,1 0 0,0 0 0,0 0 0,1 1 0,0-1 0,1 0 1,0 1-1,0-1 0,2 13 0,-1 19 43,-1 25 235,11-65-168,-3-4-18,-6 4-113,-1 0-5,-1 0 0,1 0 0,-1 1-1,1-1 1,-1 0 0,1-1 0,-1 1 0,1 0 0,-1 0-1,1 0 1,-1 0 0,1 0 0,-1 0 0,1-1-1,-1 1 1,1 0 0,-1 0 0,1-1 0,-1 1-1,1 0 1,-1-1 0,1 1 0,-1-1 0,0 1-1,1 0 1,-1-1 0,0 1 0,1-1 0,-1 1-1,0-1 1,0 1 0,0-1 0,1 1 0,-1-1-1,0 1 1,0-2 0,1 1-7,1-3-327,0 0-1,0 0 1,-1 0-1,1 0 1,-1-1 0,0 1-1,0 0 1,0-1-1,-1 1 1,0-1 0,1 0-1,-2 1 1,1-1-1,0 1 1,-1-1 0,0 1-1,0 0 1,0-1-1,-3-4 1,-3-3-1916,-2-4-586</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5.414"/>
    </inkml:context>
    <inkml:brush xml:id="br0">
      <inkml:brushProperty name="width" value="0.035" units="cm"/>
      <inkml:brushProperty name="height" value="0.035" units="cm"/>
      <inkml:brushProperty name="color" value="#F71A09"/>
    </inkml:brush>
  </inkml:definitions>
  <inkml:trace contextRef="#ctx0" brushRef="#br0">261 0 384,'0'0'4809,"-21"3"705,16-1-5597,-23 9 279,22-8-159,5-3-26,0 1-1,0-1 0,0 0 0,0 1 0,0 0 1,0-1-1,0 1 0,0 0 0,0-1 0,0 1 1,1 0-1,-1 0 0,0 0 0,1-1 1,-1 1-1,0 0 0,1 0 0,-1 0 0,1 0 1,-1 0-1,1 0 0,-1 1 0,1-1 0,0 0 1,0 0-1,-1 2 0,-16 15 330,8 24-29,9-33-292,1-2 7,-1 0 0,0 0 0,-1 1 0,0-1 0,0 0 0,-4 12 0,-3 24 124,-1-10-77,0 21-16,7-50-48,1 0-1,-1 1 1,1-1-1,0 0 1,0 1-1,0-1 0,1 0 1,-1 5-1,1-4 3,-1 0 0,0 0 0,0-1 0,0 1-1,0 0 1,-3 4 0,3-4 1,-1-1 0,1 1 0,-1-1-1,1 1 1,1 0 0,-1 5 0,1 77 285,8-38 95,-7-43-310,-1 0 0,-1 1 0,1-1-1,-1 0 1,0 0 0,-4 11 0,4-13-52,0 0 1,0-1 0,1 1 0,-1 0 0,1-1 0,0 1-1,0 6 1,1-7-21,-1 0 0,0 0-1,0 0 1,0 0 0,-1 0-1,1 0 1,-1 0 0,0 0 0,1 0-1,-3 3 1,3 8 26,0-13-33,0 0 1,0 0-1,0 1 1,0-1-1,0 0 1,0 0-1,0 0 1,0 0-1,0 0 1,0 0-1,-1 0 1,1 0-1,0 0 1,-1 1-1,-23 41 109,23-40-110,-1 1 1,1 0-1,-1-1 1,1 1-1,0 0 1,0 0-1,1 0 0,-1-1 1,1 1-1,0 8 1,0-10 0,0 0 1,-1 0-1,1 0 1,-1 1-1,1-1 0,-1 0 1,0 0-1,0 0 1,0 0-1,-2 2 1,2-3-3,0 1 0,0 0 0,0 0 1,0 0-1,1 0 0,-1 0 1,0 0-1,1 0 0,-1 0 0,1 3 1,0 33 0,0-37-2,0-1-1,0 0 0,0 1 0,0-1 1,0 0-1,1 1 0,-1-1 0,0 0 0,0 1 1,0-1-1,0 0 0,1 0 0,-1 1 1,0-1-1,0 0 0,1 0 0,-1 0 0,0 1 1,0-1-1,1 0 0,-1 0 0,0 0 1,0 0-1,1 1 0,-1-1 0,0 0 0,1 0 1,-1 0-1,0 0 0,1 0 0,-1 0 1,0 0-1,1 0 0,-1 0 0,0 0 0,1 0 1,-1 0-1,0 0 0,1 0 0,-1 0 1,0-1-1,1 1 0,-1 0 0,0 0 0,0 0 1,1 0-1,-1-1 0,0 1 0,0 0 1,1 0-1,0-1-45,0 1-1,-1 0 1,1-1 0,0 1-1,0-1 1,-1 1 0,1-1 0,0 0-1,-1 1 1,1-1 0,0 1 0,-1-1-1,1 0 1,-1 0 0,1 1-1,-1-1 1,0 0 0,1 0 0,-1 0-1,0 1 1,1-2 0,-4-8-1206,0 0 1,-1 1-1,0 0 0,0 0 1,-1 0-1,0 1 1,-12-15-1,1 7-1442</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6.268"/>
    </inkml:context>
    <inkml:brush xml:id="br0">
      <inkml:brushProperty name="width" value="0.035" units="cm"/>
      <inkml:brushProperty name="height" value="0.035" units="cm"/>
      <inkml:brushProperty name="color" value="#F71A09"/>
    </inkml:brush>
  </inkml:definitions>
  <inkml:trace contextRef="#ctx0" brushRef="#br0">10 1 384,'0'0'731,"-2"21"3516,1-20-4201,1 0 0,-1 0 0,0 0 0,0 0-1,1 1 1,-1-1 0,0 0 0,1 0-1,0 1 1,-1-1 0,1 1 0,0-1-1,-1 0 1,1 1 0,0-1 0,0 3-1,1 32 1149,-1-20-704,12 2-98,-5-9-190,-5-5-119,-1-3-45,0 1 1,-1 0-1,1 0 0,0-1 1,1 1-1,-1-1 1,0 1-1,0-1 0,1 1 1,1 0-1,1 2 82,0 0 0,-1 1-1,1-1 1,-1 1 0,0 0-1,0-1 1,3 9 0,-3-7 41,3 4-17,-4-7-72,-1 0-1,1-1 1,-1 1-1,1 0 0,-1 0 1,0 0-1,0 1 0,-1-1 1,1 0-1,-1 0 1,1 0-1,-1 5 0,0 121 650,0-124-699,1 0 0,0 1 0,0-1 0,0 0 0,3 9 1,-2-9-2,0 1 1,0 0 0,-1-1 0,0 1 0,0 10 0,-1 178 427,0-189-444,-1 0 0,1 0 0,-1-1 0,0 1 0,-4 8 0,3-7 5,0-1 0,1 0 1,0 0-1,0 1 0,0-1 0,0 7 0,1-3 32,-1 5-231,1-14 178,0 0 0,0 1 1,0-1-1,0 0 0,0 0 0,0 0 1,-1 1-1,1-1 0,0 0 0,0 0 0,0 0 1,0 1-1,-1-1 0,1 0 0,0 0 1,0 0-1,0 0 0,-1 0 0,1 0 1,0 1-1,0-1 0,-1 0 0,1 0 0,0 0 1,0 0-1,-1 0 0,1 0 0,0 0 1,0 0-1,-1 0 0,1 0 0,-10 3-874,10-2 845,0-1 0,0 0 0,0 0 0,-1 0 1,1 1-1,0-1 0,0 0 0,0 0 0,0 0 0,0 0 1,-1 0-1,1 1 0,0-1 0,0 0 0,0 0 0,0 0 1,-1 0-1,1 0 0,0 0 0,0 0 0,0 0 0,-1 0 1,1 0-1,0 0 0,0 0 0,0 0 0,-1 0 1,1 0-1,0 0 0,0 0 0,0 0 0,-1 0 0,1 0 1,0 0-1,0 0 0,0 0 0,-1 0 0,1 0 0,0 0 1,0 0-1,0 0 0,0-1 0,-1 1 0,1 0 0,0 0 1,0 0-1,0 0 0,0 0 0,0-1 0,-1 1 0,1 0 1,0 0-1,0 0 0,0-1 0,0 1 0,0 0 0,0 0 1,0 0-1,0-1 0,0 1 0,0 0 0,0 0 0,0 0 1,0-1-1,0 1 0,0 0 0,0-1-1027,-9 1-3782,1 0 2330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7.835"/>
    </inkml:context>
    <inkml:brush xml:id="br0">
      <inkml:brushProperty name="width" value="0.035" units="cm"/>
      <inkml:brushProperty name="height" value="0.035" units="cm"/>
      <inkml:brushProperty name="color" value="#F71A09"/>
    </inkml:brush>
  </inkml:definitions>
  <inkml:trace contextRef="#ctx0" brushRef="#br0">260 17 344,'17'-8'6375,"-10"2"-2825,-7 6-3443,0 0 1,0 0-1,0 0 0,0 0 1,0-1-1,0 1 1,-1 0-1,1 0 0,0 0 1,0 0-1,0 0 1,0 0-1,0-1 0,0 1 1,0 0-1,0 0 0,0 0 1,-1 0-1,1 0 1,0 0-1,0 0 0,0 0 1,0-1-1,0 1 1,-1 0-1,1 0 0,0 0 1,0 0-1,0 0 0,0 0 1,0 0-1,-1 0 1,1 0-1,0 0 0,0 0 1,0 0-1,0 0 1,0 0-1,-1 0 0,1 0 1,0 0-1,0 0 0,0 1 1,0-1-1,-1 0 1,0 0 11,-1 1 0,0 0 1,1-1-1,-1 1 1,1 0-1,-1 0 0,1 0 1,-1 0-1,1 0 1,0 1-1,-3 2 1,-12 9 700,-17 9 663,16-10-633,-28 15-1,31-19-669,0 1-1,0 1 1,-16 15-1,16-13-114,10-8-47,-1 1-1,1 0 0,0 0 1,0 1-1,-4 6 0,-8 10 33,15-19-46,-1 0 1,1-1 0,0 1 0,0 0 0,-1 0-1,2 0 1,-1 0 0,-1 5 0,-2 10 44,3-14-46,1 0 0,0 0 0,0 0 0,1 0 0,-1 0 0,1 0 1,0 0-1,0 0 0,0 0 0,1-1 0,-1 1 0,1 0 1,3 4-1,-3-6-2,0 1 1,-1-1-1,1 0 1,1 0 0,-1 0-1,0 0 1,0 0-1,1 0 1,-1 0 0,1-1-1,0 0 1,-1 1-1,1-1 1,0 0-1,0 0 1,0 0 0,0-1-1,0 1 1,0-1-1,-1 0 1,1 1 0,4-2-1,8 1 17,1 0 0,29-7 0,-34 6-12,29-7 88,50-17 1,-88 25-91,-1-1-1,1 1 1,-1-1-1,0 1 1,1-1-1,-1 0 1,0 1-1,1-1 1,-1 0-1,0 0 1,0 0 0,0 0-1,0 0 1,0 0-1,0-1 1,0 1-1,0 0 1,0 0-1,-1-1 1,1 1-1,0 0 1,-1-1 0,1 1-1,-1-1 1,1 1-1,-1-1 1,0 1-1,0-1 1,0 1-1,0-1 1,0 1-1,0-1 1,0 1-1,-1-3 1,1 3-2,0 0 0,0 0 0,-1 0 0,1 0 0,0 1 0,0-1 0,-1 0 0,1 0 0,-1 1 0,1-1 0,-1 0 0,1 1 0,-1-1 0,0 0 0,1 1 0,-1-1 0,0 0 0,0 1-2,0-1 0,1 1 0,-1-1 0,0 0 0,1 1 0,-1-1 0,1 0 0,-1 1 0,1-1 0,-1 0 0,1 0 0,-1 1 0,1-1 0,0 0 0,0 0 0,-1 0 0,1 0 0,0 0-1,0 0-1,0 1 1,-1-1-1,1 1 1,0-1-1,0 1 1,0-1-1,-1 1 1,1-1-1,0 1 1,0-1-1,-1 1 1,1 0 0,-1-1-1,1 1 1,0-1-1,-1 1 1,1 0-1,-1-1 1,1 1-1,-1 0 1,1 0-1,-1-1 1,1 1-1,-2 0 1,-20-5-195,16 5-26,-1 0 1,1 0 0,0 0-1,-1 1 1,-7 2-1,9-2-112,1-1 0,-1 1 0,1-1 0,-1 0-1,1 0 1,-1 0 0,-5-1 0,5 0-183,0 0 0,0 1-1,1 0 1,-1 0 0,0 0 0,1 1 0,-8 1-1,-2 1-1350,0-1 0,-1 1 0,1-2 0,-26 0 0,24-1-508</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8.331"/>
    </inkml:context>
    <inkml:brush xml:id="br0">
      <inkml:brushProperty name="width" value="0.035" units="cm"/>
      <inkml:brushProperty name="height" value="0.035" units="cm"/>
      <inkml:brushProperty name="color" value="#F71A09"/>
    </inkml:brush>
  </inkml:definitions>
  <inkml:trace contextRef="#ctx0" brushRef="#br0">209 13 2168,'6'-8'6683,"-5"4"-2384,-6 6-3467,2 7 1264,0-7-1897,0 0 0,0 0 0,0 0 0,0 0 0,1 0 0,-1 1 0,1-1 0,0 1 0,0-1 1,-1 1-1,-2 6 0,5-7-156,-1 1-1,0-1 1,-1 0 0,1 1 0,0-1 0,-1 0 0,1 0 0,-1 1 0,0-1 0,0 0 0,-2 1 0,-13 18 96,14-16-130,-1 0-1,0-1 1,0 1-1,0-1 0,0 0 1,-1-1-1,1 1 0,-1-1 1,0 0-1,-11 5 0,15-7-7,-1 0-1,1 0 0,-1-1 0,1 1 0,-1 0 0,1 1 1,0-1-1,-1 0 0,1 0 0,0 1 0,-1 1 0,1-2-10,0 0 0,0 0 0,0 0-1,0 0 1,0 0 0,0 0 0,0 0-1,-1 0 1,1 0 0,0-1 0,0 1 0,-1 0-1,-2 0 1,-2 1 112,-19 3-3812,25-5 3557,-1 0 1,1 0 0,-1 0 0,0 0 0,1-1 0,-1 1-1,0 0 1,1-1 0,-1 1 0,1 0 0,-1-1-1,1 1 1,-1-1 0,1 1 0,-1-1 0,1 1-1,-1-1 1,1 1 0,0-1 0,-1 1 0,1-1 0,0 1-1,-1-1 1,1 0 0,0 1 0,0-1 0,0 0-1,0 1 1,0-1 0,-1 0 0,1 1 0,0-1 0,0 0-1,0 1 1,1-1 0,-1-1 0,0 1-244,1-1-1,-1 0 1,1 1 0,0-1 0,0 0 0,-1 1-1,1-1 1,0 0 0,0 1 0,2-2 0,3-6-1873,-5 0-9</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8.597"/>
    </inkml:context>
    <inkml:brush xml:id="br0">
      <inkml:brushProperty name="width" value="0.035" units="cm"/>
      <inkml:brushProperty name="height" value="0.035" units="cm"/>
      <inkml:brushProperty name="color" value="#F71A09"/>
    </inkml:brush>
  </inkml:definitions>
  <inkml:trace contextRef="#ctx0" brushRef="#br0">1 28 272,'0'-1'129,"0"1"-1,0 0 1,0-1-1,0 1 1,0 0 0,0-1-1,0 1 1,0 0 0,0-1-1,0 1 1,0 0-1,0-1 1,0 1 0,0 0-1,0-1 1,0 1-1,0 0 1,0 0 0,0-1-1,0 1 1,1 0-1,-1-1 1,0 1 0,0 0-1,0 0 1,1-1-1,-1 1 1,0 0 0,0 0-1,0-1 1,1 1-1,-1 0 1,0 0 0,1 0-1,-1-1 1,0 1 0,0 0-1,1 0 1,-1 0-1,0 0 1,1 0 0,-1 0-1,0 0 1,1 0-1,0 0 1,9-7 1855,0 5-1325,1-1-1,-1 1 0,1 1 0,0 0 0,12 0 0,-21 1-307,14 1 879,-13 8-790,2-5-233,0-2-143,-1 1 1,1 0-1,-1 0 0,0 0 1,0 1-1,0-1 0,0 1 1,0 0-1,5 9 1,16 15-1,-7-8-38,-14-17-55,0 1 0,0 0 0,0-1 0,0 0 0,1 0 0,-1 0 0,8 3 0,5 3-874,-15-2-1683,-2-14-5343</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19.096"/>
    </inkml:context>
    <inkml:brush xml:id="br0">
      <inkml:brushProperty name="width" value="0.035" units="cm"/>
      <inkml:brushProperty name="height" value="0.035" units="cm"/>
      <inkml:brushProperty name="color" value="#F71A09"/>
    </inkml:brush>
  </inkml:definitions>
  <inkml:trace contextRef="#ctx0" brushRef="#br0">96 13 1192,'5'-1'1356,"-1"0"-1,1 0 1,0 0 0,-1 0-1,6-3 1,0 1 2427,-10 4-3337,0 16 1052,-8-2-831,7-14-619,0 0 0,0 0 0,1 0 0,-1 0 0,0 0 0,0 1 0,1-1 1,-1 0-1,1 1 0,-1-1 0,0 3 0,1-2-20,-1 0 1,0 0-1,0 0 0,1 0 1,-1 0-1,-1 0 0,1 0 1,0 0-1,0 0 0,-1-1 1,1 1-1,-1 0 1,1-1-1,-1 1 0,0-1 1,-1 1-1,0 0-5,1 0-1,0 1 1,-1-1-1,1 0 1,0 0-1,1 1 1,-4 4 0,2 1-8,-1 0 1,2 1 0,-1-1-1,1 1 1,0 0 0,1-1 0,0 1-1,0 10 1,2-18-13,-1 1-1,0-1 1,0 0-1,1 1 1,-1-1-1,1 0 1,-1 1-1,1-1 1,0 0-1,0 0 1,-1 1-1,1-1 1,0 0-1,0 0 1,0 0-1,0 0 1,0 0 0,1 0-1,-1 0 1,0-1-1,0 1 1,0 0-1,1-1 1,1 2-1,33 8 67,-35-9-68,21 1 16,1 0-1,0-1 1,0-1-1,0-1 1,-1-2-1,1 0 1,29-8-1,-31 1 16,-21 10-31,1 0 0,0-1 0,-1 1 0,1 0 0,-1 0 0,1-1 1,-1 1-1,1 0 0,-1-1 0,1 1 0,-1-1 0,1 1 1,-1 0-1,1-1 0,-1 1 0,0-1 0,1 1 0,-1-1 1,0 0-1,1 1 0,-1-1 0,0 1 0,0-1 0,0 1 0,1-1 1,-1 0-1,0 1 0,0-1 0,0 0 0,0 1 0,0-1 1,0 0-1,-3-2-4,0 1 1,1-1 0,-1 1 0,0 0-1,0 0 1,-1 0 0,1 0 0,0 1-1,-1-1 1,1 1 0,-1 0 0,1 0-1,-1 0 1,1 0 0,-1 1 0,0-1-1,-4 1 1,-11 0-320,0 1 0,-22 3-1,36-3 208,-81 14-2956,-17 2-4192,77-12 4421</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4.549"/>
    </inkml:context>
    <inkml:brush xml:id="br0">
      <inkml:brushProperty name="width" value="0.035" units="cm"/>
      <inkml:brushProperty name="height" value="0.035" units="cm"/>
      <inkml:brushProperty name="color" value="#F71A09"/>
    </inkml:brush>
  </inkml:definitions>
  <inkml:trace contextRef="#ctx0" brushRef="#br0">234 6 768,'-4'-4'7014,"1"3"-7350,2 1 1173,1 0-785,0 0-1,0 0 0,0 0 1,0 0-1,0 1 1,0-1-1,0 0 1,0 0-1,0 0 1,0 0-1,0 1 1,0-1-1,0 0 0,0 0 1,0 0-1,0 0 1,0 1-1,0-1 1,0 0-1,0 0 1,0 0-1,0 0 1,0 1-1,0-1 0,0 0 1,0 0-1,-1 0 1,1 0-1,0 0 1,0 1-1,0-1 1,0 0-1,0 0 1,0 0-1,0 0 0,-1 0 1,1 0-1,0 0 1,0 0-1,0 0 1,0 1-1,-1-1 1,1 0-1,0 0 1,0 0-1,0 0 0,0 0 1,-1 0-1,1 0 1,0 0-1,0 0 1,0 0-1,0 0 1,-1 0-1,1 0 1,0 0-1,0 0 0,0-1 1,0 1-1,-1 0 1,1 0-1,0 0 1,-10 0 674,8 0-262,-15 1 3589,17 1-3922,-1 0 1,1 0 0,0 0-1,-1 0 1,0-1 0,1 1-1,-1 0 1,0 0 0,0-1 0,0 1-1,0 0 1,0-1 0,0 1-1,0-1 1,-3 3 0,-9 13 821,12-15-860,-1 0-1,0 0 1,1 0-1,-1 0 1,0 0 0,0-1-1,0 1 1,-5 2-1,-6 5 250,-2 3-145,1 1 1,0 0-1,1 1 0,1 0 0,0 1 0,1 0 1,-10 19-1,18-28-174,1 0-1,-1-1 1,1 1 0,1 0 0,-1 0 0,1 0-1,0 1 1,0-1 0,1 0 0,-1 0 0,1 1 0,1-1-1,-1 0 1,1 0 0,3 11 0,2 2 2,2 1 1,0-1-1,15 25 1,-22-42-21,5 7 13,1 0 0,-1-1 0,14 14 0,-14-17-13,2 4-4,0-1 0,17 12 0,-21-18-1,-1 1 1,1-1-1,-1 0 0,1-1 1,0 1-1,0-1 0,0 1 1,0-1-1,0 0 0,0-1 1,8 1-1,8 2 22,12-1 5,13-7-17,-10 1-12,-1 0 0,51-15 0,-81 18 7,0-1-1,0 1 1,0-1-1,0 0 0,-1-1 1,1 1-1,0-1 1,-1 1-1,0-1 0,5-4 1,-8 6-5,1 0 0,0 0 0,-1 0 0,1 0 0,-1 0-1,1 0 1,-1 0 0,1 0 0,-1 0 0,0 0 0,1 0 0,-1-1 0,0 1 0,0 0 0,0 0 0,0 0 0,0 0 0,0 0-1,0-1 1,0 1 0,0 0 0,-1 0 0,1 0 0,0 0 0,-1 0 0,1 0 0,-1 0 0,1 0 0,-1 0 0,0 0 0,1 0-1,-1 0 1,0 0 0,0 0 0,1 0 0,-1 1 0,0-1 0,0 0 0,0 1 0,0-1 0,0 0 0,0 1 0,-2-1 0,-6-5-8,-1 0 1,1 1 0,-1 1 0,0 0 0,0 0-1,0 1 1,-1 0 0,1 0 0,-1 1-1,0 1 1,-14-1 0,-62-3-113,86 5 111,1 1-35,0 2 40,0-2 14,17-5 12,-14 3-23,0 0 1,0 0-1,1 1 1,-1-1 0,0 1-1,1 0 1,-1 0-1,6 1 1,34 1-3,-41-2 2,0 0 1,-1 0 0,1 0-1,0 0 1,0 0-1,0 0 1,-1 0-1,1 1 1,0-1-1,0 1 1,-1 0 0,1-1-1,-1 1 1,1 0-1,2 1 1,-1 1 0,-2-3 1,0 1 1,-1-1-1,1 1 0,-1-1 0,1 1 0,-1 0 0,1-1 1,-1 1-1,0 0 0,1-1 0,-1 1 0,0 0 1,1-1-1,-1 1 0,0 0 0,1 1 0,3 8 9,-3-7-10,1-1 0,-1 1 0,0-1 1,0 1-1,0 0 0,-1-1 0,1 1 1,0 0-1,-1 0 0,0-1 1,0 5-1,-1 39-3,0-19 7,0-6 3,1 1 0,1-1 1,1 1-1,1-1 1,0 0-1,14 41 1,-16-59-36,-1 1 0,1 0 1,-1-1-1,1 1 0,-1 0 1,0 0-1,-1 5 0,0 4-1325,1-12 574,19-12-5963,-5 0 3386,-12 9 2778,0 1 0,-1 0 0,1-1 0,0 1 0,0-1 0,-1 1 0,1-1 0,2-3 0,-3-5-2475</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5.066"/>
    </inkml:context>
    <inkml:brush xml:id="br0">
      <inkml:brushProperty name="width" value="0.035" units="cm"/>
      <inkml:brushProperty name="height" value="0.035" units="cm"/>
      <inkml:brushProperty name="color" value="#F71A09"/>
    </inkml:brush>
  </inkml:definitions>
  <inkml:trace contextRef="#ctx0" brushRef="#br0">44 92 728,'-42'-15'7299,"41"14"-6161,11 1 1868,10-1-2198,1 1-1,0 0 1,37 8 0,-48-6-620,-1 1 0,1 1 0,-1 0 0,11 7 0,-18-10-170,1 0-1,-1 1 0,-1-1 1,1 1-1,0 0 1,0 0-1,-1 0 0,1 0 1,-1 0-1,1 0 1,-1 0-1,0 0 0,0 0 1,0 0-1,0 1 0,0-1 1,0 1-1,-1-1 1,1 0-1,-1 1 0,0-1 1,1 4-1,-1 0-11,0 0-1,-1 0 1,1 0-1,-4 11 1,4-16-4,-1 1 1,0 0-1,0 0 1,0 0-1,0-1 1,0 1-1,0 0 1,0-1-1,0 1 1,-1-1 0,1 1-1,-1-1 1,1 0-1,-1 0 1,-1 2-1,0 6 16,1-8-26,1-1 16,1 0-1,0 0 1,-1 1-1,1-1 0,0 0 1,0 0-1,-1 0 0,1 1 1,0-1-1,0 0 0,-1 0 1,1 1-1,0-1 0,0 0 1,0 1-1,-1-1 0,1 0 1,0 0-1,0 1 0,0-1 1,0 0-1,0 1 1,0-1-1,0 1 0,0-1 1,0 0-1,0 1 0,0-1 1,0 0-1,0 1 0,0-1 1,0 1 693,0-25 1081,0 15-1679,0 2-94,0 1 1,0 0 0,1-1-1,0 1 1,0 0 0,3-9 0,1-5-19,-5 18 9,1 0 0,-1 0 0,0 0 0,1 0 0,0 0 0,-1 0 0,1 0 0,0 0 0,0 0 0,0 0 0,0 1-1,0-1 1,1 0 0,1-1 0,6-7 7,8-6-60,-4 6-223,-9 8 17,-1-1 0,0 1 0,0 0 0,1 0 0,0 0 0,5-2 0,53-12-3760,-35 9-186,39-14 0,-54 16 1920,4-1-454</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6.272"/>
    </inkml:context>
    <inkml:brush xml:id="br0">
      <inkml:brushProperty name="width" value="0.035" units="cm"/>
      <inkml:brushProperty name="height" value="0.035" units="cm"/>
      <inkml:brushProperty name="color" value="#F71A09"/>
    </inkml:brush>
  </inkml:definitions>
  <inkml:trace contextRef="#ctx0" brushRef="#br0">184 25 1520,'-1'1'318,"1"0"-1,-1-1 1,0 1 0,1 0-1,-1-1 1,0 1-1,0-1 1,0 1 0,0-1-1,1 1 1,-1-1-1,0 0 1,0 1-1,0-1 1,0 0 0,0 0-1,0 0 1,-2 0-1,-22 3 2682,-61 8 1991,84-10-4924,-1 0-1,1 0 0,-1 0 1,1 0-1,-1 0 0,1 1 1,0-1-1,-1 1 0,1 0 1,0 0-1,0 0 0,0 0 1,1 0-1,-4 4 1,5-4-60,0-1 1,-1 1-1,1-1 1,0 1-1,-1-1 1,1 1-1,-1-1 1,0 0-1,1 1 1,-1-1-1,0 0 1,0 1-1,-1 0 1,1-1-5,0 0 1,0 0-1,1 0 1,-1 0-1,0 0 1,0 1-1,1-1 1,-1 0 0,1 0-1,-1 0 1,1 1-1,0-1 1,-1 0-1,1 1 1,0-1-1,0 0 1,0 1-1,0-1 1,0 0 0,0 1-1,0-1 1,1 0-1,-1 0 1,0 1-1,1 0 1,2 5 6,-1-1 0,2 1 0,-1-1 0,1 0 0,-1 0 0,2 0 0,-1-1 0,10 11 0,-10-13-3,-1 1 0,1 0 0,-1 1 0,0-1 0,-1 0 0,5 10 0,-2-8-2,-5-6-4,1 0 0,-1 0 1,0 1-1,0-1 0,1 0 1,-1 0-1,0 0 0,0 0 0,1 1 1,-1-1-1,0 0 0,0 0 1,1 0-1,-1 1 0,0-1 1,0 0-1,0 0 0,0 1 1,0-1-1,1 0 0,-1 0 0,0 1 1,0-1-1,0 0 0,0 1 1,0-1-1,0 0 0,0 0 1,0 1-1,0-1 0,0 0 1,0 1-1,0-1 0,0 0 0,0 0 1,0 1-1,0-1 0,0 0 1,0 1-1,-1-1 0,1 0 1,0 1-1,10-7 55,6-12-14,-8 10-33,-1-1 0,0 0 0,7-13 0,18-26 159,-26 43-124,-5 4-30,0 0 0,0 0 0,0 0-1,0 1 1,0-1 0,0 0 0,0 0 0,0 0-1,-1-1 1,1 1 0,0 0 0,-1 0 0,2-2-1,-2 3-7,0 0-5,0 0 1,1 0 0,-1 0-1,0 0 1,1 0-1,-1 0 1,0 0 0,1 0-1,-1 0 1,0 0 0,1 0-1,-1 0 1,0 0 0,1 0-1,-1 1 1,0-1 0,0 0-1,1 0 1,-1 0 0,0 1-1,0-1 1,1 0 0,-1 0-1,0 0 1,0 1 0,0-1-1,1 0 1,-1 1 0,0-1-1,0 0 1,0 1 0,0 48 39,1-48-52,-1 0 1,0-1 0,0 1 0,0 0 0,1 0-1,-1-1 1,0 1 0,1 0 0,-1 0-1,1-1 1,-1 1 0,1 0 0,-1-1 0,1 1-1,0-1 1,-1 1 0,1-1 0,0 1-1,-1-1 1,1 1 0,0-1 0,-1 0-1,1 1 1,0-1 0,0 0 0,0 1 0,-1-1-1,1 0 1,0 0 0,1 0 0,4-1-251,0-1 0,-1 1 1,1-1-1,-1-1 0,0 1 0,1-1 1,-1 0-1,0 0 0,-1 0 1,1-1-1,-1 1 0,1-1 1,-1 0-1,0-1 0,0 1 0,4-8 1,3-4-90,-9 14 344,-1 1 0,0-1 0,1 0 0,-1 1 0,0-1 0,0 0 0,-1 0 0,1 1 1,0-1-1,0 0 0,-1 0 0,1 0 0,-1 0 0,0 0 0,1-3 0,-1 2 4,-2-24 328,1 26-265,1-1-1,-1 1 0,1 0 0,-1 0 0,0 0 1,0 0-1,1 0 0,-1 0 0,0 1 1,0-1-1,0 0 0,0 0 0,0 0 0,0 1 1,-1-2-1,0 1-110,2 1 79,0 0 1,0-1-1,-1 1 0,1 0 0,0 0 1,0 0-1,0 0 0,0-1 1,0 1-1,0 0 0,0 0 0,0 0 1,-1 0-1,1 0 0,0 0 1,0-1-1,0 1 0,0 0 0,0 0 1,-1 0-1,1 0 0,0 0 0,0 0 1,0 0-1,0 0 0,-1 0 1,1 0-1,0 0 0,0 0 0,0 0 1,-1 0-1,1 0 0,0 0 1,0 0-1,0 0 0,0 0 0,-1 0 1,1 0-1,0 0 0,0 0 1,0 0-1,0 0 0,-1 0 0,1 0 1,0 1-1,0-1 0,0 0 1,0 0-1,0 0 0,0 0 0,-1 0 1,1 1-1,0-1 0,0 0 1,0 0-1,0 0 0,0 0 0,0 0 1,0 1-1,0-1 0,0 0 1,0 0-1,0 0 0,0 1 0,0-1 1,0 0-1,0 0 0,0 1 62,1 15 208,1-15-244,0 0 0,0 0 0,0 1 0,-1-1 0,1 0 0,0 1-1,-1 0 1,1-1 0,-1 1 0,1 0 0,-1 0 0,0 0 0,0 0 0,2 4 0,21 20 570,-22-25-571,8 3 547,-5-6-315,-4 2-252,-1 0 1,1 0 0,-1 0-1,1 0 1,-1-1 0,1 1-1,-1 0 1,1 0-1,-1 0 1,1-1 0,-1 1-1,1 0 1,-1 0 0,0-1-1,1 1 1,-1-1 0,0 1-1,1 0 1,-1-1 0,0 1-1,1-1 1,-1 1-1,0 0 1,1-2 0,-1 2-11,0-1 0,0 0 1,0 1-1,1-1 1,-1 0-1,0 0 0,0 1 1,1-1-1,-1 1 0,0-1 1,1 0-1,-1 1 0,1-1 1,-1 1-1,1-1 1,-1 1-1,1-1 0,0 1 1,-1-1-1,1 1 0,-1 0 1,2-1-1,-2 1-13,1 0 0,-1-1 0,1 1 0,-1 0 0,0 0 0,1-1 0,-1 1 0,1 0 0,-1-1 0,0 1 1,1-1-1,-1 1 0,0 0 0,1-1 0,-1 1 0,0-1 0,0 1 0,1-1 0,-1 1 0,0-1 0,1-1 8,-1 0 0,1 0 0,-1 0 1,1 0-1,0 0 0,0 0 0,0 1 0,0-1 1,0 0-1,1 1 0,1-3 0,3-4 81,-1 0 19,-4 7-57,1-1-1,-1 0 1,0 0-1,0 0 1,0 0-1,0 0 1,0 0 0,1-3-1,-2 5-37,0-1-1,0 1 1,-1 0-1,1 0 1,0-1-1,0 1 1,0 0-1,0 0 0,0-1 1,0 1-1,0 0 1,1 0-1,-1-1 1,0 1-1,0 0 1,0 0-1,0-1 1,0 1-1,0 0 1,0 0-1,1-1 1,-1 1-1,0 0 1,0 0-1,0 0 1,0-1-1,1 1 1,-1 0-1,0 0 1,0 0-1,0 0 1,1-1-1,-1 1 1,0 0-1,0 0 1,1 0-1,-1 0 1,0 0-1,0 0 1,1 0-1,-1 0 1,0 0-1,1 0 1,-1 0-1,0 0 1,0 0-1,1 0 1,11 8 248,-3 14-219,-1 0 17,24 53 81,-24-47-93,-6-23-46,-1 0 0,0 0-1,-1-1 1,1 1 0,-1 0 0,0 0 0,-1 0-1,0 6 1,0 9 41,1 89 167,1-104-218,0 0-1,0 0 0,0-1 1,1 1-1,0 0 1,0-1-1,0 0 0,0 1 1,1-1-1,5 7 0,12 24 75,-17-29-70,-1 1-1,1 0 1,-1 0 0,-1 0 0,1 0-1,-1 0 1,0 0 0,0 8 0,-1-5-17,0-2 5,0 0-1,-1 0 1,-1 12-1,1-17 11,0 0 0,0 0 1,-1 0-1,1 0 0,0 0 0,-1 0 0,0-1 0,0 1 0,0 0 0,0-1 0,-4 5 1,0-2 5,0 1 0,-1-1 0,1 0 0,-1 0 0,0-1 1,0 0-1,-14 6 0,-5 1 18,23-9-22,0 0 1,0-1-1,-1 1 1,1-1-1,0 0 1,-7 1-1,9-1-3,-6 0 13,0 0 0,0 0-1,-1 0 1,1-1 0,0 0 0,-8-1 0,12 0-5,0 0 1,0 0 0,1 0-1,-1-1 1,0 1 0,0-1-1,1 1 1,-1-1 0,1 0-1,0 0 1,-1 0 0,1 0-1,0-1 1,0 1 0,0 0-1,1-1 1,-3-3 0,1 1 26,0-1 1,0 0 0,1 1 0,0-1 0,0 0 0,0 0-1,1 0 1,0 0 0,0-1 0,0 1 0,1 0 0,0 0-1,0-1 1,1 1 0,-1 0 0,4-10 0,2-5 95,1 0 1,1 0 0,13-24-1,-20 42-122,6-7 13,-1 0 1,1 1 0,1 0-1,0 0 1,0 1-1,1 0 1,10-7 0,-4 1-7,97-83-40,-88 75-346,-24 22 304,0 0 0,0 0-1,0 1 1,0-1 0,-1 0 0,1 0-1,0 0 1,0 0 0,0 0 0,-1 1 0,1-1-1,0 0 1,0 0 0,0 0 0,-1 0-1,1 0 1,0 0 0,0 0 0,0 0-1,-1 0 1,1 0 0,0 0 0,0 0-1,-1 0 1,1 0 0,0 0 0,0 0-1,0 0 1,-1 0 0,1 0 0,0 0-1,0 0 1,0 0 0,-1 0 0,1-1-1,0 1 1,0 0 0,0 0 0,-1 0-1,1 0 1,0 0 0,0-1 0,0 1 0,0 0-1,0 0 1,-1 0 0,1-1 0,0 1-1,0 0 1,0 0 0,0 0 0,0-1-1,0 1 1,0 0 0,0 0 0,0 0-1,0-1 1,0 1 0,0 0 0,0 0-1,0-1 1,0 1 0,0 0 0,0 0-1,0 0 1,0-1 0,0 1 0,0 0-1,1-1 1,-27 10-6438,-1-2-679,12-2 3589</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7.098"/>
    </inkml:context>
    <inkml:brush xml:id="br0">
      <inkml:brushProperty name="width" value="0.035" units="cm"/>
      <inkml:brushProperty name="height" value="0.035" units="cm"/>
      <inkml:brushProperty name="color" value="#F71A09"/>
    </inkml:brush>
  </inkml:definitions>
  <inkml:trace contextRef="#ctx0" brushRef="#br0">252 29 224,'0'-1'283,"-1"1"0,1 0 1,-1-1-1,1 1 0,-1 0 0,1-1 1,-1 1-1,1 0 0,-1-1 0,1 1 0,0-1 1,-1 1-1,1-1 0,0 1 0,-1-1 1,1 1-1,0-1 0,-1 1 0,1-1 0,0 1 1,0-1-1,0 0 0,0 1 0,0-1 0,0 1 1,-1-1-1,1 0 0,0 1 0,1-2 1,-4 1 1564,3 1-1807,0 0 1,-1 0-1,1 0 0,0 0 0,0 0 0,-1 0 0,1 0 0,0 0 0,0 0 0,-1 0 0,1-1 0,0 1 0,0 0 0,0 0 0,-1 0 0,1 0 0,0 0 0,0-1 0,0 1 0,-1 0 1,1 0-1,0 0 0,0-1 0,0 1 0,0 0 0,0 0 0,-1 0 0,1-1 0,0 1 0,0 0 0,0 0 0,0-1 0,2-4 6014,1 4-3420,-3 3-1688,-6 3-1,-54 26 580,17-4-790,34-21-670,1 1 0,-1-1 0,2 1 0,-11 11 0,18-17-65,-1 0 0,1 0-1,-1 0 1,1 0 0,0 0 0,-1 0 0,1 0 0,0 0 0,0 0 0,0 0 0,0 0 0,0 1 0,0-1 0,0 0 0,0 0 0,0 0 0,1 0-1,-1 0 1,0 0 0,1 0 0,-1 0 0,0 0 0,1 0 0,0 0 0,-1 0 0,1 0 0,0 0 0,-1 0 0,1-1 0,0 1 0,0 0-1,0 0 1,12 3 16,-1-1 0,0 0-1,1-1 1,-1 0 0,22 0-1,-30-2-14,-1 1 0,1-1 0,0 1 0,-1 0 0,1 0 0,3 3-1,-3-3-2,0 1-1,0-1 0,0 0 1,0 0-1,0 0 0,5 0 1,-8-1 1,0 0 1,0 0 0,0 0 0,0 0 0,0 0 0,0 0 0,0 0 0,0 0 0,0 1 0,0-1 0,-1 0 0,1 0 0,0 1 1,0-1-1,0 1 0,0-1 0,-1 1 0,1-1 0,0 1 0,0-1 0,-1 1 0,1 0 0,0-1 0,-1 1 0,1 0 0,-1 0 0,1-1 0,-1 1 0,1 0 0,-1 0 1,0 0-1,1 0 0,-1 0 0,0 0 0,0-1 0,0 1 0,0 0 0,1 0 0,-1 0 0,0 0 0,-1 0 0,1 0 0,0 0 0,0 1 0,-1-1-1,1 1-1,0-1 0,-1 0 0,1 0 1,-1 1-1,1-1 0,-1 0 0,0 0 0,1 0 1,-1 0-1,0 0 0,0 0 0,0 0 0,0 0 1,0 0-1,0 0 0,0 0 0,-1 0 1,-28 18-23,14-10 19,11-6 8,0 0 0,-1-1 0,1 0 0,-1 0-1,1 0 1,-8 1 0,-20 6-32,26-8-309,0 1-1,0-2 1,1 1 0,-1-1 0,0 0 0,-8-2 0,-7 1-1664,3-1-124,17 2 1506,0 0-1,1 0 1,-1 0 0,0-1 0,0 1 0,1-1 0,-1 1 0,0-1 0,1 1 0,-1-1 0,1 0 0,-1 0 0,-1-1 0,-5 1-6974</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8.439"/>
    </inkml:context>
    <inkml:brush xml:id="br0">
      <inkml:brushProperty name="width" value="0.035" units="cm"/>
      <inkml:brushProperty name="height" value="0.035" units="cm"/>
      <inkml:brushProperty name="color" value="#F71A09"/>
    </inkml:brush>
  </inkml:definitions>
  <inkml:trace contextRef="#ctx0" brushRef="#br0">96 355 672,'7'0'8978,"-10"1"-8588,-1 0 1,1 0-1,-1 1 0,1-1 1,-1 1-1,1 0 0,-4 3 1,6-5-375,-6 7 416,-1 0-1,1 0 1,0 1-1,-7 9 1,11-13-317,0-1-71,1 0-39,0 0 0,-1-1 1,1 1-1,0 0 0,1 0 1,-1 0-1,0 0 0,1 1 1,0-1-1,-1 0 1,1 5-1,1-7-4,0 0-1,1-1 1,-1 1-1,1 0 1,-1 0 0,1 0-1,0 0 1,-1 0 0,1 0-1,0-1 1,-1 1-1,1 0 1,0-1 0,0 1-1,0-1 1,0 1-1,0-1 1,0 1 0,0-1-1,0 1 1,0-1 0,0 0-1,0 1 1,0-1-1,0 0 1,0 0 0,0 0-1,0 0 1,2 0 0,33-3-575,-1-1 1,1-2 0,67-20 0,-46 11-1063,-47 12 1293,0 0 0,0 0 1,-1-1-1,0 0 0,1-1 0,-1 0 1,-1 0-1,1-1 0,13-12 0,-21 17 326,1 0 0,-1 0 0,0 0 0,0 0 0,0-1 1,0 1-1,0-1 0,0 1 0,0-1 0,0 1 0,0-1 0,-1 1 0,1-1 0,-1 0 0,1 1 0,-1-1 0,1-2 0,-2 3 59,1 0 0,0 0 1,0 0-1,-1 0 0,1 0 0,0 0 1,-1 0-1,1 0 0,-1 0 0,0 0 1,1 0-1,-1 0 0,0 0 0,1 0 1,-1 0-1,0 0 0,0 1 0,0-1 1,0 0-1,0 1 0,-1-1 0,-7-6 994,8 6-919,1 0 0,-1 0 1,0 1-1,0-1 0,0 0 1,0 1-1,0-1 0,0 1 1,0-1-1,0 1 0,0-1 1,0 1-1,0 0 0,0 0 1,-2-1-1,-9-2 1341,11 3-1376,0 0-1,1-1 1,-1 1-1,0 0 1,0 0 0,0-1-1,0 1 1,0 0-1,0 0 1,0 0 0,0 0-1,0 0 1,0 0-1,-1 1 1,-29 5 645,26-5-693,0-1 0,0 1 1,0 0-1,0 1 1,0-1-1,0 1 0,1 0 1,-1 0-1,1 0 1,-1 1-1,1-1 0,0 1 1,-7 6-1,4-3-7,6-6-26,0 1 1,0-1 0,1 1-1,-1-1 1,0 1-1,0 0 1,1-1-1,-1 1 1,0 0-1,1 0 1,-1 0 0,1-1-1,-1 1 1,1 0-1,-1 0 1,1 0-1,-1 2 1,0-2 4,1-1-5,-1 0 0,1 0 0,-1 1 0,1-1 0,0 0-1,-1 1 1,1-1 0,-1 1 0,1-1 0,0 0 0,-1 1 0,1-1 0,0 1 0,0-1-1,-1 1 1,1-1 0,0 1 0,0-1 0,0 1 0,0-1 0,-1 1 0,1-1 0,0 1 0,0-1-1,0 1 1,0-1 0,0 1 0,0 0 0,1-1 0,-1 1 0,0 0 0,0-1-1,1 0 1,-1 0-1,0 0 1,0 0 0,1 0-1,-1 0 1,0 0-1,0 0 1,1 0 0,-1 0-1,0 0 1,0 0-1,1 0 1,-1 0 0,0 1-1,0-1 1,1 0-1,-1 0 1,0 0-1,0 0 1,0 0 0,1 1-1,-1-1 1,0 0-1,0 0 1,0 1 0,0-1-1,1 0 1,-1 0-1,0 0 1,0 1 0,0-1-1,0 0 1,0 0-1,0 1 1,35-1 55,-31-1-51,0-1-1,0 0 1,-1 0 0,1 0 0,-1-1 0,1 1-1,-1-1 1,4-3 0,-6 4-13,1 0 0,-1 1-1,1-1 1,0 1 0,0-1 0,0 1 0,0 0 0,0-1 0,0 1 0,0 0 0,0 1 0,1-1-1,-1 0 1,4 0 0,-6 28 30,1-26-22,-1 0 0,0 0 0,1 0 0,-1-1 1,0 1-1,1 0 0,-1 0 0,1 0 0,-1 0 1,1-1-1,0 1 0,-1 0 0,1-1 0,1 2 1,-2-2-2,1 1 1,0 0-1,0 0 1,-1-1 0,1 1-1,0 0 1,-1 0 0,1 0-1,-1 0 1,1 0-1,-1 0 1,1 0 0,-1 0-1,1 2 1,-1-3 1,0 1 1,1-1-1,-1 1 0,0-1 1,1 1-1,-1-1 0,1 0 0,-1 1 1,0-1-1,1 0 0,-1 1 1,1-1-1,-1 0 0,1 0 1,-1 0-1,1 1 0,-1-1 1,1 0-1,-1 0 0,1 0 1,0 0-1,-1 0 0,1 0 0,-1 0 1,1 0-1,-1 0 0,1 0 1,-1 0-1,1 0 0,-1 0 1,1 0-1,-1-1 0,2 1 1,18-6 46,56-22-24,-69 25-23,1-1-1,0 0 1,-1-1 0,0 1-1,0-1 1,0-1-1,-1 1 1,0-1-1,0 0 1,0 0 0,-1-1-1,0 0 1,7-11-1,-7 5 2,-3 10 1,-1 0 0,1 0 0,-1-1 0,0 1-1,0-1 1,0 1 0,0 0 0,-1-1 0,1 0-1,-1 1 1,0-1 0,0 1 0,0-1 0,-2-6-1,-2-2 71,0 0-1,-1 0 0,-8-16 0,6 16 315,1-1 0,-7-22 0,8 17 167,2 10 177,1 0 1,0 0-1,1 0 1,-1 0-1,1-11 0,1 13-224,2 9-233,3 12-217,-4-15-56,-1 1-1,0-1 1,1 1 0,-1 0-1,0-1 1,0 1 0,0 0 0,1-1-1,-1 1 1,0 0 0,0-1 0,0 1-1,0 0 1,0-1 0,0 1-1,0 0 1,-1-1 0,1 2 0,1 13 17,22 49 37,-21-58-55,-1 0 0,0 0 0,-1 1 0,1-1 0,-1 0 0,-1 1 1,0 7-1,0 10 1,1 121 71,0-144-71,0-1 0,0 1 0,0 0 0,0 0 1,1-1-1,-1 1 0,0 0 0,1-1 0,-1 1 0,0 0 0,1-1 0,-1 1 0,1 0 0,-1-1 0,1 1 0,-1-1 0,1 1 0,-1-1 0,1 1 0,-1-1 1,1 1-1,0-1 0,-1 0 0,1 1 0,0-1 0,0 0 0,-1 0 0,1 1 0,0-1 0,0 0 0,-1 0 0,1 0 0,0 0 0,0 0 0,-1 0 0,1 0 0,1 0 1,29-5 36,-22 2-39,-2 1-2,-1 0 0,0 0 1,1-1-1,10-6 0,2 0-3,-17 8 4,1 0 1,-1 0-1,0 0 1,1 0-1,-1 0 1,0-1-1,0 1 1,0-1-1,0 1 0,0-1 1,0 0-1,-1 1 1,4-5-1,-3 3-3,0-1-1,1 1 0,0-1 0,0 1 1,6-5-1,-6 5 3,0 0 0,0 1 0,0-1 0,-1 0 0,5-7 0,-6 9 2,-1 0 0,1-1 0,0 1 0,0-1 0,0 1 0,0 0 0,0 0 0,0 0 0,0 0 0,1 0 0,-1 0 0,2-2 0,1 1-1,0-1 1,-1 0-1,1 0 0,-1-1 0,0 1 1,4-6-1,-12 13 0,3-3 1,0 1 0,0-1 0,0 0 1,0 1-1,0-1 0,0 1 0,1 0 0,-1 0 0,1-1 1,-1 1-1,1 0 0,0 0 0,-1 0 0,1 1 1,0-1-1,-1 4 0,-3 5 3,5-11-1,-1 1-1,1 0 0,-1-1 0,1 1 0,0 0 1,-1 0-1,1-1 0,-1 1 0,1 0 0,0 0 1,0-1-1,0 1 0,-1 0 0,1 0 0,0 0 1,0 0-1,0-1 0,0 1 0,0 0 0,0 0 0,1 0 1,-1-1-1,0 1 0,0 0 0,0 0 0,1 0 1,0 1-1,1 3 0,-1-3 0,0-1 0,0 1 0,0 0 0,0-1 0,0 1 1,1 0-1,-1-1 0,0 0 0,1 1 0,-1-1 0,1 0 0,-1 0 0,1 0 1,0 0-1,-1 0 0,1 0 0,0 0 0,0 0 0,0-1 0,2 1 1,6 3-68,0 0 0,0-1 0,0 0 0,1-1 1,0 0-1,-1-1 0,1 0 0,0-1 0,-1 0 1,22-3-1,-18 0-1780,0 0 1,1-1 0,20-10 0,-28 11 439,0-1 0,-1 0-1,0 0 1,1-1 0,5-5 0,-4 4-2253</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9.121"/>
    </inkml:context>
    <inkml:brush xml:id="br0">
      <inkml:brushProperty name="width" value="0.035" units="cm"/>
      <inkml:brushProperty name="height" value="0.035" units="cm"/>
      <inkml:brushProperty name="color" value="#F71A09"/>
    </inkml:brush>
  </inkml:definitions>
  <inkml:trace contextRef="#ctx0" brushRef="#br0">26 27 592,'-10'-12'7854,"-6"-2"2327,16 15-10013,0 0 1,0 0-1,0 0 1,1 0 0,-1 0-1,0 0 1,0 0-1,0 0 1,1-1-1,-1 1 1,0 0 0,1 0-1,-1 0 1,1 0-1,-1 0 1,1-1 0,0 1-1,-1 0 1,2 1-1,-1-1-4,0 0-1,0 0 1,0-1-1,0 1 1,-1 0-1,1 1 1,-1-1-1,1 0 1,0 0-1,-1 0 1,0 0-1,1 0 1,-1 1-1,0-1 1,1 0-1,-1 0 1,0 0-1,0 1 1,0 1-1,-1 5 12,1-1 1,0 1-1,1-1 0,0 0 1,0 1-1,0-1 0,1 0 1,0 0-1,1 0 0,3 7 0,-4-9-170,1 1-5,0 0 0,0 0 0,1 0 0,0 0 0,0-1 0,0 0 0,1 1 0,-1-2 0,1 1 0,7 5-1,-11-10-20,-1 0-1,0 0 0,1 0 0,-1 0 1,0 1-1,1-1 0,-1 0 0,1 0 1,-1 0-1,0 1 0,0-1 0,1 0 0,-1 0 1,0 1-1,1-1 0,-1 0 0,0 1 1,0-1-1,0 0 0,1 1 0,-1-1 0,0 1 1,0-1-1,0 0 0,0 1 0,0-1 1,0 1-1,0-1 0,0 0 0,1 1 0,-1-1 1,-1 1-1,1-1 0,0 0 0,0 1 1,0-1-1,0 1 0,0-1 0,0 1 0,0-1-49,-1 0 0,1 0 0,0 0 0,0 0-1,0 1 1,0-1 0,0 0 0,0 0-1,0 0 1,0 0 0,-1 0 0,1 0-1,0 0 1,0 0 0,0 0 0,0 0-1,0 0 1,-1 1 0,1-1 0,0 0-1,0 0 1,0 0 0,0 0 0,0 0-1,-1 0 1,1 0 0,0 0 0,0 0-1,0 0 1,0 0 0,-1-1 0,1 1-1,0 0 1,0 0 0,0 0 0,0 0 0,0 0-1,0 0 1,-1 0 0,1 0 0,0 0-1,0 0 1,0-1 0,0 1 0,0 0-1,0 0 1,0 0 0,0 0 0,-1 0-1,1 0 1,0-1 0,0 1 0,0 0-1,0 0 1,0 0 0,0 0 0,0 0-1,0-1 1,0 1 0,0 0 0,0 0-1,0 0 1,0 0 0,10-15-5377,-1 2 1293,-6 8 2762,-3 5 1146,1-1-1,-1 0 1,0 1 0,1-1 0,-1 0 0,0 1-1,1-1 1,-1 0 0,0 1 0,0-1 0,0 0-1,1 0 1,-1 0 0,0 1 0,0-1 0,0 0-1,0 0 1,-1 1 0,1-1 0,0-1 0,-7-9-3488</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29.392"/>
    </inkml:context>
    <inkml:brush xml:id="br0">
      <inkml:brushProperty name="width" value="0.035" units="cm"/>
      <inkml:brushProperty name="height" value="0.035" units="cm"/>
      <inkml:brushProperty name="color" value="#F71A09"/>
    </inkml:brush>
  </inkml:definitions>
  <inkml:trace contextRef="#ctx0" brushRef="#br0">33 33 1672,'0'-2'426,"-1"0"-1,0 1 0,0-1 1,0 1-1,-1-1 0,1 1 1,0 0-1,-1-1 0,1 1 1,0 0-1,-1 0 1,0 0-1,1 0 0,-1 0 1,0 0-1,-1 0 0,1 1 5,-5 0 1150,65-11-1445,-56 11-170,13 1-660,1 7-1357,-14-7 1471,1 0 0,0 0 0,0 1 0,-1-1 0,1 1 0,-1-1 0,0 1-1,1 0 1,2 3 0,-4 1-1186</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30.404"/>
    </inkml:context>
    <inkml:brush xml:id="br0">
      <inkml:brushProperty name="width" value="0.035" units="cm"/>
      <inkml:brushProperty name="height" value="0.035" units="cm"/>
      <inkml:brushProperty name="color" value="#F71A09"/>
    </inkml:brush>
  </inkml:definitions>
  <inkml:trace contextRef="#ctx0" brushRef="#br0">8 133 464,'-1'0'273,"1"0"0,0 0-1,-1 0 1,1 0 0,-1 0 0,1 1-1,0-1 1,-1 0 0,1 0 0,0 0-1,-1 0 1,1 1 0,0-1 0,0 0-1,-1 0 1,1 0 0,0 1 0,0-1-1,-1 0 1,1 1 0,0-1 0,-1 1-1,42 6 5176,-11 5-3360,-25-10-1869,0-1-1,0 1 1,1 1-1,-1-1 1,0 1-1,-1 0 1,1 0-1,4 4 0,3 2 152,-11-9-323,1 1 0,-1 0 0,0 0 0,0 0 0,0 0 1,0 0-1,0 0 0,0 0 0,0 0 0,0 0 0,0 0 0,0 1 0,0-1 1,0 2-1,10 18 603,-9-18-544,-1 0-1,1 0 0,-1 1 0,1-1 1,-1 0-1,0 0 0,0 1 0,0-1 1,0 1-1,-1-1 0,1 5 0,-1 1 73,0-5-122,0 0 0,0 0 1,0 0-1,0 0 0,-1 0 0,0 0 1,0-1-1,0 1 0,-3 7 1,4-8-20,-1 1 0,1-1 0,-1 0 1,1 0-1,0 0 0,1 7 0,-1-3 237,0-6-206,1-1-1,-1 0 0,0 0 0,1 1 0,-1-1 0,0 0 1,1 0-1,-1 0 0,1 0 0,-1 1 0,0-1 1,1 0-1,-1 0 0,1 0 0,-1 0 0,0 0 0,1 0 1,-1 0-1,1 0 0,-1 0 0,1-1 0,-1 1 1,0 0-1,1 0 0,-1 0 0,1 0 0,-1 0 0,0-1 1,1 1-1,11-5 1235,-2-6-830,-7 8-408,1-1 0,-1 0 0,0 0-1,0 0 1,0 0 0,0-1 0,-1 1-1,0-1 1,0 1 0,0-1-1,0 0 1,-1 0 0,1-5 0,7-54 360,-8 53-393,0-1 1,1 1-1,5-18 0,-1-7-147,-6 37 108,0 26 9,0 61 65,0-89-40,11-11 27,-10 11-52,0-1 1,1 1 0,-1-1 0,0 0 0,0 0 0,0 0 0,0 1 0,0-1 0,0-3-1,5-7 4,-1-9-10,-4 18 4,-1 0 0,1 1 0,0-1 0,-1 0-1,1 0 1,1 1 0,1-6 0,0-7 1,-2 14-4,0 0 1,1 1-1,-1-1 1,0 0-1,0 1 1,0-1-1,1 1 1,-1 0-1,0 0 1,0-1-1,1 1 1,-1 0-1,0 0 1,1 0-1,-1 0 1,0 0-1,0 0 1,1 1-1,-1-1 1,0 0-1,0 1 1,1-1-1,-1 1 1,0-1-1,0 1 1,0 0-1,0-1 1,0 1-1,0 0 1,0 0-1,0 0 1,0 0-1,0 0 1,0 0-1,0 0 1,1 2-1,40 28-42,-31-21 53,1 0 0,26 15 1,-30-20-6,-4-3-1,-1-1 1,1 1-1,0-1 0,0 0 1,0 1-1,0-2 1,0 1-1,0-1 0,0 1 1,0-1-1,0 0 0,0 0 1,1-1-1,-1 1 1,0-1-1,0 0 0,0 0 1,-1 0-1,1-1 1,0 1-1,0-1 0,3-2 1,10-6 12,-1 0 1,-1-1-1,19-16 1,-29 23-11,-3 2 0,0 0-1,1 0 1,-1-1-1,0 1 1,-1-1-1,1 1 1,0-1-1,-1 1 1,1-1-1,-1 0 1,0 0-1,0 0 1,1-4-1,-1-1 1,0-1 0,0 0 0,-1-11-1,0 19-2,0-2 3,-1 0 1,1 0-1,-1-1 0,0 1 1,0 0-1,0 0 1,-1 0-1,1 1 1,-1-1-1,1 0 1,-1 0-1,0 1 1,-4-5-1,3 3 3,3 1-1,0 3-5,0 0-1,0-1 1,0 1-1,0-1 1,0 1-1,0-1 1,0 1-1,0-1 1,0 1-1,0 0 1,0-1-1,-1 1 0,1-1 1,0 1-1,0-1 1,0 1-1,-1 0 1,1-1-1,0 1 1,0 0-1,-1-1 1,1 1-1,0 0 1,-1-1-1,1 1 1,0 0-1,-1 0 1,1-1-1,0 1 1,-1 0-1,1 0 0,-1-1 1,1 1-1,0 0 1,-1 0-1,1 0 1,-1 0-1,1 0 1,-1 0-1,-3-1-7,0 0-1,-1 0 1,1 1-1,0 0 0,0 0 1,0 0-1,0 0 1,0 1-1,0-1 1,0 1-1,0 0 1,0 0-1,0 1 1,0-1-1,0 1 0,0 0 1,-6 4-1,1 0 6,1 1-1,-1-1 0,1 1 1,1 1-1,-12 13 0,16-17 4,0 1-1,0-1 1,0 0 0,1 1-1,-1-1 1,1 1-1,1 0 1,-1-1 0,1 1-1,-2 10 1,3-13-2,-1-1 1,1 1-1,0-1 1,0 1-1,-1-1 1,1 1-1,-1-1 1,0 1-1,1-1 1,-1 1 0,0-1-1,0 0 1,-1 2-1,1-1 1,0-1-1,0 0 1,0 0-1,1 1 1,-1-1-1,0 0 1,1 1-1,-1-1 1,1 0-1,-1 1 1,1-1-1,0 1 1,-1 1-1,2-2 5,-1 0 0,0-1-1,1 1 1,-1 0-1,0-1 1,1 1-1,-1-1 1,1 1 0,-1-1-1,1 1 1,-1-1-1,1 0 1,-1 1-1,1-1 1,-1 1 0,1-1-1,-1 0 1,1 0-1,0 1 1,-1-1-1,1 0 1,0 0 0,-1 0-1,1 0 1,0 0-1,-1 0 1,2 0 0,25-8 35,-22 7-39,0 0-1,0-1 1,-1 1 0,1-1 0,6-3 0,10-6-10,26-11 0,-38 19 13,-7 1-13,1 1 1,0 0-1,0 0 0,0 0 0,0 0 1,0 1-1,0-1 0,1 1 1,-1 0-1,5 0 0,-5 1 9,0 0-1,0 0 1,0 1 0,0-1-1,-1 1 1,1-1 0,0 1 0,-1 0-1,1 0 1,2 3-1,12 8-7,-15-12 7,0 1-1,-1-1 1,1 1 0,-1 0-1,1 0 1,-1-1 0,0 1-1,0 0 1,0 0 0,2 4-1,5 9-2,1 6 20,-8-19-16,0-1-2,0 0 1,-1 0 0,1 0 0,0 0-1,0 0 1,-1 0 0,1 0 0,-1 0-1,1 0 1,-1 0 0,1 0 0,-1 0 0,0 1-1,0-1 1,1 2 0,2 1-51,0 0-1234,-8-6 129,5 1 1067,0 1 0,0 0 0,-1 0 0,1-1 0,0 1 0,0 0 0,0-1 0,0 1 0,0 0 0,0-1 0,0 1 0,-1 0 0,1-1 0,0 1 0,0 0 0,0-1 0,0 1 0,0-1 0,1 1 0,-1 0 0,0-1 0,0 1 0,0 0 0,0-1 1,0 1-1,0 0 0,0 0 0,1-1 0,-1 1 0,0 0 0,0-1 0,0 1 0,1 0 0,-1 0 0,1-1 0,10-11-3147,-9 9 2136,1-4-2081,4-2 377,-7 9 2618,1 0 0,0-1 0,-1 1 1,1-1-1,-1 1 0,1 0 0,-1-1 0,1 1 1,-1-1-1,1 1 0,-1-1 0,0 0 0,1 1 1,-1-1-1,0 1 0,0-1 0,1 0 0,-1 1 1,0-1-1,0 1 0,0-1 0,0 0 0,1 1 1,-1-1-1,0 0 0,0 0 0,0-6-2958</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31.562"/>
    </inkml:context>
    <inkml:brush xml:id="br0">
      <inkml:brushProperty name="width" value="0.035" units="cm"/>
      <inkml:brushProperty name="height" value="0.035" units="cm"/>
      <inkml:brushProperty name="color" value="#F71A09"/>
    </inkml:brush>
  </inkml:definitions>
  <inkml:trace contextRef="#ctx0" brushRef="#br0">237 71 168,'0'-1'273,"1"0"-1,-1 0 1,0 0 0,0 0-1,0 0 1,1 0-1,-1 0 1,1 0 0,-1 0-1,1 0 1,-1 0-1,1 0 1,-1 0 0,1 0-1,0 1 1,0-1 0,-1 0-1,2-1 1,-1 2-120,-1-1 0,1 1 0,0-1 1,-1 1-1,1-1 0,-1 0 0,1 1 1,-1-1-1,1 0 0,-1 1 0,0-1 0,1 0 1,-1 0-1,0 0 0,0 1 0,1-1 1,-1-1-1,8-20 7886,1 39-7837,0 37 197,-9-43-347,0-5-23,0 1-1,0-1 1,0 1-1,-1-1 1,0 1-1,0-1 1,-3 8-1,3-10-24,0 0 0,0 0 0,1-1 0,0 1 0,0 0-1,0 0 1,1 5 0,-1 4 308,14-21 327,-10 5-542,2-1-37,1-1-1,-1 0 0,1 0 1,-2-1-1,1 0 0,0 0 1,-1 0-1,0-1 0,4-7 1,8-8 456,-16 21-502,-1 0 41,0 0 1,1 0-1,-1 0 0,1 0 0,0 0 1,-1 0-1,1 0 0,0 0 0,-1 0 1,1 0-1,0 1 0,0-1 0,0 0 1,0 0-1,0 1 0,2-2 0,-1 0 634,-3 2-604,0 1-125,-2 0 50,2-1-9,1 0 0,0 0-1,0 0 1,0 0 0,-1 0 0,1 0-1,0 1 1,0-1 0,0 0-1,0 0 1,-1 0 0,1 0 0,0 0-1,0 0 1,0 0 0,0 0 0,-1 1-1,1-1 1,0 0 0,0 0-1,0 0 1,0 0 0,0 1 0,0-1-1,0 0 1,0 0 0,-1 0 0,1 0-1,0 1 1,0-1 0,0 0-1,0 0 1,0 0 0,0 1 0,0-1-1,0 0 1,0 0 0,0 1-1,-24 32 230,12 4-61,10-30-157,0-1-1,1 1 0,0 0 1,0 0-1,0 8 0,-5 27-4,-3-2 30,-3 19 29,2-18-58,-14 48 10,20-78-9,-1 1 0,0-1 0,-1-1 1,0 1-1,-12 16 0,15-23-5,-2 2 0,1 0 1,-1-1-1,0 0 1,0 0-1,-10 7 1,-38 36 43,40-39-34,9-5-5,0-1 0,1-1 0,-1 1 0,-1 0 0,1-1 0,0 0 0,-7 2 0,2-2-21,5-1 71,0 0 0,0 0 0,0 0 0,-1-1 0,-7 0 0,11 0-28,-1 0 0,1-1 1,-1 1-1,1 0 0,-1-1 1,1 0-1,0 1 0,-1-1 1,1 0-1,0 1 0,-1-1 1,1 0-1,0 0 1,0 0-1,0 0 0,0-1 1,0 1-1,0 0 0,0 0 1,0 0-1,-1-3 0,1 1 15,-1-1 1,1 1-1,0-1 0,-1 0 0,2 1 0,-1-1 1,0 0-1,1 1 0,0-1 0,0 0 0,0 0 0,0 1 1,0-1-1,1 0 0,0 0 0,-1 1 0,2-1 1,-1 1-1,0-1 0,1 1 0,-1-1 0,5-5 1,3-4 28,0 0 1,2 1-1,-1 0 1,14-11-1,-12 11-49,3-1-10,0 1 1,29-19 0,-5 5-20,4-2-9,48-22 1,8-6 22,-42 26 5,-42 24-20,-1-2 0,1 0 1,14-11-1,32-19 1,-29 16 13,-24 17-5,0 0 0,0-1 0,-1 1 0,0-1 0,10-11 0,-11 10-2,1 0-1,0 0 1,1 1-1,0 0 0,8-5 1,10-16-24,-24 26 21,-1 0 0,0 0 0,1-1 0,-1 1 0,1 0 0,-1-1 0,0 1 0,0-1 0,2-3 0,-3 5 3,0-1 1,1 1-1,-1-1 1,0 1-1,0-1 0,0 0 1,1 1-1,-1-1 1,0 1-1,0-1 0,0 0 1,0 1-1,0-1 1,0 0-1,0 1 1,0-1-1,0 1 0,0-1 1,-1 0-1,1 1 1,0-1-1,0 1 0,-1-1 1,1 1-1,0-1 1,0 0-1,-1 1 1,1-1-1,-1 1 0,1 0 1,-1-1-1,1 1 1,0-1-1,-2 0 1,0 0 0,-1 0 0,0 0 0,1 0 0,-1 0 0,1 1 0,-1-1 0,0 1 0,0-1 0,1 1 0,-1 0 0,0 0 0,0 0 0,0 1 1,1-1-1,-1 1 0,0-1 0,1 1 0,-5 1 0,-17 5-41,19-5 35,0 0 1,1 0 0,-1 0 0,0-1 0,-9 2 0,-19 7 8,19-5-9,0 1 0,1 0 0,0 2 0,0-1 0,1 2 0,0-1 0,1 2 0,-13 12 0,22-20 1,1 0 0,-1 0-1,1 0 1,0 0 0,0 0 0,0 0-1,0 0 1,0 1 0,0-1 0,1 0-1,-1 0 1,1 1 0,0-1 0,-1 1-1,1-1 1,0 0 0,0 1 0,1-1-1,-1 1 1,0-1 0,1 0 0,0 1-1,0 2 1,1-2-1,-1 0 1,1 0-1,0 0 0,0 0 1,0 0-1,1 0 0,-1-1 0,0 1 1,1-1-1,0 0 0,0 1 0,-1-1 1,1 0-1,7 2 0,2 2 3,2 1 2,0-1 0,22 7 1,-12-7-238,0-1 0,40 3 0,-54-7-494,-1-1 1,1-1-1,16-3 0,-19 3-213,0-1 1,-1 0-1,1-1 0,-1 1 0,0-1 0,7-4 1,-10 5 41,-1 0 1,1 0-1,0 0 0,-1-1 1,0 1-1,1-1 1,-1 1-1,0-1 0,2-3 1,4-5-3894</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4.944"/>
    </inkml:context>
    <inkml:brush xml:id="br0">
      <inkml:brushProperty name="width" value="0.035" units="cm"/>
      <inkml:brushProperty name="height" value="0.035" units="cm"/>
      <inkml:brushProperty name="color" value="#F71A09"/>
    </inkml:brush>
  </inkml:definitions>
  <inkml:trace contextRef="#ctx0" brushRef="#br0">488 96 80,'-3'-2'662,"1"0"-1,0 0 1,0 0 0,0-1-1,0 1 1,0-1-1,0 0 1,1 1 0,0-1-1,-1 0 1,1 0-1,0 0 1,0 0 0,0 0-1,1 0 1,-1 0 0,1-6-1,-3 6-225,1 0 1,0 1-1,-1-1 0,1 1 0,-1 0 0,0-1 0,0 1 1,0 0-1,0 1 0,0-1 0,0 0 0,-1 1 1,1 0-1,0 0 0,-6-1 0,-25-4 2141,10 4-1477,21 1-945,-1 1 0,1 0 0,-1-1 0,1 1 0,-1 0 0,0 1 0,1-1 0,-7 2 0,-8 2 82,16-4-212,0 0 0,-1 0 1,1 1-1,0-1 1,0 1-1,0 0 0,-1 0 1,1 0-1,-3 2 1,-32 15 169,29-16-174,1 1 0,0 1-1,0-1 1,1 1 0,-8 5 0,8-4-7,0 0 1,0 1 0,0-1 0,1 1 0,0 0-1,0 1 1,0-1 0,1 1 0,0 0 0,-5 9-1,9-14-11,0 0 0,0 1 0,0-1-1,0 0 1,1 0 0,-1 0-1,0 0 1,1 0 0,-1 0 0,1 0-1,0 0 1,0 0 0,1 3-1,16 22 12,-13-23 4,1-1 0,0 0 0,0 0-1,0 0 1,0 0 0,0-1-1,0 0 1,0-1 0,1 1 0,-1-1-1,1 0 1,-1-1 0,12 0-1,-2 0 8,0-1-1,0 0 0,23-6 0,-32 6-5,0-1 0,0-1 0,0 1-1,0-1 1,-1-1 0,1 1-1,-1-1 1,0 0 0,11-9-1,-15 10 19,0 0 0,0-1 0,0 0 0,0 1-1,0-1 1,-1 0 0,0 1 0,0-1 0,0 0-1,0 0 1,0 0 0,-1 0 0,1 0-1,-1 0 1,0 0 0,-1-1 0,0-3 0,1-7 230,-9-5 629,9 19-300,0 2-608,0-1 12,0 1 0,0-1-1,0 1 1,0-1-1,0 1 1,0-1 0,0 1-1,0-1 1,0 1 0,0-1-1,0 1 1,0-1-1,0 1 1,1-1 0,-1 1-1,0-1 1,0 1-1,0-1 1,1 1 0,-1-1-1,0 0 1,1 1 0,-1-1-1,0 1 1,1-1-1,-1 0 1,1 1 0,-1-1-1,1 0 0,-1 1 0,0-1 0,0 0 0,1 0 0,-1 0 0,0 1 0,0-1 0,1 0 0,-1 0 0,0 1 0,0-1 0,0 0 0,0 1 0,1-1 0,-1 0 0,0 0 0,0 1 0,0-1 0,0 0 0,0 1 0,0-1 0,0 0 0,0 1 1,0-1-1,0 0 0,0 1 0,0-1 0,-1 20 15,-1 0-1,-1 0 1,0 0 0,-2-1 0,0 0 0,-11 26 0,15-42-11,-4 11 9,0-1 0,0 0 0,-14 21 0,-59 111 49,-24-4 91,68-98-97,29-35-31,-10 6 100,7-9 46,7-4-116,1 0 0,-1 0 0,0-1 0,1 1 0,-1 0 1,0-1-1,0 1 0,0-1 0,0 1 0,0-1 0,0 0 0,0 1 0,0-1 0,0 0 0,1 1 1,-1-1-1,0 0 0,-1 0 0,1 0 0,0 0 0,0 0 0,0 0 0,0 0 0,0-1 0,0 1 1,0 0-1,1 0 0,-3-1 0,-16-8 730,16 9-709,1-1 1,-1 0 0,1 0 0,-1 0 0,1-1 0,0 1 0,0 0 0,-1-1 0,1 0 0,0 1 0,0-1 0,-2-2 0,1-1-17,0 2-33,0 0 0,0 0 1,0-1-1,1 1 0,-1-1 0,1 1 0,0-1 0,0 0 1,1 0-1,-1 0 0,1 0 0,0-1 0,0 1 0,0 0 1,0-1-1,1-5 0,-1 1 12,1 3-39,0 0-1,0 0 1,0 1-1,1-1 1,-1 0 0,2 0-1,-1 1 1,0-1-1,5-8 1,-5 12-11,1 0 1,0 1-1,-1-1 0,1 1 1,0 0-1,0 0 0,0-1 1,0 1-1,0 0 0,0 1 1,0-1-1,0 0 0,1 1 1,-1-1-1,0 1 1,0 0-1,1-1 0,3 1 1,11 1 2,-1 1-1,1 1 1,0 0 0,-1 1 0,24 9 0,20 5 6,33 13-34,-90-30 37,0 0 7,1 0-1,-1 0 1,1 0 0,-1-1 0,1 1-1,-1-1 1,1 0 0,-1 0 0,1 0-1,-1-1 1,1 1 0,-1-1 0,1 0-1,-1 0 1,1 0 0,-1 0 0,6-3-1,33-18 25,53-59-39,-51 32-3,-19 27-2,-13 11-14,2 0 1,14-10 0,-21 15 17,-7 5 10,0 1 0,1-1 0,-1 0 0,1 1 0,-1-1 1,1 0-1,-1 1 0,1-1 0,0 1 0,-1-1 0,1 1 0,0-1 0,-1 1 0,1 0 1,0-1-1,-1 1 0,1 0 0,0 0 0,0-1 0,0 1 0,-1 0 0,1 0 0,0 0 1,0 0-1,-1 0 0,1 0 0,0 0 0,0 0 0,1 1 0,-1-1-3,-1 1 1,1 0-1,0 0 0,0 0 0,-1-1 0,1 1 1,-1 0-1,1 0 0,0 0 0,-1 0 0,0 0 0,1 0 1,-1 0-1,0 1 0,1-1 0,-1 0 0,0 0 1,0 0-1,0 0 0,0 0 0,0 0 0,0 0 0,0 1 1,-1-1-1,1 0 0,-1 1 0,1 0-3,0 1 3,-1-1 0,1 0 1,-1 0-1,1 0 1,-1 0-1,0 1 0,1-1 1,-1 0-1,-3 3 1,3-3 0,0 0-1,0 0 1,0 0 0,0 0 0,0 0-1,1 0 1,-1 1 0,0-1 0,1 4 0,0 55-7,0-61 9,0 1 1,0-1 0,0 1-1,0-1 1,0 1-1,0-1 1,1 0 0,-1 1-1,0-1 1,0 1 0,1-1-1,-1 1 1,0-1 0,1 0-1,-1 1 1,0-1 0,1 0-1,-1 1 1,1-1 0,-1 0-1,0 0 1,1 1 0,-1-1-1,1 0 1,-1 0 0,1 0-1,-1 1 1,1-1 0,-1 0-1,1 0 1,-1 0-1,1 0 1,-1 0 0,1 0-1,-1 0 1,1 0 0,-1 0-1,1 0 1,-1-1 0,1 1-1,-1 0 1,1 0 0,3-1 4,-1 0 1,1 0-1,-1 0 1,1-1 0,-1 1-1,4-3 1,-3 2-10,0-2 3,1 1 1,0 0-1,0 1 1,0-1-1,0 1 1,1 0-1,-1 0 1,11-1-1,0 0-19,-14 2 17,0 0 0,0 1-1,0-1 1,0 1 0,0 0-1,0 0 1,0 0 0,0 0 0,0 0-1,0 0 1,3 1 0,8 3-12,-9-3 12,0 0 1,0 0-1,0 0 0,0 1 0,7 3 1,7 4-22,-15-8 18,-1 0 0,1 0 0,0 0 0,-1 1 1,1-1-1,0 1 0,3 3 0,-3-2-2,1-1 0,0 1 0,0-1 0,0 0 0,0 0 0,7 3 0,16 8-9,-21-10 15,1-1 1,0 1-1,0-1 0,0 0 1,0-1-1,0 0 0,0 0 1,0 0-1,10-1 0,-6 0-5,-1-1 0,0 0-1,0-1 1,0 0 0,0-1-1,0 0 1,-1 0 0,1-1 0,-1 0-1,0-1 1,0 0 0,0 0-1,13-11 1,-7 5-7,-12 9 12,0 0 0,-1 0 1,1 0-1,0 0 0,-1 0 0,1-1 1,-1 1-1,0-1 0,0 1 0,0-1 0,0 0 1,0 0-1,1-3 0,-2 3 4,1-1 0,-1 1 0,0 0 0,0-1 0,-1 1 1,1 0-1,-1-1 0,1 1 0,-1-1 0,0 1 0,0-1 0,-1 1 0,1 0 0,-1-1 0,0 1 0,-1-5 0,-1-8 7,-4-10-2,2 16-5,0 0 11,-1-1 0,0 1 1,-1 0-1,0 0 1,-9-10-1,9 10 25,6 9-37,1 0 0,0 0 0,-1 1 0,1-1 1,-1 0-1,1 1 0,0-1 0,-1 0 1,1 1-1,-1-1 0,0 1 0,1-1 0,-1 1 1,1-1-1,-1 1 0,0-1 0,-1 1 1,1-1 10,0 1 0,1 0 0,-1-1 1,0 1-1,0 0 0,0-1 1,0 1-1,0-1 0,0 1 0,1-1 1,-1 0-1,0 1 0,0-1 1,1 0-1,-1 0 0,0 1 0,1-1 1,-1 0-1,1 0 0,-1 0 0,1 0 1,0 0-1,-1-1 0,1 1 130,-1 2-143,0 0 0,0-1 0,0 1 0,-1 0 0,1-1 0,0 1-1,1 0 1,-1 0 0,0 0 0,0 0 0,0 0 0,0 0 0,1 0 0,-1 0 0,0 0 0,1 0 0,-1 0 0,1 1 0,0-1-1,-1 0 1,1 0 0,0 1 0,0-1 0,-1 0 0,1 0 0,0 1 0,0-1 0,1 0 0,-1 0 0,0 3 0,-2 17 6,-8 18-50,-7 46 1,12-58-3,2 6 18,3-24 27,-1 1 0,0-1 0,-4 12 0,-13 48 30,12-40-3,-1-1 0,-2 0 1,-20 45-1,19-53-9,2 1-1,-10 33 0,2-2-2,12-38-14,0 0 0,-2 26 0,5-25 0,-2 0 0,-4 16 0,6-27 0,0 1 0,1-1 0,-1 1 0,1-1 0,0 1 0,1 7 0,0 4 0,0-12 0,6-4 0,-6-1 0,0 1 0,0-1 0,0 0 0,0 0 0,0 0 0,0 0 0,-1 0 0,1 0 0,0 0 0,-1-1 0,1 1 0,-1 0 0,1 0 0,-1 0 0,1-1 0,-1 1 0,0-2 0,6-12 0,-1 6 0,0 0 0,-1 0 0,0 0 0,0-1 0,-1 1 0,-1-1 0,1 0 0,-1 0 0,0-19 0,-1 19 0,0 0 0,0 0 0,5-16 0,-3 17 0,-1-1 0,-1 1 0,2-16 0,-3 17 0,1-1 0,0 1 0,1 0 0,0 0 0,0 1 0,6-14 0,24-44 0,-28 58 0,4-6 0,1 0 0,0 1 0,1 0 0,21-19 0,-10 10 0,-12 13-4,-1 1 1,2 0-1,-1 1 0,1 0 0,-1 1 1,13-5-1,21-13-11,-15 13-11,-26 9 26,0 1 0,0-1 0,0 1 0,0 0 0,0-1 0,1 1 0,-1 0 0,0 0-1,0 0 1,0 1 0,1-1 0,-1 0 0,0 1 0,0 0 0,0-1 0,0 1 0,0 0 0,0 0-1,2 1 1,3 2-3,0 0-1,-1 0 1,1 0-1,7 8 0,-12-10 5,1 0 0,-1 0 0,0 1 0,-1-1-1,1 1 1,0-1 0,-1 1 0,1 0 0,-1-1-1,0 1 1,0 0 0,0 0 0,0 0 0,1 6 0,-2-3 4,0-1 0,0 1 0,-1-1 1,0 1-1,0-1 0,0 1 1,-3 7-1,3-10-4,-1 0 0,1-1 0,-1 1 0,1-1-1,-1 0 1,0 1 0,0-1 0,-3 3 0,-10 12-1,7-8 0,1 0 0,-1-1 0,-1 0 0,0 0 0,0-1 0,0 0 1,-1 0-1,0-1 0,0-1 0,-16 7 0,-26 16-26,17-16-61,20-8-81,13-3-197,0-1 1,1 0 0,-1 0-1,0 0 1,0 0-1,1 0 1,-1 0-1,0 0 1,0 0-1,1-1 1,-1 1 0,-3-2-1,5 2 172,-1 0 0,1 0 0,-1 0 0,1-1 0,-1 1 0,1 0 0,-1 0 0,1-1 0,0 1 0,-1 0 0,1-1 0,-1 1 0,1 0 0,0-1 0,-1 1 1,1-1-1,0 1 0,-1 0 0,1-1 0,0 1 0,0-1 0,-1 1 0,1-1 0,0 1 0,0-1 0,0 1 0,0-1 0,0 0 0,0 1 0,0-1 0,0 1 0,0-1 0,0 1 0,0-1 0,0 1 0,0-1 0,0 1 0,0-1 0,1 1 0,-1-1 0,0 0 0,2-1-731,-1 0 0,1-1 0,-1 1 1,1 0-1,0 0 0,0 0 0,0 0 0,0 0 0,4-2 0,7-6-3101,3-1-91</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5.678"/>
    </inkml:context>
    <inkml:brush xml:id="br0">
      <inkml:brushProperty name="width" value="0.035" units="cm"/>
      <inkml:brushProperty name="height" value="0.035" units="cm"/>
      <inkml:brushProperty name="color" value="#F71A09"/>
    </inkml:brush>
  </inkml:definitions>
  <inkml:trace contextRef="#ctx0" brushRef="#br0">38 439 2152,'7'-5'2803,"19"-8"17020,-26 13-19762,0-1 0,0 1 0,0 0 0,0 0 1,0 0-1,0 0 0,0-1 0,0 1 0,0 0 0,0 0 1,0 0-1,0 0 0,0 0 0,-1-1 0,1 1 0,0 0 1,0 0-1,0 0 0,0 0 0,0 0 0,0 0 1,-1 0-1,1-1 0,0 1 0,0 0 0,0 0 0,0 0 1,0 0-1,-1 0 0,1 0 0,0 0 0,0 0 1,0 0-1,0 0 0,-1 0 0,1 0 0,0 0 0,0 0 1,0 0-1,0 0 0,-1 0 0,1 0 0,0 0 1,0 0-1,0 0 0,0 0 0,0 0 0,-1 1 0,1-1 1,-3 2 260,0 1-1,0 0 1,0 0 0,0 0 0,0 0 0,1 1 0,0-1 0,0 0 0,0 1 0,0 0 0,0 0 0,-1 4 0,-7 14-137,8-18-168,0 0 0,1 0 0,-1 0 1,1 0-1,0 0 0,1 1 0,-2 5 0,3-4-9,-2 0-1,1-1 1,-1 1 0,0 0-1,0-1 1,-3 9 0,3-9 5,0 0 1,1 0 0,-1 0 0,1-1 0,0 1 0,1 10 0,0 0 38,-1-14-28,8 3 77,1-10-63,-7 5-38,0 0 1,0 0-1,0-1 0,0 1 0,-1 0 1,1-1-1,0 1 0,2-4 0,0-1 7,0 0 0,1 0 0,0 1 1,11-10-1,9-11 12,-17 16-19,-5 7 0,0-1 0,0 1 0,0-1 0,-1 0 0,4-6 0,-5 7-1,1 1 0,0 0-1,0-1 1,0 1 0,1 0 0,-1 1-1,0-1 1,1 0 0,2-1 0,-4 2-1,1 0 0,-1 1 1,1-1-1,-1 0 1,0 0-1,1 0 0,-1-1 1,0 1-1,0 0 0,0 0 1,0-1-1,2-1 1,-3 2-1,0 1 1,0 0-1,0 0 1,0-1-1,0 1 1,0 0 0,0 0-1,0-1 1,0 1-1,0 0 1,0 0-1,1-1 1,-1 1-1,0 0 1,0 0-1,0-1 1,0 1 0,1 0-1,-1 0 1,0 0-1,0 0 1,0-1-1,1 1 1,-1 0-1,0 0 1,0 0 0,1 0-1,-1 0 1,0 0-1,0-1 1,1 1-1,-1 0 1,0 0-1,1 0 1,13 2-50,12 8 9,-9-1 53,1-2 0,0 0 0,0-1 0,37 8 1,-41-13-10,0 1 1,-1-2-1,1 0 1,0 0-1,0-1 1,24-6-1,-16 1 4,-1 0 0,0-2 0,0 0 0,-1-1 0,0-1 0,-1-1 0,0-1 0,34-28 0,-41 29-2,-1 0-1,-1 0 1,0-1-1,0 0 1,-1-1-1,-1 0 1,0 0 0,-1-1-1,0 0 1,-1-1-1,-1 1 1,0-1-1,4-23 1,-7 27-4,0 0 0,-1 0 0,0-1 0,-1 1 0,0-1 0,-1 1 0,-4-23 0,-4-13 0,5 34 0,4 11 0,-1 1 0,1-1 0,-1 1 0,1-1 0,-1 0 0,0 1 0,1-1 0,-1 1 0,0-1 0,0 1 0,0 0 0,0-1 0,0 1 0,-1 0 0,1 0 0,-2-1 0,-5-4 0,0 6 0,7 0 0,0 1 0,-1-1 0,1 1 0,0-1 0,0 1 0,0-1 0,0 1 0,-1 0 0,1 0 0,0 0 0,0-1 0,0 1 0,0 0 0,1 0 0,-1 0 0,0 0 0,0 0 0,1 1 0,-1-1 0,0 0 0,1 0 0,-1 0 0,0 3 0,0 0 0,-3 4 0,1 0 0,0 0 0,0 0 0,1 1 0,0-1 0,1 1 0,0-1 0,0 15 0,1-2 0,1 0 0,6 31 0,-4-28 0,-1 1 0,-4 48 0,1-22 0,-1-31 0,0 0 0,-1-1 0,-1 1 0,-1-1 0,0 0 0,-11 23 0,-46 84-475,55-112 258,-11 13-2145,-2-1-3285,9-13 328</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5.933"/>
    </inkml:context>
    <inkml:brush xml:id="br0">
      <inkml:brushProperty name="width" value="0.035" units="cm"/>
      <inkml:brushProperty name="height" value="0.035" units="cm"/>
      <inkml:brushProperty name="color" value="#F71A09"/>
    </inkml:brush>
  </inkml:definitions>
  <inkml:trace contextRef="#ctx0" brushRef="#br0">8 109 1944,'-8'-1'7960,"17"-3"-2593,18-1-2539,71-8 283,253-25-849,-186 22-3349,-24 2-4852,-47 1-6299,-77 8 8118</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6.328"/>
    </inkml:context>
    <inkml:brush xml:id="br0">
      <inkml:brushProperty name="width" value="0.035" units="cm"/>
      <inkml:brushProperty name="height" value="0.035" units="cm"/>
      <inkml:brushProperty name="color" value="#F71A09"/>
    </inkml:brush>
  </inkml:definitions>
  <inkml:trace contextRef="#ctx0" brushRef="#br0">0 48 2200,'42'-32'16611,"-41"32"-15892,0-1 0,-1 1 1,1-1-1,0 1 1,-1-1-1,1 1 0,-1-1 1,1 1-1,-1-1 1,1 0-1,-1 1 0,1-1 1,-1 0-1,1 1 0,-1-1 1,0 0-1,1 1 1,-1-3-1,0 1-462,0 12-226,0 151-31,-8-102 0,7-53 0,1 0 0,-1 0 0,0-1 0,-1 1 0,-2 8 0,2-9 0,0 0 0,1 1 0,0-1 0,0 0 0,-1 9 0,2-13-138,0 0 0,0 1 0,0-1 0,-1 0 0,1 1 1,0-1-1,-1 0 0,1 1 0,-1-1 0,0 0 0,1 0 0,-1 1 0,0-1 0,0 0 0,0 0 0,1 0 1,-1 0-1,0 0 0,0 0 0,-1 0 0,-1 1 0,2-20-13753,1-3 3349,0 5 5338</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6.668"/>
    </inkml:context>
    <inkml:brush xml:id="br0">
      <inkml:brushProperty name="width" value="0.035" units="cm"/>
      <inkml:brushProperty name="height" value="0.035" units="cm"/>
      <inkml:brushProperty name="color" value="#F71A09"/>
    </inkml:brush>
  </inkml:definitions>
  <inkml:trace contextRef="#ctx0" brushRef="#br0">35 69 1376,'0'0'2423,"0"-5"2684,1 30-1609,0-22-3399,0-1 0,-1 1 0,1-1 0,0 1 1,0-1-1,1 0 0,-1 0 0,0 1 0,1-1 1,2 3-1,1 3 106,7 5 74,-10-13-204,-2 1-56,0-1 0,1 1 0,-1-1 0,0 1 1,1-1-1,-1 1 0,0-1 0,1 0 0,-1 1 1,1-1-1,-1 0 0,1 1 0,-1-1 0,1 0 1,-1 0-1,1 1 0,-1-1 0,1 0 0,0 0 1,-1 0-1,1 0 0,-1 0 0,1 0 0,-1 0 1,1 0-1,0 0 0,-1 0 0,1 0 0,-1 0 0,1 0 1,-1 0-1,1-1 0,-1 1 0,1 0 0,0-1 1,20-12 755,-17 11-613,-2 0-72,0 1 0,1 0 0,-1 0 1,0-1-1,0 1 0,-1-1 0,1 0 0,0 0 0,0 1 1,-1-1-1,1 0 0,-1 0 0,0-1 0,1 1 0,-1 0 0,0 0 1,0-1-1,-1 1 0,1 0 0,0-1 0,-1 1 0,1-1 1,-1 1-1,0-1 0,0 1 0,0-1 0,0 1 0,0-1 0,-1 1 1,1-1-1,-1 1 0,1 0 0,-1-1 0,-2-2 0,-1-2 227,-1 1 0,0-1 0,0 1 0,-1 1 0,0-1-1,-6-4 1,9 9-367,0 0 0,0 0 0,0 0-1,0 1 1,0 0 0,0-1 0,0 1-1,0 0 1,0 1 0,0-1 0,0 0 0,0 1-1,0 0 1,1-1 0,-1 1 0,0 0 0,0 1-1,0-1 1,1 0 0,-1 1 0,-3 2 0,4-3-224,0 0 0,0 0 0,1 0 0,-1 0 0,0 1 0,0-1 0,1 1 1,-1-1-1,1 1 0,-1 0 0,1 0 0,-1-1 0,1 1 0,0 0 1,0 0-1,0 0 0,0 0 0,1 1 0,-1-1 0,0 0 0,1 0 0,0 0 1,-1 1-1,1-1 0,0 0 0,0 0 0,0 0 0,0 1 0,2 3 0,12 28-6704,-12-24 3638</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48.788"/>
    </inkml:context>
    <inkml:brush xml:id="br0">
      <inkml:brushProperty name="width" value="0.035" units="cm"/>
      <inkml:brushProperty name="height" value="0.035" units="cm"/>
      <inkml:brushProperty name="color" value="#F71A09"/>
    </inkml:brush>
  </inkml:definitions>
  <inkml:trace contextRef="#ctx0" brushRef="#br0">44 174 3473,'33'-26'15444,"-32"25"-13914,2 1-1312,-1 0 0,0 1 0,1-1 0,-1 0-1,0 1 1,1 0 0,-1 0 0,0 0 0,0 0 0,0 0 0,0 0-1,0 0 1,0 1 0,0-1 0,0 1 0,0-1 0,-1 1 0,1 0 0,-1-1-1,1 1 1,-1 0 0,0 0 0,1 0 0,-1 0 0,0 1 0,-1-1-1,1 0 1,0 0 0,0 4 0,2 6 939,-1 0 0,0 0-1,-1 0 1,0 20 0,-1-27-1157,-1 0 0,1 0 0,-1 0 0,-1 0 0,1 1 0,-1-2 0,0 1 0,0 0 0,-3 6 0,-30 41 0,18-29 0,-36 57 0,46-72 0,6-8 0,0 1 0,0 0 0,0 0 0,0-1 0,1 1 0,-1 0 0,0 0 0,1 0 0,-1 0 0,1 0 0,-1 0 0,1 0 0,0 0 0,-1 0 0,1 0 0,0 0 0,-1 0 0,1 2 0,0-2 0,0-1 0,0 0 0,0 0 0,0 0 0,0 1 0,0-1 0,0 0 0,0 0 0,0 0 0,0 1 0,0-1 0,1 0 0,-1 0 0,0 0 0,0 1 0,0-1 0,0 0 0,0 0 0,0 0 0,0 0 0,1 1 0,-1-1 0,0 0 0,0 0 0,0 0 0,0 0 0,1 0 0,-1 0 0,0 0 0,0 0 0,0 1 0,1-1 0,-1 0 0,0 0 0,0 0 0,0 0 0,1 0 0,-1 0 0,0 0 0,0 0 0,0 0 0,1 0 0,-1 0 0,0 0 0,0 0 0,0 0 0,1-1 0,-1 1 0,0 0 0,0 0 0,0 0 0,1 0 0,-1 0 0,0 0 0,0 0 0,0-1 0,0 1 0,0 0 0,1 0 0,-1 0 0,0 0 0,0 0 0,0-1 0,9-6 0,1-2 0,1 1 0,19-12 0,-19 14 0,-2 0 0,1-1 0,-1 0 0,13-13 0,38-55 0,-44 50 0,14-32 0,2-2 0,-23 40 0,-7 16 0,-1-1 0,1 0 0,0 0 0,1 0 0,-1 1 0,6-6 0,2-8 0,-8 14 0,-1 0 0,1 0 0,-1 0 0,1 0 0,0 1 0,0-1 0,0 1 0,1-1 0,-1 1 0,0 0 0,1 0 0,5-4 0,-8 6 0,1-1 0,0 1 0,0 0 0,-1-1 0,1 1 0,0-1 0,0 1 0,-1 0 0,1 0 0,0 0 0,0-1 0,0 1 0,0 0 0,0 0 0,-1 0 0,1 0 0,0 0 0,0 0 0,0 1 0,0-1 0,-1 0 0,1 0 0,0 0 0,0 1 0,0-1 0,-1 1 0,1-1 0,0 0 0,-1 1 0,1-1 0,0 1 0,-1 0 0,1-1 0,0 1 0,-1-1 0,1 1 0,-1 0 0,1 0 0,-1-1 0,0 1 0,1 0 0,-1 0 0,0-1 0,1 1 0,-1 0 0,0 0 0,0 1 0,2 2 0,-1 1 0,0 0 0,0 0 0,0 0 0,-1 1 0,0-1 0,0 0 0,-2 11 0,1 0 0,1 110 0,1-125 0,0-1 0,-1 1 0,1-1 0,0 1 0,-1-1 0,1 1 0,0-1 0,-1 0 0,1 1 0,0-1 0,0 0 0,-1 0 0,1 0 0,0 1 0,0-1 0,0 0 0,-1 0 0,1 0 0,0 0 0,0 0 0,1-1 0,-2 1 0,4 0 0,-1-1 0,1 0 0,0-1 0,-1 1 0,1-1 0,-1 1 0,1-1 0,-1 0 0,0 0 0,4-3 0,12-7 0,-3 2 0,0 0 0,0 0 0,20-20 0,-35 29 0,27-21 0,-11 9 0,-2 0 0,29-31 0,-39 35 0,2 0 0,17 5 0,-22 5 0,-1-1 0,1 1 0,-1-1 0,0 1 0,1-1 0,-1 1 0,0 0 0,1 0 0,-1 0 0,0 0 0,0 0 0,0 0 0,0 0 0,0 0 0,0 0 0,0 0 0,0 1 0,0-1 0,0 0 0,-1 0 0,1 1 0,0-1 0,-1 1 0,1-1 0,-1 1 0,0 1 0,2 4 0,0 0 0,0 0 0,-1 0 0,0 12 0,0-9 0,1-1 0,1 1 0,-1-1 0,1 1 0,1-1 0,0 0 0,0-1 0,9 14 0,-4-6 0,-8-14 0,0-1 0,1 0 0,-1 0 0,0 0 0,1 0 0,-1 0 0,1 0 0,-1 0 0,1 0 0,-1-1 0,1 1 0,0 0 0,-1-1 0,1 1 0,3-1 0,27 3 0,-17-4 0,0 0 0,0-1 0,-1-1 0,1-1 0,-1 0 0,27-12 0,-21 9 0,-13 3 0,-1 0 0,1 0 0,-1 0 0,0 0 0,9-11 0,6-3 0,-16 14 0,0 0 0,-1-1 0,0 0 0,1 0 0,-2 0 0,1 0 0,-1 0 0,1-1 0,-2 1 0,1-1 0,0 0 0,-1 0 0,2-9 0,-4 12 0,0 1 0,1 0 0,-1-1 0,0 1 0,0-1 0,-1 1 0,1 0 0,0-1 0,-1 1 0,0 0 0,1-1 0,-1 1 0,-2-4 0,-18-30 0,15 27 0,1 2 0,1 0 0,-1 1 0,0-1 0,-1 1 0,1 0 0,-8-5 0,11 9 0,-1 1 0,1-1 0,0 1 0,0 0 0,-1-1 0,1 1 0,-1 0 0,1 1 0,-1-1 0,1 0 0,-1 1 0,0-1 0,1 1 0,-1 0 0,0 0 0,1 0 0,-1 0 0,0 1 0,1-1 0,-1 0 0,1 1 0,-1 0 0,-2 1 0,-15 6 0,1 0 0,-1 2 0,2 0 0,-25 18 0,24-12 0,1 0 0,0 1 0,2 1 0,0 1 0,1 0 0,-13 22 0,25-37 0,1 0 0,0 0 0,0 0 0,0 0 0,1 0 0,-1 0 0,1 1 0,0-1 0,0 0 0,0 5 0,1-8 0,0 0 0,0-1 0,0 1 0,1 0 0,-1-1 0,0 1 0,0 0 0,0-1 0,1 1 0,-1-1 0,0 1 0,1 0 0,-1-1 0,0 1 0,1-1 0,-1 1 0,1-1 0,-1 1 0,1-1 0,-1 1 0,1-1 0,-1 1 0,1-1 0,-1 0 0,1 1 0,0-1 0,-1 0 0,2 1 0,1-1 0,0 1 0,0 0 0,0-1 0,0 0 0,0 0 0,0 0 0,4 0 0,5-2 0,1 0 0,18-6 0,0-2 0,0-2 0,0 0 0,39-24 0,-29 14 0,-30 17 0,-1-1 0,1 0 0,12-10 0,-7 3 0,32-19 0,-33 23 0,-7 5 0,-7 8 0,-1 1 0,0 0 0,0 1 0,0-1 0,0 1 0,0-6 0,0 0 0,0 0 0,0 0 0,0 1 0,0-1 0,0 0 0,0 0 0,0 0 0,0 0 0,0 1 0,0-1 0,0 0 0,0 0 0,0 0 0,0 1 0,0-1 0,0 0 0,0 0 0,0 0 0,0 0 0,0 1 0,0-1 0,0 0 0,0 0 0,-1 0 0,1 0 0,0 0 0,0 1 0,0-1 0,0 0 0,0 0 0,-1 0 0,1 0 0,0 0 0,0 0 0,0 0 0,0 0 0,-1 0 0,1 1 0,0-1 0,0 0 0,0 0 0,-1 0 0,0 0 0,0 0 0,0 0 0,0 1 0,1-1 0,-1 0 0,0 1 0,0-1 0,0 1 0,0-1 0,1 1 0,-1 0 0,0-1 0,0 1 0,1 0 0,-1-1 0,0 1 0,0 1 0,-6 3 0,-2-5 0,3 0 0,12 0 0,-1-1 0,-20 12 0,8-9 0,0 3 0,5 0 0,1 0 0,-6-4 0,-2 4 0,0 0 0,6-2 0,-1 0 0,1-1 0,0 1 0,0 0 0,1 1 0,-1-1 0,0 0 0,1 1 0,0-1 0,0 1 0,0 0 0,0 0 0,1 0 0,-2 5 0,-1 1 0,-3 24 0,3-9 0,2-16 0,1 0 0,0 0 0,0 0 0,1 1 0,0-1 0,1 0 0,0 0 0,1 0 0,0 0 0,0 0 0,6 15 0,-6-20 0,-1-1 0,1 1 0,0-1 0,0 1 0,0-1 0,1 0 0,-1 0 0,1 0 0,-1 0 0,1 0 0,0 0 0,0-1 0,1 0 0,-1 1 0,0-1 0,1 0 0,-1-1 0,1 1 0,0-1 0,-1 1 0,1-1 0,0 0 0,8 0 0,4 1 0,0 0 0,0-2 0,1 0 0,21-3 0,-9-2 0,0-1 0,0-1 0,-1-1 0,0-2 0,0 0 0,-1-2 0,44-27 0,-58 31 0,0-1 0,0-1 0,-1 0 0,0 0 0,-1-1 0,0-1 0,16-22 0,-25 29 0,0-1 0,0 1 0,0-1 0,0 0 0,-1 0 0,0 0 0,1-11 0,1-6 0,-2 18 0,-1 1 0,0-1 0,0 1 0,0-1 0,0 1 0,-1-1 0,0 1 0,-1-5 0,-2-22 0,3 24 0,0 0 0,0 0 0,-1 0 0,0 1 0,0-1 0,-5-11 0,5 7 0,1 10 0,1 0 0,-1 0 0,0 0 0,0 0 0,1 0 0,-1 1 0,0-1 0,0 0 0,0 1 0,0-1 0,0 1 0,0-1 0,0 1 0,0-1 0,0 1 0,0 0 0,0-1 0,0 1 0,-1 0 0,1 0 0,0 0 0,0 0 0,0 0 0,-2 0 0,2 0 0,-1 0 0,0 0 0,1 0 0,-1 1 0,0-1 0,1 0 0,-1 1 0,1-1 0,-1 1 0,0-1 0,1 1 0,-1 0 0,1 0 0,0-1 0,-1 1 0,-1 2 0,-13 23 0,10-14 0,3 12 0,-1-14 0,1 0 0,0 0 0,1 1 0,0-1 0,0 1 0,1 0 0,1 0 0,1 18 0,-1-14 0,0-10 0,1 0 0,0 0 0,0 1 0,0-1 0,4 9 0,-3-10 0,-1 1 0,0-1 0,1 1 0,-1 0 0,0 8 0,0-8 0,-1-1 0,1 1 0,0-1 0,0 1 0,0-1 0,3 7 0,-2-7 0,-1-1 0,1 1 0,-1 0 0,0 0 0,-1 0 0,2 6 0,-2-7 0,0 1 0,1 0 0,0 0 0,-1 0 0,2 0 0,-1 0 0,2 3 0,-1-3 0,-1 0 0,1 0 0,-1 0 0,0 0 0,0 0 0,-1 1 0,1 4 0,-1 6 0,1-10 0,-1 1 0,0-1 0,0 0 0,0 0 0,-1 0 0,1 0 0,-1 0 0,0 0 0,-1 0 0,-3 8 0,2-7 0,-2 2 0,0 0 0,-1 0 0,0 0 0,0-1 0,0 0 0,-9 7 0,-10 4 0,-2-1 0,0-1 0,-1-2 0,-47 19 0,42-18 0,22-10 0,1 1 0,-2-2 0,1 0 0,-1 0 0,1-1 0,-1 0 0,-24 2 0,35-5 0,0 0 0,-1 0 0,1 0 0,0 0 0,-1 0 0,1 0 0,0-1 0,0 1 0,-1 0 0,1-1 0,0 1 0,0-1 0,-1 1 0,1-1 0,0 0 0,0 0 0,-1 0 0,1 0 0,1 0 0,-1 1 0,1-1 0,0 0 0,-1 0 0,1 0 0,0 1 0,0-1 0,-1 0 0,1 0 0,0 0 0,0 0 0,0 1 0,0-1 0,0 0 0,0 0 0,0 0 0,0 0 0,1-1 0,1-4 0,0 0 0,0 1 0,1-1 0,0 1 0,5-9 0,-2 5 0,3-5 0,0 0 0,1 0 0,1 1 0,0 0 0,0 1 0,1 0 0,15-10 0,99-65 0,-90 66 0,0 2 0,52-20 0,82-18 0,-95 33 0,117-54 0,-69 7 0,-111 62 0,-1 0 0,0 0 0,10-13 0,0 1 0,-20 20 0,1-1 0,0 1 0,-1-1 0,1 0 0,-1 1 0,1-1 0,-1 0 0,0 0 0,0 0 0,0 0 0,0 0 0,0 0 0,0-1 0,-1 1 0,1 0 0,-1 0 0,1-5 0,-1 7 0,0 0 0,0-1 0,0 1 0,0-1 0,0 1 0,0-1 0,0 1 0,-1-1 0,1 1 0,0-1 0,0 1 0,0 0 0,-1-1 0,1 1 0,0-1 0,0 1 0,-1 0 0,1-1 0,0 1 0,-1 0 0,1-1 0,0 1 0,-1 0 0,1-1 0,-1 1 0,1 0 0,0 0 0,-1 0 0,1-1 0,-1 1 0,1 0 0,-1 0 0,1 0 0,-1 0 0,1 0 0,-1 0 0,1 0 0,-1 0 0,0 0 0,-19 4 0,17-3 0,-48 5 0,5 10 0,-47 24 0,81-34 0,1 2 0,0 0 0,0 0 0,-15 15 0,-7 5 0,28-24 0,0 1 0,0 0 0,0 0 0,0 0 0,1 0 0,0 1 0,-6 11 0,8-14 0,1 0 0,-1 1 0,1-1 0,0 1 0,0 0 0,0-1 0,0 1 0,1 0 0,-1 0 0,1-1 0,0 1 0,0 0 0,1 0 0,-1-1 0,1 1 0,0 4 0,1-5 0,-1-1 0,1 1 0,0 0 0,-1 0 0,1-1 0,0 1 0,1-1 0,-1 0 0,0 1 0,1-1 0,-1 0 0,1 0 0,-1-1 0,1 1 0,0 0 0,0-1 0,0 0 0,0 0 0,5 2 0,5 0 0,1 1 0,28 2 0,37-3-1749,43-15-5211,76-28-4333,-165 33 6026,-5 2 33</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8.074"/>
    </inkml:context>
    <inkml:brush xml:id="br0">
      <inkml:brushProperty name="width" value="0.035" units="cm"/>
      <inkml:brushProperty name="height" value="0.035" units="cm"/>
      <inkml:brushProperty name="color" value="#0066FF"/>
    </inkml:brush>
  </inkml:definitions>
  <inkml:trace contextRef="#ctx0" brushRef="#br0">200 0 3305,'-14'7'4384,"11"-7"-3979,1 1 0,0 0 1,0 0-1,0 0 0,0 0 0,0 0 0,0 0 1,-2 3-1,-3 2 470,-1-1 1,0 1-1,-10 4 1,11-6-137,0 0 0,1 0 0,-1 1 0,1 0 0,0 0 0,-9 10 0,9-8-209,0 0 1,1 0-1,0 1 0,0 0 1,1 0-1,0 0 1,1 0-1,0 0 0,0 1 1,0 0-1,1-1 1,1 1-1,-1 0 0,2 0 1,-1 0-1,2 13 1,-2 1 10,2 0 0,1 0 0,6 25 0,6 8-82,6 25-247,-18-75-203,0 1 0,0-1 0,0 0 1,0 0-1,6 8 0,8 23 28,-8-9 0,20 80 41,-26-99-75,1 1 1,0-1 0,9 16 0,-9-19-3,1 1 0,-1 1 0,-1-1 0,1 0 0,-1 1-1,0-1 1,1 14 0,-3-15 15,1-1 0,-1 1 1,2 0-1,-1-1 0,3 10 0,-2-10-387,0 1 1,0 0 0,-1-1-1,0 1 1,0 10-1,-1-16 182,0 1 0,-1 0 0,1 0 0,-1-1 0,1 1 0,0 0 0,-1-1 0,1 1 0,-1-1 0,0 1 0,1-1 0,-1 1 0,1-1 0,-1 1-1,0-1 1,1 1 0,-1-1 0,0 0 0,0 1 0,1-1 0,-1 0 0,0 0 0,0 1 0,1-1 0,-1 0 0,0 0 0,0 0 0,0 0 0,1 0 0,-1 0-1,-1-1 1,-30 0-5015,-64-16-6156,54 7 7033</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8.654"/>
    </inkml:context>
    <inkml:brush xml:id="br0">
      <inkml:brushProperty name="width" value="0.035" units="cm"/>
      <inkml:brushProperty name="height" value="0.035" units="cm"/>
      <inkml:brushProperty name="color" value="#0066FF"/>
    </inkml:brush>
  </inkml:definitions>
  <inkml:trace contextRef="#ctx0" brushRef="#br0">0 153 1536,'10'-11'14389,"131"-2"-8138,-108 9-5446,19-5 143,-26 5-363,49-4 0,-37 3-391,20-1-2307,11-5-3866,-63 11 5349,0-1 1,0 0-1,0 0 0,0 0 0,8-4 1,13-3-1190,-15 6 1294,0-2 0,-1 1 0,0-1 1,1-1-1,15-9 0,-26 11 710,0 1 1,-1 0-1,0 0 0,1-1 0,-1 1 1,0 0-1,0 0 0,0-1 1,-1-2-1,1-1 1996,-4 6 47,4 0-2063,0 0-1,-1 0 1,1 0 0,-1-1 0,1 1-1,0 0 1,-1 0 0,1 0 0,-1 0 0,1 0-1,-1 0 1,1 0 0,0 0 0,-1 0-1,1 0 1,-1 0 0,1 1 0,-1-1 0,1 0-1,0 0 1,-1 0 0,1 0 0,0 1 0,-1-1-1,1 0 1,0 0 0,-1 1 0,1-1-1,0 0 1,-1 1 0,1-1 0,0 0 0,0 1-1,-1-1 1,1 0 0,0 1 0,0-1-1,-1 1 1,1 47 7582,0 25-6951,0-25-452,1-40-323,0 0-1,1 0 0,-1 1 1,2-1-1,-1 0 0,1-1 1,4 10-1,7 18 36,-13-28-84,0 0 0,-1 0 0,0 0 0,0 9 0,-1-2-1646,1-25-6045,0 7 6532,1 1-1,-1-1 1,1 1-1,0-1 1,0 1-1,0 0 0,3-7 1,3-9-3752,-5 2 566</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8.845"/>
    </inkml:context>
    <inkml:brush xml:id="br0">
      <inkml:brushProperty name="width" value="0.035" units="cm"/>
      <inkml:brushProperty name="height" value="0.035" units="cm"/>
      <inkml:brushProperty name="color" value="#0066FF"/>
    </inkml:brush>
  </inkml:definitions>
  <inkml:trace contextRef="#ctx0" brushRef="#br0">1 12 2833,'1'0'402,"-1"0"1,1 0-1,0-1 0,0 1 1,0 0-1,0 0 1,0 0-1,-1-1 1,1 1-1,0 0 1,0-1-1,-1 1 1,1-1-1,0 1 1,0-1-1,-1 1 0,1-1 1,-1 0-1,1 1 1,0-1-1,-1 0 1,1-1 1597,8 6 311,-9-3-2215,1 11 87,2-10-384,0-1 0,0 0 0,0 0 0,0 0 0,0 0-1,0 0 1,0-1 0,1 1 0,-1-1 0,0 0 0,0 0 0,5 0 0,43-10-7842,-27 5 4439</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9.226"/>
    </inkml:context>
    <inkml:brush xml:id="br0">
      <inkml:brushProperty name="width" value="0.035" units="cm"/>
      <inkml:brushProperty name="height" value="0.035" units="cm"/>
      <inkml:brushProperty name="color" value="#0066FF"/>
    </inkml:brush>
  </inkml:definitions>
  <inkml:trace contextRef="#ctx0" brushRef="#br0">1 61 1824,'1'-1'353,"0"0"-1,0 1 1,0-1-1,0 0 1,0 0-1,0 0 1,0 0-1,0 0 1,-1 0-1,1 0 1,0 0-1,-1 0 0,1 0 1,-1 0-1,1 0 1,-1 0-1,1-1 1,-1-1-1,5-8 2029,3 4-773,-8 7-1484,1 0 0,-1 0 0,1-1 0,-1 1 0,1 0-1,-1-1 1,0 1 0,1 0 0,-1-1 0,0 1-1,1 0 1,-1-1 0,0 1 0,1 0 0,-1-1-1,0 1 1,1-1 0,-1 1 0,0-1 0,0 1 0,0-1-1,0 1 1,1-1 0,7-10 11279,-15 10-9841,6 6 1567,2 13-2082,3-15-1036,0 1 0,-1 0 0,1 1-1,-1-1 1,0 0 0,-1 1 0,1 0 0,-1 0 0,0 0 0,0 0-1,2 7 1,11 23 3,-3-7-14,-1 1 0,-1 0 0,-2 0 0,-1 1 0,6 56 0,-6-45 0,-5-19 0,-1 1 0,-2 33 0,0-11 0,0-21 6,-6 37 1,3-37-40,-1 42 1,5-61-67,1 13-1538,-1-17 1329,0 0 0,1 0 0,-1-1 0,0 1 0,1 0 0,-1 0 0,0-1 0,1 1 0,-1 0 1,1-1-1,-1 1 0,1 0 0,0-1 0,-1 1 0,1-1 0,1 2 0,1-3-568,-1 0 0,1 0-1,-1 0 1,0 0 0,1 0-1,-1 0 1,0-1 0,0 1 0,1-1-1,-1 1 1,0-1 0,-1 0-1,3-2 1,22-19-7416,-8 8 3980</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9.587"/>
    </inkml:context>
    <inkml:brush xml:id="br0">
      <inkml:brushProperty name="width" value="0.035" units="cm"/>
      <inkml:brushProperty name="height" value="0.035" units="cm"/>
      <inkml:brushProperty name="color" value="#0066FF"/>
    </inkml:brush>
  </inkml:definitions>
  <inkml:trace contextRef="#ctx0" brushRef="#br0">1 28 336,'35'-27'23720,"-34"43"-18459,3-11-4623,-3-4-516,0 0 0,0 0 0,0 0 0,0 0 0,0 0 0,0 1 0,0-1 0,-1 0 0,1 0 0,0 1 0,-1-1 0,1 0 0,-1 1 0,0-1 0,1 3 0,-1-1-63,0 0 0,1 0 0,0 0 0,-1 0 0,1-1 0,0 1 0,0 0 0,2 3 0,-1-3-22,-1 0-1,0 0 1,0 0-1,0 0 1,0 0-1,0 0 1,-1 0-1,1 5 1,0-2-37,-1 0 0,1 0 0,1 1 0,3 9 0,-3-9 0,0-1 0,-1 1 0,1-1 0,0 14 0,6 55 0,1 28 0,-9 108 0,0-205-126,1-1 1,0 0-1,0 0 1,0 1-1,1-1 1,0 0-1,0 0 1,4 7-1,-6-12-9,0 0 0,0 0 0,1 0 0,-1 0 0,0 0 0,0 0-1,0 1 1,1-1 0,-1 0 0,0 0 0,0 0 0,0 0 0,0 1-1,0-1 1,0 0 0,1 0 0,-1 0 0,0 0 0,0 1 0,0-1-1,0 0 1,0 0 0,0 1 0,0-1 0,0 0 0,0 0-1,0 0 1,0 1 0,0-1 0,0 0 0,0 0 0,0 0 0,0 1-1,0-1 1,0 0 0,0 0 0,-1 0 0,1 1 0,0-1 0,0 0-1,0 0 1,0 0 0,0 1 0,0-1 0,-1 0 0,1 0 0,0 0-1,0 0 1,0 0 0,-1 1 0,-8-10-6497,-5-29-6580,12 22 9655</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20.158"/>
    </inkml:context>
    <inkml:brush xml:id="br0">
      <inkml:brushProperty name="width" value="0.035" units="cm"/>
      <inkml:brushProperty name="height" value="0.035" units="cm"/>
      <inkml:brushProperty name="color" value="#0066FF"/>
    </inkml:brush>
  </inkml:definitions>
  <inkml:trace contextRef="#ctx0" brushRef="#br0">20 142 1768,'0'-4'731,"-2"-23"4783,1 26-5226,1-1 1,-1 1-1,1 0 0,-1 0 1,1 0-1,-1-1 0,0 1 1,1 0-1,-1 0 0,0 0 1,0 0-1,0 0 0,0 0 1,0 1-1,0-1 0,-1-1 1,-2-3 2179,4 5-2007,0-1 1,0 1-1,0 0 0,0-1 1,4-5 6919,-3 6-6920,-1 0 1,1-1-1,-1 1 0,0 0 1,1 0-1,4-1-205,56-6 1645,27-4-1156,170-43 1,-242 50-425,-15 4 379,-34 21-452,25-12-241,7-8-7,0 0 0,0-1 1,0 1-1,0 0 0,1 0 0,-1 0 0,0 0 0,1 0 1,-1 0-1,1 0 0,-1 1 0,1-1 0,-1 0 1,1 0-1,0 0 0,-1 0 0,1 1 0,0-1 0,0 0 1,0 0-1,0 2 0,1-1 0,-1 0 0,1 0 0,-1 0 0,1 0 0,0 0 0,0 0 0,0 0 0,0 0 0,0-1 0,0 1 0,1 0 0,-1-1 0,1 1 0,-1-1 0,1 1 0,-1-1 0,1 0 0,0 0 0,0 1 0,0-1 0,-1 0 0,1-1 0,3 2 0,10 4 0,0 0 0,17 3 0,-15-4 0,4 2 0,82 27 0,-89-28 0,0 0 0,-1 1 0,1 0 0,23 18 0,-36-24 0,1 1 0,-1-1 0,1 0 0,-1 1 0,0-1 0,1 1 0,-1 0 0,0-1 0,0 1 0,0 0 0,0 0 0,-1-1 0,1 1 0,0 0 0,-1 0 0,1 0 0,-1 0 0,0 0 0,1 0 0,-1 0 0,0 0 0,0 0 0,0 0 0,-1 0 0,1 0 0,0 0 0,-1 0 0,1 0 0,-1 0 0,0 0 0,0 0 0,0-1 0,0 1 0,-1 2 0,-8 8 0,8-8 0,-1 0 0,1-1 0,-1 0 0,0 1 0,-1-1 0,1 0 0,0-1 0,-1 1 0,0-1 0,1 1 0,-5 1 0,-34 22 0,12-9 0,25-14 0,0 0 0,0 0 0,0 0 0,0-1 0,0 0 0,-8 2 0,-5-1 0,14-4 0,2 0 0,1 1 0,1 0 0,-1 0 0,1 0 0,-1 0 0,1 0 0,0 0 0,-1 0 0,1-1 0,-1 1 0,1 0 0,0 0 0,-1 0 0,1-1 0,-1 1 0,1 0 0,0-1 0,0 1 0,-1 0 0,1 0 0,0-1 0,-1 1 0,1-1 0,0 1 0,0 0 0,0-1 0,-1 1 0,1-1 0,0 1 0,0 0 0,0-1 0,0 1 0,0-1 0,0 1 0,0-1 0,0 1 0,0 0 0,0-1 0,0 1 0,0-1 0,0 1 0,0-1 0,0 1 0,0-1 0,0 1 0,1 0 0,-1-1 0,0 1 0,0 0 0,1-1 0,-1 1 0,0-1 0,5-6 0,0 1 0,1 0 0,-1 0 0,1 0 0,10-7 0,1-2 0,7-4 0,1 0 0,1 2 0,0 1 0,44-19 0,-14 6 0,17-5 36,-45 23-130,43-26 0,-71 37-25,1 0 0,-1 0-1,1-1 1,-1 1 0,0 0 0,0 0 0,1-1 0,-1 1-1,0 0 1,1-1 0,-1 1 0,0 0 0,0-1 0,0 1 0,1-1-1,-1 1 1,0 0 0,0-1 0,0 1 0,0-1 0,0 1-1,0 0 1,0-1 0,1 1 0,-1-1 0,0 1 0,-1-1-1,1 1 1,0-1 0,-9-13-5226,-22-10-11003,23 19 11081</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27.023"/>
    </inkml:context>
    <inkml:brush xml:id="br0">
      <inkml:brushProperty name="width" value="0.035" units="cm"/>
      <inkml:brushProperty name="height" value="0.035" units="cm"/>
      <inkml:brushProperty name="color" value="#0066FF"/>
    </inkml:brush>
  </inkml:definitions>
  <inkml:trace contextRef="#ctx0" brushRef="#br0">1 87 2793,'9'1'20515,"-9"-2"-19682,0 0-575,0 0 0,0 1 0,1-1 0,-1 0 0,1 1-1,-1-1 1,1 0 0,-1 1 0,1-1 0,-1 1 0,1-1 0,0 1 0,-1-1 0,1 1-1,0-1 1,68-17 826,115-14-1,-116 21-966,61-4-100,-127 15-16,0-1 0,0 1 0,-1 0 1,1 0-1,0 0 0,0 1 0,-1-1 0,1 0 1,0 0-1,0 1 0,1 0 0,9 2 16,-12-3-17,0 0 0,0 0 1,1 0-1,-1 0 1,0 0-1,0 0 1,0 0-1,0 0 1,0 1-1,1-1 1,-1 0-1,0 0 0,0 0 1,0 0-1,0 0 1,0 1-1,0-1 1,0 0-1,0 0 1,0 0-1,0 0 1,1 1-1,-1-1 0,0 0 1,0 0-1,0 0 1,0 0-1,0 1 1,0-1-1,0 0 1,0 0-1,0 0 1,-1 1-1,1-1 0,0 0 1,0 0-1,0 0 1,0 0-1,0 1 1,0-1-1,0 0 1,0 0-1,0 0 1,0 0-1,-1 0 0,1 1 1,0-1-1,0 0 1,0 0-1,0 0 1,0 0-1,-1 0 1,1 0-1,0 0 1,0 0-1,-9 10 15,-26 9 10,-1-1 1,-1-2-1,-50 15 1,49-19-23,1 2-1,0 1 1,-44 26 0,79-40-2,-1 1-1,1-1 1,0 1-1,-1-1 1,1 1 0,0 0-1,0 0 1,0 0 0,0 0-1,0 0 1,1 1-1,-1-1 1,0 0 0,1 1-1,0-1 1,0 1 0,0 0-1,-2 4 1,3-6-1,1-1 0,-1 0 0,0 1 0,0-1 0,0 0-1,0 1 1,1-1 0,-1 0 0,0 0 0,0 1 0,0-1 0,1 0 0,-1 0 0,0 1 0,1-1 0,-1 0 0,0 0-1,0 0 1,1 1 0,-1-1 0,0 0 0,1 0 0,-1 0 0,0 0 0,1 0 0,-1 0 0,0 0 0,1 0 0,-1 0 0,1 0-1,-1 0 1,19 0-10,-11 0-1,18-1-15,33-6 0,-33 3 38,34 0 1,-13 2 25,-33 0-31,1 2 0,-1 0 0,19 3 0,-21-2 4,-6 0-4,1 0-1,0 1 0,13 4 0,-18-5-5,0 0 0,0 0 0,1 0 0,-1 1 0,-1-1 0,1 1 0,0-1 0,0 1 0,-1 0 0,1 0 0,0 0-1,-1 0 1,0 0 0,2 3 0,-3-4-1,1 1 0,-1 0 0,1-1 0,-1 1 0,0 0-1,0 0 1,1-1 0,-1 1 0,0 0 0,-1 0 0,1-1 0,0 1-1,-1 0 1,1-1 0,0 1 0,-1 0 0,0-1 0,1 1 0,-1 0-1,0-1 1,0 1 0,0-1 0,0 0 0,0 1 0,0-1-1,-2 2 1,-7 7 4,1-1 0,-18 13 0,11-10 14,4-3-19,-1-1 1,-1 0 0,1-1-1,-1-1 1,-16 6 0,5-2-169,18-8-357,0 0 0,0 0 0,-1 0-1,1-1 1,0 0 0,-1 0 0,1-1 0,0 0 0,-1-1 0,-12-1 0,-7-4-4992,-41-14 1,40 11 1382,11 2 275,0-3-167</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27.561"/>
    </inkml:context>
    <inkml:brush xml:id="br0">
      <inkml:brushProperty name="width" value="0.035" units="cm"/>
      <inkml:brushProperty name="height" value="0.035" units="cm"/>
      <inkml:brushProperty name="color" value="#0066FF"/>
    </inkml:brush>
  </inkml:definitions>
  <inkml:trace contextRef="#ctx0" brushRef="#br0">61 40 2296,'34'-16'10476,"-33"15"-8782,16-15 9200,-24 11-6605,11 4-3670,4 1 1001,-8 0-1571,1 1 0,-1 0 0,1 0 0,-1 0 0,1 0-1,-1 0 1,0-1 0,1 1 0,-1 0 0,0 0-1,0 0 1,0 0 0,0 0 0,0 0 0,0 0-1,0 0 1,0 1 0,-1 1-49,1-1 0,-1 1 0,0-1 0,0 0 0,0 1 0,0-1 0,-1 0 0,-1 3 0,-5 9 0,-3 7 0,-4 8 0,11-16 0,1-7 0,1 0 0,0 0 0,1 0 0,-1 0 0,0 9 0,2-11 3,-1 1 1,0 0-1,0-1 0,0 1 1,0-1-1,-1 1 1,0-1-1,-2 5 0,2-5-22,0 0 0,0 0 0,1 0 0,-1 0 1,1 1-1,0-1 0,-1 9 0,2-11-456,0-1 0,-1 1 0,1-1 1,-1 0-1,0 0 0,1 1 0,-1-1 0,0 0 1,0 0-1,0 0 0,0 1 0,0-1 1,0 0-1,0 0 0,0-1 0,0 1 1,-2 1-1,-11-15-11894,11 10 9865,2-3-996,1 1-227</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27.876"/>
    </inkml:context>
    <inkml:brush xml:id="br0">
      <inkml:brushProperty name="width" value="0.035" units="cm"/>
      <inkml:brushProperty name="height" value="0.035" units="cm"/>
      <inkml:brushProperty name="color" value="#0066FF"/>
    </inkml:brush>
  </inkml:definitions>
  <inkml:trace contextRef="#ctx0" brushRef="#br0">0 23 1584,'3'-7'5245,"-2"6"-5056,-1 1 0,1-1 1,0 1-1,-1 0 1,1-1-1,0 1 1,0 0-1,-1-1 0,1 1 1,0 0-1,0 0 1,0 0-1,-1 0 1,1 0-1,1 0 0,1-2 1490,6-2-148,14-1 3424,-21 5-4035,24 1 5684,10 7-3521,-28-6-2829,0-1 0,0 1 0,0 1 1,0 0-1,0 0 0,12 6 1,-3 1-157,11 8-34,-2-1-60,-21-14-66,1 0-1,-2 0 1,1 0 0,0 1 0,-1-1 0,9 9 0,1 1-714,-13-12 591,0-1-1,0 1 0,1 0 1,-1 0-1,0 0 1,0 0-1,0 1 0,0-1 1,0 0-1,1 3 0,0-2-504,0 0-1,1 0 0,-1 0 0,1 0 0,-1 0 0,1-1 0,-1 1 0,4 1 1,1 0-1801,-5-3 1181,1 0-1,-1-1 1,1 1 0,-1-1 0,1 0-1,-1 0 1,4-2 0,-2 1-1345,5 1-1312</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28.304"/>
    </inkml:context>
    <inkml:brush xml:id="br0">
      <inkml:brushProperty name="width" value="0.035" units="cm"/>
      <inkml:brushProperty name="height" value="0.035" units="cm"/>
      <inkml:brushProperty name="color" value="#0066FF"/>
    </inkml:brush>
  </inkml:definitions>
  <inkml:trace contextRef="#ctx0" brushRef="#br0">234 7 136,'5'-6'7442,"-17"6"4657,3 0-7903,-28 10 961,24-7-4845,1 1-1,0 0 0,0 0 1,1 1-1,-1 0 1,1 1-1,0 1 0,1 0 1,-1 0-1,1 1 1,-10 10-1,16-14-311,1-1 0,0 1 0,0 0 0,0 0 0,0 0 0,1 1 0,-1-1 0,1 1 0,0-1 0,0 1 0,1 0 0,0 0 0,-1 0 0,1 0 0,1 0 0,-1 0 0,1 0 0,0 0 0,0 0 0,1 0 0,-1 0 0,1 0 0,0-1 0,0 1 0,1 0 0,0 0 0,0 0 0,0-1 0,0 1 0,0-1 0,1 0 0,0 0 0,0 0 0,0 0 0,5 4 0,2 1 0,1-1 0,-1 0 0,2-1 0,-1-1 0,1 1 0,0-2 0,0 0 0,0 0 0,1-1 0,-1-1 0,1 0 0,0 0 0,0-1 0,1-1 0,13-1 0,-25 1-3,-1-1-1,1 0 1,0-1-1,0 1 1,0 0-1,-1 0 1,1-1 0,0 1-1,-1-1 1,1 1-1,0-1 1,-1 0 0,1 0-1,-1 0 1,1 1-1,-1-1 1,1-1-1,-1 1 1,2-2 0,-2 1-14,1 0 0,-1 0 0,0-1 1,0 1-1,0 0 0,-1-1 0,1 1 1,-1 0-1,1-1 0,-1 1 0,0-1 1,1 1-1,-2-3 0,1 4-70,0 0 0,0 0 0,-1 0 0,1 0-1,-1 0 1,1 0 0,-1 0 0,1 0 0,-1 0 0,0 0-1,1 0 1,-1 1 0,0-1 0,1 0 0,-1 0 0,0 1 0,0-1-1,0 1 1,0-1 0,0 1 0,0-1 0,0 1 0,-1-1-1,-23-7-2662,6 6-418,-1 0 1,0 1-1,0 1 1,0 1-1,0 1 1,-26 5-1,19-2-553</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30.545"/>
    </inkml:context>
    <inkml:brush xml:id="br0">
      <inkml:brushProperty name="width" value="0.035" units="cm"/>
      <inkml:brushProperty name="height" value="0.035" units="cm"/>
      <inkml:brushProperty name="color" value="#0066FF"/>
    </inkml:brush>
  </inkml:definitions>
  <inkml:trace contextRef="#ctx0" brushRef="#br0">211 119 1136,'-25'0'10107,"17"0"-9555,6 0-166,-34 0 7749,32-2-7286,-1 0 0,0 0-1,0 1 1,0 0-1,0 0 1,0 0-1,-9 0 1,-23-5 2336,32 5-2953,2 0-86,1 1 0,-1-1 0,0 0 0,0 0-1,1 0 1,-1 0 0,1 0 0,-1-1-1,-3-2 1,1 3 128,5 1-256,-1 0-1,1 0 1,-1 0 0,0 0-1,1-1 1,-1 1-1,1 0 1,-1 0-1,1 0 1,-1 0-1,0-1 1,1 1-1,-1 0 1,1 0-1,-1-1 1,1 1-1,-1 0 1,1-1 0,-1 1-1,1-1 1,0 1-1,-1-1 1,-1-1 42,21-1-11,-12 2-49,-4-2 0,4 1 0,3-3 0,-10 2 0,1 2 0,-1 0 0,3 0 0,-1-1 0,1 1 0,-1-1 0,1 1 0,-1 0 0,1 0 0,3-1 0,14-5 0,-16 6 0,-1-1 0,0 1 0,1 0 0,-1 0 0,1 0 0,-1 0 0,7 0 0,-2 0 0,1 0 0,-1-1 0,1 0 0,-1 0 0,9-4 0,-9 3 0,0 0 0,0 1 0,1 0 0,-1 1 0,10-1 0,-4 1 0,-15 0 0,0-1 0,5 1 0,43 0 0,-36 1 0,-8 0 0,-1 3 0,16 4 0,-16-6 0,-1-1 0,1 1 0,-1 0 0,1-1 0,-1 1 0,1 0 0,-1 0 0,0 0 0,1 0 0,-1 0 0,0 1 0,0-1 0,0 0 0,0 0 0,0 1 0,0-1 0,0 1 0,0-1 0,-1 1 0,1-1 0,-1 1 0,1-1 0,-1 1 0,1 0 0,-1-1 0,0 1 0,0 0 0,0-1 0,0 4 0,-1 3 0,0-1 0,0 1 0,0-1 0,-5 13 0,5-19 0,-22 32 0,22-30 0,-1 0 0,1 0 0,-1 0 0,0 0 0,0 0 0,0 0 0,-1-1 0,1 1 0,0-1 0,-1 0 0,-3 3 0,2-1 0,0-1 0,0 0 0,0 1 0,1 0 0,-3 4 0,1-2 0,0 0 0,0 0 0,0 0 0,-12 8 0,-16 18 0,29-28 0,0 0 0,0-1 0,0 1 0,-1-1 0,-9 5 0,9-5 0,1 0 0,-1 0 0,0 1 0,1-1 0,-1 1 0,-3 4 0,7-7 0,0 0 0,0 1 0,-1-1 0,1-1 0,0 1 0,0 0 0,-1 0 0,1 0 0,-1-1 0,1 1 0,-3 0 0,2 0 0,0-1 0,0 1 0,0 0 0,0 0 0,0 0 0,0 0 0,0 0 0,1 1 0,-1-1 0,0 1 0,1-1 0,-2 2 0,-4 2 0,-1-3 0,8 0 0,8-4 0,25-7 0,40-6 0,-25 6 0,-32 7 0,-1 1 0,1 0 0,28 3 0,-2-1 0,-34 0 0,-1 0 0,0 0 0,0 0 0,0 1 0,0 0 0,0 1 0,11 5 0,17 6 0,-30-12 0,1 1 0,-1 0 0,0 0 0,-1 0 0,1 1 0,-1-1 0,1 1 0,-1 0 0,0 1 0,5 6 0,13 13 0,-18-20 0,-1-1 0,0 0 0,0 1 0,0 0 0,0 0 0,-1 0 0,0 0 0,1 0 0,-2 0 0,1 1 0,0-1 0,0 5 0,-1-7 0,-1 0 0,0 1 0,0-1 0,1 0 0,-2 0 0,1 0 0,0 0 0,0 0 0,-1 0 0,1 1 0,-1-1 0,0 0 0,1 0 0,-1 0 0,0 0 0,0-1 0,0 1 0,0 0 0,-1 0 0,1-1 0,-1 1 0,1 0 0,-1-1 0,1 0 0,-1 1 0,0-1 0,-2 2 0,-9 6 0,-9 4 0,-8-4 0,-70 19 0,69-21 0,-88 15 0,99-19 0,0-1 0,0-1 0,-38-4 0,54 3-565,-1-1-1,1 1 1,-1-1-1,1 0 1,0 0-1,-1-1 1,1 1-1,0-1 1,0 0-1,0 0 1,0-1 0,0 1-1,1-1 1,-1 0-1,1 0 1,-1 0-1,1 0 1,0 0-1,0-1 1,1 0-1,-4-5 1,5 7 95,1 0 0,0 0 1,0-1-1,1 1 0,-1 0 0,0 0 0,1 0 1,-1 0-1,1 0 0,0 0 0,0 0 0,-1 1 1,1-1-1,1 0 0,1-3 0,0 0-1070,0 0-1,1 0 1,0 1-1,6-7 1,6 0-2112</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31.588"/>
    </inkml:context>
    <inkml:brush xml:id="br0">
      <inkml:brushProperty name="width" value="0.035" units="cm"/>
      <inkml:brushProperty name="height" value="0.035" units="cm"/>
      <inkml:brushProperty name="color" value="#0066FF"/>
    </inkml:brush>
  </inkml:definitions>
  <inkml:trace contextRef="#ctx0" brushRef="#br0">522 25 952,'-25'-11'5775,"23"11"-5148,-34 0 3894,33 1-3496,-10-7 14024,14 6-14997,-1-1 0,0 1 0,0-1 0,1 1 0,-1 0 0,0-1 0,0 1 0,1 0 0,-1 0 0,0-1 0,1 1 0,-1 0 0,1 0 0,-1-1 1,0 1-1,1 0 0,-1 0 0,1 0 0,-1 0 0,0 0 0,1 0 0,-1 0 0,1-1 0,-1 1 0,1 0 0,0 1 0,37-3 323,-24 1-350,1 0 0,0 1 0,0 1 0,-1 0 0,21 5-1,-17-4-10,0 1 36,6 8-39,-17-7-61,-5 10 83,-37 23 56,28-31-78,-4 6 1,9-10-11,0 0 1,0 0-1,1 0 1,-1 0-1,0 0 1,0-1-1,-5 3 0,5-2 4,0 0-1,-1-1 0,1 1 0,0 0 0,0 0 0,-1 1 0,-2 4 0,0 4-2,3-8-1,0 1 0,0 0 0,0 0 0,-1-1 0,1 0-1,-1 1 1,-3 3 0,3-4-5,0 0 0,1 0 0,0 0 0,0 0 0,0 1 0,0-1 0,-1 5-1,2-5 12,0-1-1,-1 1 1,1 0 0,-1 0-1,1 0 1,-1-1-1,0 1 1,0-1-1,0 1 1,-1-1-1,1 0 1,-3 2-1,-7 6 91,10-8-45,0-1 0,1 1-1,-1-1 1,0 0 0,0 1 0,1-1 0,-1 0 0,0 0 0,0 0-1,-1 0 1,1 0 0,-4 0 0,5-1 109,-15 0 1513,23 0-1666,-6 1-8,-1-1 0,1 0 0,-1 0 0,1 0 0,-1 0 0,1 0 0,-1 0 0,1 0 0,-1 0 0,1 0 0,0-1 0,-1 1 0,1 0 0,-1 0 0,1 0 0,-1-1 0,1 1 0,-1 0 0,1 0 0,-1-1 0,0 1 0,1-1 0,4-1 0,6 1 0,-1 0 0,1-1 0,19-5 0,-20 4 0,0 1 0,0 0 0,20-2 0,3 2 0,-24 1 0,0 1 0,0-1 0,-1 1 0,1 1 0,11 1 0,-11 0 0,-1 0 0,1 0 0,0 1 0,-1 0 0,0 0 0,0 1 0,11 6 0,-3 0 0,38 27 0,-49-34 0,-1 1 0,0 0 0,0 0 0,0 0 0,-1 0 0,1 1 0,-1 0 0,0 0 0,3 7 0,-5-10 0,0 1 0,-1-1 0,1 0 0,-1 1 0,1-1 0,-1 0 0,0 1 0,0-1 0,0 1 0,0-1 0,0 1 0,0-1 0,-1 0 0,1 1 0,-1-1 0,0 0 0,0 1 0,0-1 0,0 0 0,0 0 0,0 0 0,0 0 0,-1 0 0,1 0 0,-1 0 0,0 0 0,1 0 0,-3 1 0,-10 5-55,0-1 1,-1 0-1,0-2 1,0 1-1,-26 5 1,-85 8-843,70-11 347,-180 10-9120,-5-20-5596,156 1 10297</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56.188"/>
    </inkml:context>
    <inkml:brush xml:id="br0">
      <inkml:brushProperty name="width" value="0.035" units="cm"/>
      <inkml:brushProperty name="height" value="0.035" units="cm"/>
      <inkml:brushProperty name="color" value="#0066FF"/>
    </inkml:brush>
  </inkml:definitions>
  <inkml:trace contextRef="#ctx0" brushRef="#br0">78 0 760,'25'6'4292,"-23"-6"-3906,25 5 4286,-13-2-704,-29-1-2428,14-2-1497,1 0 0,-1 0 0,1 1 0,0-1 0,-1 0 0,1 0 0,0 0 0,-1 0 0,1 0-1,-1 0 1,1 1 0,0-1 0,-1 0 0,1 0 0,0 0 0,0 1 0,-1-1 0,1 0 0,0 1 0,0-1 0,-1 0 0,1 0 0,0 1 0,-1 0 293,1-1 0,0 1 0,0-1 0,-1 0 0,1 1 1,0-1-1,-1 0 0,1 1 0,-1-1 0,1 0 0,0 1 0,-1-1 0,1 0 1,-1 0-1,1 1 0,-1-1 0,1 0 0,-1 0 0,1 0 0,-1 0 1,1 0-1,-1 0 0,0 0 0,0 0-149,1 1-1,-1-1 1,1 0 0,-1 0 0,1 0 0,0 1-1,-1-1 1,1 0 0,-1 0 0,1 1-1,0-1 1,-1 0 0,1 1 0,0-1-1,-1 1 1,1-1 0,0 0 0,0 1-1,-1-1 1,1 1 0,0-1 0,0 1-1,0-1 1,0 1 0,-1-1 0,1 1 0,0-1-1,0 1 1,0-1 0,0 1 0,0-1-1,0 1 1,0-1 0,0 1 0,1-1-1,-1 1 1,0-1 0,0 1 0,1 4-932,-1-4 783,0 16 421,-4-10-236,0-1 1,0 1-1,-9 10 1,12-15-220,0-1 1,0 1 0,0-1-1,0 1 1,0 0 0,1 0-1,-1-1 1,0 1 0,1 0-1,0 0 1,-1 0 0,1 0-1,0-1 1,0 1 0,0 0-1,0 0 1,0 0 0,0 0-1,1 0 1,-1-1 0,1 1-1,-1 0 1,1 0 0,0-1-1,1 4 1,-1 0-5,0-1 0,-1 1 0,1 0 0,-1 0 0,0 0 0,0-1 0,-1 1 0,1 0 0,-1 0 0,0-1 0,-1 1 0,1-1 0,-1 1 0,0-1 0,-2 5 0,1-1 0,1-3 0,1 1 0,0-1 0,0 0 0,1 1 0,0-1 0,0 1 0,0-1 0,1 7 0,1 20 0,0-28 0,3-4 0,-5-4 0,-16-23-2743,16 24 1738,-1 0 0,0 0 0,0 0 0,0 0 0,0 0 1,-1 0-1,1 1 0,-1-1 0,1 1 0,-1-1 0,0 1 0,0 0 0,0-1 1,-1 1-1,1 0 0,0 0 0,-1 1 0,-2-3 0,-3-2-1352,-2-5-2160</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57.376"/>
    </inkml:context>
    <inkml:brush xml:id="br0">
      <inkml:brushProperty name="width" value="0.035" units="cm"/>
      <inkml:brushProperty name="height" value="0.035" units="cm"/>
      <inkml:brushProperty name="color" value="#0066FF"/>
    </inkml:brush>
  </inkml:definitions>
  <inkml:trace contextRef="#ctx0" brushRef="#br0">70 0 1056,'0'0'1204,"30"7"23297,-35-8-24007,-10 6 3342,14-5-3447,1 16 522,0-14-905,-1 0 1,1 0-1,-1 0 0,1-1 1,-1 1-1,0 0 0,1-1 0,-1 1 1,0 0-1,0-1 0,0 1 1,0-1-1,-2 2 0,1-1-3,1-1 0,0 1 0,-1 0-1,1 0 1,0 0 0,0 0-1,0 0 1,0 0 0,0 0 0,1 0-1,-1 0 1,1 0 0,-1 4 0,0-1-8,1 0 1,-1 0 0,0-1-1,0 1 1,-4 8 0,3-9-2,1 1 0,-1-1 1,1 1-1,0 0 0,-1 9 1,2-10 4,0 1 1,-1-1-1,0 0 1,0 1 0,0-1-1,-4 7 1,4-7 0,-1 0-1,1 0 1,0 0-1,0 0 1,0 0 0,0 6-1,1-3-29,-1 0-1,0 0 1,-1 0 0,-3 11-1,3-11-558,0-1-1,1 1 1,0 0-1,-1 12 1,4 2-4391,-2-20 4836,0-1 0,0 0 1,0 0-1,0 1 0,0-1 0,0 0 0,0 1 0,1-1 0,-1 0 1,0 0-1,0 1 0,0-1 0,0 0 0,0 0 0,1 1 0,-1-1 1,0 0-1,0 0 0,0 0 0,1 1 0,-1-1 0,0 0 1,0 0-1,1 0 0,-1 0 0,0 1 0,1-1 0,-1 0 0,0 0 1,0 0-1,1 0 0,-1 0 0,0 0 0,1 0 0,-1 0 0,0 0 1,0 0-1,1 0 0,-1 0 0,0 0 0,1 0 0,-1 0 0,0 0 1,1-1-1,-1 1 0,0 0 0,0 0 0,1 0 0,-1 0 0,0 0 1,0-1-1,0 1 0,1 0 0,-1 0 0,0 0 0,0-1 1,0 1-1,1 0 0,-1 0 0,0-1 0,0 1 0,0 0 0,0-1 1,0 1-1,0 0 0,1 0 0,-1-1 0,1-10-7514,-1 6 3470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28.010"/>
    </inkml:context>
    <inkml:brush xml:id="br0">
      <inkml:brushProperty name="width" value="0.035" units="cm"/>
      <inkml:brushProperty name="height" value="0.035" units="cm"/>
      <inkml:brushProperty name="color" value="#0066FF"/>
    </inkml:brush>
  </inkml:definitions>
  <inkml:trace contextRef="#ctx0" brushRef="#br0">105 0 384,'-4'9'24034,"-1"-12"-22919,-21-2 6020,26 10-7045,-2 0-81,-3 1-9,2 0 0,2-5 0,1 0 0,-1 1 0,1-1 0,-1 0 0,1 0 0,-1 0 0,0 0 0,0 0 0,1 1 0,-1-2 0,0 1 0,0 0 0,0 0 0,0 0 0,-1 0 0,-3 3 0,4-1 0,0-1 0,-1 1 0,1 0 0,0 0 0,0 0 0,1 0 0,-1 1 0,1-1 0,-1 0 0,1 3 0,-5 23 0,3-22 0,-1 0 0,2 0 0,-1 0 0,0 13 0,2 150 0,0-167 0,1-1 0,-1 1 0,1 0 0,0-1 0,-1 1 0,1-1 0,1 1 0,0 2 0,0-3 0,-1 1 0,0 0 0,0-1 0,0 1 0,0 0 0,0 0 0,-1 0 0,1 3 0,8 37 0,-9-43 0,0 0 0,0 1 0,-1-1 0,1 0 0,0 1 0,0-1 0,0 0 0,0 1 0,0-1 0,0 0 0,0 1 0,0-1 0,0 0 0,0 1 0,1-1 0,-1 0 0,0 0 0,0 1 0,0-1 0,0 0 0,0 1 0,1-1 0,-1 0 0,0 0 0,0 1 0,0-1 0,1 0 0,-1 0 0,0 1 0,0-1 0,1 0 0,-1 0 0,1 1 0,2 0 0,-1 4 0,-2 0 0,-1-5 0,1 0 1,0 0-1,0 0 1,0 0-1,0 0 0,0 0 1,-1 0-1,1-1 1,0 1-1,0 0 1,0 0-1,0 0 0,0 0 1,-1 0-1,1 0 1,0 0-1,0 0 0,0 0 1,0 0-1,-1 0 1,1 0-1,0 0 1,0 0-1,0 0 0,0 0 1,0 0-1,-1 0 1,1 1-1,0-1 0,0 0 1,0 0-1,0 0 1,0 0-1,-1 0 0,1 0 1,0 0-1,0 0 1,0 1-1,0-1 1,0 0-1,0 0 0,0 0 1,0 0-1,-1 0 1,1 0-1,0 1 0,0-1 1,0 0-1,0 0 1,0 0-1,0 0 1,0 1-1,0-1 0,0 0 1,0 0-1,0 0 1,0 1-1,-4-9-120,-11 2-2088,14 6 1844,0 0 1,0-1-1,0 1 0,0 0 1,0-1-1,1 1 1,-1-1-1,0 1 1,0-1-1,0 1 1,0-1-1,0 1 1,1-1-1,-1 0 0,0 1 1,0-1-1,1 0 1,-1 0-1,0 0 1,1 0-1,-1 0 1,1 1-1,0-1 0,-1-2 1,-1-1-548,1 2-602,0 0 1,0 0-1,1-1 0,-1 1 0,0 0 0,1 0 1,0-1-1,-1-2 0,1-6-3703</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28.915"/>
    </inkml:context>
    <inkml:brush xml:id="br0">
      <inkml:brushProperty name="width" value="0.035" units="cm"/>
      <inkml:brushProperty name="height" value="0.035" units="cm"/>
      <inkml:brushProperty name="color" value="#0066FF"/>
    </inkml:brush>
  </inkml:definitions>
  <inkml:trace contextRef="#ctx0" brushRef="#br0">400 8 184,'-13'0'2375,"10"1"-1800,-1-1 0,1 0 0,0 0 0,-1 0 0,1 0 0,0-1 0,-1 1 0,1-1 0,0 0 0,-5-2 1,1 2 397,0 0 1,0 1 0,0 0 0,0 0 0,0 0 0,-10 2 0,5 1 817,0 0 0,-19 1-1,-8 1 1114,22-3-1426,-4 2-6,-57 18 2620,68-18-3835,8-4-197,-1 1-1,1-1 1,0 1 0,1 0 0,-1 0 0,0 0 0,0 0-1,0 0 1,0 0 0,1 1 0,-1-1 0,1 0-1,-1 1 1,1 0 0,-1-1 0,1 1 0,-2 3 0,-11 13 109,12-16-157,0-1 1,1 1 0,-1 0 0,1 0 0,-1-1 0,1 1 0,0 0-1,0 1 1,0-1 0,0 0 0,0 0 0,0 0 0,0 0 0,1 1 0,-1-1-1,1 0 1,0 1 0,0 2 0,0 0-13,1 0 0,0 0 0,0 0 0,1 0 0,-1-1 0,1 1 0,0 0 0,0-1 0,1 1 0,-1-1 0,7 8 0,1-1 0,7 11 0,-14-19 0,0 0 0,0 0 0,0-1 0,0 1 0,1-1 0,-1 0 0,1 0 0,-1 0 0,1-1 0,0 1 0,0-1 0,0 0 0,6 2 0,13 4 0,-17-5 0,-1-1 0,1 0 0,-1 0 0,1 0 0,0-1 0,-1 0 0,1 0 0,0 0 0,-1-1 0,1 0 0,6-1 0,5-3 0,0 0 0,20-8 0,-30 10 0,-1 0 0,1-1 0,-1 1 0,0-1 0,10-9 0,-14 12 0,0-1 0,0 0 0,-1 0 0,1 0 0,0-1 0,-1 1 0,1 0 0,-1-1 0,1 1 0,-1-1 0,0 1 0,0-1 0,-1 1 0,1-1 0,0 0 0,-1 1 0,1-4 0,-10-23 0,8 26 0,0 0 0,-1 0 0,1 0 0,-1 0 0,0 0 0,0 0 0,0 1 0,0-1 0,-1 1 0,1-1 0,-1 1 0,1 0 0,-1 0 0,0 0 0,-3-2 0,4 2 0,-1 1 0,1-1 0,0 1 0,0 0 0,0 0 0,-1-1 0,1 1 0,-1 1 0,1-1 0,-1 0 0,-4 0 0,-1 0 0,4 0 0,0 0 0,-21 2 0,15-1-739,1 0 1,0 0-1,0 1 1,-16 4-1,9 0-5002,24-12-4048,15-3 1890,-12 5 4703</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29.486"/>
    </inkml:context>
    <inkml:brush xml:id="br0">
      <inkml:brushProperty name="width" value="0.035" units="cm"/>
      <inkml:brushProperty name="height" value="0.035" units="cm"/>
      <inkml:brushProperty name="color" value="#0066FF"/>
    </inkml:brush>
  </inkml:definitions>
  <inkml:trace contextRef="#ctx0" brushRef="#br0">265 2 1888,'0'0'1909,"-26"0"3957,18-1-5035,-1 1 0,1 0 0,-1 1 0,1 0 0,-1 0-1,1 1 1,0 0 0,0 0 0,-12 6 0,-25 7 3242,28-8-2292,15-6-1591,0-1-1,0 1 0,0 0 0,0-1 1,0 1-1,1 0 0,-1 0 1,0 0-1,0 1 0,1-1 0,-1 0 1,1 1-1,-2 1 0,-13 14 1039,13-15-1091,0 1-1,0-1 0,1 1 0,-1 0 0,1 0 0,0 0 0,0 0 0,-3 7 0,4-8-95,-1 1 0,1 0 0,0 0 0,0 0 0,0 0-1,1 0 1,-1 0 0,0 0 0,1 0 0,0 0 0,0 0 0,0 0 0,0 1 0,1-1 0,-1 0 0,1 0 0,0 0 0,-1 0 0,2 0-1,-1 0 1,0-1 0,0 1 0,1 0 0,0-1 0,2 5 0,11 8-56,-11-11 17,-1 0 1,1 0 0,0-1 0,1 1-1,-1-1 1,9 5 0,2-1-37,0-1-1,0 0 1,0-1-1,28 5 0,-34-9 13,-1 0-1,0-1 0,1 0 1,-1 0-1,1-1 0,-1 0 0,0-1 1,1 0-1,-1 0 0,12-5 0,-17 6 16,0-1 0,-1 0-1,1 0 1,-1 0-1,0 0 1,0 0 0,1 0-1,-2 0 1,4-5-1,-4 6 6,0 0 0,0-1-1,0 1 1,0 0-1,0-1 1,-1 1-1,1-1 1,-1 1 0,1-1-1,-1 1 1,1-1-1,-1 0 1,0 1-1,0-1 1,0 0 0,0 1-1,0-1 1,0-1-1,-4-5-2,1 0-1,-2 0 1,1 0 0,-1 1-1,-1 0 1,1 0-1,-1 0 1,0 1 0,-1 0-1,1 0 1,-11-6-1,-3-1 2,-1 1 0,0 1 0,-25-10 0,42 20-18,1 0 0,-1 0 0,1 1 0,-1-1 0,0 1 0,1-1 0,-1 1-1,0 0 1,1 1 0,-1-1 0,0 0 0,1 1 0,-1 0 0,1 0 0,-6 2 0,-4 3-1183,1 0 0,-20 13 0,31-19 912,0 1-1,0 0 1,0-1-1,0 1 1,0 0-1,0 0 1,0-1-1,1 1 0,-1 0 1,0 0-1,1 0 1,-1 0-1,0 0 1,0 2-1,1-3 80,0 1 0,0-1 1,0 1-1,0-1 0,0 1 0,0-1 0,0 1 0,0 0 0,0-1 0,0 1 0,0-1 1,0 1-1,1-1 0,-1 1 0,0-1 0,0 1 0,1-1 0,-1 1 0,0-1 1,1 0-1,-1 1 0,1 0 0,1 0-569,0 1 1,0-1-1,0 0 1,0 0-1,0 0 1,0 0-1,1 0 1,-1 0-1,0-1 1,1 1-1,-1-1 1,0 1-1,1-1 0,4 0 1,7 0-2667</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30.050"/>
    </inkml:context>
    <inkml:brush xml:id="br0">
      <inkml:brushProperty name="width" value="0.035" units="cm"/>
      <inkml:brushProperty name="height" value="0.035" units="cm"/>
      <inkml:brushProperty name="color" value="#0066FF"/>
    </inkml:brush>
  </inkml:definitions>
  <inkml:trace contextRef="#ctx0" brushRef="#br0">183 11 1128,'-36'-11'29138,"32"12"-28971,1-1 0,-1 1 0,1-1-1,0 1 1,-1 0 0,1 0-1,0 0 1,0 1 0,0-1-1,0 1 1,0-1 0,0 1 0,0 0-1,-4 5 1,-2 8-167,5-10 0,1 0 0,1 0 0,-1 0 0,-3 9 0,-17 28 0,18-17-12,0 0-1,1-1 1,0 50 0,3-65-769,0 0 0,0-1 0,-5 16 0,0 2-4690,3 0-4601,2-14 4187,-7 3-17</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4.423"/>
    </inkml:context>
    <inkml:brush xml:id="br0">
      <inkml:brushProperty name="width" value="0.035" units="cm"/>
      <inkml:brushProperty name="height" value="0.035" units="cm"/>
      <inkml:brushProperty name="color" value="#0066FF"/>
    </inkml:brush>
  </inkml:definitions>
  <inkml:trace contextRef="#ctx0" brushRef="#br0">27 23 904,'27'0'8394,"-23"0"-7871,-4 0-457,1 0-1,-1 0 1,0 0-1,1 1 0,-1-1 1,0 0-1,1 0 1,-1 0-1,1 0 0,-1 0 1,0 0-1,1 0 1,-1 0-1,0 0 0,1 0 1,-1 0-1,1-1 1,-1 1-1,0 0 0,1 0 1,-1 0-1,0 0 1,1 0-1,-1-1 0,0 1 1,1 0-1,-1 0 1,0-1-1,0 1 0,1 0 1,-1 0-1,0-1 1,0 1-1,1 0 0,-1-1 1,0 1-1,0-1 1,0 0 937,0-1-382,-1-7 5956,-15 4 1745,15 5-8234,1 0-1,-1 0 1,1 0-1,-1 0 1,1 1-1,-1-1 1,1 0-1,0 0 1,-1 0-1,1 1 1,-1-1-1,1 0 1,-1 1 0,1-1-1,0 0 1,-1 1-1,1-1 1,-1 1-1,1 2-81,0-1-1,0 1 1,0-1-1,0 1 1,-1 0 0,1-1-1,-1 1 1,1-1-1,-1 0 1,0 1-1,-2 3 1,0 20 17,0-19-142,0 1 1,1 0-1,0 0 1,0 0 0,0 0-1,1 0 1,0 13 0,-7 21-3799,-1 2-7047,9-32 2329,0-7 4019</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5"/>
    </inkml:context>
    <inkml:brush xml:id="br0">
      <inkml:brushProperty name="width" value="0.035" units="cm"/>
      <inkml:brushProperty name="height" value="0.035" units="cm"/>
      <inkml:brushProperty name="color" value="#0066FF"/>
    </inkml:brush>
  </inkml:definitions>
  <inkml:trace contextRef="#ctx0" brushRef="#br0">2 50 1792,'0'-7'9572,"0"-3"-5411,4 1-992,-4 9-2722,1-1 1,-1 0-1,1 1 1,-1-1-1,0 0 0,1 0 1,-1 1-1,0-1 1,1 0-1,-1 0 1,0 1-1,0-1 1,0 0-1,0 0 0,0 0 1,0 0-1,0 0-353,0 1 23,0 0 0,0 0 0,0-1 0,0 1 0,0 0 0,0-1 0,0 1 0,0 0 0,0-1 1,0 1-1,0 0 0,0-1 0,0 1 0,0 0 0,0 0 0,0-1 0,0 1 0,0 0 0,1-1 0,-1 1 0,0 0 0,0 0 0,0-1 0,0 1 1,1 0-1,-1 0 0,0-1 0,0 1 0,0 0 0,1 0 0,-1 0 0,0-1 0,1 1 0,-1 0 0,0 0 0,0 0 0,1 0 0,-1 0 0,0 0 1,1 0-1,-1-1 0,0 1 0,0 0 0,1 0 0,-1 0 0,0 0 0,1 0 0,-1 0 0,0 0 0,1 1 0,-1 0 234,0 3-299,0-3-52,1 9 0,-1 0 0,-1 0 0,1 0 0,-2 0 0,1 0 0,-6 17 0,4-13-616,1-1 1,0 1-1,1 1 0,0-1 1,2 17-1,0-4-628,-1-25 815,0 0 1,0 0 0,1 0 0,-1-1 0,0 1-1,1 0 1,0 0 0,-1 0 0,1-1-1,0 1 1,0 0 0,0-1 0,0 1 0,0-1-1,0 1 1,1-1 0,-1 0 0,0 1-1,1-1 1,1 1 0,3 2-2470,-1-1 0,1 1-1,13 4 1,-15-7 1090,6 5-2979</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5.730"/>
    </inkml:context>
    <inkml:brush xml:id="br0">
      <inkml:brushProperty name="width" value="0.035" units="cm"/>
      <inkml:brushProperty name="height" value="0.035" units="cm"/>
      <inkml:brushProperty name="color" value="#0066FF"/>
    </inkml:brush>
  </inkml:definitions>
  <inkml:trace contextRef="#ctx0" brushRef="#br0">88 30 728,'-2'-3'6945,"-5"-9"-171,7-2 5592,1 21-8248,-3 22-3870,-14 12-264,14-34-349,0 0 0,-1 0 0,1-1 0,-1 1 0,-1-1 0,1 1 0,-1-1 0,0 0 0,-5 6 0,6-10-103,1 0 1,0 0 0,0 1-1,0-1 1,0 1 0,0 0 0,1-1-1,-1 1 1,1 0 0,-3 6-1,2 5-4315,2 4-3748,0-13 4695,0 1-186</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6.218"/>
    </inkml:context>
    <inkml:brush xml:id="br0">
      <inkml:brushProperty name="width" value="0.035" units="cm"/>
      <inkml:brushProperty name="height" value="0.035" units="cm"/>
      <inkml:brushProperty name="color" value="#0066FF"/>
    </inkml:brush>
  </inkml:definitions>
  <inkml:trace contextRef="#ctx0" brushRef="#br0">112 11 2184,'-42'11'11024,"42"-11"-10886,0 0-1,-1 0 0,1 0 1,0 0-1,-1 0 0,1 0 1,-1-1-1,1 1 1,0 0-1,-1 0 0,1 0 1,0 0-1,-1 0 0,1-1 1,0 1-1,-1 0 1,1 0-1,0-1 0,-1 1 1,1 0-1,0 0 1,0-1-1,-1 1 0,1 0 1,0-1-1,0 1 0,0 0 1,-1-1-1,1 0 1,-1-14 12353,1 42-10720,0-23-1738,0 1 1,-1-1-1,0 0 1,0 0-1,0 0 0,-3 7 1,2-7-10,0-1 1,1 1 0,0 0 0,0 0-1,0 0 1,0 8 0,1-8-111,-1 0 0,0 0-1,0 1 1,0-1 0,0 0 0,-4 8 0,-4 10-597,-2 3-1175,-1 3-1744,12-27 3377,-1 0 0,1 1 0,0-1 0,0 0 0,0 1 0,0-1 1,0 0-1,1 1 0,-1-1 0,0 0 0,1 0 0,-1 1 0,1-1 1,-1 0-1,1 0 0,-1 0 0,1 0 0,0 1 0,0-1 0,0 0 1,1 1-1,14 22-7330,-8-10 3059,1-2-270</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6.768"/>
    </inkml:context>
    <inkml:brush xml:id="br0">
      <inkml:brushProperty name="width" value="0.035" units="cm"/>
      <inkml:brushProperty name="height" value="0.035" units="cm"/>
      <inkml:brushProperty name="color" value="#0066FF"/>
    </inkml:brush>
  </inkml:definitions>
  <inkml:trace contextRef="#ctx0" brushRef="#br0">269 28 2016,'-5'0'4558,"-19"1"-186,-2 2-2363,21-2-1623,0-1-1,1 0 1,-1 1 0,0 0-1,1 0 1,-1 0 0,1 1-1,-8 3 1,-31 11 3603,17-5-678,23-10-2930,-1 0 1,1 0-1,-1 0 0,1 1 1,0-1-1,-1 1 0,1 0 1,-5 4-1,-13 10 1127,18-15-1379,0 0 0,1 1 0,0 0 0,-1-1 0,1 1 0,0 0 0,0 0 0,0 0 0,0 0 0,0 1 0,0-1 0,1 0 0,-1 1 0,-1 2 0,2-1-60,0 0 0,0-1 0,0 1 0,0 0 0,0 0 0,1 0 0,-1 0 0,1 0 0,0 0 0,0 0 0,2 5 0,-2-6-60,1-1-1,0 0 1,-1 0-1,1 1 1,0-1 0,1 0-1,-1 0 1,0 0-1,1 0 1,-1 0-1,1 0 1,-1-1-1,1 1 1,0 0 0,0-1-1,0 1 1,0-1-1,0 0 1,0 0-1,0 1 1,2-1-1,5 3-2,-2-1-2,-1 0-1,1 0 0,0-1 1,0 0-1,1 0 1,-1-1-1,12 1 1,-8-2-5,-1 0 0,0-1 1,1 0-1,-1-1 1,0 0-1,0-1 0,0 0 1,0 0-1,0-1 0,-1-1 1,0 1-1,0-2 1,0 1-1,0-1 0,-1 0 1,0-1-1,0 0 0,12-15 1,-18 21-2,-1-1 0,0 1 0,1-1 0,-1 1 0,0-1 1,0 0-1,0 0 0,0 0 0,0 1 0,-1-1 0,1 0 0,-1 0 1,1 0-1,0-3 0,-2 2-1,0 0 0,0 0 0,0 0 0,0 0 0,0 0 0,-1 0 0,1 0 0,-1 1 0,-2-3 0,1 0-5,-1-3-50,-1 1 0,0 0 0,0 0 0,-1 0 0,1 1 1,-1-1-1,-1 1 0,-6-5 0,7 7-239,0 1 1,1-1-1,-2 1 0,1 0 1,0 1-1,0-1 0,-1 1 1,-6-1-1,-46-1-4167,18 3-3500,19 2-847,13-1 4693</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47.774"/>
    </inkml:context>
    <inkml:brush xml:id="br0">
      <inkml:brushProperty name="width" value="0.035" units="cm"/>
      <inkml:brushProperty name="height" value="0.035" units="cm"/>
      <inkml:brushProperty name="color" value="#0066FF"/>
    </inkml:brush>
  </inkml:definitions>
  <inkml:trace contextRef="#ctx0" brushRef="#br0">229 39 1568,'1'0'3875,"5"0"1899,-15 1-4586,0 1-1,0 0 1,0 1-1,0 0 0,0 0 1,1 1-1,-12 7 1,-1-1 269,0 1 909,-29 21-1,17-11-483,9 5-595,23-26-1272,1 0-1,0 0 0,0 1 1,-1-1-1,1 0 0,0 0 0,0 0 1,0 0-1,-1 0 0,1 1 1,0-1-1,0 0 0,0 0 1,0 0-1,-1 1 0,1-1 0,0 0 1,0 0-1,0 0 0,0 1 1,0-1-1,0 0 0,0 0 0,0 1 1,0-1-1,0 0 0,0 0 1,0 1-1,0-1 0,0 0 1,0 0-1,0 0 0,0 1 0,0-1 1,0 1-1,8 5 244,12 2-47,-20-8-186,4 0 2,0 1 0,1-1 0,-1-1 1,0 1-1,0 0 0,0-1 0,0 0 1,7-2-1,6-1 40,4 0-47,-1-1 1,1 0 0,-1-2-1,-1 0 1,29-15 0,-30 13-13,0-2 0,30-23 0,-47 32-19,1 0 1,-1 0 0,0 0-1,0 0 1,0-1-1,0 1 1,0 0 0,0 0-1,-1-1 1,1 1-1,-1-1 1,1 1 0,-1 0-1,0-1 1,0 1-1,0-1 1,0 1 0,-2-4-1,2-6-39,0 11 26,0 0 0,-1 0-1,1 1 1,0-1 0,-1 0 0,1 0 0,-1 0 0,1 0 0,-1 1 0,1-1 0,-1 0 0,1 0 0,-1 1 0,0-1 0,1 0 0,-1 1 0,0-1 0,0 1 0,1-1-1,-1 1 1,0-1 0,0 1 0,0 0 0,0-1 0,0 1 0,1 0 0,-1 0 0,0 0 0,0 0 0,0-1 0,0 1 0,0 0 0,0 1 0,0-1 0,0 0-1,-1 0 1,-30 5-1190,13 4-1847,-23 16 0,39-24 2289,1 1 1,-1 0-1,1-1 1,-1 1-1,1 0 1,0 1 0,0-1-1,0 0 1,0 0-1,-3 5 1,5-6 494,0 0 0,0-1 1,-1 1-1,1 0 1,0 0-1,-1-1 0,1 1 1,-1 0-1,1-1 0,-1 1 1,1 0-1,-1-1 0,1 1 1,-1-1-1,1 1 0,-1-1 1,0 1-1,1-1 1,-1 0-1,0 1 0,0-1 1,0 1-1,-4 1-1502,-4 4-1740</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57.466"/>
    </inkml:context>
    <inkml:brush xml:id="br0">
      <inkml:brushProperty name="width" value="0.035" units="cm"/>
      <inkml:brushProperty name="height" value="0.035" units="cm"/>
      <inkml:brushProperty name="color" value="#0066FF"/>
    </inkml:brush>
  </inkml:definitions>
  <inkml:trace contextRef="#ctx0" brushRef="#br0">0 0 624,'22'0'7184,"0"0"4107,-14 17-8612,-7-13-2486,-1 1 1,1 0-1,0 0 0,0-1 0,4 10 1,-3-10-175,-1 1 1,1 0 0,-1 0 0,0 0-1,0 0 1,0 6 0,-1 89 73,0-40-1873,0 0-5099,0-60 6744,0 0 1,0 0 0,0-1-1,1 1 1,-1 0-1,0 0 1,0 0 0,0 0-1,1-1 1,-1 1-1,0 0 1,0 0 0,0 0-1,1 0 1,-1 0-1,0 0 1,0 0-1,1 0 1,-1 0 0,0 0-1,1 0 1,-1 0-1,0 0 1,0 0 0,1 0-1,-1 0 1,0 0-1,0 0 1,1 0 0,-1 0-1,0 0 1,0 0-1,1 0 1,-1 0 0,0 1-1,0-1 1,0 0-1,1 0 1,-1 0 0,0 0-1,0 1 1,0-1-1,0 0 1,1 0 0,-1 0-1,0 1 1,0-1-1,0 0 1,0 0 0,0 1-1,0-1 1,0 0-1,0 0 1,1 1-1,-1-1 1,0 0 0,0 0-1,0 1 1,0-1-1,0 0 1,0 0 0,-1 1-1,1-1 1,0 0-1,0 0 1,0 1 0,0-1-1,0 1 1,7-7-3182</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2.804"/>
    </inkml:context>
    <inkml:brush xml:id="br0">
      <inkml:brushProperty name="width" value="0.035" units="cm"/>
      <inkml:brushProperty name="height" value="0.035" units="cm"/>
      <inkml:brushProperty name="color" value="#0066FF"/>
    </inkml:brush>
  </inkml:definitions>
  <inkml:trace contextRef="#ctx0" brushRef="#br0">44 12 1680,'0'0'4308,"-17"-11"9451,34 12-8859,-17 41 258,0 23-4827,0-59-442,-1 0 1,0-1-1,-1 1 1,1 0-1,-5 8 0,-2 8-1140,-3 2-1020,9-22 1707,1 1 0,-1-1-1,1 0 1,0 1 0,0 0 0,0-1 0,0 1 0,0-1 0,0 1-1,1 0 1,-1 0 0,1 3 0,1 7-3135,-1-13 3453,0 0 0,0 1 0,0-1 0,0 0 0,0 0 0,0 1 0,0-1 0,0 0 0,0 1 0,0-1 0,0 0-1,0 1 1,1-1 0,-1 0 0,0 1 0,0-1 0,0 0 0,0 0 0,0 1 0,1-1 0,-1 0 0,0 0 0,0 1 0,1-1 0,-1 0 0,0 0 0,0 1 0,1-1 0,-1 0 0,0 0 0,0 0 0,1 0 0,-1 0 0,0 1 0,1-1 0,-8 4-3710</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54.795"/>
    </inkml:context>
    <inkml:brush xml:id="br0">
      <inkml:brushProperty name="width" value="0.035" units="cm"/>
      <inkml:brushProperty name="height" value="0.035" units="cm"/>
      <inkml:brushProperty name="color" value="#0066FF"/>
    </inkml:brush>
  </inkml:definitions>
  <inkml:trace contextRef="#ctx0" brushRef="#br0">122 87 272,'0'-1'148,"0"1"1,1 0-1,-1-1 0,0 1 1,0 0-1,0-1 0,0 1 0,0 0 1,0 0-1,1-1 0,-1 1 1,0 0-1,0 0 0,0-1 0,1 1 1,-1 0-1,0 0 0,0-1 1,1 1-1,-1 0 0,0 0 0,1 0 1,-1 0-1,0 0 0,1-1 1,-1 1-1,0 0 0,1 0 0,-1 0 1,0 0-1,1 0 0,-1 0-62,1 0 1,-1 0-1,1 0 0,-1 0 0,1 0 0,-1 0 0,0-1 0,1 1 1,-1 0-1,1 0 0,-1 0 0,0-1 0,1 1 0,-1 0 0,0 0 0,1-1 1,-1 1-1,0 0 0,0-1 0,1 1 0,-1 0 0,0-1 0,0 1 0,1 0 1,-1-1-1,0 1 0,0-1 0,0 1 0,0 0 0,0-1 0,1 1 0,-1-1 1,0 0-1,4-8 2074,0-3 1077,0-3 633,1-4 5601,-5 19-9217,1-1 0,-1 0 0,1 1-1,-1-1 1,1 1 0,-1-1-1,1 1 1,-1-1 0,1 1 0,0-1-1,-1 1 1,1-1 0,-1 1 0,1 0-1,0-1 1,0 1 0,0 0 0,4-3 726,-5 0-517,-7 3-391,-2 3-72,0-1 0,7-1 0,0-1 0,-1 1 0,1 0 0,0 0 0,0 0 0,-1 0 0,1 1 0,0-1 0,0 0 0,-3 4 0,-4 2 0,-2 0 0,1 0 0,0 1 0,0 0 0,1 1 0,-16 19 0,20-23 0,1 1 0,1-1 0,-1 1 0,1 0 0,0 0 0,0 1 0,1-1 0,0 1 0,0-1 0,0 1 0,1-1 0,0 1 0,0 8 0,1-10 0,1 0 0,-1 1 0,1-1 0,0 0 0,1 0 0,-1 0 0,1 0 0,0 0 0,0 0 0,1-1 0,0 1 0,-1-1 0,1 1 0,1-1 0,-1 0 0,1 0 0,-1-1 0,1 1 0,6 4 0,0-2 0,-1 0 0,1 0 0,0-1 0,0 0 0,0 0 0,1-1 0,-1-1 0,14 3 0,-19-5 0,-1-1 0,1 0 0,0 1 0,0-2 0,0 1 0,0 0 0,0-1 0,0 0 0,0 0 0,0-1 0,0 1 0,-1-1 0,1 0 0,-1 0 0,1-1 0,-1 1 0,0-1 0,0 0 0,0 0 0,0-1 0,-1 1 0,1-1 0,3-4 0,-3 3 0,0 1 0,-1-1 0,0 0 0,0 0 0,-1 0 0,1-1 0,-1 1 0,0 0 0,0-1 0,-1 0 0,1 1 0,-1-1 0,-1 0 0,1 1 0,-1-1 0,0 0 0,0 0 0,-1 0 0,-1-5 0,2 9 0,-18-50 19,17 49-25,0 1 1,0-1-1,0 1 1,-1-1-1,0 1 1,1-1-1,-1 1 1,0 0-1,0 0 1,0 0-1,0 0 1,0 0-1,-1 1 1,1-1-1,-1 1 1,-3-3-1,2 3-655,-1 1 0,1-1 0,0 1 0,0 0 0,-1 0 0,1 0 0,0 1 0,0-1 0,-1 1 0,1 0 0,0 1-1,0-1 1,0 0 0,0 1 0,0 0 0,-4 3 0,-21 7-5867,-5 4-2289,24-10 4188</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56.099"/>
    </inkml:context>
    <inkml:brush xml:id="br0">
      <inkml:brushProperty name="width" value="0.035" units="cm"/>
      <inkml:brushProperty name="height" value="0.035" units="cm"/>
      <inkml:brushProperty name="color" value="#0066FF"/>
    </inkml:brush>
  </inkml:definitions>
  <inkml:trace contextRef="#ctx0" brushRef="#br0">147 33 2737,'0'0'241,"0"-1"1,0 1 0,0-1 0,0 0-1,0 1 1,1-1 0,-1 1-1,0-1 1,0 1 0,1-1 0,-1 1-1,0-1 1,1 1 0,-1-1 0,0 1-1,1-1 1,-1 1 0,1 0 0,-1-1-1,0 1 1,1-1 0,-1 1 0,2-1-1,-2 1-127,1 0-1,0-1 0,-1 1 0,1-1 1,-1 1-1,1-1 0,0 1 1,-1-1-1,1 1 0,-1-1 0,0 0 1,1 1-1,-1-1 0,1 0 1,-1 1-1,0-1 0,0 0 0,1 1 1,-1-1-1,0 0 0,0 0 1,0 1-1,0-1 0,0-1 0,0 2-73,0 0 0,0 0 0,0-1 0,0 1 0,0 0 0,0 0 0,1 0-1,-1-1 1,0 1 0,0 0 0,0 0 0,0 0 0,0-1 0,0 1-1,0 0 1,1 0 0,-1 0 0,0 0 0,0-1 0,0 1 0,0 0 0,1 0-1,-1 0 1,0 0 0,0 0 0,0 0 0,1 0 0,-1-1 0,0 1 0,0 0-1,0 0 1,1 0 0,-1 0 0,-3 1 1465,1-1-1186,-17 6 1170,1 6-353,-24 19 0,-25 35-210,65-64-921,0 0 0,1 0-1,-1 1 1,1-1 0,-1 1-1,1-1 1,0 1-1,0 0 1,0-1 0,0 1-1,0 0 1,1 0 0,-1 0-1,1-1 1,0 1 0,-1 0-1,1 0 1,1 0-1,-1 0 1,0 0 0,1 0-1,0-1 1,-1 1 0,1 0-1,0 0 1,0-1-1,1 1 1,-1-1 0,1 1-1,-1-1 1,1 1 0,0-1-1,-1 0 1,1 0 0,4 3-1,0-2 4,0 0-1,-1 0 1,1-1-1,0 0 1,1 0 0,-1-1-1,0 0 1,0 0-1,1 0 1,-1-1-1,0 0 1,1 0 0,-1 0-1,8-3 1,-2 1-2,0-1 1,-1 0 0,0 0-1,0-2 1,0 1 0,0-1-1,10-7 1,-14 8-18,0-1-1,-1 0 1,1 0 0,-1 0 0,0-1-1,7-8 1,-6 6 10,-6 8 1,-1 0 0,1 0 0,-1-1 0,1 1-1,-1-1 1,1 1 0,-1 0 0,1-1 0,-1 1 0,1-1 0,-1 1-1,0-1 1,1 1 0,-1-1 0,0 1 0,1-1 0,-1 0 0,0 1-1,0-1 1,0 1 0,1-1 0,-1 0 0,0 1 0,0-1-1,0 0 1,0 1 0,0-1 0,0 1 0,0-1 0,-1 0 0,1 1-1,0-1 1,0 0 0,0 1 0,0-1 0,-1 1 0,1-1 0,0 1-1,-1-1 1,1 1 0,0-1 0,-1 1 0,1-1 0,-1 1 0,1-1-1,-1 1 1,0-1 0,-9-12 19,10 12-16,-1 0 0,0 0-1,1 0 1,-1 0 0,0 0 0,0 0-1,0 1 1,0-1 0,1 0 0,-1 0-1,0 0 1,-1 1 0,1-1-1,-2 0 1,-10-10 2,12 10-6,0 0 0,0 0 1,1 1-1,-1-1 0,0 0 1,0 0-1,0 1 0,0-1 1,0 1-1,0-1 0,0 0 1,0 1-1,0 0 1,-2-1-1,-15-4-31,15 3 18,0 1 0,-1 0 0,1 0 0,-1 0 0,1 0 0,-1 1 0,1-1 0,-1 1 0,0 0 0,1 0 0,-1 0 0,1 1 0,-1-1 0,1 1 0,-1 0 0,1 0 0,-5 1 0,-26 14-728,30-14 226,-1 0 0,0 0 1,0 0-1,1 1 0,0-1 0,-1 1 0,1 0 0,0 0 0,0 1 1,-3 3-1,3-3-1299,3-3 1482,1-1-1,-1 1 1,1 0-1,-1-1 1,1 1-1,-1-1 1,1 1 0,-1 0-1,1 0 1,0-1-1,-1 1 1,1 0-1,0 0 1,0 0 0,-1 1-1,1 3-3091</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2:56.953"/>
    </inkml:context>
    <inkml:brush xml:id="br0">
      <inkml:brushProperty name="width" value="0.035" units="cm"/>
      <inkml:brushProperty name="height" value="0.035" units="cm"/>
      <inkml:brushProperty name="color" value="#0066FF"/>
    </inkml:brush>
  </inkml:definitions>
  <inkml:trace contextRef="#ctx0" brushRef="#br0">220 6 1128,'0'0'4301,"-10"-6"1707,-65 12 1010,70-6-6657,0 1 1,1 0 0,-1 0 0,0 0-1,1 0 1,-1 1 0,1 0 0,-7 3-1,-5 2 545,12-4-805,-1-1 0,1 1 1,0 0-1,0 0 1,0 0-1,0 1 1,0 0-1,1-1 1,-1 1-1,1 0 1,0 1-1,0-1 1,1 0-1,-1 1 1,-2 8-1,-2 1 5,6-13-99,0 1 0,1-1 0,-1 1 0,1-1 0,0 1 0,-1 0 1,1-1-1,0 1 0,0-1 0,0 1 0,0 0 0,0-1 0,0 1 0,0-1 0,1 1 0,-1-1 0,1 1 0,-1-1 0,1 1 0,-1-1 0,1 1 0,0-1 0,0 1 0,0-1 0,0 0 0,2 3 0,1 0 3,0 1-1,1-1 0,0 0 0,0 0 0,7 3 1,-9-5-10,0-1 1,0 0-1,1 0 1,-1 0-1,0 0 1,1-1-1,-1 1 1,1-1-1,-1 0 1,1 0-1,-1 0 1,1 0-1,4-2 1,1 0 0,0 0 0,-1 0 0,1-1 0,8-4 0,-12 5-1,47-26-6,-49 26 5,1 0 0,-1-1-1,0 1 1,0-1 0,0 0 0,0 0 0,0 0-1,-1-1 1,1 1 0,-1-1 0,3-5 0,-4 7-24,0 0 0,-1 0 0,1 0 0,0 0 0,-1 0 0,1 0 0,-1 0 0,0 0 0,0 0 0,0 0 0,0 0 0,0 0 0,0 0-1,0 0 1,-1 0 0,1 0 0,-1 0 0,1 0 0,-1 0 0,0 0 0,0 0 0,0 0 0,0 1 0,0-1 0,0 0 0,0 1 0,-1-1 0,1 1 0,-1-1 0,1 1 0,-1 0 0,1-1 0,-1 1 0,-4-2 0,2 1-171,-1 0-1,0 0 0,0 0 0,0 1 1,0 0-1,-1 0 0,1 0 1,0 0-1,-1 1 0,1 0 0,0 0 1,-6 1-1,4 0-432,0-1-1,1 2 1,-1-1 0,0 1 0,1 0-1,0 0 1,-1 0 0,1 1 0,0 0-1,0 1 1,-10 7 0,4-3-1502,11-7 1750,-1 0 0,0 0 0,1 0 0,-1 0 0,1 0 0,0 0 0,-1 0 0,1 1 0,0-1 0,0 0 0,-1 1 0,1-1 0,0 1 0,0 0 0,1-1 0,-1 1 0,-1 2 0,2 6-2533</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0.366"/>
    </inkml:context>
    <inkml:brush xml:id="br0">
      <inkml:brushProperty name="width" value="0.035" units="cm"/>
      <inkml:brushProperty name="height" value="0.035" units="cm"/>
      <inkml:brushProperty name="color" value="#0066FF"/>
    </inkml:brush>
  </inkml:definitions>
  <inkml:trace contextRef="#ctx0" brushRef="#br0">0 27 864,'1'0'174,"-1"1"0,0-1 0,0 1 0,1-1 0,-1 1 0,0 0 0,1-1 0,-1 0 0,1 1 0,-1-1 0,0 1 0,1-1 0,-1 1 0,1-1 0,0 0 0,-1 1 0,1-1 0,-1 0 0,1 0 0,-1 1 0,1-1 0,0 0 0,-1 0 0,1 0 0,-1 0 0,1 0 0,0 0 0,0 0 0,25 2 2769,-25-2-2753,1 0 668,14-1 3368,-16 0-4024,1 1-1,-1 0 1,1 0-1,-1 0 1,0 0-1,1-1 1,-1 1 0,1 0-1,-1 0 1,1-1-1,-1 1 1,0 0-1,1-1 1,-1 1 0,0 0-1,1-1 1,-1 1-1,0-1 1,1 1-1,-1 0 1,0-1-1,0 1 1,0-1 0,1 1-1,-1-1 1,0 1-1,0-1 1,0 1-1,0-1 1,0 1 0,0-1-1,0 1 1,0-1-1,0 1 1,0-1-1,0 1 1,0-1 0,0 1-1,-1-1 1,1 1-1,0-1 1,0 1-1,0 0 1,-1-1 0,1 1-1,0-1 1,-1 1-1,1 0 1,0-1-1,-1 1 1,1-1-1,0 1 1,-1 0 0,1 0-1,-1-1 1,0 1-93,1 0 0,0 0 0,0-1 0,0 1 0,0 0 1,-1 0-1,1 0 0,0 0 0,0 0 0,0-1 0,0 1 0,0 0 0,0 0 1,-1 0-1,1-1 0,0 1 0,0 0 0,0 0 0,0 0 0,0-1 1,0 1-1,0 0 0,0 0 0,0 0 0,0-1 0,0 1 0,0 0 0,0 0 1,0 0-1,0-1 0,0 1 0,0 0 0,0 0 0,1 0 0,-1 0 0,0-1 1,0 1-1,0 0 0,0 0 0,0 0 0,0 0 0,1-1 0,-1 1 1,0 0-1,0 0 0,0 0 0,1 0 0,7-6 1662,-8 5-1607,6 1 6,-5 5-161,-1-3-9,0 0 0,1 0 0,-1 0 0,0 0 0,1 0 0,-1 0 0,1 0 0,-1 0 0,1 0 0,0 0 0,0 0 0,0 0 0,2 2 0,-2-2 0,0-1 0,0 0 0,-1 1 0,1-1 0,0 1 0,-1-1 0,1 0 0,-1 1 0,1 0 0,-1-1 0,0 1 0,1-1 0,-1 3 0,0 137 0,8-85-3163,-7-52 2399,-1-1 1,1 0-1,-1 1 1,1-1-1,0 0 1,0 0-1,0 0 1,1 0-1,-1 0 1,1 0-1,3 5 1,0-1-2930,-2-4 367,10-2 707,29-8-4899,-25 3 4376</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1.165"/>
    </inkml:context>
    <inkml:brush xml:id="br0">
      <inkml:brushProperty name="width" value="0.035" units="cm"/>
      <inkml:brushProperty name="height" value="0.035" units="cm"/>
      <inkml:brushProperty name="color" value="#0066FF"/>
    </inkml:brush>
  </inkml:definitions>
  <inkml:trace contextRef="#ctx0" brushRef="#br0">27 28 720,'0'-1'517,"1"0"0,-1 0 0,1 0 0,-1 0 0,1 0 0,0 1 0,-1-1 0,1 0 0,0 0 0,0 1 0,-1-1 0,1 1 0,0-1-1,0 1 1,0-1 0,0 1 0,1-1 0,8-3 2347,-9 4-2462,-1 0-1,0-1 1,0 1-1,0-1 1,1 1-1,-1 0 0,0-1 1,0 1-1,0-1 1,0 1-1,0 0 0,0-1 1,0 1-1,0-1 1,0 1-1,0 0 1,0-1-1,0 1 0,0-1 1,0 1-1,0 0 1,-1-1-1,1 1 0,0-1 1,-1 0-1,-1 2-178,0-1-1,-1 1 1,1 0-1,0 0 1,0 0-1,-1 0 1,1 0-1,0 0 1,0 0-1,0 1 1,0-1-1,0 1 1,1-1-1,-1 1 1,0 0-1,1 0 1,-1 0-1,1 0 1,0 0-1,-1 0 1,1 0-1,-1 4 1,0-3-35,1-1 0,0 0 0,0 1 0,1-1 0,-1 1 0,0-1 0,1 1-1,0 0 1,-1-1 0,1 1 0,0-1 0,0 1 0,1 0 0,-1-1 0,0 1 0,1-1 0,0 1 0,-1-1 0,1 1 0,0-1 0,0 1 0,2 2 0,11 12-188,23 23 0,-32-36 0,0 1 0,1-1 0,0 0 0,0 0 0,0-1 0,1 1 0,-1-1 0,9 2 0,-7-3 0,-1 0 0,1 0 0,-1-1 0,1 0 0,-1-1 0,1 1 0,0-1 0,-1-1 0,12-1 0,-12 1 0,1-1 0,-1 1 0,0-1 0,0 0 0,0-1 0,0 1 0,-1-1 0,1-1 0,8-5 0,-13 7-15,-1 1-1,1-1 1,-1 1-1,1-1 1,-1 1-1,0-1 1,0 0 0,0 0-1,0 0 1,0 0-1,0 1 1,0-1-1,-1 0 1,1 0 0,-1-1-1,1 1 1,-1 0-1,0 0 1,0 0-1,0 0 1,0 0 0,0-3-1,-2 1-46,1 1-1,0-1 1,0 1-1,-1 0 1,0-1-1,0 1 1,0 0-1,0 0 1,0 0-1,-1 1 1,1-1-1,-4-3 1,0 1-44,0 0 0,0 1-1,-1 0 1,1 0 0,-1 0 0,0 1 0,0 0 0,0 0 0,0 0 0,-1 1 0,1 0 0,-1 1 0,-7-1-1,7 3-547,0 0 0,-1 0-1,1 1 1,0 0-1,1 0 1,-11 5-1,-10 3-3776,16-5-4663,33-10 215,-13 1 5878</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1.686"/>
    </inkml:context>
    <inkml:brush xml:id="br0">
      <inkml:brushProperty name="width" value="0.035" units="cm"/>
      <inkml:brushProperty name="height" value="0.035" units="cm"/>
      <inkml:brushProperty name="color" value="#0066FF"/>
    </inkml:brush>
  </inkml:definitions>
  <inkml:trace contextRef="#ctx0" brushRef="#br0">79 38 2577,'-5'0'813,"1"-1"1,0 1-1,-1-1 1,1 1-1,0-1 1,0-1-1,0 1 1,0-1-1,0 1 1,-8-6-1,-12-14 17212,24 24-17086,3 2-849,-2-5-88,-1 0-1,0 1 1,1-1 0,-1 0 0,0 0 0,0 0 0,1 1 0,-1-1 0,0 0 0,0 0 0,1 1 0,-1-1 0,0 0 0,0 1 0,0-1 0,1 0 0,-1 1 0,0-1 0,0 0 0,0 1-1,0-1 1,0 0 0,0 1 0,0-1 0,0 1 0,9 25 96,0 19-32,-10-14-204,2 45-3091,0-68 1948,0 0 1,0 0 0,1 0 0,0-1-1,0 1 1,1 0 0,4 7 0,-5-13 411,1 0 0,-1 1-1,1-1 1,0-1 0,0 1 0,0 0 0,0-1 0,0 1 0,0-1 0,1 0 0,4 1 0,-6-1 49,6-1-2827</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2.364"/>
    </inkml:context>
    <inkml:brush xml:id="br0">
      <inkml:brushProperty name="width" value="0.035" units="cm"/>
      <inkml:brushProperty name="height" value="0.035" units="cm"/>
      <inkml:brushProperty name="color" value="#0066FF"/>
    </inkml:brush>
  </inkml:definitions>
  <inkml:trace contextRef="#ctx0" brushRef="#br0">49 17 312,'-19'-6'14889,"15"5"-14259,1-9 8424,11 17-2098,-7 8-6822,-2-1-1,0 1 1,-1-1-1,0 1 0,-9 26 1,3 2-1903,6-39 1149,1 1 0,0-1 0,0 1-1,0-1 1,1 1 0,0-1 0,0 1-1,0-1 1,0 1 0,1 5 0,0-8-36,0 0 0,-1 0 0,1 0 1,0 0-1,0-1 0,0 1 0,0 0 0,0 0 1,0-1-1,0 1 0,1-1 0,-1 1 0,1-1 1,-1 0-1,1 1 0,0-1 0,-1 0 0,1 0 1,0 0-1,0 0 0,-1 0 0,1-1 1,0 1-1,0 0 0,3 0 0,11-1-3447</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4.158"/>
    </inkml:context>
    <inkml:brush xml:id="br0">
      <inkml:brushProperty name="width" value="0.035" units="cm"/>
      <inkml:brushProperty name="height" value="0.035" units="cm"/>
      <inkml:brushProperty name="color" value="#0066FF"/>
    </inkml:brush>
  </inkml:definitions>
  <inkml:trace contextRef="#ctx0" brushRef="#br0">0 92 1192,'18'-9'4071,"6"1"-2204,-18 7-1308,0-1 0,-1 0 1,0-1-1,1 1 0,9-7 1,-11 6-58,0 0 0,1 1 0,-1 0 1,1 0-1,9-3 0,38-18 10195,-50 14-5968,-2 9-4653,0 0 1,0-1 0,0 1 0,0 0 0,0 0 0,0-1-1,0 1 1,0 0 0,-1-1 0,1 1 0,0 0 0,0 0 0,0-1-1,0 1 1,0 0 0,0 0 0,-1 0 0,1-1 0,0 1 0,0 0-1,0 0 1,-1 0 0,1-1 0,0 1 0,0 0 0,0 0-1,-1 0 1,1 0 0,0 0 0,0 0 0,-1-1 0,1 1 0,0 0-1,0 0 1,-1 0 0,1 0 0,0 0 0,0 0 0,-1 0-1,1 0 1,0 0 0,-1 0 0,1 0 0,0 0 0,0 0 0,-1 1-1,1-1 1,0 0 0,-1 0 0,1 0-77,-1 0 0,1 0 0,0 0 0,-1 0 0,1 0 0,-1 1 0,1-1 0,-1 0 0,1 0 0,0 0 0,-1 0 0,1 1 0,-1-1 0,1 0 0,0 0 0,-1 1 0,1-1 0,0 0 0,-1 1 0,1-1 0,0 0 0,0 1 0,-1-1 0,1 1 0,0-1 0,0 0 0,0 1 0,0-1 0,-1 1 0,1-1 0,0 0 0,0 1 0,0-1 0,0 1 0,0-1 0,0 1 0,0-1 0,0 1 0,0 0 0,0 1 0,-1 0 0,0 0 0,0 0 0,0 1 0,1-1 0,-1 0 0,0 0 0,1 0 0,-1 0 0,1 1 0,0-1 0,0 0 0,0 1 0,0-1 0,1 4 0,-1-1 0,0-1 0,1 0 0,-2 0 0,1 0 0,0 0 0,-2 6 0,-12 48 0,11-41 0,-1 0 0,-9 26 0,10-33 0,-1 0 0,1 0 0,1 1 0,0-1 0,0 1 0,1-1 0,1 22 0,-1-27-1026,1 0 0,-1 0 1,0 0-1,-1 0 0,-2 8 0,2-9 112,0 0-1,1-1 1,0 1-1,0 0 1,0 0-1,1 0 1,-1 0-1,1 0 1,0 0-1,0 0 1,1 6-1</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5.085"/>
    </inkml:context>
    <inkml:brush xml:id="br0">
      <inkml:brushProperty name="width" value="0.035" units="cm"/>
      <inkml:brushProperty name="height" value="0.035" units="cm"/>
      <inkml:brushProperty name="color" value="#0066FF"/>
    </inkml:brush>
  </inkml:definitions>
  <inkml:trace contextRef="#ctx0" brushRef="#br0">1 28 1680,'0'0'182,"1"-1"0,-1 1 0,0-1 0,0 1 0,1 0 0,-1-1-1,1 1 1,-1-1 0,0 1 0,1 0 0,-1-1 0,1 1 0,-1 0 0,1 0-1,-1-1 1,1 1 0,-1 0 0,1 0 0,-1 0 0,1 0 0,0-1 0,-1 1-1,1 0 1,0 0 0,0 0-89,-1 0-1,1 0 1,0 0 0,-1 0-1,1 0 1,-1 0 0,1 0-1,0 0 1,-1-1 0,1 1-1,-1 0 1,1 0 0,-1-1-1,1 1 1,-1 0-1,1-1 1,-1 1 0,1-1-1,-1 1 1,1 0 0,-1-1-1,0 1 1,1-1 0,-1 1-1,0-1 1,1 0 0,4 0 1279,-5 1-1220,1 0-1,-1 0 0,1 0 0,0 0 1,-1 0-1,1-1 0,-1 1 0,1 0 1,0 0-1,-1 0 0,1-1 0,-1 1 1,1 0-1,-1 0 0,1-1 0,-1 1 1,1 0-1,-1-1 0,1 1 0,-1-1 1,0 1-1,1-1 0,0 0 117,-1 1-1,0 0 1,0-1-1,1 1 1,-1-1-1,0 1 0,1 0 1,-1 0-1,0-1 1,1 1-1,-1 0 1,1 0-1,-1-1 1,1 1-1,-1 0 1,0 0-1,1 0 1,-1 0-1,1 0 0,-1-1 1,1 1-1,-1 0 1,1 0-1,-1 0 1,0 0-1,2 1 1,1-1 1176,-9 0-240,6 28-233,0 135-2798,1-157 1191,0 0 0,0 0-1,1-1 1,-1 1 0,1 0-1,1-1 1,-1 1 0,1-1-1,0 0 1,6 9 0,5 8-3529,-5-1-2125,-8-16 3358</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5.961"/>
    </inkml:context>
    <inkml:brush xml:id="br0">
      <inkml:brushProperty name="width" value="0.035" units="cm"/>
      <inkml:brushProperty name="height" value="0.035" units="cm"/>
      <inkml:brushProperty name="color" value="#0066FF"/>
    </inkml:brush>
  </inkml:definitions>
  <inkml:trace contextRef="#ctx0" brushRef="#br0">29 38 1816,'3'-10'4414,"10"0"-2772,-10 5-463,5 3-76,-1 0-55,-12-1 1056,5 3-1992,0 0 0,0 0-1,-1 0 1,1-1 0,0 1 0,-1 0 0,1 0 0,0 0 0,-1 0-1,1 0 1,0 0 0,-1 0 0,1 0 0,-1 0 0,1 0 0,0 0-1,-1 0 1,1 0 0,0 0 0,-1 0 0,1 0 0,0 0 0,-1 0-1,1 1 1,0-1 0,0 0 0,-1 0 0,1 0 0,0 1 0,-1-1-1,1 0 1,0 0 0,0 0 0,-1 1 0,1-1 0,0 0 0,0 1-1,0-1 1,-1 0 0,1 1 0,0-1 0,-16 18 3410,11-11-2389,1 1-1,0 0 1,-5 16-1,5-14-854,3-6-195,0 0 0,0 0 0,1 0 1,0 0-1,-1 0 0,1 0 1,1 0-1,0 5 0,0 6 13,-1-13-92,1 0-1,-1 0 1,1 0-1,0 0 1,0-1-1,0 1 1,0 0-1,0-1 1,0 1-1,1-1 1,-1 1 0,0-1-1,1 0 1,-1 1-1,1-1 1,0 0-1,-1 0 1,1 0-1,0 0 1,-1-1-1,5 2 1,3 2 6,0 0 0,1-1 1,10 2-1,-11-3 2,-1-1 1,1-1-1,0 1 1,-1-1 0,1-1-1,-1 0 1,1 0-1,-1-1 1,1 0-1,-1 0 1,0-1-1,0 0 1,0 0-1,13-8 1,-11 6-8,-8 3-3,1 1 0,0 0 0,-1-1 0,0 1 1,1-1-1,-1 0 0,0 0 0,2-3 0,-1 3 2,-1-1 0,0 0 0,0 0 0,0-1 0,0 1 0,-1 0 0,3-6 0,-4 7-1,1 1 0,-1-1 0,0 0 0,0 1 0,0-1 0,0 0 0,0 1 0,-1-1 0,1 0 0,0 1 0,-1-1 0,1 1 0,-1-1 0,1 1 0,-1-1 0,0 1 0,0-1 0,0 1 0,1-1 0,-3-1 0,-2-3-4,1 1 1,-1-1 0,-1 1 0,1 0-1,-1 0 1,0 1 0,0 0 0,0 0-1,-1 0 1,-6-3 0,6 4-124,0 0 1,0 0 0,0 0-1,-1 1 1,1 0-1,0 0 1,-1 1-1,-11-1 1,17 3-206,1-1-1,-1 0 1,0 1-1,1 0 1,-1-1-1,0 1 1,1 0-1,-1 0 1,1-1-1,-1 1 1,1 0-1,0 1 1,-1-1-1,1 0 1,-2 3-1,12 1-895,1-1 0,0 0-1,0-1 1,0 0 0,0 0 0,0-1-1,14 2 1,81 1-3576,-70-5 2745,0 0-384</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6.634"/>
    </inkml:context>
    <inkml:brush xml:id="br0">
      <inkml:brushProperty name="width" value="0.035" units="cm"/>
      <inkml:brushProperty name="height" value="0.035" units="cm"/>
      <inkml:brushProperty name="color" value="#0066FF"/>
    </inkml:brush>
  </inkml:definitions>
  <inkml:trace contextRef="#ctx0" brushRef="#br0">140 34 840,'-5'-4'4976,"-6"-3"-3120,9 7-1258,-5-5 1614,6 5-1397,-10 0 659,8 0-1100,0 0-1,0 1 1,0 0 0,0-1 0,0 1 0,0 0 0,0 1-1,0-1 1,0 0 0,0 1 0,0 0 0,-3 2 0,-2 2 126,4-3-249,-1 0 0,2 0 0,-1 1 1,0-1-1,1 1 0,-1 0 0,1 0 1,0 1-1,1-1 0,-1 1 1,-3 7-1,-2 31 237,8-39-475,0 1-1,0-1 1,0 0-1,1 0 1,0 0 0,0 0-1,0 0 1,0 0 0,4 6-1,-4-8-10,0 0 0,1 1-1,0-1 1,-1 0 0,1-1 0,0 1-1,0 0 1,0 0 0,0-1 0,0 1-1,0-1 1,1 0 0,-1 1 0,0-1-1,1 0 1,2 0 0,1 1 9,1-1 0,-1 0 1,1-1-1,-1 1 0,1-1 0,0-1 1,-1 1-1,1-1 0,-1 0 0,1 0 1,6-3-1,11-5 11,38-17 1,-58 24-21,-1-1 0,1 1 0,0-1 0,-1 0 0,1 0 0,3-5 0,-6 7 1,1-1 0,-1 1 0,0 0 0,0 0 1,0-1-1,0 1 0,-1-1 0,1 1 1,0-1-1,0 1 0,-1-1 0,1 1 1,-1-1-1,0 1 0,1-1 0,-1 0 0,0 1 1,0-1-1,0 0 0,0-2 0,-4-3 0,1 0 0,-1 1 0,0-1 0,-1 1 0,1 0 0,-1 1 0,-1-1 0,1 1 0,-1 0 0,-12-9 0,9 8-11,-1 0 0,1 1 0,-1 0 1,-1 1-1,1 0 0,-21-6 0,27 10-2,0-1 1,-1 1-1,1 0 1,0 0-1,0 0 1,-1 0-1,-4 2 1,8-2-35,0 0 0,0 0 0,0 0 0,0 1 0,0-1 1,0 0-1,0 1 0,0-1 0,0 1 0,0-1 0,0 1 1,0-1-1,0 1 0,1 0 0,-1-1 0,0 1 0,0 0 1,1-1-1,-1 1 0,0 0 0,1 0 0,-1 0 1,1 0-1,-1 0 0,1 0 0,-1 0 0,1 0 0,0 0 1,-1 1-1,2 0-153,0-1 0,0 0 1,0 0-1,0 0 0,0 0 0,0 1 1,0-1-1,0-1 0,0 1 0,1 0 1,-1 0-1,0 0 0,1-1 0,-1 1 1,0 0-1,3 0 0,26 9-2705,92 11-7736,-105-20 7861</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7.145"/>
    </inkml:context>
    <inkml:brush xml:id="br0">
      <inkml:brushProperty name="width" value="0.035" units="cm"/>
      <inkml:brushProperty name="height" value="0.035" units="cm"/>
      <inkml:brushProperty name="color" value="#0066FF"/>
    </inkml:brush>
  </inkml:definitions>
  <inkml:trace contextRef="#ctx0" brushRef="#br0">131 28 1128,'0'-1'293,"-1"0"0,1 0 1,0-1-1,-1 1 0,1 0 0,-1 0 0,1 0 0,-1 0 0,1-1 0,-1 1 1,0 0-1,1 0 0,-1 0 0,0 0 0,0 1 0,0-1 0,0 0 0,0 0 1,0 0-1,0 1 0,0-1 0,0 1 0,0-1 0,-1 1 0,1-1 0,0 1 1,0-1-1,0 1 0,-1 0 0,1 0 0,-3 0 0,-6-2 852,-1 1 0,-20 2 0,17-1 821,-11 0 1750,15 0 3270,11 1-6853,0-1 0,0 1 1,0-1-1,0 1 0,-1-1 0,1 1 1,0-1-1,-1 1 0,1 0 0,-1 0 1,1-1-1,0 1 0,-1 0 0,1 0 0,-1 0 1,0-1-1,1 1 0,-1 0 0,0 1 1,11 27 1460,-6-13-1063,-1-1-442,0 0 0,-1 0 0,0 1 0,-1-1-1,-1 1 1,-2 28 0,1-23-64,0-1-192,-1 28-568,1-45 270,-1 1 0,1-1 0,-1 1 0,0-1-1,0 0 1,0 1 0,-1-1 0,1 0 0,-1 0 0,-3 5 0,5-8 373,0 0 0,0 0 0,-1 0 0,1 0 0,0 1 0,0-1 0,0 0 0,0 0 0,0 0 0,0 1 0,0-1 0,0 0 0,0 0 0,0 0 0,0 1 0,0-1 0,0 0 0,0 0 0,0 0 0,0 0 0,0 1 0,0-1 0,0 0 0,0 0 0,0 0 0,0 1 0,0-1 0,0 0 0,0 0 0,0 0 0,1 0 0,-1 1 0,0-1 0,0 0 0,0 0 0,0 0 0,0 0 0,1 0 0,-1 1 0,0-1 0,0 0 0,12 4-4006,-11-4 3718,-1 0 0,1 0 0,0 1 0,0-1 0,-1 0 0,1 0 0,0 0 1,-1 0-1,1 0 0,0 0 0,-1 0 0,1 0 0,0-1 0,-1 1 0,1 0 0,0 0 0,-1 0 0,1-1 0,0 1 0,-1 0 0,1-1 0,-1 1 0,1-1 0,0 1 0,-1 0 0,1-1 0,-1 1 0,0-1 0,1 0 0,-1 1 0,1-2 0,-1-7-3737</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8.105"/>
    </inkml:context>
    <inkml:brush xml:id="br0">
      <inkml:brushProperty name="width" value="0.035" units="cm"/>
      <inkml:brushProperty name="height" value="0.035" units="cm"/>
      <inkml:brushProperty name="color" value="#0066FF"/>
    </inkml:brush>
  </inkml:definitions>
  <inkml:trace contextRef="#ctx0" brushRef="#br0">1 71 320,'9'-27'6828,"-9"27"-6731,0-1 0,0 1 0,0-1 0,0 0 0,0 1 0,1-1 0,-1 0-1,0 1 1,0-1 0,1 1 0,-1-1 0,0 1 0,1-1 0,-1 0 0,0 1 0,1-1 0,-1 1 0,1 0-1,-1-1 1,1 1 0,-1-1 0,2 0 0,-1 1 5,-1 0 0,1-1 1,0 1-1,-1-1 0,1 1 0,-1-1 0,1 1 0,-1-1 1,1 1-1,-1-1 0,0 1 0,1-1 0,-1 0 1,1 1-1,-1-1 0,0 0 0,0 1 0,1-1 0,-1 0 1,0 1-1,0-1 0,0 0 0,0-1 0,0 2 117,1-1-1,-1 0 1,0 0 0,1 0-1,-1 0 1,0 0-1,1 1 1,-1-1 0,1 0-1,-1 0 1,1 1-1,0-1 1,-1 0 0,1 1-1,0-1 1,-1 1 0,1-1-1,0 1 1,0-1-1,0 1 1,-1-1 0,1 1-1,3-1 4211,-4 3-4212,0-1 1,0 1-1,0 0 1,-1-1-1,1 1 1,-1-1-1,1 1 1,-1-1-1,0 1 1,0-1-1,0 0 1,-1 3-1,1-3-80,0 1 0,0-1 0,0 0-1,0 1 1,1-1 0,-1 1-1,0-1 1,1 1 0,-1-1 0,1 1-1,0-1 1,-1 4 0,1-5-83,0 1 0,0 0 0,0 0 0,0 0 1,-1 0-1,1 0 0,0 0 0,-1 0 0,1-1 0,0 1 0,-1 0 1,1 0-1,-1 0 0,1-1 0,-1 1 0,0 0 0,-1 0 0,-6 12 415,6-5-338,-1 0 1,2 0 0,-1 0-1,1 1 1,0-1 0,1 15-1,0-20-130,0 0 0,1 1 1,0-1-1,-1 1 0,1-1 0,0 0 0,0 0 0,1 0 1,-1 1-1,1-1 0,0-1 0,0 1 0,0 0 0,0 0 0,0-1 1,0 1-1,1-1 0,-1 1 0,1-1 0,3 2 0,5 2 16,0 0 1,0-2-1,0 1 0,0-1 0,1-1 0,0 0 0,0 0 0,0-1 0,0-1 0,0 0 0,0-1 0,0 0 0,0-1 1,0 0-1,13-3 0,-4-1 16,-10 3-18,0 0 0,-1-2 0,14-4 0,-24 8-15,6-3 6,0 1-1,-1-1 1,1-1-1,-1 1 1,9-8-1,-13 10-2,0 0-1,0 0 1,0-1-1,0 1 1,0-1 0,0 1-1,0-1 1,0 1-1,-1-1 1,1 1-1,0-1 1,-1 1 0,0-1-1,1 0 1,-1 1-1,0-1 1,0 0 0,0 0-1,0 1 1,0-1-1,0 0 1,0 1 0,-1-1-1,1 0 1,-1 1-1,1-1 1,-2-1-1,0-1-7,0 1 0,-1 0 0,1 0-1,-1 0 1,0 0 0,0 1-1,0-1 1,0 1 0,0 0 0,0 0-1,-1 0 1,1 0 0,-7-2-1,-11-7-138,17 9-208,0 0 0,-1 0 0,1 1 0,-1-1 1,1 1-1,-1 0 0,1 1 0,-1-1 0,0 1 1,1 0-1,-10 1 0,-1-1-2525,15 0 2777,0 0 0,1 0 1,-1 1-1,0-1 0,0 0 0,0 0 0,0 0 1,0 1-1,1-1 0,-1 0 0,0 0 1,0 0-1,0 1 0,0-1 0,0 0 0,0 0 1,0 1-1,0-1 0,0 0 0,0 0 1,0 0-1,0 1 0,0-1 0,0 0 0,0 0 1,0 1-1,0-1 0,0 0 0,0 0 1,-1 0-1,1 1 0,0-1 0,0 0 0,0 0 1,0 0-1,0 1 0,0-1 0,-1 0 1,1 0-1,0 0 0,0 0 0,0 1 0,-1-1 1,1 0-1,0 0 0,0 0 0,0 0 1,-1 0-1,1 0 0,0 0 0,0 0 0,0 0 1,-1 0-1,1 0 0,0 0 0,0 0 1,-1 0-1,24 12-3546,15-6 105,44 2-1,-53-6 2035,11-1-536</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8.767"/>
    </inkml:context>
    <inkml:brush xml:id="br0">
      <inkml:brushProperty name="width" value="0.035" units="cm"/>
      <inkml:brushProperty name="height" value="0.035" units="cm"/>
      <inkml:brushProperty name="color" value="#0066FF"/>
    </inkml:brush>
  </inkml:definitions>
  <inkml:trace contextRef="#ctx0" brushRef="#br0">105 55 1296,'4'-6'2039,"-4"6"-1957,0 0 1,1-1 0,-1 1-1,0 0 1,0 0 0,1 0-1,-1-1 1,0 1 0,1 0-1,-1-1 1,0 1 0,0 0-1,0-1 1,1 1 0,-1 0-1,0-1 1,0 1 0,0 0-1,0-1 1,0 1 0,1 0-1,-1-1 1,0 1 0,0 0-1,0-1 1,0 1 0,0-1-1,0 0 1,2 0 691,-2 1-696,0 0 0,1 0 0,-1 0 0,0 0 0,0 0 0,1 0 0,-1 0 0,0 0 0,0 0 0,1 0 0,-1 0 0,0 0 0,0 0 0,1 0 0,-1-1 0,0 1 0,0 0 0,0 0 0,1 0-1,-1 0 1,0-1 0,0 1 0,0 0 0,0 0 0,0 0 0,1-1 0,-1 1 0,0 0 0,0 0 0,0-1 0,0 1 0,0 0 0,0 0 0,0-1 0,0 1 0,0 0 0,0-1 0,0 1 77,0-1 1,0 1 0,-1-1-1,1 0 1,0 1-1,0-1 1,-1 1 0,1-1-1,0 1 1,-1-1 0,1 1-1,-1 0 1,1-1-1,0 1 1,-1-1 0,1 1-1,-1 0 1,1-1 0,-1 1-1,1 0 1,-1 0-1,0-1 1,1 1 0,-1 0-1,1 0 1,-1 0 0,1 0-1,-1 0 1,0 0-1,1 0 1,-1 0 0,1 0-1,-1 0 1,0 0 0,0 0 805,-15 1 2139,-6 10-657,16-8-2244,0 0 1,1 0-1,-1 1 1,1-1-1,-7 6 1,10-7-159,0-1 0,0 1 1,0-1-1,0 1 0,0 0 1,1 0-1,-1-1 0,1 1 0,-1 0 1,1 0-1,0 1 0,0-1 1,0 0-1,0 0 0,0 1 0,0-1 1,1 0-1,-1 1 0,1-1 1,0 1-1,-1-1 0,1 0 0,1 6 1,-2-6-33,1 0 0,0 0 0,0 0 1,0 0-1,0 1 0,1-1 0,-1 0 1,0 0-1,1 0 0,0 0 0,-1 0 1,1 0-1,0 0 0,0 0 0,0 0 1,0 0-1,1-1 0,-1 1 0,0 0 1,1-1-1,-1 1 0,1-1 0,0 1 1,-1-1-1,1 0 0,0 0 0,0 0 1,0 0-1,0 0 0,2 1 0,8 5 54,-9-6-40,0 0-1,0 0 1,0 0-1,0 0 1,0-1-1,0 1 1,1-1-1,-1 0 1,0 0-1,0 0 1,0-1-1,1 1 1,-1-1-1,0 1 1,0-1-1,6-3 1,34-12 166,-37 13-183,30-23 50,-34 24-51,-1 1 0,1-1 0,-1 0 0,1 1 0,-1-1 0,1 0 1,-1 0-1,0 0 0,0 0 0,0 0 0,0 0 0,-1 0 0,1 0 0,0 0 0,-1-1 0,1-3 0,-1 2 4,-1 0 0,0 1-1,0-1 1,0 0-1,0 1 1,-1-1 0,1 1-1,-1-1 1,0 1-1,0 0 1,0 0 0,0 0-1,-4-4 1,0 0-81,0 1-1,-1 0 1,1 0-1,-13-7 1,18 12-156,0 1 95,0 0 0,0 0 0,0 0 0,0 0 0,0 0 0,0 0 0,0 0 0,0 1 0,0-1 0,0 0 0,0 1 0,1-1 0,-1 0 0,0 1 0,0-1 0,0 1 0,1 0 0,-2 0 0,2 0-81,1 0 1,-1 0 0,1 0 0,-1 0-1,0-1 1,1 1 0,0 0 0,-1 0-1,1 0 1,-1-1 0,1 1 0,0 0-1,0 0 1,-1-1 0,1 1 0,0-1-1,0 1 1,0-1 0,0 1 0,0-1-1,1 1 1,28 10-2340,-15-6 1089,24 7-1547,-10-4 964,-25-6 1511,1-1 0,-1 0 0,1 0 1,-1 0-1,8 0 0,-1 0-430,15 3-1623</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9.155"/>
    </inkml:context>
    <inkml:brush xml:id="br0">
      <inkml:brushProperty name="width" value="0.035" units="cm"/>
      <inkml:brushProperty name="height" value="0.035" units="cm"/>
      <inkml:brushProperty name="color" value="#0066FF"/>
    </inkml:brush>
  </inkml:definitions>
  <inkml:trace contextRef="#ctx0" brushRef="#br0">115 61 1056,'0'-1'247,"0"1"1,0-1-1,0 0 0,-1 1 0,1-1 0,0 1 0,0-1 1,-1 1-1,1-1 0,0 1 0,-1-1 0,1 1 0,0 0 1,-1-1-1,1 1 0,-1-1 0,1 1 0,-2-1 0,2 1-80,-1-1 0,0 1 0,0-1 0,1 0 0,-1 1 0,0-1 0,1 0 0,-1 1 0,1-1 0,-1 0 0,1 0 0,-1 0 0,1 1-1,-1-1 1,1 0 0,0 0 0,-1 0 0,1 0 0,0 0 0,0-1 0,-1 1-48,1 0 0,0 0 0,-1 0 1,1 0-1,-1 0 0,1 1 0,-1-1 0,0 0 0,1 0 0,-1 1 1,0-1-1,1 0 0,-1 1 0,0-1 0,-1 0 0,-13-19 16808,-11 42-14559,22-19-2296,1 0 1,-1 1 0,1-1-1,0 1 1,0 0 0,1 0 0,-1 0-1,1 0 1,0 0 0,0 1-1,0-1 1,1 1 0,-1-1 0,0 8-1,-2 1-73,3-7 3,0 0-1,0 0 1,0 0-1,1 1 1,0-1-1,1 8 1,0 7-1,0-15-61,-1 1-1,1-1 1,1 0 0,3 12-1,-3-11-589,0 0-1,-1 0 1,1 0-1,0 14 1,-2-20 303,0 1 0,0 0 1,0-1-1,1 1 0,-1-1 0,1 1 0,-1-1 1,1 1-1,-1-1 0,1 1 0,0-1 0,0 1 0,0-1 1,0 0-1,0 0 0,0 1 0,0-1 0,0 0 1,0 0-1,0 0 0,1 0 0,-1 0 0,1 0 1,-1-1-1,0 1 0,1 0 0,-1-1 0,1 1 1,-1-1-1,1 1 0,0-1 0,-1 0 0,1 0 0,-1 0 1,1 0-1,2 0 0,3 0-1251,1 0-1,0 0 1,0-1-1,0 0 1,0-1-1,8-2 1,-7 3-1571</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09.660"/>
    </inkml:context>
    <inkml:brush xml:id="br0">
      <inkml:brushProperty name="width" value="0.035" units="cm"/>
      <inkml:brushProperty name="height" value="0.035" units="cm"/>
      <inkml:brushProperty name="color" value="#0066FF"/>
    </inkml:brush>
  </inkml:definitions>
  <inkml:trace contextRef="#ctx0" brushRef="#br0">287 28 808,'0'0'1435,"0"-17"6672,0 16-8008,0 1 1,0 0-1,0 0 0,0-1 1,0 1-1,0 0 0,0-1 0,0 1 1,0 0-1,0-1 0,0 1 1,0 0-1,0-1 0,0 1 0,0 0 1,0-1-1,0 1 0,-1 0 1,1 0-1,0-1 0,0 1 0,0 0 1,0 0-1,-1-1 0,1 1 0,0 0 1,0 0-1,0-1 0,-1 1 1,1 0-1,0 0 0,-1 0 0,1 0 1,0-1-1,0 1 0,-5 0 5448,-12 6 353,16-5-5745,1-1 0,0 1-1,0 0 1,0-1 0,-1 1 0,1 0 0,0-1 0,-1 1 0,1 0 0,0-1 0,-1 1-1,1-1 1,-1 1 0,1-1 0,-1 1 0,1-1 0,-1 0 0,0 1 0,0 0-84,0-1 0,1 1 0,-1-1 0,0 1 0,1-1 1,-1 1-1,1 0 0,-1-1 0,1 1 0,-1 0 0,1-1 1,-1 1-1,1 0 0,0-1 0,-1 1 0,1 0 1,0 0-1,0 0 0,-1 0 0,-7 27 745,8-17-902,0 0 0,-1 0 1,0 0-1,-1 0 0,0-1 0,-1 1 0,-7 18 0,6-21-662,0 0 0,-1 0 0,0-1 0,0 1 0,-1-1-1,-6 6 1,-34 35-7719,38-42 7206,0-1 1,-1 0-1,0 0 0,1-1 1,-2 0-1,1 0 0,0-1 1,-1 0-1,-13 1 0,-3 2-1718</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0.365"/>
    </inkml:context>
    <inkml:brush xml:id="br0">
      <inkml:brushProperty name="width" value="0.035" units="cm"/>
      <inkml:brushProperty name="height" value="0.035" units="cm"/>
      <inkml:brushProperty name="color" value="#0066FF"/>
    </inkml:brush>
  </inkml:definitions>
  <inkml:trace contextRef="#ctx0" brushRef="#br0">0 33 2537,'0'-1'133,"0"1"1,0-1 0,0 1 0,1 0 0,-1-1-1,0 1 1,0-1 0,0 1 0,0 0 0,0-1-1,1 1 1,-1 0 0,0-1 0,0 1 0,1-1-1,-1 1 1,0 0 0,1 0 0,-1-1 0,0 1 0,1 0-1,-1 0 1,0-1 0,1 1 0,-1 0 0,0 0-1,1 0 1,-1 0 0,1-1 0,-1 1 0,1 0-1,-1 0 1,1 0 0,-1 0-45,1 0 0,-1 0-1,0 0 1,1 0 0,-1 0 0,0 0 0,1 0-1,-1 0 1,0-1 0,0 1 0,1 0 0,-1 0-1,0 0 1,1 0 0,-1-1 0,0 1 0,0 0-1,1 0 1,-1 0 0,0-1 0,0 1 0,0 0-1,1-1 1,-1 1 0,0 0 0,0 0-1,0-1 1,0 1 0,0 0 0,0-1 0,1 0-1,-1 1 231,0-1 0,0 0 0,1 0 0,-1 0-1,1 0 1,-1 0 0,1 1 0,-1-1 0,1 0-1,-1 0 1,1 1 0,-1-1 0,1 0 0,0 1-1,0-1 1,-1 0 0,1 1 0,0-1-1,0 1 1,0 0 0,0-1 0,-1 1 0,4-1 3252,22 2-537,-23 0-2805,0 1 0,-1-1 0,1 0-1,0 1 1,-1 0 0,0 0 0,1 0 0,-1 0-1,0 0 1,0 0 0,0 0 0,0 1 0,0-1-1,-1 1 1,1 0 0,1 4 0,3 5-75,-2 0 1,6 22-1,-1 20-1002,-8-47 263,0 0 0,-1-1 0,1 1 0,-1 0 0,-1 0 0,1-1 0,-1 1 0,-2 7 0,-2 26-4439,4-34 3650,1 0 1,-1 1-1,-1-1 1,1 0-1,-1 0 1,0 0-1,-3 7 0,3-9-153,0 7-2366</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1.674"/>
    </inkml:context>
    <inkml:brush xml:id="br0">
      <inkml:brushProperty name="width" value="0.035" units="cm"/>
      <inkml:brushProperty name="height" value="0.035" units="cm"/>
      <inkml:brushProperty name="color" value="#0066FF"/>
    </inkml:brush>
  </inkml:definitions>
  <inkml:trace contextRef="#ctx0" brushRef="#br0">131 71 896,'2'-1'417,"0"1"0,0-1 0,0 1-1,0-1 1,0 0 0,0 0 0,-1 0 0,1 0-1,2-2 1,-2 2-173,1-1 0,-1 1 0,0-1 0,0 1 0,1 0 0,-1 0 0,1 0 0,-1 1 0,1-1 0,3 0 0,-6 1-134,1 0 0,0 0 0,-1 0 0,1 0 0,-1 0-1,1 0 1,0 0 0,-1-1 0,1 1 0,-1 0 0,1 0-1,0 0 1,-1-1 0,1 1 0,-1 0 0,1-1 0,-1 1 0,1 0-1,-1-1 1,1 1 0,-1-1 0,0 1 0,1-1 0,-1 0-46,0 1 0,1 0-1,-1 0 1,0-1 0,0 1 0,0 0 0,0 0 0,0-1 0,0 1 0,0 0 0,0-1 0,0 1 0,0 0 0,0-1 0,0 1 0,0 0 0,0 0 0,0-1 0,0 1 0,0 0-1,0 0 1,0-1 0,-1 1 0,1 0 0,0-1 0,0 1 0,0 0 0,0 0 0,-1 0 0,1-1 0,0 1 0,0 0 0,-1 0 0,0-1 640,-1 2 97,-2-5 597,0-3 1300,-2 1 110,-3 0 1249,-2-4-205,8 10-3636,1-1 0,0 1 0,-1 0 0,1 0 0,0 1 1,0-1-1,-1 0 0,1 1 0,0-1 0,0 1 0,-1 0 0,1-1 0,0 1 1,0 0-1,0 0 0,0 1 0,-2 1 0,-31 45-216,27-39-219,1 0 1,0 1-1,0 0 0,1 0 0,0 0 1,1 1-1,0 0 0,-6 22 1,3-13-1748,7-17 1538,-1-1-1,1 1 0,0 0 0,1-1 0,-1 1 0,0 0 0,1-1 0,-1 7 0,1-4-639,0 0 0,0 0 0,0-1 0,1 1 1,0 0-1,0 0 0,2 6 0,-3-10 707,1 1 0,0-1 0,0 0 0,0 0 0,0 1 0,0-1 0,0 0 0,0 0 1,0 0-1,1 0 0,-1 0 0,0 0 0,1 0 0,-1-1 0,1 1 0,-1 0 0,1-1 1,-1 1-1,1-1 0,-1 0 0,1 1 0,-1-1 0,1 0 0,-1 0 0,1 0 0,2 0 0,14 0-3003</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2.401"/>
    </inkml:context>
    <inkml:brush xml:id="br0">
      <inkml:brushProperty name="width" value="0.035" units="cm"/>
      <inkml:brushProperty name="height" value="0.035" units="cm"/>
      <inkml:brushProperty name="color" value="#0066FF"/>
    </inkml:brush>
  </inkml:definitions>
  <inkml:trace contextRef="#ctx0" brushRef="#br0">141 7 3057,'-1'0'241,"1"-1"0,-1 1 0,1-1 0,-1 1 0,1-1 0,-1 1 0,0-1 0,1 1 0,-1-1 0,0 1 0,1 0 0,-1-1 1,0 1-1,1 0 0,-1 0 0,0-1 0,1 1 0,-1 0 0,0 0 0,0 0 0,1 0 0,-1 0 0,0 0 0,0 0 0,1 0 0,-1 0 0,0 1 1,1-1-1,-2 0 0,-22 5 2186,3 7-1267,14-8-915,1-1 0,0 1-1,0 0 1,0 0 0,0 1 0,1 0-1,-9 10 1,12-13-190,0 1 0,0-1 0,0 1 0,1-1-1,-1 1 1,1 0 0,0 0 0,0 0 0,0 0 0,0 0 0,0 0 0,1 0 0,-1 0-1,1 0 1,0 1 0,0-1 0,0 0 0,1 4 0,-1-4-52,0-1 1,0 0-1,0 0 0,1 1 0,-1-1 1,1 0-1,-1 0 0,1 0 1,0 1-1,0-1 0,0 0 0,0 0 1,0 0-1,1-1 0,-1 1 1,4 3-1,-2-2-2,0 0-1,0-1 1,1 0 0,-1 0-1,1 0 1,0 0 0,-1 0 0,9 1-1,2 1 14,0-2 0,1 1-1,-1-2 1,21 0 0,-21-2-17,-1 0 1,1-1-1,-1 0 1,1-1 0,-1 0-1,0-1 1,0-1-1,0 0 1,-1-1-1,20-12 1,-29 16-2,0 0 0,-1 0 0,1-1 1,0 1-1,-1-1 0,0 1 0,1-1 0,-1 0 0,2-4 1,-3 5 3,0 1 0,-1 0 0,1 0 0,0 0 1,-1-1-1,0 1 0,1 0 0,-1-1 0,0 1 1,0 0-1,1-1 0,-1 1 0,0 0 0,0-1 1,-1 1-1,1 0 0,0-1 0,0 1 0,-1 0 0,1 0 1,0-1-1,-1 1 0,1 0 0,-1 0 0,-1-2 1,-1-1 2,0 0 1,0 0 0,-1 0-1,1 0 1,-1 1-1,0-1 1,0 1 0,-1 0-1,1 0 1,-9-4 0,8 6-2,-21-9 3,-32-8 0,48 16-7,1 1 0,-1-1 0,0 2 0,0-1 0,0 1 0,-18 3 0,21-2-70,-4 0-178,1 1 0,0 0 0,0 0 0,0 1-1,0 0 1,-16 8 0,27-11 220,-1 0 0,0 0 0,0 0 0,0 0 0,0 0 0,0 0 0,0 0 0,0 0 1,1 0-1,-1 0 0,0 1 0,0-1 0,0 0 0,0 0 0,0 0 0,0 0 0,0 0 0,0 0 0,0 0 0,0 0 0,0 0 0,1 0 0,-1 0 0,0 1 0,0-1 0,0 0 0,0 0 0,0 0 0,0 0 0,0 0 0,0 0 0,0 0 0,0 1 0,0-1 0,0 0 0,0 0 0,0 0 0,0 0 0,0 0 0,0 0 1,0 0-1,0 0 0,0 1 0,0-1 0,0 0 0,0 0 0,0 0 0,-1 0 0,1 0 0,0 0 0,0 0 0,0 0 0,0 0 0,0 1 0,0-1 0,0 0 0,0 0 0,0 0 0,0 0 0,0 0 0,-1 0 0,1 0 0,0 0 0,0 0 0,0 0 0,0 0 0,0 0 0,-1 0 0,10 1-1991,59-6-6223,-51 5 5462</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2.818"/>
    </inkml:context>
    <inkml:brush xml:id="br0">
      <inkml:brushProperty name="width" value="0.035" units="cm"/>
      <inkml:brushProperty name="height" value="0.035" units="cm"/>
      <inkml:brushProperty name="color" value="#0066FF"/>
    </inkml:brush>
  </inkml:definitions>
  <inkml:trace contextRef="#ctx0" brushRef="#br0">235 4 368,'-12'0'8136,"-12"0"-3477,9-2-1676,14 2-2687,0 0 0,0-1 0,0 1-1,0 0 1,-1 0 0,1 0 0,0 0 0,0 0 0,0 0 0,-1 0 0,1 0 0,0 1 0,0-1 0,0 0 0,-2 1-1,-30 26 4731,16-12-3824,14-12-1073,-1 0 0,1 0 0,-1 0 0,1 0 0,0 1 0,0 0 0,0-1 0,1 1 0,-1 0 0,-2 8 0,-10 18 11,10-22-129,1 0-1,1 0 0,-5 14 1,-15 48-499,17-48-242,2-13-337,2 1 0,0 0 0,0 0 0,0 0 0,1 12-1,1-15-96,1 14-4819,-1-20 5751,1-1 1,-1 1-1,0-1 0,0 1 1,1-1-1,-1 1 1,0-1-1,1 1 1,-1-1-1,0 1 0,1-1 1,-1 1-1,1-1 1,-1 0-1,1 1 1,-1-1-1,1 0 0,-1 0 1,1 1-1,-1-1 1,1 0-1,0 0 1,-1 0-1,1 0 0,-1 1 1,1-1-1,0 0 1,-1 0-1,2 0 0</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3.555"/>
    </inkml:context>
    <inkml:brush xml:id="br0">
      <inkml:brushProperty name="width" value="0.035" units="cm"/>
      <inkml:brushProperty name="height" value="0.035" units="cm"/>
      <inkml:brushProperty name="color" value="#0066FF"/>
    </inkml:brush>
  </inkml:definitions>
  <inkml:trace contextRef="#ctx0" brushRef="#br0">227 17 1152,'0'0'2285,"9"-5"7868,-11 4-10082,-5-3 8154,7 3-7390,-8-4 6430,-2 16-5887,9-11-1362,0 0-1,0 1 1,0-1-1,0 1 1,0-1-1,0 1 1,0-1 0,0 1-1,1-1 1,-1 1-1,0 0 1,0-1-1,1 1 1,-1 0-1,1 0 1,-1 0 0,0 0-1,-8 9 158,-8 8 376,6-10-483,0 1 1,0 0-1,1 1 1,1 0 0,-15 20-1,20-26-64,-5 7-2,1 0 0,0 1 0,0 0 0,1 0 0,0 1 0,-8 24 0,8-18 0,5-16 0,1 0 0,0 0 0,0 0 0,0 0 0,0 0 0,0 0 0,1 1 0,0-1 0,-1 5 0,1-1-19,1-6-12,-1 0 0,0 1 0,0-1 0,0 0 0,0 0 0,0 0 0,0 0-1,0 1 1,0-1 0,0 0 0,-1 0 0,1 0 0,0 0 0,-1 0 0,1 0 0,-1 0 0,1 1 0,-1-1 0,0-1 0,1 1 0,-1 0 0,-1 1 0,2-2-42,0 0 1,0 0 0,-1 1 0,1-1 0,0 0 0,0 0 0,0 0 0,0 0 0,0 0 0,0 0 0,-1 0-1,1 0 1,0 0 0,0 0 0,0 1 0,0-1 0,0 0 0,0 0 0,0 0 0,0 0 0,-1 0 0,1 1-1,0-1 1,0 0 0,0 0 0,0 0 0,0 0 0,0 0 0,0 1 0,0-1 0,0 0 0,0 0 0,0 0-1,0 0 1,0 1 0,0-1 0,0 0 0,0 0 0,0 0 0,0 0 0,0 0 0,1 1 0,-1-1 0,0 0-1,0 0 1,0 0-184,1 0-1,-1 1 1,1-1-1,-1 0 0,1 0 1,-1 0-1,1 0 1,-1 0-1,1 0 0,-1 0 1,1 0-1,-1-1 1,0 1-1,1 0 0,-1 0 1,1 0-1,-1 0 1,1-1-1,-1 1 0,0 0 1,1 0-1,0-1 1,6-3-1089,21-16-5351,-14 1-779,-13 9 2752</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14.219"/>
    </inkml:context>
    <inkml:brush xml:id="br0">
      <inkml:brushProperty name="width" value="0.035" units="cm"/>
      <inkml:brushProperty name="height" value="0.035" units="cm"/>
      <inkml:brushProperty name="color" value="#0066FF"/>
    </inkml:brush>
  </inkml:definitions>
  <inkml:trace contextRef="#ctx0" brushRef="#br0">174 0 1704,'-2'2'555,"1"-1"0,-1 1 0,1-1 0,-1 0 0,0 0-1,1 0 1,-1 0 0,0 0 0,0 0 0,0 0 0,0 0 0,-2 0-1,-15 5 1269,11-2-1133,0 0 0,1 0-1,-1 0 1,-13 11 0,-5 4 1026,15-4-324,5-10-1045,5-5-283,0 1 0,0-1 0,1 1 0,-1 0 0,0-1 0,1 1 1,-1 0-1,0-1 0,1 1 0,-1 0 0,1 0 0,-1 0 0,1 0 0,-1 0 0,1 1 0,-13 16 954,12-17-933,0 1 0,0-1 1,0 0-1,0 1 0,0-1 1,0 1-1,0-1 0,0 1 0,1 0 1,-1-1-1,1 1 0,-1 0 0,1-1 1,-1 1-1,1 0 0,0-1 1,0 4-1,0-3-61,0 0 1,1 0 0,-1 0-1,1 0 1,-1 0 0,1 0-1,0 0 1,-1-1-1,1 1 1,0 0 0,0 0-1,0-1 1,1 1-1,-1-1 1,0 1 0,0-1-1,1 1 1,-1-1 0,1 0-1,0 0 1,-1 0-1,1 0 1,0 0 0,-1 0-1,1 0 1,0 0-1,0-1 1,0 1 0,0-1-1,0 1 1,2-1-1,10 2-15,0 0-1,0-1 0,20-1 1,-20 0 26,1-1-30,0-1-1,0 0 1,1-1 0,-2-1-1,1 0 1,0-1 0,-1-1-1,0 0 1,15-9 0,-26 13-6,0 0 1,0-1-1,0 0 0,0 0 1,0 1-1,0-2 1,-1 1-1,4-6 0,10-10-1,-16 18 3,1 1-1,-1-1 1,1 0 0,-1 1 0,1-1-1,-1 0 1,1 1 0,-1-1 0,1 0 0,-1 0-1,0 1 1,0-1 0,1 0 0,-1 0-1,0 0 1,0 1 0,0-1 0,0 0 0,0 0-1,0 0 1,0 0 0,0 1 0,0-1-1,0 0 1,0 0 0,-1-1 0,0 0 5,0 0-1,0-1 1,-1 1 0,1 0 0,-1 0-1,1 0 1,-1 0 0,-3-3 0,-5-4 36,0 1 1,-18-11-1,26 18-36,-3-1 81,-1-1 0,1 1-1,-1 0 1,1 0 0,-1 1-1,1 0 1,-1 0-1,0 0 1,0 0 0,0 1-1,-6 0 1,2 1-210,1 0 0,-1 0 1,0 1-1,1 0 0,-18 7 0,20-6-933,1-1 0,-1 0-1,1-1 1,-9 2 0</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8:59.443"/>
    </inkml:context>
    <inkml:brush xml:id="br0">
      <inkml:brushProperty name="width" value="0.035" units="cm"/>
      <inkml:brushProperty name="height" value="0.035" units="cm"/>
      <inkml:brushProperty name="color" value="#0066FF"/>
    </inkml:brush>
  </inkml:definitions>
  <inkml:trace contextRef="#ctx0" brushRef="#br0">122 1 792,'9'16'15777,"-27"-15"-13055,18 0-2561,0 0 30,1 0 1,-1 0-1,0-1 0,0 1 0,0 0 0,0 0 0,0 0 0,0-1 0,0 1 0,0 0 0,-1 0 0,1 0 1,0-1-1,0 1 0,-1 0 0,1 0 0,0-1 0,-1 1 0,1 0 0,-1-1 0,1 1 0,-1 0 1,1-1-1,-1 1 0,1-1 0,-2 1 0,2 0-58,-1 0-1,1-1 1,0 1 0,-1 0 0,1-1-1,0 1 1,0 0 0,0-1-1,0 1 1,-1 0 0,1-1 0,0 1-1,0 0 1,0-1 0,0 1 0,1 0-1,-1 0 1,0-1 0,0 2 0,1-1-101,-1 0 1,0 0 0,0 0-1,0 0 1,0 0 0,0 1-1,0-1 1,0 0 0,0 0-1,0 0 1,0 0 0,-1 0-1,1 0 1,-1 1 0,-1 1-10,0 0 0,0-1 1,0 1-1,0 0 0,0 0 1,1 1-1,-2 2 0,-4 6 261,6-11-243,0 0 0,0 0 0,0 1 0,0-1-1,0 0 1,1 1 0,-1-1 0,0 1 0,1-1 0,-1 1-1,1-1 1,-1 3 0,1-3 13,-1 1 0,1-1 0,-1 1-1,1-1 1,-1 1 0,0-1 0,1 0-1,-1 0 1,0 1 0,0-1 0,0 0 0,0 0-1,-2 2 1,1-2-18,1 0 0,0 1-1,0-1 1,0 0 0,0 1 0,0-1 0,0 1-1,0-1 1,0 1 0,0-1 0,1 1-1,-1-1 1,1 1 0,-1 2 0,-8 24 186,9-16-194,1-7-17,-1 0 0,0-1 1,0 1-1,-1 0 1,1 0-1,-1-1 1,0 1-1,0 0 0,-3 5 1,-5 27 113,7-34-96,1 1 0,-1 1 0,1-1 0,-1 0 0,0 8 0,-7 32 316,9 31 140,9-42-419,-9-28-55,1 0-1,0 0 1,-1-1 0,2 1 0,-1 0 0,0 0 0,3 4-1,-3-7-8,0 0-1,0 0 0,0 0 1,0 0-1,-1 0 0,1 0 1,0 0-1,-1 1 0,0-1 1,0 0-1,0 3 0,9 22 17,0 11 12,1-22-8,-9-16-27,0 1 1,0 0-1,0-1 0,0 1 1,0 0-1,0-1 0,0 1 1,0 0-1,-1 0 1,1 0-1,0 0 0,0 0 1,-1 0-1,1 0 0,-1 0 1,1 0-1,-1 0 1,1 0-1,-1 0 0,0 0 1,1 0-1,-1 0 1,0 1-1,0-1 0,0 0 1,0 0-1,0 2 0,4 6-17,1 4 30,-2 7 158,-2-16-167,1 0-1,-2 0 1,1 0 0,0 0 0,-1 0-1,0 6 1,0-9 1,0 0 0,0 0 0,0 0 0,0 1-1,0-1 1,0 0 0,1 0 0,-1 0 0,0 0 0,1 0 0,-1 0-1,1 0 1,-1 1 0,1-1 0,-1 0 0,1-1 0,0 1 0,0 2-1,0 1 8,0 0 0,0 1-1,-1-1 1,1 0 0,-1 1-1,0-1 1,-2 6 0,2 4-3,0 51-28,0-65 24,0 1 0,0-1 1,-1 1-1,1 0 0,0-1 0,0 1 0,0-1 1,-1 0-1,1 1 0,0-1 0,0 1 1,-1-1-1,1 1 0,0-1 0,-1 0 1,1 1-1,-1-1 0,1 0 0,0 1 0,-1-1 1,1 0-1,-1 1 0,1-1 0,-1 0 1,0 0-4,0 1 0,1-1 1,-1 0-1,1 0 1,-1 1-1,1-1 1,0 0-1,-1 1 0,1-1 1,-1 1-1,1-1 1,-1 0-1,1 1 0,0-1 1,-1 1-1,1-1 1,0 1-1,0-1 1,-1 1-1,1-1 0,0 1 1,0 0-1,0-1 1,0 2-1,-2 1 2,1 1 0,0-1-1,-1 1 1,0-1 0,0 0 0,0 0-1,-4 5 1,-1 3 50,5-7-45,0 0 0,1 0-1,0 1 1,-1-1 0,1 0 0,1 0 0,-1 1 0,1-1 0,-1 1 0,2 6-1,-1-2-15,-1-6 6,1 0 1,0 0 0,0 0 0,0 0-1,0 0 1,1-1 0,-1 1-1,1 0 1,0 0 0,0 0 0,0-1-1,0 1 1,0-1 0,3 6-1,-3-6 5,1 1 1,-1 0-1,0-1 0,0 1 0,-1 0 0,1 0 0,-1 0 0,1 0 0,-1 0 0,0 0 0,0 0 0,0 0 0,0 0 0,-1 0 0,1 0 0,-1 0 0,0 0 0,0-1 0,0 1 0,-2 5 0,2-5 8,0 1 0,0 0 1,1-1-1,-1 1 0,1 0 0,0 0 0,0 0 0,1-1 0,0 6 0,0 3-6,-1 113-55,-1-125 54,1 0-1,0 1 1,0-1 0,0 1 0,0-1 0,0 0-1,0 1 1,1-1 0,-1 0 0,0 1 0,0-1 0,0 1-1,0-1 1,0 0 0,0 1 0,1-1 0,-1 0-1,0 1 1,0-1 0,1 0 0,-1 0 0,0 1-1,0-1 1,1 0 0,-1 1 0,12 11-3,0 15 28,-12-26-24,1 0 0,-1 0 0,1 0 0,0-1-1,-1 1 1,1 0 0,0-1 0,-1 1 0,1-1 0,0 1 0,-1-1 0,1 1-1,0-1 1,0 1 0,0-1 0,0 0 0,1 1 0,0 5-4,1-1-5,-2-4 10,-1-1-1,0 0 0,1 1 0,-1-1 1,1 0-1,-1 1 0,0-1 0,1 1 1,-1-1-1,0 1 0,1-1 0,-1 1 1,0-1-1,1 1 0,-1-1 0,0 1 1,0-1-1,0 1 0,0-1 0,0 1 1,0-1-1,1 1 0,-1 0 0,0-1 1,0 1-1,-1-1 0,1 1 0,0-1 1,0 1-1,0 0 0,0 21 40,0-21-43,0 1 0,0-1 0,1 0 0,-1 1 0,0-1-1,1 0 1,0 0 0,-1 0 0,1 0 0,0 1-1,-1-1 1,3 2 0,-2-2 5,0 0 0,0 0-1,-1 0 1,1 1 0,0-1 0,0 0 0,-1 1-1,1-1 1,-1 0 0,1 1 0,-1-1 0,0 1-1,1 1 1,8 35 215,-9-37-212,0 1 0,1-1 0,-1 0 0,1 1 0,-1-1 0,1 0 0,0 0 0,-1 0 0,1 0 1,0 0-1,0 0 0,0 0 0,0 0 0,1 1 0,-1-1 3,1 1-1,-1-1 1,0 0-1,0 0 1,0 1-1,0-1 1,0 1-1,0-1 1,0 1-1,0-1 1,-1 1-1,1 0 1,-1-1 0,1 1-1,0 2 1,-1-1 1,-1 0-9,1-1 0,0 0 1,0 0-1,0 1 0,1-1 0,-1 0 0,0 0 0,1 1 0,0-1 0,-1 0 0,1 0 0,0 0 0,2 4 0,-3-6 2,1 1 0,-1 0-1,1 0 1,-1 0 0,0 1 0,0-1 0,0 0-1,1 0 1,-1 0 0,0 0 0,0 0 0,0 0 0,-1 0-1,1 0 1,0 0 0,-1 1 0,1 0 2,0-1 0,0 0 0,-1 0 1,1 0-1,0 0 0,0 0 0,0 0 0,0 0 0,0 0 1,0 0-1,1 0 0,-1 0 0,0 0 0,0 0 1,1 0-1,0 1 0,0 1 3,1 0 1,-1-1 0,0 1-1,0 0 1,0 0-1,0 0 1,-1 0-1,1 0 1,-1 0-1,0 0 1,0 3-1,-1 44 144,0-24-110,1-4-42,0-3 0,7-10 0,-6-6 0,0 1 0,-1-1 0,1 0 0,-1 1 0,0-1 0,0 1 0,0-1 0,-1 5 0,1 0 0,0 121 0,0-127 0,0 0 0,1 0 0,-1 1 0,1-1 0,-1 0 0,1 0 0,0 0 0,0 0 0,0 0 0,1 2 0,-1-3 0,1 1 0,-1 0 0,0 0 0,0 1 0,-1-1 0,1 0 0,0 0 0,-1 0 0,1 1 0,-1 2 0,0-2 0,1 0 0,-1 0 0,1 0 0,0 0 0,0 0 0,0 0 0,3 4 0,-3-4 0,0 0 0,1 0 0,-1 0 0,0 0 0,0 0 0,-1 1 0,1 4 0,0-5 0,-1-1 0,0 0 0,1 0 0,-1 0 0,1 0 0,0 0 0,0 0 0,0 0 0,0 0 0,1 3 0,0-3 0,-1 0 0,0-1 0,0 1 0,-1 0 0,1 0 0,0 0 0,-1 0 0,1 0 0,-1 0 0,1 2 0,-1-1 0,1 0 0,-1 0 0,1 0 0,0 0 0,0 0 0,0 0 0,3 4 0,-3-4 0,0-1 0,1 1 0,-1 0 0,-1-1 0,1 1 0,0 0 0,0 4 0,-1-6 0,1 1 0,-1-1 0,0 0 0,1 0 0,-1-1 0,1 1 0,-1 0 0,1 0 0,-1 0 0,1 0 0,-1 0 0,1 0 0,0-1 0,0 1 0,-1 0 0,1-1 0,0 1 0,0 0 0,0-1 0,0 1 0,0-1 0,0 1 0,0-1 0,2 1 0,3 2 0,-5 2 0,-1-1-3,0-3-166,0-4-1002,1 0 0,-1 1 1,0-1-1,1 0 0,0 1 1,-1-1-1,1 0 0,0 1 0,3-5 1,-3 5-71,1-1 0,-1 0 0,0 0 1,0 1-1,0-1 0,-1 0 0,1 0 1,0-4-1,-1-9-4503</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01.191"/>
    </inkml:context>
    <inkml:brush xml:id="br0">
      <inkml:brushProperty name="width" value="0.035" units="cm"/>
      <inkml:brushProperty name="height" value="0.035" units="cm"/>
      <inkml:brushProperty name="color" value="#0066FF"/>
    </inkml:brush>
  </inkml:definitions>
  <inkml:trace contextRef="#ctx0" brushRef="#br0">96 104 984,'-26'7'2499,"24"-7"-2269,0 0-1,0 0 1,0 0-1,0 1 0,0-1 1,0 1-1,0 0 1,1-1-1,-1 1 0,0 0 1,0 0-1,-1 1 0,-2 0 673,4-2-828,1 0 0,-1 0 1,1 0-1,-1 0 0,0 0 0,1 0 0,-1 0 1,1 0-1,-1 0 0,0 1 0,1-1 1,-1 0-1,1 0 0,-1 1 0,1-1 0,-1 0 1,1 1-1,-1-1 0,1 1 0,0-1 1,-1 0-1,0 2 0,-3 1 5320,-12-1-3004,10-3 3870,16 0-5649,-4-1-584,0 1 0,0-1 0,1 1-1,-1 0 1,0 1 0,0 0 0,0 0 0,1 0 0,8 2-1,8-1 7,204-7 101,-124 1-102,1-1-28,25-2 76,3 0-25,49 3-26,-25-1-44,-26 1 25,19-1-10,-114 7 8,-15 0 2,1-1-1,-1-1 1,24-4-1,-13 1-24,0 1 0,-1 1 0,37 4 0,-10-1 3,37-7 43,360 6-22,-350-5 39,-73 3-48,-3-1 5,35 2 0,180-4 41,-201 10-78,9-5 182,-50 0-161,-11 0-1315,7 0 649,1-1-1,-1 1 0,0-1 1,1 0-1,-1 0 1,1 0-1,-1 0 0,1-1 1,0 1-1,0-1 1,-1 1-1,-2-4 0,-19-11-6741,6 6 2725</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02.823"/>
    </inkml:context>
    <inkml:brush xml:id="br0">
      <inkml:brushProperty name="width" value="0.035" units="cm"/>
      <inkml:brushProperty name="height" value="0.035" units="cm"/>
      <inkml:brushProperty name="color" value="#0066FF"/>
    </inkml:brush>
  </inkml:definitions>
  <inkml:trace contextRef="#ctx0" brushRef="#br0">18 110 1064,'0'0'81,"-1"0"1,1 0-1,0 1 0,0-1 1,0 0-1,0 1 0,0-1 0,0 0 1,0 1-1,0-1 0,0 0 0,0 1 1,0-1-1,0 0 0,0 1 0,0-1 1,0 0-1,0 1 0,1-1 1,-1 0-1,0 0 0,0 1 0,0-1 1,0 0-1,1 1 0,-1-1 0,0 0 1,0 0-1,0 0 0,1 1 0,-1-1 1,0 0-1,1 0 0,-1 0 0,0 1 1,0-1-1,1 0 0,-1 0 1,0 0-1,1 0 0,-1 0 0,0 0 1,1 0-1,-1 0 0,1 0 0,0 0 407,17 6 1214,24-6 43,-41 0-1487,8 4 952,-9-3-1005,-25 5 1290,-11 4 3,3-4-114,31-6 298,2 0-1660,0 0 0,0 1 0,0-1 0,0 0 0,0 0 0,0 1 0,1-1 0,-1 0 0,0 0 0,0 1 0,0-1 1,0 0-1,0 0 0,0 0 0,0 1 0,0-1 0,1 0 0,-1 0 0,0 0 0,0 1 0,0-1 0,0 0 0,1 0 0,-1 0 0,0 0 0,0 0 0,1 1 0,-1-1 0,0 0 0,0 0 1,0 0-1,1 0 0,-1 0 0,-3-1 224,1 1-63,28 0 969,-4 0-362,103-4 1185,-36-2-1753,43-3-211,-13 2 28,70-6 73,-124 10-83,-33 1-38,55-8 1,-59 5-2,1 2 0,45 0 0,107-2 16,-14-1 30,81-4 73,-168 4-90,68-5-26,-1 6 12,-17-1 21,-43 1-66,372 5 56,-433-5-16,-21 5-6,0-1 1,0 0-1,1 1 0,-1 0 1,0 0-1,0 1 1,8 1-1,26 2-13,-10-6-483,-41-3-3043,-15-5-2697,1-6-1321,10 11 3418</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04.327"/>
    </inkml:context>
    <inkml:brush xml:id="br0">
      <inkml:brushProperty name="width" value="0.035" units="cm"/>
      <inkml:brushProperty name="height" value="0.035" units="cm"/>
      <inkml:brushProperty name="color" value="#0066FF"/>
    </inkml:brush>
  </inkml:definitions>
  <inkml:trace contextRef="#ctx0" brushRef="#br0">1 135 560,'27'0'4326,"136"0"75,-74-5-3476,-70 5-775,-4 0 8,0 0 0,0-1 0,16-3 0,37-1 216,-50 3-268,34 1 1,-34 1-37,33-3 0,55-2 121,5-1-62,-26 1-41,-5 0-56,-11-1-46,11 1-4,49-6 34,-73 5 10,19-4 6,-15 4-26,-34 4 1,1 0 1,38 4-1,-8-1-11,-27 0 14,0-3 0,49-7 0,-21 4-8,-48 3-3,1 1-1,0 1 1,13 0 0,-14 0 0,-1 0 0,0 0 1,11-3-1,-7 2-2,0-1 0,0 2 1,24 1-1,-24-1 9,-1 1 1,1-2-1,20-2 0,40-2-14,-63 3 6,0 1-1,0 0 0,0 1 0,14 1 1,23 1 6,-38-2-15,112 0 33,-60-6-66,-28 1-206,-31 5-17,-3 0-96,0 0-1,0 0 0,0 0 0,0 0 0,0 0 0,0 0 0,0-1 0,1 1 0,-1 0 0,0-1 0,0 1 0,0 0 0,0-1 0,-1 0 0,1 0-374</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07.120"/>
    </inkml:context>
    <inkml:brush xml:id="br0">
      <inkml:brushProperty name="width" value="0.035" units="cm"/>
      <inkml:brushProperty name="height" value="0.035" units="cm"/>
      <inkml:brushProperty name="color" value="#0066FF"/>
    </inkml:brush>
  </inkml:definitions>
  <inkml:trace contextRef="#ctx0" brushRef="#br0">1 33 336,'0'0'1087,"7"-5"3170,2-1-2053,-8 6-1913,9 0 636,-4-3-790,-1 1-1,1-1 1,-1 1-1,1 1 1,0-1-1,0 1 1,0 0-1,-1 1 1,12-1 2599,-8-4 1225,-9 38-98,0-29-3711,0 0 1,0 0-1,0-1 0,1 1 1,-1 0-1,1 0 0,0-1 1,0 1-1,2 4 0,14 21 595,-12-19-630,-5-8-104,1-1-1,-1 1 0,1-1 0,-1 0 0,1 1 0,0-1 1,-1 0-1,1 1 0,0-1 0,0 0 0,0 0 0,0 0 1,0 0-1,0 0 0,2 1 0,0 1 11,0-1 1,-1 1-1,1 0 0,-1 0 1,0 0-1,0 0 1,0 0-1,2 5 0,7 10 163,9 15 83,3 15-151,-22-46-108,0 1 0,-1 0 1,1 0-1,-1-1 0,1 1 1,-1 0-1,0 0 0,0 0 1,0-1-1,0 1 0,-1 0 0,0 3 1,0-3 4,0 0 0,1-1 1,0 1-1,0-1 0,-1 1 1,1 0-1,1-1 1,-1 1-1,0-1 0,1 1 1,-1-1-1,2 4 0,0-3 4,-1-2-11,-1 1 0,1-1 0,-1 0 0,1 0 0,-1 0 0,1 1 0,-1-1 0,0 0 0,1 1 0,-1-1 0,0 0 0,0 2 0,0-1 2,1-1-1,-1 1 1,0-1 0,1 1-1,-1-1 1,1 1 0,0-1-1,-1 0 1,1 1 0,0-1-1,0 0 1,0 1 0,0-1-1,0 0 1,0 0 0,0 0-1,0 0 1,3 1-1,4 6 28,-1-2 24,12 12 1,-18-17-35,-1 0-1,1-1 1,-1 1 0,0 0-1,1 0 1,-1-1 0,0 1 0,1 0-1,-1 0 1,0 0 0,0-1-1,0 1 1,0 0 0,0 0 0,0 0-1,0-1 1,0 1 0,0 0-1,0 0 1,0 0 0,0-1 0,-1 1-1,1 0 1,0 0 0,-1-1-1,1 1 1,0 0 0,-1 0-1,1-1 1,-1 2 0,-15 14 801,16-15-798,-1 0 0,1 0-1,-1 0 1,1 0 0,-1 0 0,1 0 0,-1-1-1,1 1 1,-1 0 0,0 0 0,1 0-1,-1-1 1,0 1 0,0 0 0,0-1 0,1 1-1,-3 0 1,2 0-14,0-1 0,1 1-1,-1-1 1,0 1 0,0 0 0,0 0 0,0-1-1,0 1 1,1 0 0,-1 0 0,0 0 0,1 0-1,-1 0 1,1 0 0,-1 0 0,1 0-1,-1 2 1,1-2-11,0 0-1,0 0 0,0-1 1,-1 1-1,1 0 1,0-1-1,0 1 0,0 0 1,-1 0-1,1-1 1,0 1-1,-1-1 1,1 1-1,-1 0 0,1-1 1,-1 1-1,1-1 1,-1 1-1,1-1 0,-1 1 1,0 0-1,0-1 1,0 1 0,1-1 0,-1 1 0,0 0 0,1-1 0,-1 1 1,1 0-1,-1 0 0,0-1 0,1 1 0,0 0 0,-1 0 0,1 0 0,0 0 0,-1 0 0,1 0 0,0-1 0,0 1 0,-1 0 0,1 0 0,0 2 0,0-1-3,1 0 3,-1 0 1,0 0-1,0 0 1,0 0-1,0 0 1,0 0-1,-1 0 1,1 0-1,-1 0 1,1 0-1,-1 0 1,1 0-1,-1 0 1,0 0-1,-2 2 1,2-3 11,1-1-16,0 0-1,0 0 1,0 1-1,0-1 1,0 0-1,0 0 1,0 0-1,0 0 1,0 0-1,0 1 1,0-1 0,0 0-1,0 0 1,0 0-1,0 0 1,0 1-1,0-1 1,-1 0-1,1 0 1,0 0-1,0 0 1,0 0 0,0 0-1,0 1 1,0-1-1,0 0 1,0 0-1,-1 0 1,1 0-1,0 0 1,0 0 0,0 0-1,0 0 1,0 0-1,0 0 1,-1 0-1,1 0 1,0 1-1,0-1 1,0 0-1,0 0 1,-1 0 0,1 0-1,0 0 1,0 0-1,0 0 1,0 0-1,0-1 1,-1 1-1,1 0 1,0 0-1,0 0 1,0 0 0,0 0-1,0 0 1,-1 0-1,1 0 1,0 0-1,0 0 1,0 0-1,0 0 1,0-1 0,0 1-1,0 0 1,-1 0-1,-1 14-3,2-13 3,0-1-1,0 0 1,0 1-1,0-1 1,0 1-1,0-1 1,0 1-1,0-1 1,0 0-1,0 1 1,0-1-1,0 1 1,0-1-1,0 0 1,-1 1-1,1-1 1,0 1-1,0-1 1,0 0-1,-1 1 1,1-1-1,0 0 1,-1 1-1,1-1 1,0 0-1,-1 0 1,1 1-1,0-1 1,-1 0-1,1 0 1,0 1-1,-1-1 1,4 3 18,-1-2-14,-1 3 5,-2-2 2,0-2-11,0 0 1,1 1 0,-1-1 0,1 0-1,-1 1 1,1-1 0,-1 0 0,1 1-1,-1-1 1,1 1 0,0-1 0,-1 1-1,1-1 1,-1 1 0,1-1 0,0 1-1,0-1 1,-1 1 0,1 1 0,4 4-22,2 3-7,-6-9 29,0 1-1,0-1 0,0 0 0,1 1 1,-1-1-1,0 0 0,0 0 1,0 1-1,0-1 0,1 0 0,-1 0 1,0 0-1,0 1 0,0-1 0,1 0 1,-1 0-1,0 0 0,0 0 1,1 0-1,-1 1 0,0-1 0,1 0 1,-1 0-1,0 0 0,0 0 1,1 0-1,-1 0 0,0 0 0,1 0 1,-1 0-1,0 0 0,1 0 0,-1 0 1,1 0-1,-1 0 0,0 0 0,1 0 0,-1 0 0,0 0 1,1 0-1,-1 0 0,0 0 0,1 0 0,-1 0 0,0 0 1,1 1-1,-1-1 0,0 0 0,1 0 0,-1 0 0,0 1 0,1-1 1,-1 0-1,0 0 0,0 1 0,1-1 0,-1 0 0,0 0 1,0 1-1,0-1 0,1 0 0,-1 1 0,0-1 0,0 0 0,0 1 1,0-1-1,0 1 0,1 6 1,2-7-3,-3 0 3,0 0-1,0 0 0,0 0 0,0 0 0,0 0 0,0 0 0,0 0 0,0 0 0,0 0 0,0-1 0,0 1 0,0 0 0,0 0 0,1 0 0,-1 0 0,0 0 0,0 0 0,0 0 0,0 0 0,0 0 0,0 0 0,0 0 0,0 0 0,0 0 0,1 0 0,-1 0 0,0 0 0,0 0 0,0 0 0,0 0 0,0 0 0,0 0 0,0 1 0,0-1 0,0 0 0,0 0 0,1 0 0,-1 0 0,0 0 0,0 0 0,0 0 0,0 0 0,0 0 0,0 0 0,0 0 0,0 0 0,0 0 0,0 1 0,0-1 0,0 0 0,0 0 0,0 0 0,0 0 0,0 0 0,0 0 0,2 25 16,-3-23-13,9 1 21,-6-3-3,17 5 136,205-5 22,-145-5-179,81-9 17,-79 5-1,-70 8-10,231-13 44,-140 9-82,6-1 39,-14 1 33,-8-1 1,3 1-37,84-1 8,119 1 11,-205 0-23,-7-1 21,7 1-26,1-1 6,65-5-11,-4 6 2,-19 0-10,-104 5 21,-14-3-66,-11 2 52,-1 1 1,1 0-1,0-1 1,0 1-1,0 0 1,0 0-1,-1 0 1,1-1-1,0 1 1,0 0-1,0 0 1,0 0-1,0 1 1,0-1 0,-1 0-1,1 0 1,0 0-1,0 0 1,0 1-1,0-1 1,-1 0-1,1 1 1,0-1-1,1 2 1,-2-2-249,1 1 0,0-1 0,0 0 0,-1 1 0,1-1 0,0 0 0,0 0 1,-1 1-1,1-1 0,0 0 0,0 0 0,0 0 0,-1 0 0,1 0 0,0 0 0,0 0 1,0 0-1,-1 0 0,1 0 0,0-1 0,0 1 0,-1 0 0,1 0 0,0-1 1,0 1-1,-1-1 0,1 1 0,0 0 0,-1-1 0,1 1 0,0-1 0,-1 0 0,1 1 1,-1-1-1,1-1 0,1 1-930,-1-1-1,0 0 1,0 0 0,0 0 0,0 0 0,-1 1-1,1-1 1,0 0 0,-1 0 0,0-1 0,1-1-1,-1-2-3220</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0.157"/>
    </inkml:context>
    <inkml:brush xml:id="br0">
      <inkml:brushProperty name="width" value="0.035" units="cm"/>
      <inkml:brushProperty name="height" value="0.035" units="cm"/>
      <inkml:brushProperty name="color" value="#0066FF"/>
    </inkml:brush>
  </inkml:definitions>
  <inkml:trace contextRef="#ctx0" brushRef="#br0">26 0 400,'-26'6'5887,"36"-1"-4620,15 0 2565,-15 1-3199,25-1 411,-2 1-312,11-1 41,-1 1-126,-10-1-345,-31 28 2928,-3-31-3055,1 0 0,0 0 0,-1 0 1,1 1-1,-1-1 0,0 0 0,0 0 0,0 0 1,0 0-1,0 0 0,0 0 0,0 0 1,-3 2-1,3-3-73,-1 1 0,1 0 0,0-1 0,0 1 0,0 0 0,0 0 0,0 0 0,0 0 0,1 0 1,-1 0-1,1 0 0,-1 0 0,1 2 0,-1-2-22,1 0 0,0 0 0,-1 0 0,1-1 1,-1 1-1,0 0 0,1-1 0,-1 1 0,0 0 0,0-1 1,-1 3-1,1-3-34,0 0 1,0 1 0,0-1-1,0 1 1,0-1 0,1 1-1,-1-1 1,1 1 0,-1 0-1,0 3 1,1-3-3,0 0 0,-1 0 0,1 0 0,-1 0 1,1 0-1,-1 0 0,0 0 0,0 0 0,0 0 0,-1 2 0,0-2-20,1 0 0,0 0 0,0 0-1,1 0 1,-1 0 0,0 0 0,0 0-1,1 0 1,0 0 0,-1 3 0,1 4 16,0-2-7,0 0 1,0 1-1,0-1 0,-1 0 0,-1 0 1,-2 12-1,2-12-11,1-1-1,0 1 1,0 0 0,1 0 0,0 0-1,0 0 1,2 7 0,-1 11 21,-1-2-16,-1-8-13,1 0 0,1 1 0,1-1 1,3 20-1,4 25 27,-3-40 11,-3-10 18,0-1-1,-1 1 0,0-1 1,1 13-1,6 16 175,-9-31-219,1-1 0,0 0 0,1 0 0,0 0 0,0 0 0,0-1 0,5 10 0,3 10 26,16 25 23,-24-45-64,1-1 0,-1 1-1,1-1 1,0 0 0,4 6 0,-3-6-5,-1 0 1,0 0 0,0 0 0,-1 0 0,4 8 0,-2 1 7,-3-8-3,0 0 0,1 0 1,0 0-1,0 1 1,0-2-1,0 1 1,1 0-1,5 7 0,-6-10 0,0 1-1,0-1 1,0 1 0,-1 0-1,1-1 1,-1 1-1,0 0 1,0 0-1,0 0 1,1 4-1,6 15 66,-7-18 1,0-1 0,-1 1-1,1 0 1,-1 0 0,0 0-1,0 0 1,0 0 0,0 0-1,-1 0 1,0 0 0,0-1-1,0 1 1,0 0 0,-3 6-1,0-2 171,-2 0-64,3-6-126,0 1 1,1-1-1,-1 0 0,1 1 0,-1 0 0,1 0 0,0-1 0,0 1 0,-2 6 0,-14 14 269,-8 10-102,23-29-221,0 0 0,0 0 1,0 0-1,1 1 1,-1-1-1,1 1 0,-3 9 1,-4 7 4,8-16 3,0-1-1,0 1 1,0 0-1,1-1 1,0 1-1,0 0 0,0 0 1,1 8-1,1 5 17,-3-13-24,1-1-1,-1 1 1,0 0 0,0 0-1,0-1 1,-1 1 0,0-1-1,0 1 1,0-1 0,-4 7-1,0-1-18,-3 17-17,8-23 31,0 0-1,0 0 1,1 1 0,-1-1 0,1 0 0,0 1 0,0-1 0,2 8 0,-1 6 1,-1-13 0,0-1 8,-1 0 1,2 0-1,-1-1 1,0 1-1,1 0 1,-1 0-1,1-1 1,0 1-1,3 7 1,5 10 57,-7-18-70,1 0 0,-1 0 0,0 0 0,0 1 0,-1-1 0,1 1 1,-1-1-1,3 8 0,-4-10 1,0 1 0,0-1 0,1 1 1,-1-1-1,1 1 0,-1-1 0,1 1 0,-1-1 1,1 0-1,0 1 0,0-1 0,1 2 0,-1-2 5,0 1-1,0-1 0,0 1 0,0 0 0,-1-1 0,1 1 0,0 0 1,-1 0-1,1-1 0,-1 1 0,1 0 0,-1 3 0,0 92 0,4-83-12,1 5 29,-5-14-12,0-1 0,1 1 0,-1 0 1,1-1-1,1 1 0,-1-1 0,0 1 1,1-1-1,0 0 0,0 1 0,4 4 1,0 3-3,3 15 17,-6-23-17,-2-2-1,0-1 0,-1 1 0,1 0 0,0-1 0,0 1 0,-1 0 0,1-1 0,-1 1 0,1 0 0,-1 0 0,0 2 0,9 27-6,-9-23 1,0-6 6,0 1 0,0-1 0,0 0 0,0 0 0,0 1 1,0-1-1,-1 0 0,1 1 0,-1-1 0,1 0 0,-1 0 1,0 0-1,0 0 0,-1 3 0,1-4-1,0 1 0,1-1-1,-1 0 1,1 1 0,-1-1 0,1 1-1,0-1 1,-1 1 0,1-1 0,0 1-1,0-1 1,0 1 0,0 0 0,1-1-1,-1 1 1,0-1 0,1 3 0,10 21 30,-1-10-61,-8-12 22,-1 0 1,1 0-1,0 0 1,0 0-1,1 0 0,-1-1 1,0 1-1,4 2 1,-5-4 7,0 0 0,0 0 1,0 0-1,0 0 1,0 1-1,0-1 1,0 0-1,-1 1 0,1-1 1,0 1-1,-1-1 1,1 1-1,-1-1 0,0 1 1,1 1-1,4 13-78,-4-14 91,0 0 0,-1 1 0,1-1 0,-1 0 1,0 1-1,1-1 0,-1 1 0,-1-1 0,1 1 1,0-1-1,0 1 0,-1-1 0,0 0 0,1 1 1,-1-1-1,0 0 0,0 0 0,-2 4 0,2-3-13,0 1 0,0-1-1,1 0 1,-1 0-1,1 0 1,0 1 0,0-1-1,0 0 1,1 6-1,0 2-89,-1 103 323,9-87-240,-9-22 27,1 0 1,-1 0-1,0 0 0,0 0 0,-1 0 0,0 0 0,0 0 0,0 0 0,0 0 0,-1 0 0,0 0 1,0-1-1,-4 8 0,-6 11 203,8-16-185,2-4-29,1-1-1,0 0 0,0 1 0,-1-1 0,1 1 1,0-1-1,1 1 0,-1-1 0,0 1 0,1 0 1,-1 4-1,1-3-10,0 0-1,-1 0 1,1 0 0,1 0 0,-1 0 0,0 0-1,1 0 1,0-1 0,0 1 0,0 0-1,0 0 1,1-1 0,-1 1 0,1-1 0,0 1-1,0-1 1,3 4 0,2 0 12,-5-6-7,-1 1-1,1 0 1,0 0 0,0 0 0,-1 0-1,1 0 1,-1 1 0,1-1-1,-1 0 1,1 3 0,-2-4-4,0-1 1,0 1-1,0-1 0,0 1 0,0-1 1,1 1-1,-1-1 0,0 1 1,0-1-1,0 1 0,1-1 1,-1 1-1,0-1 0,1 1 1,-1-1-1,0 0 0,1 1 1,-1-1-1,1 0 0,-1 1 1,0-1-1,2 1 0,10 10-32,-12-11 32,0 1 1,0-1 0,0 1 0,0-1 0,1 0-1,-1 1 1,0-1 0,0 1 0,1-1-1,-1 0 1,0 1 0,1-1 0,-1 0 0,0 0-1,1 1 1,-1-1 0,0 0 0,1 0 0,-1 0-1,1 1 1,-1-1 0,0 0 0,1 0 0,-1 0-1,1 0 1,-1 0 0,1 0 0,-1 0 0,0 0-1,1 0 1,-1 0 0,1 0 0,-1 0 0,1 0-1,-1 0 1,1 0 0,0-1 0,28 23 54,-29-22-54,1 0 1,-1 0-1,0 0 0,1 0 0,-1 0 0,1 0 0,-1 1 0,0-1 1,0 0-1,1 0 0,-1 0 0,0 0 0,1 1 0,-1-1 1,0 0-1,1 0 0,-1 0 0,0 1 0,0-1 0,0 0 1,1 0-1,-1 1 0,0-1 0,0 0 0,0 1 0,1-1 1,-1 0-1,0 1 0,0-1 0,0 0 0,0 1 0,0-1 1,0 0-1,0 1 0,0-1 0,0 1 0,0-1-1,0 0 0,0 1 0,0-1 0,0 0 0,0 1 0,0-1 0,0 0 0,0 0 0,0 1 0,0-1 0,0 0 0,1 0 0,-1 1 0,0-1 0,0 0 0,0 0 0,0 1 0,0-1 0,1 0 0,-1 0 0,0 1 0,0-1 0,0 0 0,1 0 0,-1 0 0,0 0 0,0 1 0,1-1 0,-1 0 0,0 0 0,0 0 0,1 0 0,-1 0 0,0 0 0,0 0 0,1 0 0,-1 0 0,1 0 0,-1 0 1,0 0-1,0 1 1,0-1 0,0 0-1,1 0 1,-1 0 0,0 0-1,0 0 1,0 0 0,0 0 0,1 1-1,-1-1 1,0 0 0,0 0-1,0 0 1,0 0 0,0 0 0,0 1-1,0-1 1,0 0 0,1 0-1,-1 0 1,0 1 0,0-1-1,0 0 1,0 0 0,0 0 0,0 0-1,0 1 1,0-1 0,0 0-1,0 0 1,0 0 0,0 1-1,0-1 1,0 0 0,0 0 0,-1 0-1,1 1 1,0 1 5,32 16 69,-30-13-65,-1 0 3,7-1-28,-8-4 15,1 0 1,-1 1-1,1-1 0,-1 0 1,1 0-1,-1 0 1,0 1-1,1-1 1,-1 0-1,1 0 0,-1 1 1,0-1-1,1 0 1,-1 1-1,0-1 1,0 0-1,1 1 0,-1-1 1,0 0-1,0 1 1,1-1-1,-1 1 1,0-1-1,0 1 0,0-1 1,0 0-1,0 1 1,0-1-1,0 1 1,0-1-1,0 1 0,0-1 1,0 1-1,0-1 1,0 1-1,0 3 1,0-3 8,-1 10 1389,-31-11-1107,30 0-214,-32 0 177,-140 0-304,136-7-1055,15 2-390,15 4 310,0-1 0,-1 0 0,1-1-1,-10-4 1,11 3-776,-1 0 0,1 0 0,0-1 1,-7-5-1,-13-7-7008,9 7 4438</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2.668"/>
    </inkml:context>
    <inkml:brush xml:id="br0">
      <inkml:brushProperty name="width" value="0.035" units="cm"/>
      <inkml:brushProperty name="height" value="0.035" units="cm"/>
      <inkml:brushProperty name="color" value="#0066FF"/>
    </inkml:brush>
  </inkml:definitions>
  <inkml:trace contextRef="#ctx0" brushRef="#br0">0 0 264,'0'0'3019,"19"6"784,-17-6-3601,-1 0-63,0-1 0,-1 1 0,1 0 0,0 0 0,0 0 0,0 0 0,-1 0 0,1 0 0,0 0 0,0 0 0,0 0 0,-1 0 0,1 1 0,0-1 0,0 0 0,-1 0 0,1 1 0,0-1 0,0 1 0,-1-1 0,1 0 0,0 1 0,-1-1 0,1 1 0,-1 0 0,1-1 0,-1 1 0,1-1 0,-1 1 0,1 0 0,0 1 0,-1-1 152,-9 16 1284,9-15-1485,0-1 15,0 0 0,0 0 0,0 0 0,0 0 0,0 0 0,0 0 1,0 1-1,0-1 0,0 0 0,1 0 0,-1 0 0,0 0 0,1 0 1,-1 0-1,1 0 0,-1 0 0,1 0 0,-1 0 0,1 0 0,0-1 1,0 2-1,1 0 18,-1-1 1,0 1-1,0-1 0,0 1 1,0 0-1,0-1 1,0 1-1,-1 0 0,1 0 1,0-1-1,-1 1 1,1 0-1,-1 0 1,0 0-1,0 0 0,0 0 1,0 2-1,-1 45 865,0-28-670,2-16-248,-1-1-1,0 0 1,1 1 0,0-1-1,0 0 1,0 1-1,1-1 1,0 0 0,-1 0-1,5 7 1,6 28 390,-11-36-434,1 0 1,-1 1-1,0-1 0,-1 0 1,1 0-1,0 1 1,-1-1-1,0 0 0,0 5 1,9 24 265,-9-19-61,0-9-117,1 0 0,-1 0 1,0 0-1,-1 0 0,1 0 0,-1 0 0,0 0 0,0 0 1,0 0-1,-2 5 0,1-5-26,0 1 0,0 0 0,1 0 0,0 1 0,0-1 0,0 0 0,1 7 0,-1 0 2,1-1-43,0-1 0,1 1 0,0-1 0,0 1 0,4 12 0,-1-3-24,-3-17-13,-1 1 1,1-1 0,0 1 0,0-1 0,0 1 0,0-1-1,1 0 1,-1 1 0,5 4 0,-3-3 72,0 0 0,0 1 0,0-1 0,-1 1 0,1 0 0,2 10 0,-4-10 164,1 0 0,0 0 1,0-1-1,0 1 1,1-1-1,6 10 0,-7-12-76,0 0 0,0 0 1,0 0-1,-1 1 0,1-1 0,-1 1 0,0-1 0,0 1 0,0 0 0,1 6 0,-1 40 1194,-2-30-971,10 23 189,-9-40-571,0-1-1,0 1 1,0-1-1,1 1 1,-1 0 0,1-1-1,0 1 1,-1-1 0,1 1-1,2 3 1,9 32 132,20 32 408,-21-37-280,7 10 36,-17-41-294,0 0-1,0 1 1,0-1 0,0 0-1,-1 1 1,1-1 0,-1 0-1,1 1 1,-1-1 0,0 1-1,0-1 1,0 4 0,8 31 35,1-9-1,0 4-9,-9-29-37,0-1 1,1 1 0,-1 0 0,1-1 0,0 1-1,-1-1 1,1 1 0,0-1 0,2 4 0,-1-4 0,-1 1 0,0-1-1,0 1 1,0 0 0,0 0 0,0-1 0,-1 1 0,1 0 0,-1 4 0,1-3 0,-1-1 1,1 1-1,0 0 0,0-1 1,0 1-1,1-1 0,-1 1 1,1-1-1,0 0 1,0 0-1,0 1 0,0-1 1,0-1-1,1 1 0,4 4 1,17 24 53,16 26-32,-33-44-31,-6-12 4,0 0 1,0 0-1,0 0 1,0 0-1,-1 0 1,1 1-1,0-1 0,-1 0 1,1 0-1,-1 1 1,0-1-1,1 0 1,-1 1-1,0-1 1,0 1-1,0-1 1,0 0-1,0 1 1,0-1-1,0 0 0,0 1 1,-1-1-1,1 1 1,0-1-1,-1 0 1,1 0-1,-2 3 1,1 1 7,0 0 0,0 0 0,0 0-1,1 0 1,0 0 0,0 0 0,0 0 0,1 7 0,0 6 21,-1 52-17,-8-43 36,8 179 32,0-204-79,0-1 0,0 0-1,1 0 1,-1 0 0,0 0-1,1 0 1,-1 0 0,1 0-1,-1 0 1,1 0 0,0 0-1,-1 0 1,1 0 0,1 1-1,-1-1 3,0 0-1,0 0 0,0 0 1,-1 0-1,1 0 1,-1-1-1,1 1 0,0 0 1,-1 0-1,0 1 0,1-1 1,-1 0-1,0 0 0,1 2 1,-1-2-2,0 0-1,1 1 1,-1-1 0,0 0 0,1 0 0,-1 0 0,1 1 0,-1-1 0,1 0-1,-1 0 1,1 0 0,0 0 0,0 0 0,1 1 0,-1-1-2,-1 0-1,1 0 1,0 0 0,0 0 0,-1 0 0,1 0 0,0 0 0,-1 0-1,1 0 1,-1 1 0,0-1 0,1 0 0,-1 0 0,0 2 0,1-1 7,-1 1 0,1-1 1,-1 0-1,1 0 0,0 0 0,0 0 1,0 0-1,0 0 0,0 0 1,0 0-1,0 0 0,3 2 1,-3-3 3,1 1 0,-1 0 0,0-1 0,0 1 0,0 0 0,0 0 0,0-1 0,0 1 0,0 0 0,-1 0 0,1 0 0,-1 2 0,1-2-7,-1 0 1,0-1 0,0 1-1,1-1 1,-1 1 0,1 0 0,-1-1-1,1 1 1,0-1 0,-1 1-1,1-1 1,0 0 0,1 2-1,-1-2-8,0 0 0,0 1 0,0-1 0,0 1 0,-1-1 0,1 0 0,0 1 0,-1-1 0,1 1 0,-1-1 0,0 1 0,1 3 0,-1 82 43,-4-75-49,-1 4-4,5-14 19,0 1-1,1 0 0,-1 0 0,0 0 0,1-1 1,0 1-1,0 0 0,0-1 0,1 4 0,16 28 41,-7-7-54,-6-20 9,6 8 2,7 6 15,-17-19-12,0-1-1,1 1 1,-1-1-1,0 1 1,0 0-1,0-1 1,0 1-1,0 0 0,0 0 1,0 0-1,-1 0 1,2 2-1,2 8 0,-2-7 0,0 0 0,0 0 0,-1 0 0,0 0 0,0 0 1,0 0-1,-1 9 0,-1 44-100,0-24 113,2-28 2,0-1 1,0 0-1,1 1 0,0-1 0,0 0 0,1 0 0,2 5 0,-4-8-14,11 25-2,-10-20 0,1-1 0,-1 0 0,1-1 0,0 1 0,0 0 0,1-1 0,6 9 0,-4-8 0,-1 1 0,0 0 0,0 0 0,-1 1 0,5 11 0,-1-3 0,-7-12 0,0 0 0,0 0 0,0 0 0,-1 1 0,0-1 0,0 0 0,0 0 0,0 0 0,-1 5 0,0 6 0,1-14 0,-1 1 0,1-1 0,0 1 0,-1-1 0,1 0 0,-1 1 0,1-1 0,-1 1 0,0-1 0,1 0 0,-1 1 0,0-1 0,0 0 0,0 0 0,0 0 0,-2 2 0,-9 11 0,11-3 0,2-7 0,6-3 0,2-2 0,-9 1 0,1 0 0,-1 0 0,1 0 0,-1 0 0,0 0 0,1 0 0,-1 0 0,0 0 0,1 0 0,-1 0 0,1 0 0,-1 0 0,0-1 0,1 1 0,-1 0 0,0 0 0,1 0 0,-1-1 0,0 1 0,0 0 0,1 0 0,-1-1 0,0 1 0,0 0 0,1 0 0,-1-1 0,0 1 0,0 0 0,0-1 0,1 1 0,-1 0 0,0-1 0,0 1 0,0 0 0,0-1 0,0 1 0,0-1 0,0 1 0,0-1 0,0 0 0,11-18-2182,-4-17-6440,-6 25 5235,-1-1 1,-1 1 0,-2-20 0,-5 5-2063</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49:14.827"/>
    </inkml:context>
    <inkml:brush xml:id="br0">
      <inkml:brushProperty name="width" value="0.035" units="cm"/>
      <inkml:brushProperty name="height" value="0.035" units="cm"/>
      <inkml:brushProperty name="color" value="#0066FF"/>
    </inkml:brush>
  </inkml:definitions>
  <inkml:trace contextRef="#ctx0" brushRef="#br0">29 0 728,'2'12'6398,"-2"-12"-6303,1 0 0,-1 1 0,0-1 0,1 0 0,-1 0 0,0 0 1,1 1-1,-1-1 0,0 0 0,1 1 0,-1-1 0,0 0 1,0 1-1,1-1 0,-1 0 0,0 1 0,0-1 0,0 1 1,1-1-1,-1 0 0,0 1 0,0-1 0,0 1 0,0-1 0,0 0 1,0 1-1,0-1 0,0 1 0,0-1 0,0 1 0,0-1 1,0 0-1,0 1 0,0-1 0,0 1 0,0-1 0,-1 0 1,1 1-1,0-1 0,0 1 0,-1-1 0,1 0 0,0 1 0,0-1 1,-1 0-1,1 1 0,0-1 0,-1 0 0,-21 16 753,16-13-168,5-2-652,1-1-1,0 0 1,-1 1-1,1-1 1,0 1-1,-1-1 1,1 1-1,0-1 1,0 0-1,-1 1 1,1-1-1,0 1 1,0-1-1,0 1 1,0-1 0,0 1-1,0-1 1,0 1-1,0 0 1,0-1-1,0 1 1,0-1-1,0 1 1,0-1-1,0 1 1,0-1-1,1 1 1,-1-1-1,0 1 1,0-1-1,0 0 1,1 1-1,-1-1 1,1 1-1,7 10 572,-6-6-350,-1 0 0,1 0 0,1 0 0,-1 0 0,1-1 0,3 5 0,8 23 502,-12-26-662,0-1 0,1 1 0,-1 0 0,1-1 0,4 6 0,-4-7-29,-1 0 0,0 0 0,0 0 0,0 0 0,2 8 0,7 15 158,6 12 223,9 19 389,-21-51-709,-1 0 0,0 0 0,-1 0 1,1 0-1,-2 1 0,4 10 0,-3-11-23,0 0-1,0 0 1,0 0 0,1 0-1,7 8 1,-6-8 0,-1 0 0,0 0-1,0 1 1,4 10 0,-6-14-48,0 0 1,0-1-1,0 1 1,1 0-1,-1 0 1,6 5-1,-5-6-5,0 1 0,0 0-1,0 0 1,0 0 0,2 5-1,-4-6-12,2 5 70,0 0 1,0 0-1,0 0 0,-1 1 1,1 11-1,6 30 607,-9-48-676,0 5 86,0-1 1,0 1-1,0-1 1,-1 0-1,0 1 1,-1-1-1,-1 7 1,-6 41 561,5-39-589,1 0 0,0 1 1,1-1-1,1 1 0,0-1 0,1 1 0,2 18 0,0 15 62,-2-39-27,0 0 0,-1 1 1,0-1-1,0 0 0,-1 0 0,-1 0 0,-5 16 0,-4-6 239,10-18-335,0 1 1,1-1-1,-1 0 1,1 1 0,-1-1-1,1 1 1,0 0-1,0-1 1,0 1-1,1 0 1,-1 3 0,-8 36 164,9-30-181,-1-7-13,1 0 1,0-1-1,0 1 1,1 0-1,-1 0 1,1 0-1,0-1 1,1 1-1,1 5 1,0 14 31,4-13-9,-5-7-7,1-1-1,-1 1 1,0 0-1,0 0 1,-1 0-1,1 0 1,-1 0 0,2 7-1,5 27 255,-8-26-177,1-5-8,-1 1 1,0-1-1,-1 0 0,0 1 0,0-1 0,-4 13 1,-7 24 226,7-29-260,3-12-35,0 1 0,1 0-1,-1 0 1,1 0 0,0 0 0,0 6 0,-8 34 97,0-6 5,9-34-81,0 1 0,-1-1 0,1 0 1,-1 1-1,0-1 0,-1 0 0,1 0 0,-1 0 0,0 0 0,-4 7 1,4-7 67,1 0 1,-1 0 0,1 0 0,0 1 0,-2 7 0,-6 9 331,10-20-434,-1-1 0,0 1-1,0-1 1,0 0 0,0 1-1,-1-1 1,1 0 0,0 1 0,0-1-1,0 1 1,0-1 0,0 0 0,0 1-1,-1-1 1,1 0 0,0 1 0,0-1-1,0 0 1,-1 1 0,1-1-1,0 0 1,-1 0 0,1 1 0,-1-1-1,1 1 1,-1-1-1,1 0 0,0 0 0,0 1 0,-1-1 0,1 0 0,0 0 1,0 1-1,-1-1 0,1 0 0,0 1 0,0-1 0,0 0 0,-1 1 1,1-1-1,0 1 0,0-1 0,0 0 0,0 1 0,0-1 1,0 0-1,0 1 0,0-1 0,0 1 0,-4 13 140,-1 5 49,5 78 131,0-96-322,0 0 0,0 0-1,1 0 1,-1 0 0,0 0-1,0 0 1,1 0 0,-1 0-1,0-1 1,1 1 0,-1 0-1,1 0 1,-1 0 0,1 0-1,0 0 1,-1-1 0,2 2-1,-1-1 2,0 0 0,0 0 0,0 0 0,-1 0 0,1 0 0,0 0 0,-1 0 0,1 0 0,-1 0 0,1 0 0,-1 0-1,0 0 1,1 1 0,-1-1 0,0 0 0,0 0 0,0 3 0,0 54 15,1-57-19,-1 0 1,0 0-1,0 0 1,0 0-1,1 0 0,-1 0 1,0-1-1,1 1 1,-1 0-1,1 0 1,-1 0-1,1-1 1,-1 1-1,1 0 1,-1-1-1,1 1 1,1 0-1,-2 0 0,1 0 1,0-1-1,0 1 0,-1 0 0,1 0 1,0 0-1,-1-1 0,1 1 1,-1 0-1,1 0 0,-1 0 0,0 0 1,1 0-1,-1 0 0,0 0 0,1 0 1,-1 2-1,7 8 0,-6-10 0,0-1 0,0 1 0,0 0 0,0 0 0,-1 0 0,1 0 0,0 0 0,-1 0 0,1 0 0,-1 0 0,1 0 0,-1 1 0,1 1 0,8 13 0,0 17 0,-1-6 0,-8-26 0,1 1 0,-1-1 0,0 0 0,1 0 0,-1 1 0,1-1 0,-1 0 0,1 0 0,-1 0 0,1 0 0,0 0 0,1 2 0,-1-1 0,0-1 0,0 0 0,0 0 0,0 0 0,0 1 0,-1-1 0,1 0 0,0 1 0,-1-1 0,0 1 0,1-1 0,-1 0 0,1 3 0,-1-2 0,1-1 0,0 1-1,0 0 1,0-1 0,0 1 0,0-1 0,0 1-1,0-1 1,0 0 0,0 1 0,1-1 0,2 2-1,13 19-12,0-4 29,1 2-16,-15-3-52,-2-14 56,0 0-1,1 1 1,-1-1 0,0 0 0,-1 1-1,1-1 1,-1 1 0,1 0-1,-1-1 1,0 1 0,0-1-1,-1 5 1,1 8 0,27 22-4,-18-25 0,-7-10 0,0 0 0,0 0 0,0-1 0,1 1 0,-1 0 0,1-1 0,-1 1 0,5 2 0,-6-4 0,0 0 0,0 0 0,0 1 0,0-1 0,0 0 0,0 1 0,0-1 0,0 1 0,1 2 0,5 10 0,-2-8 0,-1-1 0,0 1 0,0-1 0,-1 1 0,0 0 0,0 1 0,0-1 0,2 8 0,-5-12 0,0 0 0,1 1 0,-1-1 0,1 0 0,0 0 0,-1 1 0,1-1 0,0 0 0,2 2 0,-2-2 0,0 1 0,0-1 0,1 1 0,-1-1 0,-1 1 0,1-1 0,0 1 0,-1 0 0,1 3 0,0-3 0,-1-1 0,1 0 0,0 0 0,0 1 0,1-1 0,-1 0 0,0 0 0,1 0 0,-1 0 0,1 0 0,-1 0 0,1-1 0,0 1 0,0-1 0,3 3 0,-5-4 0,0 0 0,0 0 0,0 0 0,0 0 0,1 0 0,-1 0 0,0 0 0,0 0 0,0 1 0,0-1 0,1 0 0,-1 0 0,0 0 0,0 0 0,0 0 0,0 1 0,0-1 0,0 0 0,0 0 0,0 0 0,1 0 0,-1 1 0,0-1 0,0 0 0,0 0 0,0 0 0,0 1 0,0-1 0,0 0 0,0 0 0,0 0 0,0 1 0,0-1 0,0 0 0,0 0 0,0 0 0,-1 0 0,1 1 0,0-1 0,0 3 0,16 8 0,10 7 0,-22-17 0,-4 2 0,14 8 0,-7-6 0,-5-4 0,8 15 0,-8-16 9,1 2-7,-1 22-93,-18-57-13265,14 24 10023,1 7 2739,1 1 0,0-1 0,-1 0 0,1 1 0,-1-1 0,1 1-1,-1-1 1,0 1 0,0-1 0,0 1 0,0-1 0,-1 0 0,-14-10-5200</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0.341"/>
    </inkml:context>
    <inkml:brush xml:id="br0">
      <inkml:brushProperty name="width" value="0.035" units="cm"/>
      <inkml:brushProperty name="height" value="0.035" units="cm"/>
      <inkml:brushProperty name="color" value="#0066FF"/>
    </inkml:brush>
  </inkml:definitions>
  <inkml:trace contextRef="#ctx0" brushRef="#br0">10 12 232,'0'0'1371,"28"0"7056,-18 1-2597,-11-1-5570,1 0-1,-1 0 0,1 0 1,-1 0-1,1 0 0,-1 0 1,1 0-1,-1 0 0,1-1 1,-1 1-1,1 0 0,-1 0 1,1 0-1,-1-1 1,1 1-1,0 0 0,-1 0 1,1-1-1,-1 1 0,1 0 1,0-1-1,-1 1 0,0-1 1,-17-6 8442,14 6-8343,-4 1 679,7 1-1006,1 0 1,-1 0-1,1-1 0,-1 1 1,1 0-1,0 0 1,-1 0-1,1 0 0,0 0 1,0 0-1,-1 0 1,1 0-1,0 0 0,0 0 1,0 0-1,0 0 1,1 1-1,7 53-32,-8-38 0,1-5 0,-1 0 0,-1 0 0,0 0 0,0 0 0,-4 12 0,4-20-160,1 0 1,-1-1-1,1 1 0,-1 0 0,1 0 1,1 0-1,-1-1 0,0 1 1,1 0-1,0 0 0,1 5 0,3 22-1538,-1-13-1368,0-7-2252,-3-2-5012,8-14 2140</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1.132"/>
    </inkml:context>
    <inkml:brush xml:id="br0">
      <inkml:brushProperty name="width" value="0.035" units="cm"/>
      <inkml:brushProperty name="height" value="0.035" units="cm"/>
      <inkml:brushProperty name="color" value="#0066FF"/>
    </inkml:brush>
  </inkml:definitions>
  <inkml:trace contextRef="#ctx0" brushRef="#br0">262 1 784,'-7'0'16453,"-6"0"-7648,-11 1-4840,-20 4-4860,28-2 2860,-2 3-1585,0 1 0,0 0 1,-31 19-1,44-22-366,0 0 0,0 1 0,1 0 0,-1 0 0,1 0 0,0 0 0,1 1 1,-1 0-1,1 0 0,0 0 0,-4 12 0,7-17-14,-1 1 0,0 0 0,1 0 0,0 0 0,-1-1 0,1 1 0,0 0 0,0 0 0,0 0 0,0-1 0,0 1 0,1 0 0,-1 0 0,0 0 0,1-1 0,0 1 0,-1 0 0,1 0 0,0-1 0,0 1 0,0-1 0,0 1 0,0-1 0,0 1 0,0-1 0,0 1 0,1-1 0,-1 0 0,2 1 0,-1 0 0,1 0 0,-1-1 0,1 1 0,0-1 0,-1 0 0,1 1 0,0-1 0,0-1 0,0 1 0,0 0 0,0-1 0,0 1 0,0-1 0,0 0 0,0 0 0,0 0 0,4-1 0,8-2 0,-1-1 0,1-1 0,-1 0 0,0-1 0,25-14 0,-21 10 0,-13 8 0,0-1 0,0 0 0,0 0 0,8-7 0,5-7-9,-16 15 5,0 1 0,0-1 0,0 0 1,0 0-1,0 0 0,-1 0 0,1 0 0,-1 0 0,1 0 0,-1 0 0,0 0 0,1-1 0,-1 1 0,-1-1 1,1 1-1,0-1 0,0 1 0,-1-1 0,0 1 0,1-1 0,-1 1 0,0-5 0,0-35-821,0 41 547,0-3-1790,0 7 660,24 3-22063,-14-6 20685</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1.578"/>
    </inkml:context>
    <inkml:brush xml:id="br0">
      <inkml:brushProperty name="width" value="0.035" units="cm"/>
      <inkml:brushProperty name="height" value="0.035" units="cm"/>
      <inkml:brushProperty name="color" value="#0066FF"/>
    </inkml:brush>
  </inkml:definitions>
  <inkml:trace contextRef="#ctx0" brushRef="#br0">27 15 2377,'15'-8'20569,"-20"5"-18722,1 1 246,0 1 1752,2 10-1809,2 1-2036,-1 0 0,1 0 0,1 0 0,0-1 0,0 1 0,4 13 0,-3-13 0,-1 0 0,0 0 0,-1 0 0,0 0 0,-1 13 0,-1 5 0,0 15-2215,-2-16-3187,-12 36-1,14-54 4847,-1 30-11846,-4-23 7925</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2.982"/>
    </inkml:context>
    <inkml:brush xml:id="br0">
      <inkml:brushProperty name="width" value="0.035" units="cm"/>
      <inkml:brushProperty name="height" value="0.035" units="cm"/>
      <inkml:brushProperty name="color" value="#0066FF"/>
    </inkml:brush>
  </inkml:definitions>
  <inkml:trace contextRef="#ctx0" brushRef="#br0">16 31 1064,'0'-7'3255,"-2"-11"16385,-5 16-14845,0 1-971,8 1-3821,-1 0 1,0-1 0,1 1-1,-1 0 1,1 0 0,-1-1 0,1 1-1,-1 0 1,1 0 0,-1 0-1,1 0 1,-1 0 0,1 0 0,-1 0-1,1 0 1,-1 0 0,0 0-1,1 0 1,-1 0 0,1 0-1,-1 0 1,1 0 0,-1 1 0,1-1-1,-1 0 1,1 0 0,-1 0-1,0 1 1,1-1 0,-1 0 0,1 1-1,-1-1 1,0 0 0,1 1-1,-1-1 1,0 0 0,1 1-1,-1-1 1,0 1 0,8 19 35,-7-16-37,2 0-2,-1 1 0,1-1 0,-1 1 0,-1-1 0,1 1 0,0-1 0,-1 1 0,1 5 0,-1-4 0,0 0 0,1 0 0,0 0 0,0 0 0,6 9 0,18 45-2623,-24-55 1668,1-1 1,-1 1 0,0 0-1,0 0 1,-1 0-1,1 0 1,-1 0-1,1 7 1,-2-7-99,1-1 1,-1 0-1,0 0 1,-1 0-1,1 0 1,-1 0-1,0 0 0,0 0 1,0-1-1,0 1 1,-3 5-1,-4 7-3501</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3.608"/>
    </inkml:context>
    <inkml:brush xml:id="br0">
      <inkml:brushProperty name="width" value="0.035" units="cm"/>
      <inkml:brushProperty name="height" value="0.035" units="cm"/>
      <inkml:brushProperty name="color" value="#0066FF"/>
    </inkml:brush>
  </inkml:definitions>
  <inkml:trace contextRef="#ctx0" brushRef="#br0">210 24 3105,'-1'-1'366,"0"-1"1,0 1 0,1 0-1,-1 0 1,0 0-1,0 0 1,-1 0 0,1 0-1,0 1 1,0-1 0,0 0-1,0 0 1,-1 1-1,1-1 1,0 1 0,-1-1-1,1 1 1,0 0-1,-1-1 1,-1 1 0,-32-6 2828,-52 6 5774,83 1-8717,0 1 1,0-1 0,0 1 0,1 0-1,-1 0 1,0 0 0,1 1 0,-1-1 0,1 1-1,-5 4 1,7-5-207,-13 21 925,13-22-944,1 0 0,0 0 0,0 0 0,0 0-1,0 0 1,0 0 0,0 0 0,0 0 0,0 0 0,0 0 0,0 0-1,1 0 1,-1 0 0,0 0 0,1 0 0,-1 0 0,1 0-1,-1-1 1,1 1 0,-1 0 0,1 0 0,0 0 0,-1 0 0,1-1-1,1 2 1,7 5 11,0 1-1,1-2 1,-1 1-1,2-2 0,-1 1 1,0-1-1,1-1 1,0 0-1,21 5 1,-6-4 0,0-1 0,0-1 1,33-1-1,-53-2-65,-1-1 1,1 0-1,-1 0 0,0 0 0,1 0 0,-1-1 1,0 0-1,0 0 0,0 0 0,0-1 0,0 0 1,-1 0-1,1 0 0,-1 0 0,0-1 0,0 1 1,0-1-1,4-5 0,-8 7-28,1-1 0,0 0 0,-1 1 0,0-1-1,0 0 1,1 0 0,-1 1 0,-1-1 0,1-3 0,-1-2-85,0 6 105,1 0 0,-1 1 0,0-1 0,0 0 0,0 0 0,0 1 0,0-1 0,-1 1 0,1-1 0,0 1 0,-1-1 0,1 1 0,-1 0 0,1 0 0,-1 0 0,0-1 0,0 2 0,-2-3 0,-12-8-595,12 8 218,0 0 0,0 0 0,-1 1 0,1-1-1,-1 1 1,1 0 0,-1 0 0,0 0 0,1 1 0,-1 0 0,0 0-1,0 0 1,0 0 0,0 1 0,0 0 0,0 0 0,0 0-1,0 0 1,0 1 0,0 0 0,0 0 0,-6 3 0,2-1-298,6-2 387,1 0 0,-1-1 0,1 1 0,-1 1 1,1-1-1,0 0 0,0 1 0,-3 1 0,-5 4-1314,9-6 1276,0-1 0,0 1 0,0-1 0,0 1 1,0 0-1,1-1 0,-1 1 0,0 0 0,0-1 0,0 1 1,1 0-1,-1 0 0,0 0 0,1 0 0,-1 0 1,1 0-1,-2 2 0,10 2-2092</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44.325"/>
    </inkml:context>
    <inkml:brush xml:id="br0">
      <inkml:brushProperty name="width" value="0.035" units="cm"/>
      <inkml:brushProperty name="height" value="0.035" units="cm"/>
      <inkml:brushProperty name="color" value="#0066FF"/>
    </inkml:brush>
  </inkml:definitions>
  <inkml:trace contextRef="#ctx0" brushRef="#br0">139 11 1704,'18'-11'12035,"-20"21"-9760,0-7-1939,-1-1 0,1 0 1,0 0-1,0 1 0,-1 0 0,2-1 0,-1 1 1,0 0-1,0 0 0,1 0 0,0 0 0,0 0 1,0 0-1,-1 5 0,1-4-236,0-1 0,0 1-1,1 0 1,-1-1 0,1 1-1,0 0 1,1 0 0,-1-1 0,0 1-1,1 0 1,0-1 0,0 1-1,0 0 1,2 3 0,-1-3-90,0 0 0,0-1 0,0 1 0,0-1 1,1 0-1,0 0 0,-1 0 0,1 0 0,0 0 1,0-1-1,1 1 0,-1-1 0,1 0 0,-1 0 0,5 2 1,1 0-2,-1 0 1,1-1 0,0 0 0,0-1 0,0 0 0,0 0 0,1-1 0,15 0 0,-14-1-4,0 0 1,-1-1-1,1 0 0,-1-1 0,1 0 1,-1 0-1,1-1 0,-1-1 1,0 0-1,-1 0 0,1-1 1,-1 0-1,0-1 0,14-10 1,-22 15-7,0 0 0,0 0 0,0 0-1,0 1 1,0-1 0,0 0 0,0 0 0,-1 0 0,1-1 0,0 1 0,-1 0 0,1 0 0,-1 0 0,1 0 0,-1-1 0,1 1 0,-1 0 0,0-1 0,0 1 0,0 0 0,0 0 0,0-1 0,0 1 0,0 0 0,0-1 0,0 1 0,0 0 0,-1 0 0,1-1 0,-1 1 0,1 0 0,-1 0 0,1 0 0,-1-1 0,0 1 0,1 0 0,-1 0 0,0 0 0,0 0 0,0 0 0,-1-1 0,-5-3-183,0 0 0,0 0 0,-1 0 1,1 1-1,-11-5 0,8 5-370,0 0 1,-1 1-1,0 0 1,1 1-1,-1 0 1,0 1-1,0 0 1,0 0-1,0 1 1,0 1-1,0 0 1,-16 3-1,-34 7-1978,-44 11-2650,71-12 3055,0-4-503</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0.512"/>
    </inkml:context>
    <inkml:brush xml:id="br0">
      <inkml:brushProperty name="width" value="0.035" units="cm"/>
      <inkml:brushProperty name="height" value="0.035" units="cm"/>
      <inkml:brushProperty name="color" value="#0066FF"/>
    </inkml:brush>
  </inkml:definitions>
  <inkml:trace contextRef="#ctx0" brushRef="#br0">149 163 1288,'-1'-6'914,"0"1"0,0-1-1,0 1 1,-1-1 0,0 1 0,0 0-1,-1 0 1,1 0 0,-1 0 0,0 0-1,0 0 1,-8-7 0,4 4 978,-1 1 1,-1 1-1,1-1 1,-1 1 0,0 1-1,-1-1 1,1 2-1,-17-7 1,24 11-1573,1 0-261,1-1 0,-1 1 0,0 0 0,0 0 0,0 0 0,1-1 1,-1 1-1,0 0 0,1-1 0,-1 1 0,0-1 0,1 1 0,-1-1 1,1 1-1,-1-1 0,0 1 0,1-1 0,-1 1 0,1-1 0,0 0 1,-1 1-1,1-1 0,0 0 0,-1 0 0,1 1 0,0-1 0,-1 0 1,1 0-1,0 1 0,0-1 0,0 0 0,0 0 0,0 1 0,0-1 1,0 0-1,0 0 0,0-1 0,0 2-59,0 0 0,0 0 0,0 0 0,0 0 0,0-1 0,0 1 0,0 0 0,0 0 0,0 0 0,0 0 0,0-1 0,0 1 0,0 0 0,1 0 0,-1 0 0,0 0 0,0-1 0,0 1 0,0 0 0,0 0 0,0 0 0,0 0 0,0 0 0,0-1 0,1 1 0,-1 0 0,0 0 0,0 0 0,0 0 0,0 0 0,0 0 0,1 0 0,-1 0 0,0-1 0,0 1 0,0 0 0,0 0 0,1 0 0,-1 0 0,0 0 0,0 0 0,0 0 0,0 0 0,1 0 0,-1 0 0,0 0 0,0 0 0,0 0 0,1 0 0,-1 0 0,0 1 0,0-1 0,0 0 0,0 0 0,0 0 0,1 0 0,-1 0 0,0 0 0,0 0 0,0 0 0,0 1 0,0-1 0,0 0 0,1 0 0,-1 0 0,0 0 0,0 1 0,8 7 0,-8-8 0,25 27 0,-17-17 0,1-1 0,-1 1 0,-1 1 0,7 11 0,-10-16 0,0 1 0,0 1 0,-1-1 0,-1 0 0,1 1 0,-1-1 0,2 16 0,5 53-693,-9-66-960,0 1 1,-1-1 0,0 1 0,-4 13 0,3-5-2268,2-17 2843,0 0-1,0-1 0,0 1 0,1 0 1,-1 0-1,1 0 0,-1-1 0,1 1 0,0 0 1,0-1-1,2 4 0,-2 1-2993</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1.207"/>
    </inkml:context>
    <inkml:brush xml:id="br0">
      <inkml:brushProperty name="width" value="0.035" units="cm"/>
      <inkml:brushProperty name="height" value="0.035" units="cm"/>
      <inkml:brushProperty name="color" value="#0066FF"/>
    </inkml:brush>
  </inkml:definitions>
  <inkml:trace contextRef="#ctx0" brushRef="#br0">278 8 920,'-40'-4'7051,"31"3"-6125,0 0 0,0 0 0,-1 1 0,1 0 0,0 0 1,-10 3-1,8 0-422,1 0 1,-1 1-1,1 0 1,0 1-1,0 1 1,0-1-1,1 1 1,0 1-1,0 0 0,-12 12 1,-5 21 180,23-34-652,0 0 0,1 0-1,0 0 1,0 0 0,0 0-1,1 1 1,-1 8 0,2-12-28,0 1-1,0 0 1,0-1 0,1 1-1,-1-1 1,1 1 0,0-1-1,0 0 1,0 1 0,4 5 0,-1-3 1,0 0 0,1-1 0,0 0 0,7 6 0,-9-8-3,-1-1-2,0 0 0,0 0 0,0-1 0,0 1 0,0-1 0,0 1 0,1-1 0,-1 0 0,0 0 0,1 0 0,-1 0 0,1 0 0,-1-1 0,1 1 0,-1-1 0,1 0-1,-1 0 1,1 0 0,0 0 0,-1 0 0,1 0 0,-1 0 0,1-1 0,2 0 0,9-3 32,-1 0 1,24-11-1,-17 6 1,-16 7-24,0-1 1,0 0 0,0 1 0,0-1-1,0-1 1,-1 1 0,0 0 0,0-1-1,0 0 1,0 0 0,0 0 0,-1 0-1,1 0 1,-1 0 0,3-9 0,-7 7-11,0 1 1,0-1 0,0 1-1,-1 0 1,0 0 0,0 0 0,0 0-1,0 0 1,-1 1 0,-4-5 0,5 6-10,0 0 1,-1 0 0,1 0-1,-1 0 1,0 1 0,1-1 0,-1 1-1,0 0 1,-6-2 0,-1 1-302,11 3 288,-1 0 0,1 0 0,0 0 1,-1 0-1,1 0 0,0 0 0,0 0 0,-1 0 0,1-1 0,0 1 1,-1 0-1,1 0 0,0 0 0,-1 0 0,1 1 0,0-1 0,0 0 0,-1 0 1,1 0-1,0 0 0,-1 0 0,1 0 0,0 0 0,0 0 0,-1 1 1,1-1-1,0 0 0,0 0 0,-1 0 0,1 1 0,0-1 0,-32 22-7509,32-22 7375,0 0-1,0 1 0,-1-1 0,1 0 0,0 1 0,0-1 0,0 0 0,0 0 1,0 1-1,0-1 0,0 0 0,0 1 0,0-1 0,0 0 0,0 1 0,0-1 1,0 0-1,0 1 0,0-1 0,0 0 0,1 0 0,-1 1 0,0-1 0,0 0 1,0 1-1,0-1 0,1 0 0,-1 0 0,0 1 0,0-1 0,0 0 0,1 0 1,-1 0-1,0 1 0,0-1 0,1 0 0,-1 0 0,0 0 0,1 0 0,-1 0 1,0 0-1,0 1 0,1-1 0,-1 0 0,1 0 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1.718"/>
    </inkml:context>
    <inkml:brush xml:id="br0">
      <inkml:brushProperty name="width" value="0.035" units="cm"/>
      <inkml:brushProperty name="height" value="0.035" units="cm"/>
      <inkml:brushProperty name="color" value="#0066FF"/>
    </inkml:brush>
  </inkml:definitions>
  <inkml:trace contextRef="#ctx0" brushRef="#br0">10 11 1872,'-7'-11'26931,"5"24"-24096,2 22-4113,0-22 2122,9 30-708,-9-36-125,1 1-1,1-1 1,-1 0-1,5 11 1,3 17 3,6 15-31,-12-40-148,1-1-1,-1 1 1,-1 0-1,0 0 1,0 0-1,0 11 1,4 43-2915,7 0-3385,1-27 483,-2-7-2042,-5-14 3824</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5.068"/>
    </inkml:context>
    <inkml:brush xml:id="br0">
      <inkml:brushProperty name="width" value="0.035" units="cm"/>
      <inkml:brushProperty name="height" value="0.035" units="cm"/>
      <inkml:brushProperty name="color" value="#0066FF"/>
    </inkml:brush>
  </inkml:definitions>
  <inkml:trace contextRef="#ctx0" brushRef="#br0">304 82 904,'0'-11'4787,"1"10"-4130,-1 0 1,1-1-1,-1 1 0,0 0 0,0 0 0,0-1 0,0 1 0,0 0 0,0-1 0,0 1 0,0 0 0,0 0 0,-1-1 0,1 1 0,0 0 0,-1 0 0,1 0 0,-1-1 0,0 1 0,1 0 0,-1 0 0,0 0 0,0 0 1,1 0-1,-1 0 0,-2-1 0,2 1-132,0 0 0,-1 0 0,1 0 0,0 0 1,-1 0-1,1 0 0,0 0 0,0 0 0,0-1 1,0 1-1,0 0 0,1-1 0,-1 1 0,0-1 1,0-1-1,1 3-295,-1-1-206,0 0 0,1-1 0,-1 1 1,0 0-1,0 0 0,0 0 0,0 0 0,0 0 1,0 1-1,0-1 0,0 0 0,0 0 1,-1 1-1,1-1 0,0 0 0,0 1 0,-1 0 1,1-1-1,0 1 0,-1 0 0,1-1 0,0 1 1,-1 0-1,1 0 0,0 0 0,-1 0 1,1 0-1,-2 1 0,0 0-24,-1 0 0,0 0 0,1 1 0,-1-1 0,1 1 0,0 0 0,0 0 0,0 0 0,0 1 0,0-1 0,-5 6 0,2-3 0,-19 15 0,2 0 0,0 2 0,1 1 0,-24 33 0,34-39 8,7-12-67,1 1-1,-1-1 1,2 1-1,-1 0 1,1 1-1,-1-1 1,2 1 0,-1-1-1,1 1 1,0 0-1,0 0 1,1 0-1,-1 9 1,2-11-702,2 25-8380,-2-29 8220,0 1 0,1-1-1,-1 1 1,1-1-1,-1 0 1,1 1 0,-1-1-1,1 0 1,0 1-1,0-1 1,0 0-1,0 0 1,0 0 0,0 0-1,0 0 1,2 2-1</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5.518"/>
    </inkml:context>
    <inkml:brush xml:id="br0">
      <inkml:brushProperty name="width" value="0.035" units="cm"/>
      <inkml:brushProperty name="height" value="0.035" units="cm"/>
      <inkml:brushProperty name="color" value="#0066FF"/>
    </inkml:brush>
  </inkml:definitions>
  <inkml:trace contextRef="#ctx0" brushRef="#br0">1 54 672,'0'-27'12884,"0"27"-12667,0 0 1,1-1-1,-1 1 0,0-1 0,0 1 0,1 0 1,-1-1-1,1 1 0,-1 0 0,0 0 0,1-1 1,-1 1-1,0 0 0,1 0 0,-1 0 0,1-1 0,-1 1 1,1 0-1,-1 0 0,2 0 0,39-6 4374,20-4 170,-6 4-2474,-36 6-2134,0 1 0,-1 1 1,1 1-1,-1 0 1,0 1-1,25 9 0,43 16-440,133 25-1,-202-51-74,50 9-3636,-60-11 2709,0 0 0,0-1 0,0 0 0,0-1 1,0 1-1,-1-1 0,9-3 0,-11 4 536,-4 0 555,1 0 0,-1 0-1,0 0 1,0 0 0,0 0-1,1 0 1,-1 0 0,0 0-1,0 0 1,0-1 0,0 1 0,1 0-1,-1 0 1,0 0 0,0 0-1,0 0 1,2-3-3570,-2 3 3569,0 0 1,0-1 0,0 1-1,0 0 1,0 0 0,0 0-1,0-1 1,0-4-3473</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6.016"/>
    </inkml:context>
    <inkml:brush xml:id="br0">
      <inkml:brushProperty name="width" value="0.035" units="cm"/>
      <inkml:brushProperty name="height" value="0.035" units="cm"/>
      <inkml:brushProperty name="color" value="#0066FF"/>
    </inkml:brush>
  </inkml:definitions>
  <inkml:trace contextRef="#ctx0" brushRef="#br0">10 185 1040,'0'-1'95,"0"1"-1,0 0 0,0 0 1,0-1-1,0 1 0,0 0 1,0 0-1,0 0 0,0-1 1,0 1-1,0 0 0,0 0 1,-1-1-1,1 1 0,0 0 1,0 0-1,0 0 0,0-1 1,0 1-1,0 0 0,-1 0 1,1 0-1,0-1 0,0 1 1,0 0-1,-1 0 1,1 0-1,0 0 0,0 0 1,0 0-1,-1 0 0,1-1 1,0 1 80,-1 0 1,1 0-1,0 0 1,-1 0-1,1-1 1,0 1-1,0 0 1,-1 0-1,1 0 0,0-1 1,0 1-1,-1 0 1,1 0-1,0-1 1,0 1-1,0 0 1,0-1-1,-1 1 1,1 0-1,0 0 1,0-1-1,0 1 1,0 0-1,0-1 1,0 1-1,0 0 1,0-1-1,0 1 1,0 0-1,0-1 1,0 1-1,0-1 1,0 0 484,0 1-519,1 0 1,-1-1-1,0 1 0,0 0 1,1-1-1,-1 1 0,0 0 1,1-1-1,-1 1 1,0 0-1,1 0 0,-1-1 1,0 1-1,1 0 0,-1 0 1,0 0-1,1-1 0,-1 1 1,1 0-1,-1 0 1,1 0-1,-1 0 0,0 0 1,1 0-1,-1 0 0,1 0 1,9-1 247,-1-1 1,0 1-1,1-2 0,16-5 1,13-4-214,51-6 7,99-23-83,-43 12-1190,-130 26-632,-1-2 0,21-8 0,-17-4-3993,-18 7 3178</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3:56.435"/>
    </inkml:context>
    <inkml:brush xml:id="br0">
      <inkml:brushProperty name="width" value="0.035" units="cm"/>
      <inkml:brushProperty name="height" value="0.035" units="cm"/>
      <inkml:brushProperty name="color" value="#0066FF"/>
    </inkml:brush>
  </inkml:definitions>
  <inkml:trace contextRef="#ctx0" brushRef="#br0">27 12 1576,'-10'-6'5283,"-6"1"3471,24 22-4432,-7-15-4031,0 0-1,0 0 1,0-1 0,0 1 0,1 0-1,-1-1 1,0 1 0,1-1-1,-1 1 1,3 1 0,-2-2-79,-1 0 1,0 0-1,1 1 1,-1-1-1,0 0 0,0 1 1,0-1-1,0 1 1,0-1-1,0 1 0,-1 0 1,2 1-1,-2-1-130,1-1 0,0 1 0,-1-1 0,1 1 0,0-1-1,0 1 1,0-1 0,0 0 0,0 0 0,0 1 0,3 1-1,-1-1 43,0 1-1,0 0 0,0-1 1,0 1-1,-1 0 0,5 6 0,14 15 236,-16-20-313,1 2 0,-1-1 0,0 0 0,0 1 1,0 0-1,6 11 0,32 42 114,9 16-194,-17-37-1182,-33-34 437,0-1-1,0 0 1,0 0 0,0 0-1,1 0 1,0-1-1,-1 1 1,1 0 0,6 3-1,-7-5-553,1 0 0,-1 0-1,1 0 1,-1-1 0,1 1-1,0-1 1,-1 1 0,1-1-1,3 0 1</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13.357"/>
    </inkml:context>
    <inkml:brush xml:id="br0">
      <inkml:brushProperty name="width" value="0.035" units="cm"/>
      <inkml:brushProperty name="height" value="0.035" units="cm"/>
      <inkml:brushProperty name="color" value="#0066FF"/>
    </inkml:brush>
  </inkml:definitions>
  <inkml:trace contextRef="#ctx0" brushRef="#br0">103 12 2008,'-3'-2'1005,"-1"1"0,1 0 0,-1 0 0,0 0 0,1 1 0,-1-1 0,0 1 0,0 0 0,0 0 0,-6 1 0,-2-1 2566,12 0-3186,-1 0 0,1 0 0,-1 0 0,1 1 0,-1-1 0,1 0-1,-1 0 1,1 0 0,-1 0 0,1 1 0,-1-1 0,1 0 0,-1 0 0,1 1 0,-1-1-1,1 0 1,0 1 0,-1-1 0,1 0 0,-1 1 0,1-1 0,-1 2 0,-1 1 2711,-2-2-3518,-16 5 4997,14-6-4544,6 4-31,7-4 0,0-2 0,0 0 0,0 1 0,0 0 0,0 0 0,0 1 0,0 0 0,0 0 0,8 1 0,11 1 0,33-5-1775,31-5-5266,65-3-4301,-132 11 6691,-4 0-74</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13.731"/>
    </inkml:context>
    <inkml:brush xml:id="br0">
      <inkml:brushProperty name="width" value="0.035" units="cm"/>
      <inkml:brushProperty name="height" value="0.035" units="cm"/>
      <inkml:brushProperty name="color" value="#0066FF"/>
    </inkml:brush>
  </inkml:definitions>
  <inkml:trace contextRef="#ctx0" brushRef="#br0">42 55 1528,'-15'0'3816,"13"0"-2812,-15 0 3268,9 0 2734,156-7-4492,-102 1-4150,53-13 1,-91 17 768,1 0-1,0 1 1,14 0 0,-14 1-431,0 0 0,0-1 0,13-3 0,3-2-2229,1 1-266</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33.28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0 427 96,'0'4'2665,"33"-18"-234,31-19-2230,-59 33-203,-4 0 2,0 0-1,0 0 1,-1 1 0,1-1 0,0 0-1,0 0 1,0 0 0,0-1 0,0 1-1,-1 0 1,1 0 0,0 0 0,0-1-1,0 1 1,-1 0 0,1-1 0,0 1 0,0 0-1,-1-1 1,1 1 0,0-1 0,-1 0-1,2 0 1,6-2 2,0 0-1,1 0 1,13-2 0,-9 2-1,1-1-4,-4 1-6,-1 0 1,0 0-1,17-9 1,-21 10 13,-2 1-3,0-1 0,0 2 1,0-1-1,0 0 0,0 1 0,1-1 0,-1 1 0,4 0 0,3-3 26,16-5-11,-10 5-10,-10 1-8,0 0 0,0 1 0,0 0 0,0 0 0,7 1 1,13-4-11,-4-1 17,-18 5 2,1-1-1,-1 0 1,0 0-1,1 0 1,-1-1-1,7-3 1,7-2 6,-18 7-14,1-1-1,-1 1 1,1-1 0,-1 1-1,1-1 1,0 1 0,-1-1-1,1 1 1,0-1 0,-1 1-1,1 0 1,0-1-1,-1 1 1,1 0 0,0 0-1,0-1 1,-1 1 0,1 0-1,0 0 1,0 0 0,-1 0-1,1 0 1,0 0 0,0 0-1,0 0 1,-1 1-1,2-1 1,4 0-6,-1-3-4,-4 2 8,0 0 0,0 0 1,0 1-1,1-1 0,-1 0 0,0 1 0,0 0 0,1-1 0,-1 1 0,0 0 1,0-1-1,1 1 0,-1 0 0,0 0 0,3 0 0,-2 0 3,0 0 0,1 0 0,-1 0 0,0 0 0,0 0 0,0-1 0,0 1 0,0-1 0,0 0 0,0 1-1,-1-1 1,1 0 0,0 0 0,0 0 0,2-2 0,6-2 18,-6 3-9,3 0 5,1 0 0,-1 0 1,0 0-1,12 0 0,7-3 17,27-12-17,-2 6-4,-46 11-7,1-1 0,-1 0 1,0 0-1,10-4 0,17-3-3,-26 8 0,-1-1-1,1 0 1,0 0-1,-1 0 1,8-3-1,-8 2 2,1 0-1,-1 1 0,0 0 0,0 0 1,8 0-1,-9-1 5,-1 0-1,17 0 4,6-4-22,-24 5 12,1 0 0,-1 0 1,0 1-1,1-1 0,-1 0 1,0 1-1,1 0 0,-1-1 1,3 1-1,-2 0 10,-1 0-1,0 0 1,0 0-1,0-1 1,0 1-1,1-1 1,-1 1 0,3-3-1,-3-1 336,-37 4 264,-16-1-554,1 0-28,-59 7 0,24 0-50,16-1 86,-27 6 33,60-7-42,-54-2 0,86-2-53,-66-5 0,-50-1-1,84 1 39,1 0 421,34 5-438,-5 0-13,-14 4-7,16-2-1,0-1 0,0 0 0,0 0 0,0-1 0,-8 1 0,9 0-6,-4 3-1,-2-3 343,9-2-320,1 1 1,-1 0-1,0-1 0,0 1 0,1 0 1,-1-1-1,0 1 0,1 0 0,-1 0 1,0-1-1,1 1 0,-1 0 0,0 0 1,1-1-1,-1 1 0,1 0 0,-1 0 1,0 0-1,1 0 0,-1 0 0,1-1 1,-1 1-1,1 0 0,-1 0 0,0 0 1,1 0-1,51-5 54,-27 3-71,-1 0-1,24-7 1,9-1 29,-4 3-29,-14 1-6,54-1 1,3-4 12,-83 10-10,0 0-1,19-5 1,-18 3 8,-1 1 1,22-2-1,14 2 5,96-17 0,-88 9-49,4 4 16,-46 5 34,1 0-1,26 1 1,7 2-2,-30-2-12,-1 0-5,0 0 1,29-5 0,24 0 38,9-1-6,-38 4 8,-35 3-33,0-1 0,0 0 0,-1 0 1,1-1-1,11-2 0,-11 1-1,0 2 0,0-1 0,-1 1 0,1 0 0,13 1 0,-12 0 5,1-1 0,-1 1 0,16-3 0,5-4-6,0 2 1,34-1-1,-55 4 3,0 0 0,0 0-1,0 0 1,14-5 0,-21 5 0,1 0 1,-1 1 0,1-1-1,-1 1 1,1 0 0,0-1-1,-1 1 1,1 0-1,-1 0 1,1 0 0,0 0-1,-1 0 1,3 1 0,15 1 3,43 3-99,-43-5 103,-17-1-3,1 1 0,-1 0 0,0 0 0,1 0 0,-1 0 0,0 0 0,1 1 1,-1-1-1,0 1 0,1 0 0,-1-1 0,3 3 0,21 2-21,-21-4 20,0 0 0,0 0 0,-1-1 0,1 0 0,0 0 0,0 0 0,5-1 0,6 0 6,27 6-43,105-5 94,-88 6-130,-16-6 76,57 0-23,-37 5 64,-14-5-87,-48 0 46,-1 0-1,41 6-4,44-12-1,-85 6 11,-1 1-16,0 3 4,1-3 5,5-1-2,-4 0 1,15 1-80,-17 0 71,0 0 5,0-1 0,0 0 1,0 1-1,0-1 0,0 0 1,0 1-1,0-1 0,0 0 1,0 1-1,0-1 0,0 0 1,0 1-1,0-1 0,1 0 1,-1 1-1,0-1 0,0 0 1,0 0-1,1 1 0,-1-1 1,0 0-1,0 0 0,1 1 1,-1-1-1,0 0 0,1 0 1,-1 0-1,0 1 0,0-1 1,1 0-1,-1 0 0,0 0 1,1 0-1,-1 0 0,0 0 0,1 0 1,7 2 7,-1-1 0,0 0 0,1 0 0,7-1 0,30 5 8,49 1-24,-42-1 1,-17 1-9,-30-5 19,-1 0-1,1 0 0,0 0 1,-1 1-1,6 2 1,-8-4 5,-2 1 0,0 0-8,-1 0 0,1-1 0,0 1 0,0-1 0,0 1 0,0-1 1,0 1-1,-1 0 0,1-1 0,0 1 0,0-1 0,-1 1 0,1-1 0,0 1 0,-1-1 1,1 1-1,0-1 0,-1 0 0,1 1 0,-1-1 0,1 0 0,-1 1 0,1-1 0,-1 0 1,1 1-1,-1-1 0,1 0 0,-1 0 0,0 0 0,1 1 0,-1-1 0,0 0 0,0 0-2,0 0 1,1 0-1,-1 0 0,1 0 0,-1 0 0,1 1 0,-1-1 0,0 0 0,1 0 0,-1 1 0,1-1 0,-1 0 0,1 1 0,-1-1 0,1 0 1,-1 1-1,1-1 0,0 1 0,-1-1 0,1 1 0,0-1 0,-1 1 0,1-1 0,0 1 0,0-1 0,-1 1 0,1-1 0,0 1 1,0 0-1,0-1 0,0 1 0,-1 1 0,2-2 3,-1 0 0,0 1 0,0-1 0,0 1 0,0-1 0,0 1 0,0-1 0,0 1 0,0-1 0,0 1 0,0-1 0,0 1 0,0-1 0,0 1 0,0-1 0,0 1 0,-1-1 0,1 1 0,0-1 0,0 1 0,0-1 0,-1 1 0,1-1 0,0 0 0,-1 1 0,1-1 0,0 0 0,-1 1 0,1-1 0,-1 0 0,1 1 0,0-1 0,-1 0 0,1 0 0,-1 1 0,0-1 0,0 1 1,0-1-1,0 1 1,0 0-1,-1 0 1,1 0-1,0 0 1,0 0-1,0 0 1,1 0-1,-1 0 1,0 0-1,0 0 1,1 1 0,-1-1-1,0 0 1,1 0-1,-1 1 1,1-1-1,0 0 1,-1 2-1,-2 5 6,2-8-8,1 0 1,-1 1 0,1-1 0,-1 1-1,1 0 1,-1-1 0,1 1-1,-1-1 1,1 1 0,-1 0-1,1-1 1,0 1 0,-1 0-1,1-1 1,0 1 0,0 0-1,-1 0 1,1-1 0,0 1 0,0 0-1,0 0 1,0-1 0,0 1-1,0 0 1,0 0 0,0-1-1,1 2 1,-1 0-1,0-1-5,0 0 5,0 0 0,0 1 0,0-1-1,0 0 1,0 0 0,0 0 0,1 0 0,-1 0 0,0 0 0,1 0 0,-1 0 0,1 0 0,-1 0 0,1 0 0,0 0 0,-1 0-1,1 0 1,0 0 0,0 0 0,1 1 0,-1-2 2,-1 0-2,1 1 1,-1-1-1,0 0 0,1 0 1,-1 1-1,0-1 0,1 0 1,-1 1-1,0-1 0,1 0 1,-1 1-1,0-1 0,1 0 1,-1 1-1,0-1 0,0 1 1,0-1-1,1 0 0,-1 1 0,0-1 1,0 1-1,0-1 0,0 1 1,0 0-1,0-1 1,0 1 0,0 0 0,0-1 0,0 1 0,0 0 0,1 0-1,-1-1 1,0 1 0,0 0 0,0-1 0,1 1 0,-1-1 0,0 1 0,1 0 0,-1-1 0,1 1 0,0 0-1,3 8 2,-4-7 0,0 0 0,0 0 0,0 0 0,0 0 0,0 0 0,0 0 0,-1 0 0,1 0 0,-1 0 0,1 0 1,-1 0-1,0 0 0,1 0 0,-3 3 0,-9 17 21,10-20-22,1 0-1,-1 0 0,0 0 0,1 0 0,0 1 0,-1-1 1,1 0-1,-1 4 0,0 30-69,3-34 70,-1 0 1,1-1-1,-1 1 1,1-1-1,0 1 0,0-1 1,-1 0-1,1 1 0,0-1 1,1 0-1,-1 1 1,0-1-1,2 2 0,-1-2 0,-1 0 1,0 0-1,0 0 0,0 0 0,0 0 0,-1 0 0,1 0 0,0 0 0,0 0 0,-1 1 1,1-1-1,0 2 0,-1-2-1,0 0 0,0 0 1,1 0-1,-1 0 0,0-1 0,0 1 1,1 0-1,-1 0 0,1 0 1,-1-1-1,0 1 0,1 0 0,-1-1 1,1 1-1,0 0 0,-1-1 0,2 2 1,-1-1-1,0-1 1,-1 1-1,1 0 0,0 0 1,0-1-1,-1 1 1,1 0-1,-1 0 1,1 0-1,-1 0 0,1 0 1,-1 0-1,0 0 1,1 0-1,-1 0 0,0 0 1,0 0-1,0 2 1,9 28 0,0-3 0,-9-27-1,-1 0 1,1 0-1,0 0 1,0 1-1,0-1 1,0 0-1,1 0 1,-1 1-1,0-1 1,0 0-1,1 0 1,-1 0-1,0 0 1,1 1-1,0-1 1,-1 0-1,1 0 1,-1 0-1,1 0 1,0 0-1,0 0 1,0 0-1,0-1 1,0 1-1,0 0 1,0 0-1,0-1 1,2 2-1,-2 5 28,1-1-14,-2-5-12,1-1 0,0 1 0,0 0 0,-1 0 0,1 0-1,-1 0 1,1 0 0,-1-1 0,1 1 0,-1 0 0,0 0 0,1 0 0,-1 0-1,0 0 1,0 1 0,0-1 0,1 2 0,-2 26-38,1-13 61,0 55 4,-1-69-26,0 0 1,0 0 0,-1 0-1,1 1 1,-1-1 0,1-1-1,-1 1 1,-3 3 0,2 12 57,1-13-59,-1 0 0,1 0 1,0 0-1,1 1 0,-1-1 0,1 0 1,0 1-1,0 0 0,0-1 0,0 1 1,1 0-1,0-1 0,0 1 1,1 6-1,-1-2 14,9 22-13,-9-31-2,0 1 0,0 0 1,0-1-1,0 1 0,1 0 0,-1-1 1,0 1-1,1-1 0,-1 1 0,0 0 1,1-1-1,-1 1 0,0-1 0,1 1 1,-1-1-1,1 1 0,0 0 0,0 0 1,0 0 0,0 0-1,0 0 1,0 0 0,0 1-1,0-1 1,-1 0 0,1 1-1,0-1 1,-1 0 0,1 1-1,-1-1 1,0 0 0,1 1-1,-1-1 1,0 1 0,0-1-1,0 3 1,0-2 1,0-1-1,0 1 0,1-1-1,-1 0 1,-1 1 0,1-1 0,0 0 0,0 1 0,0-1 0,-1 0 0,1 0 0,-1 1 0,1-1-1,-1 0 1,1 0 0,-1 0 0,0 0 0,1 1 0,-1-1 0,0 0 0,0 0 0,-1 0-1,-10 19 9,10-14-7,1-5-1,1-1-1,-1 1 1,1 0-1,0 0 1,-1 0-1,1 0 0,0 0 1,0 0-1,-1 0 1,1 0-1,0 0 1,0 0-1,0 0 1,0 0-1,0 0 1,1 0-1,-1 0 1,0 0-1,1 1 1,-1-1 2,1 14-3,-1-12 4,1 1 1,-1-1-1,0 1 1,0-1-1,0 0 1,-1 1 0,1-1-1,-1 1 1,1-1-1,-1 0 1,0 0-1,-1 1 1,1-1-1,0 0 1,-3 3 0,-19 17-28,20-17 15,-12 26 11,15-30-2,-1-1 0,1 1 1,0-1-1,0 1 0,0 0 0,0-1 0,0 1 0,0-1 0,0 1 0,0-1 0,1 1 1,-1-1-1,0 1 0,1-1 0,-1 1 0,1-1 0,0 1 0,0-1 0,-1 0 0,2 2 1,-1 2-4,0 0 0,0 0 0,0 0 0,-1 0 1,0 0-1,0 1 0,-1 6 0,0 3 29,1 56-49,0-70 23,0-1 0,0 1 0,0 0 0,0 0 0,0-1 0,0 1 0,1 0 0,-1 0 0,0-1 0,1 1 0,-1 0 0,0 0 0,1-1 0,-1 1-1,1-1 1,-1 1 0,1 0 0,-1-1 0,1 1 0,0 0 0,0 0 1,0-1 0,0 1 0,0 0 0,-1 0 0,1 0 0,0 0 0,-1 0 0,1 0 0,-1 0 0,1 0 0,-1 0 0,1 0 0,-1 0 0,0 0 0,1 0 0,-1 0 0,0 0 0,0 1 0,0-1 0,0 2 0,0 56-25,9-31 40,-9 21-10,0-48-9,-1 0 1,1 0-1,0 0 0,0-1 1,0 1-1,0 0 1,0 0-1,0 0 1,1 0-1,-1-1 0,0 1 1,0 0-1,1 0 1,-1-1-1,0 1 0,1 0 1,-1 0-1,0-1 1,1 1-1,-1 0 0,1-1 1,-1 1-1,1 0 1,0-1-1,0 1 1,0 2 3,-1-1 0,1 0 0,-1 1 0,0-1 0,0 1 0,0-1 0,-1 4 0,1 75 39,0-80-41,0-1 1,0 1-1,0-1 1,0 1-1,0 0 1,1-1-1,-1 1 1,0-1-1,0 1 1,0-1-1,0 1 1,1-1-1,-1 1 1,0-1-1,0 1 1,1-1-1,-1 1 1,0-1-1,1 1 1,-1-1-1,1 1 0,-1-1 1,1 0-1,-1 1 1,0-1-1,1 0 1,-1 0-1,1 1 1,-1-1-1,1 0 1,0 0-1,0 1 1,4 1 0,-3 3 6,-2 0 0,0 0-5,9 12 5,-9 26 17,0-43-16,0 1 0,0 3 1,0-3 57,-28-2 579,25 1-651,-5 0 7,7 0-2,1 1-1,-1 0 0,1-1 1,-1 1-1,1 0 0,0 0 0,-1-1 1,1 1-1,0 0 0,-1 0 1,1 0-1,0-1 0,0 1 1,0 0-1,0 0 0,0 0 0,0-1 1,0 1-1,0 1 0,-1 0 8,-5 3-5,4-1 0,2-3 50,0-1 0,0 1-1,-1 0 1,1-1 0,0 1-1,-1 0 1,1-1 0,0 1 0,-1-1-1,1 1 1,-1-1 0,1 1-1,-1-1 1,0 1 0,1-1-1,-1 1 1,1-1 0,-1 0-1,0 1 1,1-1 0,-1 0 0,0 0-1,1 1 1,-1-1 0,0 0-1,0 0 1,1 0 0,-2 0-1,-32 3-15,6 0 45,17 0-24,-1-1 0,-22 2 1,-11 2 44,-7-1-31,-19 0-52,-7 1 62,58-4 203,-1-1-1,-28-2 0,7 0 121,-68-5-140,-23 1-246,-282 0-50,319 10 9,-77 0 40,-62-5 6,167-5-20,-29 0-10,-7 5 24,43-6 1,-111 1-20,169 5-9,-82 0 64,41 5-74,1 1 23,-26-1 23,56-6-24,0 2 0,0-1-1,0 1 1,1 1 0,-20 5 0,-11-2-23,8-4 46,28-1-22,4 0 3,-4 0-8,6 0 4,0 0-1,1 0 1,-1 0-1,0-1 1,1 1-1,-1 0 1,0 0-1,1 0 1,-1 0-1,0 1 1,1-1-1,-1 0 1,0 0-1,1 0 1,-1 0-1,0 1 1,1-1-1,-1 0 1,0 1-1,1-1 1,-2 1-1,-8 2-5,7-4 6,3 1 0,0 0 0,-1 0 0,1 0 0,0 0 0,-1 0 0,1 0 0,0 1 0,0-1 0,-1 0 0,1 0 0,0 0 0,-1 0 0,1 0 0,0 0 0,-1 1 0,1-1 0,0 0 0,0 0 0,-1 0 0,1 1 0,0-1 0,0 0 0,0 0 0,-1 1 0,1-1 0,0 0 0,0 1 0,0-1 0,0 0 0,-1 1 0,1-1 0,0 1 0,0-1 0,0 1 0,-1-1 0,1 0 0,0 1 0,-1-1-1,1 0 1,0 1 0,0-1 0,-1 0 0,1 0 0,-1 1 0,1-1 0,0 0 0,-1 0 0,1 0 0,-1 1 0,1-1 0,0 0 0,-1 0 0,1 0 0,-1 0 0,1 0 0,-1 0 0,1 0 0,-1 0 0,1 0 0,0 0 0,-1 0 0,1 0 0,-1-1 0,1 1 0,-1 0 0,1 0 0,0 0 1,0 0-1,0 0 0,0 0 0,0 0 1,0 0-1,-1 0 0,1 0 0,0 0 1,0 0-1,0 0 0,0 0 1,0 0-1,0 0 0,0 0 0,-1 0 1,1 0-1,0 0 0,0 0 0,0 0 1,0 0-1,0 1 0,0-1 0,0 0 1,-1 0-1,1 0 0,0 0 1,0 0-1,0 0 0,0 0 0,0 0 1,0 0-1,0 1 0,0-1 0,0 0 1,0 0-1,0 0 0,0 0 0,0 0 1,0 0-1,0 1 0,0-1 0,0 0 1,0 0-1,0 0 0,0 0 1,0 0-1,0 0 0,0 0 0,0 1 1,0-1-1,0 0 0,0 0 0,0 0 1,0 0-1,0 0 0,0 0 0,0 0 1,0 1-1,0-1 0,0 0 1,1 0-1,-6 1 18,3-2-14,1 1 0,-1 0 0,1 0 0,-1 1-1,1-1 1,-1 0 0,1 0 0,-1 1 0,1-1-1,0 1 1,-1-1 0,1 1 0,-3 1 0,-31 15 20,4-16 46,15 3-43,16-3-21,0-1 0,-1 0 0,1 0 0,0 0 0,-1 0 1,1 0-1,0 0 0,-1 0 0,1 1 0,0-1 0,-1 0 0,1 0 0,0 0 0,-1 0 0,1-1 0,-1 1 0,1 0 0,0 0 0,-1 0 1,1 0-1,0 0 0,-1 0 0,1-1 0,0 1 0,-1 0 0,1 0 0,0 0 0,-1-1 0,1 1 0,0 0 0,0 0 0,-1-1 0,1 1 0,0 0 1,0-1-1,0 1 0,0 0 0,-1-1 0,1 1 0,-16-8 707,7 3-670,8 1-42,1 3 6,0-102 69,0 97-54,0 4-4,1 1 0,-1-1-1,0 1 1,0-1 0,0 1 0,0-1-1,0 1 1,0-1 0,-1 1-1,1-1 1,-1 1 0,1-1-1,-1 1 1,1-1 0,-1 1-1,0-1 1,1 1 0,-1 0-1,-1-2 1,1-1 7,0 1-1,1-1 0,-1 0 1,1 0-1,0 0 1,0 0-1,1-6 0,-1 2 17,0-28 1,2 34-37,-1 1-5,-1 1 0,1-1 0,0 1 0,-1-1 0,1 0 0,0 0 0,-1 1 0,1-1 0,-1 0 0,1 0 0,-1 0 0,0 0 0,1 1 0,-1-1 1,0 0-1,0 0 0,1 0 0,-1 0 0,0 0 0,0 0 0,0 0 0,0 0 0,0 0 0,0 0 0,0 0 0,-1 0 0,1-1 0,-1-5 0,1-9 1,-1 14-2,1 0 0,0-1 0,0 1 0,0 0 0,0 0 0,0 0 0,0-1 0,1 1 0,-1 0 0,1 0 0,-1 0-1,1 0 1,0 0 0,0 0 0,2-4 0,-2 5 1,-1 1-1,0-1 0,1 0 1,-1 1-1,0-1 1,0 0-1,0 1 1,0-1-1,1 0 0,-1 0 1,0 1-1,0-1 1,0 0-1,0 0 0,-1 1 1,1-2-1,1-13-5,3 7 3,-2 6 6,0-1 0,-1 1-1,0-1 1,0 0 0,0 0-1,0 0 1,0 0 0,0 0-1,-1 0 1,1 0 0,-1 0 0,0-4-1,0 5 1,0 0 0,0 0 0,0 0 0,0 0-1,0 0 1,0-1 0,-1 1 0,1 0 0,-1 0 0,0 0 0,0 0 0,1 0-1,-3-2 1,2-2 3,0 1 0,0 0 0,1-1 0,0 1 0,0-1-1,1-8 1,-1 1 16,0-102 141,0 50-101,2 61-72,-1 3 11,0 0 0,0 0 0,-1 0 0,1 0 0,-1 0 0,1 0 0,0 0 0,-1-1 0,0 1 0,1 0 0,-1 0 0,0-1 0,0 1 0,0 0 0,0 0 0,0-1 0,0-1 0,1-2 7,5 0 0,-4-1-1,-2 1-6,0 1-2,0 2-4,0 1 4,0 1 1,0 0 0,0-1 0,0 1 0,0-1-1,0 1 1,0 0 0,0-1 0,0 1 0,0-1-1,0 1 1,1 0 0,-1-1 0,0 1 0,0 0-1,0-1 1,1 1 0,-1 0 0,0-1 0,1 1-1,-1 0 1,0 0 0,0-1 0,1 1-1,-1 0 1,0 0 0,1 0 0,-1-1 0,1 1-1,-1 0 1,0 0 0,1 0 0,-1 0 0,0 0-1,1 0 1,-1 0 0,1 0 0,-1 0 0,1 0-1,0 0 1,-1 0 0,0 0 0,0 0 0,0 0 0,1 0 0,-1 0 0,0 0 0,0 0 0,1 0 0,-1 0 0,0 0 0,0 0 0,1 0-1,-1-1 1,0 1 0,0 0 0,0 0 0,1 0 0,-1 0 0,0 0 0,0 0 0,0-1 0,1 1 0,-1 0 0,0 0 0,0 0 0,0 0 0,0-1-1,0 1 1,1 0 0,-1 0 0,0 0 0,0-1 0,0 1 0,0 0 0,0-1 0,2-1-5,39-28 3,-31 23 6,-9 7-3,-1-1 0,0 1 1,1-1-1,-1 1 0,1 0 0,-1-1 0,1 1 0,-1-1 1,1 1-1,0 0 0,-1 0 0,1-1 0,-1 1 1,1 0-1,0 0 0,-1 0 0,1 0 0,-1 0 1,1 0-1,0 0 0,-1 0 0,1 0 0,0 0 0,0 0 1,1 0 11,2 0-5,7-11-7,-9 7-2,-2 3 0,0 1 1,0 0-1,1-1 0,-1 1 0,0 0 1,0-1-1,0 1 0,1 0 1,-1-1-1,0 1 0,1 0 1,-1 0-1,0-1 0,1 1 1,-1 0-1,0 0 0,1 0 0,-1 0 1,0-1-1,1 1 0,-1 0 1,0 0-1,1 0 0,-1 0 1,1 0-1,-1 0 0,0 0 1,1 0-1,-1 0 0,1 0 0,-1 0 1,0 0-1,1 0 0,-1 1 1,0-1-1,1 0 0,-1 0 1,0 0-1,1 0 0,-1 1 1,0-1-1,1 0 0,-1 0 0,0 1 1,1-1-1,-1 0 0,4 2-17,0-2 21,0 1 0,0 1-1,0-1 1,0 0 0,-1 1-1,1 0 1,0 0 0,6 4-1,-4-2 3,0 0 0,0-1-1,0 0 1,0-1 0,9 4-1,17 1 9,0-2 0,59 3 0,-44-6-20,-27-1 10,0 0-1,25-4 1,129-13 13,-38-8-30,-31 5 3,-90 16 4,24-3 28,65-3 0,-17 4-15,-2 0-14,-24-1-8,-43 5 18,1-1-1,28-6 0,-30 4 1,1 1-1,26-1 0,-30 4-2,0-2 0,22-4-1,-23 3 1,0 1 0,20-1-1,54-8-4,-42 6-4,4-1 25,31-4-7,-20 4-7,-45 6 2,1 1 6,0-1 1,-1-1-1,19-3 0,-26 1-15,-1 1-1,1 0 1,0 0 0,0 1-1,14-1 1,80-4 14,13-4 16,-114 10-23,0 0-1,0 0 1,0 0 0,0 0 0,1 0 0,-1 0 0,0-1 0,0 1 0,0 0 0,0-1 0,0 1 0,0-1 0,0 1-1,0-1 1,1 0 0,6 0-2,0 1-4,1 0 563,-17-1-279,0-1 0,0 1 0,0-2 1,0 1-1,0-1 0,-12-7 0,-35-11-288,5 8 25,7 1 27,-55-8 1,61 16-31,-25-4 0,-63 0 1,68 10-17,-63 12 1,63-6 1,-65 0 0,-90 7 7,207-14-7,-77 5-22,-36 4 49,-3 1-26,93-9 2,-1 0 0,-39-4 0,11 1 0,22 6 5,0 1-21,-34-1 85,-25 0-232,123-6 170,1-2 0,30-7 0,12-2 34,125-24-72,-76 12 13,252-52-7,-347 70 34,37-3-1,-12 3 29,-30 4-36,0 0 1,23 3-1,-20-1-6,33-3 0,10-4 2,80-13 1,-136 19 2,-1 0-1,1 0 1,0 1 0,20 2-1,-20 0 3,0-1-1,0-1 0,0 0 0,21-4 0,52-5-11,-71 8 7,0-1 0,1 2 0,25 1 0,-3 0 13,24 5-13,-46-5-13,-1 0 1,0 1 0,25 8-1,-1-1 13,-10-1 1,-21-6-1,-4-1-2,0 0 0,-1 0 0,1 1 0,0-1 0,-1 0 1,1 0-1,-1 1 0,1-1 0,-1 1 0,0 0 1,1-1-1,-1 1 0,0 0 0,0 0 0,0-1 1,0 1-1,-1 0 0,2 4 0,-2 5-4,1-9 6,-1 0 0,1 0 0,-1 0 0,0 0 1,0 0-1,0 0 0,0 0 0,0 0 1,0 0-1,-1 0 0,1 0 0,-1 0 0,0 0 1,1 0-1,-1 0 0,0 0 0,0-1 1,0 1-1,0 0 0,-2 1 0,-20 15-6,18-14 4,0 0 0,1 0-1,-1-1 1,-1 0 0,-8 5 0,-71 23 5,58-20 7,-40 11 1,-14 6 9,30-10-13,-18 8-18,20-11 7,12-4 1,-162 55 4,147-51 0,38-10 4,-1 0 0,1-2 0,-1 1 0,0-2 0,-18 2 0,-90 1 60,113-5-64,-17-1 13,0 2-1,0 1 0,-35 7 0,-63 18-28,-90 15 8,152-34-24,59-7 31,-18 2 1,12-2 0,0 0 0,0 1 0,0 0 0,0 1 1,0 0-1,0 1 0,1-1 0,-16 10 0,21-12 1,-1 0-1,1-1 0,-1 1 1,1-1-1,0 0 0,-1 0 1,-7-1-1,-4 0 33,-70 6-6,50 1-35,10-1-32,21-4 32,0 0 0,-1 0 1,1 0-1,-10 5 0,15-6 8,0 1 0,-1-1 0,1 0 0,0 0 0,0 1 0,-1-1 0,1 0 0,0 0 0,0 0 0,-1 1 0,1-1 0,0 0 0,-1 0 0,1 0 0,0 0 0,-1 0 0,1 1 0,0-1-1,-1 0 1,1 0 0,-1 0 0,1 0 0,0 0 0,-1 0 0,1 0 0,0 0 0,-1 0 0,1-1 0,0 1 0,-1 0 0,1 0 0,0 0 0,-1 0 0,1 0 0,-1-1 0,-1 1 0,1 1 0,0 1 0,-7-1 0,-4 2-34,5 0 20,-44 17 30,41-14-16,4-5 3,5-1 21,11-6-26,-3 6 0,0-1-1,0-1 0,13-3 1,17-4 10,-13 6-3,204-21 56,-101 13-55,112-13-14,-137 11-8,40-6-20,51-6-14,-1 0 58,-181 23-5,-1 1-1,22 0 0,12-1-2,-21 0 4,1 0-1,41 3 1,12 1 1,29-2 20,-45-5 21,-54 5-52,-4 0 5,-1 0 1,0 0-1,1 0 0,-1 0 0,1-1 0,-1 1 0,1-1 0,-1 1 0,4-3 0,-4 3 1,0-1 0,0 1-1,0 0 1,0 0 0,0-1 0,0 2 0,0-1 0,1 0-1,-1 0 1,0 1 0,2 0 0,-3-1-1,0 0 0,0 1 0,0-1 1,0 0-1,0 0 0,0 0 0,0 0 0,-1 0 0,1 0 1,0 0-1,0 0 0,0 0 0,0 0 0,0-1 1,0 1-1,1-1 0,-1 1 1,-1 0 0,0-1 0,0 1 0,1 0 0,-1 0 0,0-1 0,0 1 0,1 0 0,-1 0 0,0 0 0,1-1 0,-1 1 0,0 0 0,1 0 0,-1 0 0,0 0 0,1 0 0,-1 0 0,0 0 0,1-1 0,-1 1 0,0 0 0,1 0 0,-1 0 0,1 1 0,-1-1 0,0 0 0,1 0 0,-1 0 0,0 0 0,1 0 0,-1 0 0,0 0 0,1 1 0,-1-1 0,3 0 0,0-3 1,-3 3-1,0-1 1,1 1-1,-1 0 0,0-1 0,1 1 0,-1 0 1,0 0-1,1-1 0,-1 1 0,1 0 1,-1 0-1,1 0 0,-1 0 0,0 0 0,1 0 1,-1 0-1,1-1 0,-1 1 0,1 0 0,-1 0 1,0 1-1,1-1 0,-1 0 0,1 0 1,-1 0-1,1 0 0,-1 0 0,0 0 0,1 0 1,0 1-1,2 0 9,-2-1 3,6-1-9,1-3-4,-7 4 42,15 0-61,-13 0-5,4 4 9,0-2 14,0 0 1,0-1 0,0 0-1,1 0 1,-1-1-1,11 0 1,-13 0 1,1-1 0,-1 2 0,0-1-1,1 0 1,-1 1 0,6 2 0,-9-3 0,12 2 0,30-3 1,-43 1 30,0 0-24,14 0-12,-1-1 1,27-5 0,1 2 3,-6-1 31,-24 3-29,18-2-1,-24 3 0,-3 1-7,-4 2-1,-19 10 17,15-9-3,-13 4-9,14-6 1,0 0 0,0 1 1,0-1-1,0 1 1,0 0-1,1 0 0,-4 2 1,-2 0 3,1 0 0,0-1 0,-1 0 0,0 0 0,0-1 0,-16 2 0,-4 1 1,-176 31 28,185-33-23,-1-1 1,-32 0-1,50-2-9,-36-2-1,26 1 1,-1 1 0,0 0 0,1 0 0,-1 2 0,-18 3 0,-12 1-15,24-4 1,18-2 14,0 0 0,-1 0 0,1 0 0,-1 0 0,1 1 0,-1-1 0,1 1 0,-4 1 0,-9 3-3,-1 0 0,-33 5 0,17-4 8,12-3-6,1-1 1,-1 0-1,-21-3 1,21 1-9,4 0 5,14 0 17,1 0-4,-22 7-15,19-4-4,-12 3 13,-1-1 14,1-4-54,15-1 45,1 2-4,0-2-3,0 1 0,0-1 0,0 0-1,0 0 1,0 1 0,0-1 0,0 0-1,-1 0 1,1 1 0,0-1 0,0 0-1,0 0 1,0 1 0,0-1-1,-1 0 1,1 0 0,0 0 0,0 0-1,-1 1 1,1-1 0,0 0 0,0 0-1,0 0 1,-1 0 0,1 0 0,0 0-1,0 1 1,-1-1 0,1 0 0,0 0-1,-1 0 1,1 0 0,0 0 0,0 0-1,-1 0 1,1 0 0,0 0-1,0 0 1,-1 0 0,1-1 0,-9 4-17,-10 8 9,13-10 7,4-1-26,0 1 1,0 0-1,0 0 1,0-1 0,0 1-1,1 0 1,-1 1 0,0-1-1,-2 2 1,-13 8-883,-42 5-4202</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6:57.339"/>
    </inkml:context>
    <inkml:brush xml:id="br0">
      <inkml:brushProperty name="width" value="0.05" units="cm"/>
      <inkml:brushProperty name="height" value="0.05" units="cm"/>
      <inkml:brushProperty name="color" value="#AE198D"/>
      <inkml:brushProperty name="inkEffects" value="galaxy"/>
      <inkml:brushProperty name="anchorX" value="-54026.96875"/>
      <inkml:brushProperty name="anchorY" value="-51541.17188"/>
      <inkml:brushProperty name="scaleFactor" value="0.5"/>
    </inkml:brush>
  </inkml:definitions>
  <inkml:trace contextRef="#ctx0" brushRef="#br0">80 60 1832,'2'0'1713,"1"0"-244,4 0-88,2-1-121,1 0-50,-1-1-57,1-1-114,2 0-95,-1-1 8,-2 0 5,0 1 76,-1-1 82,-2 1 160,0 0 141,-1 0 134,-2 0 82,-1 0 41,-1 0 0,0-1-58,0 1-93,1 1-174,1 1-155,2 0-150,0 1-323,0-1-795,0 1 199,-2 1-124,0-1 0,-3-1 0,-1 0 0,-1 0 0,-1 0 0,0 0 0,-2 1 0,2 0 0,-1-1 0,2 1 0,1 0 0,0 0 0,1 1 0,0-1 0,0 0 0,0 0 0,0 0 0,0 0 0,0 0 0,0 0 0,0 0 0,0 0 0,0 0 0,0 0 0,0 0 0,0 0 0,0 0 0,0 0 0,0 0 0,0 0 0,0 0 0,0 1 0,0 1 0,0 0 0,0 1 0,0 1 0,0 0 0,2 1 0,0 2 0,0-1 0,-1 2 0,0 0 0,0 2 0,-1 1 0,-1 1 0,-1 1 0,-2 1 0,-1 1 0,-1 1 0,-2 0 0,0 1 0,-2 1 0,-3 0 0,1-1 0,-2 1 0,1 0 0,0 0 0,0-1 0,3 1 0,0 0 0,2-2 0,-1 0 0,1 0 0,2 0 0,-1-1 0,1-1 0,-1 0 0,1-1 0,0-1 0,1 0 0,1-1 0,2-1 0,1-1 0,0-2 0,1-1 0,0-1 0,0 0 0,0-2 0,1-1 0,-1 0 0,0 0 0,0-1 0,0 0 0,0-1 0,0 0 0,0 1 0,0-1 0,0-1 0,0 1 0,0 0 0,0-1 0,0 0 0,0 0 0,0-1 0,0 0 0,0 1 0,0-1 0,0 2 0,0-2 0,0 1 0,0 0 0,0 0 0,0 0 0,0 0 0,0-1 0,0 1 0,0 0 0,0 0 0,0-1 0,2 1 0,-1 0 0,3-1 0,-1 1 0,4-2 0,2 1 0,3-1 0,2 1 0,4-1 0,1 1 0,2-1 0,2-1 0,1 1 0,1-1 0,1 0 0,0 0 0,-1-1 0,0 0 0,-1 1 0,-1 0 0,-1-1 0,-2 1 0,-1-1 0,-1 0 0,-2 1 0,-2-1 0,-4 0 0,-2 0 0,-2-1 0,-2 0 0,-2 0 0,-1-1 0,-3 0 0,0-1 0,-2 1 0,-1-2 0,0 1 0,-1 1 0,1 0 0,-1 1 0,2 0 0,-1 0 0,1 1 0,-1 0 0,1-1 0,-1 2 0,2 0 0,0 1 0,-1-1 0,1 2 0,-1-1 0,0 0 0,1 2 0,1-1 0,1 1 0,0-1 0,1 1 0,0 0 0,0 0 0,0 2 0,1 0 0,-1 0 0,0 0 0,0 0 0,0 1 0,0 0 0,0 1 0,2 2 0,-1 0 0,1 1 0,0 1 0,-1 1 0,1 2 0,0 1 0,0 1 0,0 2 0,-1 0 0,-1 3 0,1 0 0,-1 1 0,0 2 0,0 1 0,-1 1 0,1-1 0,0 1 0,0 0 0,0-1 0,0-2 0,0-1 0,2 0 0,0-1 0,1-2 0,1-1 0,-2-1 0,2-3 0,-1-1 0,0-2 0,-1-3 0,-1-2-1484,26-38-29428</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08.121"/>
    </inkml:context>
    <inkml:brush xml:id="br0">
      <inkml:brushProperty name="width" value="0.05" units="cm"/>
      <inkml:brushProperty name="height" value="0.05" units="cm"/>
      <inkml:brushProperty name="color" value="#AE198D"/>
      <inkml:brushProperty name="inkEffects" value="galaxy"/>
      <inkml:brushProperty name="anchorX" value="-55248.02734"/>
      <inkml:brushProperty name="anchorY" value="-53019.61719"/>
      <inkml:brushProperty name="scaleFactor" value="0.5"/>
    </inkml:brush>
  </inkml:definitions>
  <inkml:trace contextRef="#ctx0" brushRef="#br0">331 1 168,'-1'0'25779,"0"0"-24988,-1 0-90,0 0-75,1 0-64,-2 0-65,1 0-56,-1 0-57,0 0-65,0 0-7,1 0-71,-2 1-30,0 0 144,-1 0-253,2 0 52,0 0-41,2 1-17,0-1-7,0 0-8,1 1-19,0 0-14,1-1-6,-1 1-10,0 0-18,0 0 14,0 0-14,0 1 3,0 0 8,-2 0-2,1 0-8,-1 0 11,0 1-12,1 0 12,1 0-22,-2 1 16,0 0-14,0-1 22,0 1-7,0-1 3,-1 1 9,-1 0-2,1 0 29,0 0-17,0 1 15,-1 1-31,0 1-28,1 0 6,-2 1-5,-1-2 0,1 1 0,0-2 0,0 1 0,0-1 0,1 1 0,-1-1 0,1-1 0,1 1 0,-1 0 0,1 0 0,1-1 0,0 1 0,1 0 0,-1-1 0,0 1 0,0-1 0,1 1 0,0-1 0,0 0 0,1 1 0,-2-1 0,0 1 0,1-1 0,-1 1 0,1-1 0,-1 0 0,0 1 0,0-1 0,-1 1 0,0 0 0,-1 1 0,0-1 0,0 2 0,0-1 0,1 0 0,-1-1 0,1 1 0,-2 0 0,2-1 0,0 1 0,-1-1 0,1 0 0,-1 0 0,1 0 0,0-1 0,1 0 0,-1 1 0,0 0 0,-1 1 0,1-1 0,0 2 0,0-2 0,0 1 0,0-1 0,1 1 0,0-1 0,-1 0 0,1-1 0,-1 1 0,0-2 0,1 0 0,0 1 0,-1-1 0,1 0 0,0 0 0,0 0 0,1 0 0,1 1 0,0-1 0,-2 1 0,0 0 0,-1 1 0,0-1 0,0-1 0,1 1 0,-1 0 0,0-1 0,1 0 0,0 1 0,1-1 0,1 0 0,-2 1 0,0 0 0,0 0 0,1 1 0,0-1 0,0 1 0,1-2 0,-2 0 0,0 1 0,1-1 0,-1 0 0,1 0 0,1 0 0,-1 0 0,1 1 0,0-1 0,2 0 0,0-1 0,0 0 0,-1-1 0,0 1 0,0 1 0,1-1 0,0 1 0,0 0 0,-1-1 0,2 1 0,0 0 0,0-1 0,1 1 0,0 0 0,0-1 0,-1 1 0,1-1 0,-1 0 0,2 1 0,-2-1 0,0 0 0,1 0 0,-1 0 0,-1 0 0,2 0 0,-2-1 0,1 0 0,0 0 0,0 0 0,-1 0 0,0-1 0,1-1 0,-1 1 0,0 0 0,0 0 0,-1 0 0,-1 0 0,1 0 0,-1-1 0,0 0 0,-1 0 0,1-1 0,0 0 0,0 0 0,0 0 0,0-1 0,0 0 0,0 0 0,0-1 0,0 0 0,0-1 0,0 0 0,0 0 0,-2-1 0,1 0 0,-3-1 0,1-1-1988,0-1-198,-1 0-738,1-2-756,0 0-1453,3-2-421,3-1-169,1 0 356,1 2 6038</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29.735"/>
    </inkml:context>
    <inkml:brush xml:id="br0">
      <inkml:brushProperty name="width" value="0.05" units="cm"/>
      <inkml:brushProperty name="height" value="0.05" units="cm"/>
      <inkml:brushProperty name="color" value="#AE198D"/>
      <inkml:brushProperty name="inkEffects" value="galaxy"/>
      <inkml:brushProperty name="anchorX" value="-58821.09375"/>
      <inkml:brushProperty name="anchorY" value="-60404.76172"/>
      <inkml:brushProperty name="scaleFactor" value="0.5"/>
    </inkml:brush>
  </inkml:definitions>
  <inkml:trace contextRef="#ctx0" brushRef="#br0">88 75 152,'0'-2'3659,"0"0"-2774,-2 0-101,0-1-112,-1 0-104,0 0-94,0 1-80,1-1-54,0 0-41,1 1-15,1 1-57,0-1-6,0 0-21,0 1-6,0-1-10,0 0-18,0 1-14,0-1 1109,0 1-1153,0 0 6,0 0-2,0 0-9,0 0 2,0 1-10,2 0-25,0 0 6,0-1-23,-1 2-4,0-3-9,0 1-8,-1 0-8,0-1-8,2 2 11,0-1-23,0 1 7,-1 0 6,0 1-2,0-1 1,-1 0 0,0 0 0,0 0 18,0 0 5,0 0 18,0 0-3,-2 0 20,-1 0 108,-1 0-124,2 0 53,2-1-35,1 0-12,2 0 3,-1 0-13,2 0-15,-1 1-6,0 0-9,-1 0-17,1 0 4,-1 0-3,0 0 0,2 0 0,-2 0 0,1 0-10,-2 0 13,0 0 5,0 0-20,-1 0 67,0 0-36,0 0 25,0 0 21,0 0-5,-2 0 23,0 0 13,1 0-22,-1 0-10,0 0 843,0 0-811,1 0 0,-1 0 0,0 0-18,1 0-5,1 0 0,-1 0 331,1 5 3721,0-4-4053,-1 0 38,-1 1 16,0-1 45,1-1 37,0 1 40,0-1 59,1-1 53,-1 0 84,2-3 1935,-3 4-1695,0-1-9,-1 0-21,0 0-60,-2 0-68,1 0-89,-1 0-85,-1 0-97,1-1-67,0 1-29,-2 0-67,2-1-33,-1 1-25,1 0-16,0 0 0,1 1-2,1 0 10,-1 0-41,1 0 12,1 0 33,0 0 7,1 0 10,1 0 9,-1 0 8,3 0-30,0 0 38,0 0-21,1 0 6,0 0-19,1 0-5,0 0-18,-1 0 3,1 0 26,1 0-45,1 0 14,1 0 5,4 0-13,3 1-5,4 0 11,2 0-5,7 0-7,3 1-7,6 0 11,6-1-23,6 0 16,3 0-24,4-1 6,1 0-20,1 0 42,0 0-14,1 0-3,-1 0 2,1 0-10,-2 0 21,-1 0 3,0 0 9,-2-1-39,-2 0 22,-2 0 1,-2 0 8,-2-1-20,-5 0 16,-2 1-24,-3 0 25,-4 0-8,-2 0 3,-4 0-65,-4-1 37,-3 2 23,-2-1 1,-4 1 2,-1-1 2,-2 1 0,-2 0-9,0 0 77,-3 0-51,1 1 1,-1-1-18,0 0-7,0 1-9,0 0 11,0 0-5,-1 0 2,1-1 0,-1 1 10,1-1-13,-1 0-14,0 0 3,-1 0-39,-1 0-36,0 0-86,-2 0-733,-3 0-59,-3 0-427,-2 0-402,-1 0-393,0-1-339,2-1-306,2-2-245,2 1-295</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50.168"/>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0 16 11194,'2500'0'0</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51.447"/>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0 66 784,'0'0'2823,"20"0"-709,47 5-221,55 1-242,35-1-1061,112 0-257,15-10-272,-169-3-45,-3 0 9,-3-2-18,-54 4-14,-31 4-1,135-7-30,-27 3 44,-36 10-2,-57-2 18,0-1 1,72-7-1,-85 3-27,1 2 1,38 3-1,-8-1-12,211-1 32,-249 1-21,12-1 13,28-7 28,-46 7-34,1-1 1,-1-1 0,20-5 0,-26 5-2,1 1 1,0 0-1,-1 0 1,12 0 0,-12 1 3,0 0 0,0 0-1,0-1 1,8-2 0,0-4 19,-31 7-160,3 1-29,-98-1-5724,83 0 2978</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52.535"/>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1 126 688,'139'-3'7003,"-1"0"-5415,-8-2-634,200-6-109,-191 6-801,68-6 19,-103 5-46,132-5 30,-174 5-46,100-4-17,-29 2 3,-5 0 4,-14 2 1,-26 1 14,41 0 40,19-1-42,129 1-118,-268 5 114,0 0 0,-2 0 2,-4 0 3,4 0-4,0 0 2,-5 0 18,-30 0-879,-58-7-5629,52 3 3318</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8:20.146"/>
    </inkml:context>
    <inkml:brush xml:id="br0">
      <inkml:brushProperty name="width" value="0.05" units="cm"/>
      <inkml:brushProperty name="height" value="0.05" units="cm"/>
      <inkml:brushProperty name="color" value="#AE198D"/>
      <inkml:brushProperty name="inkEffects" value="galaxy"/>
      <inkml:brushProperty name="anchorX" value="-66239.4375"/>
      <inkml:brushProperty name="anchorY" value="-66310.875"/>
      <inkml:brushProperty name="scaleFactor" value="0.5"/>
    </inkml:brush>
  </inkml:definitions>
  <inkml:trace contextRef="#ctx0" brushRef="#br0">109 99 432,'0'0'1240,"-1"0"-678,-6 0 5206,8 0-5483,1 0-41,0 0 11,-1 0-7,1 0 9,-1 0 682,0-1-696,1 0 25,0 0-7,-1 0 13,0 0 15,0 1 606,-1-2-583,0 1-1,0 0 1,0 0 19,0 0 357,-2 0-320,1 0-21,-1 0 35,-2-1 2316,4 1-2146,0-4 3133,0 4-3294,0 0-47,0 0-20,0 0-47,0-1-27,0 1 3,0 0-14,2 0-7,0-1-8,1 0 11,1 1-5,0 0-16,0-1-5,-1 1-27,1 0-13,1-1-36,0 0-29,0-1-32,1 1-22,1-1-17,1 0-17,0-1-7,2 0-18,0 0 13,1 1-15,-1-1 14,0 2 5,1-1 8,0 0-1,0 0-9,-1 1 13,0-1-23,-1 0 16,0 2-5,0-1-18,-2 2-4,0-1 1,-2 1-12,0 0 13,-1 0-4,1 0 1,0 1 0,2 1 0,0 0 9,1 0 7,-2 1-1,1-1 1,0 1 0,1 1-10,0-1 13,-2 2-4,-1 0 10,0 0-2,-1 1 10,0 0-2,0 1-9,-2-1 4,0 2-2,-1 0 9,-2 0-21,-2 0 7,-1 0-3,-1 0 0,-1 1 18,-3 0-4,-1 1-17,-2 0 15,-1-1 4,-3 1-20,0-2 7,-4 2 15,-2 1-23,1-2 17,1 1-5,1-1-9,2-1 13,1-1-4,1-1-9,1 0 4,-1 0-2,1-1 0,2 0 0,1-1-10,-1 1 4,2-2 7,1-1-2,1 0 1,2 0 9,-1 0-2,3-1 1,-1-1 18,1 0-4,1 0 20,1 0-4,1 0-17,0 0 34,1 0-30,2 0 19,0-1 13,2 0-3,-1-1 2,0 0 0,1 0 9,-1-1-2,2 1 20,-2 0-25,2-1 0,1 1-10,0-1-18,2 0-4,0 1 8,2-1-12,1 0-6,-1 0-18,1 1 5,0 0-3,0-1 19,0 1-15,1 1-4,0 0 1,-1 0-29,1 1 17,3 0 3,2 0-10,-1 0 12,-2 0-12,1 1 12,-2 1-12,0 2 12,0 0-3,-2 1-8,0 0-7,-1 2 20,-1 0-16,0 0-4,-1 2 1,-1 0-1,0 0-9,-2 0 2,-1 1-10,-2 0-26,-3 1 16,-2 0-6,0 0-27,-4 0-2,-1 0-10,-1-1 2,-3 1-124,-1 0-123,-3 0-131,-2 0-230,-2-1-239,-3 0-309,-1-2-285,-3-1-362,-2-1-232,-4-3-281,-2-2-402,-3-2-692,-2-1-383,-3-2-59,7 0 3657</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8:44.196"/>
    </inkml:context>
    <inkml:brush xml:id="br0">
      <inkml:brushProperty name="width" value="0.05" units="cm"/>
      <inkml:brushProperty name="height" value="0.05" units="cm"/>
      <inkml:brushProperty name="color" value="#AE198D"/>
      <inkml:brushProperty name="inkEffects" value="galaxy"/>
      <inkml:brushProperty name="anchorX" value="-65284.38672"/>
      <inkml:brushProperty name="anchorY" value="-65846.34375"/>
      <inkml:brushProperty name="scaleFactor" value="0.5"/>
    </inkml:brush>
  </inkml:definitions>
  <inkml:trace contextRef="#ctx0" brushRef="#br0">124 17 392,'0'0'0,"2"0"720,1 0 10,3 1 15,0 0 6,1 0 0,-1 0 38,0-1 149,-2 1 127,0-1-24,5 0 5027,-11 0-5340,-6 0 5532,7 0-5740,-1 0-25,0 0-33,1 0-67,0 0-12,-9 5 7021,8-6-6922,1 0-60,-1 0-44,0 0-50,1 1-48,1-1-48,-1 1-263,1 0 70,0 0-39,0 0 0,0 0 0,0 0 0,0 0 0,0 0 0,0 0 0,0 1 0,0 0 0,0 0 0,0 0 0,-1 0 0,-1-1 0,0 1 0,1-1 0,0 0 0,0 0 0,1 0 0,-1-2 0,1 1 0,0 0 0,1 0 0,-1 1 0,0-1 0,0 1 0,0 0 0,2 0 0,-1 0 0,1 0 0,1-1 0,0 0 0,0 0 0,-2 0 0,1 0 0,-2 1 0,1-1 0,0 1 0,1-1 0,2 0 0,-1 0 0,1 0 0,0 0 0,1-1 0,1 1 0,0 0 0,2-1 0,0 0 0,-1 1 0,0 0 0,0 1 0,0-1 0,1 1 0,0 1 0,1 0 0,-1 0 0,1 0 0,0 1 0,-1 0 0,1 0 0,-2 1 0,0 0 0,0 1 0,-2 0 0,1 1 0,-1 3 0,-2 1 0,-1 1 0,0 1 0,-2 0 0,-2 2 0,-1 0 0,-3 1 0,-2 1 0,-4 0 0,-4 1 0,-1 0 0,-4 0 0,-1 0 0,-2 1 0,-2-1 0,2-1 0,-1 1 0,2-2 0,2-1 0,3-1 0,1-1 0,2-2 0,3-2 0,2 0 0,3-1 0,1-1 0,3-1 0,1-1 0,1 0 0,1-1 0,0 0 0,2-3 0,0 1 0,0-1 0,2-1 0,1 0 0,1-1 0,1 1 0,1-1 0,2-1 0,1 0 0,3-1 0,1 0 0,3 0 0,1 1 0,1-1 0,0 1 0,1-1 0,0 1 0,0 0 0,2 0 0,-1 1 0,1-1 0,1 1 0,1 1 0,0 0 0,0 0 0,1 0 0,-2 1 0,1 1 0,-1 1 0,1 0 0,0 1 0,0 0 0,1 1 0,-2 1 0,-1 1 0,-1 1 0,0 1 0,-2 1 0,-1 0 0,-1 0 0,-2 1 0,-2 0 0,-2-1 0,-2 1 0,-2 0 0,-3 0 0,-2 0 0,-3 0 0,-3 1 0,-4 1 0,-6-2 0,-6 1 0,-5 0 0,-7-1 0,-6-1 0,-8-1 0,-8-2-1008,-5-1-1551,-4-2-347,-4-2-849,-2-2-1351,0-4-467,1-2-195,1-1 340,12 0 5582</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14.459"/>
    </inkml:context>
    <inkml:brush xml:id="br0">
      <inkml:brushProperty name="width" value="0.05" units="cm"/>
      <inkml:brushProperty name="height" value="0.05" units="cm"/>
      <inkml:brushProperty name="color" value="#AE198D"/>
      <inkml:brushProperty name="inkEffects" value="galaxy"/>
      <inkml:brushProperty name="anchorX" value="-64382.91797"/>
      <inkml:brushProperty name="anchorY" value="-65448.49219"/>
      <inkml:brushProperty name="scaleFactor" value="0.5"/>
    </inkml:brush>
  </inkml:definitions>
  <inkml:trace contextRef="#ctx0" brushRef="#br0">36 104 1032,'0'-1'3049,"0"0"-2437,0-1 678,0 0-372,0 0-12,-4-1 1868,1 1-2266,0 1 400,0-1-152,-1 0-39,1 0-11,0 1-45,0 1 19,-6-1 6394,9 0-6459,0 0-48,2 0-56,0 0-36,0 1-43,-1-2-40,0 1-21,0-1-27,1 2-24,0-1-6,0 1-28,-1-1-3,1 2 865,0-1-987,-1 0-34,1 0-12,1 0-29,0 0-3,-1 0-20,0 0 3,-1 0-2,2 0 10,-1 0 15,0 0-32,-1-1 49,2-1-6,-1 1 21,0 0-4,2 1 31,2-2-17,1 1 16,4-1-14,2 0-5,2-1-8,1-1-17,1 1-15,1 0-25,-1-1-14,1-1-26,0 0-5,0 1-10,-1 0 2,-1 1-12,0-1-15,-3 2-6,2-1 19,-3 0 3,0 1 0,0 1 1,0-1-10,-1 1 22,-1 0-6,0 0 2,-3 0-19,0 1 6,-2 1-3,-1 0-19,-2 1 6,-1 1-22,1 1 6,0 1 6,0 0 35,-1 2-19,0-1 18,-3 2 5,-1 2 8,-1 1 17,-1 1-13,-1 2 15,-3 0-32,0 0 18,-3 1-25,0 1-3,-1-2 10,0 1-4,1-1 10,0 1-2,1-2 10,-1 1-12,1 0-5,3-3 2,2-1-12,0-2 4,2-1-2,2-2-10,0-1 22,1-1-16,1-1-4,0-1 2,2 0-2,0-1 0,0 0-28,2 0 26,-1 0-27,1 0 36,1-1-11,2-1 4,2 1 18,1-1-4,2 0 11,2 1-12,1-1 5,1 0-12,1 0 13,1 0-4,-1 0-9,1 1 13,0 0-14,-1 0 14,1 1-14,-1-1 23,1 1-16,-1 0-4,0 1 2,3 0-21,-1 1 24,0 0-26,0 1-2,-1 2-27,-2 1-60,0 1-22,0 1-45,-2 2-30,-1 0-24,0 0-15,-3 1-37,0 0-10,-2 2-10,-2-1 19,-1 0-35,-4 1-64,-3 0-94,-3 0-175,-3 1-175,-4 0-228,-2 0-255,-4 0-194,-2-1-226,-2-1-205,-1-2-237,-1-2-219,-1-1-291,-2-2-523,-4-2-366,-4-2-122,5 0 3893</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10.391"/>
    </inkml:context>
    <inkml:brush xml:id="br0">
      <inkml:brushProperty name="width" value="0.05" units="cm"/>
      <inkml:brushProperty name="height" value="0.05" units="cm"/>
      <inkml:brushProperty name="color" value="#AE198D"/>
      <inkml:brushProperty name="inkEffects" value="galaxy"/>
      <inkml:brushProperty name="anchorX" value="-117769.23438"/>
      <inkml:brushProperty name="anchorY" value="-96761.39844"/>
      <inkml:brushProperty name="scaleFactor" value="0.5"/>
    </inkml:brush>
  </inkml:definitions>
  <inkml:trace contextRef="#ctx0" brushRef="#br0">262 76 312,'0'0'0,"1"0"1136,1 0-186,0 0-115,1-1-110,0 0-107,1-1-69,0-2-39,-1 2-46,1-2-12,-1 1-20,1 0 3,0 0-3,-2 0 9,2 0 7,-1 0 18,1 1 4,0-1-8,-1 1 3,1-1-10,-1 0-7,-1 0-8,0 1-8,-1 0-36,-1 0 10,1 1-25,-1-1 6,0 1 6,-1-1 1182,-1 2-1156,0 0 13,1 0 44,-1 0 8,0 0 1302,0 0-1058,0 0 44,1 0 25,-2 0-29,0 0-35,0-1-83,0 0-74,-2 0-89,1 0-78,-1 0-81,-1 1-52,-1 0-50,-1-1 6,1-1-8,1 1-19,0 0 6,1 1-22,1-1-13,-1 1-6,1 0 8,1 0-3,-1 0 10,1 0-2,-1 0 1,1 0-9,0-1 12,-1 0-23,1 0 6,-1 0-11,1 1 2,0-1 9,-1 2-13,-1 0 4,-1 0-1,-1 0 19,1 1-24,-1-1 8,1 1-13,0-1-15,0-1-15,1 1 3,2 0-22,-1 0-13,0 0 3,0 0-22,1 0-13,0-1 3,1 0-3,1 2-10,-1-1-6,0 0 11,-2 0-32,1 0 18,0 1 3,1-1-20,1 0-2,0 1 8,-1-1-12,1 1-6,-3-1 10,1 0 6,-1 1-20,0 0 16,1 0-5,-1 1 10,0-1-2,0 1 10,1 1-11,0-1 12,-1 1-12,1 0 12,-1 0 16,0 0-24,1 0 9,0 0 6,0-1-11,-2 1 3,2-1-10,0 0 2,1 0-29,1 0 27,-2-1-29,1 1 18,1 0-5,-3-1-8,2 1 2,-1 0-1,2-1 0,0 1-9,0 1 11,1-1-3,0 0-8,0 1 21,0 1 2,0-2 1,0 1 1,0 0-19,0 1 15,0-1-14,0 0 12,0 0-12,2 0-6,0 1 10,-1 0 16,1 1-5,-1-1-6,0 0 2,-1 1-10,0-1 2,0 1-1,0-1 0,0 1 0,0-1 0,0 1 0,2-1 0,-1 0 0,1 1 0,1-2 0,2 1 0,-1-2 0,0 0 0,0 0 0,0 0 0,0-1 0,0 1 0,1 0 0,0 1 0,0 1 0,-1-1 0,0 0 0,2 0 0,0 2 0,-1 1 0,1-1 0,1 0 0,-2 0 0,1 0 0,-1-2 0,0 1 0,-1-1 0,-1 0 0,1 1 0,1 0 0,1 0 0,-1 0 0,-1 1 0,1 0 0,0 1 0,2 0 0,-2-1 0,1 1 0,-1 0 0,-1 0 0,0-1 0,1 0 0,-1 0 0,1 0 0,1 0 0,-1 1 0,1-1 0,0 2 0,1-1 0,1 1 0,-2 0 0,1 0 0,-2 0 0,1-1 0,0 1 0,-1-1 0,0 0 0,0 0 0,0-1 0,-1 0 0,1-1 0,0 1 0,0-1 0,0 0 0,0 1 0,0-2 0,-1 0 0,-1 1 0,1-1 0,-1 0 0,1 0 0,0 0 0,0 0 0,0 0 0,1 0 0,-1 0 0,1-1 0,-1 1 0,-1-1 0,0 0 0,1 0 0,-2 0 0,0-1 0,-1 0 0,-1-1 0,2 0 0,0-1 0,0 0 0,-1 0 0,0 0 0,-1 0 0,1 0 0,-1 0 0,0 0 0,0 0 0,0 0 0,-2 0 0,0 0 0,-2-1 0,1 0 0,-1-2 0,-2 1 0,-1 0 0,0-1 0,-2 0 0,3-1 0,-1 0 0,-1-1 0,-1-1 0,0 0 0,-1-1 0,0 1 0,0 0 0,1 0 0,0 0 0,2 0 0,0 2 0,0 0 0,0-1 0,1 2 0,1-1 0,1 2 0,0-1 0,0 0 0,0 1 0,2 0 0,0 0 0,1 1 0,0 0 0,1 0 0,0 1 0,0 0 0,0 0 0,0 0 0,0 0 0,0 0 0,0 0 0,1 0 0,-1 0 0,0 0 0,0 0 0,0 0 0,0 0 0,-1 0 0,1 0 0,0 0 0,0 0 0,0 0 0,0 0 0,0 0 0,0 0 0,0 0 0,0 0 0,-1 0 0,-1 0 0,-2 0 0,1 0 0,0 0 0,0 0 0,-1 0 0,0 0 0,0 0 0,1 1 0,0 0 0,-2 0 0,0 0 0,0 0 0,1-1 0,-1 0 0,1 1 0,-1-1 0,1 0 0,1-1 0,1 1 0,0 0 0,2 0 0,0 0 0,0 0 0,0 0 0,0 0 0,0 0 0,0 0 0,0 0 0,0 0 0,0 0 0,0 0 0,0 0 0,0 0 0,0 0 0,0 0 0,0 0 0,0 0 0,2 0 0,0 1 0,1 1 0,1-1 0,0 0 0,2 0 0,1 1 0,0-1 0,1 0 0,3 2 0,1 0 0,2 0 0,0 1 0,1 1 0,1-1 0,-2 0 0,1 0 0,0 1 0,-1-1 0,1 0 0,-2 0 0,1 0 0,1 1 0,-2-1 0,1 0 0,-1-1 0,0 0 0,-2-2 0,-1 1 0,-3 0 0,0-1 0,0 0 0,-2-1 0,-1 0 0,0-1 0,0 0 0,-2 0 0,0 0 0,-1 0 0,-1 0 0,0-1 0,0 0 0,0-1 0,0 0 0,-2 0 0,0-1 0,0-1 0,-1 0 0,0 0 0,-1 0 0,-2-1 0,0 1 0,-2-1 0,0 1 0,0-1 0,-3 1 0,2-1 0,0 1 0,1 0 0,-1 0 0,3 1 0,-1 1 0,2 0 0,1 2 0,1 0 0,0 1 0,0 0 0,2 0 0,0 0 0,0 0 0,1 2 0,0-1 0,1 1 0,-1 1 0,0 0 0,-2 0 0,1-2-1391,-3 0-433,1 0-513</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26.534"/>
    </inkml:context>
    <inkml:brush xml:id="br0">
      <inkml:brushProperty name="width" value="0.05" units="cm"/>
      <inkml:brushProperty name="height" value="0.05" units="cm"/>
      <inkml:brushProperty name="color" value="#AE198D"/>
      <inkml:brushProperty name="inkEffects" value="galaxy"/>
      <inkml:brushProperty name="anchorX" value="-118683.17188"/>
      <inkml:brushProperty name="anchorY" value="-98071.9375"/>
      <inkml:brushProperty name="scaleFactor" value="0.5"/>
    </inkml:brush>
  </inkml:definitions>
  <inkml:trace contextRef="#ctx0" brushRef="#br0">164 83 296,'0'0'13998,"-1"0"-13327,-1 0 30,0 0 34,-1 0 33,0 0 23,-1 1 16,0 0-2,-1 0 13,1 0-22,1-1-3,-1 1-18,1-1-5,-1 0-38,0 0 0,2 0-3,-2 0-10,1 0-25,-3 0 3077,6-1-3400,0 0-43,0 0-21,0 0-46,1 0-27,-1 0-44,0-1-47,0 0-131,0 0 4,0-1-12,0 0-4,1-2 0,1 1 0,2-1 0,1-1 0,1 1 0,1-1 0,1 1 0,1-1 0,0 1 0,0 0 0,0 1 0,-2 1 0,0 0 0,0 1 0,0 0 0,-1 0 0,1 2 0,-1-1 0,1 1 0,1 0 0,-2 0 0,1 0 0,-1 1 0,2 0 0,-1 0 0,0 0 0,-1 1 0,1 0 0,1 0 0,-2 0 0,0 1 0,-1 1 0,-2 0 0,0 1 0,-4 2 0,0 1 0,-2 2 0,-4 1 0,-2 0 0,0 1 0,-3 2 0,-1-1 0,0 1 0,-2 0 0,2 0 0,0 0 0,2-1 0,1-1 0,0-1 0,3-2 0,0-1 0,4-2 0,1-1 0,4-1 0,0-1 0,0-1 0,1-1 0,-2 0 0,2-1 0,1-1 0,0 0 0,3-1 0,1 0 0,2-1 0,3 0 0,1 0 0,2-1 0,1 0 0,1 0 0,0 0 0,0 0 0,-1-1 0,1 1 0,0 0 0,-3 1 0,1 1 0,-2-1 0,-2 2 0,-1-1 0,-1 1 0,-1 0 0,0 1 0,-1 0 0,1 1 0,-3 0 0,1 1 0,0 0 0,-2 0 0,-1-1 0,1 1 0,-2 1 0,1 1 0,0 1 0,-2 0 0,2 0 0,-1 1 0,-1 1 0,0 1 0,-1 0 0,-2 1 0,-2 0 0,-3 0 0,-2 1 0,-2 1 0,-2-1 0,-4 1 0,-3 0 0,-3-1-168,-3 0-718,-4-2-458,-4 1-558,-4-1-565,-3 0-567,-4-2-576,-2 0-705,-4-1-727,0-1 20,-2 1 226,9-2 5402</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1:59.544"/>
    </inkml:context>
    <inkml:brush xml:id="br0">
      <inkml:brushProperty name="width" value="0.05" units="cm"/>
      <inkml:brushProperty name="height" value="0.05" units="cm"/>
      <inkml:brushProperty name="color" value="#AE198D"/>
      <inkml:brushProperty name="inkEffects" value="galaxy"/>
      <inkml:brushProperty name="anchorX" value="-124582.17188"/>
      <inkml:brushProperty name="anchorY" value="-104532.11719"/>
      <inkml:brushProperty name="scaleFactor" value="0.5"/>
    </inkml:brush>
  </inkml:definitions>
  <inkml:trace contextRef="#ctx0" brushRef="#br0">1 88 624,'1'1'2353,"3"0"-402,1 0-922,2 0 305,1-1-139,-1 1-186,0-1-166,-2 0-131,1 0-133,-1 0-37,-2-1-34,-1 0 9,0-2 1896,-1 2-1717,14 2 12008,-15-2-12124,0-1-107,0 1-23,-2 0-50,1 1-68,-1-1-32,-1 1-35,0 0 52,0 0-85,1 0-50,1 0-15,1 0-124,-3 0-35,2 0 1,-3 0-9,3 0 0,0-1 0,2 0 0,1 0 0,2 0 0,0 0 0,0 1 0,1 0 0,-2 0 0,1 0 0,-1 0 0,2-1 0,-2-1 0,2 1 0,0 1 0,2-2 0,0 0 0,1 1 0,1 0 0,-1-1 0,3 1 0,0-1 0,-1 0 0,1-1 0,0 1 0,2-1 0,0 0 0,1 1 0,0-1 0,0 1 0,1-1 0,0 1 0,3-1 0,0 1 0,2-1 0,2 1 0,0-1 0,1 0 0,0 0 0,-1 1 0,2-1 0,0 0 0,1 1 0,-1 1 0,-2-1 0,1 1 0,-2-1 0,-1 2 0,-1-1 0,-1 1 0,2 0 0,-3-1 0,1 2 0,-3 0 0,0 0 0,-2 1 0,-1 0 0,-3 1 0,-1 1 0,-1 0 0,-1 1 0,-2 0 0,-4 1 0,-2 2 0,-3 1 0,-1 2 0,-4 1 0,-4 1 0,-6 0 0,-3 0 0,-4 0 0,-4 0 0,-1-1 0,-4 1 0,-1 0 0,0 1 0,0-1 0,0-1 0,2 0 0,1 0 0,2-2 0,5 0 0,2-1 0,4-3 0,3 0 0,4-1 0,2-1 0,3-2 0,4 0 0,2-1 0,2-1 0,1-1 0,0-1 0,2 1 0,2-1 0,4 0 0,1-1 0,2 0 0,3-1 0,3-1 0,1 0 0,3 0 0,2-1 0,-1 0 0,1 1 0,1-1 0,1 1 0,1 0 0,-2 1 0,0 1 0,-2 1 0,1 0 0,-1 1 0,-2 2 0,2 1 0,-2 2 0,0 0 0,-2 1 0,1 0 0,-1-1 0,-3 2 0,1 0 0,-4 1 0,-2 1 0,-2 1 0,-3 2 0,-3 1 0,-2 1 0,-2 0 0,-3 1 0,-2 0 0,-5 0 0,-5 0 0,-3 0 0,-5 1 0,-3 0 0,-6-1 0,-3 0 0,-4 0 0,-3-1 0,-3-2 0,-12 0-4098,-3-3 1777,0-2-1916,3-5-861,2-3-519,5-2-202,13-2 289</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2:25.049"/>
    </inkml:context>
    <inkml:brush xml:id="br0">
      <inkml:brushProperty name="width" value="0.05" units="cm"/>
      <inkml:brushProperty name="height" value="0.05" units="cm"/>
      <inkml:brushProperty name="color" value="#AE198D"/>
      <inkml:brushProperty name="inkEffects" value="galaxy"/>
      <inkml:brushProperty name="anchorX" value="-125518.96094"/>
      <inkml:brushProperty name="anchorY" value="-105798.65625"/>
      <inkml:brushProperty name="scaleFactor" value="0.5"/>
    </inkml:brush>
  </inkml:definitions>
  <inkml:trace contextRef="#ctx0" brushRef="#br0">238 83 736,'-3'0'10017,"-20"2"8319,23-4-17389,2 0-135,0 0-123,0 1-91,-1 0-111,2 1-402,-1 0-46,2 0-18,0 0-21,-1 0 0,0 1 0,1 0 0,0 0 0,-1 1 0,2-1 0,1 0 0,0-3 0,2 1 0,0-1 0,4 0 0,2-2 0,3 1 0,6-1 0,3-1 0,4 0 0,5-1 0,2 1 0,4-1 0,1 1 0,1-1 0,0 1 0,-1 0 0,-1 1 0,-2 0 0,-4 0 0,0 2 0,-5 0 0,-2 1 0,-3 0 0,-5 1 0,-4 0 0,-3 1 0,-4-1 0,-3 1 0,-3 0 0,-2 1 0,-3 3 0,-2 0 0,-8 4 0,-7 1 0,-6 2 0,-6 0 0,-3 1 0,-4 0 0,-1 1 0,-3 0 0,-1 0 0,1 1 0,0-2 0,1 2 0,2-2 0,3 0 0,4-1 0,3-1 0,5-2 0,4 0 0,4-3 0,4 0 0,4-2 0,4-1 0,5-2 0,3 0 0,4-1 0,4-1 0,4 0 0,4-2 0,5 1 0,1-1 0,2 0 0,1 0 0,1 1 0,1 0 0,-1 0 0,0 1 0,-2 1 0,0 1 0,-1 0 0,-1 2 0,-2 2 0,-1 0 0,-3 1 0,-1 1 0,-2 1 0,-2 1 0,-1 1 0,-2 0 0,-3 1 0,-3 0 0,-2 0 0,-4 0 0,-5 2 0,-4 1 0,-3-1 0,-4-1 0,-2 1 0,-3-2 0,-4 0 0,-4-3 0,-4 0 0,-4-2 0,-2 0 0,-5-1 0,-1-2 0,-2-1 0,-2-3 0,-4 0 0,0-4-1186,-2-1-1808,-1-3-573,1-1-1379,-2-1-634,2-2-289,-2 1-9,12 2 3662</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2:34.694"/>
    </inkml:context>
    <inkml:brush xml:id="br0">
      <inkml:brushProperty name="width" value="0.05" units="cm"/>
      <inkml:brushProperty name="height" value="0.05" units="cm"/>
      <inkml:brushProperty name="color" value="#AE198D"/>
      <inkml:brushProperty name="inkEffects" value="galaxy"/>
      <inkml:brushProperty name="anchorX" value="-124434.39844"/>
      <inkml:brushProperty name="anchorY" value="-105259.46094"/>
      <inkml:brushProperty name="scaleFactor" value="0.5"/>
    </inkml:brush>
  </inkml:definitions>
  <inkml:trace contextRef="#ctx0" brushRef="#br0">324 120 688,'-18'-19'24795,"20"18"-23738,0-1-46,0 1-63,1-1-115,0 0-124,1 0-115,0 0-94,-1-1-100,0 1-78,2-1-100,1 0-57,1 1-59,1-1-21,2-1-20,1 0-26,1-1-4,2 0-11,1 0-55,2 0 34,1-1 14,3 0-5,2 2-5,0 0 2,1-1 27,0 1-73,-1 0 78,-1 0-44,-2 1 14,0 1-12,-2 0-7,-2 2 1,-2-1-1,-4 2 28,-3 1 11,-3 1-11,-3 1-23,0 2 16,-3-1-6,-2 2 20,-5 4-15,-4 2-14,-4 1 5,-2 1-3,-2 0 0,-3 0 0,0 1 0,-4 0 0,1-1 0,-7 3 0,3 0 0,-6 0 0,4 0 0,3-2 0,5-2 0,4-2 0,4-2 0,4-3 0,2 0 0,3-1 0,3-2 0,2-1 0,2-1 0,1 0 0,2 0 0,2-1 0,2-1 0,3-1 0,3 0 0,2 0 0,3-1 0,2 0 0,2-1 0,2 1 0,1 0 0,1 0 0,1 2 0,0 0 0,-1 1 0,0 1 0,-2 3 0,-2 0 0,-1 2 0,-3 1 0,-3 1 0,-2 2 0,-1 0 0,-4 2 0,-2 0 0,-4 1 0,-3 0 0,-3 1 0,-3 0 0,-4 0 0,-2 0 0,-4 0 0,-3-1 0,0-1 0,-4-1 0,-1 0 0,-2-1 0,-3-1 0,-1-1 0,-2-3-653,-3-2-1205,-4-1-555,-3-4-933,-2-3-1177,-7-3-843,-5-3-384,-8-1-11,10 1 3120</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2:38.358"/>
    </inkml:context>
    <inkml:brush xml:id="br0">
      <inkml:brushProperty name="width" value="0.05" units="cm"/>
      <inkml:brushProperty name="height" value="0.05" units="cm"/>
      <inkml:brushProperty name="color" value="#AE198D"/>
      <inkml:brushProperty name="inkEffects" value="galaxy"/>
      <inkml:brushProperty name="anchorX" value="-123264.04688"/>
      <inkml:brushProperty name="anchorY" value="-104831.34375"/>
      <inkml:brushProperty name="scaleFactor" value="0.5"/>
    </inkml:brush>
  </inkml:definitions>
  <inkml:trace contextRef="#ctx0" brushRef="#br0">426 0 280,'0'0'4809,"-2"0"-4378,-5 0 4739,6 0-4942,-1 0-1,0 0-20,-1 0-25,0 0-12,1 0-18,0 0-7,1 0-9,0 0-8,-1 0-17,0 0-6,-2 0 19,1 0-16,1 0 43,-2 0-12,1 0 23,0 0-23,1 0 17,1 0-14,-1 0-16,0 0-14,-2 0-6,1 0-29,0 0-12,0 1-17,0 0-16,-2 0-6,2 0-10,0 0-18,-1-1 5,1 1-12,-1 0-26,0 0 35,1 0-3,0 0 11,0 0-10,0-1 12,0 0-3,0 0 1,1 0 28,-2 0-8,1 0-5,1 0-26,0 0 35,1 0-3,1 0-7,-1 0 78,1 0-28,0 0 16,1 0 16,-3 0 16,0 0 16,1 0 7,-1 0 18,1 0-4,0 0 3,-1 0 0,0 0 0,1 0 0,-1 1-9,1 0 3,1 0-30,-1 0-2,1 0-10,-2-1-36,1 1 10,-3-1-25,1 0-13,0 0-16,-1 0-7,1-1-9,-1 1-8,0 0 2,1 0-12,0 0-6,-1 0 30,0 0-20,1 0 8,0 0-12,1 0 4,1 0-2,0 0 9,-1 0-30,0 0 18,-1 0-6,0 0 10,-2 0-2,1 0 1,1 1 0,-1 1-10,1-1 13,-1 1-4,0-1 1,1 1 0,0-1 0,0 0 0,0-1 0,0 1 0,0-1 0,1 0 0,-2-1 9,1 1-12,1 0 14,0 0-4,0 0-9,-1 1 13,1 0-14,-1 1 5,0-2-2,1 1-10,0 0-6,-1-1 11,1 1 5,-2 0-1,1 0 1,0 0 9,-1 1-2,1-1 10,-1 1-12,0-1 5,0 0 7,-2 1-21,1-1 7,1 0-3,0 1 0,0-1-10,0 1 4,0-2 7,1 2-12,0 0 14,0-1 5,-1 0-11,0 1 14,1-1-4,1 0-9,1 0 13,-1 1-14,0 0 5,0-1-2,0 0 9,2 0-12,-3 1 5,1-1-2,-1 0 0,-1 1 0,2-1 0,0 1 9,0-1-12,2-1 5,-1 1-12,1 0 13,0 0-4,0 1 1,0 0 0,1 0-19,-1-1 24,0 0 2,0-1 0,0 1-9,0 0 4,0 0-2,0 0 18,0 0-14,0-1-4,0 1 2,0-1-2,0 0-7,0 1 6,0 0-18,0 0 15,0 0 4,0 0-1,0-1 1,0 0 9,0 1-12,0 1-14,0-1 4,0 0 15,0 0-4,0 1 2,0-1 0,0 0 28,-2 0-8,0-1-6,0 1-6,1 1 2,0-1-12,0-1-6,1 1 11,0-1-32,0 1 37,0 0-12,0 0 4,0 0 0,0 0 9,0-1-2,0 1-9,0-1 4,0 1-12,0 0 13,0 0-4,0 0 1,0 0 0,0-1-10,0 0 13,0 1-4,0 0 1,0 0 0,0 0 0,0 0 0,0-1 0,0 1 9,0-1-2,0 0-9,0 0 13,0 0-4,0 1 1,0 0 0,0 0-19,0 0 15,0 0-5,0-1 10,0 0-2,0 0-9,0 0 4,0 0-2,0 0 9,0 0-12,0 0 5,0 0-12,0 0 13,-2 0-14,1 0 5,-1 0 7,0 0-2,1 0 10,1 0-2,-1 0-9,1 0 4,0 0-2,0 0 0,0 1 0,0 0 0,0 0 0,0 0-10,0 0 13,0-1-4,0 1 1,0-1 0,0 1 0,0 0-10,0 0 4,0 0 7,0 0 7,0-1-11,0 0 5,0 1 7,0 0-2,0 1 10,0-2-12,-1 1-5,-1-1 2,0 1-2,1-1 0,0 0 0,0 0 0,1 0-10,-1 0 4,1 0 7,0-1-2,0 1 1,1 0-10,-1 0 100,0 2-92,0-1 13,0 0-14,0 1 14,0-2-14,0 1 14,0-1-14,0-1 5,0-1 16,0 1-14,0 0-4,0 0-8,0 1 2,0-1-2,0 1-10,0 0 13,0 0-32,0 0 25,0 0 13,1 0-2,1 0-9,0 0 13,-1 0 5,1 0-11,-2 0 5,1 0-2,-1 0-10,0 0 4,0 0-2,0 0-10,0 0-34,1 0-589,3-1 139,-1 0-171,4-1-241,1 0-268,1-1-248,0 1-315,2-1-370,0-1-563,0 1-514,-2 0 1229</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2:40.607"/>
    </inkml:context>
    <inkml:brush xml:id="br0">
      <inkml:brushProperty name="width" value="0.05" units="cm"/>
      <inkml:brushProperty name="height" value="0.05" units="cm"/>
      <inkml:brushProperty name="color" value="#AE198D"/>
      <inkml:brushProperty name="inkEffects" value="galaxy"/>
      <inkml:brushProperty name="anchorX" value="-122084.15625"/>
      <inkml:brushProperty name="anchorY" value="-104117.92188"/>
      <inkml:brushProperty name="scaleFactor" value="0.5"/>
    </inkml:brush>
  </inkml:definitions>
  <inkml:trace contextRef="#ctx0" brushRef="#br0">479 109 32,'0'0'3053,"1"0"-2715,1 0-10,2 0 2,-1 0-11,0 0 11,-1 0-22,1 0 1621,-4-1-1606,1 0 6,0 0-30,0 0 9,0-1-23,0 1-22,0 0-23,0-2-5,0 2-21,0-2-42,0 1-8,0-1-10,0 1-29,0-1-2,0-1-11,0 1-8,0-1-27,-2 0 17,1 0-8,-1 0 12,-1 0 6,0 0 17,-1 0-4,0 0 31,-1 0 20,1 1-13,1-1 25,1 2-16,-1-1 24,0 0-16,0 0 34,-1 1-10,0-1 13,0 1 26,1-1 2,-1 0 11,1 2-10,-1-2-6,0 1-27,0 1-21,-2 0-24,1 0-24,0 1-33,-2 0-31,2 0-32,-1 0-13,2 0-1,-2 0-11,0 0-16,2 0 3,-2 0-2,0 0 0,1 1 10,-1 0-13,-1 1 4,0 0 9,1 1-4,0 0 2,1 0 19,2-1-24,-2 1 7,1 0 8,-1 0-4,0-1 2,-1 1 19,0 1 4,0-1-1,-1 0 21,1 1 4,-2 1-1,1-2 2,0 1 0,0 1 0,1-1-9,-2 1 2,1 0-10,-1 0 2,1 1 9,0-1-13,0 1 14,0-1-5,-1 2 2,2-2-18,1 2 14,0-1-34,1 0 20,0 1-26,0-2-3,1 1 0,0 0-1,0-1 0,-1 1 0,1-2 0,0 0 0,-1 0 0,1 1-9,-1 0 2,0 0 9,0 0-3,0-1 1,1 0 9,-1 1 7,1-1 8,-1 0 17,0 0-13,1 0-4,0 1 20,-1-1 3,0 1 0,1-1-9,0 1 13,-1-1-14,1 1 5,-1-2 7,-1 1-21,0 0 7,1 1-22,0 0 6,0-1-13,0 0 4,0 0 16,1 1-14,0-1 15,0 1-4,0 1 19,2-1 5,-1 2 9,2-2 17,0 2 34,0-1-8,0 0 33,0 1 20,0 0 15,0-1-2,0 1 3,0-1-19,0 2-13,0-1-6,0 0-20,0 1-23,0 0-4,0 0-11,0-1 29,0 1 38,2 1 9,0-1 29,0 0-23,1 1 36,0-2-28,1 0 18,-1-1-52,0 0-42,0 0-27,-2-1-25,1 1 2,1-2-32,0 0 17,0 0-16,0 1 5,-1-2-2,1 1 9,-1 0-12,1 1-14,-2-1 4,2 0-3,-1 0 0,2 1 0,-1-1 9,0 1-12,1-1 23,-1 0-16,1 0 24,0 2-34,0 0 10,2 0 5,0 0-2,0 1 10,2 0-12,1 1 5,0 0-2,0 0 0,2 0 18,0 1-23,2-1 8,-1 0-13,1 0 13,1-1 24,0 1-7,1 0 22,0-1-23,-1-1 17,0 1-5,0 0 19,-2 0-32,-1-1 0,1 0 9,-1 0-14,-1-1 14,0 1-14,0-1 5,-1 1-2,-2-2 0,0 0 9,0 0-21,0 1 16,1 0-5,-2 0 10,0 0-12,-1 0 14,1-1-4,-2 1 10,1-1-21,-2 0 16,0-1-33,1 0 27,-1 0-18,1 0 6,0-1-21,-2-1 6,2 1 6,-1-1-12,-1 0 14,2 0 5,-1 1-11,-1-1 5,2 1-2,-2-2-10,2 2 22,0 0 3,-1-1-19,1 0 7,-1 0 25,1-1-8,-1 0-6,0 0-15,-1 0 4,0 0 734,-2-1-505,0 0 150,-2-2-9,0 0 18,-1-1-30,0 1-54,-2-1-51,-1-1-46,1 1-69,0 0-42,-2 0-23,0 0-47,-1 0 10,2 1-26,-1-1-13,0-1 3,0 2 15,-1-1-14,0 0-4,1 0 30,0 1-10,0-1 4,0 0 9,-2 1-21,-1-1 7,0-1-3,0 2-10,0-1 4,1 0 7,-1-1-21,1 1 25,1 0-7,-1 0 20,0 0-4,1 0-8,-1 0 13,1 0-23,1 1-3,0-1 19,0 1-44,1 0 32,1 0-10,0 1-8,0 0-6,1 0 11,1 1 5,-1 0-11,0-1 5,-2 1-21,1-1 6,0 1 6,1 0-2,0-1-9,-1 1 13,2 0-4,0 1 1,-1-1 0,1 1 0,1 0 9,-2 0-12,2 0 14,-1 0-14,2 0-5,0 0 11,0 0-14,1 0 5,0 0 7,0 0-2,0 0 1,0 0 0,0 0 9,0 0-12,0 0 5,0 0-2,0 0 0,0 0 0,0 0-7,0 1-74,2 0 73,0 1-10,0-2 22,-1 1 12,0 1-12,1 0 6,1 1-12,-1 2-6,1 0 20,0 0-6,1-1-8,-1 0 4,0-1-12,-1-1 4,1 1-2,0 1-10,1-2 4,-1 1-2,1-2 0,0 0 18,-1 1 14,-1-1-12,2 0 6,-2 0 16,2 0-14,-1-1-4,0 0 2,0 0-12,1-1 22,0 0-6,-1 0 11,0 0-21,1 0 7,-1 1 6,1-2 7,0 1-11,0 0-14,0-1 4,-1 0 6,1 1-2,-1-1 10,1 0-2,0-1-9,-1 0 13,-1 0-14,-1-1 5,0 0 7,-1 1-12,0-1-33,0 1 19,0 0 1,-1-1 8,1 1-1,0 0-9,0 0 13,0 0 5,0 0 8,0 1-1,0 0-18,0 0 24,-2 1-26,1 0 17,-1 0-5,0 1 1,1 0 0,1 0-10,-1 0 13,1 0-32,0 0-1,0 0 28,0 0-29,0 0 19,0 0-5,0 0-9,0 0 13,0 1-38,0 1 27,0 0 20,0 2-6,2-2 2,0 2 9,0-2-12,1 1 5,0 0-2,1 0 0,0-1-10,-1 1 13,-1 1-14,-1 0 14,2 1-4,-1-1 10,1 0-2,0 1-18,0 1 15,1 0 4,-1 0-11,1 0 5,1 1-12,2 0 4,-1-1-2,0 1 9,0-1-2,2 0 1,0-1 9,0 1-2,-1-1-9,0 1 4,-1-1 7,2 0-12,0 1 5,0-2 7,-2 0-2,-1-1 1,0 0-10,-1-1 22,-1 0-16,-1 0 6,-1-1 35,-1-1-48,0 0 7,0 0 7,0 0-14,-1 0-5,1 1 11,0 0-4,0 0-27,0 0 26,0 0 1,0-1 0,0 0 1,0 1 0,2-1 0,0 0 9,-1 0-12,1-1 5,-1 1-2,0 0 0,-1 0-10,0 0 13,0 0-4,0 0 1,0 0 9,0 0-2,0 0-9,0 0 13,0 0-4,0 0 2,0 0-10,0 1-6,0 1 6,-2-1 38,0 0-20,0-1 46,1 1-12,-2-1 52,1 0 14,0 0 8,-2 0 11,0 0-10,-2 0-25,-1 0 7,-1 0-32,-1 0-20,1 0-24,-3 0-5,0 0-30,1 0 7,-1 0 5,0 0-2,-1 0 10,0 0-21,0 0-2,-2 1 8,2 0 6,0 0-20,1 0 26,3 0-28,0-1 9,1 0 6,2 0-11,-1 0 3,2 2 8,-1-1 7,1 0-1,1 0-8,1-1 2,1 1-1,0-1 19,1 0-15,0 0-14,0 0-4,1 0-1,-1 0 8,0 0-2,0 0-8,0 0 2,0 0 8,0 0 7,0 0-1,2 0 1,0 0-9,1 0-63,0 0-104,0 0-152,-1 0-201,0 1-228,17 4-12973,-12-9 11195,3-1-521,2-2-475,-1 1 14</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3:06.504"/>
    </inkml:context>
    <inkml:brush xml:id="br0">
      <inkml:brushProperty name="width" value="0.05" units="cm"/>
      <inkml:brushProperty name="height" value="0.05" units="cm"/>
      <inkml:brushProperty name="color" value="#AE198D"/>
      <inkml:brushProperty name="inkEffects" value="galaxy"/>
      <inkml:brushProperty name="anchorX" value="-121061.6875"/>
      <inkml:brushProperty name="anchorY" value="-104037"/>
      <inkml:brushProperty name="scaleFactor" value="0.5"/>
    </inkml:brush>
  </inkml:definitions>
  <inkml:trace contextRef="#ctx0" brushRef="#br0">156 34 1120,'1'-1'2969,"3"0"-1961,1-2 402,0 1-366,0-1-79,0 1-66,-1 0-57,0 1-49,0-1-30,-1 0-7,1 1 7,3-1 3810,-9 2-3391,0 0 41,-1 0 65,0 0 38,-1 0 5,0 0-90,1 0-27,-1 0-101,1 0-109,0 0-98,1 0-124,1 0 502,2-1-723,1 0-179,2 0-424,-1-1 109,2 0-67,-1 0 0,-1 1 0,-1 1 0,0-1 0,-1 1 0,-1 0 0,0 0 0,0 0 0,0 0 0,0 0 0,-1 0 0,1 0 0,0 0 0,0 0 0,0 0 0,0 0 0,0 0 0,0 0 0,0 0 0,0 0 0,0 0 0,0 0 0,0 0 0,0 0 0,0 0 0,0 0 0,0 1 0,0 1 0,0 2 0,2 0 0,0 2 0,1 0 0,1 3 0,-2 1 0,1 2 0,-4 1 0,0 2 0,-2 0 0,0 2 0,0 0 0,-1 1 0,-1 1 0,0-1 0,0 0 0,-1 1 0,-1 0 0,1-1 0,-1-1 0,1 0 0,-2-1 0,2-1 0,0-1 0,1-1 0,0-1 0,1 0 0,-1-1 0,1-1 0,1-2 0,1-1 0,1 0 0,0-2 0,1-2 0,0 0 0,0-1 0,0-1 0,1 0 0,-1 0 0,0-1 0,2 0 0,-1 0 0,1 0 0,0-2 0,-1 1 0,-1 0 0,1 0 0,-1-1 0,0 0 0,0-1 0,-2 0 0,0-1 0,-1 0 0,-2 0 0,-2 0-2119,0 0-1281,-3-2-500,-2 0-1096,-3 0-612,0 0-133,-4 1 254,3 1 4652</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3:22.350"/>
    </inkml:context>
    <inkml:brush xml:id="br0">
      <inkml:brushProperty name="width" value="0.05" units="cm"/>
      <inkml:brushProperty name="height" value="0.05" units="cm"/>
      <inkml:brushProperty name="color" value="#AE198D"/>
      <inkml:brushProperty name="inkEffects" value="galaxy"/>
      <inkml:brushProperty name="anchorX" value="-120059.59375"/>
      <inkml:brushProperty name="anchorY" value="-103524.58594"/>
      <inkml:brushProperty name="scaleFactor" value="0.5"/>
    </inkml:brush>
  </inkml:definitions>
  <inkml:trace contextRef="#ctx0" brushRef="#br0">271 55 1192,'0'-1'1809,"0"-1"-281,2-1-190,-1 0-178,3 1-145,1-2-142,1 2-71,0-2-53,0 2-43,0-1-14,-3 0 8,2 1 32,-2 0 47,1 0 73,0 1 115,11-5 11296,-17 5-11122,0 1-203,0-1-109,1 1-159,0 0-114,0-1-124,1 0-456,-1-1 88,0 0-60,-1 0-4,0 1 0,1 0 0,0 1 0,0-1 0,1 1 0,0 0 0,0 0 0,0 0 0,0 1 0,0-1 0,0 0 0,0 0 0,0 0 0,-2 0 0,1 0 0,-1 0 0,0 0 0,0 1 0,-1 1 0,-1 1 0,1 1 0,0 1 0,-1 2 0,1 0 0,-1 1 0,-2 2 0,-2 3 0,-1 1 0,-2 2 0,-3-1 0,-1 1 0,-1 0 0,-1 0 0,-1 0 0,0 0 0,1-1 0,-1 0 0,2 0 0,0 0 0,1-1 0,0 0 0,3-1 0,2-2 0,1 0 0,2-2 0,1-1 0,1-1 0,0-1 0,2 0 0,1-2 0,1 0 0,1-2 0,0 0 0,0 0 0,0-2 0,0 0 0,1 0 0,-1 0 0,0 0 0,2 0 0,-1 0 0,1 0 0,0 0 0,-1 0 0,1 0 0,0 0 0,0 0 0,0 0 0,-1 0 0,1 0 0,0 0 0,2 0 0,1 0 0,-1 0 0,2 1 0,2 0 0,1 0 0,0 0 0,1 0 0,1-1 0,1 0 0,0 0 0,1 0 0,0 0 0,1 0 0,0-1 0,-1 0 0,0 0 0,-1 0 0,0 0 0,0 1 0,1-1 0,0-1 0,1 0 0,-1-1 0,-1 0 0,0 0 0,0-1 0,1-1 0,-1 0 0,0 0 0,0 0 0,-2-1 0,0 1 0,-2-2 0,0 1 0,1-1 0,-3 1 0,1 0 0,-2 0 0,0 0 0,-1 1 0,1-1 0,-2 0 0,0-1 0,-1 1 0,-1 0 0,0 1 0,-1 1 0,0 0 0,0 1 0,0 1 0,0 0 0,-1 0 0,1 1 0,0 1 0,0-1 0,-1 1 0,-1 0 0,0 2 0,-1-1 0,0 1 0,-1 1 0,0 1 0,-1 1 0,0 1 0,0 2 0,-1 1 0,0 0 0,-1 2 0,-1 1 0,1 0 0,1 1 0,-1 2 0,0-1 0,-1 0 0,0 1 0,-1 1 0,1 1 0,-1 0 0,0 0 0,0-2-131,1 0-2109,-1-2 34,2 0-688,0-2-495,0-2-502,0-2-586,-1 0-527,-2-2 170,2 0 1341</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3:35.494"/>
    </inkml:context>
    <inkml:brush xml:id="br0">
      <inkml:brushProperty name="width" value="0.05" units="cm"/>
      <inkml:brushProperty name="height" value="0.05" units="cm"/>
      <inkml:brushProperty name="color" value="#AE198D"/>
      <inkml:brushProperty name="inkEffects" value="galaxy"/>
      <inkml:brushProperty name="anchorX" value="-119176.07813"/>
      <inkml:brushProperty name="anchorY" value="-103150.54688"/>
      <inkml:brushProperty name="scaleFactor" value="0.5"/>
    </inkml:brush>
  </inkml:definitions>
  <inkml:trace contextRef="#ctx0" brushRef="#br0">1 110 192,'0'-1'992,"1"-1"-112,1 1-51,0 0-96,-1 0-57,2-1-40,0 1-43,-1-1-41,-1 0-40,0 0-31,0 1-23,1 0-45,0-1-18,0 1-18,-1 0-35,0-1-21,0 1-6,-1-1-30,0 1-11,2 0-9,-1-1-28,1 1-11,-1 0-9,0 0 10,0 0-14,-1 0 14,2 0 5,0 0-1,0 0 19,1 1-4,0-1 11,-1 1 26,0 0 21,0 1 971,0-2-963,0-1-17,-1 1-34,2 0-38,0 1-11,-1-2 8,2 1-71,1 0 39,1 0 14,1-1 12,1 0 9,0-1 28,1 1-26,1-1 1,1 1 36,2-1-67,-1 1 2,1-1-49,1 1-8,4-1-29,0-1-14,2 0-17,1 1-25,-1-1 5,1 1-41,0-1 20,-1 2-46,0-2 22,-2 2-18,0 0-5,-2 1 11,0 0-5,-3 1 2,0 1 0,-4 1 19,-1 1-6,-3 2 13,1 1 34,-2 2-28,0 4 20,0 1 4,-3 3-2,-1 2 2,-5 1 10,-1 3-4,-4 1-7,-4 1 21,-4 2 21,-4 0 5,-2-1 0,-1 1 2,-2-1-9,-1 0 12,1-2 5,0 0 73,1-1 74,2 0 86,0-2 69,1 0 55,3 0 31,0-3 18,2 0 8,1-3-45,4-1-24,1-3-33,3-2 15,3-1 48,3-1 106,1-2 105,4 1 3080,0-6-3179,0 0-135,2-2-270,-1 0-187,2-1 29,0 0-36,2 0 0,2 0 0,-1-1 0,3-1 0,-1 0 0,0 1 0,0-1 0,2 1 0,-1 0 0,1 1 0,2 0 0,-1 1 0,2 0 0,0 0 0,-1 2 0,0-2 0,1 1 0,1 0-159,2 0-636,1-1-313,0 0-509,1 0-408,2-1-403,5 0-433,3 0-485,3-1-620,3-1-718,0-1-48,2 0 139,-8 0 4844</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3:49.181"/>
    </inkml:context>
    <inkml:brush xml:id="br0">
      <inkml:brushProperty name="width" value="0.05" units="cm"/>
      <inkml:brushProperty name="height" value="0.05" units="cm"/>
      <inkml:brushProperty name="color" value="#AE198D"/>
      <inkml:brushProperty name="inkEffects" value="galaxy"/>
      <inkml:brushProperty name="anchorX" value="-120639.14063"/>
      <inkml:brushProperty name="anchorY" value="-104322.80469"/>
      <inkml:brushProperty name="scaleFactor" value="0.5"/>
    </inkml:brush>
  </inkml:definitions>
  <inkml:trace contextRef="#ctx0" brushRef="#br0">417 83 1608,'-2'-1'2937,"0"-2"-2129,-1 1 431,0-1-375,0 0-102,1 0-79,0 0-74,1 0-45,1-1-42,0 1-33,0 1-5,0-1-12,9-13 13530,-7 16-13166,0 0-26,0 0-53,-1 0-54,0 0-64,0 0-63,1 0-45,0 0-107,0 0-23,-1 0-67,2 0-54,-1 0-47,0 0-40,0 0-218,-1 0 57,-1-1-32,1 0 0,-3-1 0,0 0 0,0 1 0,1-1 0,0 1 0,0 0 0,0 0 0,1-1 0,2 1 0,0 0 0,0 1 0,1-1 0,0 1 0,1-1 0,0 0 0,-1 0 0,1 0 0,-1 0 0,1 1 0,1 0 0,0 0 0,2-1 0,1 0 0,1 0 0,0 0 0,2 0 0,0 0 0,2-1 0,-1 1 0,1 0 0,0 1 0,-1-1 0,1 1 0,-1 0 0,-1 0 0,-1 0 0,-2 0 0,0 0 0,-1 0 0,-2 1 0,1 0 0,-2 0 0,0 0 0,-2 1 0,-1 0 0,-1 0 0,-1 0 0,-1 1 0,0 1 0,-2 0 0,0 2 0,-3 0 0,-1 1 0,-2 1 0,-2 0 0,0 1 0,-4 1 0,0 0 0,-1 1 0,-1-1 0,0-1 0,0 1 0,1 0 0,1 0 0,2-1 0,2-1 0,1 1 0,1-1 0,1 0 0,2-3 0,0 0 0,2 0 0,0-2 0,1 0 0,1 0 0,3-2 0,1 1 0,2-1 0,0-1 0,2 1 0,-1-1 0,1 0 0,1-1 0,3 1 0,2-1 0,2 0 0,3 0 0,0 0 0,2-1 0,-2 1 0,0-1 0,0 0 0,-2 0 0,1 2 0,-2 0 0,-1 0 0,1 2 0,1 1 0,-2-1 0,0 2 0,1 1 0,-1 0 0,-1 1 0,0 1 0,-3 0 0,-1 0 0,0 0 0,-1-1 0,0 1 0,-2 0 0,-1 0 0,-1 0 0,-1-1 0,-2-1 0,-1 1 0,-1-1 0,-3 2 0,2-1 0,-4 1 0,0 0 0,-3 0 0,0 0 0,-4 1-19,-4-2-816,-4 0-150,-3-2-419,-6 0-330,-4-1-282,-3-1-250,-3 0-171,-2-3-103,-4 0-24,-3-1-27,-4 0-167,-4 0-281,-7-1-426,-8 1-110,11 1 3544</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08.773"/>
    </inkml:context>
    <inkml:brush xml:id="br0">
      <inkml:brushProperty name="width" value="0.05" units="cm"/>
      <inkml:brushProperty name="height" value="0.05" units="cm"/>
      <inkml:brushProperty name="color" value="#AE198D"/>
      <inkml:brushProperty name="inkEffects" value="galaxy"/>
      <inkml:brushProperty name="anchorX" value="-119376.26563"/>
      <inkml:brushProperty name="anchorY" value="-103771.17969"/>
      <inkml:brushProperty name="scaleFactor" value="0.5"/>
    </inkml:brush>
  </inkml:definitions>
  <inkml:trace contextRef="#ctx0" brushRef="#br0">100 82 24,'-2'0'2104,"0"0"-1502,1 0 298,-1 0-252,0 0 957,4 0-1139,-1 0-26,1 0-14,0-1 1,1 0-3,-1 0 18,0 0-13,0 0 13,0 1 1373,-2-2-1341,0 1 15,0 0 15,0 0 35,-2 1 48,0-1 54,0 1 74,-1 0 79,0 0 69,-1 0 54,0 0 50,0 0 21,0 0 0,1 0-33,-1 0-27,1 0-50,0-1-46,0 0-48,0 0-47,0 0-40,2 0-41,0 1-49,0-1-66,1-1-61,0 1-54,1-1 1182,0 2-1398,1 0-2,0-1 9,1 0-2,0 0-27,-1 0 17,2 0-43,-1-1-17,1 1-34,0 0-22,0-1-34,0 0 6,1 0-24,1 0-22,2-1 14,3 0-6,2 0-18,4-1-3,2 0-1,0 1-1,2-1 0,-1 1 0,2 0 0,0 0 0,-1 1 0,-2 1 0,0-1 0,-1 1 0,0-1 0,-2 1 0,-3 1 0,1 0 0,-2 0 0,-1 1 0,-2 0 0,-2 0 0,-1 0 0,-2 1 0,-2-1 0,-1 2 0,-1 0 0,-2 1 0,0 1 0,-2 0 0,-3 1 0,-1 1 0,-3 0 0,-2 2 0,-4 1 0,-1 0 0,-3 0 0,0 1 0,-1 1 0,0 1 0,1-1 0,1-2 0,1 1 0,3-2 0,2 0 0,1-2 0,3-1 0,2 0 0,1-1 0,3-1 0,0-1 0,4 0 0,1-1 0,1-1 0,1 0 0,2 0 0,1-1 0,0 0 0,2 0 0,1-1 0,0-1 0,2 1 0,2 0 0,1 1 0,4-1 0,0 1 0,1 0 0,0 0 0,0 0 0,0 1 0,0 0 0,1 0 0,-1 1 0,2 0 0,-3 1 0,0 0 0,-2 1 0,-3 1 0,1 0 0,-2 0 0,-1 1 0,-3-1 0,-2 2 0,-2 0 0,-3-1 0,0 2 0,-3-1 0,-1 1 0,-2 0 0,-2 0 0,-1 0 0,-3 0 0,0 0 0,-2 1 0,-1-1 0,-2 0 0,0 0 0,-3-1 0,-2 0-47,-2 0-387,-1 0-388,-3-1-476,-1-1-479,-2 0-450,-2-1-490,-2-2-410,-3-1-649,-3-2-959,-5-1-127,-7-1 109,8 0 3004</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20.539"/>
    </inkml:context>
    <inkml:brush xml:id="br0">
      <inkml:brushProperty name="width" value="0.05" units="cm"/>
      <inkml:brushProperty name="height" value="0.05" units="cm"/>
      <inkml:brushProperty name="color" value="#AE198D"/>
      <inkml:brushProperty name="inkEffects" value="galaxy"/>
      <inkml:brushProperty name="anchorX" value="-118430.04688"/>
      <inkml:brushProperty name="anchorY" value="-103250.35938"/>
      <inkml:brushProperty name="scaleFactor" value="0.5"/>
    </inkml:brush>
  </inkml:definitions>
  <inkml:trace contextRef="#ctx0" brushRef="#br0">267 124 1720,'-2'0'5239,"-2"0"-3457,1-1-310,0 0-173,-2-1-56,2 0-30,0 1-2,0-2 1179,2 1-1131,1 1-1,0-2 89,0 1 33,0 0 15,0 0-7,-1 0-50,-1 1-126,0-1-145,-1 1-119,0-1-188,1 1-121,0 0-115,1-1-69,0 1-266,2 0-186,1 0 33,0-1-36,0 1 0,-1-2 0,1 1 0,1-1 0,0 1 0,1-1 0,0-1 0,2 0 0,0-1 0,2 0 0,0 0 0,2 0 0,1-1 0,1 1 0,0-1 0,2 2 0,0-1 0,0 1 0,-1 0 0,-2 2 0,2-1 0,-2 1 0,0 0 0,-3 2 0,0 1 0,-2 0 0,-1 1 0,0 1 0,-1 1 0,0 0 0,-1 2 0,-2 1 0,-1 1 0,-2 0 0,-1 3 0,0 0 0,-2 1 0,1 1 0,-1 0 0,-1 0 0,-1 1 0,1 0 0,0-1 0,-1 1 0,0-1 0,1 0 0,-1-2 0,2 0 0,0-1 0,1-1 0,1-1 0,1-1 0,0-1 0,2-1 0,0-1 0,0-1 0,2-1 0,0 0 0,2-2 0,-1 1 0,2-3 0,0 1 0,0 0 0,3-1 0,0 0 0,1-1 0,2 0 0,2 0 0,-1-1 0,2 1 0,1 0 0,0 0 0,-1 1 0,0 1 0,-2 0 0,1 1 0,-1 0 0,-1 1 0,-1 0 0,0 1 0,-1 1 0,0 2 0,0-1 0,-1 2 0,1 1 0,-2 0 0,-2 2 0,-2 2 0,-1 1 0,-1-2 0,-1 1 0,-2 0 0,-2-2 0,0 0 0,-3 0 0,-1-1 0,-1 0 0,-2 0 0,0-1 0,-2 1 0,-1-3 0,-2 1 0,-2-2 0,0-2 0,-3 0 0,-3-2 0,-2 0 0,-1-3 0,-2 0-803,-2-3-1423,-3 0-230,-3-1-713,-4 0-553,-4-2-708,-3 1-742,-4 0-13,-7 1 244,10 1 5010</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41.963"/>
    </inkml:context>
    <inkml:brush xml:id="br0">
      <inkml:brushProperty name="width" value="0.05" units="cm"/>
      <inkml:brushProperty name="height" value="0.05" units="cm"/>
      <inkml:brushProperty name="color" value="#AE198D"/>
      <inkml:brushProperty name="inkEffects" value="galaxy"/>
      <inkml:brushProperty name="anchorX" value="-117317.39844"/>
      <inkml:brushProperty name="anchorY" value="-102638.17188"/>
      <inkml:brushProperty name="scaleFactor" value="0.5"/>
    </inkml:brush>
  </inkml:definitions>
  <inkml:trace contextRef="#ctx0" brushRef="#br0">237 59 2144,'9'-5'29312,"-9"4"-29144,0 0 17,0 0 16,1 0 5,1 0 10,2 1-20,1-1-68,3 0-140,1-1 35,3-1-23,1 0 0,3-1 0,0 0 0,1-1 0,1 1 0,-1 1 0,1 0 0,-2 0 0,0 0 0,-4 1 0,-1-1 0,-2 1 0,-2 0 0,-1 1 0,-1 2 0,-2 0 0,-1 0 0,-1 1 0,-1 0 0,-2 2 0,-2 2 0,-1 0 0,-2 2 0,-3-1 0,-2 2 0,-1 0 0,-1 2 0,-1 1 0,-1 2 0,0 1 0,-1 0 0,1-2 0,0-1 0,2-1 0,1 0 0,2-1 0,1-1 0,1-1 0,2 0 0,2-2 0,2 0 0,1 0 0,2-2 0,1 1 0,1-1 0,2-1 0,2 0 0,0-1 0,2 0 0,2 0 0,2-1 0,1 0 0,1 1 0,1-1 0,-1 0 0,-1-1 0,-1 1 0,0 0 0,-2 0 0,-1 0 0,-1 0 0,-1 1 0,-1-1 0,-1 2 0,0 0 0,-1 1 0,-2 0 0,0 1 0,-1 2 0,-2 3 0,-2 0 0,-1 1 0,1 0 0,-2 0 0,1 0 0,0 0 0,0-1 0,1 0 0,-1-1 0,1 0 0,0-1 0,2-1 0,0 0 0,0-1 0,-1 0 0,1-1 0,-1-1 0,-1 0 0,0 1 0,-1-1 0,-1 0 0,0-1 0,-2 0 0,-2 0 0,-5-2-1214,-2 0-110,-4-1-584,-2 0-359,-3-1-342,-2 0-316,-1-1-231,-4-1-244,-5 0-382,-8 1-385,-9 1 16,6 1 2676</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3.783"/>
    </inkml:context>
    <inkml:brush xml:id="br0">
      <inkml:brushProperty name="width" value="0.05" units="cm"/>
      <inkml:brushProperty name="height" value="0.05" units="cm"/>
      <inkml:brushProperty name="color" value="#AE198D"/>
      <inkml:brushProperty name="inkEffects" value="galaxy"/>
      <inkml:brushProperty name="anchorX" value="-65660.875"/>
      <inkml:brushProperty name="anchorY" value="-66746.9375"/>
      <inkml:brushProperty name="scaleFactor" value="0.5"/>
    </inkml:brush>
  </inkml:definitions>
  <inkml:trace contextRef="#ctx0" brushRef="#br0">27 315 432,'0'0'0,"-2"0"728,0 1-112,1 0-61,-3 0-92,2 0-59,-3 0-40,2-1-53,-4 1 5271,7-3-5468,0 1 8,0 0 6,0-1 1255,2 2-1295,-1 0 10,1 0 6,1 0-2,0 0 12,0 0 6,-2 0 8,1 0 927,-2-1-927,0 0-9,0 0 2,0 0 8,0 0-11,0 1 22,0 0-16,0-2 14,0 1-22,0 0-2,-2 0-10,1 1-18,-1-1 5,0 1-40,1-1 1,1 0-22,-1 0 5,1 0-12,0-1-7,0 1 1,0-1-1,0 1-9,0 0 11,0-1-12,0 1 3,0-1-10,0 0 12,0 1 5,0-2-20,0 2 25,0-2-17,0 1 5,0-1 9,0 1-13,0 0 4,0-1-10,0 1 2,0 0-1,0-1 0,0 1 0,2-2 0,0 1 0,0 0 38,-1 0-30,0-1 20,0 2-6,-1-1-7,1 0 12,0 0-5,1 1 12,0-1-13,-1 0 14,2 1 5,-1-1-2,0 0 21,0 0-6,-1-1 3,1 0 0,0 0-9,2 0 2,-1-1-1,2 0 0,-1 1-9,-1 0 12,1 0-5,-1-1-7,-1 2-7,2-1 1,-1 0-10,-1-1 2,1 1-1,0 0-18,0 0 14,0 0-15,0 0 4,1 0-1,-1 0-9,2 1 2,-1-1-1,-1 0 0,1 0 0,-1-1 10,1 0 15,0 0 6,-1 0-10,-1 1 14,-1 1 5,-1-1-11,2 2 14,0-1-14,2 0-5,-1 0 11,-1 1-14,2-1-14,-1 1 3,2-1-20,-2 0 14,2 1-6,-1 1 2,-1 0 0,-1 1 0,-1-1 10,2 0-13,-1-1 33,-1 0-20,3 0-11,-2 0 13,1 0-5,-2 0 1,2 0-10,-1 0 4,2-1-2,0 1-10,-2 0 13,2 0-4,-1 0 1,1 1 9,0 0-12,-1-1 14,-1 0-4,-1 1 1,0 0 0,1-1-10,0 1 4,1 0-2,0 0 0,0 0-10,-1 1 4,-1 0 7,2 0-12,-1 0 14,1-1-4,1 0 10,0 0-2,2 0 1,0 0-10,0 1 4,0-1 7,1 1-12,-1 0 5,0 0-12,-1 0 13,0 0-4,-1 0-9,1 0 13,0 0-4,2 0-9,-2 0 13,0 0-4,0 0 1,-2 0 0,2 0 0,-2 0 0,0 2 0,1-1 0,-1 0 0,1 0 0,-1 0 0,2 1 0,0 0 0,2 1 0,0-2 0,0 1 0,-2-2 0,0 1 0,-1-1 0,0 0 0,0 0 9,-1 0-2,0 0-9,0 0 13,1 1-14,0 0 5,0 0-2,0 0 0,1 1-10,-1-1 13,1 1-14,-1-1 23,-1 0-16,1 1 24,-1-1-16,1 0-4,-1 1 2,0-1-2,1 2 0,-1-1-10,1 1 4,1-1-2,0 1 9,0-1-2,0 2 1,-2-2 0,2 1 0,0 0 0,-1 0 0,1 0 0,1 0 0,-1 1 0,1-2 0,-1 2 0,-2-2 0,1 1 9,1 1-2,-1-1 1,2 0 0,-2 0-10,1 0 4,-1 1-2,1-1 0,-1 0 0,0-1 9,0 2-12,1-2 14,-1 2-4,-1-2 1,1 2 0,-1-2-10,1 1 4,0 0-2,-2 0 0,2-1 0,-1 1-10,1-1 13,0 1-4,-1 0 1,0 0 0,0 0 18,2 0-14,-2 1 6,2 0-12,-1 0 4,-1 0 7,0 1-2,1 0-9,-2 0 4,1 0 7,0 1-2,1 0 1,0 0-10,0 0 4,0-1-2,-1 1 9,1 1-2,-1-1-9,1 1 4,0-1-12,-1 0 13,1-1 5,0-1-11,1 1 5,0-1-2,-1 0 18,1 0-23,-1 0 17,1-1-5,-1 1 1,-1-1 0,1 0 0,-1-1 0,1 1-10,0 0 4,-1 0-2,0-1 0,2 1-19,-1-1 6,2 1-3,-2 0-19,1 0 6,-1-1-22,-1 0-4,1 1 1,1-2-133,-1 1 103,0-1-38,-2 0 10,0-1-37,-1 0 10,-1 1-23,0 0-5,0 0-37,0 0 0,0 0-59,-1-1-22,1 1-54,0 1-54,0-1-37,0 0-51,-2 0-66,-1 1-71,-1-1-51,-1 1-59,-1 0-47,-1 0-31,0 1-62,0-2-43,0 2-67,0-1-100,0-1-128,-1 2-159,0-2-324,1 1 1429</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4.288"/>
    </inkml:context>
    <inkml:brush xml:id="br0">
      <inkml:brushProperty name="width" value="0.05" units="cm"/>
      <inkml:brushProperty name="height" value="0.05" units="cm"/>
      <inkml:brushProperty name="color" value="#AE198D"/>
      <inkml:brushProperty name="inkEffects" value="galaxy"/>
      <inkml:brushProperty name="anchorX" value="-67255.54688"/>
      <inkml:brushProperty name="anchorY" value="-67662.28906"/>
      <inkml:brushProperty name="scaleFactor" value="0.5"/>
    </inkml:brush>
  </inkml:definitions>
  <inkml:trace contextRef="#ctx0" brushRef="#br0">9 86 688,'0'0'800,"-1"0"-112,-1 1-70,0 0-62,1 0-68,-2 2 1273,4-2-1551,-1 0-2,1 0 19,1 1 22,0 0 5,1 0 0,0 1 21,1-1-24,0 2-2,1-1-18,0 1-15,0 0-25,1 0-14,0 0-17,1 0-25,1 0-23,-1 1-24,-1-2-24,3 1-5,0 0-30,1 0-12,-1-1 2,1 0-22,-1 1 6,0-2 6,0 1 7,0 0 27,-1-2 2,-1 2 30,0-1 21,0-1 15,0 0 7,1 0 10,-2-2 27,2-1 189,1 0-220,0-2 67,-2 1-22,1-2 18,-3 0-15,1 0 15,-2-1 14,1 1 6,-1-2 37,-1 1 0,-1-1 12,-3 0-11,0-1-5,-3 0-35,1 1-1,-2-2-50,1 1-43,1 0-19,-1 0 0,0 0-32,2 2-1,-2-1-2,1 2-20,1-1-13,0 2-6,1-1 8,1 2-31,0 0 9,0 1-23,1 0-22,1 1-32,0-1-69,2 0-95,-2 1-91,3 0-134,0 1-140,2 0-208,-2-1-199,2 1-254,-1-1-298,2 0-464,0 0-695,-2 0-266</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6.033"/>
    </inkml:context>
    <inkml:brush xml:id="br0">
      <inkml:brushProperty name="width" value="0.05" units="cm"/>
      <inkml:brushProperty name="height" value="0.05" units="cm"/>
      <inkml:brushProperty name="color" value="#AE198D"/>
      <inkml:brushProperty name="inkEffects" value="galaxy"/>
      <inkml:brushProperty name="anchorX" value="-68395.84375"/>
      <inkml:brushProperty name="anchorY" value="-68423.28125"/>
      <inkml:brushProperty name="scaleFactor" value="0.5"/>
    </inkml:brush>
  </inkml:definitions>
  <inkml:trace contextRef="#ctx0" brushRef="#br0">10 408 448,'-4'0'6775,"3"0"-6999,-1 0 977,1 0-385,0 0 2,1-1-11,0-1-26,0 1-21,0-1-5,0 0-49,0-1-5,0 1-12,0-1-37,0 1 9,0-1-42,0 1 1,0-1-49,0 0 11,0 0-15,0 1-7,0-1 11,0 0-4,0 0 1,0 1 18,0-1 14,0 0 7,0 2 18,0-2 6,0 1-10,0 0 5,0-2-11,0 2-7,0-2-27,0 0-2,0 0-30,0-1-21,0 0-24,0 0 4,0-1 5,0 1 7,0-1 36,0 1 10,0-1 46,0 1-1,0-2 31,0 1 4,0-1 0,0 1-7,0 0 2,0 0-29,0 0-10,0 1-18,0-1-16,0 1-25,0-1-5,2 0-38,0-1 10,0 1-53,-1-2 32,2 1-39,-1 0 19,2 1 12,0 0-22,-2-1 36,2 0-2,-1 0 20,0 1 6,-1 0 37,-1 0 19,1 1 25,0-1 5,0 1 11,-1-1-1,0 1-8,1 0-7,0-1-18,0 2-4,0 0-10,-1-1-18,-1 1-4,2 0-20,0 0-4,2 1-10,-1 0-8,0-1-36,-1 1 18,-1 1-26,0-1-12,1 0 3,0 0-3,1 1 0,0 0 0,0 0 9,1 1-11,1-1 3,-1 2 18,1-2-15,0 1 14,0-2-12,-1 1 3,1 0-10,1 0 21,-1 0-16,0 1-4,2-1 20,-2 1-16,1-1-4,-2 1 1,1 0-1,1 0 0,-1 1 0,1 0 0,-2-1 0,1 0 0,0 0 0,-1 0 9,0 0-11,1 1 3,1 0-1,-2 0 0,2 0 19,0 0-25,0 0 9,-2 0 6,0 0-2,1 0-8,0 0 2,-2 0-10,2 0 2,-2 0 8,1 0-2,0 0 1,0 0 0,2 0 0,0 0 0,2 0 9,-2 1-11,1 0 3,0 0-1,0 0 0,-1 1 0,1-1 0,-1 1 0,2 0 0,-1 0 9,0 0-21,-1 1 16,1 0-5,0 1 10,1-1-11,0 0 12,-1 1-12,-1-1 3,1 0 8,1 1-11,-1 1 3,0-2-1,-1 1 0,1 1 0,0-2 0,-1 1 0,1 0 0,-1-1 0,0 1 9,0-1-2,0 1-8,-1-1 2,1 1 8,0 1-2,-1-1-8,1 0 11,0 0-12,1 1 3,1-1-10,0 1 2,-1 0 8,0 1-11,0-1 12,0 0 6,-1 1 8,0 0-20,1 1 16,0 0-5,1-1 10,0 0-2,-2 0-18,1 0 6,0-1 6,0 1-2,1-1-8,0 0 2,-1 1-10,0-1 2,0 0 18,0 1-6,1-1-6,-2 1 2,0-1 8,1 1-11,0-1 3,1 0-1,-1 1-9,-1-1 2,-1 1 8,1-1-11,0 2-6,-2-1 20,2 1-26,0 0 28,1 0-9,-1 0 3,0 0 0,-1-1-9,-1 0 2,0 1-10,1-1 11,-1 1-22,-1-1-2,2 0-1,0 0-1,1-1-9,-1 1 2,1-1-10,1 1-7,0-1 1,-1 0-1,0 2-28,1-1-20,-1 1-33,-1-1-22,2 0-25,-2 0-15,1 0 2,-2-1-22,0 1 24,0-1 11,-1 1 26,1-2 31,-1 0 22,0-1 25,1 1 14,-1-2 18,-1 1 7,0 0 28,-1-2-7,-1 1 13,1-2-2,-1 1 1,0-1 9,-1 0-2,1 0 1,0-1 0,-2 1-10,1 0 13,-1 0-4,0 0 1,0 0 9,-1 0-12,-1 0 5,1 0-2,0-1 9,-1 0-2,1 0-9,-1-1 13,-2 0-4,0 1 10,-1-1-12,-1 1 14,-3-1 5,1 0-11,-1 0 42,1-1-3,-2 0 31,1 0 11,0 0 18,1 0-2,-2-1 2,1 1-10,0 0-6,1 0-17,0 0-24,-1 1-5,2-1-19,1 0 22,-1 1 11,1-1 26,0 0 13,1 1 17,1 0-12,-1-1 24,0 0-7,-1 1-6,0-1-17,2 0-14,1 0-16,0 0-16,1 0 3,1 1-12,1 0 2,1-1-1,1 1-19,0 1-3,0 0-1,0-1-20,1 1 6,-1-1-12,0 2 2,0-1-10,0 1 2,2-1-10,-1 1 11,3 0 6,1 0-1,0 2 1,0-1-9,3 1 11,1 1-3,1 0 10,0 1-11,1 0 12,0 1-12,2 1-6,-1 0 10,2 1-22,-2 0-2,0 0-10,1 0-8,-1 1-27,-1-1 16,3 0-62,-1-1 82,0 0-17,-3-1 7,-1 0 1,-1-2 47,-2-1-23,0 0 28,0-2 12,-1 0-12,1 0-4,-2 0 1,-1-1-1,-1 0 9,0-3-11,-2 0 12,0-1-12,-1-1 22,-1 0 2,-2 0-8,-1-1 12,-2-1-3,0-1 10,0 1-2,0-1 10,0-1-11,1 1-6,0 1 1,0 1-20,1 0-3,-1 1-10,1 1 1,2 0-20,1 1-31,0 1-2,2 0-87,0 1-98,0 0-127,2 1-162,0 0-173,1 2-164,2 0-187,2 0-192,0 1-162,3 0-201,2 0-206,1-2-280,-1-1-513,0 1-481,-3-1 1910</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8.256"/>
    </inkml:context>
    <inkml:brush xml:id="br0">
      <inkml:brushProperty name="width" value="0.05" units="cm"/>
      <inkml:brushProperty name="height" value="0.05" units="cm"/>
      <inkml:brushProperty name="color" value="#AE198D"/>
      <inkml:brushProperty name="inkEffects" value="galaxy"/>
      <inkml:brushProperty name="anchorX" value="-70160.09375"/>
      <inkml:brushProperty name="anchorY" value="-69244.34375"/>
      <inkml:brushProperty name="scaleFactor" value="0.5"/>
    </inkml:brush>
  </inkml:definitions>
  <inkml:trace contextRef="#ctx0" brushRef="#br0">105 511 112,'0'0'0,"-2"0"1048,0 0-168,-1 1-82,0 0-99,0 1-99,-1-2-59,1 2-59,-2 0-2,2-1-44,0 0-9,-1 0 9,1-1-33,-1 0 27,0 0-18,0 0 15,0 0-13,1 0-6,-1 0-8,1 0-17,-1-1-15,0 0-7,1 0-18,0 0-6,0-1-18,-2 1 4,2-1-31,0 1-20,-1 1 4,1-1-32,1 0-20,0 0-15,1 0-7,0-1-10,1 0-8,0-1 10,0 1-22,0-1 26,1 1 1,-1-1-19,0-1 16,0 1-15,0 0 32,0-1 19,0-1-4,0 0 5,0 1 8,2 0-30,-1-1 9,1-1-14,0 0-52,0 0-24,1 0-15,1 0-9,-1 0-29,0-1 16,1 0-25,-1 1 35,1 0 8,0 0 35,-1 1 40,-1-1 28,-1 1 34,0-1 14,-1 0 9,0-1 9,0 1-11,0-1 23,-1 0 21,1 0 33,0 1-7,0-2 5,0 1 0,0 0-9,0-1-17,0 1-42,0-1-82,0 0-56,0 0-47,0 0-23,0 0-19,0 0-7,0-1-29,0 2 16,0-2-6,0 1-8,0 1 11,2-1-3,0 1-18,-1 0 25,3 0-28,-1 0 9,-1 0-12,2 1 2,-1-1-1,-1 1 0,2 1 9,-2-1-11,3 1 3,-2-1-1,0 2 9,1 0-2,-1-1 1,1 1 0,0 0-9,-2 0 2,2-1-1,-1 1 0,0-1 0,0 1 0,0 0-9,-1 0 11,0 1 6,-1 0-1,1 0-18,0 0 15,0 0-14,0 0 3,-2 1 8,3 0-2,-1-1-8,0 2 2,1-1 8,0 1-2,-1-1 1,0 1 0,-1 0 0,1 0 0,0 0-19,0 1 25,1 0-9,0-1 3,1-1 0,1 1 19,0 1-6,1-2 3,0 0-9,1 1-7,1 0 1,-2-1-1,1 1-9,0 0-26,0 0 26,-1 0-10,1-1 12,-1 1-2,0 0 1,0 0 9,0 1-2,-1-1 1,1 1 0,0 0 0,1 0 0,1 0 0,-2 1 0,1 0 0,0 0-9,0 0-7,-1 1 1,0 0-1,1-1 0,-2 1 0,1 0 9,0 1-11,1-1 22,-1 1-16,0-1 14,1 1 6,0 0-10,1 0 3,-2-1-1,-1 0 9,0-1-2,1 0-8,-2 1 2,2-1-10,-2 0 2,1 1 8,-1 0-2,1-1 1,0 0 9,0 1-2,-1-1-8,0 1 11,0-1-40,0 0 39,0 1-22,0-1 6,2 0-10,-1 1 2,0-1 8,0 2-21,0-1 35,1 0-48,-1 1 14,-1 0-24,0-1 25,0 1-18,0 0 24,0 0-16,-2-1 24,2 1 2,1 0 1,-1 0 10,1 0-2,-1 0 1,2 0-9,-1 0 11,0-1-3,1 1 1,-1-1-9,0 1-17,1-1-4,-1 1-20,0 0-14,0 0-25,-2 1-23,1 0-24,1 0 4,-1 0-4,2 0-10,-2 0 32,1 0 8,-1-1 37,-1 0-8,1 0 23,-1 0-4,1 0 2,0-1 0,-2 1-28,2 1-20,1-1 4,-1 1-23,1 1 6,0 1-13,0 0 13,1-2 5,0 1 8,2-2-2,-2 1-16,1 0-33,0 0-29,0 0-41,-1 1-39,1 0-31,-3 1-24,2-1 12,0 1 3,0-1 27,2 2 12,-2-1 26,0 1 4,0-1 20,-1 0-3,1-1 20,1 1-4,0 0 30,1 1 10,-1 0 18,-1-1 35,1 0 1,1-2-7,0 0 4,-2-1-10,-1 1 2,0-1-10,-1 0 12,0 0-23,0 0 25,-2 0 11,2 0 7,-1-1-1,1 0 30,-1-1 1,0 1-7,1 0 12,-1-1-3,1 0 10,0-1-11,-2 2-16,2-1-4,-1 0-10,1 1 1,2 0-122,0-1 146,0 0-58,-2 0 27,-1-1 6,-1 1-10,-1-1 12,0 0-13,0-1-99,1 1 74,-1 0-20,1 0-24,-1 0-34,-1 0-39,-7 4-5120,4-4 4979,0 2 77,-1 0 48,1-1 66,-1 0 63,0 0 45,0-1 32,0 0 26,1 0 34,-1 0 50,1 0 17,-2 0 28,2 0 52,0 0 16,-1 0 56,1 0 54,-1 0 26,1-1 36,-2 0 4,-1 0 40,0-1-9,0 0 23,0-1-4,1 0-7,-1 0-7,0 1-18,1-1-14,0 1-34,-1-1-11,0-1-47,1 1-18,0 1 170,0-1-98,-1 1-159,1-1 39,1 1-34,0 0-8,0 1 11,0-1-23,0 1-3,2 0-18,-2 0-15,1 0 3,1 0-12,0-1 2,1 1-10,0 0 2,1 1-20,0-1 15,0 1-5,1 0 368,0 0-414,1 0-20,0 0 6,1 0-3,0 2-9,1-1 21,2 1-26,0 0 28,0 1-28,0 0 9,3 0 6,0 1-2,0 0 10,-1 0-11,0 0 3,0-1-10,-1 0 11,1 1-12,-1-1 3,-1-1-1,1 0 0,0 0 0,1 0 0,-2-1 0,-1 0 0,0-1 0,-1 0 0,-2 0 19,2-1-15,-1 0-4,-1 0 1,-1 0 18,0-1 3,0-1-8,-3 1-6,0-2 1,-1 2-1,-1-2 0,1 1-9,-1-1 2,-1-1 8,-1 0 26,-1-2 21,1 1 43,-2-2 56,-1 1 62,0-2 16,-1-1 41,-1-1 11,0 0-9,1-2-22,-3 2-50,4 0-44,-1 0-58,1 1-26,3 1-36,1 2-22,0 1-26,2 3-6,0 1 0,2 1-12,0 0 4,1 1-30,0 2-11,2-1-82,0 2-54,0-1-112,1 1-116,0 1-154,1 0-166,0 0-202,1 0-224,0 0-247,2-1-366,-1 0-698,-2-1-613,1-1-272,-1-1 3799</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29.638"/>
    </inkml:context>
    <inkml:brush xml:id="br0">
      <inkml:brushProperty name="width" value="0.05" units="cm"/>
      <inkml:brushProperty name="height" value="0.05" units="cm"/>
      <inkml:brushProperty name="color" value="#AE198D"/>
      <inkml:brushProperty name="inkEffects" value="galaxy"/>
      <inkml:brushProperty name="anchorX" value="-72813.35938"/>
      <inkml:brushProperty name="anchorY" value="-70781.53906"/>
      <inkml:brushProperty name="scaleFactor" value="0.5"/>
    </inkml:brush>
  </inkml:definitions>
  <inkml:trace contextRef="#ctx0" brushRef="#br0">36 11 1408,'-1'0'1513,"-1"0"-206,0-1-157,-1 0-135,0 0-141,1-1-110,0 0-78,0-2 2556,2 5-3005,0 0-28,0 1-23,0-2-26,0 2-34,0 0-30,0 0-22,0 1-17,0 1-26,0 2-23,0 0-71,0 1-85,-2 0-75,0 1-155,-1 0-144,0 0-169,0 0-202,1 0-186,0 1-175,1 0-225,1-1-302,0 0-396,0-2-337</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9:31.141"/>
    </inkml:context>
    <inkml:brush xml:id="br0">
      <inkml:brushProperty name="width" value="0.05" units="cm"/>
      <inkml:brushProperty name="height" value="0.05" units="cm"/>
      <inkml:brushProperty name="color" value="#AE198D"/>
      <inkml:brushProperty name="inkEffects" value="galaxy"/>
      <inkml:brushProperty name="anchorX" value="-75011.15625"/>
      <inkml:brushProperty name="anchorY" value="-72747.38281"/>
      <inkml:brushProperty name="scaleFactor" value="0.5"/>
    </inkml:brush>
  </inkml:definitions>
  <inkml:trace contextRef="#ctx0" brushRef="#br0">45 0 456,'-1'0'1616,"-3"0"-261,-2 0-168,0 0-173,0 0-126,-1 0-145,2 0-88,1 0-66,1 0-106,1 0-35,1 0 263,3 0-430,0 1-21,2 1-74,1-1-30,2 1-44,0-1-50,0 1-27,0-1-63,0 0-71,0 0-87,1 1-114,0-1-155,1 1-164,1 0-184,3-1-237,1 0-215,1 0-291,0-1-401,0 0-541,-2 0 2334</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53.488"/>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331 6 288,'0'-1'2961,"0"-1"-3119,0 1 873,0 0-459,0 1 12,0-1 250,2 1-261,0 0 8,3 0 3335,-5 1-3552,0 0-9,0 1-26,0-2 7,0 1-4,0 0 0,0-1-9,0 0 11,0 0-12,0 0 12,0 0-3,0 0-18,0 0 6,0 0 6,0 0 7,0 1-10,0 0-6,0 0 20,0 0-16,0 0-4,0-1 1,0 0-1,0 1 0,-2 1 0,1-1 9,-1-1-11,0 1 3,1 1 18,1-1-6,-1 0-16,1 0 6,0 0 6,0-1-2,0 1-8,0 0 2,0 1-1,0-2 9,0 2-2,0 0 1,0-1-9,0 0 11,0 1 6,0-1-10,0 0-6,0 1 1,0 0-1,0 1 9,0-1-11,0 1-6,0-1 10,0 1-12,0 0 12,0-1-3,0 0 10,0 1-2,0 0 1,0 0 9,0 0-2,0 0 1,0 1-9,0 0 2,0-1 8,0 1-2,0-1-8,-1 1 30,-1 0-18,0-1-3,1 0 10,0 1-12,-2-1-6,1 1 10,0 0-12,1 0-6,0 0 1,0 0-1,1-1 0,0 0 9,0 1-11,0-1 3,0 1-1,0-2 0,0 2 9,0-1-11,0 0 12,0 1-22,0-1 16,0 0-5,0 0 1,0 2 9,-2-2 7,-1 1-10,-1-1-6,1 0 1,0 0 8,2 0-2,0 0 1,0 0-9,1-1 2,0 1-10,0-1 2,0 1 8,0 1-11,0-1 3,1 0 18,-1 0 3,0 0-18,0 1 16,0-1-14,0 1 12,0-2-12,0 2 12,-2-1-31,0 0 9,0 0 15,1 0-6,0 0 3,0 0 0,1 0 9,0 0-21,0-1 35,0 0-30,0 1 19,0 1-5,0-1-8,0 1 2,0-1-1,0 0 19,0 0-15,0 0 14,-2 0-22,0 0 7,1-1-3,-1 1 0,1-1 0,0 1 0,1 0-9,0 0 2,0-1-10,0 1 21,2 0-16,0 0 14,-1 0 6,1 0-1,-1 1 1,0-2-9,-1 1 2,0-1-1,0 0 0,0 1-9,0-1 11,0 0-3,0 0 1,2 0 9,-1 0-21,1 1 7,0-1-3,-1 1 0,-1 0 0,1-1 9,-1 0-2,0 1 1,0-1 0,0-1 9,0 0-2,0 1 1,0-1-9,0 1 2,0 0-1,0-1 0,0 1 0,0 0 0,0 0-9,0-1 11,0 1-3,0 0 1,0 1 0,0-1 0,0 1 0,0-1 9,0 1-11,0 0 12,0 0-12,0-1 12,0 1-12,0 0 3,0 0-1,0 0 0,0 0 9,-2 1-2,0-1-8,0 0 11,1-1-3,0 1 10,0 0-2,1 0-8,0 0-7,0 0-8,0 1 10,0 0-3,0 0 1,0 0 0,0 0 0,0 0 0,0-1 0,-2 1 9,0-1-11,1 0 3,-3 1 8,2 0 7,-1 0-20,1-1 16,1 2 4,0-2-10,1 1-6,0 0 10,0-1-12,0 1 3,-1-2-1,-1 2 9,0-1 7,1 0-10,0 1 3,0 0-10,1 0 11,0 0-3,0 0 10,0-1-11,0 0 3,0 0-1,0 0 0,0-1 19,0 1-25,0 0 9,0-1-3,-2 2 0,0 0-9,1 1 2,-1-1-1,1 0 0,0-1 9,1 0-2,0 0 1,-2 0 9,0 0-11,1 0 3,-1-1-10,1 1 2,1-1-1,-1 1 0,1 1 0,0 0-19,0-1 25,0 1 0,0 0 1,0 0-8,1 0 21,-1 0-7,0-1 3,0 1 10,0 0-22,0 0 6,0 0-11,0-1 2,0 1-1,1-1-18,1 0 23,0 0-27,-1 0 28,0 0-9,0 1 3,-1-1 19,1 2-15,-1-1 5,0 0-1,-1 1-28,1-1 18,0 1 2,0-2 8,0 1-11,0 0 4,0 1-1,0-1 0,0 0 28,0 0-26,0-1 8,0 1-2,2 0 0,0 0 0,0 0-9,-1 0 12,0 0-5,0-1 2,-1 1-9,0-1 2,0 0-1,0 1 10,0-1 6,0 0-20,0 0 6,0 0-2,0 0 0,0 0 0,0 0 0,0 0 0,0 1 0,0-2 0,0 2 10,0-1 6,0 0-11,0 1-5,0-1 29,0 0-18,0 1-12,0 0 13,0-1-15,0 1 4,0 0-10,0 0 12,2 0-33,-1-2 29,1 2 0,0-2-1,-1 1 2,-1 1 10,1-1-4,-1 0-7,0 0-7,0 0 1,0 0-1,0 0 10,1 0-4,1 0 2,2 1 0,-1-1 0,0 0 10,-1 1-4,-1-1 2,0 0-9,-1 1-7,1 0 1,-1 0 9,-1 0 6,0 0-11,-1 0 4,0-1 9,0 1-4,1 0 12,0-1-13,1 0 14,0 0-23,-2 0 6,0 0-2,1-1 0,-1 1 0,1 0 0,1 0-9,-1 0 12,1 0-5,0 1 12,0-2-13,0 2 4,0-2-1,1 0-9,-1 1 21,0-1-16,0 0-4,0 0 11,0 1-5,0-1 2,0 1 0,0 0 10,0 0-22,0-1 16,0 1-6,0 1 2,0-1-9,0 0 12,0 1-5,0 0 2,0-1 0,0 1 10,0 0-13,0-1 4,0 0 9,0 0-4,0 0-7,0 0 2,0-1-1,0 1 0,0 0-9,0 0 12,0-1-5,0 1 2,0 0 19,0-1-15,0 1-4,0 0 1,0-1-1,0 1-9,0 0 12,0 0-5,0-1 2,0 1 0,0 0-9,0 0 12,0-1-5,1 1 21,1-1-24,0 1-11,-1 0 21,0 0-8,0-1 13,-1 1-13,1 0 14,0 0-14,1-1 4,0 1-1,-1 0-9,0 0 2,0-1-1,-1 1-9,0-1 21,0 1-7,0 0 3,0 0 0,0-1 10,0 1-13,2 1 4,-1-1 9,1-1-13,0 1 4,-1 0 9,-1 0-13,3 0 4,-2 0-1,1 0 10,0 0-4,-1 0-7,-1-1-7,1 1 20,0 0-7,1 0 3,0-1-9,-1 1-7,0 0 1,0 0-1,-1-1 10,0 0-13,0 0 4,0 0 9,0 1-4,0-1 2,0 1 10,0-1-4,0 1-7,0 0 2,0 0 9,0-1-4,0 1 2,0 0 0,0 0 0,0-1 10,0 1-13,0-1-5,0 1 11,0 0-14,0 0 14,0 0-14,0 0 4,0 1 18,0-1-24,0 0 7,0 0-2,0-1 0,0 0 0,0 0 0,0 0 0,0 1 0,0-2-9,0 1 12,0-1 5,0 1-11,0 0 4,0 0-1,0 0 10,-2 0-4,0 0 2,1 1 10,-1 0-4,1 0 12,-1 1-13,0-2 14,-2 2 33,1-1-38,0 1 14,1-1-13,0 0 21,2 0-25,-1 0 7,1 0-2,0-1-18,1 0 14,-1 0-6,0 0 2,0 1 0,-2-1 0,0 0 10,1 0 6,-1 0-20,1 0-3,0 0 19,1-1-25,-2 1 17,0 0-15,1 0-5,-2 0 20,0 1 3,0-1-1,0 1 12,0 0-4,-1-1 21,0 1-6,0 1 13,-2-1-4,-1 0 12,2 1 6,-2 1 17,1 0 15,-2 0 7,-1 0 9,-1 0-11,-1 1 23,3-1-16,0 1-4,0-2-17,1 1-15,-1-1-25,0-1-14,1 1 2,2-1-22,0 0 15,1 0-33,2 0 18,-2 0-16,2 0 23,-1-1-25,2 0 8,0-1-3,1 1 0,-1-1-10,1 0 22,1 0-16,-1 0-4,0 1 2,0-1 7,0 0-2,0 1-9,-2-1 22,0 1-34,1-1 19,-1-1-6,1 1 10,0 0 16,1 0-3,0 0-8,0 0-6,0-1 2,0 1 7,0 0-12,0 0-5,0 0-17,0 0 13,0 0 4,0 0-1,0 1 1,0-1 0,0 0 9,0-1 7,0 1-20,0-1 7,0 0 6,0 0-12,0 1 5,0 0-2,0 0-10,0 0 4,0 0 7,0-1-2,0 1 10,0 2-12,0-1 5,0 1 16,0-1-14,0-1 6,0-1-12,-1 0 4,-1 0-2,0 1 0,1 0 9,-1 1-12,2 0 5,-1 0-12,1 1 13,0-1-4,0-1-9,0 0 13,0 0-14,1-1 5,-1 0 7,0 0 7,0 0 8,0-1-20,0 2 16,0 1-5,0-1 1,0-1-10,0 1 4,0 0-12,0-1-6,0 0 11,-2 0-14,0 1 14,0 0-4,1 0 10,0 0 7,0 1-1,1-1 19,0 2-32,0-1 19,0 1 3,0 0-11,0 0-5,0 1 2,0-1-2,0 0 18,0 0-14,0 0-4,0-1 20,0 1-16,0 1 15,-2-1-4,-1 0 1,-3 0-10,1 0 13,1 0-4,1 0 1,1-1 19,1 1-6,0 0 31,-1 0 11,0 0-2,1 0 31,0 0-8,0-2 4,0 1 9,1 0-11,0-1-16,0 0-4,-2 1-10,1-1-8,-1 1-8,0-2-8,1 2 1,1 0-20,-1-1 15,1 0-24,0 1 7,0-1 6,0 0-21,0 0 16,0 0-5,-1-1 1,-1 2-9,0-1 11,1 0-12,0 0 3,0-1-1,1 2 0,0-1 0,-1 0-9,2 0-7,-1 1 10,0-1 6,0 1-10,-2 0 12,0-1-3,-1 1 10,0 0 7,0 0-10,1 0 3,0 1-1,1 0 9,1-1-2,0 1-8,0-1-7,0 1 1,0 0-1,0-1 0,0 0 0,0 0 10,0 1-22,1-1 44,-1 1-23,0-1-20,0 1 26,0 0-19,0 0 5,-1-1-10,1 1 2,0 1-29,0 0 18,0-1 11,0 1-4,0 0 3,0 1 10,0 0 34,0 0 0,0 0-7,0 1 23,0-1-16,0 1 15,0-1-23,2 0-3,0 1 0,0-1-29,-1 1 27,0-1-19,2 1 5,-1-2-1,0 0 47,1 2 117,0-1 137,-1 1 112,0 0 57,1 0 37,-1 0 37,2-1 4,-1 2 12,0-1-131,1 0-149,-1 0-68,1 1-82,0-1-27,0 0-39,0-1-23,1 1 3,-1-1-32,1 1-1,-1-1-11,-1 1 1,1-1-10,-1-1 12,1 1-23,-1-1 16,0 0-6,-1 0 2,-1 0 75,0 0-68,-1 0 23,0 1-24,0-1 23,0 0-26,0 1 7,0-1 8,0 0-78,0 0 69,0 0-24,0 0 17,0 0 24,0 0-6,0 0 32,0 1 30,-2-1 11,0 1 29,0 1 171,1-1-196,0 1 59,0-1-18,1 1-49,0-1-24,0 0-14,0 1 0,0-1 15,0 1 33,0-1 20,0 1 25,0-1 5,0 1 11,0-1 18,0 0-5,0 1-53,0-1-31,0 1-22,0-1-18,0 0 2,0 1-3,0-1 0,0 1 0,0-1 0,0 1-19,-2-1 6,0 0-3,1 1 0,-1-2-18,1 1 4,0-1-11,1-1 12,0 1-5,0 0-7,0 0-7,0 1 1,0-1-10,0 0 2,0 0 9,0 0-4,0-1-7,0 0 12,0 0-14,0 0 4,0 0-1,0 0 0,0 0-9,0 1-7,0 0 11,0-1 5,0 1-2,0 0 2,0-1 0,0 0 66,0 0-38,-1 1-4,-1-1-26,0 1 6,1 0-13,-1 0 2,2 0 9,-1 0-69,1 1 67,0 0-23,0 1 26,2-1-6,0 1 13,0-1-13,1 1-5,0-2 1,1 1-1,0 1 10,-1-2-4,1 2 49,-1 0-32,-1-1 11,2 1-20,-1 0-5,1 0 0,1-1-1,0 1 0,0-1-56,1 1 35,0-1 5,0 1 16,0 0 25,1 2-23,1-1 8,-2 1 8,1 0 6,-2-1-11,-1 2 14,0-2-23,-1 2-3,1-1 0,0 0 9,-2 0-13,2 0-5,-1 0 1,1 1-1,-1-1 10,0 0 6,1 0-11,-1-1-5,1 1 1,0-1 9,0 0-4,0 0 2,-1-1 0,1-1-9,-1-1 12,0 0 5,0 1-11,0-2 4,1 1-1,0 0 0,-2 0 0,2 0 0,-1 0 0,1 0-56,0 0 54,-1-1-10,-1 0 12,-1 0 8,0 1-11,-1 0 4,0 0-1,0-1 66,0 0-66,0 1 41,-1-2-40,1 2 21,0-1-8,0 1-7,0 0 12,0-1-5,0 1-7,0-1 2,0 0-10,0-1 2,0 0-1,0 0-9,-1-1 2,-1 1-1,0 0 10,1 1-4,-1-1 30,2 1-17,-1-1-12,1 1 3,-1-1 8,-1 1-13,0 0 4,1 0-1,0 1-9,0-1 12,1 0 23,0 1-15,0 0 16,0 0-33,-2 0 10,0 0 6,-1 1-4,0 0-16,0 0 4,-1 0 8,1 0-4,0 1 2,0-1 0,0 1 0,0-1 0,2 1 19,-2-1-15,0 2-4,1-1 11,1 1 14,0-1-13,0 1 5,-1 0-1,1 0-18,-1-1 4,0 2 8,2-1 6,-1-1-20,1 2 25,0-1 2,0 0-19,0-1 34,0 0-28,0 0-1,0 0 0,-2-1 9,0 1-32,1-1 10,-1 0-4,-1 0 10,1-1-4,0 0 2,0 1 0,1-2 0,0 1 10,1 0-13,0 1 4,-2-2-1,1 2 0,-1 0 0,-1-1-9,0 1 2,1-1 9,0 0-4,1 1 2,0-1 10,1 0-4,0 1-7,0 0 21,-2 0-7,0 1-6,1-1 2,-1 2-1,1-2 10,1 1-4,-1 0-7,1 0 2,0 1-1,0-1 0,0-1-9,0-1-7,0 1 1,0-1-1,0 0 0,0 0 0,0 0 10,0 0-4,0 1 2,0 0 0,0 1 0,0 1 10,0 1 6,0-1 8,0 1-20,0 0-3,0 1 19,0 0 3,0 1-1,0-1-16,0 0-5,0 1 10,0 0-5,0-1 21,0 0-24,0 1-2,0 0 10,0 0 5,0 1 8,0-1 17,0 1-4,0 0 13,0 0-13,0 0 23,0-1-16,0-1 5,2 1-19,0 0-14,0 0 12,-1 1-15,0-1 4,0 0 0,-1 0-11,2-1 13,0 1-14,1 0 14,1-1-14,-2 0 5,2 1 7,-1 1 7,0-2 8,1 0 27,-2 1-7,1 0 13,-1 0 35,-1 0-19,-1-1 9,0 1-2,2 0-19,0 0-4,1 1-9,0-2 20,2 1 3,-1 0 18,-1 0 6,1-1 28,-1 0-7,0 0 13,0-1 7,0 2-10,1-2-6,0 0-18,-2-1-4,0 0-1,0 0 18,0 0-15,0-1-4,0 0 10,-1-1-3,0-1-8,0 1 2,-1-2-1,0 1-46,0-2 3,0 2-4,0-1-29,0 0 8,0 0-22,0 0 4,0 0-20,0 1 14,0 0-6,0 0-7,0 0 2,0 0 9,1 0-4,1 1-16,0-1 14,-1 0-15,0 0 14,0-1-5,-1 0 2,1 0 0,0-1 0,1 0 19,0-1-15,-1 0 5,0-1-10,0 0-26,-1 0-86</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55.111"/>
    </inkml:context>
    <inkml:brush xml:id="br0">
      <inkml:brushProperty name="width" value="0.05" units="cm"/>
      <inkml:brushProperty name="height" value="0.05" units="cm"/>
      <inkml:brushProperty name="color" value="#AE198D"/>
      <inkml:brushProperty name="inkEffects" value="galaxy"/>
      <inkml:brushProperty name="anchorX" value="872.85803"/>
      <inkml:brushProperty name="anchorY" value="-3145.97314"/>
      <inkml:brushProperty name="scaleFactor" value="0.5"/>
    </inkml:brush>
  </inkml:definitions>
  <inkml:trace contextRef="#ctx0" brushRef="#br0">0 207 208,'9'6'10772,"-9"-5"-10760,0 0 6,0 0-11,0 0 12,0 0-23,0-1 53,0 0-44,0 0 54,0 0-34,0 1 9,2 1-4,0-1 2,-1 1 10,3-1-4,-2 1 21,1-1-6,0 1 31,0-1 20,2 1 6,-2-1 19,2-1 34,0 2 1,0-1 21,1 0 15,0 0-12,1 0 24,3-1 3,0 0 28,2 0 21,1 0 5,4 0 30,3 0 40,2 0 9,4 0 20,3 0-21,5 0-21,4 0-22,4-1-51,3 0-8,5 0-40,3-1-19,6 0-17,2-1-17,3 0 3,2-1-13,0 0-5,1 0-37,-1 0-19,-2-1-25,-4 1-15,-3-1-26,-2 1-14,-4 1 11,-2 0-14,-3 0 3,-1 1-1,-1 0 9,-3 0-2,-1 0 10,-1 1-2,-3 0-8,-1-1 11,0 1-3,-3 0 1,-2 0-19,-1-1 6,0 1-3,1-1 0,2 0 0,0 1 0,2-2 0,2 2 0,2-2 0,2 1 0,2-1 19,2 0-15,1 0 24,1 0-26,1 0 18,0 0-14,-1 1 12,-1-2-3,0 1-18,-1 0 15,-2 0-14,0 0 3,-2 1-10,-2 0 21,1 0-16,-4 1 5,1-1-1,-4 1 0,-1 0 9,-2-1-11,-2 1 3,-1 0-1,-1 0 0,-2 0 0,1 1 0,2 0 9,2 0-11,3 0 22,1-1-16,2 0 5,0-2-1,3 1 9,0 1 7,2-2-20,1 1 7,-1 1-3,4-2 19,0 2-15,0-2-4,3 1 10,0 0-3,2 1 1,-1-1 0,-1 0 9,2 0-11,-3 0 3,-1 0 8,-1 1-11,0-1 3,0 0 8,0 1-11,0-1 3,0 0 8,1 0-11,-3 0 12,1 0-3,-1 0-18,0 0 15,-1 0 4,-1 0-10,-1 0 22,-1 1-16,-1 0 14,1-1 16,0 0 4,1 0 1,0 0-27,1 0 36,-1 0-3,0 0 30,-1-1-16,-3 1 6,-2 0-1,-4 1-18,-3-1 51,-2 1-72,-4-1 23,-1 0-17,-3 1-26,-2-1 7,-2 1-13,-1 0-7,-3 1 1,-2 0-1,-1 0-18,0 0-52,-2 0-60,-2 1-100,-1 0-193,-4 0-225,-2 0-317,-3 0-365,-3 0-433,-3-1-617,-6 0-1208,-4 1-371,-7 0-220,4 0 4161</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56.903"/>
    </inkml:context>
    <inkml:brush xml:id="br0">
      <inkml:brushProperty name="width" value="0.05" units="cm"/>
      <inkml:brushProperty name="height" value="0.05" units="cm"/>
      <inkml:brushProperty name="color" value="#AE198D"/>
      <inkml:brushProperty name="inkEffects" value="galaxy"/>
      <inkml:brushProperty name="anchorX" value="-4836.24463"/>
      <inkml:brushProperty name="anchorY" value="-3795.36182"/>
      <inkml:brushProperty name="scaleFactor" value="0.5"/>
    </inkml:brush>
  </inkml:definitions>
  <inkml:trace contextRef="#ctx0" brushRef="#br0">1 176 280,'0'0'2102,"0"1"-1997,0 0 1,0 0-2,0 0 9,0 0 16,2-1 15,0 1 26,-1-1-6,1 0 32,1 0-8,-1 0 23,0 1-15,0 0 24,-1 0-26,-1 0 0,1-1-10,1 1 1,-1-1-20,3 0-31,-1 1-2,0 0-3,-1 0-19,-1 0-5,2 1-9,-1-1 11,0 1 5,-1-1 17,2 1 15,-1-1-3,2 0 13,-1 0 6,0 0 8,-1-1-1,-1 0-9,0 1-15,-1-2 13,2 1 4,0 0-1,-1 1-9,1 0 13,0 1 15,1-2 4,-1 1-8,0 0 12,-1-1-22,-1 0 7,1 0 6,0 0-2,1 0-18,1 0 6,2 0 16,2 0 13,0 0 7,-1 0-1,1 0 12,2 0-22,0 0 25,1 0-17,0 0-13,1 0-6,2-1-18,1-1-15,2 1 3,0 0-13,3 1-15,1-2-6,1 1-9,0 0-17,3-1 69,1 0-124,-1-1 39,1 1-34,0 0 15,0 0-14,0 0 3,3-1-10,-1 1 11,3-1-12,1 1 3,1 0 8,0 0-2,1 0 1,0 0-9,-2 0 2,1 0-1,1 1-9,2-1 11,-1-1-22,0 0-2,0 1 8,-2 0-12,-1 0 3,0 1-10,-1-1-7,-1 1 10,-2 0-3,0-1 1,0 0 0,-1 0 0,0 0 9,1 1-2,1 0 1,-1-1 0,-1 1-9,-1 0 21,0 0-16,0 1 5,0-1-10,1 1 2,-1 0-10,-1 0 11,1 0-3,-1-1 1,0 0 0,1 0 0,1 0 9,0 0-2,5 1 10,2-1-11,2-1-6,-1 1 10,0 0-3,0 1-8,1-1-7,-1 0 10,0 0-3,1 0-8,0 0 2,-1-1-1,-1 1 9,0 0-2,0 0 1,-1-1 0,0 0 0,0 1 9,1 0-2,-1-1 1,0 1-9,0 0 2,0 0-1,0-1 0,0 0 0,-1 1 0,1 0-9,1-1 11,0 1-3,0 0 10,0 0-11,-1-1 3,1 1 8,-1-1-2,0 1 1,0 0-19,1-1 6,1 1 6,2 0-11,0-1 12,2 1-3,2-1 1,1 0 0,1 1 9,-1-1-2,1 1-8,-2 0 11,-1 0-12,-2 0 3,0 0-1,-2-1 9,0 0-11,-2 0 3,-1 1 8,-1 0-11,-1-1 3,-2 1-1,-3 0 0,0-1 19,-2 1-15,-1-1-4,-1 1 1,1 0-1,-1-1 9,-1 1-11,1 0 3,-1-1-10,0 1 2,1-1 8,-1 2 7,0-2-10,-1 0 12,-1 1-3,0 0-8,-2-1 2,-1 1-1,1 0 0,-2 0-9,-1-1 2,-2 0 8,1 1-2,-1 0 1,0 1 0,-1-1 0,-3 1 0,1 0 0,-1 0 0,0 0-9,-1 0 11,0 0 6,-2 0-10,0 0 3,-2 0-10,-1 0-45,0 0-108,-3 0-178,-1-1-295,-5 0-363,-2 0-438,-5-1-671,-4-1-1015,-5 1-394,3-1 2037</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4:58.713"/>
    </inkml:context>
    <inkml:brush xml:id="br0">
      <inkml:brushProperty name="width" value="0.05" units="cm"/>
      <inkml:brushProperty name="height" value="0.05" units="cm"/>
      <inkml:brushProperty name="color" value="#AE198D"/>
      <inkml:brushProperty name="inkEffects" value="galaxy"/>
      <inkml:brushProperty name="anchorX" value="-9740.06934"/>
      <inkml:brushProperty name="anchorY" value="-4466.19629"/>
      <inkml:brushProperty name="scaleFactor" value="0.5"/>
    </inkml:brush>
  </inkml:definitions>
  <inkml:trace contextRef="#ctx0" brushRef="#br0">253 169 104,'0'0'6673,"0"1"-6466,0 0 12,-2 0-14,0 0 14,0 0-4,1-1-9,0 2-6,-2-1 11,1 0 5,-1 0-1,-1 1 20,0-1-6,-2 0 31,1 0 1,-1 1 2,0 0-36,-1 0 10,-1 0-23,0 0-14,1-1 12,0 1-24,0 1 6,0-1 17,-1 1 4,0 0-10,0-1-5,-1 1-8,0-1-36,2-1-9,2 1-38,0 0-29,1 0-13,0 0-19,0-1 3,0 1-12,0 0-17,0 0 14,0-1-14,-1 1 3,1 0-10,1 1 21,0-1-16,-1 0 24,0-1-35,1 1 30,0-1-19,-1 1 14,1-1-22,-1 0 16,1 1 4,0-1-10,1 0 12,0 1 25,2-1-7,-1 0 4,1 0 0,-1 0 0,-1-1 0,1 2 0,-2-1 9,0 0-11,0 0 3,2-1-1,-1 1 0,2-1-9,-1 0 122,1 0-113,1 1 9,-1 0 8,0 0 7,0 1 1096,2-2-1091,-1 0 4,1 0 0,0 0-1,0 0 18,1 0-14,1 0 6,1 0 7,-1 0-2,4 0 1,0 0 9,1 0-12,2 0-14,2 0 4,1-1-13,4 0 4,0 0-12,3 0 13,2-1-4,1 1 1,3-2 9,4 0 17,2 0-24,4 0 0,4-1-20,2-1 5,3 1-12,2 0-7,2 0-27,0 0-2,0-1-2,-1 1-10,-1 0 11,-2-1-12,-1 1-6,-1 0 1,-2 0-1,0 0-9,-3 1 11,1-1-3,-1 1 1,0 0 0,-1 0 9,2 0-2,-2 1 10,1-1-11,0 1 22,0-1-26,2 0 0,0 0 8,1 1-3,1-1-8,0 0 2,-1 1-1,-2 0 0,0 0 0,0 1 0,-1 0 0,1 0 0,-1 0 0,-1-1 0,1 1 0,0 0 0,4 0 0,-2-1 0,2 1 0,0 0 0,-2 0 0,-2 1 0,0 0 0,-5 0 9,0 0-11,-1 0 12,-1 0-3,-1-1 1,3 0 0,0 0-9,3 0 21,0 0-26,4 1 18,1 0-5,1-2 1,1 1-9,-1 0 2,-3 0 18,-1 0-25,-2-1 0,-1 1-1,-3 0 46,-2-1-33,0 1 13,-2-1-3,2 1-19,-1 1 15,3-1 4,0 1-1,2-1-46,1 0 33,2 0-4,1-1 1,0 0-8,0 1 11,-1-1-12,-1 0 22,-1-1-16,0 1 14,-1-1-12,0 0 3,-1 2-1,1-2 0,1 1 9,2 0-21,0-1 16,2 0-5,-1 1 1,-1-1 0,-1 1 0,7-1 9,-3 0-11,-3 0 12,-2 1-12,-3-1 3,-1 0 8,-3 0-11,0 1-6,-2-1 1,-1 0 8,0 0-11,-1 1 12,2 0-68,0 0 56,2 0-10,2-1 22,0 1-14,0-1 33,-2 1-9,-1 0 4,-1 1 37,-3-1-47,-1 0 6,-5 1-3,-1 0-10,-2-1-17,-3 1 14,-1 0 4,-3 0-29,-1 0 0,-3 1-39,-2 0-131,-4 0-687,-3 0 104,-3 0-244,-4 0-302,-1 0-298,-3 1-321,-3 0-439,-2 0-602,-4 0-453,4 0 1504</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00.277"/>
    </inkml:context>
    <inkml:brush xml:id="br0">
      <inkml:brushProperty name="width" value="0.05" units="cm"/>
      <inkml:brushProperty name="height" value="0.05" units="cm"/>
      <inkml:brushProperty name="color" value="#AE198D"/>
      <inkml:brushProperty name="inkEffects" value="galaxy"/>
      <inkml:brushProperty name="anchorX" value="-14928.9834"/>
      <inkml:brushProperty name="anchorY" value="-5149.57617"/>
      <inkml:brushProperty name="scaleFactor" value="0.5"/>
    </inkml:brush>
  </inkml:definitions>
  <inkml:trace contextRef="#ctx0" brushRef="#br0">140 295 216,'0'0'400,"-2"0"-56,0 0-21,-1 0-44,0 0-30,0 1 23,-1 0-29,1 0-2,-2 0 10,0 0 42,-1 0 45,-2 1 36,2-1 43,-1 0 11,2 0 20,-1 1-3,2-1-15,1 0-24,-1 0-68,1 0-21,-1 1-46,0-1-39,2 0-21,-2-1-27,1 2-15,-1-1-8,0 0-18,0 0-34,0 1 0,1-1-13,-1 0 10,1 0-22,1 0 7,-2-1 6,1 1-2,1-1 29,0 0 1,1 0-7,0-1 386,2 1-409,-1 0 203,2 0-240,0 0-4,-1 0 2,1 0 0,-1 0 0,-1 0 0,1 0 10,-1 0 44,2 0-63,-1 0 12,1 0-14,0 0-5,-1 0-8,-1 0 20,2 0-25,0 0 17,0 0-6,1 0 21,0 0-6,1 0 13,0 0 15,-1 0-3,0 0 30,1 0 10,-2 0 9,5 0 224,3 0-222,3 0 106,4 0-22,1-1 11,2 0-10,1 0-16,1 0-4,2-1-20,1 1-32,1 0-21,0 0-34,0-1-3,1 0-31,-1 0 7,2 0-23,2-1-3,1 1 8,2-1-12,1-1 12,0 1-12,1-1 3,0 0-1,0 1-9,-1-1 12,-1 0-14,-2 1-5,1 1 1,0-1-1,0-1-9,0 2 2,0-2-1,0 2 10,2-1-13,-1 0 4,1 0-1,1 0 0,0-1 0,-1 1 10,3 0-13,0 0-14,1 0 13,0 0-24,1 0 16,0-1 4,1 0-11,-2 0 14,2 0 14,-1 1-13,0-1 15,0 0-5,1 1-16,-2-1 4,0 1 8,-1 0-4,-1-1-16,-1 1 14,0 0-6,0 0 2,-1 0 0,1 0-9,-2 1 2,0 0-1,-1 0 19,2 0-6,-1 1 13,1 1 6,2-1-11,2 1 23,2-1-7,0 0-6,1 0 2,-1 0-19,-1 0-5,-2-1 0,-1 1-1,0 0 10,-1-1-13,0 1 23,1-1-16,2 1 5,2 0 9,1-1 6,3 0-11,1 0-5,2-1 20,-2 0-25,0-1 17,-3 1-15,0 0 4,-2 0-1,0 0-9,0 0 2,1 0-1,1 0 0,2 1 0,1-1 0,2 1 10,0-1-4,-1 0 12,0 1-13,-3 0-5,-2 0 1,-3 1-1,-3-2 0,-1 2 0,-1-2 0,-2 1 0,1 0 10,0 0 6,-2-1-2,2 0 2,0 1-18,1-1 14,0 1-6,3-1 2,0 0 0,3 0 10,-1 0-13,-1-1-5,0 1 11,-2-1-14,-3 1 4,-4 0-10,-1 0 12,-4 0-5,-2 1-7,-3 0 2,-4-1-38,-3 1-64,-5 1-162,-2 0-221,-2 0-334,-4 1-338,-2-1-591,-3 0-1011,-6 0-664,-4-1-345,1 0 3329</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5:02.943"/>
    </inkml:context>
    <inkml:brush xml:id="br0">
      <inkml:brushProperty name="width" value="0.05" units="cm"/>
      <inkml:brushProperty name="height" value="0.05" units="cm"/>
      <inkml:brushProperty name="color" value="#AE198D"/>
      <inkml:brushProperty name="inkEffects" value="galaxy"/>
      <inkml:brushProperty name="anchorX" value="-20068.68359"/>
      <inkml:brushProperty name="anchorY" value="-5701.47461"/>
      <inkml:brushProperty name="scaleFactor" value="0.5"/>
    </inkml:brush>
  </inkml:definitions>
  <inkml:trace contextRef="#ctx0" brushRef="#br0">53 6 392,'0'0'2717,"2"0"-1541,0 0-91,1-1-55,0 0-43,2 0-52,15-1 15270,-20 3-15248,0 0-41,0 1 10,-2 0-34,0-1-48,-1 2-25,0-1-109,0 1-86,-1-1-106,1 1-101,-2 0-96,2 0-78,-2 0-223,1 0 6,1 0-19,1 1-7,1 0 0,0 0 0,1 0 0,0 0 0,0 1 0,0 0 0,0 1 0,0 0 0,0 1 0,1-1 0,0 2 0,1-1 0,0 1 0,-1 1 0,0-1 0,0 1 0,1 2 0,0 0 0,2-1 0,-1 2 0,0-1 0,0 0 0,1 2 0,0 1 0,-1 2 0,0-1 0,-1 1 0,0-1 0,-2-1 0,1 1 0,0-1 0,1 1 0,0-1 0,1-2 0,-1 2 0,1-1 0,-1-1 0,-1 0 0,-1 0 0,1 1 0,-1-1 0,2 0 0,-1 1 0,1-1 0,-1 0 0,0 0 0,0-2 0,1 0 0,0 0 0,0-1 0,-1 0 0,0 2 0,0-1 0,1 1 0,0 0 0,-1 0 0,1 0 0,-1 1 0,-1-1 0,1 1 0,-1 0 0,0-1 0,0 1 0,0 0 0,-1-1 0,1 0 0,0 0 0,0 0 0,0 0 0,-1 0 0,-1 0 0,-2 1 0,1 0 0,0 1 0,-1-1 0,1-1 0,1 1 0,-2-1 0,1 1 0,-1 1 0,0 0 0,2-1 0,-2 0 0,1-1 0,-1 0 0,0-2 0,1 1 0,-1 0 0,1 0 0,-1 0 0,1 0 0,0 0 0,-1-1 0,1 0 0,0 0 0,2 1 0,0-2 0,0 1 0,-1 1 0,0-1 0,1 3 0,-1-1 0,1 1 0,1 0 0,-2-1 0,0 1 0,-2-1 0,1 0 0,1-1 0,-2-1 0,1 1 0,0-1 0,1 0 0,1-1 0,0 0 0,-1-2 0,1 2 0,-1-1 0,1-1 0,0 0 0,0 0 0,1 1 0,0 1 0,0 0 0,0 0 0,0 1 0,0 0 0,0 0 0,0-1 0,0 0 0,0 0 0,0 0 0,0-1 0,0 0 0,0 0 0,0-1 0,0 0 0,0 0 0,0 0 0,0 0 0,0 0 0,0-1 0,0 0 0,0-1 0,0 0 0,0 1 0,0-1 0,0-1 0,0 1 0,0 1 0,0-1 0,0-1 0,0 2 0,0-1 0,0 1 0,0-1 0,0 2 0,0 1 0,0 1 0,0 1 0,0 2 0,0 1 0,0-1 0,0 0 0,0-1 0,0-1 0,0 0 0,0 0 0,0-1 0,0 0 0,0 0 0,0 0 0,0 0 0,0 0 0,0 0 0,2 0 0,0 0 0,-1 0 0,1 1 0,-1 0 0,0 0 0,-1 1 0,0 1 0,0-1 0,0 1 0,0-1 0,0 0 0,0-1 0,0-1 0,0 0 0,2-1 0,-1 0 0,1 0 0,0 0 0,-1 0 0,-1-1 0,1 1 0,-1-2 0,0 1 0,2-1 0,-1 1 0,1-2 0,-1 0 0,0 0 0,0 1 0,-1 0 0,2 1 0,0 0 0,0 2 0,-1-1 0,2 1 0,-1 0 0,0 1 0,2-1 0,-1 0 0,-1 0 0,0 0 0,-1 0 0,-1-1 0,1 0 0,-1 0 0,0 1 0,0-2 0,-1 2 0,1-1 0,0 0 0,0 0 0,2-1 0,0 1 0,1-1 0,0 2 0,0 0 0,1 1 0,-1-1 0,0 1 0,1-1 0,-1 1 0,-1-1 0,0 0 0,-1-1 0,-1 0 0,1 0 0,-1 0 0,-1 0 0,1-1 0,0 0 0,0 0 0,0 0 0,2-1 0,-1 0 0,1 1 0,0 0 0,-1 0 0,-1-1 0,1 0 0,-1 0 0,0 1 0,0-2 0,0 0 0,0 0 0,0 0 0,0-1 0,0 0 0,0 0 0,0 1 0,0 0 0,0-1 0,0 1 0,0 0 0,0 0 0,-2-1 0,0 1 0,0 0 0,1-1 0,0 1 0,0 1 0,1-1 0,0 0 0,0 0 0,0 1 0,0-1 0,0 1 0,0 1 0,0 2 0,0-1 0,0 2 0,0 0 0,0 1 0,0-1 0,0 1 0,0 0 0,0-1 0,0 0 0,0-1 0,0 1 0,0-1 0,0 0 0,0 0 0,0-1 0,0 0 0,0-1 0,0 0 0,0 0 0,0-1 0,0 0 0,0 1 0,0-2 0,0 0 0,0 0 0,-2 1 0,0-2 0,1 1 0,-1 0 0,1 1 0,0-2 0,-1 1 0,0 1 0,1-1 0,-1 1 0,1 1 0,1 0 0,-1 0 0,1-1 0,0 0 0,0 0 0,0-1 0,0 0 0,1 0 0,-1 1 0,-2-2 0,0 2 0,0-1 0,1 2 0,0-1 0,2 1 0,0 0 0,1 1 0,-1 0 0,0 0 0,0-1 0,0 1 0,-1 0 0,0 0 0,0 1 0,0-1 0,0 0 0,0-1 0,0 0 0,0-1 0,0 0 0,0-1 0,1 0 0,1 1 0,0-1 0,-1 0 0,0 0 0,0 1 0,-1-2 0,1 1 0,-1 0 0,1 0 0,1-1 0,0 0 0,-1 1 0,0-2 0,0 1 0,-1 1 0,0-1 0,2 0 0,0 0 0,-1 0 0,1 1 0,-1-1 0,-1 0 0,1 1 0,-1 1 0,0-2 0,2 1 0,-1 1 0,1 1 0,1 0 0,0-1 0,1 0 0,0-2 0,-1 1 0,-1 0 0,1 0 0,0-1 0,-1 1 0,1 0 0,0 1 0,-1 0 0,1 0 0,0 0 0,0 0 0,0 1 0,0-1 0,1 2 0,0-1 0,-2 2 0,2 0 0,-1 0 0,1 0 0,0 0 0,1 0 0,-2 0 0,0 0 0,1-1 0,-1 0 0,0-1 0,-1 2 0,-1-2 0,-1 1 0,0-1 0,0 0 0,2-1 0,0 0 0,-1-1 0,2-1 0,0 1 0,0-1 0,-2-1 0,1 0 0,-2 0 0,1 0 0,-1 1 0,0-1 0,0 1 0,-1 0 0,3-1 0,0 1 0,-1 1 0,1 0 0,-1 0 0,0 1 0,-1 1 0,0-1 0,0 0 0,0 0 0,0 1 0,0-2 0,0 1 0,0-1 0,0 1 0,0-1 0,0 0 0,0 0 0,0-1 0,0 1 0,0-1 0,0 0 0,0 1 0,0 0 0,2 0 0,-1 3 0,1 0 0,0-1 0,-1 2 0,1-2 0,0-1 0,0 1 0,0-2 0,-1 0 0,-1-1 0,1-1 0,-1-1 0,1 0 0,1-1 0,0 0 0,-1 0 0,0 0 0,0 0 0,-1-1 0,0-2 0,0 0-140,0-1-2751,0-2-26,0-2-1261,-2-1-1203,0-2-475,-3 0-191,0 1 813</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11.237"/>
    </inkml:context>
    <inkml:brush xml:id="br0">
      <inkml:brushProperty name="width" value="0.05" units="cm"/>
      <inkml:brushProperty name="height" value="0.05" units="cm"/>
      <inkml:brushProperty name="color" value="#AE198D"/>
      <inkml:brushProperty name="inkEffects" value="galaxy"/>
      <inkml:brushProperty name="anchorX" value="-54155.875"/>
      <inkml:brushProperty name="anchorY" value="-52807.59375"/>
      <inkml:brushProperty name="scaleFactor" value="0.5"/>
    </inkml:brush>
  </inkml:definitions>
  <inkml:trace contextRef="#ctx0" brushRef="#br0">712 58 504,'0'0'0,"0"-1"776,0 0-140,-1-1-43,-1 2-81,-2-1-16,1-1-23,0 1 21,-1 0-28,1 0 9,-1 0-3,0 1 47,1 0-51,1 0-20,1-1-13,0 0-47,1-1-17,0 0 1291,-1 2-1362,-1 0-3,0 0-9,1 0-27,0-1-21,0 0-23,1 0-16,0-1 1349,-2 2-1309,0 0 23,1-1 33,-1 0 22,1 0 25,0-2 1510,-1 5-1463,1-1 10,-3 0 17,1 0-5,0-1 12,1 1-2,-1-1 1,0 0-18,1 0-33,-1 0-29,0 0-50,-1 0-18,0 0-56,2 0-26,0 0-24,-2 0-17,2 0-26,-2 0-14,1 0-8,0-1-8,-1 0-9,1 0-18,-1 0-14,1-1-6,-2 1-1,-1-1-1,0 1-9,-2 1-7,0-2-8,2 1 1,-1 0-10,0 0-7,1 0 20,0 1-7,-1 0 3,1 0 9,0 0-2,-1 0 20,1 0 13,-1 0 16,1-1 16,-1 0 6,1-1 20,-1 2 14,1-1 34,1 1-16,0-1 26,0 1-63,0 0 38,0 0 5,1 0 7,-1 0-1,1 0 2,1 0 10,1 0-13,0 0 70,2 0-58,0-1 2,0 0-19,1-2 2238,-3 3-2139,0 0 35,0 0-19,1 0-12,0 0-6,0 0-18,-1 0-34,0 0-19,0 0-26,1 0-15,0 0-36,0-1-10,1 0-19,0 0-25,0 0 5,0 0 5,0 1-21,0-1-12,0 1 12,0 0-15,0 1 171,0-3-155,0 1-27,0 0-10,0 1-6,0 1-10,0 0 1,0-1-1,0 1-10,0-1 13,0 0 5,0 1 8,0-1-1,-2 0-8,1 1 11,-1 0-12,0 0 3,1 0-10,1 1-8,-1-1 12,1 1 14,-2 1-13,1-1-4,-1 2 2,1 0 26,-2 2-18,0 0-2,1 1 11,1-1-23,0 1 7,-2 1-3,1 0 0,-1 1-10,-1-1 22,2 1-16,0-1 6,0 1 7,2-1-2,-3 0 85,2 0-61,-1 0 13,-1 1-22,0 0-4,1 0-10,-2-1 1,1 1 27,1 0-101,-2 0 67,2 0 5,-1 1 16,1-1-11,0 1-4,-1 0 1,-1 0-10,1-1 11,0 0 16,0 0-5,0 0 22,-2 0 31,2-1 12,-2 1 8,1-1 20,1 0-14,-1 1 5,1-2-38,-1 1 1,1 0-68,0-1 17,-1 0-9,1-1 0,-1 0 0,0 0 0,1 0 0,1-1 0,1 0 0,-1 1 0,0-1 0,-2 0 0,1 1 0,-1-1 0,0 2 0,1-1 0,1 1 0,-2-1 0,2 0 0,0 0 0,-1 0 0,0-1 0,1 1 0,-2-1 0,1 0 0,1 1 0,-1-1 0,0 1 0,0-2 0,0 0 0,0 0 0,-1 1 0,0 0 0,1-1 0,0 0 0,0 0 0,0 0 0,1 1 0,1-1 0,1 0 0,-1 0 0,1-1 0,1 0 0,-1 0 0,0 0 0,-2 0 0,1 0 0,-1 0 0,0 0 0,1 1 0,1-1 0,-1 1 0,1 0 0,0-1 0,-2 0 0,1 1 0,-1 0 0,-1-1 0,0 1 0,1 1 0,0-1 0,1 2 0,0-2 0,-1 0 0,0-1 0,0 1 0,1 0 0,-2 0 0,1 0 0,0 0 0,0 0 0,1 0 0,1 1 0,-2-1 0,0 0 0,0 0 0,1-1 0,0 1 0,0-1 0,1 0 0,0 0 0,0 0 0,0-1 0,0 1 0,0-1 0,0 1 0,0 0 0,0 0 0,0-1 0,0 1 0,0-1 0,0 1 0,0 0 0,0 0 0,0-1 0,0 1 0,0 0 0,0 0 0,0 0 0,2 0 0,0 1 0,-1-1 0,1 0 0,-1-1 0,0 2 0,-1-2 0,0 1 0,0 0 0,0 0 0,0 1 0,0 0 0,0 0 0,0 1 0,0 0 0,0-1 0,0 1 0,0-1 0,0 1 0,0-2 0,0 1 0,0 0 0,0 1 0,0-1 0,0-2 0,0 1 0,0 1 0,0-1 0,0 0 0,0-1 0,0 2 0,-2-1 0,0 0 0,0 1 0,1 0 0,0 0 0,0 0 0,1 0 0,0 0 0,0 0 0,0 1 0,-2 0 0,0 1 0,1-1 0,-2 0 0,0 1 0,0-1 0,1 1 0,1-1 0,-1 1 0,0 0 0,0 1 0,-1 0 0,0 2 0,1 0 0,-2 2 0,1-1 0,-1 1 0,1-1 0,-2 0 0,1-1 0,1-2 0,1 1 0,-1 1 0,0-1 0,1-1 0,1-1 0,0-1 0,0-1 0,1 0 0,0-1 0,0 0 0,0-1 0,0 1 0,0-1 0,1 1 0,-3-1 0,0-1 0,0 2 0,1-1 0,0 0 0,0 0 0,1 1 0,0 0 0,0 0 0,0-1 0,0 0 0,0 0 0,0 0 0,0 1 0,0-1 0,-2 1 0,0-1 0,1 1 0,-1 0 0,1 0 0,0-1 0,1 2 0,0 1 0,0 0 0,-2 2 0,0 0 0,1 1 0,-1-1 0,1 2 0,1-1 0,-1 0 0,1 0 0,0 1 0,0-1 0,0 0 0,0 0 0,0 0 0,1-1 0,-1 1 0,0 1 0,0-1 0,0 2 0,0-1 0,0-1 0,0-1 0,0-1 0,0 0 0,1 0 0,1-1 0,2 0 0,-1 1 0,1-1 0,0 0 0,0 1 0,0-1 0,-1 0 0,-1 0 0,0-1 0,-1 0 0,1 1 0,0-1 0,0-1 0,0 2 0,-2-1 0,3 0 0,-1 0 0,0-1 0,-1 0 0,2 1 0,-1-1 0,0 0 0,2 1 0,-2-1 0,1 1 0,0 0 0,0 0 0,0 0 0,0 0 0,0 0 0,1 0 0,0 1 0,-2 1 0,0 1 0,0-1 0,0 2 0,0-1 0,0 1 0,1 0 0,0-1 0,-1 0 0,0 0 0,-1 0 0,1 0 0,0 1 0,0-1 0,0 0 0,0-1 0,1 1 0,-1 0 0,-1 0 0,0-1 0,0 1 0,1 0 0,0 0 0,-1 0 0,3 1 0,-2-2 0,1 1 0,-2-1 0,1 1 0,-2 0 0,1-1 0,-1 1 0,0-1 0,0-1 0,-1 1 0,1-1 0,0 1 0,0-2 0,0 0 0,0 1 0,0-1 0,0 0 0,0 0 0,0 0 0,0 0 0,-2 0 0,1 0 0,-1 0 0,-1-1 0,0 1 0,0 0 0,2 0 0,-1 1 0,2 0 0,-1 0 0,1 1 0,0 0 0,0 1 0,-1 0 0,-1 1 0,0-1 0,1 1 0,0 0 0,0-1 0,1-1 0,0 1 0,0 0 0,0 0 0,0-1 0,0 0 0,0 0 0,0 0 0,0-1 0,0 1 0,0-1 0,0 0 0,0 1 0,0-1 0,0 2 0,0-1 0,0 2 0,0-1 0,0 1 0,0 0 0,0 1 0,0-1 0,0 0 0,-2 0 0,1 1 0,-3 1 0,1-1 0,0 1 0,1 0 0,0-1 0,2-1 0,-1 0 0,1-1 0,0 0 0,0 0 0,0 0 0,1-1 0,-1 0 0,0 0 0,0-1 0,0 1 0,0-1 0,0-1 0,0 0 0,0 1 0,0-1 0,0 0 0,1 0 0,1 0 0,0 0 0,1 0 0,0 0 0,0 0 0,-2 0 0,1 1 0,-2-1 0,1 0 0,-1 1 0,0-1 0,-1 0 0,1 0 0,2 0 0,0 0 0,-1 0 0,3 1 0,-2-1 0,1 1 0,-1-1 0,1 2 0,-1 0 0,2 1 0,-1 0 0,0 0 0,1 1 0,-1 0 0,1-1 0,0 0 0,-1 0 0,0 1 0,0-2 0,2 1 0,-2-1 0,0-1 0,-1 1 0,1-1 0,-1 1 0,2-1 0,0-1 0,-2 1 0,0-1 0,1 0 0,0 1 0,-1-1 0,-1 0 0,2 0 0,-1 1 0,0-1 0,2 0 0,-2 0 0,1 0 0,-2 1 0,1-1 0,-2 0 0,2 1 0,0 1 0,0-1 0,-1 0 0,0 0 0,0-1 0,-1 1 0,0-1 0,0 1 0,0-1 0,2 1 0,-1 1 0,1 0 0,1 1 0,0 0 0,1 0 0,0 1 0,-1 0 0,1 1 0,-1 0 0,1 0 0,0 1 0,0-1 0,0 1 0,-1-2 0,1 0 0,-1 0 0,1-1 0,0 0 0,-1 0 0,0 0 0,0 0 0,0-1 0,-1 1 0,-1-1 0,-1-1 0,2 1 0,0-1 0,0 1 0,1-1 0,-1 0 0,1 1 0,-2-2 0,1 0 0,-2 1 0,1-1 0,-1 1 0,0 0 0,-1 0 0,1 0 0,0 1 0,2-1 0,0 2 0,-1-1 0,3 1 0,-2-1 0,3 2 0,-2 0 0,0 0 0,1 0 0,-1 0 0,0 2 0,-1 0 0,-1 0 0,-1 0 0,2-1 0,0-1 0,0 0 0,-1 0 0,2-1 0,-1-1 0,2 1 0,-1 0 0,2 0 0,-1 0 0,-1 0 0,-1 0 0,-1-1 0,0-1 0,-1 0 0,0 0 0,0-1 0,2 0 0,-1 0 0,3-2 0,-1 2 0,0-2 0,0 1 0,1 0 0,-2-1 0,2 1 0,-1 0 0,-1-1 0,0 1 0,1 1 0,-1-1 0,2 0 0,-1 1 0,2 0 0,-2 1 0,0 0 0,1 1 0,0-1 0,0 1 0,-1-2 0,0 0 0,1 1 0,-1-1 0,-1 1 0,2-1 0,-1 0 0,1-1 0,-1 0 0,2-1 0,-1 0 0,-1 0 0,1-1 0,-1-1 0,1 0 0,-1 2 0,0-1 0,-1 1 0,1 0 0,0-1 0,0 2 0,1-1 0,-2 0 0,2 1 0,-1 0 0,1-1 0,0 1 0,1-1 0,-2 1 0,1 0 0,-1 0 0,1-1 0,0 1 0,-1 0 0,0 0 0,-1-1 0,-1 1 0,0 0 0,-3-1 0,1 0 0,-1 0 0,-2-1 0,1 0 0,-3-1-2969,-1-1-159,-1-1-912,-3-1-1360,-2-1-437,-1-2-154,1 1 697</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13.584"/>
    </inkml:context>
    <inkml:brush xml:id="br0">
      <inkml:brushProperty name="width" value="0.05" units="cm"/>
      <inkml:brushProperty name="height" value="0.05" units="cm"/>
      <inkml:brushProperty name="color" value="#AE198D"/>
      <inkml:brushProperty name="inkEffects" value="galaxy"/>
      <inkml:brushProperty name="anchorX" value="-53113.28125"/>
      <inkml:brushProperty name="anchorY" value="-55145.04297"/>
      <inkml:brushProperty name="scaleFactor" value="0.5"/>
    </inkml:brush>
  </inkml:definitions>
  <inkml:trace contextRef="#ctx0" brushRef="#br0">296 44 1016,'0'0'1978,"0"-1"-1203,-1 0-76,-1 0-26,0 0-51,1-1 18,0 0-47,0 1 13,1-1-34,-1 0-20,1 1-43,0 0-27,0-1-6,1 0-31,-1 1 26,-2-1-10,0 0 4,0 0 8,1 0 35,0 0 28,0-1 14,-1 1 27,0 1-14,0 0 34,1 0 10,0 0 8,0-1-10,1 1-14,0 0 555,-2 1-577,1-1-19,-1 1-5,0 0-18,1 0-24,1 0-14,1 1-7,1-1-57,0 0-22,-1 0-44,2 0 1277,-4 1-1475,1 0 1,0 0-21,2 0-13,0 1-25,0-1-5,-1 2-10,0-1-8,0 0 39,1 2 53,0 1 52,1 1 47,1 1 21,-2 2 9,2-1 21,-1 1 5,2 1-29,-2 0-55,2-1-51,-1 1-28,-1-1-27,1 1-25,-1 1 4,-1-2-4,2 1 10,-1-1 6,1 1 8,-1 1-11,2-1 23,-2 1-16,0 1 6,1 0-12,-1 0-15,2 1-15,-2-1-7,0 2-27,1-1 6,-1 1-4,1-1 0,-1 1-28,0-1 45,1 1-33,-1-1 2,1 1-10,0 1 10,-1-1 6,-1 0 8,-1 0 8,0 0-29,-1 0-10,0 0 11,0 0 4,0-1-10,-1 0-6,1 0-27,0-1 26,0 0-10,0 0 3,0 1 9,0-1-39,0 1 30,0-1-11,0 0 3,0 1-19,0-1-3,0 1 8,0 0-12,-2 0 40,1 0-39,-1 0 13,-1-1-4,0 1 0,0 0 0,2-1 0,-1 1 0,2 0 0,-1-1 0,0 1 0,-1 0 0,0-1 0,1 1 0,0 0 0,-1 0 0,-1 0 0,2 1 0,-3-1 0,2 0 0,-3 0 0,2 0 0,0-1 0,-1 0 0,1 0 0,-1-2 0,0 0 0,0 0 0,0-2 0,-1 1 0,1-1 0,1 1 0,-1-1 0,-1-1 0,-1 1 0,1-1 0,-1 1 0,1 0 0,0 0 0,0 0 0,0 0 0,0 1 0,0 1 0,-1-1 0,0 0 0,-1 1 0,1-1 0,0 2 0,-1-1 0,2 0 0,-1 1 0,0 0 0,-1 0 0,-1 0 0,2-1 0,1 0 0,0 0 0,1 0 0,-1 0 0,2 0 0,-2-1 0,2 1 0,-2 0 0,1 0 0,1-1 0,-1 1 0,1-1 0,-1 1 0,1 1 0,-2-2 0,1 1 0,1-1 0,0 1 0,-1 0 0,0 2 0,1 1 0,-2 0 0,1 1 0,0-1 0,0 1 0,1-2 0,-1 0 0,1-1 0,-2 0 0,2 0 0,0 0 0,1-1 0,1-1 0,0 0 0,1 0 0,0-1 0,0-1 0,-1 1 0,-1-1 0,0 0 0,1-1 0,0 0 0,0 0 0,1 0 0,0 1 0,-2 0 0,0 1 0,-1 0 0,0 1 0,0-1 0,1 1 0,0 0 0,1-2 0,1 1 0,0 0 0,0-1 0,0-1 0,0 1 0,0 0 0,-1 0 0,-1 0 0,0 0 0,-1 0 0,0 0 0,1-1 0,0 0 0,1-1 0,0 0 0,1-1 0,0 0 0,-2 1 0,0-2 0,1 2 0,-1-1 0,1 1 0,1-1 0,-1 1 0,1 0 0,0 0 0,0 1 0,-1 0 0,-1 1 0,0-1 0,-1 2 0,0 0 0,1 2 0,0 1 0,1 1 0,0-1 0,1 2 0,0-1 0,0 0 0,0 0 0,0 0 0,0-1 0,0 1 0,0-1 0,0 0 0,0 1 0,0 0 0,0 1 0,0 1 0,0-1 0,0 0 0,0 0 0,0-1 0,0 0 0,2-1 0,0-1 0,0-1 0,-1 0 0,0 0 0,0-2 0,-1 1 0,0-2 0,0 0 0,0 0 0,0 0 0,0-1 0,0 0 0,0 0 0,0 0 0,0-1 0,0 0 0,0 0 0,0-1 0,0 0 0,0 0 0,0 1 0,0 0 0,0-1 0,0 1 0,0 0 0,0 0 0,0-1 0,0 1 0,0 0 0,0-1 0,0 1 0,2 1 0,-1-1 0,1 0 0,0 0 0,0 1 0,1-1 0,-1 1 0,1 0 0,0 0 0,1 2 0,0 1 0,-1-1 0,1 2 0,-1-1 0,1 1 0,0-1 0,-2 1 0,0-1 0,0 0 0,0 0 0,0 0 0,0 0 0,1 0 0,0-1 0,-1 1 0,0-1 0,-1 0 0,1 0 0,0 0 0,0 0 0,0-1 0,-1 0 0,-1 0 0,0 1 0,0-1 0,0 2 0,0 0 0,0 0 0,0 0 0,2 1 0,0-1 0,-1 0 0,3 0 0,-2-1 0,1 0 0,-1 0 0,-1 0 0,1-1 0,0 1 0,0 0 0,0 0 0,-1-1 0,-1 0 0,0 0 0,0-1 0,0 2 0,0-2 0,2 1 0,0 0 0,-1 0 0,1 3 0,-1-1 0,0 0 0,1 1 0,0-1 0,-1 0 0,1 1 0,-1 0 0,-1 0 0,1-1 0,-1 1 0,0 0 0,0-1 0,0 1 0,0-1 0,0 1 0,-1-1 0,1 1 0,0-2 0,0 1 0,0-2 0,0 1 0,0-2 0,0 1 0,0-1 0,0 1 0,0-1 0,0-1 0,0 1 0,0-2 0,0-1 0,0 0 0,0 0 0,0 1 0,0-1 0,0 1 0,0-1 0,0 1 0,0-1 0,0 1 0,0 1 0,0-1 0,0 0 0,0 1 0,0 1 0,0-1 0,0 2 0,0-1 0,0 0 0,0 1 0,0-1 0,0 1 0,0-1 0,0 1 0,0-1 0,0 0 0,0-1 0,0-1 0,0 1 0,0-2 0,0 0 0,2-1 0,0 0 0,0-1 0,-1 0 0,0 0 0,0 0 0,-1 0 0,0-1 0,0 0 0,0-1 0,0 0 0,0 1 0,-2-2 0,1 1 0,-3-1-2567,1-1-182</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32.887"/>
    </inkml:context>
    <inkml:brush xml:id="br0">
      <inkml:brushProperty name="width" value="0.05" units="cm"/>
      <inkml:brushProperty name="height" value="0.05" units="cm"/>
      <inkml:brushProperty name="color" value="#AE198D"/>
      <inkml:brushProperty name="inkEffects" value="galaxy"/>
      <inkml:brushProperty name="anchorX" value="-61020.01563"/>
      <inkml:brushProperty name="anchorY" value="-61165.07813"/>
      <inkml:brushProperty name="scaleFactor" value="0.5"/>
    </inkml:brush>
  </inkml:definitions>
  <inkml:trace contextRef="#ctx0" brushRef="#br0">45 1 136,'0'0'1954,"0"1"-1269,0 0-187,0 0-13,0 0 7,0 0-14,-2-1 31,0 0 1,1 0-9,-1 0-24,1 0 8,-1 0-52,0 0-24,0 0-33,-2 0-50,2 0-46,-1 0-29,1 1-45,1 0-10,1 1-38,-1-2-21,1 2-34,0 0-3,1 0-31,-3 0-11,0 0 0,-1 0 8,0 0-4,0 0 12,1-1-4,0 1 30,1-1-36,1 1 40,0-1-40,0 0-16,0 1 4,0-1-13,0 0 2,0 0-10,1 0 30,-1 0-18,0 0 16,0 0 23,0 0-15,0-1 391,0 1-378,0 1-19,0 0 6,0 0-13,0-1-6,0 1-8,0-1 2,0-1 304,0-1-234,0 0 16,0 0 16,0 0-2,0 0 21,0 1-25,0-1 144,1 1-136,1 0-31,2 0 28,-1 1-10,3-1-6,2 0 30,2 0 0,2 0-16,3 0 5,1 0-2,1 0-9,0 0-26,3 0 7,0 0-22,1 0-24,3 0 6,2 0 6,1 0-22,0 0 6,2 0 17,-1 0 4,1 0 27,-1 0-15,-3 0 7,-1 0-2,-3 0 0,-4 0-19,0 0-4,-3 0-27,-2 0-22,-2 0 13,0 0-34,-1 0 27,-1 0-18,0 0 24,-1 0 12,0 0 16,-1 0 35,1 0 29,1 1 32,0 0 13,-2 0 10,1 0 9,-2 0-10,1-1 3,0 0-29,-1 0-20,0 0-5,0 0-11,0 0-8,0 0-8,0 0-8,1 0 1,-2 0-1,1 0 19,0 0 22,-2 0 33,1 0 20,-1 0 17,1 0 17,-1 0-2,0 0 30,1 0-27,-1 0-28,-1 0-19,0 0-36,1 0-30,-1 0-22,2 0-17,-1 0-17,0 0 31,-1 0-30,-1 0 19,0 0 515,1 0-376,-1 0-23,1 0 37,1 0 2296,-1 0-2383,0 0-24,-1 0-13,1 0-36,-1 0-10,0 0-10,-1 0-18,0 0-15,0 0-16,0 0 3,0 0 6,0 0-2,0 0-9,-2 0-6,0 0 20,0 0-16,1 0 34,-1 0 1093,2 1-1141,0 0 14,0 0 4,0 1-10,0 0-6,0 0 1,0-1-20,0 0 15,0 0-5,0 0 10,0 2 7,0 0-1,0 0 1,0 0 19,0 1 3,0 0 20,0 1-5,0-1-25,0 1 8,2-1 5,0 1-11,-1-1 22,1 1 2,1 1-8,-1-1 22,2 2 12,-1-1-3,0 2 41,-1 0 26,0 2 22,-2 0-11,1 1 25,-1-1 3,1 2 37,1 1-10,1 0-3,1 1 12,-2 0 24,2 0 21,-1 0-4,2 0 22,-2 0-42,0 0-89,1-1 42,-1 0-38,1-1-29,0 1-12,0-1-27,0 0-14,1 0 2,-1-1 81,1 0-61,-1 0-25,-1 0-56,1 0 11,-1 0-9,-1 0 0,0 0 0,1-1 0,-1 1 0,0-1 0,-1 0 0,0-1 0,0 1 0,-1-1 0,0 1 0,0-2 0,0 1 0,0-1 0,0 0 0,0 1 0,0 1 0,0 0 0,1 0 0,1 0 0,0-1 0,-1 0 0,0 0 0,0-1 0,-1 1 0,1 0 0,-1 0 0,0 0 0,-1 0 0,1 1 0,-1 0 0,-1 0 0,-2 0 0,-1 0 0,1 0 0,0 0 0,-1 0 0,1 0 0,2-1 0,0 1 0,0-1 0,2 1 0,0 1 0,0-2 0,-2 1 0,1-1 0,-1 1 0,1-1 0,-2 3 0,1 1 0,-1 0 0,2-1 0,0 0 0,0-1 0,-1-1 0,0 0 0,0-1 0,-1 1 0,1 0 0,-1 0 0,1 0 0,1 0 0,1-1 0,-1 1 0,1 0 0,0 0 0,0 1 0,1-1 0,-1 0 0,0 0 0,0 0 0,0 0 0,0 0 0,-2 0 0,0 1 0,1 0 0,-3 0 0,1 0 0,1-1 0,0 2 0,1 0 0,0 0 0,1 0 0,0 0 0,0-1 0,0 0 0,0 0 0,0 0 0,0 0 0,0-1 0,0 1 0,0-1 0,0 0 0,0-1 0,0 1 0,0 1 0,0-1 0,0 1 0,0-1 0,0 1 0,0 0 0,0 0 0,0 0 0,0 0 0,0 0 0,0 0 0,0-1 0,0 1 0,0 0 0,0 0 0,0 0 0,0 0 0,0-1 0,2 1 0,0 0 0,0 0 0,-1 0 0,0 0 0,0 0 0,-1 0 0,0 0 0,1 0 0,-2 0 0,1-1 0,0 0 0,0 0 0,0-1 0,0 1 0,0 0 0,0 1 0,0-1 0,0 1 0,0 0 0,0 0 0,0 0 0,0 0 0,0-2 0,0 1 0,2 0 0,0 0 0,-1 1 0,1 1 0,-1-1 0,0 1 0,-1-1 0,0 1 0,0-1 0,0 0 0,0 1 0,0 0 0,0 0 0,0 0 0,0 0 0,0 0 0,0 3 0,0-1 0,0 0 0,0 0 0,0-1 0,0 0 0,0-1 0,0 0 0,0-1 0,0 0 0,0 0 0,2-1 0,-1-1 0,1 1 0,1 0 0,0-1 0,0 0 0,-2 2 0,1 0 0,-2 0 0,1 0 0,-1-1 0,0 1 0,0-1 0,-1 0 0,1 0 0,0 0 0,0 1 0,0 0 0,0 0 0,0-1 0,0 3 0,0 1 0,0-1 0,0-1 0,0 1 0,0-3 0,0 0 0,0 0 0,0-1 0,0 0 0,0-1 0,0 1 0,0-1 0,0 0 0,0 1 0,0-1 0,0 1 0,0-1 0,0 0 0,0 0 0,0-1 0,0 0 0,0 1 0,0-1 0,0 0 0,-2-1 0,1 1 0,-3 0 0,1 0 0,0 0 0,-1 0 0,1 0 0,-1 1 0,0-1 0,1 1 0,-1 0 0,1 0 0,1 0 0,-2 0 0,1 0 0,1 1 0,0 0 0,1-1 0,1 1 0,0-1 0,0 1 0,-2-1 0,0 1 0,1-2 0,-1 1 0,1 0 0,1-1 0,-1 0 0,1 0 0,0 1 0,0-1 0,0 1 0,0-1 0,0 1 0,0-1 0,0 1 0,0 0 0,0 0 0,0 0 0,0 1 0,0-2 0,-1 1 0,-1 0 0,0-1 0,-1 0 0,0-1 0,-1 2 0,0-1 0,1-1 0,1 0 0,1 0 0,-2 0 0,1 0 0,0 0 0,1 1 0,0-1 0,-1 1 0,0-1 0,0-1 0,1 1 0,0 0 0,0-1 0,1 0 0,0 1 0,0-1 0,0 1 0,0-1 0,0 0 0,0 1 0,0-1 0,0 1 0,0-1 0,0 2 0,0-1 0,0 1 0,0-1 0,0 1 0,0 0 0,0 1 0,0 0 0,0 0 0,0 0 0,0-1 0,0 1 0,0-1 0,0 0 0,0 1 0,0-1 0,0 0 0,0-1 0,0 1 0,0-2 0,0 1 0,0-1 0,0 1 0,0-2 0,0 1 0,0 0 0,0-1 0,0 1 0,0-2 0,0 1 0,0 0 0,2-1 0,0 1 0,-1-1 0,1 0 0,-1-1 0,0 1 0,-1 0 0,0 0 0,0-1 0,0 1 0,0 0 0,0 0 0,0 0 0,0 1 0,0 0 0,0 0 0,0-1 0,0 0 0,0 0 0,0 0 0,0-1 0,0 1 0,0 0 0,0 0 0,0-1 0,0 0 0,0-1 0,0 0 0,0-1 0,0 1 0,1-1 0,1-1 0,0 1 0,-2-1 0,-1 0 0,-2-1 0,0-3 0,-1 0 0,-2-2 0,-1-2-327,-2-2-3071,-3-4-48,-2-2-1650,-1-2-702,-2-3-309,0-1 90,2 4 4027</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33.882"/>
    </inkml:context>
    <inkml:brush xml:id="br0">
      <inkml:brushProperty name="width" value="0.05" units="cm"/>
      <inkml:brushProperty name="height" value="0.05" units="cm"/>
      <inkml:brushProperty name="color" value="#AE198D"/>
      <inkml:brushProperty name="inkEffects" value="galaxy"/>
      <inkml:brushProperty name="anchorX" value="-62435.01563"/>
      <inkml:brushProperty name="anchorY" value="-65290.375"/>
      <inkml:brushProperty name="scaleFactor" value="0.5"/>
    </inkml:brush>
  </inkml:definitions>
  <inkml:trace contextRef="#ctx0" brushRef="#br0">53 0 32,'0'6'9307,"-2"-6"-8693,0 0-35,-1 0-53,0 0-36,0 0-14,-1 0-29,1 0 14,-2 0-6,2 0 38,0 1 18,1 0 35,1 0 30,-2 0 13,1 1 47,-1 0 27,-1 1 24,2-1 16,0 0 54,0 0 15,2 0 10,-1-1 10,1 0-29,0 1-10,0-1-26,1 0-41,-1 1-76,0 0-56,0-1-29,0 0-65,0 1-14,0 0-30,0 0-5,0 0-30,2 0 7,-1 0-32,1 0-1,1 0-2,0-1-38,0 0-17,-1 0-45,-1 0-18,-1 0-27,1 1 4,-1 0-42,2-1-16,-1 1-45,1-1 10,1 1-44,0-1 1,-1 0-31,0 1 7,1-1-13,-1 1 21,2-1 12,-1 0-22,2 1 112,1-1-201,2 0 63,1 0-24,3-1 0,3 0 0,4 0 0,2 0 0,5 0 0,3 0 0,4-1 0,5 0 0,6 0 0,5 0 0,4 0 0,4 1 0,4-2 0,4 1 0,0-1 0,1 0 0,2-1 0,1 1 0,-2-1 0,-1 0 0,-2 0 0,-1 0 0,-3 1 0,-2 0 0,-6 0 0,-4 0 0,-4-1 0,-4 2 0,-4-1 0,-4 2 0,-4-2 0,-4 1 0,-4 0 0,-2 0 0,-5 0 0,-1 1 0,-2 0 0,-3 0 0,-2 0 0,-1 0 0,-1 0 0,1 0 0,-1 0 0,1 0 0,1 0 0,0 0 0,0 0 0,2 0 0,0 0 0,0-1 0,0 0 0,1 0 0,1 0 0,0 0 0,0 1 0,1-1 0,-1 1 0,-2-1 0,2 0 0,0 0 0,-2 0 0,0 1 0,0-1 0,-1 1 0,-2 0 0,-1 0 0,-1 0 0,-1 0 0,-1 0 0,0 0 0,-1 0 0,1 0 0,0 0 0,0 0 0,0 0 0,-1 0 0,1 0 0,0 0 0,-1 0 0,-1 0 0,0 0 0,-1 0 0,0 0 0,1 0 0,-2 0 0,-1 0 0,-1 0 0,-1 0 0,-1 1 0,-3 0 0,-5-1-560,-4 0-783,-2 0-333,-3-1-453,-1 1-314,-2-1-259,0 1-183,-1-1-102,1 0 41,2-1-75,1 0-326,0-1-282,5 0 609</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34.878"/>
    </inkml:context>
    <inkml:brush xml:id="br0">
      <inkml:brushProperty name="width" value="0.05" units="cm"/>
      <inkml:brushProperty name="height" value="0.05" units="cm"/>
      <inkml:brushProperty name="color" value="#AE198D"/>
      <inkml:brushProperty name="inkEffects" value="galaxy"/>
      <inkml:brushProperty name="anchorX" value="-64663.10938"/>
      <inkml:brushProperty name="anchorY" value="-66146.96875"/>
      <inkml:brushProperty name="scaleFactor" value="0.5"/>
    </inkml:brush>
  </inkml:definitions>
  <inkml:trace contextRef="#ctx0" brushRef="#br0">140 0 880,'0'0'1759,"-2"0"-1067,0 0-94,1 0-65,-1 1-69,1 0-36,0 0-53,-1 1 9,0 0 11,1 0-15,-1-1-4,1 0 2,-1 0-2,0 0 37,0 1 9,0 0 27,1-1-52,-1 1 18,0 0-25,0 0-24,-1 0-12,0 1-46,-1-1 1,1 1-22,-2 0-15,-1-1 21,1 1-7,0 1 11,-2 0 26,0 1 21,0-1-4,-2 0 23,3 0 4,-1 1 18,0-1-13,1 0 15,2-1-23,-1 0-21,2 0-23,0-1-24,2 0-24,0 0 4,0-1-23,1 0-3,0 1-1,0-1 18,1 0-6,0 0 41,1 0 35,2-1 67,1 2 97,1-1 45,2 1 53,0 1 21,2 1 19,3-1 35,1 1 12,2-1-1,2 1-62,1-1-9,2-1-68,4-1-21,1 0-47,2-1-56,3 0-82,2 0-11,2-1-135,3 0-42,2 0-44,4-1 2,3 0 4,3-1-41,4 0 12,5-1-79,2 0 48,3 0 1,2 0-2,0 0-15,-1 1-14,0 0 21,-2-1-36,-3 2-17,-2-1 14,-2 0 2,-4 0-11,-3 1 4,-2 0-10,-4 0 12,-4 0 5,-3 0 8,-4 1-2,-2 1-7,-3-2-7,-4 1 11,-3 0-5,-1 0-7,-3 1 21,-2-2 3,-1 1 18,-3 0 15,-1 0-2,-1 0 2,0 0 9,-2-1-12,0 1-23,-1 0 6,-2 1-32,1-1-2,1 1 9,-1 0-14,1 0-14,1 0 22,0 0-7,2 0-8,0 0 4,-1 0 7,2 1-12,-1 1 23,2-1 3,-1 1 0,2-1-18,0 1 24,-1-1-17,1 0-4,-2-1 2,-1 1-21,-1-1 6,-1 0-3,-3-1 9,0 1-2,-2 0-9,-1 0-15,0 0 13,0 0-43,0 0-34,-1 0-105,-1 0-132,-1 0-196,-3 1-247,-2 0-230,-5 1-344,-3-2-257,-3 1-223,-1 0-197,-1-2-121,2 0-112,1-3-61,1 0-107,1-1-307,-1 0-678,-1 1-157,3 0 1852</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6:57:35.051"/>
    </inkml:context>
    <inkml:brush xml:id="br0">
      <inkml:brushProperty name="width" value="0.05" units="cm"/>
      <inkml:brushProperty name="height" value="0.05" units="cm"/>
      <inkml:brushProperty name="color" value="#AE198D"/>
      <inkml:brushProperty name="inkEffects" value="galaxy"/>
      <inkml:brushProperty name="anchorX" value="-67105.14844"/>
      <inkml:brushProperty name="anchorY" value="-67036.625"/>
      <inkml:brushProperty name="scaleFactor" value="0.5"/>
    </inkml:brush>
  </inkml:definitions>
  <inkml:trace contextRef="#ctx0" brushRef="#br0">19 1 840,'0'0'0,"0"2"1705,-2 3-1373,1 2 252,-1 1-259,0 1-102,1 0-58,1 1-97,-1 0-84,1 0-162,0 1-77,-2 0-320,1 0-520,-3-1-828,1-3 1979</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39.429"/>
    </inkml:context>
    <inkml:brush xml:id="br0">
      <inkml:brushProperty name="width" value="0.05" units="cm"/>
      <inkml:brushProperty name="height" value="0.05" units="cm"/>
      <inkml:brushProperty name="color" value="#AE198D"/>
      <inkml:brushProperty name="inkEffects" value="galaxy"/>
      <inkml:brushProperty name="anchorX" value="-117672.625"/>
      <inkml:brushProperty name="anchorY" value="-97551.64844"/>
      <inkml:brushProperty name="scaleFactor" value="0.5"/>
    </inkml:brush>
  </inkml:definitions>
  <inkml:trace contextRef="#ctx0" brushRef="#br0">0 55 424,'0'0'2133,"0"-1"-1647,0 0-11,0 0-47,2 0-17,0 0-18,0 1-26,-1 0-32,0 0 6,0-1-23,-1 2 4,0-3-11,0 1 3,2 0-30,0-1-2,1 1-10,1-1-17,-2 1-34,0-1-29,0 1-13,-1-1-19,1 0 134,1 0-60,1 0 81,-1 0-168,1 0 87,0 1-3,-2-1 16,0 0 17,-1 1 7,0-1 9,-1 0 8,2 1-11,0 0 5,-1 0-21,1 1-22,0-1-14,1 0-36,-1 0 0,-1 0-32,0 0-12,0 1-7,-1-1-1,2 1-1,0 0 0,0 0-9,1-1 170,1 0-208,0 0 70,0 0-41,0 0 23,0 1-17,0 0 15,0 0 5,-1 0 204,-1 0-235,0 0 1102,-3 1-1087,1 0 12,0 0-5,0 0-18,0 1 24,0-1 2,0 1 47,0-1 71,2 0 30,0 2 82,0 1 39,1 0 71,0 1 80,-1 0 86,0 0 97,-1 1 19,0 1 25,-1-1-38,2 1 13,0 1-23,-1-1-33,1 1-103,-1 0-161,-1 0-46,1 0-50,-1 0-63,0 0-45,0 1-58,0 0-46,-1-1-21,1 1 28,0-1-40,2 1-16,0-1-33,0 1-12,-1-2-10,0 2 10,0-1-23,-1 0 16,2 0-15,0 0 4,0 0-10,-1 1 30,2-1-9,-1 1 23,0 0 4,0-1 9,-1 1 54,-1 0 33,1 1 60,-1-1-3,-2 0 35,0 0-7,0 0-6,-1 0 4,0 1-39,1-1-37,0 0-28,1-1-25,0 1-16,-1-1-7,0 0-20,0 0-79,1-1 21,0 1-12,0-1 0,1 0 0,0 0 0,0-1 0,0-1 0,0 1 0,0-2 0,0 0 0,0 1 0,2-1 0,0 0 0,1 0 0,1 0 0,-2 0 0,1 0 0,-2 0 0,0 0 0,-1 0 0,0 0 0,0 0 0,0 0 0,0-1 0,0 1 0,0 0 0,0 0 0,0 1 0,0-1 0,0 0 0,0 0 0,0 1 0,0-1 0,0 0 0,0 0 0,0 0 0,0 1 0,0-1 0,0 0 0,0 1 0,1-1 0,1 1 0,2 0 0,1 0 0,-1 1 0,-1-1 0,-2-1 0,-1 1 0,-1-1 0,2 1 0,1-2 0,-1 1 0,0 0 0,0 0 0,0-1 0,-1 1 0,0 1 0,0-1 0,0 1 0,0 1 0,2-1 0,-1 0 0,3 0 0,-1-1 0,0 1 0,-1-1 0,-1 1 0,0 0 0,0 0 0,-1 1 0,0-1 0,0 0 0,-1 1 0,1-1 0,0 1 0,0-2 0,0 1 0,0 0 0,0-1 0,0 1 0,0 1 0,0-1 0,0 0 0,0 0 0,0 0 0,0-1 0,0 0 0,0 0 0,0-1 0,0 1 0,0-1 0,-2 0 0,1 1 0,-3-1 0,1 1 0,0 0 0,1 0 0,0 1 0,2 0 0,-1 0 0,1 0 0,0 1 0,-1 0 0,-3 1 0,-1 1 0,0 0 0,-1 1 0,1 0 0,0-1 0,0 1 0,0-1 0,-1 1 0,1-2 0,0 2 0,0-1 0,0-1 0,-1 0 0,1-1 0,1 0 0,0-1 0,1 1 0,-2-1 0,2 0 0,0 0 0,-1-1 0,1-1 0,1 0 0,0 0 0,1 0 0,0-1 0,1 0 0,0-1 0,0 1 0,1 0 0,-1-1 0,0 0 0,0-1 0,0 1 0,0-1 0,0 0 0,0 0 0,0 0 0,0-1 0,0 1 0,0 0 0,0 1 0,0 1 0,0-1 0,0 0 0,0-1 0,0 1 0,0-1 0,0 0 0,0 0 0,0 0 0,0 0 0,0 0 0,0 0 0,0 0 0,0 0 0,0 0 0,0 0 0,0 0 0,0 0 0,0 0 0,0 0 0,0 0 0,0 0 0,0 0 0,0-1 0,0 1 0,0 0 0,0 0 0,0 0 0,0 0 0,0 1 0,0-1 0,0 0 0,0 0 0,0 0 0,0 0 0,0-1 0,0 0 0,0-1 0,0 2 0,0-1 0,0 0 0,2 1 0,-1 0 0,1 0 0,1 0 0,2 0 0,-1 0 0,2-1 0,0 0 0,1 0 0,1 0 0,0 0 0,2 0 0,1 0 0,1-1 0,2 0 0,1 1 0,1-1 0,1 0 0,1-1 0,1 0 0,0 0 0,1-1 0,-1 1 0,1-1 0,0 1 0,0 0 0,0 1 0,2-2 0,2 2 0,0-1 0,1 1 0,1-1 0,0 0 0,0 0 0,1 1 0,1-1 0,0 0 0,0 0 0,-1 0 0,2 0 0,0-1 0,-1 1 0,1-1 0,0 1 0,-1-1 0,0 0 0,1 1 0,0-1 0,-1 0 0,-1 1 0,0-1 0,0 0 0,-1 1 0,-1 0 0,-1 1 0,0-1 0,-1 1 0,0 0 0,2 0 0,1-1 0,1 1 0,1-1 0,1-1 0,-1 1 0,0 0 0,1 0 0,0-1 0,-1 2 0,0-1 0,-1 0 0,-1 0 0,1 1 0,-1-1 0,-2 0 0,0 1 0,-1-1 0,-1 0 0,0 1 0,-2-1 0,1 0 0,-1 0 0,0 1 0,-1-1 0,-1 0 0,0 0 0,-1 1 0,1 0 0,-1 1 0,0-1 0,0 0 0,4 1 0,2-1 0,-1 0 0,0 1 0,-1 0 0,1-1 0,-1 1 0,0-1 0,0 2 0,-1-2 0,1 0 0,-1 1 0,2-1 0,0 0 0,2 0 0,1-2 0,0 2 0,-1-1 0,1 0 0,-3 0 0,1 0 0,-1 0 0,-1 0 0,0 0 0,-1-1 0,0 1 0,-1 0 0,-1 0 0,0 0 0,-1 0 0,1 1 0,-1 1 0,0-1 0,0 0 0,1 1 0,-1 0 0,0 1 0,0-1 0,3 1 0,-1-1 0,2 0 0,-1 0 0,2-1 0,-1 0 0,2 0 0,-2 0 0,1-1 0,2 0 0,0 0 0,-1 1 0,0-1 0,3 0 0,1 0 0,-1 1 0,0-1 0,-1 0 0,0 1 0,-2 1 0,0-1 0,-1 1 0,1-1 0,-2 1 0,0 0 0,-2-1 0,-1 1 0,0 0 0,0 1 0,-1-1 0,-2 1 0,1 0 0,-2 0 0,0 0 0,0 1 0,-1 0 0,2 1 0,-1-1 0,2 0 0,0 1 0,1-1 0,0 0 0,0 0 0,2-1 0,1 0 0,-1 0 0,0 0 0,-1 0 0,1 0 0,-2 0 0,1 0 0,-1 0 0,0 0 0,1 0 0,-1 0 0,0 0 0,1 0 0,-1-1 0,-1 0 0,-1 0 0,1 0 0,-2 0 0,0 0 0,1-1 0,1 1 0,0 0 0,2 0 0,3-1 0,2 1 0,-1 0 0,1-1 0,2 1 0,-2-1 0,0 1 0,0 1 0,-2-1 0,0 2 0,0 0 0,-1 0 0,0 0 0,0 1 0,0 0 0,-1-1 0,-1 0 0,0 0 0,-2-1 0,0 1 0,-3-1 0,0 0 0,-3 0 0,0-1 0,1 1 0,0 0 0,-1 0 0,0 0 0,1 0 0,0 0 0,-1 0 0,1 0 0,0 0 0,0 0 0,0 0 0,-3 0 0,0 0 0,0-1 0,-1 0 0,4 0 0,1 0 0,1 0 0,1 1 0,-2-1 0,1-1 0,0 1 0,0 0 0,-1 1 0,2-2 0,1 1 0,1 0 0,0 0 0,-1 0 0,-1 1 0,3 0 0,-1 0 0,-1 0 0,-2 0 0,-2 0 0,1 0 0,-3 0 0,2 0 0,-3 0 0,0 0 0,0 1 0,-1 0 0,-1 0 0,-1 0 0,0 0 0,0-1 0,-1 1 0,2-1 0,-2 0 0,1 0 0,-1 0 0,-1 0 0,-1-1 0,-1 1 0,0 0 0,-1 0 0,0 0 0,0 0 0,0 0 0,-1-1 0,1 0 0,-2-1 0,-1-1-1746,-1-2-733,1-2-719,0-1-753,2-2-1091,0-2-536,0-1-75,1 2 634</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40.818"/>
    </inkml:context>
    <inkml:brush xml:id="br0">
      <inkml:brushProperty name="width" value="0.05" units="cm"/>
      <inkml:brushProperty name="height" value="0.05" units="cm"/>
      <inkml:brushProperty name="color" value="#AE198D"/>
      <inkml:brushProperty name="inkEffects" value="galaxy"/>
      <inkml:brushProperty name="anchorX" value="-123509.83594"/>
      <inkml:brushProperty name="anchorY" value="-98992.32813"/>
      <inkml:brushProperty name="scaleFactor" value="0.5"/>
    </inkml:brush>
  </inkml:definitions>
  <inkml:trace contextRef="#ctx0" brushRef="#br0">1203 17 504,'0'0'1568,"-2"0"-214,1-1-98,-1 0-181,-1 0-135,0-1-110,0 0-109,2 0-30,-2-1-41,0 2-15,1-1-10,-1 0 10,-14 3 13660,17 0-13044,0 2 949,-2-2-1286,0-1-102,-1 1-153,-1-1-111,0 0-133,0-1-267,-1 0-135,-1-1 15,1 1-28,1 2 0,0-1 0,0 1 0,1 1 0,0 0 0,0 0 0,1-1 0,0-2 0,1 1 0,1-2 0,-1 0 0,1 0 0,1 1 0,-1 0 0,-2 0 0,0 1 0,1 0 0,-1 0 0,1 0 0,1 0 0,-1 0 0,1 0 0,0 0 0,0 0 0,0 0 0,0 0 0,0 1 0,0 0 0,0 0 0,0 1 0,0 0 0,0 0 0,0 0 0,0 0 0,0 0 0,0 2 0,0 0 0,0-1 0,2 1 0,0 0 0,0 1 0,-1 0 0,0 0 0,2 0 0,-1 1 0,1 0 0,2 1 0,2 1 0,0 0 0,-1 1 0,1 0 0,0 1 0,1 1 0,0 1 0,-2-1 0,1 1 0,0 0 0,0 0 0,1 1 0,-2 0 0,1 1 0,-1-1 0,0 1 0,-2 1 0,1-1 0,0-1 0,-1 0 0,1 0 0,-1-1 0,0 2 0,0 0 0,1 2 0,-1 1 0,-1-1 0,0-2 0,0 0 0,0-2 0,0 0 0,1 0 0,-2-1 0,2-1 0,-1 1 0,1-2 0,0 0 0,-1 0 0,0-1 0,1 0 0,-2 0 0,0-2 0,1 0 0,-1 0 0,2 0 0,-1-2 0,0 0 0,-1 0 0,-1 1 0,0-1 0,-1 1 0,0 0 0,-2 1 0,0-1 0,0 1 0,1-1 0,0 1 0,0-1 0,0 2 0,1-1 0,0 1 0,0-1 0,0 1 0,1 0 0,-1 0 0,0-1 0,0 0 0,0 0 0,0 0 0,0-1 0,0 1 0,0-1 0,1 0 0,1 2 0,0-2 0,-1 2 0,0-1 0,0 0 0,0 0 0,-1 0 0,0-1 0,0-1 0,0 1 0,1-1 0,1 1 0,0 0 0,-1 0 0,0 0 0,-2 0 0,0 0 0,-1 0 0,1-1 0,0 1 0,0 0 0,0 0 0,1 0 0,0 0 0,0 0 0,-2 1 0,1-1 0,-3 2 0,1-1 0,0 1 0,-1-1 0,1 1 0,-1 0 0,0 0 0,1 0 0,1-1 0,1 0 0,-2-1 0,1 1 0,1-1 0,-1 0 0,1 0 0,1-1 0,0-1 0,0 0 0,0 0 0,0-1 0,-2-1 0,0 1 0,-1-1 0,0 0 0,0 0 0,1 0 0,0-1 0,1 0 0,-1 0 0,0 0 0,-1 0 0,0 0 0,-2 0 0,0 0 0,-2 1 0,-2 0 0,-1 1 0,-2 0 0,-2 1 0,-1 1 0,-1 0 0,-1 0 0,1 0 0,0 0 0,2 0 0,-2 0 0,-1 0 0,2 1 0,-3-2 0,1 1 0,-1 0 0,0 0 0,-2 0 0,0-2 0,-1 1 0,-1 0 0,-2-2 0,1 2 0,-1-2 0,0 1 0,1-1 0,-1-1 0,2 1 0,1-1 0,-2 0 0,1 0 0,0 0 0,2 1 0,1 0 0,-2 1 0,0 1 0,0 1 0,-3 0 0,-1 3 0,-1-1 0,-2 1 0,0 0 0,-1 1 0,-1-1 0,-1 0 0,1 0 0,0 0 0,0 0 0,2-1 0,-3 1 0,3 0 0,3 0 0,3-2 0,5-2 0,3-2 0,1-2 0,2-1-2707,0-2 8,2-1-794,0-1-575,2-2-661,2-1-604,0-1 25,2 1 1038</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42.626"/>
    </inkml:context>
    <inkml:brush xml:id="br0">
      <inkml:brushProperty name="width" value="0.05" units="cm"/>
      <inkml:brushProperty name="height" value="0.05" units="cm"/>
      <inkml:brushProperty name="color" value="#AE198D"/>
      <inkml:brushProperty name="inkEffects" value="galaxy"/>
      <inkml:brushProperty name="anchorX" value="-121460.8125"/>
      <inkml:brushProperty name="anchorY" value="-99271.46094"/>
      <inkml:brushProperty name="scaleFactor" value="0.5"/>
    </inkml:brush>
  </inkml:definitions>
  <inkml:trace contextRef="#ctx0" brushRef="#br0">10 99 1072,'0'0'0,"-2"-1"984,0-2-139,1 1-83,-1-1-133,1-1-51,0 0-92,1 0-59,0 0-21,0 0-48,2 0-10,0 0-11,1 0-9,0 1-17,0-1-6,1 0 1,-1 1-11,2 0 2,0-1-1,0-1 0,-1 0 9,0 0-2,0 1 20,0 0 41,0 1 8,-1-1 39,-1 3 10,0 0 962,-4 1-921,0-1 3,-2 1-1,1-1-18,0 0-14,1 0-7,0 1-9,2 0-17,-3 1-15,1 0-16,1 0 12,-1 0-5,0 1 20,-1-1 22,1 1-5,1-1 32,0-1 11,0 1 8,1 0-10,0 0-14,0 0-15,0 1-6,0 0-10,0 0-36,0 1-10,2 0-27,0 0-13,1 1-37,1 0-10,-2 0-10,1 0 38,0 2 34,-1 0 30,2 0 24,0 1 34,-2 1-6,2 0 24,1-1-25,-1 2-56,1-1-50,2 0-47,-2 0-30,-1 1 2,1-1 5,-2 0 15,2 1 25,-2 1-16,0 0 17,-1 0 5,1 1-20,-1 0-12,0 0-34,0 0-12,-1 1-74,1 0-121,0 0 1,0-1-12,-1 2-4,0-1 0,-1 1 0,1-2 0,1 1 0,-1-1 0,1 0 0,-1 0 0,2 0 0,0 0 0,-1 0 0,-1-1 0,0 1 0,0 0 0,-1 0 0,0-1 0,0-1 0,0 1 0,0-1 0,0 0 0,0-1 0,0 1 0,0-1 0,0-1 0,0 1 0,0-1 0,0 0 0,0-1 0,0 0 0,0 0 0,-2 0 0,0-1 0,1 0 0,-1 1 0,1-2 0,-1 0 0,-1 1 0,2-1 0,-1 1 0,1 0 0,0 0 0,1 0 0,0 1 0,0-2 0,0 0 0,0 1 0,0-1 0,0 0 0,0 0 0,0-1 0,0 0 0,0 0 0,0 0 0,0-1 0,0 1 0,0 0 0,0-2 0,0 2 0,0-1 0,0 0 0,0 0 0,0 0 0,0 0 0,0 0 0,0 0 0,0 0 0,0 0 0,0 0 0,0 1 0,0-1 0,0 1 0,0-1 0,0 0 0,0 0 0,0 1 0,0-1 0,0 1 0,0-1 0,0 1 0,0 0 0,0-2 0,0 2 0,0-1 0,0 0 0,0 1 0,0-1 0,0 1 0,0-1 0,0-1 0,0 1 0,0-1 0,2 1 0,0-1 0,0 0 0,-1 1 0,0-1 0,0 0 0,-1 0 0,0-1 0,1 0 0,-2 0 0,1 1 0,0 0 0,2 0 0,0 0 0,-1 0 0,1-1 0,-1 0 0,0 0 0,-1 0 0,2 0 0,0 1 0,-1 1 0,1-1 0,-1-1 0,-1 1 0,1 0 0,-1 0 0,0 0 0,0 0 0,0 0 0,0 0 0,0-1 0,0 0 0,0 0 0,0 0 0,0 0 0,0 0 0,0 0 0,0 0 0,0 0 0,0 0 0,0 0 0,0 0 0,0 1 0,0 0 0,0 0 0,0 0 0,0 0 0,0-1 0,0 1 0,0-1 0,0 0 0,0 0 0,0 0 0,0 0 0,0 0 0,0 0 0,0 0 0,0 0 0,0 0 0,0 0 0,0 0 0,0 0 0,0 0 0,0 0 0,0 0 0,0 0 0,0 1 0,0 0 0,0 0 0,0 0 0,0-1 0,0 1 0,0-1 0,0 0 0,0 0 0,0 0 0,0 0 0,0 1 0,0 0 0,0 0 0,0 0 0,0 0 0,0-1 0,0 0 0,0 1 0,0 0 0,0 0 0,0 0 0,0 0 0,0-1 0,0 2 0,0-1 0,0 0 0,0 0 0,0 0 0,0 0 0,0 1 0,0-1 0,0 0 0,0 0 0,0 1 0,0-1 0,0 1 0,0 0 0,0 1 0,0-1 0,0 1 0,0-1 0,0 1 0,0 1 0,0-1 0,0-1 0,0 1 0,0 0 0,0 0 0,0 0 0,0 0 0,0-1 0,0 1 0,0 0 0,0 1 0,0-1 0,0 1 0,0-1 0,0 0 0,0 0 0,0 0 0,0-1 0,0 1 0,0 1 0,-2-1 0,0 0 0,0 0 0,1 0 0,0 0 0,0 0 0,1 0 0,0 0 0,-1 1 0,2-1 0,-1 0 0,0-1 0,0 1 0,0 1 0,0 0 0,0 0 0,0 0 0,0 1 0,0 0 0,0 2 0,0 1 0,0-1 0,0-1 0,0 1 0,0-1 0,-2-1 0,0 1 0,1-1 0,-1 0 0,1-1 0,0-1 0,1-1 0,0 1 0,0-1 0,0-1 0,0 1 0,0 0 0,0-1 0,0 0 0,0 0 0,0-1 0,0 0 0,0 0 0,0 0 0,0 0 0,0 0 0,0 0 0,0 0 0,0 0 0,0 0 0,0 1 0,0 0 0,0 0 0,0 0 0,0 0 0,0-1 0,0-1 0,0 0 0,0 0 0,0 0 0,0 1 0,0-2 0,0 0 0,0-2 0,-2 0 0,1-1-1960,-3 0-225,1-2-681,-2-1-559,1-2-685,-1-2-960,-2-2-6343,0 1 11002</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43.860"/>
    </inkml:context>
    <inkml:brush xml:id="br0">
      <inkml:brushProperty name="width" value="0.05" units="cm"/>
      <inkml:brushProperty name="height" value="0.05" units="cm"/>
      <inkml:brushProperty name="color" value="#AE198D"/>
      <inkml:brushProperty name="inkEffects" value="galaxy"/>
      <inkml:brushProperty name="anchorX" value="-122399.64063"/>
      <inkml:brushProperty name="anchorY" value="-100982.25"/>
      <inkml:brushProperty name="scaleFactor" value="0.5"/>
    </inkml:brush>
  </inkml:definitions>
  <inkml:trace contextRef="#ctx0" brushRef="#br0">0 0 728,'0'0'728,"2"0"-65,1 0-75,3 0-76,1 0-108,0 0-25,0 0-69,0 0-17,-1 0-29,0 0 13,0 0-34,-1 0 9,0 0 6,0 0 15,-2 0 24,9 6 8563,-12-5-8427,0 0 58,0 0 34,0 1 62,0 0 35,0 0 70,0 1 4,0 0 5,0-1 3,0 1-27,0 1-12,0 0-63,2-1-41,0 1-40,-1 1-22,1-1-17,1 1-37,-1 0-29,2 0 24,-1 1-1,0-1-10,-1 1-23,0-1-22,0 2-71,0-1 37,2 1 11,-1 0-33,1 1-25,0 0 16,-1-1-18,-1 2 4,2 0 56,-2 0-64,2 1-6,-1 1-37,0 0-30,-1 1-22,-1 0-35,0 1-69,-1 0-2,0 0-52,0-1-26,2 1 12,-1-1-16,1 0-6,1 1 1,0 0 92,-1-1-63,2 1 4,-1-1-8,-1-1 18,0 1-16,1-1-14,-1-1-23,0 0 5,2 1-4,-2-2 0,1 1 0,-2-2 0,2 1 0,0 0 0,0-1 0,1 1 0,-1-1 0,-1 1 0,-1-1 0,0 0 0,-1 0 0,0-1 0,0 1 0,0 0 0,0-1 0,-1-1 0,1 1 0,0 0 0,0 0 0,0-1 0,0 0 0,0 0 0,2-1 0,0 2 0,0-1 0,-1 1 0,0-1 0,0 0 0,-1 0 0,0 0 0,0-1 0,0 1 0,0-1 0,0 0 0,0 1 0,0-1 0,0-1 0,0 1 0,0-1 0,2 0 0,-1 1 0,1 0 0,0-1 0,0 1 0,1-1 0,-1 0 0,0 1 0,1 0 0,-1 1 0,0-1 0,0 0 0,-1 0 0,-1-1 0,0 0 0,0 2 0,0 0 0,0 0 0,0 1 0,0 0 0,0 0 0,0 0 0,0-1 0,0 0 0,0 0 0,2-1 0,-1 1 0,1 0 0,0 0 0,-1 0 0,-1 0 0,1 0 0,1 1 0,0-2 0,-1 1 0,1 1 0,-1-1 0,-1 1 0,1-1 0,-1 0 0,0 0 0,0 0 0,0-1 0,-1 1 0,1-1 0,0-1 0,0 1 0,0-1 0,0 0 0,0 0 0,0 0 0,0 0 0,0 0 0,0 0 0,0 0 0,0-1 0,0 0 0,0 1 0,0-1 0,0 1 0,0-1 0,0 1 0,0-1 0,0 0 0,0 0 0,0 0 0,0 0 0,0 1 0,0-1 0,0 0 0,0 1 0,0 0 0,0 1 0,0 1 0,0 1 0,0-1 0,0 1 0,0-1 0,-1 0 0,-1-1 0,0 1 0,1-1 0,0 0 0,0-1 0,0-1 0,1-1 0,0 0 0,0-1 0,0-1 0,1 0 0,-1 0 0,0 0 0,0-1 0,1 1 0,1-1 0,0 0 0,-1-1 0,0-1 0,0-1 0,1 0 0,0 0 0,0-1 0,-1-1 0,0-2 0,0-2 0,-1 1-915,-1-1-1475,-3-1-110,1-1-552,-3 0-371,2-3-444,-3-1-506,-1-1-380,0 0 164,0 3 1981</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0:45.140"/>
    </inkml:context>
    <inkml:brush xml:id="br0">
      <inkml:brushProperty name="width" value="0.05" units="cm"/>
      <inkml:brushProperty name="height" value="0.05" units="cm"/>
      <inkml:brushProperty name="color" value="#AE198D"/>
      <inkml:brushProperty name="inkEffects" value="galaxy"/>
      <inkml:brushProperty name="anchorX" value="-123475.1875"/>
      <inkml:brushProperty name="anchorY" value="-102782.05469"/>
      <inkml:brushProperty name="scaleFactor" value="0.5"/>
    </inkml:brush>
  </inkml:definitions>
  <inkml:trace contextRef="#ctx0" brushRef="#br0">1 76 248,'0'0'1419,"0"-1"-755,0 0-32,0-2-13,0 1-75,0-1-9,2 1-3,-1-1-13,1 0-7,1 0 29,0 1-27,0-1 18,0-1-5,0 1-8,1 1 2,0-1-1,-1 0 0,-1 0-28,-1 1-1,0 0-1,-1 0-2,0 0 18,0 1-23,0 0 27,0-1 0,0 1 20,0 0 51,0 0 15,-2-1 57,0 1 24,0-1 73,1 2 39,0-2 23,0 0 19,1-1 1494,0 2-1655,-2 0-80,0 0-87,0 0-69,1 0-83,0 2-41,0 0-92,1 0-27,0 0-56,0-1-29,0 1-24,0-1-36,0 0-11,0 0-38,0 0 9,0 1-16,0 0 13,0 1-32,0 0 27,0-1-18,2 2 6,0-1 16,1 1-4,0 1 20,0 0-4,1 0 76,-1 3 26,2-1 72,-2 2 51,0-1 57,1 2 28,-1 0 36,1 2 4,0 0-6,0 1-25,0 0-49,-1 2-6,1 0-125,-1 0 88,1 0-5,0 0 10,-1 1 1,-1 0 10,1 0-21,-1 0-21,2 0 61,-1 1-104,0-1-52,-1 1 3,1 0-66,-1-1-4,2 0 7,0 0-14,0 0-16,0 0 5,-1 0 16,1-1-15,-1-1 14,1 0-22,1 0-30,0-1 7,-1 0-5,0-1 0,0 1 0,0-3 0,2 1 0,-2 0 0,2 0 0,-2-1 0,1 0 0,0 0 0,-2 1 0,1-1 0,-1-1 0,1 1 0,-1 0 0,-2 1 0,0 1 0,-2-1 0,0 0 0,0-2 0,1-1 0,-1-1 0,1 0 0,-2-1 0,0 2 0,0-2 0,1 0 0,0 0 0,-1 0 0,-1 0 0,2-1 0,-1 1 0,1-1 0,0 0 0,1 0 0,0 0 0,0 0 0,0 0 0,0 1 0,0 0 0,0 0 0,0 1 0,0-2 0,0 1 0,0-1 0,0 1 0,0-2 0,0 1 0,0 0 0,0 1 0,0-2 0,0 1 0,0 0 0,0 0 0,0-1 0,0 0 0,0 1 0,0-2 0,0 1 0,0 0 0,0-1 0,0 1 0,0 0 0,0-1 0,0 1 0,0 1 0,0-1 0,2 0 0,0 1 0,0-1 0,-1 1 0,0-1 0,0 0 0,-1 1 0,0-1 0,1 1 0,0-1 0,1 2 0,0-2 0,-1 1 0,0 1 0,0-1 0,-1 0 0,0 0 0,0-1 0,0 0 0,0 1 0,0 0 0,2 0 0,-1-1 0,1 2 0,0-1 0,-1 0 0,-1 0 0,1-1 0,-1 0 0,0 1 0,2-1 0,-1 0 0,1 0 0,-1 0 0,0 1 0,0-1 0,-1 1 0,2-2 0,0 2 0,0-2 0,-1 1 0,0 1 0,0-1 0,1 0 0,0 1 0,0-1 0,-1 1 0,0 0 0,0-1 0,-1 0 0,2 0 0,-1-1 0,1 1 0,0-1 0,-1 1 0,-1-1 0,0 0 0,1-1 0,-1 0 0,0-1 0,-1 0 0,1 0 0,0 0 0,2 0 0,0 0 0,0 0 0,-1 0 0,0 0 0,0 0 0,-1 0 0,0-1 0,0 0 0,2-1 0,0-2 0,1 0 0,0 0-1363,0-1-535,-1-1-332,-2 1-381,-1-2-280,-2 0-258,0-1-222,0-2-361,-1-1-456,-1 0 1,0 2 1221</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48.978"/>
    </inkml:context>
    <inkml:brush xml:id="br0">
      <inkml:brushProperty name="width" value="0.05" units="cm"/>
      <inkml:brushProperty name="height" value="0.05" units="cm"/>
      <inkml:brushProperty name="color" value="#AE198D"/>
      <inkml:brushProperty name="inkEffects" value="galaxy"/>
      <inkml:brushProperty name="anchorX" value="-116234.57813"/>
      <inkml:brushProperty name="anchorY" value="-102190.82813"/>
      <inkml:brushProperty name="scaleFactor" value="0.5"/>
    </inkml:brush>
  </inkml:definitions>
  <inkml:trace contextRef="#ctx0" brushRef="#br0">524 109 1160,'-2'0'2185,"0"0"-458,-1 0-150,0 0-180,0 0-106,-1 0-134,1 0-70,-2 0-77,2-1-27,0 0 7,-1-1 2266,4-3 262,1 3-2394,1 1-54,2-2-17,-1 1-103,0-1-50,1 1-59,-1-1-66,2 0-63,-2 0-73,2 1-52,1-2-124,0 2-28,2-1-125,0 0-66,2-2-37,1 1-66,1 0-34,2 0-52,1-1-19,1 1-28,1 0 4,2 0 5,1 0-21,1-1-2,0 2-1,-1 0 18,0 0-6,-3 0 3,-2 1-28,-3-1 27,1 2-29,-2 0 18,-2 0-5,-1 2-9,-3 1 22,-1 1-6,-1 1 20,-4 2 5,0 1 0,-5 1-18,-3 2 15,-3 0 14,-2 3-33,-4 1 30,-3-1-29,-2 2 0,-2 0-1,-1 1 8,0-1-2,1 1-8,2-1 2,2-1-1,3-2-19,3-1 25,3-1-9,3-2 3,1-1-9,3-1 11,4-1-3,3 0 1,2-2 28,5-2-27,2-1 1,5-1 8,4-3 6,2 0 8,4-1-20,4-1-2,0 0-20,1 1 24,0-1-9,1 0-16,-3 2-3,-1 0-1,-1 1 18,-3 1-6,-1 1 3,-3 1 0,-3 2 9,-3 1-2,-2 1 20,-3 1 22,-4 1-5,-1 2 32,-5 1 20,-2 1 24,-4 1 33,-4 1 13,-3 1-178,-3 2 44,-5 0-23,-3-1-1,-4 1 0,-3 1 0,-5-2 0,-2 0 0,-4-2 0,-6-1 0,-3 0-887,-6-3-699,-4 0-517,-6-2-647,-1-2-706,-4-3-1036,-4-3-725,-3-3-215,-4 0 124,17 0 4416</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1.683"/>
    </inkml:context>
    <inkml:brush xml:id="br0">
      <inkml:brushProperty name="width" value="0.05" units="cm"/>
      <inkml:brushProperty name="height" value="0.05" units="cm"/>
      <inkml:brushProperty name="color" value="#AE198D"/>
      <inkml:brushProperty name="inkEffects" value="galaxy"/>
      <inkml:brushProperty name="anchorX" value="-114864.5625"/>
      <inkml:brushProperty name="anchorY" value="-101673.73438"/>
      <inkml:brushProperty name="scaleFactor" value="0.5"/>
    </inkml:brush>
  </inkml:definitions>
  <inkml:trace contextRef="#ctx0" brushRef="#br0">416 76 2513,'-2'-4'6680,"0"2"-4935,0-1-143,-1 1-34,0-1-27,-1 0 44,0 0 60,0-1 59,-2 1 27,-1 0-56,0-1-72,-1 1-121,-1-1-151,0 1-147,1 0-170,0 0-185,1 0-162,2 1-96,1-1-554,2 0 50,-1 0-54,-1 1-13,0 0 0,-1 0 0,0 0 0,-4 0 0,0 1 0,-1 1 0,0-1 0,-2 1 0,1 0 0,0 0 0,1 0 0,0 0 0,-1 0 0,0 0 0,0 0 0,1 2 0,-1-1 0,0 1 0,0 1 0,1 1 0,-2 1 0,1 1 0,0 1 0,1 2 0,1 1 0,-2 2 0,0 1 0,2 1 0,1 3 0,2 1 0,1 1 0,1 2 0,1 1 0,1-1 0,2 2 0,1-1 0,2-2 0,0 1 0,4-1 0,0-2 0,2-2 0,2-1 0,0-1 0,2-2 0,1-1 0,0-1 0,0-1 0,0-2 0,-2-1 0,1 0 0,1-1 0,-1 0 0,1-2 0,-3-2 0,-1 0 0,-1-1 0,0-1 0,-1-2 0,1 0 0,-1-1 0,0-1 0,2-1 0,1-1 0,-1-1 0,0-1 0,0 1 0,-2-1 0,-1-1 0,0 1 0,0 1 0,-1 0 0,0 0 0,-1 2 0,-2 1 0,0 0 0,-2 1 0,-1 0 0,2 2 0,0 0 0,0 0 0,-1 2 0,0-1 0,1 1 0,0 2 0,1-1 0,1 1 0,-1 2 0,0 0 0,2 1 0,0 2 0,0 0 0,1 2 0,1 0 0,1 2 0,0-2 0,-1 1 0,0-1 0,0-1 0,0-1 0,1-1 0,-2 0 0,1 0 0,0-2 0,0 0 0,-1-1 0,-2 0 0,1 0 0,-1-1 0,0-1 0,1-1 0,0 1 0,-1-1 0,0 0 0,-1-1 0,0-2 0,-1 1 0,-1-1 0,-1-1 0,1-1 0,-2 1 0,1-2 0,-2 1 0,0-2 0,1 1 0,-3-2 0,0 0 0,-2 1 0,-1-1 0,-3 1 0,0 0 0,-1 0 0,1 1 0,0 1 0,0 1 0,-1-1 0,2 2 0,0 1 0,1-1 0,1 1 0,1 0 0,1 1 0,0 0 0,1-1 0,1 1 0,0 0 0,0 1-383,0-1-1496</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2.226"/>
    </inkml:context>
    <inkml:brush xml:id="br0">
      <inkml:brushProperty name="width" value="0.05" units="cm"/>
      <inkml:brushProperty name="height" value="0.05" units="cm"/>
      <inkml:brushProperty name="color" value="#AE198D"/>
      <inkml:brushProperty name="inkEffects" value="galaxy"/>
      <inkml:brushProperty name="anchorX" value="-113986.64844"/>
      <inkml:brushProperty name="anchorY" value="-101071.21094"/>
      <inkml:brushProperty name="scaleFactor" value="0.5"/>
    </inkml:brush>
  </inkml:definitions>
  <inkml:trace contextRef="#ctx0" brushRef="#br0">1 39 2505,'1'0'2928,"3"-1"-466,-1 0-212,2-1-286,0 0-191,0-1-101,1-1-73,1 1-15,-1 1-5,0-1 7,-1-1-22,-1 2-21,-2-1-60,0 1-125,-2-4 3298,0 6-4467,1 0-157,1 0 8,0 0-40,-1 0 0,0 0 0,0 1 0,-1 0 0,0 2 0,0 0 0,0 1 0,2 1 0,0 3 0,-1 0 0,3 3 0,0 2 0,2 1 0,1 2 0,-1 0 0,1-1 0,-2 0 0,1 1 0,0-1 0,-1-1 0,1 0 0,0-2 0,1-1 0,-1-1 0,0-2 0,-1-1 0,0-2 0,0-1 0,0-1 0,-2-1 0,0-1 0,1 0 0,-1-1 0,1 0 0,0 0 0,0 0 0,0-2 0,-1 0 0,1-1 0,-1-3 0,1 0 0,0-1 0,-2-2 0,0 0 0,0-2 0,0 1 0,0-1 0,0-2 0,1 0 0,0 0 0,-1-1 0,1 0 0,0 0 0,1 0 0,0 1 0,1 1 0,0 1 0,2 2 0,-1 1 0,0 0 0,1 1 0,-2 2 0,1 0 0,-1 2 0,0 0 0,-1 2 0,1 0 0,-1 2 0,1 0 0,0 3 0,2 0 0,2 2 0,1 0 0,-2 3 0,0 0 0,1 1 0,-1 3 0,-2 1 0,-1 0 0,0-1 0,-2-1 0,0 0-597,-2-1-1380,0-2 3,0 1-437,1-2-193,-1-1-120,1-2-2,1-1 86,5 1-4471,-5-6 4673,6-5-2684</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2.601"/>
    </inkml:context>
    <inkml:brush xml:id="br0">
      <inkml:brushProperty name="width" value="0.05" units="cm"/>
      <inkml:brushProperty name="height" value="0.05" units="cm"/>
      <inkml:brushProperty name="color" value="#AE198D"/>
      <inkml:brushProperty name="inkEffects" value="galaxy"/>
      <inkml:brushProperty name="anchorX" value="-115287.89063"/>
      <inkml:brushProperty name="anchorY" value="-102058.49219"/>
      <inkml:brushProperty name="scaleFactor" value="0.5"/>
    </inkml:brush>
  </inkml:definitions>
  <inkml:trace contextRef="#ctx0" brushRef="#br0">0 76 512,'3'-2'4697,"1"-2"-3099,2 0 689,0-1-545,2 0-77,-2 1-88,-1 0-16,-2 0 14,7-6 7470,-11 9-7873,-1 1-206,0-1-171,1 1-169,0 1-132,1 0-114,-1 2-69,3 0-61,0 1-30,2 0-26,1 3-17,1 0-7,0 1-1,0 1 8,1 0 7,1 2-20,-1 1-124,2 0-30,-1-1-1,1 1-9,0-1 0,0 1 0,-1-1 0,-1-2 0,0 0 0,0 0 0,0-2 0,-1-1 0,-1 0 0,0-1 0,-2-2 0,1 0 0,0-2 0,0 0 0,0-1 0,1 0 0,0-1 0,0-1 0,1-2 0,0-1 0,1-1 0,2-2 0,0-1 0,-1-1 0,1-2 0,-1 1 0,0-2 0,-1-1 0,0-1 0,0-1 0,0 1 0,-1 1 0,0 1 0,-1 1 0,-2 2 0,0 0 0,-2 1 0,0 2 0,0 2 0,1 1 0,0 0 0,1 2 0,-1 0 0,1 1 0,0 1-1764,0 0 111,1 0-485,0 0-218,0 1-153,0 0-79,1 0 1,1 0 107,0 0 135,2 0 117,3-2-8,3 0-150,2-1-174,1-2-73,-3 1 2717</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2.963"/>
    </inkml:context>
    <inkml:brush xml:id="br0">
      <inkml:brushProperty name="width" value="0.05" units="cm"/>
      <inkml:brushProperty name="height" value="0.05" units="cm"/>
      <inkml:brushProperty name="color" value="#AE198D"/>
      <inkml:brushProperty name="inkEffects" value="galaxy"/>
      <inkml:brushProperty name="anchorX" value="-116615.49219"/>
      <inkml:brushProperty name="anchorY" value="-102829.8125"/>
      <inkml:brushProperty name="scaleFactor" value="0.5"/>
    </inkml:brush>
  </inkml:definitions>
  <inkml:trace contextRef="#ctx0" brushRef="#br0">30 4 328,'2'0'2257,"2"-1"-122,-1 0-162,2 0-184,0 0-152,12 3 11476,-17 0-12026,0 0-145,-1 2-85,1 0-77,0 1-57,-2 1-41,1 1-41,-1 1-51,-1 1-27,0 1-72,0 0-96,2 2-82,-1 0-89,0 0-51,0 2 5,-2-2-66,1 1 16,0 0-27,1 0-3,1-1-38,0 0-10,1-1-18,0-1-6,0-1-1,2-2-20,0-1 25,1-1-18,1-2 24,-1 1 2,-1-2 20,1 0 23,0-2-89,0-1 19,2-1-10,2-1-1,0-1 0,3-2 0,0 0 0,1-2 0,-3-1 0,1 0 0,-2 0 0,-1-1 0,0-1 0,-1 0 0,-2-1 0,-1 1 0,0 0 0,-2 1 0,0 1 0,-2 0 0,0 1 0,-2 2 0,1 1 0,-2 0 0,1 1 0,-1 0 0,-1 2 0,0 0 0,-2 0 0,0 2 0,0 1-299,-1 0-568,-2 1-247,1 1-403,-1 1-299,1 1-265,0-1-206,0 1-180,1-1-126,2 0-79,2-2-135</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4.898"/>
    </inkml:context>
    <inkml:brush xml:id="br0">
      <inkml:brushProperty name="width" value="0.05" units="cm"/>
      <inkml:brushProperty name="height" value="0.05" units="cm"/>
      <inkml:brushProperty name="color" value="#AE198D"/>
      <inkml:brushProperty name="inkEffects" value="galaxy"/>
      <inkml:brushProperty name="anchorX" value="-115732.375"/>
      <inkml:brushProperty name="anchorY" value="-102084.9375"/>
      <inkml:brushProperty name="scaleFactor" value="0.5"/>
    </inkml:brush>
  </inkml:definitions>
  <inkml:trace contextRef="#ctx0" brushRef="#br0">201 471 888,'-7'3'7995,"4"-2"-6596,1 1-124,0-1-120,0 1-40,1 0 35,0 0 111,1 0 90,0 0 96,0 1 88,0 1 24,0-1 4,0-1-60,0 0-103,-1-1-189,-1 1-180,0-1-144,-2 2 2132,4-4-3064,1 0 113,-1 0-68,0 0 0,0-1 0,0-1 0,2 0 0,-1-2 0,1-1 0,1 0 0,0-2 0,1 0 0,0-3 0,-1 0 0,-1-1 0,-2-1 0,-1 0 0,-2-1 0,-1 1 0,0-1 0,-2 1 0,-1-1 0,-1-2 0,-2 0 0,0 0 0,-1-2 0,1-1 0,0 0 0,-1 0 0,0 2 0,0 2 0,1 1 0,2 3 0,0 0 0,1 3 0,1 1 0,1 2 0,0 1 0,0 1 0,1 0 0,0 2 0,0 0 0,1 1 0,1 1 0,1 2 0,0 0 0,-1 1 0,1 2 0,-1 1 0,1 2 0,0 1 0,0 1 0,1 3 0,0 0 0,0 1 0,0 1 0,0 1 0,0 0 0,2 2 0,0 0 0,0 0 0,1 2 0,0-1 0,1 2 0,-1-1 0,2 0 0,-1-1 0,-1 1 0,1-1 0,1 0 0,1-1 0,1-1 0,-1-1 0,1-2 0,0-2 0,-2-1 0,1-1 0,-1-3 0,-2-2 0,2 0 0,-2-3 0,1 0 0,-1 0 0,0-2 0,0 0 0,0 0 0,2-2 0,0-1 0,1 0 0,0-1 0,2-1 0,0-1 0,1-1 0,2-2 0,0-1 0,2-2 0,1 0 0,0-2 0,0-1 0,1-2 0,-1 1 0,1-2 0,-2 2 0,0 1 0,-2 1 0,-1 0 0,-3 3 0,1 1 0,-3 2 0,-2 1 0,1 2 0,-1 1 0,-1-1 0,-1 3 0,0 1 0,1 1 0,0 0 0,0 2 0,-1 0 0,0-1 0,1 0 0,0 1 0,0 1 0,1 1 0,0 0 0,1 0 0,0 2 0,-1-1 0,1 1 0,-1 0 0,1 1 0,1-1 0,2 0 0,0 1 0,-1-1 0,1-1 0,0-1 0,-1 0 0,0-2 0,0 0 0,1-2 0,1 0 0,1-1 0,2 0 0,1-1 0,1-2 0,1 0 0,-1-2 0,-2 0 0,0 0 0,0 0 0,0-1 0,-2 0 0,-1 1 0,0-2 0,0 0 0,-2 1 0,-2-1 0,1 1 0,-1 1 0,0 0 0,-1 2 0,0 1 0,-1 0 0,1 2 0,-1 0 0,0 0 0,-1 0 0,0 0 0,2 1 0,-1 0 0,1 0 0,0 1 0,2 1 0,0 1 0,4 1 0,0 0 0,1-1 0,0 1 0,0-1 0,-1 1 0,1 0 0,-1-1 0,0 0 0,-1-1 0,-1 1 0,0-2 0,0 0 0,0-2 0,1 0 0,0-1 0,-2-1 0,1 0 0,0 0 0,2-3 0,0 0 0,1-2 0,0-1 0,0-3 0,-1 0 0,-2-2 0,-1 0 0,-1-1 0,-1-1 0,-2 0 0,0-1 0,-1-1 0,-3-1 0,0-2 0,1-2 0,-3 0 0,1-1 0,-1 0 0,0 1 0,1 0 0,-1 2 0,1 3 0,-1 2 0,0 2 0,-1 2 0,2 2 0,0 3 0,-1 1 0,1 3 0,-2 1 0,2 1 0,0 3 0,1 1 0,1 2 0,0 3 0,1 2 0,0 1 0,0 2 0,0 0 0,0 1 0,0 3 0,1-1 0,-1 2 0,0 0 0,0 1 0,0 0 0,0 0 0,0 1 0,0 0 0,-2 0 0,0 1 0,0-1 0,1-1 0,0 0 0,0-1 0,1-2 0,0-1 0,0-2 0,0-2-551,0-3-1000,0 0 206,0-4-228,0-1-31,2-2 12,-1-1 74,3-2 90,1-1 119,0-2 145,0-2 140,2 0 144,0-2 162,-1-1 149,0 0 162,-1-1 187,1 1 124,-2-1 135,-1 1 119,-1 0 132,-2 0 144,-1 3 152,-1 0 150,0 1 106,1 1 146,0-11 11302,2 15-11923,1 0-89,0 0-13,1 0-24,2 0-241,1 0 30,1-1-25,3 0-5,2-2 0,2 1 0,1 0 0,4-2 0,0 0 0,2-1 0,0 0 0,0-2 0,1 1 0,-2-1 0,0 1 0,0-2 0,-3 1 0,-3 1 0,-2-1 0,-1 0 0,-2 0 0,-2 0 0,-2 1 0,-2 0 0,-1 0 0,-4 1 0,0 1 0,-1 1 0,-1 0 0,-1 0 0,1 1 0,0 1 0,0 0 0,1 1 0,-1 0 0,0 0 0,1 0 0,-1 2 0,1-1 0,-1 0 0,1 1 0,0 0 0,-1 0 0,1 2 0,-1 0 0,-1 1 0,0 0 0,0 1 0,0 1 0,0 0 0,1 1 0,0 0 0,4 1 0,0 0 0,3 0 0,0 1 0,0-2 0,0 2 0,-2-2 0,2 0 0,-1-2 0,4 1 0,2-1 0,2-1 0,2-1 0,2 0 0,0 0 0,1-1 0,-1-1 0,0-1 0,1-1 0,1-1 0,2-2 0,0-1 0,1-1 0,2 0 0,-1-2 0,0 1 0,-3-2 0,0 0 0,-2 0 0,-2 0 0,-2-1 0,-1 0 0,-1 0 0,-2 0 0,-1 1 0,-1-1 0,-2 1 0,1 1 0,-1 0 0,-1 1 0,0 0 0,-2 2 0,1 0 0,-1 1 0,0 1 0,0 1 0,0 0 0,-2 0 0,0 1 0,0 1 0,-1 0 0,0 1 0,-1 0 0,0 1 0,1 0 0,-1 2 0,1-1 0,-1 1 0,0 1 0,0 0 0,0 3 0,1-1 0,-1 0 0,1 1 0,0 0 0,2-1 0,0 0 0,0 0 0,3 0 0,-1-3 0,1 1 0,2-3 0,-1 1 0,-1-2 0,0 0 0,1-1 0,0 0 0,0-1 0,1-1 0,0 0 0,2-2 0,-1 0 0,2-1 0,1-1 0,1-1 0,0-1 0,1 0 0,-1-2 0,0-1 0,-2 0 0,0-1 0,-2-1 0,1-1 0,-2-1 0,-1-1 0,-1-2 0,-1-2 0,1 0 0,0-2 0,0-1 0,-1 2 0,0-1 0,-1 1 0,0 1 0,0 2 0,0 1 0,0 3 0,0 1 0,0 2 0,0 1 0,0 2 0,0 1 0,0 2 0,0 1 0,0 0 0,0 1 0,-2 2 0,1 0 0,-1 1 0,0 1 0,1 2 0,1 1 0,-1 1 0,1 3 0,-2 1 0,1 1 0,-1 3 0,-1 2 0,0 0 0,1 2 0,0 1 0,1 1 0,-2 1 0,1 1 0,0 2 0,-1 2 0,-1 0 0,-2 1 0,-3 0 0,-1 0 0,0-1 0,0 1 0,0-1 0,-1-1 0,-2 1-131,-2-2-2912,2 1 478,-2-1-639,1-1-268,2-1-339,-1-2-318,1-2-487,-1-2 73,2-3 1517</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5.435"/>
    </inkml:context>
    <inkml:brush xml:id="br0">
      <inkml:brushProperty name="width" value="0.05" units="cm"/>
      <inkml:brushProperty name="height" value="0.05" units="cm"/>
      <inkml:brushProperty name="color" value="#AE198D"/>
      <inkml:brushProperty name="inkEffects" value="galaxy"/>
      <inkml:brushProperty name="anchorX" value="-117775.48438"/>
      <inkml:brushProperty name="anchorY" value="-103127.74219"/>
      <inkml:brushProperty name="scaleFactor" value="0.5"/>
    </inkml:brush>
  </inkml:definitions>
  <inkml:trace contextRef="#ctx0" brushRef="#br0">51 3 1344,'0'-3'30612,"0"6"-29913,0-2-715,0 2 144,0 0-128,0 1 0,0 1 0,0 1 0,0 1 0,0 0 0,0 2 0,0 2 0,0 0 0,0 2 0,-1 1 0,-1 1 0,0 0 0,1 3 0,0-1 0,0 1 0,0-1 0,1 0 0,0 0 0,0-1 0,-1-1 0,-1-1 0,-1-2 0,-1-1 0,2-1 0,-1-3 0,2-2 0,0-1 0,2-1 0,1-3 0,0-1-1242,0-2-1082,-1-1-94,-2-3-373,0-1-206,-1-2-120,-1-2-9,0-1 153,0-1 79,0-1 145,-2-1-110,-1 0-309,1 3 3554</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5.901"/>
    </inkml:context>
    <inkml:brush xml:id="br0">
      <inkml:brushProperty name="width" value="0.05" units="cm"/>
      <inkml:brushProperty name="height" value="0.05" units="cm"/>
      <inkml:brushProperty name="color" value="#AE198D"/>
      <inkml:brushProperty name="inkEffects" value="galaxy"/>
      <inkml:brushProperty name="anchorX" value="-116878.04688"/>
      <inkml:brushProperty name="anchorY" value="-102474.20313"/>
      <inkml:brushProperty name="scaleFactor" value="0.5"/>
    </inkml:brush>
  </inkml:definitions>
  <inkml:trace contextRef="#ctx0" brushRef="#br0">62 104 256,'17'-22'31764,"-17"23"-31757,0 1-4,0-1 7,0 0-12,0-1 12,0 1-3,0-1 10,0 0 23,0 0-17,0 0-8,0 0 59,0-1-7,-2 0 21,1 0 15,-1 0 54,0 0-32,1-1-145,1 1 43,-1-1-23,1-1 0,0-1 0,0-1 0,0 0 0,0-1 0,0-1 0,0 0 0,0 1 0,-1 0 0,-3 0 0,1 0 0,-1 1 0,0 1 0,1 1 0,0 1 0,-1 0 0,1 1 0,1 2 0,-2 0 0,1 2 0,-1 0 0,-1 1-317,0 1-648,0 0-319,0 2-452,2-1-333,0 2-281,2 0-225,2 0-224,2 1-134,4 0-146,5 0-287,4-1-542,3 1-38,-3-2 2930</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7.521"/>
    </inkml:context>
    <inkml:brush xml:id="br0">
      <inkml:brushProperty name="width" value="0.05" units="cm"/>
      <inkml:brushProperty name="height" value="0.05" units="cm"/>
      <inkml:brushProperty name="color" value="#AE198D"/>
      <inkml:brushProperty name="inkEffects" value="galaxy"/>
      <inkml:brushProperty name="anchorX" value="-117738.1875"/>
      <inkml:brushProperty name="anchorY" value="-103326.92969"/>
      <inkml:brushProperty name="scaleFactor" value="0.5"/>
    </inkml:brush>
  </inkml:definitions>
  <inkml:trace contextRef="#ctx0" brushRef="#br0">0 136 1192,'16'1'24251,"-13"0"-22047,1 2-275,0-1-357,1 1-312,1 0-1060,1 2-92,0-1-57,2 3-51,-2-1 0,0 2 0,0 0 0,-2 2 0,1 0 0,-1 2 0,-2 0 0,0 0 0,-4 1 0,0 0 0,-3-1 0,-1 1 0,-1 0 0,-2 0 0,0-1 0,1-2 0,-1 0 0,3-1 0,-1-1 0,2-1 0,1-2 0,-1-1 0,1-1 0,1-1 0,0 0 0,3-2 0,0-1 0,1 0 0,-1-1 0,2-2 0,0-1 0,1-2 0,1-1 0,2-2 0,0-2 0,1-1 0,1-1 0,1-2 0,3-1 0,1 0 0,2-1 0,-2 1 0,2 1 0,-2 0 0,-1 2 0,-2 2 0,-1 2 0,-2 1 0,-1 2 0,-2 2 0,0 2 0,-1 1 0,1 1 0,-2 1 0,0 0 0,-1 1 0,1 2 0,-1 1 0,0 0 0,1 2 0,0 2 0,-1 0 0,0 0 0,-3 3 0,0 0 0,-2 0 0,0 1 0,0 0 0,-1-1 0,-1 1 0,0-1 0,0 0 0,0-1 0,2-2 0,0 0 0,2-3 0,0-1 0,3-2 0,-1-1 0,3-1 0,1 0 0,2-1 0,2-3 0,3-1 0,2-1 0,2-3 0,0 0 0,2-1 0,-2-1 0,0 0 0,-2 0 0,1 0 0,-2 0 0,-1 0 0,-2 1 0,0 0 0,-1 1 0,0 1 0,-2 2 0,0 0 0,-2 2 0,-2 1 0,-1 0 0,-1 2 0,0 1 0,-1-1 0,0 3 0,-1-1 0,1 1 0,0 2 0,0 0 0,1 0 0,1 3 0,2-1 0,1 1 0,1-1 0,0 2 0,0-1 0,1 0 0,0-1 0,1-1 0,1 0 0,-3-2 0,3 1 0,0-3 0,2 0 0,0-2 0,1-1 0,2 0 0,2-3 0,0 0 0,1-2 0,0-2 0,-1 0 0,0 0 0,-2-1 0,-2 0 0,0 0 0,-2 0 0,-3-1 0,-2 0 0,0 0 0,-1 0 0,-2 1 0,-1-1 0,-2 1 0,0 0 0,-1 1 0,-1 2 0,0 0 0,-2 1 0,1 1 0,0 2 0,0 1 0,0 1 0,0 0 0,0 2 0,-2 2 0,-3 0 0,-2 2 0,-1 1 0,-2 2 0,1 2 0,-1 1 0,0 0 0,1 2 0,0 0 0,2 0 0,2 0 0,1 0 0,0-1 0,2-1 0,2-2 0,-1-1 0,2-1 0,0-2 0,4 0 0,0-2 0,0-1 0,2-1 0,3-1 0,2-2 0,3-2 0,1 0 0,1-1 0,1-1 0,2 1 0,-1-2 0,0 0 0,1-1 0,-2 1 0,-1-1 0,-1 1 0,-2 1 0,0 0 0,-1 1 0,-2 0 0,-2 1 0,-1 1 0,0 0 0,0 2 0,-1 0 0,0 1 0,-1 0 0,1 1 0,-1 2 0,2-1 0,-1 1 0,1 1 0,0 1 0,1-1 0,0 1 0,0 0 0,1 1 0,0-1 0,0-1 0,0 0 0,0-1 0,-1 0 0,1-1 0,0-1 0,1 0 0,-1-1 0,2 0 0,1-1 0,0 0 0,2-1 0,0-3 0,1 0 0,2-1 0,1-2 0,2-1 0,-2-1 0,-1 0 0,-2 0 0,-1 0 0,-1 0 0,-3 1 0,0-1 0,-2 1 0,-2 1 0,-1 0 0,-1 0 0,0 2 0,-1 1 0,-2 1 0,-1 1 0,1 0 0,1 1 0,0 1 0,-2 0 0,1 2 0,-2 0 0,1 2 0,-2 0 0,0 1 0,-2 1 0,-2 1 0,-1 2 0,0 1 0,-1 0 0,0 2 0,-1 1 0,1 1 0,-1 1 0,2 0 0,1 1 0,0 0 0,1 1 0,1 1 0,3 0 0,1 2 0,3-1 0,2 2 0,5-1 0,2 2 0,3 0 0,2 2 0,1-1 0,2 2 0,0 0 0,1 0 0,0 0 0,-2 0 0,-2-1 0,-4-1 0,-1-1 0,-2 0 0,-5-1 0,-2-1 0,-2-1 0,-3-1 0,-4-1 0,0-2 0,-4-1 0,-1-1 0,-3 0 0,-1-1 0,-1-2 0,0-1 0,0-2 0,1-1 0,0-1 0,2-3 0,0-1 0,0-2 0,2-2 0,1-2 0,4-1 0,0-3 0,5 0 0,2-3 0,4 0 0,2-3 0,3-1 0,5-1 0,3-2 0,3 1 0,2-3 0,3 1 0,3-1 0,1 0 0,1-1 0,2 1 0,-1-1 0,0 0 0,-1 0 0,0 0 0,-1-1 0,-1 1 0,0-1 0,0 0 0,-2 2 0,1 1 0,-3 0 0,-1 2 0,-3 1 0,-1 2 0,-3 3 0,-3 1 0,-2 3 0,-1 1 0,-3 1 0,1 2 0,-2 1 0,-1 1 0,-1 1 0,-1 1 0,-1 0 0,0 1 0,0 0 0,0 0 0,0 1 0,1-1 0,1 0 0,-1 0 0,3 0 0,-2 0 0,1-1 0,-1 0 0,1 0 0,-1-1 0,2 0 0,-1 0 0,2 0 0,0-1 0,2 1 0,0-2 0,0 0 0,0 0 0,-2 0 0,-1 0 0,0 1 0,-1 0 0,0 0 0,-2 1 0,0 1 0,0 0 0,-3 1 0,0 0 0,0 0 0,-1 0 0,-2 1 0,1 1 0,-3 2 0,-1 0 0,-1 1 0,0 1 0,-3 2 0,1 1 0,-1 1 0,0 0 0,0 2 0,1 2 0,1-1 0,0 1 0,3 0 0,0-1 0,2 1 0,1-1 0,4-1 0,1 0 0,2-1 0,2-1 0,1-2 0,2 0 0,-1 0 0,0-2 0,0 0 0,1-2 0,0-1 0,2-2 0,0 0 0,0-1 0,0-1-1326,0 0-1609,0-2 201,1 1-457,-1 0-121,1 1-79,1 0-3870,-3 0 4911,-1 1-1897,-3 0 2495</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7.830"/>
    </inkml:context>
    <inkml:brush xml:id="br0">
      <inkml:brushProperty name="width" value="0.05" units="cm"/>
      <inkml:brushProperty name="height" value="0.05" units="cm"/>
      <inkml:brushProperty name="color" value="#AE198D"/>
      <inkml:brushProperty name="inkEffects" value="galaxy"/>
      <inkml:brushProperty name="anchorX" value="-120135.67188"/>
      <inkml:brushProperty name="anchorY" value="-104325.05469"/>
      <inkml:brushProperty name="scaleFactor" value="0.5"/>
    </inkml:brush>
  </inkml:definitions>
  <inkml:trace contextRef="#ctx0" brushRef="#br0">59 212 1816,'-6'3'7130,"-6"7"-775,0 1-3728,1 1 878,2 0-693,3 0-167,3-3-277,7-1-350,4-2-627,6-1-1530,6-2 378,7-3-239,7-1 0,5-2 0,6-2 0,6-1 0,5-2 0,4-1 0,3-2 0,5-1 0,2-1 0,1-1 0,-2 0 0,-3-1 0,-2 1 0,-6 0 0,-4 0 0,-5 0 0,-2 1 0,-4 0 0,-5 1 0,-5 0 0,-4 1-943,-6 0-1625,-4 1-136,-2 1-731,-3-1-695,-1 0-1066,-3 0-217,-2 2 105,-3 2 2629</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4:59.962"/>
    </inkml:context>
    <inkml:brush xml:id="br0">
      <inkml:brushProperty name="width" value="0.05" units="cm"/>
      <inkml:brushProperty name="height" value="0.05" units="cm"/>
      <inkml:brushProperty name="color" value="#AE198D"/>
      <inkml:brushProperty name="inkEffects" value="galaxy"/>
      <inkml:brushProperty name="anchorX" value="-122212.21875"/>
      <inkml:brushProperty name="anchorY" value="-104960.74219"/>
      <inkml:brushProperty name="scaleFactor" value="0.5"/>
    </inkml:brush>
  </inkml:definitions>
  <inkml:trace contextRef="#ctx0" brushRef="#br0">1 95 2937,'3'-2'6977,"3"-1"-5433,1-2 1049,1 0-829,-1-1 3,-1 2 60,-2 0 89,-2 1 17,0-2 1841,-1 1-541,1 2-1947,-1 0-221,0 0-1073,0 0 148,0 0-121,-1 1-19,0 0 0,0 1 0,0 1 0,0 1 0,0 0 0,0 0 0,0-1 0,0 0 0,2 0 0,0-1 0,1 1 0,0 1 0,0 3 0,1 1 0,-1 2 0,2 2 0,-2 1 0,0 2 0,1 2 0,-1 0 0,1 2 0,0 1 0,-1 1 0,0-1 0,2 1 0,1-1 0,1 1 0,-1-2 0,1-1 0,0-1 0,0 0 0,-1-3 0,1 0 0,-2-2 0,0-2 0,-1-1 0,-1-1 0,1-1 0,-1-2 0,1-1 0,0-2 0,-2 0 0,2-3 0,1-1 0,-1-2 0,1-2 0,3-2 0,1-3 0,0-2 0,2 0 0,1-3 0,-1-2 0,1-2 0,0-1 0,0-1 0,-2 0 0,2-1 0,-1 1 0,0 1 0,-3 1 0,0 2 0,-1 0 0,1 3 0,-2 2 0,0 5 0,0 3 0,0 3 0,-2 3 0,0 3 0,1 3 0,1 2 0,1 2 0,3 2 0,0 2 0,0 1 0,2 3 0,1 2 0,1 0 0,0 2 0,1 1 0,0 0 0,2 1 0,0 0 0,-2 1 0,1 0 0,-2 0 0,-1-1 0,0 2-1102,-2-2-1075,0-2-144,0-3-434,-2-4-246,0-2-181,-2-5-213,0-2-170,0-4-506,2-3-46,-2 0 1213</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0.529"/>
    </inkml:context>
    <inkml:brush xml:id="br0">
      <inkml:brushProperty name="width" value="0.05" units="cm"/>
      <inkml:brushProperty name="height" value="0.05" units="cm"/>
      <inkml:brushProperty name="color" value="#AE198D"/>
      <inkml:brushProperty name="inkEffects" value="galaxy"/>
      <inkml:brushProperty name="anchorX" value="-123800.09375"/>
      <inkml:brushProperty name="anchorY" value="-106157.36719"/>
      <inkml:brushProperty name="scaleFactor" value="0.5"/>
    </inkml:brush>
  </inkml:definitions>
  <inkml:trace contextRef="#ctx0" brushRef="#br0">105 189 480,'-3'1'5265,"-3"1"-3752,-1 1 772,-1 1-692,-1 0-142,0 0-90,1 0-31,1-1-32,0 0 20,-1 0 1,2 0 0,0-1-17,1-1-51,0 0-43,-6-1 6318,13 0-7071,2-2 5,1 1-496,4-1 100,1-1-59,3-1-5,3-1 0,1-1 0,1 0 0,0-2 0,2 0 0,0 0 0,1-1 0,2-1 0,-1 1 0,1-1 0,-1 2 0,-1-1 0,-1 1 0,-3 0 0,-2 2 0,-3-2 0,-1 1 0,-4 1 0,0 0 0,-2 0 0,-3 0 0,-2 0 0,-3 1 0,-2 0 0,-1-1 0,-4 1 0,0 1 0,-1-1 0,1 2 0,-4 1 0,1 0 0,0 2 0,1-1 0,1 1 0,1 0 0,1 1 0,0-1 0,2 0 0,2 0 0,2 0 0,1 0 0,1 0 0,1 0 0,0 0 0,1 0 0,1 0 0,0-1 0,2 0 0,3 0 0,4-1 0,6 0 0,1 0 0,3 1 0,1-1 0,-1 1 0,2 0 0,-2 1 0,1 0 0,-1 1 0,0 1 0,-2 1 0,-2 0 0,-1 2 0,-1 1 0,-3 1 0,-1 0 0,-3 2 0,-3-1 0,-1 3 0,-3-1 0,0 1-205,-1 2-474,-1 0-129,1 1-322,-3 0-290,0 1-265,-3 0-228,-1 0-174,1 0-111,-1-1-57,0 0-1,1 1-8,0 0-10,0-1 40,-1 1-124,-1-1-158,0 0-381,1-3 1512</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1.603"/>
    </inkml:context>
    <inkml:brush xml:id="br0">
      <inkml:brushProperty name="width" value="0.05" units="cm"/>
      <inkml:brushProperty name="height" value="0.05" units="cm"/>
      <inkml:brushProperty name="color" value="#AE198D"/>
      <inkml:brushProperty name="inkEffects" value="galaxy"/>
      <inkml:brushProperty name="anchorX" value="-125012.98438"/>
      <inkml:brushProperty name="anchorY" value="-107139.70313"/>
      <inkml:brushProperty name="scaleFactor" value="0.5"/>
    </inkml:brush>
  </inkml:definitions>
  <inkml:trace contextRef="#ctx0" brushRef="#br0">403 28 3537,'-7'-5'13055,"2"2"-9955,0 0-345,1 0-317,1 0-199,1 0-233,1 0-260,-1 1-343,0 1-1079,0 0-232,-1 1-20,-1 0-72,-2 0 0,-1 0 0,1 0 0,1 0 0,0 0 0,-1 1 0,2 0 0,-4 2 0,1 0 0,-4 1 0,0 1 0,1 3 0,-1 0 0,1 2 0,0 2 0,1 0 0,2 1 0,2 2 0,3 2 0,4 1 0,0 0 0,5 2 0,1 1 0,1 1 0,3 0 0,-1 1 0,2 1 0,0-1 0,-1 1 0,1-1 0,-1 1 0,1-1 0,-3-1 0,0 0 0,-3 0 0,0-1 0,-2-2 0,-2 1 0,-1-3 0,-1 0 0,-2-2 0,-1-3 0,0 0 0,-2-3 0,-1-1 0,-3-2 0,-2-1 0,-4-2 0,-1-2 0,-3-1 0,-3-2 0,-4-1-1298,-2-1-898,0-2-122,1 0-292,2-1-136,0-1-41,2 1 69,2 0 102,-1 0 28,1 1-90,-2 0-469,2 0-299,3 2 2123</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1.936"/>
    </inkml:context>
    <inkml:brush xml:id="br0">
      <inkml:brushProperty name="width" value="0.05" units="cm"/>
      <inkml:brushProperty name="height" value="0.05" units="cm"/>
      <inkml:brushProperty name="color" value="#AE198D"/>
      <inkml:brushProperty name="inkEffects" value="galaxy"/>
      <inkml:brushProperty name="anchorX" value="-123764.04688"/>
      <inkml:brushProperty name="anchorY" value="-106814.21094"/>
      <inkml:brushProperty name="scaleFactor" value="0.5"/>
    </inkml:brush>
  </inkml:definitions>
  <inkml:trace contextRef="#ctx0" brushRef="#br0">27 103 1480,'-7'0'14791,"5"0"-13037,-1 0-17,-12 0 9890,17 0-11051,2 0-133,3 0-101,5-1-381,3 0 95,4-2-56,3 1 0,2 0 0,1-2 0,1 0 0,1 0 0,-2 0 0,-1 0 0,-1-1-84,1 0-1059,-3 0-263,1 0-526,0 0-395,-2-1-326,-3 1-358,0-2-342,-1 0-353,-2 1-621,-1 0-80,-2-1 58,-2 3 5003</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5:02.561"/>
    </inkml:context>
    <inkml:brush xml:id="br0">
      <inkml:brushProperty name="width" value="0.05" units="cm"/>
      <inkml:brushProperty name="height" value="0.05" units="cm"/>
      <inkml:brushProperty name="color" value="#AE198D"/>
      <inkml:brushProperty name="inkEffects" value="galaxy"/>
      <inkml:brushProperty name="anchorX" value="-125044.33594"/>
      <inkml:brushProperty name="anchorY" value="-107558.65625"/>
      <inkml:brushProperty name="scaleFactor" value="0.5"/>
    </inkml:brush>
  </inkml:definitions>
  <inkml:trace contextRef="#ctx0" brushRef="#br0">50 153 1680,'-2'2'15768,"0"0"-14248,0 0-33,-1 0-40,0 1-29,-1-1-53,1-1-91,0 1-119,-1 0-106,1 0-103,-2-1-115,2 1-111,0-1-131,-1 0-97,1 1-61,1 0-71,2-1-148,0-1-226,1 0 51,2-1-37,0 0 0,2-1 0,-2 0 0,1 1 0,-1 0 0,2 0 0,2-1 0,1 1 0,4-1 0,1-1 0,5 0 0,0-1 0,3 0 0,0 0 0,1-1 0,0 0 0,1 0 0,-1-1 0,-2 1 0,0 0 0,-3 0 0,-1 0 0,0 1 0,-2 0 0,-1-1 0,-2 2 0,-1-1 0,-2 1 0,-1-1 0,-2 2 0,-2-1 0,-1 0 0,-1 0 0,-1 1 0,-1-1 0,-2 1 0,0-1 0,-3 0 0,0 0 0,-2 1 0,-2-1 0,0 0 0,-3 1 0,-1-1 0,1 0 0,-3 1 0,-1-1 0,-1 0 0,-2 0 0,0 0 0,0-1 0,1 0 0,2 0 0,1 1 0,2 1 0,1-1 0,0 1 0,3 1 0,1 0 0,1 0 0,2 1 0,1 0 0,3 0 0,0 0 0,1 0 0,1 0 0,1 0 0,-1 0 0,0 0 0,2 0 0,2 0 0,2 0 0,2 0 0,3 1 0,3 0 0,2 1 0,1 2 0,0 0 0,1 0 0,0 1 0,0 2 0,0 1 0,-1-1 0,-1 2 0,-2 0 0,-2 1 0,-1 1 0,-4 0 0,-1 1 0,-3 0 0,-2 0 0,0 0 0,-1-1 0,-2 0 0,-1-1-719,-1-1-1251,-1-1-237,-1-2-573,-2 0-462,-2-1-539,0-1-852,-1-1-330,0-1 2,3-1 1703</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05.133"/>
    </inkml:context>
    <inkml:brush xml:id="br0">
      <inkml:brushProperty name="width" value="0.035" units="cm"/>
      <inkml:brushProperty name="height" value="0.035" units="cm"/>
    </inkml:brush>
  </inkml:definitions>
  <inkml:trace contextRef="#ctx0" brushRef="#br0">426 49 32,'0'0'4444,"9"-5"1249,-9-12 10770,-10 17-13714,4-3-2247,5 3-415,1 0 1,-1 0-1,1 0 0,-1 0 0,1 0 0,-1 0 0,1-1 0,-1 1 0,1 0 1,0 0-1,-1 0 0,1-1 0,-1 1 0,1 0 0,0-1 0,-1 1 0,1 0 1,0-1-1,-1 1 0,1 0 0,0-1 0,0 1 0,-1 0 0,1-2 1,0 3-82,0-1 0,0 0 1,0 0-1,0 0 0,0 0 1,0 0-1,0 0 0,0 0 1,-1 0-1,1 1 0,0-1 1,0 0-1,0 0 0,0 0 1,0 0-1,0 0 0,0 0 1,0 0-1,0 0 0,0 0 1,0 0-1,-1 0 0,1 0 1,0 1-1,0-1 0,0 0 1,0 0-1,0 0 1,0 0-1,0 0 0,0 0 1,-1 0-1,1 0 0,0 0 1,0 0-1,0 0 0,0 0 1,0 0-1,0 0 0,0 0 1,0 0-1,-1 0 0,1 0 1,0-1-1,0 1 0,0 0 1,0 0-1,0 0 0,0 0 1,0 0-1,0 0 0,0 0 1,-1 0-1,1 0 1,0 0-1,0 0 0,0 0 1,0-1-1,0 1 0,0 0 1,0 0-1,0 0 0,12-12 300,-12 7-306,-7 4 0,-18 1 0,-1 1 0,1 1 0,-30 7 0,40-5 0,0 0 0,0 2 0,1-1 0,-1 2 0,-23 15 0,24-13 0,1 0 0,1 1 0,0 0 0,0 1 0,1 0 0,0 1 0,1 1 0,-17 26 0,14-22 0,11-15 0,1 0 0,-1 0 0,1 0 0,0 0 0,-1 0 0,1 0 0,0 1 0,0-1 0,0 0 0,0 4 0,-7 13 0,7-17 0,0 0 0,0-1 0,0 1 0,0 0 0,1-1 0,-1 1 0,1 0 0,-1 0 0,1 0 0,-1-1 0,1 1 0,0 0 0,0 0 0,0 0 0,0 0 0,0 0 0,0-1 0,1 1 0,-1 0 0,1 0 0,-1 0 0,1-1 0,0 1 0,-1 0 0,1 0 0,0-1 0,1 3 0,9 14 0,-10-16 0,0 0 0,0 0 0,0-1 0,0 1 0,0 0 0,0 0 0,1-1 0,-1 1 0,3 2 0,5 3 0,-2-1 0,-1-1 0,1 1 0,-1-2 0,2 1 0,-1-1 0,15 7 0,2-4 0,1-1 0,-1-1 0,1-1 0,0-1 0,0-1 0,34-1 0,-53-2 0,-1 1 0,0 0 0,0-1 0,0 0 0,1-1 0,-1 1 0,0-1 0,0 0 0,-1 0 0,1 0 0,0-1 0,-1 0 0,1 0 0,-1 0 0,0 0 0,5-5 0,23-29 0,-22 24 0,-8 2 0,-3 0 0,1 87 0,2-71 0,5 1 0,-5-5 0,-1 0 0,1 0 0,0-1 0,-1 1 0,1 0 0,0-1 0,0 1 0,0-1 0,-1 0 0,1 0 0,0 0 0,0 1 0,0-2 0,0 1 0,-1 0 0,1 0 0,0-1 0,0 1 0,0 0 0,-1-1 0,4-1 0,-2 1 0,2 0 0,-1-1 0,1 1 0,-1-1 0,1 0 0,-1 0 0,0 0 0,0-1 0,0 1 0,0-1 0,0 0 0,-1 0 0,1 0 0,-1-1 0,0 1 0,0-1 0,0 0 0,0 0 0,3-8 0,-5 11 0,-1 0 0,0 0 0,0-1 0,0 1 0,0 0 0,1 0 0,-2-1 0,1 1 0,0 0 0,0 0 0,0-1 0,-1 1 0,1 0 0,0 0 0,-1 0 0,1 0 0,-1-1 0,1 1 0,-1 0 0,0 0 0,-1-1 0,-16-20 0,12 17 0,0 0 0,0 1 0,0 0 0,-1 0 0,1 0 0,-1 1 0,0-1 0,0 2 0,0-1 0,-1 1 0,1 0 0,-1 1 0,1-1 0,-1 1 0,-9 1 0,-8 1 0,0 1 0,0 1 0,-32 8 0,47-9 0,4 0-1217,0 1-1,0-1 1,0 1-1,0 0 1,-8 6-1,9-6 123,21-6-16929,-8 2 13601</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05.670"/>
    </inkml:context>
    <inkml:brush xml:id="br0">
      <inkml:brushProperty name="width" value="0.035" units="cm"/>
      <inkml:brushProperty name="height" value="0.035" units="cm"/>
    </inkml:brush>
  </inkml:definitions>
  <inkml:trace contextRef="#ctx0" brushRef="#br0">79 5 1272,'-7'-4'22569,"5"4"-21370,2 0-1051,0 0-1,0 1 1,0-1 0,0 1 0,0-1-1,-1 0 1,1 1 0,0-1 0,0 0-1,0 1 1,-1-1 0,1 0-1,0 1 1,0-1 0,-1 0 0,1 0-1,0 1 1,-1-1 0,1 0 0,0 0-1,-1 0 1,1 1 0,-1-1-1,0 0 11,1 1 0,-1-1 0,0 1 0,0-1 0,1 1 0,-1 0 0,0-1 0,1 1 0,-1 0 0,1-1 0,-1 1 1,1 0-1,-1 0 0,1-1 0,-1 1 0,1 0 0,0 0 0,0 0 0,-1 0 0,1 0 0,0-1 0,0 1 0,0 0 0,0 0 0,0 2 0,0 16-146,0 1 0,-1-1 0,-1 1 1,-1-1-1,-7 24 0,1-1-12,0-13 0,8-24 0,0 0 0,0-1 0,-1 1 0,1-1 0,-1 0 0,0 0 0,-5 7 0,5-4 0,3 2 0,-1-9 0,0 1 0,0-1 0,0 0 0,0 1 0,0-1 0,0 0 0,0 0 0,0 1 0,0-1 0,0 0 0,0 0 0,1 1 0,-1-1 0,0 0 0,0 0 0,0 1 0,0-1 0,1 0 0,-1 0 0,0 0 0,0 1 0,0-1 0,1 0 0,-1 0 0,0 0 0,0 0 0,1 0 0,-1 0 0,0 1 0,0-1 0,1 0 0,-1 0 0,0 0 0,1 0 0,-1 0 0,0 0 0,0 0 0,1 0 0,-1 0 0,0 0 0,0 0 0,1 0 0,-1 0 0,0 0 0,1-1 0,-1 1 0,0 0 0,0 0 0,1 0 0,9-5 0,7-1 0,0-1 0,-1 0 0,1-2 0,20-13 0,59-50 0,-73 54 0,26-15 0,7-5 0,-52 34 0,0 1 0,-1 0 0,1 1 0,0-1 0,1 1 0,-1 0 0,0 0 0,1 0 0,-1 0 0,6-1 0,-7 2 0,11-1 0,-12 2 0,-1 0 0,0 0 0,1 0 0,-1 1 0,0-1 0,1 1 0,-1-1 0,0 1 0,0-1 0,1 1 0,-1 0 0,0-1 0,0 1 0,0 0 0,0 0 0,0 0 0,0 0 0,0 0 0,0 0 0,0 0 0,-1 0 0,1 0 0,0 0 0,-1 1 0,1-1 0,-1 0 0,1 0 0,-1 1 0,1 1 0,1 4 0,-1 1 0,0 0 0,0-1 0,-1 12 0,0-17-17,0 1 1,-1-1-1,1 1 1,-1-1-1,0 1 0,0-1 1,0 0-1,0 0 0,0 1 1,0-1-1,-1 0 1,1 0-1,-1 0 0,1 0 1,-4 2-1,-9 16-528,8-3-3237,6-16 3371,-1 1 1,1-1-1,0 0 0,0 0 0,-1 1 1,1-1-1,-1 0 0,1 0 0,-1 0 1,0 0-1,1 0 0,-1 0 0,0 0 1,0 0-1,0 0 0,-2 2 0,2 2-4736</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06.174"/>
    </inkml:context>
    <inkml:brush xml:id="br0">
      <inkml:brushProperty name="width" value="0.035" units="cm"/>
      <inkml:brushProperty name="height" value="0.035" units="cm"/>
    </inkml:brush>
  </inkml:definitions>
  <inkml:trace contextRef="#ctx0" brushRef="#br0">63 18 2192,'1'0'166,"-1"0"0,0 0 0,1-1 0,-1 1 0,0 0 0,1 0 0,-1 0 0,0 0 0,0 0 0,1-1 0,-1 1 0,0 0 0,0 0 0,1-1 0,-1 1 0,0 0 0,0 0 0,0-1 0,1 1 0,-1 0 0,0-1 0,0 1 0,0 0 0,0 0 0,0-1 0,0 1 0,0 0 0,0-1 0,0 1 0,0 0 0,0-1 0,0 1 0,0 0 0,0-1 0,0 1 0,0 0 0,0-1 0,0 1 0,0 0 0,0-1 0,0 1 0,-1 0 0,-12-5 7922,-13 5 566,25-1-8514,1 1-1,-1 0 1,0 0-1,1 0 1,-1 0-1,1 0 1,-1 0-1,1 0 1,-1 0-1,0 0 0,1 0 1,-1 0-1,1 0 1,-1 1-1,1-1 1,-1 0-1,0 0 1,1 0-1,-1 1 1,1-1-1,-1 0 1,1 1-1,0-1 1,-1 0-1,1 1 1,-1-1-1,1 1 1,0-1-1,-1 1 0,1-1 1,0 1-1,-1-1 1,1 1-1,0-1 1,0 1-1,-1-1 1,1 1-1,0 0 1,0-1-1,0 1 1,0-1-1,0 1 1,0-1-1,0 1 1,0 0-1,0-1 1,0 2-1,0 4-139,0 0 0,0 0 0,1 0 0,0 0 0,0 0 0,0 0 0,3 6 0,-3-4 0,0-1 0,0 1 0,0-1 0,-1 1 0,0-1 0,-2 12 0,1 3 0,1-5 0,1-6 0,-1 0 0,-1 1 0,0-1 0,0 0 0,-4 14 0,4-21 0,0 0 0,0 0 0,1 0 0,-1 0 0,1 9 0,1-10 0,-1-1 0,0 1 0,0 0 0,-1 0 0,1 0 0,0 0 0,-1-1 0,0 1 0,0 0 0,-1 3 0,2-6 0,-1 1 0,1 0 0,-1-1 0,1 1 0,0 0 0,-1 0 0,1 0 0,0-1 0,0 1 0,0 0 0,-1 0 0,1 0 0,0 0 0,0-1 0,0 1 0,0 0 0,1 0 0,-1 0 0,0 1 0,0-2 0,1 1 0,-1-1 0,0 0 0,1 1 0,-1-1 0,1 0 0,-1 1 0,0-1 0,1 0 0,-1 1 0,1-1 0,-1 0 0,1 1 0,-1-1 0,1 0 0,-1 0 0,1 0 0,-1 0 0,1 0 0,-1 1 0,2-1 0,-1 0 0,0 0 0,0 0 0,1 0 0,-1 0 0,0 0 0,0-1 0,1 1 0,-1 0 0,0-1 0,0 1 0,0 0 0,0-1 0,1 1 0,-1-1 0,0 0 0,0 1 0,0-1 0,0 0 0,1-1 0,2-4 0,1 1 0,0-1 0,11-8 0,0-2 0,23-22 0,-21 21 0,-1 0 0,28-38 0,33-68 0,-69 106 0,-9 17-89,0 0-1,0 0 1,1 0-1,-1 0 1,0 0 0,0-1-1,0 1 1,1 0 0,-1 0-1,0 0 1,0 0-1,0-1 1,0 1 0,0 0-1,1 0 1,-1 0-1,0-1 1,0 1 0,0 0-1,0 0 1,0-1 0,0 1-1,0 0 1,0 0-1,0-1 1,0 1 0,0 0-1,0 0 1,0 0-1,0-1 1,0 1 0,0 0-1,0 0 1,0-1 0,0 1-1,0 0 1,0 0-1,0-1 1,-1 1 0,1 0-1,0 0 1,0 0-1,0-1 1,0 1 0,0 0-1,-1 0 1,1 0 0,0 0-1,0-1 1,0 1-1,-1 0 1,1 0 0,0 0-1,-6-1-6239</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08.008"/>
    </inkml:context>
    <inkml:brush xml:id="br0">
      <inkml:brushProperty name="width" value="0.035" units="cm"/>
      <inkml:brushProperty name="height" value="0.035" units="cm"/>
    </inkml:brush>
  </inkml:definitions>
  <inkml:trace contextRef="#ctx0" brushRef="#br0">168 272 1120,'0'0'3326,"18"-11"4664,-12 12-6858,-9 3 1033,-1 1-1429,4-4-652,1-1-3,-1 0 84,1 0 0,-1 0 0,0 0 0,0 0-1,0 0 1,1 0 0,-1 0 0,0 0 0,0 0-1,1 0 1,-1 0 0,0 0 0,0 0-1,0 0 1,1 0 0,-1 0 0,0 0 0,0 0-1,0 0 1,1 0 0,-1 0 0,0 0 0,0 0-1,0-1 1,1 1 0,-1 0 0,0 0-1,0 0 1,0 0 0,0 0 0,1-1 0,-1 1-1,0 0 1,0 0 0,0 0 0,0-1-1,0 1 1,0 0 0,0 0 0,0 0 0,1-1-1,-1 1 1,0 0 0,0 0 0,0-1 0,0 0 680,-10-10 4109,9 12-4672,-2-1-467,7-6 2809,-3 2-2592,-3 5-32,1 0 0,-1 0 0,0 0 0,1 0 0,-1 1 0,1-1 0,-1 0 0,1 1 0,0-1 0,0 1 0,-3 2 0,-2 4 0,-10 3 0,0 1 0,1 1 0,-15 15 0,15-11 0,0 0 0,2 1 0,-14 24 0,26-42 0,-1 5 0,1-1 0,-1 1 0,1 0 0,-1 0 0,1 0 0,1 0 0,-1-1 0,1 1 0,0 0 0,0 0 0,1 8 0,0 7 0,-1-19 0,0 0 0,0-1 0,0 1 0,1 0 0,-1 0 0,0 0 0,0 0 0,1-1 0,-1 1 0,1 0 0,-1 0 0,1-1 0,-1 1 0,1 0 0,-1-1 0,1 1 0,0-1 0,-1 1 0,1-1 0,0 1 0,0-1 0,-1 1 0,1-1 0,0 1 0,0-1 0,0 0 0,1 1 0,25 3 0,-14-5 0,-1 0 0,1-1 0,-1 0 0,1-1 0,17-6 0,59-29 0,-78 32 0,-1 0 0,0-1 0,-1 0 0,0-1 0,0 0 0,12-14 0,20-28 0,-37 46 0,-1 0 0,1-1 0,-1 0 0,-1 0 0,4-6 0,7-13 0,-11 13 0,-4 7 0,-5 8 0,5-2 0,0-1 0,0 1 0,0 0 0,0 0 0,0 0 0,0 0 0,0 1 0,1-1 0,0 0 0,-1 1 0,1-1 0,0 1 0,0-1 0,0 1 0,0 0 0,0 4 0,1-4 0,-1-1 0,1 0 0,0 0 0,-1 1 0,0-1 0,1 0 0,-1 0 0,0 0 0,-2 4 0,1-4 0,1 0 0,0 0 0,0 1 0,0-1 0,0 0 0,0 1 0,1-1 0,-1 1 0,1-1 0,0 4 0,-1-3 0,2 1 0,-1-1 0,0 1 0,1-1 0,-1 1 0,1-1 0,0 1 0,0-1 0,1 0 0,-1 1 0,3 3 0,1-1 0,0 0 0,0 0 0,12 11 0,-13-14 0,0 0 0,1 0 0,-1-1 0,1 1 0,0-1 0,-1 0 0,1 0 0,0-1 0,0 1 0,0-1 0,0-1 0,1 1 0,-1 0 0,0-1 0,7-1 0,6 0 0,-1 0 0,1-2 0,20-5 0,-23 3 0,-1 0 0,0-2 0,0 1 0,-1-1 0,0-1 0,0-1 0,0 0 0,-1 0 0,-1-1 0,0-1 0,20-23 0,-17 17 0,-9 12 0,0-1 0,0 0 0,-1 0 0,0 0 0,0-1 0,5-12 0,52-127 0,-57 133 0,0-2 0,-1 1 0,0 0 0,-1-1 0,-1-15 0,3 12 0,-3 16 0,0-1 0,0 1 0,0-1 0,-1 0 0,0 1 0,1-1 0,-1-5 0,-1 3 0,0 5 0,1 0 0,0 0 0,0 0 0,0 0 0,-1 0 0,1 0 0,0 0 0,0-1 0,0 1 0,-1 0 0,1 0 0,0 0 0,0 0 0,0 0 0,-1 0 0,1 0 0,0 0 0,0 0 0,-1 0 0,1 0 0,0 0 0,0 0 0,0 1 0,-1-1 0,1 0 0,0 0 0,0 0 0,0 0 0,-1 0 0,1 0 0,0 0 0,0 1 0,0-1 0,0 0 0,-1 0 0,1 1 0,-1 2 0,-28 24 0,23-23 0,1 0 0,-1 1 0,1 0 0,0 0 0,-7 11 0,-73 109 0,60-77 0,6-10 0,5-12 0,11-18 0,-1-1 0,0 0 0,-7 10 0,-4 3 0,1 2 0,1-1 0,-14 34 0,5-21 0,18-28 0,0-1 0,0 1 0,0-1 0,-3 11 0,-8 6 0,14-13 0,1-8 0,0-1 0,0 0 0,0 1 0,0-1 0,0 0 0,0 1 0,0-1 0,1 0 0,-1 1 0,0-1 0,0 0 0,0 0 0,1 1 0,-1-1 0,0 0 0,0 0 0,0 1 0,1-1 0,-1 0 0,0 0 0,1 1 0,-1-1 0,0 0 0,1 0 0,-1 0 0,0 0 0,0 0 0,1 1 0,-1-1 0,1 0 0,-1 0 0,0 0 0,1 0 0,-1 0 0,0 0 0,1 0 0,-1 0 0,0 0 0,1 0 0,-1-1 0,0 1 0,1 0 0,0 0 0,13-5 0,-14 5 0,8-2 0,5-2 0,-1 0 0,1 0 0,-1-1 0,1 0 0,-2-1 0,1-1 0,-1 0 0,14-10 0,-21 13 0,1 1 0,-1 0 0,1 0 0,8-3 0,-9 4 0,0 0 0,1 0 0,-2 0 0,1 0 0,0-1 0,0 0 0,5-5 0,-2 3 0,-6 5 0,0 0 0,-1-1 0,1 1 0,0 0 0,-1-1 0,1 1 0,-1-1 0,1 1 0,0 0 0,-1-1 0,1 1 0,-1-1 0,0 0 0,1 1 0,-1-1 0,1 1 0,-1-1 0,0 0 0,1 1 0,-1-1 0,0 1 0,0-1 0,0 0 0,1 0 0,-1 1 0,0-1 0,0 0 0,0-1 0,-2-2 0,-5 3 0,0 0 0,5-3-113,2 4-648,0 0 314,-1 0 0,0 0-1,1 0 1,-1 0 0,0-1-1,1 1 1,-1 0-1,0 0 1,1 0 0,-1 0-1,1-1 1,-1 1 0,0 0-1,1 0 1,-1-1-1,1 1 1,-1-1 0,1 1-1,-1-1 1,1 1 0,-1 0-1,1-1 1,-1 1-1,1-1 1,-1 0 0,1 1-1,0-1 1,0 1 0,-1-1-1,1 0 1,0 1-1,0-1 1,-1 0 0,1 1-1,0-1 1,0-1 0,-8-4-7179,7 6 6459,-7-6-3437</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08.816"/>
    </inkml:context>
    <inkml:brush xml:id="br0">
      <inkml:brushProperty name="width" value="0.035" units="cm"/>
      <inkml:brushProperty name="height" value="0.035" units="cm"/>
    </inkml:brush>
  </inkml:definitions>
  <inkml:trace contextRef="#ctx0" brushRef="#br0">9 26 32,'-8'-2'1587,"13"-1"388,16-3 451,3 1 148,-16-1 8140,-17 3-6614,18 5-2589,12 4-1481,10-1-2,-26-3 5,0-1 0,0 0-1,0 0 1,-1 0 0,7 0-1,-7-1-6,-1 0 0,0 1 0,1 0 0,-1 0 0,0 0 0,1 0 0,-1 1 0,0-1-1,0 1 1,0-1 0,4 5 0,-6-6-25,-1 0 0,0 1 0,0-1 0,0 0 0,1 1 0,-1-1 0,0 0 0,0 1 0,0-1 0,0 0 0,0 1 0,0-1 0,0 0 0,0 1 0,0-1 0,0 0 0,0 1-1,0-1 1,0 0 0,0 1 0,0-1 0,0 0 0,0 1 0,0-1 0,0 0 0,-1 1 0,1-1 0,0 0 0,0 1 0,0-1 0,-1 0 0,1 0 0,0 1 0,0-1 0,-1 0 0,-10 13 41,9-11-31,-10 20 45,12-21-61,-1 0 0,0 0-1,0 0 1,1 0 0,-1 0-1,1 0 1,-1 0 0,1 0 0,-1 1-1,1-1 1,0 0 0,0 0-1,-1 0 1,1 1 0,0-1-1,0 0 1,0 0 0,0 1 0,1-1-1,-1 0 1,0 0 0,0 1-1,1-1 1,-1 0 0,1 0 0,-1 0-1,1 0 1,-1 0 0,1 1-1,0-1 1,0 1 0,3 9-405,-4-11 384,0 1 1,0-1-1,0 0 0,0 1 0,0-1 1,0 1-1,0-1 0,0 1 0,0-1 1,1 0-1,-1 1 0,0-1 0,0 1 1,0-1-1,1 0 0,-1 1 0,0-1 1,0 0-1,1 1 0,-1-1 1,0 0-1,1 0 0,-1 1 0,0-1 1,1 0-1,0 1-212,-1-1 0,1 1 0,-1-1 0,1 0 0,-1 0 0,1 1 0,0-1 1,-1 0-1,1 0 0,0 0 0,-1 0 0,1 0 0,-1 0 0,1 0 0,0 0 0,-1 0 0,1 0 0,0 0 0,-1 0 1,1 0-1,-1 0 0,1 0 0,0-1 0,-1 1 0,1 0 0,-1-1 0,1 1 0,-1 0 0,1-1 0,0 0 0,0 0-445,0 0-1,0 0 1,0-1-1,0 1 1,-1 0 0,1-1-1,-1 1 1,1-1-1,-1 1 1,1-1-1,-1 1 1,0-1-1,1 1 1,-1-1-1,0 1 1,0-3-1,0-6-3405</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09.812"/>
    </inkml:context>
    <inkml:brush xml:id="br0">
      <inkml:brushProperty name="width" value="0.035" units="cm"/>
      <inkml:brushProperty name="height" value="0.035" units="cm"/>
    </inkml:brush>
  </inkml:definitions>
  <inkml:trace contextRef="#ctx0" brushRef="#br0">15 235 1568,'27'-3'5824,"12"-7"-2343,4-1 4287,-12 8 6041,-25 4-13539,-5 3-223,-1 1-47,-1-1 0,0 0 0,0 0 0,0 0 0,0 0 0,-1 0 0,1-1 0,-1 1 0,0 0 0,-1-1 0,1 1 0,0-1 0,-1 0 0,0 1 0,-4 2 0,-13 19 0,10-11 0,-25 25 0,35-39 0,-9 9 0,0 1 0,0 0 0,1 1 0,-9 14 0,10-13 0,6-12 0,1 1 0,0-1 0,-1 1 0,1-1 0,-1 1 0,1-1 0,0 1 0,0-1 0,-1 1 0,1-1 0,0 1 0,0-1 0,-1 1 0,1-1 0,0 1 0,0 0 0,0-1 0,0 1 0,0-1 0,0 1 0,0 0 0,2 0 0,-1 0 0,0-1 0,1 1 0,-1-1 0,1 1 0,-1-1 0,1 0 0,0 0 0,-1 0 0,1 0 0,-1 0 0,4 0 0,11-2 0,0 0 0,0-1 0,-1-1 0,1 0 0,28-13 0,-30 12 0,14-7 0,37-22 0,-16 8 0,-40 21 0,1 0 0,-1-1 0,0 0 0,0 0 0,-1-1 0,0 0 0,8-10 0,1 6 0,-10 6 0,1 5 0,-7 1 0,1 0 0,-1 0 0,0 0 0,1 1 0,-1-1 0,0 0 0,0 1 0,0-1 0,0 0 0,0 1 0,1 2 0,-1-3 0,-1 0 0,1 0 0,0 1 0,0-1 0,0 0 0,-1 0 0,1 0 0,0 0 0,1 0 0,-1 0 0,1 1 0,9 5 0,2 2 0,0-1 0,1-1 0,0 0 0,0-1 0,0 0 0,16 4 0,54 2 0,-58-9 0,-20-3 0,0 0 0,-1 0 0,1 0 0,9-2 0,9-1 0,-11 3 0,0-2 0,0 0 0,0 0 0,-1-1 0,1-1 0,-1 0 0,0-1 0,20-10 0,-23 11 0,0-2 0,0 0 0,0 0 0,0 0 0,-1-1 0,0 0 0,-1-1 0,1 0 0,-1 0 0,-1 0 0,7-11 0,4-30 0,-15 44 0,0 0 0,0 0 0,-1 0 0,1 0 0,-1 0 0,0-1 0,0-9 0,-3-44 0,1 23 0,1 35 0,0-1 0,0 0 0,0 0 0,0 0 0,0-1 0,0 1 0,0 0 0,-1 0 0,1 0 0,-1 0 0,1 0 0,-1 0 0,0 0 0,0 0 0,0 1 0,0-1 0,-2-3 0,2 5 0,1-1 0,-1 1 0,1 0 0,-1 0 0,1 0 0,-1 0 0,1 0 0,-1 0 0,1 0 0,-1 0 0,0 0 0,1 0 0,-1 0 0,1 0 0,-1 0 0,1 0 0,-1 0 0,1 1 0,-1-1 0,1 0 0,0 0 0,-1 1 0,1-1 0,-1 0 0,1 0 0,-1 1 0,1-1 0,0 1 0,-1-1 0,1 0 0,0 1 0,-1-1 0,1 1 0,0-1 0,-2 2 0,0 0 0,0 0 0,0 0 0,0 0 0,1 0 0,-1 0 0,-2 4 0,-4 6 0,-2 1 0,0 0 0,0 0 0,-13 28 0,7-12 0,-8 12 0,-6 11 0,-2-2 0,-56 67 0,59-82-108,18-21-306,0-1-1,-19 17 1,-22 13-6436,42-36 3083,0 0-1,-1-1 0,-16 8 0,17-9-1414</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0.746"/>
    </inkml:context>
    <inkml:brush xml:id="br0">
      <inkml:brushProperty name="width" value="0.035" units="cm"/>
      <inkml:brushProperty name="height" value="0.035" units="cm"/>
    </inkml:brush>
  </inkml:definitions>
  <inkml:trace contextRef="#ctx0" brushRef="#br0">1 556 2048,'0'-1'569,"0"0"0,0 0-1,0 0 1,0 1 0,1-1-1,-1 0 1,0 0 0,0 1-1,1-1 1,-1 0 0,1 0-1,-1 1 1,1-1-1,-1 0 1,1 1 0,-1-1-1,1 1 1,-1-1 0,1 1-1,0-1 1,-1 1 0,1-1-1,1 0 1,26-7 6300,37 5-2397,-57 3-3740,180-10 1829,-98 3-2268,-1 0-201,107-22 1,-182 26-91,106-25 179,-102 22 48,1 0 0,-2-1 1,1-1-1,19-12 1,-36 20-205,1-1 8,0 0 1,0 0-1,0 0 1,-1-1 0,1 1-1,0 0 1,-1-1-1,1 1 1,-1-1-1,0 0 1,1 1 0,-1-1-1,0 0 1,0 0-1,0 0 1,0 0-1,1-3 1,-2 4-34,0 1 0,-1 0 0,1-1 0,0 1 0,0 0 0,0-1 0,0 1 0,-1 0 0,1 0 0,0-1 0,0 1 0,0 0 0,-1 0 0,1-1 0,0 1 0,-1 0 0,1 0 0,0 0 0,0-1 0,-1 1 0,1 0 0,0 0 0,-1 0 0,1 0 0,0 0 0,-1 0 0,1 0 0,-1 0 0,1 0 0,0 0 0,-1 0 0,-14 0 0,11 0 0,-6 1 0,0 1 0,0 0 0,-1 0 0,-15 7 0,8-3 0,7-2 0,-1 0 0,1 0 0,0 1 0,1 1 0,-1 0 0,1 0 0,0 1 0,1 0 0,-15 14 0,22-16 0,-1-1 0,0 0 0,1 1 0,0-1 0,0 1 0,1 0 0,-1 0 0,1 0 0,0 0 0,0 0 0,1 0 0,-1 0 0,1 0 0,0 0 0,1 5 0,-1-5 0,0-2 0,1-1 0,-1 1 0,1-1 0,0 1 0,0-1 0,0 1 0,0-1 0,0 0 0,0 0 0,1 1 0,-1-1 0,1 0 0,0 0 0,-1 0 0,1-1 0,0 1 0,0 0 0,0-1 0,0 1 0,4 1 0,3 2 0,0 0 0,0-1 0,19 7 0,-10-6 0,1-1 0,-1-1 0,1-1 0,0 0 0,0-1 0,-1-1 0,1-1 0,22-4 0,-13 0 0,0-1 0,0-1 0,-1-2 0,45-20 0,-60 23 0,-1 0 0,0-1 0,0-1 0,0 0 0,10-11 0,-11 8 0,0-1 0,13-23 0,-14 13 0,-8 20 0,0-2 0,-2-12 0,0 12 0,0 3 0,1 1 0,0 0 0,-1-1 0,1 1 0,-1 0 0,1 0 0,-1-1 0,1 1 0,-1 0 0,1 0 0,-1 0 0,1 0 0,-1 0 0,1 0 0,-1 0 0,0 0 0,1 0 0,-1 0 0,1 0 0,-1 0 0,1 0 0,-1 0 0,1 0 0,-1 1 0,1-1 0,-1 0 0,1 0 0,-1 1 0,1-1 0,-1 1 0,-41 11 0,-6 3 0,-62 26 0,101-37 0,-1-1 0,-18 5 0,21-7 0,1 0 0,0 0 0,-1 1 0,1 0 0,0 1 0,0-1 0,0 1 0,-8 6 0,10-5 0,0 1 0,0 0 0,0-1 0,1 1 0,0 1 0,-5 9 0,3-6 0,5-8 0,0-1 0,0 1 0,0-1 0,-1 0 0,1 1 0,0-1 0,0 1 0,0-1 0,0 1 0,0-1 0,0 0 0,0 1 0,0-1 0,0 1 0,0-1 0,0 1 0,0-1 0,1 0 0,-1 1 0,0-1 0,0 1 0,0-1 0,0 0 0,1 1 0,-1-1 0,0 0 0,0 1 0,1-1 0,0 1 0,3 10 0,-3-9 0,-1 0 0,0 0 0,0 0 0,1-1 0,-1 1 0,1 0 0,-1 0 0,1 0 0,0-1 0,0 1 0,0 0 0,0-1 0,0 1 0,0-1 0,0 1 0,1-1 0,1 2 0,1 1 0,0-1 0,1 0 0,-1-1 0,0 1 0,1-1 0,7 3 0,-1-1 0,0-1 0,1 0 0,-1-1 0,1 0 0,16 0 0,-26-2 0,12 0 0,1 0 0,-1-1 0,0 0 0,0-1 0,17-5 0,-21 4 0,21-6 0,0-2 0,-1 0 0,0-2 0,28-17 0,-43 19 0,-1 0 0,-1-2 0,0 1 0,0-1 0,-2-1 0,19-27 0,3-2 0,-18 21 0,-1 1 0,0-2 0,-2 0 0,0-1 0,-2 0 0,-1 0 0,8-30 0,-1 16 0,-13 32 0,0 0 0,0 0 0,-1-1 0,4-11 0,-2-6 0,-1 0 0,0-43 0,-3 67 0,0 0 0,0 0 0,0 0 0,0 0 0,0-1 0,-1 1 0,1 0 0,0 0 0,0 0 0,0 0 0,0 0 0,0 0 0,0 0 0,0 0 0,0-1 0,-1 1 0,1 0 0,0 0 0,0 0 0,0 0 0,0 0 0,0 0 0,0 0 0,-1 0 0,1 0 0,0 0 0,0 0 0,0 0 0,0 0 0,0 0 0,-1 0 0,1 0 0,0 0 0,0 0 0,0 0 0,0 0 0,0 0 0,0 0 0,-1 0 0,1 1 0,0-1 0,0 0 0,0 0 0,0 0 0,0 0 0,0 0 0,0 0 0,0 0 0,-1 0 0,1 0 0,0 1 0,0-1 0,0 0 0,0 0 0,0 0 0,0 0 0,0 0 0,0 0 0,0 1 0,-10 8 0,9-7 0,-15 14 0,2 1 0,0 1 0,-12 19 0,16-22 0,-73 123 0,56-90 0,-2 0 0,-56 69 0,26-55 0,-85 69 0,102-95 0,28-23-1074,3-5-1769,1 2 0,-13 13 0,22-20 522</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1.172"/>
    </inkml:context>
    <inkml:brush xml:id="br0">
      <inkml:brushProperty name="width" value="0.035" units="cm"/>
      <inkml:brushProperty name="height" value="0.035" units="cm"/>
    </inkml:brush>
  </inkml:definitions>
  <inkml:trace contextRef="#ctx0" brushRef="#br0">216 28 2601,'0'-22'27664,"-10"17"-25219,3 5-2388,-2 1-57,7-1 0,0 1 0,0 0 0,0-1 0,0 1 0,0 0 0,0 0 0,0 1 0,0-1 0,0 0 0,-3 3 0,-6 4 0,2-3 0,-1 1 0,2 0 0,-1 1 0,1 0 0,0 0 0,0 1 0,-9 11 0,4-1 0,1 2 0,-14 26 0,17-27 0,6-14 0,1 0 0,-1 0 0,1 0 0,1 0 0,-1 0 0,1 1 0,0-1 0,0 1 0,1-1 0,-1 1 0,1-1 0,0 1 0,1-1 0,-1 1 0,1-1 0,0 1 0,3 5 0,-2 4 0,-2-14 0,0 0 0,0 0 0,0 0 0,1 0 0,-1 0 0,0 0 0,0 0 0,1 0 0,-1 0 0,0 0 0,1 0 0,-1 0 0,1-1 0,-1 1 0,1 0 0,0 0 0,-1 0 0,1 0 0,0-1 0,0 1 0,-1 0 0,1-1 0,0 1 0,0-1 0,0 1 0,0-1 0,0 1 0,0-1 0,1 1 0,9 3-186,0-1 0,0 0 0,0-1 0,0 0-1,1-1 1,-1 0 0,1 0 0,-1-2 0,1 1 0,-1-1 0,1-1 0,-1 0-1,0-1 1,0 0 0,18-8 0,27-9-5702,-36 14 2705,-1-1 0,25-13 0,-11 3-1804,-5 1-89</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1.445"/>
    </inkml:context>
    <inkml:brush xml:id="br0">
      <inkml:brushProperty name="width" value="0.035" units="cm"/>
      <inkml:brushProperty name="height" value="0.035" units="cm"/>
    </inkml:brush>
  </inkml:definitions>
  <inkml:trace contextRef="#ctx0" brushRef="#br0">98 29 3097,'-5'-1'1645,"1"0"0,-1 0-1,1 0 1,0-1 0,0 1 0,0-1 0,-1 0 0,-2-3 0,12 7-1294,-6-4 421,0 1-744,1 0 1,-1 1-1,0-1 1,1 1 0,-1-1-1,0 1 1,0 0-1,1-1 1,-1 1-1,0 0 1,0 0 0,0-1-1,0 1 1,1 0-1,-1 0 1,-1 0-1,-31-4-549,20 2-3088,33 9-468,30 9-2695,-40-11 4466</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3.118"/>
    </inkml:context>
    <inkml:brush xml:id="br0">
      <inkml:brushProperty name="width" value="0.035" units="cm"/>
      <inkml:brushProperty name="height" value="0.035" units="cm"/>
    </inkml:brush>
  </inkml:definitions>
  <inkml:trace contextRef="#ctx0" brushRef="#br0">139 3 2072,'0'2'29401,"0"12"-28191,1 11-1130,0-17-80,-1 0 1,0 0-1,0 0 1,-1 0-1,1 0 1,-2 0-1,1 0 1,-5 12-1,-19 39 0,1-10 0,-4 4 0,-14 12 0,40-62 0,1 0 0,-1 0 0,1-1 0,0 1 0,0 0 0,0 0 0,0 0 0,0 1 0,1-1 0,0 0 0,-1 0 0,1 6 0,0-9 0,0 0 0,1 1 0,-1-1 0,0 0 0,0 1 0,0-1 0,0 0 0,0 0 0,0 1 0,1-1 0,-1 0 0,0 0 0,0 1 0,0-1 0,1 0 0,-1 0 0,0 1 0,0-1 0,1 0 0,-1 0 0,0 0 0,0 1 0,1-1 0,-1 0 0,0 0 0,1 0 0,-1 0 0,0 0 0,1 0 0,-1 0 0,0 0 0,1 0 0,-1 0 0,0 0 0,1 0 0,-1 0 0,0 0 0,1 0 0,-1 0 0,0 0 0,0 0 0,1 0 0,0-1 0,14-4 0,-14 5 0,31-11 0,14-6 0,-16 4 0,-18 8 0,0-1 0,0 0 0,17-12 0,-10 5 0,31-15 0,-28 16 0,25-18 0,134-110 0,-169 132 0,-10 7 0,-1 1 0,1-1 0,-1 0 0,0 0 0,1 0 0,-1 0 0,0 0 0,0 0 0,0-1 0,0 1 0,2-2 0,4-6 0,-7 9 0,0 0 0,0 0 0,0 0 0,1 0 0,-1 0 0,0-1 0,0 1 0,0 0 0,0 0 0,1 0 0,-1 0 0,0 0 0,0 0 0,0 0 0,1 0 0,-1-1 0,0 1 0,0 0 0,0 0 0,1 0 0,-1 0 0,0 0 0,0 0 0,1 0 0,-1 0 0,0 0 0,0 1 0,0-1 0,1 0 0,-1 0 0,0 0 0,0 0 0,0 0 0,1 0 0,-1 0 0,0 0 0,0 1 0,0-1 0,0 0 0,1 0 0,-1 0 0,0 0 0,0 0 0,0 1 0,0-1 0,0 0 0,0 0 0,0 0 0,1 1 0,-1-1 0,0 0 0,0 0 0,0 0 0,0 1 0,0-1 0,0 7 0,-2 0 0,1-1 0,-1 0 0,0 0 0,0 0 0,0 0 0,-1 0 0,0 0 0,-4 5 0,-11 27 0,9-7 0,7-21 0,0-1 0,-1 1 0,-7 15 0,9-23 0,1-1 0,-1 1 0,1 0 0,-1-1 0,1 1 0,0 0 0,0-1 0,0 1 0,0 0 0,0 0 0,0-1 0,1 1 0,-1 0 0,2 2 0,5 1 0,-6-5 0,0 1 0,0-1 0,0 0 0,0 1 0,0-1 0,0 0 0,0 1 0,0-1 0,0 0 0,1 0 0,-1 0 0,0 0 0,0 0 0,0 0 0,0-1 0,0 1 0,2 0 0,0-1 0,3 0 0,0 0 0,-1 0 0,1 0 0,10-3 0,0-1 0,4-1 0,-1-2 0,0 0 0,-1 0 0,23-16 0,16-7 0,-39 21 0,-1-1 0,28-24 0,12-7 0,-38 32 0,-12 10 0,1 3 0,-1 1 0,0 0 0,0 0 0,0 0 0,-1 1 0,1 0 0,-1 0 0,-1 1 0,9 8 0,-6-5 0,1 0 0,0-1 0,14 10 0,-9-10 0,23 20 0,-33-25 0,1-1 0,-1 0 0,0 0 0,1 0 0,0-1 0,-1 1 0,1-1 0,0 0 0,0-1 0,0 1 0,5-1 0,-4 1 0,0-1 0,0 0 0,0 0 0,0-1 0,0 0 0,-1 0 0,1 0 0,0-1 0,0 0 0,-1 0 0,1 0 0,-1-1 0,1 1 0,8-8 0,23-13 0,-31 18 0,2-1 0,0 0 0,-1 0 0,0-1 0,0 1 0,-1-2 0,1 1 0,-2-1 0,1 0 0,-1 0 0,0 0 0,4-13 0,2-2 0,-9 19 0,0 0 0,0 0 0,-1 0 0,1-1 0,-1 1 0,0 0 0,0-1 0,1-7 0,-2 11 0,0 0 0,0 0 0,-1 1 0,1-1 0,0 0 0,0 0 0,-1 0 0,1 1 0,0-1 0,-1 0 0,1 0 0,-1 1 0,1-1 0,-1 0 0,1 1 0,-1-1 0,1 0 0,-1 1 0,0-1 0,1 1 0,-1-1 0,0 1 0,1 0 0,-1-1 0,0 1 0,0 0 0,1-1 0,-1 1 0,0 0 0,0 0 0,0 0 0,0-1 0,1 1 0,-1 0 0,0 0 0,0 0 0,0 1 0,0-1 0,1 0 0,-2 0 0,-42 10 0,33-8 0,-6 4 0,0 1 0,1 0 0,0 1 0,0 0 0,-25 19 0,11-7 0,22-15 0,1 0 0,0 1 0,0 0 0,1 1 0,0-1 0,0 1 0,-8 12 0,12-15 0,0-1 0,0 0 0,0 1 0,1-1 0,0 1 0,0-1 0,0 1 0,-1 7 0,2-9 0,-1-1 0,1 1 0,1 0 0,-1 0 0,0-1 0,0 1 0,1 0 0,-1 0 0,1-1 0,-1 1 0,1 0 0,0-1 0,0 1 0,0-1 0,0 1 0,0-1 0,0 0 0,0 1 0,2 1 0,0-1 0,0 1 0,1-1 0,0 0 0,-1 0 0,1 0 0,0 0 0,0-1 0,0 0 0,0 0 0,0 0 0,0 0 0,5 0 0,53 1 0,-41-3 0,-2 1 0,0-1 0,-1-1 0,1-1 0,-1-1 0,0 0 0,0-1 0,18-8 0,-17 8 0,-18 5 0,1-1 0,-1 1 0,1 0 0,0-1 0,-1 1 0,1-1 0,-1 1 0,1-1 0,-1 0 0,1 1 0,-1-1 0,0 0 0,1 0 0,-1 0 0,2-2 0,5-3 0,-6 3 0,-4 6 0,-17 8 0,11-6 0,-1-1 0,1 2 0,-1-1 0,2 2 0,-1-1 0,-9 11 0,3-1 0,11-14 0,0 1 0,1 0 0,-1 0 0,1 0 0,0 0 0,0 0 0,1 1 0,-3 4 0,1 1 0,1 0 0,0 1 0,1-1 0,0 0 0,1 0 0,0 1 0,1 9 0,-1 7 0,1-22 0,-1 1 0,1-1 0,0 1 0,0-1 0,3 7 0,-4-9 0,1-1 0,-1 1 0,1 0 0,0-1 0,0 1 0,-1-1 0,1 1 0,0-1 0,0 0 0,1 1 0,-1-1 0,0 0 0,0 0 0,1 0 0,-1 0 0,3 2 0,1-1 0,-3-2 0,0 1 0,0 0 0,0-1 0,0 1 0,-1-1 0,1 0 0,0 0 0,0 0 0,0 1 0,0-2 0,0 1 0,0 0 0,0 0 0,0-1 0,0 1 0,0-1 0,0 1 0,2-2 0,27-9 0,-22 9 0,0-1 0,0-1 0,0 1 0,10-7 0,6-6 0,0-2 0,-2 0 0,0-2 0,-1 0 0,33-40 0,-24 27 0,6-9 0,-11 13 0,-22 26 0,-1 0 0,1-1 0,-1 0 0,0 0 0,0 0 0,0 0 0,3-7 0,17-22 0,-21 32 0,-1 0 0,0 1 0,-1-1 0,1 0 0,0 1 0,-1-1 0,1 0 0,-1 1 0,1-1 0,-1 0 0,0 0 0,1 1 0,-1-1 0,1 0 0,-1 0 0,0 0 0,0 1 0,1-3 0,-1 3 0,0 0 0,0 0 0,0-1 0,-1 1 0,1 0 0,0 0 0,0 0 0,0-1 0,0 1 0,0 0 0,0 0 0,0 0 0,0-1 0,0 1 0,0 0 0,-1 0 0,1 0 0,0 0 0,0 0 0,0-1 0,0 1 0,-1 0 0,1 0 0,0 0 0,0 0 0,0 0 0,0 0 0,-1 0 0,1-1 0,0 1 0,0 0 0,-1 0 0,1 0 0,0 0 0,0 0 0,0 0 0,-1 0 0,1 0 0,0 0 0,0 0 0,0 0 0,-1 0 0,1 1 0,0-1 0,0 0 0,0 0 0,-1 0 0,1 0 0,0 0 0,0 0 0,0 0 0,-1 1 0,-6 3 0,3-1 0,1-1 0,0 1 0,0 0 0,1 0 0,-1 0 0,0 0 0,-2 5 0,-14 17 0,-32 31 0,14 1 0,22-40 0,2 1 0,-22 37 0,5-7 0,25-40 0,0 0 0,1 1 0,0 0 0,0 0 0,1 0 0,0 0 0,0 0 0,1 1 0,1-1 0,-1 10 0,0-4 0,0-1 0,-1 0 0,-1 0 0,0-1 0,0 1 0,-11 18 0,5-7 0,5-15 0,0 1 0,-1-1 0,-10 14 0,-5 7 0,12-17 0,-1-1 0,0-1 0,-1 1 0,0-2 0,-16 14 0,-1-3 0,-40 25 0,49-38 0,0 0 0,0-1 0,-1-1 0,0-1 0,-1-1 0,1-1 0,-23 2 0,37-5 0,0-1 0,0 0 0,0 0 0,0 0 0,-12-3 0,16 3 0,0 0 0,0-1 0,0 1 0,0-1 0,0 0 0,0 1 0,0-1 0,0 0 0,0 0 0,1 0 0,-1-1 0,0 1 0,1 0 0,-1-1 0,0 1 0,1-1 0,0 1 0,-1-1 0,-1-3 0,3 3 0,0 0 0,0-1 0,1 1 0,-1 0 0,1 0 0,-1 0 0,1 0 0,0 0 0,0 0 0,0 0 0,0 0 0,0 0 0,0 0 0,0 1 0,1-1 0,2-2 0,5-9 0,-3 4 0,1-1 0,1 2 0,0-1 0,0 1 0,1 0 0,-1 1 0,2 0 0,17-11 0,-6 3 0,35-21 0,2 1 0,76-33 0,129-35 0,25 4 0,-274 93 0,0 0 0,-1 0 0,23-16 0,17-9 0,-43 26 0,0-2 0,0 1 0,16-15 0,14-9 0,-34 23 0,4-8 0,-10 10 0,-1 5 0,1 0 0,-1-1 0,1 1 0,-1 0 0,0-1 0,1 1 0,-1 0 0,1 0 0,-1 0 0,0-1 0,1 1 0,-1 0 0,0 0 0,1 0 0,-1 0 0,1 0 0,-1 0 0,0 0 0,1 1 0,-1-1 0,0 0 0,1 0 0,-2 1 0,0-1 0,-15 2 0,-1 1 0,0 0 0,1 1 0,0 1 0,0 1 0,-32 15 0,36-15 0,-1 1 0,2 1 0,-1 0 0,1 1 0,0 0 0,1 1 0,0 0 0,1 0 0,-15 20 0,19-21 0,1-1 0,-1 1 0,-6 16 0,11-21 0,0 0 0,0 0 0,0 0 0,0 1 0,1-1 0,-1 0 0,1 1 0,0-1 0,1 0 0,-1 1 0,2 6 0,0-7 0,-1 0 0,1 0 0,0 0 0,0 0 0,1 0 0,-1 0 0,1-1 0,0 1 0,0-1 0,0 1 0,0-1 0,1 0 0,-1-1 0,1 1 0,0-1 0,0 1 0,8 2 0,-2 0 0,1 0 0,0-2 0,0 1 0,0-1 0,21 3 0,-6-3 0,-16-2 0,0 1 0,0-2 0,0 1 0,1-1 0,18-3 0,4-4-1984,37-12 0,81-39-11573,-33 12 5521,-58 24 1894</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3.919"/>
    </inkml:context>
    <inkml:brush xml:id="br0">
      <inkml:brushProperty name="width" value="0.035" units="cm"/>
      <inkml:brushProperty name="height" value="0.035" units="cm"/>
    </inkml:brush>
  </inkml:definitions>
  <inkml:trace contextRef="#ctx0" brushRef="#br0">463 55 1496,'0'-2'731,"-1"-1"-1,0 1 0,1 0 1,-1 0-1,0-1 0,0 1 1,-1 0-1,1 0 1,0 0-1,-1 0 0,1 0 1,-1 1-1,0-1 0,1 0 1,-1 1-1,0-1 0,0 1 1,0 0-1,0-1 1,0 1-1,0 0 0,-1 0 1,1 1-1,0-1 0,-3 0 1,-13-10 10891,17 11-11047,-24 1-556,1 1 0,-1 1 0,1 2 0,-35 10 0,9-2-30,-43 14 11,79-22 0,1 0 0,-1 1 0,-24 16 0,36-21 0,0 1 0,0 0 0,1-1 0,-1 1 0,0 0 0,1 0 0,-1 0 0,1 0 0,-2 3 0,3-4 0,-1 0 0,1 0 0,0 0 0,-1 0 0,1 0 0,0 0 0,-1-1 0,1 1 0,0 0 0,0 0 0,0 0 0,0 0 0,0 0 0,0 0 0,0 0 0,0 0 0,0 0 0,0 0 0,0 0 0,1 0 0,-1 0 0,0 0 0,1 0 0,-1 0 0,1 0 0,-1-1 0,2 3 0,7 4 0,1 1 0,-1-2 0,1 1 0,1-1 0,15 7 0,62 20 0,-56-22 0,6 2 0,-17-7 0,0 1 0,-1 2 0,29 16 0,-19-9 0,-23-13 0,-1 0 0,0 0 0,0 1 0,0 0 0,0 0 0,-1 0 0,9 9 0,-14-13 0,0 1 0,0-1 0,0 1 0,1-1 0,-1 1 0,0 0 0,0-1 0,0 1 0,0-1 0,0 1 0,0-1 0,0 1 0,0-1 0,0 1 0,-1 0 0,1-1 0,0 1 0,0-1 0,0 1 0,-1-1 0,1 1 0,0-1 0,-1 1 0,1-1 0,0 0 0,-1 1 0,1-1 0,0 1 0,-1-1 0,1 0 0,-1 1 0,1-1 0,-1 0 0,0 1 0,-15 9 0,-10-2 0,-1 0 0,1-2 0,-1-1 0,-38 3 0,3-1 0,37-5 0,12-3 0,4-1 0,10-4 0,8-3 0,11-1 0,-1 0 0,1 2 0,22-7 0,14-6 0,181-55 0,-197 65 0,105-26 0,-6 5 0,-134 30 0,-4 2 0,1-1 0,0 1 0,0 0 0,0-1 0,0 1 0,0 0 0,0 0 0,0 0 0,0 0 0,0 1 0,0-1 0,0 0 0,0 1 0,0-1 0,0 1 0,-1 0 0,1 0 0,0 0 0,2 1 0,-3-1 0,0 0 0,1 0 0,-1 0 0,0 0 0,0 0 0,0 0 0,0 1 0,0-1 0,0 0 0,0 1 0,-1-1 0,1 1 0,0-1 0,-1 0 0,1 1 0,-1 0 0,0-1 0,1 1 0,-1-1 0,0 3 0,0-1 0,0 1 0,0 0 0,0-1 0,-1 1 0,0-1 0,1 1 0,-1-1 0,-2 4 0,-9 53 0,6-43 0,4-10 0,-1 0 0,0 0 0,0 0 0,-1 0 0,-8 11 0,7-7 0,5-9 0,-1 0 0,1 0 0,-1 0 0,0 0 0,1-1 0,-1 1 0,0 0 0,0-1 0,-1 1 0,-1 2 0,12-10-709,-6 4-476,0-1 1,0 0 0,1 1-1,-1-1 1,1 1 0,5-3-1,13-8-3365,30-25-8336,-35 23 8371</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4.085"/>
    </inkml:context>
    <inkml:brush xml:id="br0">
      <inkml:brushProperty name="width" value="0.035" units="cm"/>
      <inkml:brushProperty name="height" value="0.035" units="cm"/>
    </inkml:brush>
  </inkml:definitions>
  <inkml:trace contextRef="#ctx0" brushRef="#br0">108 49 432,'0'-2'467,"0"0"0,-1 1 0,1-1 0,0 0 0,-1 0 0,0 1 0,1-1 0,-1 0 0,0 1 0,0-1 0,0 1 0,0-1 0,0 1 0,0 0 0,0-1 0,0 1 0,-1 0 0,1 0 0,0 0 0,-1 0 0,1 0 0,-1 0 0,0 0 0,1 0 0,-1 1 0,1-1 0,-1 0 0,0 1 0,-3-1 0,-4-1 2190,-1 0 0,1 1 1,-20 0-1,25 0 36,-6-3-80,9 7-1571,6 5 210,-2-6-1911,0 1 1,0-1-1,0 1 1,0-1-1,0 0 1,0-1-1,1 1 1,-1 0-1,7 1 0,41 12-7382,-12-4 261,-19-4 2860,5 3 120</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4.553"/>
    </inkml:context>
    <inkml:brush xml:id="br0">
      <inkml:brushProperty name="width" value="0.035" units="cm"/>
      <inkml:brushProperty name="height" value="0.035" units="cm"/>
    </inkml:brush>
  </inkml:definitions>
  <inkml:trace contextRef="#ctx0" brushRef="#br0">167 8 2697,'-35'6'30070,"42"-8"-30070,1 1 0,0 0 0,14 1 0,1-1 0,-7-1 0,0 1 0,-1 0 0,1 1 0,0 1 0,0 1 0,0 0 0,0 1 0,-1 1 0,25 8 0,-38-11 0,1 0 0,-1 0 0,0 0 0,0 0 0,0 1 0,0-1 0,0 0 0,-1 1 0,1-1 0,0 1 0,-1 0 0,1 0 0,-1-1 0,1 1 0,-1 0 0,2 4 0,-3-5 0,1 0 0,-1 1 0,0-1 0,0 1 0,0-1 0,0 1 0,0-1 0,0 0 0,0 1 0,-1-1 0,1 1 0,0-1 0,-1 0 0,1 1 0,-1-1 0,1 0 0,-1 1 0,0-1 0,0 0 0,1 0 0,-1 0 0,0 0 0,0 1 0,0-1 0,0-1 0,0 1 0,-2 1 0,-17 12 0,1-2 0,-2 0 0,0-1 0,0-2 0,-44 15 0,-17 8 0,-15 11 0,84-38 0,9-3 0,0-1 0,0 1 0,0 0 0,0 0 0,0 1 0,1-1 0,-1 1 0,-3 3 0,5-3 0,2-3 0,0 0 0,0 1 0,0-1 0,0 0 0,0 0 0,0 0 0,0 1 0,0-1 0,0 0 0,0 0 0,0 0 0,0 1 0,0-1 0,0 0 0,0 0 0,0 0 0,0 1 0,0-1 0,0 0 0,0 0 0,0 0 0,0 0 0,0 1 0,0-1 0,1 0 0,-1 0 0,0 0 0,0 0 0,0 1 0,0-1 0,0 0 0,1 0 0,-1 0 0,0 0 0,0 0 0,0 0 0,0 1 0,1-1 0,-1 0 0,0 0 0,1 0 0,7 2 0,0-1 0,0 1 0,0-2 0,0 1 0,0-1 0,12-1 0,55-10 0,-48 7 0,58-13 0,-2-4 0,112-44 0,-178 58 0,-1 0 0,0-1 0,0 0 0,-1-2 0,0 0 0,0 0 0,-1-1 0,19-20 0,-6-7 0,-11 15 0,-16 18 0,0 4 0,0 1 0,-1-1 0,1 1 0,0 0 0,0-1 0,-1 1 0,1-1 0,0 1 0,-1 0 0,1-1 0,0 1 0,-1 0 0,1 0 0,0-1 0,-1 1 0,1 0 0,-1 0 0,1-1 0,-1 1 0,1 0 0,-1 0 0,1 0 0,-1 0 0,1 0 0,0 0 0,-1 0 0,1 0 0,-1 0 0,1 0 0,-1 0 0,1 0 0,-1 0 0,1 0 0,-1 0 0,1 0 0,-1 1 0,0-1 0,-4 1 0,-1-1 0,1 1 0,-1 0 0,1 0 0,0 1 0,0 0 0,-1-1 0,1 2 0,1-1 0,-7 4 0,-7 6 0,-21 18 0,20-15 0,12-7 0,0 0 0,0 0 0,0 1 0,1 0 0,0 0 0,-8 18 0,8-14 0,4-9 0,1-1 0,-1 0 0,1 0 0,0 1 0,0-1 0,1 0 0,-1 1 0,1-1 0,-1 1 0,1-1 0,0 1 0,1-1 0,-1 1 0,1-1 0,-1 0 0,1 1 0,0-1 0,0 1 0,0-1 0,1 0 0,-1 0 0,1 0 0,0 0 0,0 0 0,0 0 0,0 0 0,0-1 0,0 1 0,1-1 0,0 0 0,-1 1 0,1-1 0,0 0 0,0-1 0,0 1 0,0 0 0,7 1 0,16 5-1123,1-2 0,0-1 0,0-1 0,0-2 0,0 0-1,48-5 1,-16-3-2436,-1-4-1,63-17 1,-70 14-2156,-6-2 68</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5.217"/>
    </inkml:context>
    <inkml:brush xml:id="br0">
      <inkml:brushProperty name="width" value="0.035" units="cm"/>
      <inkml:brushProperty name="height" value="0.035" units="cm"/>
    </inkml:brush>
  </inkml:definitions>
  <inkml:trace contextRef="#ctx0" brushRef="#br0">17 1 504,'-2'1'19610,"-12"3"-7585,73 2-11397,125 5-628,-98-9 0,-40 1 0,79-7 0,-45-2-4062,-33 1-5809,-17 4-1769</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5.442"/>
    </inkml:context>
    <inkml:brush xml:id="br0">
      <inkml:brushProperty name="width" value="0.035" units="cm"/>
      <inkml:brushProperty name="height" value="0.035" units="cm"/>
    </inkml:brush>
  </inkml:definitions>
  <inkml:trace contextRef="#ctx0" brushRef="#br0">33 12 3617,'-18'15'10707,"17"-15"-10538,1 0 0,-1 0-1,0 1 1,0-1 0,0 0-1,0 0 1,1 1 0,-1-1-1,0 0 1,0 1 0,1-1-1,-1 1 1,0-1 0,1 1-1,-1 0 1,1-1 0,-1 1 0,0 0-1,1 0 47,0-1-1,1 0 1,-1 1 0,0-1-1,0 0 1,0 1 0,1-1-1,-1 0 1,0 1 0,1-1-1,-1 0 1,0 0 0,1 1-1,-1-1 1,0 0 0,1 0-1,-1 1 1,0-1-1,1 0 1,-1 0 0,1 0-1,-1 0 1,0 0 0,2 0-1,39 8 9079,-33-7-8714,78 9-579,132-4 0,-210-6 0,164-7 0,28-9-1887,-169 12-3207,41-10 0,-8-2-4594,-58 14 8479,22-4-4561</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7.329"/>
    </inkml:context>
    <inkml:brush xml:id="br0">
      <inkml:brushProperty name="width" value="0.035" units="cm"/>
      <inkml:brushProperty name="height" value="0.035" units="cm"/>
    </inkml:brush>
  </inkml:definitions>
  <inkml:trace contextRef="#ctx0" brushRef="#br0">26 20 640,'-3'-1'1834,"0"1"1,1-1-1,-1 0 0,-12-7 15269,15 2-10271,0 3-6105,0 7-599,9 11-128,-8-14 0,0 1 0,-1-1 0,1 0 0,0 0 0,0 1 0,0-1 0,-1 0 0,1 1 0,-1-1 0,2 3 0,6 30 0,1 19 0,-9-9 0,1-13 0,-1 1 0,-8 56 0,4-44 0,4-35 0,-1 1 0,1-1 0,-4 12 0,-5 17 0,7-26 0,3 7 0,-1-18 0,0-1 0,0 1 0,1-1 0,-1 1 0,0-1 0,0 0 0,0 1 0,1-1 0,-1 1 0,0-1 0,1 0 0,-1 1 0,0-1 0,1 0 0,-1 1 0,1-1 0,-1 0 0,0 0 0,1 1 0,-1-1 0,1 0 0,-1 0 0,1 0 0,-1 0 0,1 1 0,-1-1 0,1 0 0,-1 0 0,1 0 0,-1 0 0,1 0 0,-1 0 0,1 0 0,-1-1 0,0 1 0,1 0 0,-1 0 0,1 0 0,-1 0 0,1 0 0,-1-1 0,1 1 0,80-47 0,38-25 0,-66 37 0,-32 22 0,26-21 0,91-74 0,-114 89 0,1 1 0,31-17 0,-21 14 0,-16 6 0,-12 15 0,-2 2 0,0 0 0,0 0 0,0 0 0,0 1 0,-1 0 0,1 0 0,-1 0 0,0 0 0,0 1 0,0 0 0,0 0 0,-1 0 0,1 0 0,-1 0 0,0 1 0,0 0 0,-1-1 0,1 1 0,-1 0 0,0 0 0,1 8 0,2 6 0,-2 1 0,0-1 0,-1 0 0,-1 31 0,-2-36 0,-1-1 0,-1 1 0,1-1 0,-2 0 0,0 1 0,-1-1 0,0-1 0,-13 23 0,-1-6 0,17-26 0,-1 0 0,1 1 0,-1-1 0,1 1 0,0-1 0,0 1 0,1-1 0,-1 1 0,1 0 0,0 0 0,0 0 0,0 0 0,1 0 0,-1 7 0,5-2-2078,-3-8 1489,0 0-1,0-1 0,0 0 1,0 1-1,0-1 0,0 1 1,1-1-1,-1 0 0,0 0 1,0 0-1,0 0 0,0 0 0,2 0 1,27-6-12735,-20 0 7399</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8.017"/>
    </inkml:context>
    <inkml:brush xml:id="br0">
      <inkml:brushProperty name="width" value="0.035" units="cm"/>
      <inkml:brushProperty name="height" value="0.035" units="cm"/>
    </inkml:brush>
  </inkml:definitions>
  <inkml:trace contextRef="#ctx0" brushRef="#br0">119 87 2529,'-77'6'12150,"40"-1"-2983,37-5-9104,0 0-1,0 0 0,0 1 0,0-1 0,0 0 0,0 0 0,0 0 0,0 0 0,0 0 0,0 1 1,1-1-1,-1 0 0,0 0 0,0 0 0,0 0 0,0 0 0,0 1 0,0-1 0,0 0 0,0 0 1,0 0-1,0 0 0,0 0 0,0 1 0,0-1 0,-1 0 0,1 0 0,0 0 0,0 0 0,0 0 1,0 1-1,0-1 0,0 0 0,0 0 0,0 0 0,0 0 0,0 0 0,-1 0 0,1 0 0,0 1 1,0-1-1,0 0 0,0 0 0,0 0 0,0 0 0,-1 0 0,1 0 0,0 0 0,0 0 0,0 0 1,0 0-1,0 0 0,-1 0 0,1 0 0,0 0 0,0 0 0,0 0 0,0 0 0,-1 0 0,1 0 1,0 0-1,0 0 0,0 0 0,0 0 0,0 0 0,-1 0 0,1 0 0,1 0 102,0 1 0,0-1-1,-1 1 1,1-1 0,0 1 0,0-1-1,0 1 1,0-1 0,0 0 0,0 0-1,0 1 1,0-1 0,0 0-1,1 0 1,408-27 2033,-221 10-2176,-74 1-5952,55-23-13833,-143 29 14964</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8.505"/>
    </inkml:context>
    <inkml:brush xml:id="br0">
      <inkml:brushProperty name="width" value="0.035" units="cm"/>
      <inkml:brushProperty name="height" value="0.035" units="cm"/>
    </inkml:brush>
  </inkml:definitions>
  <inkml:trace contextRef="#ctx0" brushRef="#br0">1010 43 3529,'0'-2'788,"-2"-20"12584,-5 15-5830,-1 6-5554,8 1-1945,-1 0-1,1 0 1,0 0-1,0 0 1,0 1-1,0-1 1,0 0-1,-1 0 1,1 0-1,0 0 1,0 0-1,0 0 1,0 0-1,-1 0 1,1 0-1,0 0 1,0 0-1,0 0 0,0 0 1,-1 0-1,1 0 1,0 0-1,0 0 1,0 0-1,-1 0 1,1 0-1,0 0 1,0 0-1,0 0 1,0 0-1,0 0 1,-1-1-1,1 1 1,0 0-1,0 0 1,0 0-1,0 0 1,0 0-1,0 0 1,-1-1-1,1 1 1,0 0-1,0 0 1,0 0-1,0 0 1,0-1-1,0 1 1,0 0-1,0 0 1,0 0-1,0 0 1,0-1-1,0 1 1,0 0-1,0 0 1,0-1 6,0 1 0,0 0 1,0 0-1,0 0 0,0 0 1,0-1-1,0 1 0,0 0 1,0 0-1,0 0 0,0 0 1,0 0-1,0-1 0,0 1 1,0 0-1,0 0 0,0 0 1,0 0-1,0-1 0,-1 1 1,1 0-1,0 0 0,0 0 1,0 0-1,0 0 0,0 0 1,0-1-1,0 1 0,-1 0 1,1 0-1,0 0 0,0 0 1,0 0-1,0 0 0,0 0 1,-1 0-1,1 0 0,0 0 1,0 0-1,0 0 0,0 0 1,0 0-1,-1 0 0,-32-3 949,30 4-998,1 0 0,-1 0 0,0 1 0,1-1 0,-1 1 0,0-1 0,1 1 0,-4 3 0,1 0 0,0 0 0,-1-1 0,1 0 0,-1 0 0,0-1 0,-11 6 0,-17 12 0,-80 64 0,101-75 0,1-1 0,0 1 0,1 1 0,1 0 0,-1 1 0,2 0 0,-1 0 0,2 1 0,0 0 0,-10 22 0,6-10 0,9-20 0,1 0 0,-1 1 0,1 0 0,0-1 0,-1 8 0,-5 14 0,6-23 0,1 1 0,0 0 0,-1-1 0,1 1 0,1 0 0,-1 0 0,1 0 0,0 0 0,0 0 0,1 7 0,5 18 0,-3-11 0,1 0 0,8 25 0,1 3 0,-10-34 0,-3-8 0,0-1 0,0 0 0,0 0 0,0 0 0,-1 0 0,0 0 0,0 0 0,-2 6 0,0 2 0,1-7 0,0 0 0,0 0 0,0 0 0,0-1 0,-1 1 0,0 0 0,0-1 0,-1 0 0,1 0 0,-1 0 0,1 0 0,-1 0 0,-7 4 0,-2 1 0,-1 0 0,1-1 0,-21 8 0,5-4 0,-1-1 0,0-2 0,-1-1 0,-39 5 0,12-6 0,-81-1 0,112-9-1795,22 2 914,1-1-1,0 1 0,-1-1 1,1 1-1,0-1 0,0-1 0,-5-2 1,8 4 618,0 0 1,0 0 0,0 0 0,-1 0-1,1 0 1,0 0 0,0 0-1,0 0 1,1-1 0,-1 1-1,0 0 1,0-1 0,1 1-1,-1-1 1,1 1 0,-1 0 0,1-1-1,-1 1 1,1-1 0,0 1-1,0-1 1,0 1 0,0-1-1,0 0 1,0 1 0,0-1-1,0 1 1,1-1 0,-1 1 0,1 0-1,-1-1 1,1 1 0,-1-1-1,1 1 1,0 0 0,0-1-1,0 1 1,0 0 0,-1 0-1,3-2 1,14-23-7829,-8 14 3890</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8.774"/>
    </inkml:context>
    <inkml:brush xml:id="br0">
      <inkml:brushProperty name="width" value="0.035" units="cm"/>
      <inkml:brushProperty name="height" value="0.035" units="cm"/>
    </inkml:brush>
  </inkml:definitions>
  <inkml:trace contextRef="#ctx0" brushRef="#br0">3 109 16,'-3'-3'12461,"16"1"-6683,-6 1-6147,62-3 8973,-2-4-4339,16-2-2344,44-7-1830,56 1-91,-127 9-3426,-17 0-3988,49-16-1,-54 17-1643,-24 1 4436</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9.657"/>
    </inkml:context>
    <inkml:brush xml:id="br0">
      <inkml:brushProperty name="width" value="0.035" units="cm"/>
      <inkml:brushProperty name="height" value="0.035" units="cm"/>
    </inkml:brush>
  </inkml:definitions>
  <inkml:trace contextRef="#ctx0" brushRef="#br0">53 98 336,'-52'-5'21953,"70"2"-13088,-10 1-8328,0 1-380,0 0 1,1 0 0,-1 1-1,1 0 1,11 1-1,5 0-26,63 1-131,75-3 0,-80-3 0,95-9 0,-114 6-1449,80-13-5006,-102 13 2331,-30 6 2329,-1-1 0,1 0 1,-1-1-1,0 0 0,0 0 0,0-2 0,14-6 0,-15 4-1888</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19.986"/>
    </inkml:context>
    <inkml:brush xml:id="br0">
      <inkml:brushProperty name="width" value="0.035" units="cm"/>
      <inkml:brushProperty name="height" value="0.035" units="cm"/>
    </inkml:brush>
  </inkml:definitions>
  <inkml:trace contextRef="#ctx0" brushRef="#br0">129 28 1736,'-9'-22'21398,"-1"18"-13769,2 3-5728,3 1-1798,10 1-103,-4 0 0,-2 0 0,-5 2 0,3 4 0,4-4 0,-1 6 0,0-1 0,-1 1 0,0-1 0,-4 17 0,4-20 0,0 1 0,0-1 0,1 1 0,-1-1 0,1 1 0,2 10 0,-2-10 0,1 0 0,-1 1 0,0-1 0,-2 8 0,-3 11 0,1 2 0,-2 0 0,-1 0 0,-1 0 0,-21 46 0,26-67 0,0 0 0,1 0 0,0 1 0,0-1 0,0 0 0,1 1 0,-1 8 0,-2 3-3674,0 1-5356,4-19 8857,1 0 0,-1 1 0,0-1 0,0 0 0,1 1 0,-1-1 0,0 0 0,1 1 0,-1-1 0,0 0 0,1 1 0,-1-1 1,1 0-1,-1 0 0,0 0 0,1 1 0,-1-1 0,1 0 0,-1 0 0,1 0 0,-1 0 0,0 0 0,1 0 0,-1 0 0,1 0 0,-1 0 1,1 0-1,-1 0 0,1 0 0,-1 0 0,0 0 0,1-1 0,-1 1 0,1 0 0,-1 0 0,1 0 0,-1-1 0,0 1 0,1-1 0,8 0-4733,0-4-20</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20.365"/>
    </inkml:context>
    <inkml:brush xml:id="br0">
      <inkml:brushProperty name="width" value="0.035" units="cm"/>
      <inkml:brushProperty name="height" value="0.035" units="cm"/>
    </inkml:brush>
  </inkml:definitions>
  <inkml:trace contextRef="#ctx0" brushRef="#br0">70 22 2889,'1'-1'377,"-1"0"1,0 1-1,0-1 0,0 1 1,0-1-1,0 0 1,0 1-1,0-1 1,-1 1-1,1-1 1,0 1-1,0-1 1,0 0-1,0 1 1,-1-1-1,1 1 0,0-1 1,-1 1-1,1-1 1,0 1-1,-1-1 1,1 1-1,-1-1 1,1 1-1,-1 0 1,1-1-1,-1 1 1,-1-2 2142,0 2-1798,-9-4 10101,8 4-8805,5 1-1857,-1 0 1,1 0-1,0 0 0,-1 0 0,1 0 1,-1 1-1,1-1 0,-1 1 1,0-1-1,0 1 0,1-1 1,-1 1-1,0 0 0,0 0 1,-1-1-1,1 1 0,0 0 0,-1 0 1,1 2-1,-1 1-161,1 39 0,-12 86 0,-15 37-19,18-141-815,7-22 200,-1 0-1,1 0 1,0 0 0,0 0-1,0 0 1,0 5 0,2 5-1903,-1-11 1318,0 0 0,0 1 0,0-1 0,0 0 0,0 1 0,-1-1-1,1 0 1,-1 0 0,0 1 0,0-1 0,0 0 0,-3 6 0,-5 6-4413</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7:46.352"/>
    </inkml:context>
    <inkml:brush xml:id="br0">
      <inkml:brushProperty name="width" value="0.035" units="cm"/>
      <inkml:brushProperty name="height" value="0.035" units="cm"/>
    </inkml:brush>
  </inkml:definitions>
  <inkml:trace contextRef="#ctx0" brushRef="#br0">642 2314 1088,'0'0'9684,"-8"6"-1715,6-22 2092,2 16-9761,-5 4 3356,13-2-3647,9 0-9,0 0 0,22-1 0,26 3 0,32 1 0,30 1 0,-14-1 0,-31-3 0,184 14 0,125 6 0,763 30 0,-876-46 0,-80-1 0,-47 0 0,30 1 0,36 0 0,-96 0 0,34-1 0,-105-4 0,-27 1 0,0-2 0,0-1 0,32-5 0,-41 4 0,0 1 0,1 0 0,27 2 0,-4 1 0,925-2 0,-901-6 0,15-4 0,-74 9 0,20-8 0,29-15 0,-44 22 0,-1 0 0,1 0 0,-1 0 0,14 0 0,-19 2 0,10-2 0,1-2 0,31-11 0,-36 9 0,-7 6 0,0-1 0,0 1 0,0-1 0,0 1 0,0-1 0,0 1 0,0-1 0,0 0 0,0 1 0,-1-1 0,1 0 0,0 0 0,0 0 0,-1 0 0,1 0 0,-1 1 0,1-1 0,-1 0 0,1 0 0,-1 0 0,0 0 0,1-1 0,-1 1 0,0 0 0,0 0 0,0 0 0,0 0 0,0 0 0,0-2 0,2-8 0,16-21 0,-3 18 0,-13 13 0,0 0 0,-1 0 0,1 0 0,-1 0 0,1-1 0,-1 1 0,1-1 0,-1 1 0,1-2 0,17-20 0,-16 21 0,-1 0 0,0 0 0,0 0 0,0 0 0,0 0 0,0-1 0,-1 1 0,1-1 0,0 1 0,-1-1 0,0 0 0,0 0 0,0 1 0,1-7 0,-2 8 0,1 0 0,-1 0 0,0 0 0,0-1 0,1 1 0,-1 0 0,1 0 0,-1 0 0,1 0 0,-1 0 0,1 0 0,-1 0 0,1 0 0,0 0 0,1-1 0,-1 1 0,0 0 0,-1 0 0,1 0 0,0 0 0,0 0 0,-1 0 0,1 0 0,-1 0 0,1 0 0,-1 0 0,1 0 0,-1 0 0,0-1 0,0 1 0,1-2 0,-1 1 0,0-1 0,1 0 0,0 1 0,0-1 0,0 1 0,0-1 0,0 1 0,0-1 0,0 1 0,1 0 0,2-3 0,-3 3 0,0 0 0,1 0 0,-1 0 0,0 0 0,0 0 0,0 0 0,0-1 0,0 1 0,-1 0 0,2-4 0,0-1 0,0 1 0,0 0 0,1 0 0,0 0 0,0 0 0,0 0 0,6-7 0,0 5 0,-8 8 0,1-1 0,-1 0 0,0 0 0,0 0 0,0 0 0,0 0 0,0 0 0,0 0 0,0 0 0,0 0 0,0-1 0,-1 1 0,1 0 0,0 0 0,0-3 0,-1 2 0,1 0 0,-1 0 0,1 0 0,0 1 0,-1-1 0,1 0 0,0 0 0,0 0 0,0 1 0,0-1 0,1 0 0,-1 1 0,0-1 0,1 1 0,-1 0 0,3-2 0,13-16 0,-15 16 0,-1 1 0,1 0 0,0-1 0,0 1 0,0 0 0,0 0 0,5-2 0,-4 2 0,0 0 0,-1 0 0,1 0 0,-1-1 0,0 1 0,0-1 0,0 1 0,2-4 0,-2 3 0,0 1 0,0-1 0,1 1 0,-1-1 0,1 1 0,3-3 0,-3 3 0,0-1 0,-1 1 0,1 0 0,-1-1 0,1 1 0,2-5 0,-2 2 0,-1 1 0,1 0 0,1 0 0,-1 1 0,4-4 0,-3 3 0,0 0 0,-1 0 0,1 0 0,-1 0 0,3-5 0,1-3 0,0 0 0,0 1 0,2 0 0,-1 0 0,13-12 0,-1-5 0,-5 6 0,-2 2 0,-11 16 0,1 0 0,0-1 0,-1 2 0,1-1 0,6-6 0,17-32 0,-2 7 0,-21 28 0,1 0 0,1 1 0,-1 0 0,1 0 0,0 0 0,0 1 0,0 0 0,1 0 0,6-5 0,58-38 0,60-50 0,-54 37 0,-69 55 0,0 0 0,0 0 0,-1-1 0,8-11 0,-10 13 0,6-11 0,-8 13 0,-1 0 0,1 1 0,0-1 0,-1 0 0,1 1 0,4-5 0,4-3 0,-1-1 0,15-22 0,3-4 0,-17 21 0,-9 13 0,1 0 0,-1 0 0,1 1 0,0-1 0,0 1 0,4-5 0,-3 4 0,0-1 0,0 0 0,0 1 0,-1-1 0,1 0 0,-1-1 0,0 1 0,1-5 0,-1 3 0,1 1 0,0-1 0,0 1 0,5-8 0,-5 8 0,0 0 0,0 0 0,0 0 0,-1 0 0,0-1 0,0 1 0,2-7 0,7-20 0,-9 27 0,-1 1 0,-1 0 0,1-1 0,-1 1 0,1-1 0,-1 1 0,0 0 0,-2-9 0,1-5 0,10-41 0,-9-136 0,-1 192 0,0 1 0,1-1 0,-1 1 0,0 0 0,0 0 0,0-1 0,0 1 0,0 0 0,-1 0 0,1 0 0,-3-2 0,3 2 0,-1 1 0,1-1 0,0 0 0,0 1 0,0-1 0,0 0 0,0 1 0,0-1 0,1 0 0,-1-2 0,0 2 0,0 0 0,1-1 0,-1 1 0,0 0 0,0 0 0,0 0 0,0 0 0,-1 1 0,1-1 0,0 0 0,-1 0 0,-1-1 0,2 3 0,1 0 0,0 0 0,0-1 0,0 1 0,-1 0 0,1 0 0,0 0 0,0 0 0,0 0 0,0 0 0,-1 0 0,1-1 0,0 1 0,0 0 0,0 0 0,0 0 0,0 0 0,0-1 0,0 1 0,-1 0 0,1 0 0,0 0 0,0-1 0,0 1 0,0 0 0,0 0 0,0 0 0,0-1 0,0 1 0,0 0 0,0 0 0,0 0 0,0-1 0,0 1 0,0 0 0,0 0 0,0 0 0,0-1 0,1 1 0,-1 0 0,0 0 0,0 0 0,0-1 0,0 1 0,0 0 0,1 0 0,-2-2 0,-8-4 0,2 2 0,0-1 0,0 1 0,-14-6 0,-4-5 0,-27-3 0,-24-4 0,11 2 0,32 12 0,-125-37 0,64 21 0,-54-13 0,80 20 0,-20-5 0,-129-14 0,26 14 0,130 17 0,38 2 0,-41-1 0,5-1 0,-13 0 0,-108-9 0,83 5 0,8 0 0,-81-3 0,41 2 0,83 5 0,-75-5 0,-98-14 0,56 8 0,-203-28 0,311 38 0,-54-4 0,-21 0 0,0 4 0,-181 6 0,168 6 0,-1028-6 0,904-6 0,-44 1 0,272 5 0,17 1 0,0-1 0,1-1 0,-26-4 0,29 3 0,0 1 0,0 0 0,-22 3 0,-2-1 0,-38 10 0,60-11 0,11-1 0,-1 1 0,1 0 0,0 1 0,0 0 0,-11 3 0,2-2 0,-16-3 0,26 1 0,-28 27 0,33-26 0,0 1 0,0 0 0,0 1 0,0-1 0,1 0 0,-1 1 0,1 0 0,-1-1 0,1 1 0,0 0 0,0 0 0,-1 4 0,-8 9 0,-22 14 0,-2 6 0,32-33 0,0-1 0,0 1 0,1 0 0,-1 0 0,1 0 0,-1 0 0,1 0 0,0 1 0,0-1 0,0 1 0,1-1 0,-1 1 0,1 0 0,0 0 0,0 0 0,0-1 0,1 1 0,-1 0 0,1 0 0,0 0 0,1 7 0,-1-9 0,0 1 0,0-1 0,0 0 0,1 0 0,-1 0 0,1 0 0,-1 0 0,1 0 0,0 0 0,0 0 0,1 2 0,1 11 0,3 2 0,-6-15 0,1 0 0,-1 1 0,1-1 0,-1 0 0,1 0 0,-1 1 0,0-1 0,0 0 0,0 1 0,-1 3 0,0 3 0,1 8 0,0-16 0,0 1 0,0-1 0,0 0 0,0 1 0,0-1 0,0 0 0,0 0 0,-1 1 0,1-1 0,0 0 0,-1 0 0,1 0 0,-1 1 0,1-1 0,-2 2 0,-2 7 0,4 1 0,1-6 0,-1 0 0,0 0 0,0-1 0,-1 1 0,1 0 0,-1-1 0,0 1 0,0 0 0,-3 5 0,3-8 0,1 0 0,-1 0 0,1 0 0,0-1 0,-1 1 0,1 0 0,0 0 0,0 0 0,0 0 0,1 4 0,0 3 0,-1-8 0,0 0 0,0 0 0,0-1 0,0 1 0,0 0 0,0 0 0,0-1 0,0 1 0,0 0 0,0 0 0,0 0 0,0-1 0,0 1 0,-1 0 0,1-1 0,0 1 0,-1 0 0,1 0 0,0-1 0,-1 1 0,1-1 0,-1 1 0,1 0 0,-2 0 0,2-1 0,0 0 0,0 1 0,-1-1 0,1 0 0,0 0 0,0 1 0,-1-1 0,1 0 0,0 0 0,0 1 0,0-1 0,-1 0 0,1 1 0,0-1 0,0 0 0,0 1 0,0-1 0,0 0 0,0 1 0,0-1 0,0 0 0,0 1 0,0-1 0,0 0 0,0 1 0,0 0 0,-9 36 0,8-32 0,0 0 0,0-1 0,-1 1 0,0 0 0,0 0 0,0-1 0,-4 7 0,-4 10 0,4-10 0,5-8 0,-1 0 0,1 0 0,0 0 0,-1 0 0,1 1 0,1-1 0,-1 0 0,0 4 0,1-5 0,-1 1 0,1-1 0,0 0 0,-1 0 0,0 0 0,1 0 0,-1 0 0,0 0 0,0 0 0,-2 3 0,2-3 0,0-1 0,0 1 0,0 0 0,0 0 0,0 0 0,1 0 0,-1-1 0,0 1 0,1 0 0,-1 3 0,-7 28 0,8-31 0,0-1 0,-1 1 0,1 0 0,0-1 0,-1 0 0,1 1 0,-1-1 0,1 1 0,-1-1 0,0 1 0,0-1 0,1 0 0,-1 0 0,-1 2 0,-5 7 0,5 0 0,3-8 0,-1-1 0,0 1 0,0-1 0,0 1 0,-1 0 0,1-1 0,0 1 0,0-1 0,-1 1 0,1-1 0,-1 1 0,0-1 0,1 1 0,-1-1 0,-2 3 0,0 12 0,-11 14 0,5-10 0,6 11 0,-1-23 0,1-4 0,0 1 0,1 0 0,0 0 0,0 0 0,0 0 0,0 0 0,1 0 0,0 1 0,-1 8 0,-2-3 0,-1 5 0,5-12 0,0 0 0,0-1 0,0 1 0,0 0 0,0 0 0,-1 0 0,0 0 0,1 0 0,-2 0 0,-1 6 0,-6 17 0,5-14 0,-3 5 0,-17 31 0,23-46 0,0-1 0,-1 1 0,1-1 0,0 1 0,0 0 0,0 0 0,1-1 0,-1 1 0,1 0 0,-1 4 0,1-4 0,0-1 0,0 1 0,-1 0 0,1 0 0,-1 0 0,1-1 0,-1 1 0,0 0 0,-2 2 0,2-1 0,0 0 0,0 0 0,1 0 0,-1 0 0,1 1 0,0-1 0,0 0 0,0 0 0,2 5 0,-1 6 0,-1 44 0,0-58 0,0 0 0,0 0 0,0 0 0,-1 0 0,1 0 0,0 1 0,0-1 0,-1 0 0,1 0 0,0 0 0,-1 0 0,1 0 0,-1 0 0,0 1 0,-3 9 0,4-8 0,0 0 0,0 0 0,0 1 0,0-1 0,-1 0 0,0 0 0,1 0 0,-1 0 0,0 0 0,-2 5 0,-6 13 0,7-19 0,0 0 0,0 1 0,0 0 0,1-1 0,-1 1 0,1 0 0,-1 0 0,1 0 0,0 0 0,0 0 0,1 0 0,-1 0 0,1 1 0,-1-1 0,1 3 0,-3 6 0,2-10 0,0 0 0,0 0 0,1 0 0,-1-1 0,1 1 0,-1 0 0,1 0 0,0 0 0,-1 0 0,1 0 0,0 2 0,-8 29 0,8-32 0,-1 0 0,1 0 0,0 1 0,-1-1 0,1 0 0,-1 0 0,1 0 0,-1 0 0,0 0 0,1 0 0,-1 0 0,-1 2 0,1-2 0,0 0 0,0 0 0,0 0 0,0 0 0,1 0 0,-1 0 0,0 0 0,1 0 0,-1 1 0,1-1 0,-1 0 0,1 0 0,-1 2 0,1-1 0,0 0 0,-1 0 0,1 0 0,-1 0 0,0 0 0,0 0 0,0 0 0,0 0 0,0 0 0,0-1 0,0 1 0,-3 2 0,3-2 0,0-1 0,-1 1 0,1 0 0,0-1 0,0 1 0,0 0 0,0 0 0,0 0 0,1 0 0,-1 0 0,0 0 0,0 3 0,1-4 0,0-1 0,0 1 0,0 0 0,-1 0 0,1 0 0,0-1 0,-1 1 0,1 0 0,-1 0 0,1-1 0,-1 1 0,1 0 0,-1-1 0,1 1 0,-1 0 0,0-1 0,0 1 0,0 0 0,0-1 0,1 1 0,-1-1 0,0 1 0,1 0 0,-1-1 0,1 1 0,-1 0 0,1-1 0,-1 1 0,1 0 0,0 0 0,-1-1 0,1 1 0,0 0 0,-1 0 0,1 1 0,0-1 0,0 0 0,-1-1 0,1 1 0,0 0 0,0 0 0,-1 0 0,1-1 0,-1 1 0,1 0 0,-1 0 0,1-1 0,-1 1 0,1-1 0,-1 1 0,1 0 0,-1-1 0,-1 1 0,2 0 0,-1-1 0,0 1 0,1 0 0,-1-1 0,0 1 0,1-1 0,-1 1 0,1 0 0,-1 0 0,1-1 0,0 1 0,-1 0 0,1 0 0,0-1 0,-1 1 0,1 0 0,0 1 0,0-1 0,-1 0 0,1-1 0,0 1 0,-1 0 0,1 0 0,0 0 0,-1-1 0,1 1 0,-1 0 0,1-1 0,-1 1 0,1 0 0,-1-1 0,1 1 0,-1-1 0,0 1 0,1-1 0,-1 1 0,0-1 0,0 1 0,-1 0 0,1-1 0,1 0 0,-1 1 0,0-1 0,0 1 0,0-1 0,1 1 0,-1-1 0,0 1 0,0 0 0,1-1 0,-1 1 0,1 0 0,-1 0 0,1-1 0,-1 1 0,1 0 0,-1 0 0,1 0 0,0 0 0,-1 0 0,1-1 0,0 3 0,-1-2 0,1 0 0,0 0 0,-1 0 0,1 0 0,0-1 0,-1 1 0,1 0 0,-1 0 0,0 0 0,1 0 0,-1 0 0,0-1 0,1 1 0,-1 0 0,0-1 0,0 1 0,0 0 0,-1 0 0,1 0 0,0-1 0,0 1 0,0-1 0,0 1 0,0 0 0,1-1 0,-1 1 0,0 0 0,1 0 0,-1 0 0,0-1 0,1 1 0,-1 0 0,1 0 0,-1 0 0,1 0 0,-1 0 0,1 0 0,0 1 0,-1 0 0,0-1 0,1 1 0,-1-1 0,0 1 0,0-1 0,0 1 0,0-1 0,0 1 0,0-1 0,0 0 0,-1 0 0,1 1 0,0-1 0,-2 1 0,-14 14 0,0 11 0,14-11 0,0-15 0,3-1 0,0 0 0,0 0 0,-1 0 0,1 0 0,0 0 0,0 0 0,0 0 0,-1 0 0,1 0 0,0 0 0,0 0 0,0 0 0,0 0 0,-1 0 0,1 1 0,0-1 0,0 0 0,0 0 0,0 0 0,0 0 0,0 0 0,-1 1 0,1-1 0,0 0 0,0 0 0,0 0 0,0 0 0,0 1 0,0-1 0,0 0 0,0 0 0,0 0 0,0 1 0,0-1 0,0 0 0,0 0 0,0 0 0,0 1 0,-4 5 0,4-6 0,-1 0 0,1 1 0,0-1 0,-1 0 0,1 0 0,0 1 0,-1-1 0,1 0 0,0 1 0,0-1 0,-1 0 0,1 1 0,0-1 0,0 1 0,0-1 0,0 0 0,-1 1 0,1-1 0,0 1 0,0-1 0,0 0 0,0 1 0,0-1 0,0 1 0,0-1 0,0 1 0,0 0 0,0-1 0,0 0 0,0 1 0,1-1 0,-1 0 0,0 0 0,0 1 0,0-1 0,0 0 0,0 0 0,0 1 0,0-1 0,0 0 0,0 0 0,0 1 0,0-1 0,-1 0 0,1 0 0,0 1 0,0-1 0,0 0 0,0 0 0,0 1 0,0-1 0,-1 0 0,1 0 0,0 0 0,0 1 0,0-1 0,0 0 0,-1 0 0,1 1 0,-14 12 0,13-8 0,1 1 0,-1 3 0,-2-8 0,0 0 0,1 9 0,-4 0 0,5-9 0,0 0 0,0 1 0,0-1 0,0 0 0,0 0 0,1 0 0,-1 1 0,0-1 0,1 0 0,-1 1 0,0-1 0,1 1 0,0-1 0,-1 1 0,1-1 0,0 1 0,0-1 0,0 3 0,0-2 0,0-1 0,0 0 0,1 0 0,-1 1 0,0-1 0,0 0 0,0 1 0,-1-1 0,1 0 0,0 1 0,0-1 0,-1 0 0,1 0 0,-1 0 0,1 1 0,-1-1 0,1 0 0,-1 0 0,0 0 0,0 0 0,0 1 0,-1 3 0,4-1 0,5-2 0,27 13 0,-20-12 0,0 0 0,0-1 0,23 1 0,60 3 0,-12 5 0,-33-6 0,-1 1 0,47-1 0,-4 0 0,-59 1 0,-30-5 0,0 0 0,1 0 0,-1 0 0,10 5 0,-8-5 0,2 0 0,0 2 0,-1-1 0,5 2 0,-12-3 0,1 2 0,17 10 0,17 14 0,-19-11 0,-16-15 0,-1 0 0,1 0 0,0 0 0,-1-1 0,1 1 0,0 0 0,-1 0 0,1-1 0,0 1 0,0 0 0,-1-1 0,1 1 0,0-1 0,0 1 0,0-1 0,0 0 0,0 1 0,0-1 0,0 0 0,0 0 0,0 1 0,1-1 0,-1 0 0,-1 0 0,1 0 0,0 0 0,0 0 0,-1 0 0,1 1 0,0-1 0,0 0 0,-1 0 0,1 1 0,0-1 0,-1 1 0,1-1 0,-1 0 0,1 1 0,0-1 0,-1 1 0,1 0 0,-1-1 0,1 1 0,-1-1 0,1 2 0,17 14 0,-11-12 0,-2-2 0,1 1 0,-1-1 0,1 1 0,5 5 0,9 14 0,-20-22 0,1 1 0,-1-1 0,0 1 0,0-1 0,1 1 0,-1-1 0,0 1 0,1-1 0,-1 1 0,1-1 0,-1 1 0,0-1 0,1 0 0,-1 1 0,1-1 0,-1 0 0,1 1 0,-1-1 0,1 0 0,-1 0 0,1 1 0,0-1 0,-1 0 0,1 0 0,0 0 0,2 1 0,-2 4 0,13 5 0,-2-3 0,14 9 0,-25-15 0,0-1 0,0 1 0,1-1 0,-1 1 0,0 0 0,-1-1 0,1 1 0,0 0 0,0 0 0,0 0 0,0 0 0,-1-1 0,1 1 0,0 0 0,0 2 0,9 6 0,-9-4 0,1-1 0,-2-4 0,0 0 0,0 0 0,1 1 0,-1-1 0,0 0 0,0 0 0,1 0 0,-1 0 0,0 0 0,0 0 0,1 0 0,-1 0 0,0 0 0,0 0 0,1 0 0,-1 0 0,0 0 0,0 0 0,1 0 0,-1 0 0,0 0 0,0 0 0,1 0 0,-1-1 0,0 1 0,0 0 0,0 0 0,1 0 0,-1 0 0,0-1 0,1-2 0,5 2 0,-4-4 0,-2 4 0,-1 0 0,1 1 0,0-1 0,0 0 0,1 0 0,-1 0 0,0 0 0,0 0 0,0 1 0,0-1 0,1 0 0,-1 0 0,0 0 0,1 1 0,-1-1 0,1 0 0,-1 0 0,1 0 0,0 0 0,-1 1 0,1-1 0,-1 1 0,0-1 0,1 1 0,-1-1 0,0 1 0,0-1 0,1 1 0,-1-1 0,0 0 0,0 1 0,0-1 0,0 1 0,0-1 0,0 0 0,0 1 0,0-2 0,3-24-4890,-1 18 698,0 0 0,1 0 1,5-11-1,0 3-437,1 4-1540</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35.882"/>
    </inkml:context>
    <inkml:brush xml:id="br0">
      <inkml:brushProperty name="width" value="0.035" units="cm"/>
      <inkml:brushProperty name="height" value="0.035" units="cm"/>
    </inkml:brush>
  </inkml:definitions>
  <inkml:trace contextRef="#ctx0" brushRef="#br0">374 0 1000,'10'5'11469,"-6"-5"-8979,10 1 8464,-14-1-10841,0 0-1,0 0 0,0 0 1,-1 0-1,1 0 0,0 0 1,0 0-1,0 0 0,0 0 1,0 0-1,0 0 0,-1 0 1,1 0-1,0 1 1,0-1-1,0 0 0,0 0 1,0 0-1,0 0 0,0 0 1,0 0-1,0 0 0,-1 1 1,1-1-1,0 0 0,0 0 1,0 0-1,0 0 1,0 0-1,0 1 0,0-1 1,0 0-1,0 0 0,0 0 1,0 0-1,0 0 0,0 1 1,0-1-1,0 0 0,0 0 1,0 0-1,0 0 1,1 0-1,-1 1 0,0-1 1,0 0-1,0 0 0,0 0 1,0 0-1,0 0 0,0 0 1,0 0-1,0 0 0,1 1 1,-1-1-1,0 0 1,0 0-1,0 0 0,0 0 1,1 0-1,-1 5-112,1-3 0,0 0 0,0 0 0,1 0 0,-2 0 0,1 1 0,0-1 0,0 0 0,-1 1 0,1-1 0,-1 1 0,1-1 0,-1 1 0,0-1 0,0 1 0,0-1 0,-1 0 0,0 4 0,-14 46 0,4-18 0,-16 58 0,21-71 0,-6 40 0,5-25 0,5-21 0,1-1 0,1 0 0,1 20 0,0-3 0,-1-29 0,0 1 0,0-1 0,0 1 0,1-1 0,0 0 0,-1 1 0,1-1 0,0 0 0,0 0 0,0 1 0,0-1 0,0 0 0,1 0 0,-1 0 0,0 0 0,1-1 0,2 3 0,11 16 0,-15-19-421,1 0 0,-1 0-1,1 0 1,-1 0 0,0 0 0,0 0 0,1 0-1,-1 0 1,0 0 0,0 0 0,0 0 0,0 0-1,0 0 1,0 0 0,0 0 0,-1 0 0,1 0-1,-1 1 1,1-1 163,0-1 0,0 1-1,-1-1 1,1 1 0,-1-1 0,1 0-1,0 1 1,-1-1 0,1 0 0,-1 1-1,1-1 1,-1 0 0,1 1 0,-1-1-1,1 0 1,-1 0 0,1 1 0,-1-1-1,1 0 1,-1 0 0,1 0 0,-1 0-1,1 0 1,-1 0 0,0 0-1,1 0 1,-1 0 0,1 0 0,-1 0-1,1 0 1,-1 0 0,1-1 0,-2 1-1,-11-3-821,0 0 0,-1 1 0,-19 0 0,-15-3 707,-72-5 2253,79 9 2150,2 1 3686,38-1-7504,0 1 0,0 0 1,0 0-1,0 0 0,0 0 0,0 1 0,0-1 0,0 0 1,0 0-1,0 1 0,0-1 0,0 0 0,0 1 1,1-1-1,-1 1 0,0-1 0,0 1 0,0-1 1,0 1-1,1 0 0,-1-1 0,0 1 0,1 0 1,-1 0-1,1-1 0,-1 1 0,1 0 0,-1 0 0,1 0 1,-1 0-1,1 0 0,0 0 0,-1 0 0,1 0 1,0 0-1,0 1 0,2 0-212,0 0 0,-1-1 0,1 1 0,1-1 0,-1 1 0,0-1 0,0 0 0,0 0 0,1 0 0,-1 0 0,1 0 0,-1-1 0,3 1 0,8 2 0,-4-1 0,1 0 0,0 0 0,10-1 0,102 5 0,-77-6-83,0-1 0,1-2 0,-1-3 0,86-21 0,-111 21-936,-12 5-82,0-1 0,0-1 0,0 0 0,-1 0 0,12-6 0,-18 8 725,1 0 0,-1 0 0,0 0 0,1 0 1,-1 0-1,0-1 0,0 1 0,1-1 0,-1 1 0,0 0 0,-1-1 0,1 0 0,0 1 0,0-1 0,-1 1 0,1-1 0,-1 0 0,1 0 0,-1 1 1,0-1-1,1 0 0,-1 0 0,0 1 0,0-1 0,-1 0 0,1 0 0,0 1 0,0-1 0,-1 0 0,1 0 0,-2-1 0,-2-18-2717,2 15 2050,1 0 1,0 0-1,-1 0 1,-4-8 0,-2-2-1278</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36.167"/>
    </inkml:context>
    <inkml:brush xml:id="br0">
      <inkml:brushProperty name="width" value="0.035" units="cm"/>
      <inkml:brushProperty name="height" value="0.035" units="cm"/>
    </inkml:brush>
  </inkml:definitions>
  <inkml:trace contextRef="#ctx0" brushRef="#br0">122 164 1232,'-7'-3'1290,"-1"-1"0,1 1 0,1-1 0,-10-6 0,-17-10 2349,31 19-3220,-1 0 0,1 0 0,-1 0 0,1-1 0,0 1 0,0-1 0,0 1 0,0-1 0,0 0 0,0 0 0,0 0 0,1 0 0,-1 0 0,-1-3 0,-1-12 8365,4 17-8732,0 0 0,0-1 1,0 1-1,0 0 0,0 0 0,0 0 1,0 0-1,0-1 0,0 1 1,0 0-1,0 0 0,0 0 0,0 0 1,0-1-1,-1 1 0,1 0 1,0 0-1,0 0 0,0 0 0,0 0 1,0 0-1,0-1 0,0 1 1,-1 0-1,1 0 0,0 0 0,0 0 1,0 0-1,0 0 0,0 0 1,-1 0-1,1 0 0,0 0 0,0 0 1,0 0-1,0 0 0,-1 0 1,1 0-1,0 0 46,0 0 0,-1 0 0,1-1 0,0 1 0,0 0 1,0 0-1,-1 0 0,1 0 0,0 0 0,0 0 0,0 0 0,-1 0 1,1-1-1,0 1 0,0 0 0,0 0 0,-1 0 0,1 0 0,0 0 1,0-1-1,0 1 0,0 0 0,0 0 0,0 0 0,-1-1 0,1 1 1,0 0-1,0 0 0,0-1 0,0 1 0,0 0 0,0 0 0,0 0 0,0-1 1,0 1-1,0 0 0,0 0 0,0-1 0,2-4 337,-2 5-433,0 0 0,0-1 0,1 1 0,-1-1 0,0 1 0,0 0 0,1-1 0,-1 1 0,0 0 0,1-1 0,-1 1 0,0 0 0,1-1 0,-1 1 0,1 0 0,-1 0 0,1-1 0,-1 1 0,0 0 0,1 0 0,-1 0 0,1 0 0,-1 0 0,1 0 0,-1 0 0,1-1 0,-1 1 0,1 1 0,-1-1 0,1 0 0,-1 0 0,1 0 0,-1 0 0,1 0 0,-1 0 0,0 0 0,2 1 0,60-11-2,153-7 0,-42 6-1903,-94 6-8936,-27-2-392,-34 3 6750</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36.513"/>
    </inkml:context>
    <inkml:brush xml:id="br0">
      <inkml:brushProperty name="width" value="0.035" units="cm"/>
      <inkml:brushProperty name="height" value="0.035" units="cm"/>
    </inkml:brush>
  </inkml:definitions>
  <inkml:trace contextRef="#ctx0" brushRef="#br0">461 65 2609,'1'0'469,"0"-1"0,0 1 1,-1-1-1,1 0 1,0 0-1,0 1 1,0-1-1,0 0 0,-1 0 1,1 0-1,0 0 1,-1 0-1,1 0 1,-1 0-1,1 0 0,-1 0 1,1 0-1,-1 0 1,0 0-1,0-1 1,1 1-1,-1 0 1,0 0-1,0 0 0,0 0 1,0 0-1,0-1 1,0 1-1,-1 0 1,1 0-1,0 0 0,-1 0 1,1 0-1,-1 0 1,1 0-1,-1-2 1,-2-8 6951,-3 6-6047,4 4-1125,1 0 1,-1 0 0,1 0-1,-1 0 1,1 0 0,-1 0-1,1 0 1,-1 1 0,0-1-1,1 1 1,-1-1-1,0 1 1,0 0 0,1-1-1,-4 1 1,-9 1-250,0 0 0,0 1 0,0 0 0,-25 9 0,30-9 0,0 2 0,0-1 0,1 1 0,0 0 0,0 1 0,0 0 0,0 0 0,-12 12 0,12-9 0,2-2 0,0 0 0,1 0 0,-1 1 0,1 0 0,0 0 0,-5 11 0,0 2 0,7-14 0,0 0 0,0 0 0,1 0 0,0 0 0,-2 9 0,-4 10 0,6-19 0,1 0 0,-1-1 0,1 1 0,0 0 0,0 11 0,0-3 0,0 0 0,-6 21 0,4-21 0,1 1 0,-2 23 0,3-22 0,0-1 0,-2 1 0,-5 19 0,4-20 0,1 0 0,1 0 0,-2 19 0,4-29 0,-1 1 0,1-1 0,-2 0 0,1 0 0,-4 10 0,4-11 0,-1 0 0,1 1 0,-1 0 0,2-1 0,-2 9 0,1-11-289,0 0 0,1-1 0,-1 1 0,0-1 0,0 1 0,-1-1 0,1 1 0,0-1 0,0 1 0,-1-1 0,1 0 0,-1 0 0,1 0 0,-1 0 0,1 0 0,-1 0 0,0 0 0,1-1 0,-1 1 0,0 0 0,0-1 0,0 1 0,1-1 0,-1 0 0,0 0 0,0 0 0,-2 0 0,2 0-275,1 0 0,-1-1 0,1 1 0,-1-1 0,1 1 0,-1-1 0,1 0 0,0 1 0,-1-1 0,1 0 0,0 0 0,0 0 0,0 0 0,0 0 0,0 0 0,0 0 1,0 0-1,0-1 0,0 1 0,0 0 0,0-1 0,0 0 0,-15-16-6387,7 4 3246</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36.736"/>
    </inkml:context>
    <inkml:brush xml:id="br0">
      <inkml:brushProperty name="width" value="0.035" units="cm"/>
      <inkml:brushProperty name="height" value="0.035" units="cm"/>
    </inkml:brush>
  </inkml:definitions>
  <inkml:trace contextRef="#ctx0" brushRef="#br0">0 45 1288,'0'-1'340,"0"0"0,1-1 0,-1 1 0,0 0-1,0-1 1,1 1 0,-1 0 0,1-1 0,-1 1 0,1 0-1,0 0 1,-1-1 0,1 1 0,0 0 0,0 0-1,0 0 1,0 0 0,0 0 0,0 0 0,0 0 0,0 0-1,0 1 1,0-1 0,1 0 0,-1 1 0,0-1 0,1 1-1,1-1 1,5-1 50,0 0 1,0 1-1,0 0 0,8 0 0,-2 0 200,54-4 1065,0 3 0,74 9 0,-29-2-482,-12-4-844,-87 1-553,-9-2-3833,-4-12-5196</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37.127"/>
    </inkml:context>
    <inkml:brush xml:id="br0">
      <inkml:brushProperty name="width" value="0.035" units="cm"/>
      <inkml:brushProperty name="height" value="0.035" units="cm"/>
    </inkml:brush>
  </inkml:definitions>
  <inkml:trace contextRef="#ctx0" brushRef="#br0">2 20 2112,'4'-1'914,"0"-1"0,0 0-1,0 1 1,1 0-1,-1 0 1,0 0-1,1 1 1,-1-1-1,7 1 1,26-5 3785,-27 3-2678,0 1-1,0 0 1,0 1-1,0 0 1,13 2-1,10-1 2212,-31-1-4216,-1 0 1,0 0-1,1 0 1,-1 1 0,1-1-1,-1 0 1,1 1 0,-1-1-1,0 0 1,1 1-1,-1 0 1,0-1 0,1 1-1,-1 0 1,0 0 0,0 0-1,0 0 1,0-1-1,0 2 1,0-1 0,0 0-1,0 0 1,0 0 0,0 0-1,-1 1 1,1-1-1,0 2 1,-1 2-17,0 0 0,-1 0 0,0 0 0,0 0 0,0 0 0,-1 0 0,1 0 0,-1 0 0,-1-1 0,1 1 0,0-1 0,-1 1 0,0-1 0,-5 6 0,-5 3 0,0 0 0,-27 19 0,-10 11 0,34-24 0,13-15 0,1-1 0,-1 0 0,0 0 0,0 0 0,-1 0 0,-5 4 0,5-5 0,-1 5 0,-4 10 0,9-17-171,0 1 0,-1-1 0,1 1 0,-1-1 0,1 0 0,-1 1 0,1-1 1,-1 1-1,1-1 0,-1 0 0,1 1 0,-1-1 0,1 0 0,-1 0 0,0 1 0,1-1 0,-1 0 0,0 0 0,1 0 0,-1 0 0,0 0 0,0 0 0,1 0 65,-1 0 0,1 0-1,0 0 1,-1 0 0,1 0-1,0 0 1,0 0 0,-1-1-1,1 1 1,0 0 0,0 0-1,-1 0 1,1 0 0,0-1-1,0 1 1,-1 0 0,1 0-1,0 0 1,0-1 0,0 1-1,0 0 1,-1 0 0,1-1-1,0 1 1,0 0 0,0-1-1,0 1 1,0 0 0,0 0-1,0-1 1,0 1 0,0 0-1,0-1 1,0 1 0,0 0-1,0 0 1,0-1 0,0 1-1,0 0 1,0-1 0,0 1-1,0 0 1,0 0 0,0-1-1,0 1 1,1 0 0,-1 0-1,0-1 1,0 1 0,0 0-1,1 0 1,-1-1 0,4-5-2644,1 0 0,0 0 1,0 0-1,1 1 0,10-8 0,-6 2-1879</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37.318"/>
    </inkml:context>
    <inkml:brush xml:id="br0">
      <inkml:brushProperty name="width" value="0.035" units="cm"/>
      <inkml:brushProperty name="height" value="0.035" units="cm"/>
    </inkml:brush>
  </inkml:definitions>
  <inkml:trace contextRef="#ctx0" brushRef="#br0">0 42 2048,'1'-2'585,"-1"1"0,1-1 0,-1 0 0,1 0 0,0 0-1,0 1 1,0-1 0,0 0 0,0 1 0,0-1 0,0 1-1,1-1 1,-1 1 0,2-2 0,0-10 5757,-4 11-4153,1 11-2186,-1 1-1269,1-9 825,0 0 1,-1 0-1,1 0 1,0 0-1,0 0 1,0 0-1,0 0 1,0 0-1,0 0 1,0 0-1,0 0 1,0 0 0,0 0-1,1 0 1,-1 0-1,0 0 1,1 0-1,-1 0 1,0 0-1,1 0 1,0 0-1,-1 0 1,1 0-1,-1-1 1,1 1-1,0 0 1,0 0-1,-1-1 1,2 2-1,7 2-3009</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38.901"/>
    </inkml:context>
    <inkml:brush xml:id="br0">
      <inkml:brushProperty name="width" value="0.035" units="cm"/>
      <inkml:brushProperty name="height" value="0.035" units="cm"/>
    </inkml:brush>
  </inkml:definitions>
  <inkml:trace contextRef="#ctx0" brushRef="#br0">0 27 88,'2'2'1008,"0"-1"1,0 1-1,0-1 0,-1 1 1,1 0-1,0 0 0,-1-1 1,0 1-1,1 0 0,-1 0 1,0 1-1,0-1 0,0 0 1,0 0-1,0 1 0,0 1 1,4 43 7722,-1-4-4141,-2-35-4246,-1-1 1,0 1 0,-1 15 0,0-17-178,0 1 1,1-1-1,-1 1 1,4 12-1,5 25-167,-8-40 0,0 1 0,0 0 0,-1 0 0,0 0 0,0 0 0,0-1 0,-1 7 0,0 16 0,3-23 0,5-9 0,12-21 0,26-15 0,47-53 0,-67 71 0,1 0 0,1 1 0,1 2 0,32-18 0,-56 36 0,-1 0 0,0 0 0,0 1 0,1-1 0,-1 1 0,0 0 0,1 0 0,-1 0 0,1 1 0,0-1 0,-1 1 0,1 0 0,-1 0 0,1 0 0,0 0 0,-1 1 0,1 0 0,-1-1 0,1 1 0,-1 0 0,1 1 0,-1-1 0,0 1 0,1-1 0,-1 1 0,0 0 0,0 0 0,0 0 0,-1 1 0,1-1 0,-1 1 0,1-1 0,-1 1 0,0 0 0,0 0 0,0 0 0,0 0 0,0 1 0,-1-1 0,1 0 0,-1 1 0,0-1 0,0 1 0,0-1 0,-1 1 0,1 5 0,-1 5 0,1-9 0,-1 0 0,0 1 0,0-1 0,0 0 0,-1 0 0,0 0 0,0 0 0,0 0 0,-3 6 0,2 3 0,3-2 0,0-7 0,6-5 0,28-15 0,-18 8 0,-1 0 0,0-1 0,22-14 0,-8 1 0,38-35 0,-37 30 0,6-12 0,-37 38 0,0-1 0,1 1 0,-1 0 0,0-1 0,0 1 0,1-1 0,-1 1 0,0 0 0,0-1 0,1 1 0,-1 0 0,0 0 0,1-1 0,-1 1 0,0 0 0,1 0 0,-1-1 0,1 1 0,-1 0 0,0 0 0,1 0 0,-1 0 0,1 0 0,-1 0 0,0-1 0,1 1 0,-1 0 0,1 0 0,-1 0 0,1 0 0,-1 1 0,0-1 0,1 0 0,-1 0 0,1 0 0,0 0 0,2 6 0,-1-4 0,-1 0 0,0 0 0,-1 0 0,1 0 0,0 0 0,-1 0 0,1 0 0,-1 0 0,1 0 0,-1 0 0,0 0 0,0 1 0,0 2 0,-5 36 0,1-6 0,13 14 0,-9-46 0,0 1 0,1 0 0,0-1 0,-1 1 0,1 0 0,1-1 0,-1 1 0,0-1 0,1 0 0,0 1 0,0-1 0,0 0 0,0 0 0,0 0 0,1 0 0,-1-1 0,6 5 0,-2-2 0,0 0 0,1-1 0,-1 0 0,1 0 0,0 0 0,0-1 0,10 3 0,-7-4 0,0 0 0,-1 0 0,1-1 0,0 0 0,0-1 0,0 0 0,18-3 0,73-19 0,-64 13 0,-19 4 0,0 0 0,0-1 0,0-1 0,24-14 0,-36 18 0,0 0 0,0-1 0,-1 0 0,0 0 0,1 0 0,-1 0 0,-1-1 0,1 0 0,-1 0 0,0-1 0,0 1 0,0-1 0,-1 0 0,0 0 0,5-11 0,-1-1 0,-5 15 0,-1 0 0,0 0 0,0 1 0,0-1 0,0 0 0,0 0 0,-1 0 0,1-5 0,-1-2 0,0 2 0,0 0 0,0 0 0,-3-12 0,3 18 0,0 1 0,-1-1 0,1 1 0,-1 0 0,1-1 0,-1 1 0,1 0 0,-1-1 0,0 1 0,1 0 0,-1 0 0,0 0 0,0 0 0,0 0 0,0 0 0,0 0 0,0 0 0,0 0 0,-1 0 0,1 0 0,0 1 0,0-1 0,-1 0 0,1 1 0,-3-1 0,-1 0 0,-1 0 0,1 0 0,-1 1 0,0 0 0,1 0 0,-1 0 0,0 1 0,1 0 0,-1 0 0,1 0 0,-1 1 0,-6 3 0,-2 1 0,0 2 0,-25 18 0,5-3 0,20-13 0,2 1 0,-22 21 0,-2 18 0,35-49 0,0 0 0,0 0 0,0 0 0,0 0 0,1 0 0,-1 1 0,0-1 0,1 0 0,-1 0 0,1 0 0,-1 1 0,1-1 0,-1 0 0,1 1 0,0-1 0,0 0 0,0 1 0,-1-1 0,1 0 0,1 1 0,-1-1 0,0 1 0,0-1 0,0 0 0,1 2 0,0-1 0,1-1 0,-1 1 0,0-1 0,0 1 0,1-1 0,-1 0 0,1 0 0,-1 0 0,1 0 0,0 0 0,0 0 0,-1 0 0,1 0 0,0-1 0,3 2 0,3 0 0,1 0 0,-1-1 0,1 0 0,-1 0 0,1-1 0,17-1 0,-10-2 0,1-1 0,-1-1 0,0 0 0,-1-1 0,1-1 0,-1 0 0,0-1 0,13-10 0,0-10 0,-12 10 0,-15 14 0,-1 0 0,-1 8 0,-1-1 0,0 1 0,0 0 0,0-1 0,0 1 0,1 0 0,0 0 0,0 0 0,0 0 0,0 0 0,1 0 0,-1 0 0,1 0 0,0 1 0,1-1 0,-1 0 0,1 0 0,-1 0 0,1 0 0,0 0 0,2 4 0,0 4 0,-3-11 0,0 0 0,0 0 0,0-1 0,0 1 0,0 0 0,1 0 0,-1 0 0,0 0 0,0-1 0,1 1 0,-1 0 0,1 0 0,-1-1 0,1 1 0,-1 0 0,1-1 0,-1 1 0,2 1 0,4 2 0,0 0 0,-1 0 0,2-1 0,-1 0 0,0 0 0,1 0 0,-1-1 0,1 0 0,0 0 0,-1-1 0,1 0 0,0 0 0,0 0 0,10-1 0,7-1 0,0 0 0,0-2 0,23-5 0,-33 4 0,1 0 0,-1-1 0,0 0 0,-1-1 0,1 0 0,-1-1 0,20-15 0,-9 6 0,-20 14 0,1-1 0,-1 0 0,0 0 0,0 0 0,5-5 0,3-4 0,-1-1 0,0 0 0,0-1 0,12-22 0,10-24 0,-32 50 0,-1 10 0,0 0 0,1 0 0,-1 0 0,0 0 0,0-1 0,0 1 0,0 0 0,0 0 0,0 0 0,0-1 0,0 1 0,0 0 0,0 0 0,0 0 0,-1-1 0,1 1 0,0 0 0,0 0 0,0 0 0,0 0 0,0-1 0,0 1 0,0 0 0,0 0 0,-1 0 0,1 0 0,0 0 0,0-1 0,0 1 0,0 0 0,0 0 0,-1 0 0,1 0 0,0 0 0,0 0 0,0 0 0,0 0 0,-1 0 0,1-1 0,0 1 0,0 0 0,0 0 0,-1 0 0,1 0 0,0 0 0,0 0 0,0 0 0,-1 0 0,1 1 0,0-1 0,0 0 0,0 0 0,-1 0 0,1 0 0,0 0 0,0 0 0,0 0 0,0 0 0,0 0 0,-1 0 0,1 1 0,0-1 0,0 0 0,0 0 0,0 0 0,0 0 0,-1 1 0,1-1 0,0 0 0,-8 8 0,-19 41 0,24-45 0,0 0 0,1 1 0,-1 0 0,1-1 0,-3 9 0,3-8 0,0 0 0,0 0 0,0-1 0,-1 1 0,-4 6 0,-25 38 0,27-42 0,1 0 0,0 0 0,0 0 0,1 1 0,0-1 0,0 1 0,-1 8 0,-11 27 0,12-38 0,0 1 0,1 0 0,0 0 0,0 0 0,0 0 0,1 1 0,-1 8 0,1-5 0,0-1 0,0 0 0,-1 0 0,-1 0 0,-2 9 0,2-9 0,0-1 0,1 1 0,0 0 0,-1 18 0,2-20 0,0-1 0,0 1 0,0-1 0,-4 12 0,3-12 0,0 0 0,1 0 0,-1 1 0,0 10 0,2-11 0,-1 0 0,0 0 0,0 0 0,0 0 0,-1 0 0,0 0 0,0 0 0,0-1 0,-1 1 0,0-1 0,-5 7 0,6-10 0,-1 0 0,0-1 0,0 1 0,0-1 0,0 1 0,0-1 0,0 0 0,-1 0 0,1 0 0,0-1 0,-1 1 0,1-1 0,0 0 0,-1 0 0,1 0 0,0 0 0,-1-1 0,-2 0 0,2 0 0,0 1 0,-1-1 0,1 0 0,0-1 0,0 1 0,0-1 0,1 0 0,-1 0 0,0 0 0,1 0 0,-1 0 0,1-1 0,-5-4 0,6 4 0,-1 0 0,1 0 0,1 0 0,-1 0 0,0-1 0,1 1 0,0 0 0,0-1 0,0 1 0,0-1 0,0 1 0,1-1 0,-1 1 0,1-1 0,0 1 0,0-1 0,0 0 0,1 1 0,-1-1 0,1 1 0,0-1 0,0 1 0,0-1 0,0 1 0,1 0 0,0 0 0,-1-1 0,1 1 0,0 0 0,5-5 0,3-4 0,0 1 0,1 1 0,0-1 0,1 2 0,0 0 0,16-9 0,-3 5 0,0 0 0,1 3 0,41-13 0,-11 5 0,-1-2 0,148-57 0,-73 11 0,-119 60 0,-1-1 0,1 0 0,15-15 0,-12 10 0,-10 9 0,33-32 0,-20 13 0,-17 17 0,0 4 0,0 1 0,0-1 0,0 1 0,-1 0 0,1-1 0,0 1 0,0 0 0,-1-1 0,1 1 0,0 0 0,-1-1 0,1 1 0,0 0 0,-1 0 0,1-1 0,0 1 0,-1 0 0,1 0 0,-1 0 0,1-1 0,-1 1 0,1 0 0,0 0 0,-1 0 0,1 0 0,-1 0 0,1 0 0,-1 0 0,1 0 0,0 0 0,-1 0 0,1 0 0,-1 0 0,1 0 0,-1 0 0,1 1 0,0-1 0,-1 0 0,1 0 0,-1 0 0,0 1 0,-28 7 0,20-6 0,0 0 0,0 1 0,0 0 0,0 0 0,-14 9 0,11-5 0,7-5 0,1 1 0,-1 0 0,1 0 0,0 0 0,0 0 0,0 1 0,-4 5 0,3-4 0,1 1 0,-1 0 0,1 1 0,1-1 0,-4 8 0,6-11 0,0-1 0,0 1 0,1 0 0,-1 0 0,1-1 0,0 1 0,0 0 0,-1 0 0,2-1 0,-1 1 0,0 0 0,1 0 0,-1-1 0,1 1 0,1 4 0,0-2 1,1-1 0,-1 0-1,1 1 1,0-1 0,0 0 0,0 0 0,1-1 0,-1 1-1,1-1 1,0 1 0,0-1 0,0 0 0,0-1 0,1 1-1,-1-1 1,1 0 0,-1 0 0,8 2 0,-6-2-7,0-1 1,0 1 0,0-1 0,0-1 0,0 1-1,0-1 1,1 0 0,-1 0 0,0-1-1,0 0 1,0 0 0,0-1 0,0 1 0,8-4-1,12-8-1951,-18 9 88,-1 0 0,0 0 0,0-1 0,-1 0 0,10-9 1,12-13-7708,-11 15 4371</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39.250"/>
    </inkml:context>
    <inkml:brush xml:id="br0">
      <inkml:brushProperty name="width" value="0.035" units="cm"/>
      <inkml:brushProperty name="height" value="0.035" units="cm"/>
    </inkml:brush>
  </inkml:definitions>
  <inkml:trace contextRef="#ctx0" brushRef="#br0">122 16 2521,'0'-7'15129,"2"3"-10526,6 0 5911,-10 11-10514,3-4 0,-2 1 0,0 0 0,0-1 0,0 1 0,0-1 0,-1 0 0,1 1 0,-1-1 0,0 0 0,-3 5 0,-12 23 0,10-9 0,-2 0 0,0-1 0,-2 0 0,-23 35 0,27-41 0,7-13 0,-1 0 0,0 1 0,0-1 0,0 0 0,0 0 0,0 0 0,0 0 0,-3 2 0,3-3-6,1-1-1,-1 1 1,0 0-1,1-1 1,-1 1 0,1 0-1,-1 0 1,0-1-1,1 1 1,0 0-1,-1 0 1,1 0 0,-1 0-1,1-1 1,0 1-1,0 0 1,-1 0 0,1 0-1,0 0 1,0 0-1,0 0 1,0 0-1,0 0 1,1 1 0,-1-1-11,0-3-596,0 0 1,1 0 0,0 0-1,-1 1 1,1-1 0,0 0-1,0 1 1,0-1 0,0 0-1,0 1 1,1-1 0,-1 1-1,0 0 1,1-1 0,1 0-1,29-23-6849,-21 16 3738,5-6-1215,-6-1 120</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39.422"/>
    </inkml:context>
    <inkml:brush xml:id="br0">
      <inkml:brushProperty name="width" value="0.035" units="cm"/>
      <inkml:brushProperty name="height" value="0.035" units="cm"/>
    </inkml:brush>
  </inkml:definitions>
  <inkml:trace contextRef="#ctx0" brushRef="#br0">70 22 1792,'0'-1'227,"0"0"-1,-1 0 0,1 0 0,-1 1 1,1-1-1,0 0 0,-1 0 0,0 0 1,1 0-1,-1 0 0,1 0 0,-1 1 0,0-1 1,0 0-1,0 1 0,1-1 0,-1 0 1,0 1-1,0-1 0,0 1 0,0-1 1,0 1-1,0 0 0,0-1 0,0 1 1,0 0-1,0 0 0,0 0 0,-2-1 1,-32-1 3754,35 2-3975,-1 0 19,1 0 1,-1 0-1,1 0 1,0 0-1,-1 0 1,1 0-1,-1 0 1,1 1-1,-1-1 1,1 0 0,0 0-1,-1 0 1,1 1-1,0-1 1,-1 0-1,1 1 1,0-1-1,-1 0 1,1 1-1,0-1 1,0 0-1,-1 1 1,1-1-1,0 0 1,0 1-1,0-1 1,-1 1 0,1-1-1,0 0 1,0 1-1,0-1 1,0 1-1,0-1 1,0 1-1,0-1 1,0 0-1,0 1 1,0-1-1,0 1 1,0-1-1,0 1 1,0-1-1,1 0 1,-1 1 0,0-1-1,0 1 1,0-1-1,1 0 1,-1 1-1,0 0 1,1 0-41,0 1 0,0 0 0,0 0 0,0 0 1,0 0-1,0-1 0,0 1 0,1 0 0,-1-1 0,3 3 1,6 2-925,0 0 1,0-1 0,1 0-1,17 5 1,7 2-4535,-18-2 2020</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39.801"/>
    </inkml:context>
    <inkml:brush xml:id="br0">
      <inkml:brushProperty name="width" value="0.035" units="cm"/>
      <inkml:brushProperty name="height" value="0.035" units="cm"/>
    </inkml:brush>
  </inkml:definitions>
  <inkml:trace contextRef="#ctx0" brushRef="#br0">437 10 24,'-9'-7'12477,"2"4"-9256,4 5-741,-28 17 7817,-5-3-6560,26-11-3678,0 0 0,1 1 0,0 0-1,0 1 1,1-1 0,0 2 0,0-1-1,-9 12 1,11-13-57,3-3-2,1-1 0,0 1 0,0-1 0,1 1 0,-1 0 0,0 0 0,1-1 0,0 1 0,-1 0 0,1 0 0,1 0 0,-1 1 0,0-1 0,1 0 0,-1 0 0,1 0 0,0 1 0,0-1 0,0 0 0,1 0 0,-1 0 0,1 0 0,0 1 0,0-1 0,0 0 0,0 0 0,0 0 0,0 0 0,1-1 0,0 1 0,3 4 0,0 0 0,1 0 0,-1 0 0,2 0 0,-1-1 0,1 0 0,0-1 0,0 1 0,1-1 0,-1 0 0,11 4 0,131 43 0,-58-22 0,-7-6 0,-54-16 0,38 14 0,-51-11 0,-17-10 0,-1 0 0,1 0 0,-1-1 0,0 1 0,0 0 0,0-1 0,1 1 0,-1 0 0,0-1 0,0 1 0,0-1 0,0 1 0,0-1 0,0 1 0,0-1 0,-2 0 0,2 1 0,-9 2 0,-1 0 0,0-1 0,0 0 0,1-1 0,-1 0 0,0-1 0,-13-1 0,-24 2 0,-333-3-332,277-8-2053,34-1-1937,65 10 3496,0 0 1,-1-1-1,1 0 0,0 1 0,0-2 0,-6-2 1,10 4 609,0 1-1,1-1 1,-1 1 0,0-1 0,0 0 0,0 0 0,1 1 0,-1-1 0,0 0 0,0 0 0,1 0-1,-1 0 1,1 0 0,-1 0 0,1 0 0,0 0 0,-1 0 0,1 0 0,0 0 0,-1 0 0,1 0-1,0 0 1,0 0 0,0 0 0,0 0 0,0 0 0,0 0 0,0 0 0,1 0 0,-1 0 0,0 0 0,1 0-1,-1 0 1,0 0 0,1 0 0,-1 0 0,1 0 0,0 0 0,0-1 0,38-42-7594,-29 32 4748</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40.037"/>
    </inkml:context>
    <inkml:brush xml:id="br0">
      <inkml:brushProperty name="width" value="0.035" units="cm"/>
      <inkml:brushProperty name="height" value="0.035" units="cm"/>
    </inkml:brush>
  </inkml:definitions>
  <inkml:trace contextRef="#ctx0" brushRef="#br0">165 34 936,'35'-28'12115,"-32"27"-11059,0 0-1,-1 0 1,1 0 0,0 1 0,0-1 0,0 1 0,1-1-1,-1 1 1,0 0 0,0 0 0,0 0 0,0 1 0,0-1-1,5 2 1,1 2 480,-7-2-1276,-1 1 1,0-1-1,0 1 0,0-1 1,0 0-1,0 1 0,0 0 1,0 4-1,-2-1-260,0 0 0,0 0 0,-1 1 0,0-1 0,0 0 0,0 0 0,-1 0 0,0-1 0,0 1 0,-4 5 0,-105 128 0,84-107 0,23-27 0,0 1 0,0-1 0,0 1 0,-6 11 0,-15 22-243,20-32-39,0 1 0,1 0 0,-5 11 0,7-13-427,-9 25-4139,9-7-4817,3-24 9348,0 1 0,0-1 0,0 0 0,0 1 0,1-1 1,-1 1-1,0-1 0,0 1 0,0-1 0,0 0 0,1 1 0,-1-1 0,0 1 0,0-1 0,1 0 0,-1 1 0,0-1 0,1 0 1,-1 0-1,0 1 0,1-1 0,-1 0 0,0 0 0,1 1 0,-1-1 0,1 0 0,-1 0 0,0 0 0,1 0 0,0 1 0,8 0-4648</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40.767"/>
    </inkml:context>
    <inkml:brush xml:id="br0">
      <inkml:brushProperty name="width" value="0.035" units="cm"/>
      <inkml:brushProperty name="height" value="0.035" units="cm"/>
    </inkml:brush>
  </inkml:definitions>
  <inkml:trace contextRef="#ctx0" brushRef="#br0">104 213 4441,'-18'-14'24921,"9"12"-21693,9 2-3224,-1 0 1,1 0-1,0 0 1,0 0-1,-1 0 1,1 0-1,0 0 1,0 0-1,0 1 1,-1-1-1,1 0 1,0 0-1,0 0 1,0 0-1,0 0 1,-1 1-1,1-1 1,0 0-1,0 0 1,0 0-1,0 1 1,0-1-1,0 0 1,0 0-1,0 0 1,-1 1-1,1-1 1,0 0-1,0 0 1,0 1-1,0-1 1,0 0-1,0 0 1,0 0-1,0 1 1,0-1-1,0 0 1,1 0-1,-1 1 1,0-1-1,0 0 1,0 0-1,0 0 1,0 1-1,0-1 1,0 0 0,0 0-1,1 0 1,4 12-46,-4-11 38,1 4 3,0 0 0,-1 1 0,1-1 0,-1 1 0,1 7 0,2 13 0,0-4 0,0 1 0,-2-1 0,-1 1 0,-1 30 0,-1-17 0,-1-9 0,-1 0 0,-2-1 0,0 1 0,-13 33 0,13-37 0,4-20 0,1-1 0,0 1 0,-1 0 0,0-1 0,0 1 0,0-1 0,0 1 0,0-1 0,0 1 0,-3 3 0,3 2 0,1-8 0,0 1 0,0-1 0,0 0 0,-1 1 0,1-1 0,0 0 0,0 0 0,0 1 0,0-1 0,0 0 0,0 1 0,0-1 0,-1 0 0,1 0 0,0 1 0,0-1 0,0 0 0,-1 0 0,1 1 0,0-1 0,0 0 0,-1 0 0,1 0 0,0 1 0,-1-1 0,1 0 0,0 0 0,0 0 0,-1 0 0,1 0 0,0 0 0,-1 0 0,1 0 0,0 0 0,-1 0 0,-1-5 0,2-7 0,1 0 0,0 0 0,5-22 0,-2 11 0,2-8 0,6-17 0,-10 37 0,0 1 0,1 0 0,5-15 0,60-153 0,-65 173 0,55-114 0,-48 103 0,0-1 0,1 2 0,0-1 0,25-24 0,-26 32 0,1 0 0,0 1 0,0 0 0,24-11 0,-26 15 0,0 1 0,0 0 0,0 0 0,0 0 0,1 1 0,-1 1 0,0 0 0,0 0 0,1 1 0,-1 0 0,10 2 0,-7-1 0,-6-1 0,0 1 0,0-1 0,0 1 0,0 1 0,0-1 0,0 1 0,-1 0 0,1 1 0,7 5 0,-10-7 0,0 1 0,0-1 0,-1 0 0,1 1 0,-1 0 0,1 0 0,-1 0 0,0 0 0,0 0 0,0 0 0,0 0 0,-1 0 0,0 1 0,1-1 0,-1 1 0,0-1 0,0 1 0,0 3 0,-1-3 0,0 1 0,0-1 0,0 1 0,-1-1 0,1 0 0,-1 1 0,0-1 0,-1 0 0,1 0 0,-1 1 0,1-1 0,-1 0 0,0-1 0,-1 1 0,1 0 0,-1-1 0,1 1 0,-1-1 0,0 0 0,-4 4 0,-14 9 0,0 0 0,-1-1 0,-43 25 0,12-16 0,-1-2 0,-1-3 0,0-2 0,-93 16 0,142-33 0,-1 1 0,1-1 0,-1 0 0,1 0 0,-9-2 0,14 2 0,-1 0 0,1 0 0,0-1 0,-1 1 0,1 0 0,0 0 0,-1-1 0,1 1 0,0-1 0,0 0 0,-1 1 0,1-1 0,0 0 0,0 0 0,0 1 0,0-1 0,0 0 0,0 0 0,0 0 0,0 0 0,0 0 0,1-1 0,-1 1 0,0 0 0,1 0 0,-1 0 0,1-1 0,-1 1 0,1 0 0,0-1 0,-1 0 0,10-19 0,-9 20 0,0 0 0,0 0 0,1 0 0,-1 0 0,0 1 0,0-1 0,1 0 0,-1 0 0,1 0 0,-1 1 0,1-1 0,-1 0 0,1 1 0,0-1 0,-1 0 0,1 1 0,0-1 0,-1 1 0,1-1 0,0 1 0,0-1 0,-1 1 0,1 0 0,2-1 0,24-7 0,-17 6 0,-2 0 0,1 1 0,0 1 0,0-1 0,-1 2 0,1-1 0,0 1 0,-1 0 0,1 1 0,16 5 0,2 0 0,-1 1 0,-1 0 0,0 2 0,0 1 0,27 16 0,-31-16 0,0 1 0,-1 2 0,23 18 0,20 14 0,-42-30-2124,-19-14 1439,1 1 0,0-1-1,0 0 1,0 0 0,0 0-1,0 0 1,0 0 0,0-1 0,1 1-1,6 1 1,-2-2-1921,1-1 0,0 1 0,14-3-1,6 1-4660,-12 1 2414</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41.502"/>
    </inkml:context>
    <inkml:brush xml:id="br0">
      <inkml:brushProperty name="width" value="0.035" units="cm"/>
      <inkml:brushProperty name="height" value="0.035" units="cm"/>
    </inkml:brush>
  </inkml:definitions>
  <inkml:trace contextRef="#ctx0" brushRef="#br0">532 61 1520,'0'-2'326,"0"1"0,0 0 0,-1 0 0,1 0 0,0 0 0,-1-1 0,1 1 0,-1 0 0,0 0-1,1 0 1,-1 0 0,0 0 0,1 0 0,-1 0 0,0 1 0,0-1 0,0 0 0,-1-1 0,-9-10 3964,8 0 1836,-1 5 1263,-8 4-3274,12 3-4086,0 0 1,0 0-1,0 0 0,0 0 0,0 0 1,0 0-1,0 0 0,0 0 1,0 0-1,0 0 0,0 0 0,0 0 1,0 0-1,0 0 0,0 0 1,0-1-1,0 1 0,0 0 1,0 0-1,0 0 0,0 0 0,0 0 1,0 0-1,0 0 0,0 0 1,0 0-1,0 0 0,0 0 0,0 0 1,0 0-1,0 0 0,0 0 1,-1 0-1,1 0 0,0 0 0,0 0 1,0 0-1,0 0 0,0 0 1,0 0-1,0 0 0,0 0 0,0 0 1,0 0-1,0 0 0,0-3 1204,-18 2-679,6 2-554,0 1 0,0 0 0,-1 0 0,-16 7 0,-59 19 0,61-19 0,-34 18 0,20-9 0,26-11 0,0 0 0,1 2 0,0-1 0,0 2 0,1 0 0,0 1 0,1 0 0,0 1 0,1 0 0,-10 14 0,18-22 0,0 0 0,1 0 0,0 0 0,0 0 0,0 0 0,0 1 0,1-1 0,0 1 0,0-1 0,0 1 0,0-1 0,1 1 0,-1-1 0,1 1 0,0 0 0,1-1 0,-1 1 0,1-1 0,0 1 0,0-1 0,0 1 0,1-1 0,0 0 0,-1 1 0,1-1 0,1 0 0,-1 0 0,1-1 0,-1 1 0,1 0 0,0-1 0,1 0 0,-1 1 0,1-1 0,6 4 0,3 0 0,-1 0 0,2-2 0,-1 1 0,0-2 0,1 0 0,0 0 0,27 2 0,104 0 0,-124-6 0,-10 0 0,0 0 0,0-1 0,1 0 0,-1 0 0,0-2 0,0 1 0,0-1 0,14-7 0,-9 4 0,-14 6 0,0 0 0,0-1 0,0 1 0,0-1 0,0 0 0,0 0 0,0 0 0,0 0 0,0 0 0,-1 0 0,1 0 0,0 0 0,-1-1 0,1 1 0,-1-1 0,1 1 0,-1-1 0,1-2 0,1-1 0,-3 4 0,1 0 0,0 0 0,-1 0 0,1 0 0,-1 0 0,0 0 0,1 0 0,-1-1 0,0 1 0,0 0 0,1 0 0,-1 0 0,0 0 0,0-1 0,0 1 0,0 0 0,-1 0 0,1 0 0,0 0 0,0-1 0,-1 1 0,1 0 0,-1 0 0,1 0 0,-1 0 0,1 0 0,-2-2 0,-9-12 0,9 11 0,-1 1 0,0-1 0,1 1 0,-1-1 0,-1 1 0,1 0 0,0 0 0,-8-4 0,-3 0 0,0 0 0,0 1 0,0 1 0,-1 1 0,0 0 0,0 0 0,0 2 0,-1 0 0,-26 0 0,-60-3 0,94 6 0,8-1 0,0 0 0,0 0 0,1 0 0,-1 1 0,0-1 0,0 0 0,0 0 0,0 0 0,0 0 0,0 1 0,0-1 0,0 0 0,0 0 0,0 0 0,0 0 0,1 1 0,-1-1 0,0 0 0,0 0 0,0 0 0,0 0 0,0 0 0,1 1 0,-1-1 0,0 0 0,0 0 0,0 0 0,0 0 0,1 0 0,-1 0 0,0 0 0,0 0 0,0 0 0,1 0 0,-1 0 0,0 0 0,0 0 0,0 0 0,1 0 0,-1 0 0,0 0 0,0 0 0,0 0 0,1 0 0,0 0 0,14 1 0,0 0 0,19 5 0,-19-3 0,1 0 0,19-1 0,0 0 0,39 6 0,-18 0 0,-46-8 0,0 2 0,1-1 0,-1 1 0,0 1 0,-1 0 0,1 0 0,0 1 0,-1 1 0,16 9 0,-16-7 0,-6-6 0,-1 1 0,0 0 0,0 0 0,0 0 0,0 0 0,0 0 0,0 0 0,0 0 0,-1 1 0,1-1 0,-1 1 0,2 3 0,-2-5 0,-1 1 0,1 0 0,-1 0 0,0 0 0,1-1 0,-1 1 0,0 0 0,0 0 0,0 0 0,0 0 0,0-1 0,0 1 0,-1 0 0,1 0 0,-1 0 0,1 0 0,-1-1 0,0 1 0,0 0 0,0-1 0,1 1 0,-2-1 0,1 1 0,0-1 0,-2 2 0,3-1 0,-9 10 0,-1 1 0,0-2 0,-16 15 0,17-17 0,0-1 0,0 2 0,1-1 0,1 1 0,-8 12 0,15-22-44,-1 1 0,1 0 1,0-1-1,-1 1 0,1-1 0,0 1 0,0 0 1,-1 0-1,1-1 0,0 1 0,0 0 1,0-1-1,0 1 0,0 0 0,0 0 0,0-1 1,0 1-1,0 0 0,0 0 0,0-1 0,0 1 1,1 0-1,-1-1 0,0 1 0,0 0 0,1-1 1,-1 1-1,1 0 0,0 0-166,0 0 0,1 0 1,-1 0-1,0-1 0,0 1 0,1 0 0,-1-1 1,1 1-1,-1-1 0,0 1 0,1-1 0,-1 0 1,2 0-1,6 1-1201,-1-1 1,0 0 0,15-2-1,-5-2-2075,0-1 0,0-1 0,29-13-1,-26 10 273,5-1-809</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42.131"/>
    </inkml:context>
    <inkml:brush xml:id="br0">
      <inkml:brushProperty name="width" value="0.035" units="cm"/>
      <inkml:brushProperty name="height" value="0.035" units="cm"/>
    </inkml:brush>
  </inkml:definitions>
  <inkml:trace contextRef="#ctx0" brushRef="#br0">625 90 728,'2'-24'20333,"5"26"-12221,2 4-5521,-7-5-2562,-1 1 0,1-1 0,0 1 0,-1 0 0,0-1-1,1 1 1,-1 0 0,0 0 0,0 0 0,0 0 0,0 0 0,0 0 0,0 0 0,0 1-1,-1-1 1,1 0 0,-1 0 0,0 1 0,0-1 0,1 0 0,-1 0 0,-1 1 0,1-1-1,0 0 1,-1 0 0,0 5 0,-3 7 27,0-1-1,-1 0 1,-7 16-1,10-26-54,-5 13-1,-4 9 0,-1-1 0,-19 28 0,14-25 0,-9 12 0,-25 32 0,33-44 0,16-22 0,-1-1 0,0 1 0,-1 0 0,1-1 0,-7 7 0,10-11 0,0 0 0,-1 0 0,1 0 0,0 0 0,0 0 0,0 0 0,0 0 0,-1 0 0,1 0 0,0 0 0,0 1 0,0-1 0,0 0 0,0 0 0,0 0 0,0 0 0,-1 0 0,1 0 0,0 1 0,0-1 0,0 0 0,0 0 0,0 0 0,0 0 0,0 1 0,0-1 0,0 0 0,0 0 0,0 0 0,0 0 0,0 1 0,0-1 0,0 0 0,0 0 0,0 0 0,0 1 0,0-1 0,0 0 0,0 0 0,0 0 0,0 0 0,0 0 0,1 1 0,-1-1 0,0 0 0,0 0 0,0 0 0,0 0 0,0 0 0,0 1 0,0-1 0,1 0 0,-1 0 0,0 0 0,0 0 0,0 0 0,0 0 0,1 0 0,-1 0 0,0 0 0,0 0 0,0 0 0,0 0 0,1 0 0,-1 0 0,0 0 0,0 0 0,15 2 0,-10-5 0,0 1 0,0-1 0,0 0 0,0 0 0,-1-1 0,1 1 0,-1-1 0,0 0 0,6-8 0,16-13 0,-11 12 0,-1-2 0,-1 0 0,23-34 0,-36 49 0,193-232 0,-185 222 0,104-104 0,-111 112 0,1 1 0,1-1 0,-1 1 0,0 0 0,0-1 0,1 1 0,-1 0 0,0 0 0,1 1 0,-1-1 0,1 0 0,-1 1 0,1 0 0,-1-1 0,1 1 0,-1 0 0,1 0 0,0 1 0,-1-1 0,1 0 0,-1 1 0,1 0 0,2 0 0,-3 0 0,0 0 0,0 0 0,0 0 0,0 0 0,0 0 0,-1 0 0,1 0 0,0 1 0,0-1 0,-1 1 0,1-1 0,-1 1 0,1 0 0,-1 0 0,0-1 0,0 1 0,0 0 0,0 0 0,0 0 0,0 0 0,0 0 0,-1 1 0,1-1 0,-1 0 0,1 0 0,-1 4 0,0-1 0,-1-1 0,0 0 0,0 1 0,0-1 0,0 0 0,-1 1 0,1-1 0,-1 0 0,0 0 0,-1 0 0,1 0 0,-1-1 0,1 1 0,-1-1 0,-6 6 0,-6 5 0,-1 0 0,-21 13 0,9-6 0,-40 24 0,52-35 0,15-10 0,0 1 0,0-1 0,1 1 0,-1 0 0,0-1 0,0 1 0,1 0 0,-1-1 0,1 1 0,-1 0 0,0 0 0,1-1 0,0 1 0,-1 0 0,1 0 0,-1 0 0,1 0 0,0 0 0,-1 1 0,2-1 0,-1-1 0,0 0 0,0 1 0,1-1 0,-1 1 0,0-1 0,1 0 0,-1 1 0,1-1 0,-1 0 0,0 1 0,1-1 0,-1 0 0,1 1 0,-1-1 0,1 0 0,-1 0 0,1 0 0,-1 1 0,1-1 0,-1 0 0,1 0 0,-1 0 0,1 0 0,-1 0 0,1 0 0,-1 0 0,1 0 0,-1 0 0,1 0 0,-1-1 0,1 1 0,-1 0 0,1 0 0,2-1 0,47 1 0,-1 2 0,1 3 0,76 16 0,-106-16 0,32 13 0,-46-16 0,0 1 0,0 0 0,0 1 0,0-1 0,-1 1 0,0 0 0,0 0 0,10 11 0,-14-14 0,-1 0 0,1 0 0,0 0 0,0 0 0,0 0 0,-1 1 0,1-1 0,-1 0 0,1 1 0,-1-1 0,0 0 0,1 1 0,-1-1 0,0 0 0,0 1 0,0-1 0,0 0 0,0 1 0,0-1 0,0 1 0,0-1 0,-1 2 0,0-1 0,0 1 0,-1-1 0,1 0 0,0 0 0,-1 0 0,0 1 0,1-2 0,-1 1 0,0 0 0,0 0 0,-3 1 0,-4 4 0,0-2 0,-1 1 0,0-1 0,-17 5 0,-19 3 0,0-2 0,-1-2 0,-83 4 0,81-8 0,-55-1-1192,0-3-1,-118-16 1,147 9 191,-33-6-5607,-36-3-6499,83 14 7226</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43.402"/>
    </inkml:context>
    <inkml:brush xml:id="br0">
      <inkml:brushProperty name="width" value="0.035" units="cm"/>
      <inkml:brushProperty name="height" value="0.035" units="cm"/>
    </inkml:brush>
  </inkml:definitions>
  <inkml:trace contextRef="#ctx0" brushRef="#br0">800 33 1680,'7'-4'2785,"-5"3"-2077,1 0 0,-1 0 0,0 0 0,0-1 0,0 1-1,0 0 1,-1-1 0,1 1 0,0-1 0,-1 1 0,1-12 14296,-5 11-15084,2 2 1370,-15 0 2659,22 1-3652,-4 6-228,-3-4-83,1 0 14,0 1 0,0-1 0,0 0 0,1 0 0,-1 1 0,1-1 0,0 0 0,0 0 0,2 5 0,-2-7 0,-1 0 0,0 0 0,1 0 0,-1 0 0,0 0 0,1 0 0,-1 0 0,0 0 0,0 1 0,0-1 0,0 0 0,0 0 0,-1 1 0,2 10 0,4 1 0,-3-7 0,0 0 0,1 1 0,0-1 0,7 11 0,7 21 0,-12-32 0,-1 1 0,0-1 0,0 1 0,-1 1 0,0-1 0,0 0 0,-1 1 0,0-1 0,0 1 0,1 15 0,-1 7 0,-3 48 0,0-25 0,1-36 0,-1 0 0,-5 29 0,4-34 0,0 1 0,2-1 0,-1 1 0,3 21 0,0-21 0,-2 0 0,0 1 0,-2 19 0,-16 98 0,1-49 0,11-57 0,-1 1 0,-1-1 0,-13 25 0,11-24 0,-10 16 0,-2-2 0,-1 0 0,-43 56 0,-36 60 0,24-27 0,6 8 0,63-114 0,0 0 0,2 1 0,0 0 0,-3 29 0,-2-9 0,9-35 0,0 0 0,1 0 0,0 0 0,-1 19 0,3-22 0,0 26 0,-7 65 0,4-68 0,3-23 0,-1 0 0,1 0 0,-1 0 0,-1 0 0,-1 7 0,-5 9 0,4-8 0,0-2 0,-1 1 0,-1 0 0,0-1 0,-13 20 0,-76 87 0,27-35 0,-4 5 0,66-81 0,0 0 0,0 0 0,1 0 0,0 1 0,0-1 0,-4 13 0,4-9 0,4-10 0,0 1 0,0 0 0,0 0 0,0 0 0,1 0 0,0-1 0,-1 1 0,1 0 0,0 0 0,0 0 0,1 5 0,-1-8 0,0 0 0,0 0 0,0 1 0,0-1 0,0 0 0,1 0 0,-1 1 0,0-1 0,0 0 0,0 0 0,0 0 0,0 1 0,0-1 0,1 0 0,-1 0 0,0 0 0,0 1 0,0-1 0,1 0 0,-1 0 0,0 0 0,0 0 0,0 0 0,1 0 0,-1 0 0,0 1 0,0-1 0,1 0 0,-1 0 0,0 0 0,0 0 0,1 0 0,-1 0 0,0 0 0,0 0 0,1 0 0,-1 0 0,0 0 0,0 0 0,1-1 0,-1 1 0,0 0 0,0 0 0,1 0 0,-1 0 0,1-1 0,-1 1 0,1 0 0,0-1 0,-1 1 0,1-1 0,-1 1 0,0 0 0,1-1 0,-1 1 0,1-1 0,-1 1 0,0-1 0,1 0 0,-1 1 0,0-1 0,1 1 0,-1-1 0,0 0 0,0 1 0,0-1 0,0 1 0,0-1 0,0 0 0,1 1 0,-2-2 0,2-1-448,-1 1 0,0-1 0,1 0 1,-1 1-1,1-1 0,0 1 0,0-1 0,1-2 0,21-30-12327,-11 19 8239,-1-5-1384</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44.639"/>
    </inkml:context>
    <inkml:brush xml:id="br0">
      <inkml:brushProperty name="width" value="0.035" units="cm"/>
      <inkml:brushProperty name="height" value="0.035" units="cm"/>
    </inkml:brush>
  </inkml:definitions>
  <inkml:trace contextRef="#ctx0" brushRef="#br0">246 49 1624,'9'-6'5863,"-9"5"-5727,0 1 0,0-1 1,-1 1-1,1-1 0,0 1 0,0 0 0,-1-1 0,1 1 1,0-1-1,-1 1 0,1 0 0,0-1 0,-1 1 1,1 0-1,0-1 0,-1 1 0,1 0 0,-1 0 1,1-1-1,-1 1 0,1 0 0,0 0 0,-1 0 0,1 0 1,-1 0-1,1-1 0,-1 1 0,1 0 0,-2 0 1,-22-1 1077,8 0-435,-1-2 442,1 2 0,-1 0 0,0 0 0,0 2 0,-31 4 0,-4 1 5436,33-3-3226,19-3-3414,0 0 0,0 0-1,0 0 1,0 0 0,0 0-1,0 0 1,0 0 0,0 0-1,0 0 1,0 0 0,0 0-1,0 0 1,1 0 0,-1 0-1,0 0 1,0 0 0,0 0-1,0 1 1,0-1 0,0 0-1,0 0 1,0 0 0,0 0-1,0 0 1,0 0 0,0 0-1,0 0 1,0 0 0,0 0-1,0 0 1,0 0 0,0 0-1,0 0 1,0 0 0,0 0-1,0 0 1,0 0 0,0 0-1,0 0 1,0 0 0,-1 0-1,1 0 1,0 1 0,0-1-1,0 0 1,0 0 0,0 0-1,0 0 1,0 0 0,0 0-1,0 0 1,0 0 0,0 0-1,13 1 548,612 4-241,798-5-323,-914-15 0,-333 7 0,-7-1 0,104-2 0,-55 5 0,-192 13 0,-26-7 0,1-1 0,-1 1 0,1 0 0,-1 0 0,0 0 0,1 0 0,-1 1 0,0-1 0,1 0 0,-1 0 0,0 0 0,1 0 0,-1 0 0,1 0 0,-1 1 0,0-1 0,0 0 0,1 0 0,-1 0 0,0 1 0,1-1 0,-1 0 0,0 0 0,0 1 0,1-1 0,-1 0 0,0 1 0,0-1 0,0 0 0,1 1 0,-1-1 0,0 0 0,0 1 0,0-1 0,0 0 0,0 1 0,0-1 0,0 1 0,0 0 0,0 0 0,1 1 0,1 0 0,-1 0 0,0 0 0,0 1 0,-1-1 0,1 0 0,0 1 0,-1-1 0,1 1 0,-1-1 0,0 1 0,0-1 0,0 1 0,0-1 0,0 1 0,-1 2 0,0-1 0,0 0 0,0 1 0,0-1 0,-1 0 0,1-1 0,-1 1 0,0 0 0,0 0 0,-3 3 0,-6 15 0,10-19 0,0 0 0,0 0 0,-1 0 0,1-1 0,-1 1 0,0 0 0,0 0 0,-2 2 0,-6 6 0,0 1 0,1 1 0,1-1 0,0 1 0,-9 22 0,-24 74 0,35-83 0,1 0 0,1 0 0,1 1 0,1-1 0,4 51 0,-3 53 0,-4-69 0,-14 107 0,14-136 0,-2-2 0,-1 1 0,-17 41 0,-11 14 0,-99 224 0,70-161 0,-10 22 0,66-155 0,-21 28 0,20-30 0,0 0 0,-8 18 0,7-10 0,-2 9 0,-3-1 0,0-1 0,-25 33 0,31-46 0,5-12 0,3-6 0,3-6 0,1 3-843,0 0 0,-1 0 0,1-1 0,-1 1 0,0 0-1,-1 0 1,1-10 0,-1 12 200,0-1-1,0 1 1,0-1-1,0 1 0,-1-1 1,0 1-1,0 0 1,0-1-1,0 1 1,0 0-1,0 0 1,-1 0-1,0 0 0,-1-3 1,-20-14-5322,-4 3-70</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46.054"/>
    </inkml:context>
    <inkml:brush xml:id="br0">
      <inkml:brushProperty name="width" value="0.035" units="cm"/>
      <inkml:brushProperty name="height" value="0.035" units="cm"/>
    </inkml:brush>
  </inkml:definitions>
  <inkml:trace contextRef="#ctx0" brushRef="#br0">0 722 1504,'1'1'271,"-1"0"0,0-1 0,1 1 0,-1 0 0,1-1-1,0 1 1,-1 0 0,1-1 0,-1 1 0,1-1 0,0 1-1,0-1 1,-1 1 0,1-1 0,0 0 0,0 1 0,-1-1 0,1 0-1,0 1 1,0-1 0,1 0 0,26 17 4587,-6-12-4257,0 0-1,1-2 1,-1-1 0,29 0-1,18 1 403,155 0 1949,-118-5-1731,66-3 369,2-1-600,17 1-514,74-8-152,-115 3-230,-144 10-90,302-21 156,98-10-61,-170 14 29,110-4 63,-126 14-181,-185 7-16,92-5 1461,-125 5-226,8 0-778,108-5-271,-47-1-192,-36 1 76,-9-1-42,-23 6-20,1-1 0,-1 1 0,1-1 1,-1 0-1,0 0 0,0-1 0,0 1 0,4-3 1,-6 4-2,0-1-1,0 0 1,0 1 0,0-1 0,0 0 0,0 1 0,0-1 0,0 1-1,1 0 1,-1-1 0,0 1 0,0 0 0,0 0 0,0 0 0,2 0 0,16-4 5,-6-1-2,0 1 0,19-4 0,13-3 37,76-16-68,-90 17 32,26-8 676,-54 18-606,0-1 1,0 0 0,0 0-1,0 0 1,0-1 0,0 1-1,0-1 1,-1 1-1,1-1 1,-1 0 0,1 0-1,-1 0 1,3-3 0,0-1 381,0-1 1,-1 0-1,6-11 0,-6 10-221,0 0-1,1 1 1,-1 0-1,10-10 1,7-9-236,-14 16 0,1 1 0,15-15 0,-10 12 0,0 0 0,-1-1 0,0-1 0,-1 0 0,15-26 0,-23 34 0,0-1 0,0 0 0,-1 0 0,0 0 0,-1 0 0,1 0 0,-1 0 0,0 0 0,-1 0 0,0-1 0,-1-6 0,-7-19 0,7 31 0,0-1 0,0 1 0,0 0 0,0-1 0,0 1 0,-1 0 0,1 0 0,-1-1 0,0 1 0,1 1 0,-1-1 0,0 0 0,-3-2 0,-6-7 0,10 5 0,1 1 0,0 0 0,0 0-28,0 4-505,5-7-6695,-1 0 2589,-6 2-1597,-4 1 697,5 0-24</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46.905"/>
    </inkml:context>
    <inkml:brush xml:id="br0">
      <inkml:brushProperty name="width" value="0.035" units="cm"/>
      <inkml:brushProperty name="height" value="0.035" units="cm"/>
    </inkml:brush>
  </inkml:definitions>
  <inkml:trace contextRef="#ctx0" brushRef="#br0">389 49 184,'-1'0'441,"0"-1"1,0 1-1,0-1 1,0 0-1,0 0 0,0 0 1,0 0-1,0 0 1,0 0-1,0 0 0,0 0 1,0 0-1,1 0 1,-1 0-1,0 0 1,1-1-1,-1 1 0,1 0 1,-1-1-1,1 1 1,0 0-1,0-1 0,-1 1 1,1 0-1,0-1 1,0 1-1,0 0 0,0-1 1,1-1-1,-1-5 5065,-10 3 835,-3 7-5404,1 0 0,-1 2 0,1-1-1,0 2 1,0-1 0,0 2-1,-21 12 1,28-14-937,1 0 0,-1 0 0,0 0 0,1 1 0,0-1 0,-5 9 0,-8 9 0,9-13 0,1 1 0,0 0 0,0 0 0,1 0 0,1 1 0,0 0 0,-5 14 0,3-1 0,0 1 0,-4 34 0,-6 30 0,10-58 0,4-21 0,1-1 0,1 0 0,-2 18 0,2-15-1316,0 0-1,-1 1 1,-1-1-1,0 0 1,-7 20 0,2-11-212,7-18 867,0-1 0,0 0 0,0 0 0,-1 0 0,1-1 0,-1 1 1,0 0-1,1 0 0,-1-1 0,0 1 0,0-1 0,0 0 0,0 1 0,0-1 0,0 0 0,0 0 0,-1 0 0,1-1 1,0 1-1,-1 0 0,1-1 0,0 1 0,-5-1 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48.776"/>
    </inkml:context>
    <inkml:brush xml:id="br0">
      <inkml:brushProperty name="width" value="0.035" units="cm"/>
      <inkml:brushProperty name="height" value="0.035" units="cm"/>
    </inkml:brush>
  </inkml:definitions>
  <inkml:trace contextRef="#ctx0" brushRef="#br0">34 76 1288,'2'-2'409,"0"0"0,0 0-1,0 0 1,0 0-1,0-1 1,0 1 0,-1 0-1,1-1 1,-1 0-1,1 1 1,-1-1 0,0 0-1,0 0 1,0 1 0,-1-1-1,1 0 1,-1 0-1,0 0 1,1-4 0,-2 6-312,1 0 1,0 0-1,0 1 1,-1-1 0,1 0-1,-1 0 1,1 0-1,-1 1 1,1-1 0,-1 0-1,1 1 1,-1-1-1,0 0 1,1 1-1,-1-1 1,0 1 0,1-1-1,-1 1 1,0-1-1,0 1 1,0 0 0,1-1-1,-1 1 1,0 0-1,0-1 1,0 1-1,0 0 1,0 0 0,1 0-1,-1 0 1,0 0-1,0 0 1,0 0 0,-1 1-1,1-1 387,-2-1 515,2 2-931,1-1 0,-1 0 1,1 0-1,-1 0 0,1 0 0,-1 0 1,0 0-1,1 0 0,-1 0 0,1 0 1,-1 0-1,1 0 0,-1 0 0,1 0 1,-1 0-1,1-1 0,-1 1 0,1 0 1,-1 0-1,1 0 0,-1-1 0,1 1 1,0 0-1,-1-1 0,1 1 0,-1 0 1,1-1-1,-1 0 0,-2 0 127,-10 1 12106,21 0-11765,54 6 44,159 9-49,-96-10-489,187 6 83,-146-5-121,109 4-41,-92-4 59,45 0-75,-186-6 14,10 6-1,96 5-51,520-11 26,-530 5 2,54 0 25,-46 1 94,64 5-56,-199-11 2,0-1 0,0 1 0,0-2 0,-1 0 0,14-3 0,28 3-32,-33 3 17,4-1 32,-21 0-33,8 0-66,-5 0 66,-3 27 393,-2-24-288,0 0 1,0 0 0,0 1-1,0-1 1,-1 0 0,1 0 0,-1 0-1,0 0 1,0 0 0,0 0-1,-1 0 1,-1 4 0,-2 2 3,0-1 0,0 0 0,0 0 0,-1 0 0,-1-1 0,1 0-1,-1 0 1,0 0 0,-8 5 0,-71 48-32,77-54-63,-1 1 0,1 0 0,0 0 0,0 1 0,-8 10 0,12-13 0,1 1 0,0 0 0,0 0 0,1 0 0,0 0 0,0 1 0,0-1 0,1 1 0,-2 8 0,-10 89 0,11-83 0,1 0 0,2-1 0,1 31 0,1 0 0,-2-31 0,1 14 0,-3 0 0,-4 33 0,0-17 0,5-37 0,0-1 0,-1 1 0,-7 24 0,-4 6 0,-14 83 0,25-116 0,-9 89 0,6-70 0,1-1 0,-12 45 0,6-32 0,8-30 0,0-1 0,-1 1 0,-8 19 0,-30 67 0,35-84 0,-1-1 0,0 1 0,0-1 0,-1-1 0,0 1 0,-12 10 0,-13 20 0,13-13 0,0-2 0,-2-1 0,-27 26 0,38-41 0,0 0 0,1 0 0,-16 25 0,-13 16 0,-133 148 0,137-156 0,30-38 0,1 0 0,0 0 0,0 1 0,1-1 0,-5 11 0,-2 4 0,7-15 0,-1 2 0,4 17 0,0-21 0,1-7 0,7 2 0,0 1 0,1 0 0,0 0 0,-1 0 0,1 0 0,-7 0 0,-1 0 0,1 1 0,-1-1 0,1 0 0,0 1 0,-1 0 0,1-1 0,-1 1 0,0 0 0,1-1 0,-1 1 0,1 0 0,-1 0 0,0 0 0,0 0 0,0 1 0,2 1 0,-2-3 0,0 1 0,0 0 0,0-1 0,0 1 0,0 0 0,0-1 0,0 1 0,0 0 0,0 0 0,-1 0 0,1 0 0,0 0 0,0 0 0,0 1 0,1 24 0,7 1 0,-9-25 0,0-1 0,0 1 0,0-1 0,0 0 0,0 1 0,0-1 0,1 1 0,-1-1 0,0 0 0,1 1 0,-1-1 0,1 0 0,0 0 0,-1 1 0,1-1 0,0 0 0,0 0 0,0 0 0,0 0 0,0 0 0,1 1 0,11 13 0,-12-10 0,-1 1 0,-1-1 0,-7 0 0,-19 16 0,27-20 0,-1-1 0,1 0 0,-1 1 0,1-1 0,-1 0 0,1 0 0,-1 1 0,1-1 0,-1 0 0,0 0 0,1 0 0,-1 0 0,1 0 0,-1 0 0,1 0 0,-1 0 0,0 0 0,1 0 0,-1 0 0,1 0 0,-1 0 0,1 0 0,-1 0 0,1-1 0,-1 1 0,0-1 0,0 1 0,-18-4 0,-109-13 0,32 12 0,4-1 0,-40-5 0,10-5 0,-2-2 0,111 13 0,13 5 0,-1-1 0,1 1 0,0 0 0,0 0 0,0-1 0,-1 1 0,1 0 0,0 0 0,0-1 0,0 1 0,0 0 0,0-1 0,0 1 0,0 0 0,-1-1 0,1 1 0,0 0 0,0 0 0,0-1 0,0 1 0,0 0 0,1-1 0,-1 1 0,0 0 0,0-1 0,0 1 0,0 0 0,0-1 0,0 1 0,2-2-170,-1 1 1,1 0-1,-1 0 0,1-1 0,0 1 1,-1 0-1,1 0 0,0 1 1,0-1-1,-1 0 0,1 1 1,0-1-1,0 1 0,4-1 0,8-3-1932,11-6-4854,1 1 0,50-9 0,-40 12 1105</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49.641"/>
    </inkml:context>
    <inkml:brush xml:id="br0">
      <inkml:brushProperty name="width" value="0.035" units="cm"/>
      <inkml:brushProperty name="height" value="0.035" units="cm"/>
    </inkml:brush>
  </inkml:definitions>
  <inkml:trace contextRef="#ctx0" brushRef="#br0">480 21 88,'9'-11'17753,"-27"3"-5559,11 6-10669,4 18-318,-30 39-1207,18-27 0,12-22 0,0 1 0,0-1 0,-1 0 0,0 0 0,-9 10 0,-28 25 0,-57 74 0,23-28 0,-46 97-2302,77-118-7277,44-66 9370,0 0-1,-1 1 1,1-1 0,0 0-1,-1 1 1,1-1 0,0 0-1,0 1 1,0-1 0,-1 0 0,1 1-1,0-1 1,0 0 0,0 1-1,0-1 1,0 1 0,0-1 0,0 0-1,0 1 1,-1-1 0,2 1-1,-1-1 1,0 0 0,0 1-1,0-1 1,0 1 0,0-1 0,0 0-1,0 1 1,0-1 0,1 1-1,-1-1 1,0 0 0,0 1 0,0-1-1,1 0 1,-1 1 0,0-1-1,1 0 1,-1 0 0,0 1-1,0-1 1,1 0 0,-1 0 0,1 1-1,-1-1 1,0 0 0,1 0-1,-1 0 1,0 0 0,1 0 0,-1 0-1,1 1 1,-1-1 0,0 0-1,1 0 1,-1 0 0,1 0 0,-1 0-1,0-1 1,1 1 0,0 0-1,15-4-3753</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0.828"/>
    </inkml:context>
    <inkml:brush xml:id="br0">
      <inkml:brushProperty name="width" value="0.035" units="cm"/>
      <inkml:brushProperty name="height" value="0.035" units="cm"/>
    </inkml:brush>
  </inkml:definitions>
  <inkml:trace contextRef="#ctx0" brushRef="#br0">0 11 1176,'18'-5'5112,"-1"2"899,9 0-2969,122 14-214,-53-3-2012,-60-4-614,-15-2-80,168 11 1033,-16-7-683,183 8-355,-134-2 108,-105-8-74,287 14 375,-271-13-500,66 2 175,304 20 2368,-383-17-2311,66 1-88,-74-3-141,-3 0-17,-61-5 76,89 16-1,-76-9 109,-28-6-102,38-2 1,17 3 25,19 2 431,-94-5-481,-7-2-24,0 1 0,0 0 0,0 0 0,0 0 0,0 1 1,0-1-1,7 5 0,-11-5 18,-1 1 0,0 0 0,1 0 0,-1 0 0,0 0 0,0 0 0,0-1 0,0 1 0,0 0 0,0 0 0,-1 0 0,0 3 0,-3-2 184,0 1 1,1 0-1,-1-1 1,1 2-1,0-1 1,0 0-1,-3 6 1,1-3 102,0 1-1,0-1 1,-9 10 0,12-16-291,1 1 0,-1 0 0,1 0 0,0 0-1,-1 0 1,1 0 0,0 0 0,-1 3 0,1-2-24,0 0 0,0 0 0,-1-1 1,1 1-1,-1 0 0,0-1 0,-3 4 0,-45 58 533,30-44-454,-27 37 1,27-31-90,11-14-26,1 0 0,1 0 0,0 1 0,0 0 0,2 0 0,-1 1 0,-4 17 0,-15 102 0,23-119 0,-9 115 0,-21 160 0,29-252 0,3-24 0,-1 0 0,0 0 0,-4 13 0,-9 33 0,9-33 0,-2 0 0,0 0 0,-2-1 0,-19 40 0,-32 37 0,-55 96 0,58-110 0,36-58 0,-11 4 0,-12 26 0,22-37 0,18-20 0,1 0 0,0 0 0,-1 1 0,2-1 0,-1 1 0,0-1 0,1 1 0,-3 4 0,-3 5 0,7-12 0,0 0 0,0 0 0,0 1 0,0-1 0,0 0 0,0 0 0,0 1 0,1-1 0,-1 1 0,1-1 0,-1 1 0,1-1 0,-1 3 0,-7 33 0,4-29 0,4-7 0,-1 0 0,0 0 0,1-1 0,-1 1 0,1 0 0,0 0 0,-1 0 0,1 0 0,-1 0 0,1 0 0,0 0 0,0 0 0,0-1 0,0 1 0,0 0 0,0 0 0,0 0 0,0 2 0,0 57 0,-4-54 0,4-6 0,-1 0 0,1 1 0,0-1 0,-1 0 0,1 0 0,0 1 0,-1-1 0,1 0 0,0 1 0,0-1 0,-1 0 0,1 1 0,0-1 0,0 0 0,0 1 0,0-1 0,-1 1 0,1-1 0,0 1 0,0-1 0,0 0 0,0 1 0,0-1 0,0 1 0,0-1 0,0 1 0,0 0 0,0-1 0,0 1 0,0-1 0,0 1 0,0-1 0,0 1 0,0 0 0,-1-1 0,1 1 0,0-1 0,0 1 0,-1-1 0,1 1 0,0-1 0,-1 1 0,1-1 0,0 1 0,-1-1 0,1 0 0,-1 1 0,1-1 0,-1 0 0,1 1 0,-1-1 0,1 0 0,-1 1 0,1-1 0,-1 0 0,0 0 0,1 0 0,-1 1 0,1-1 0,0 0 0,-1 0 0,1 0 0,0 0 0,-1 1 0,1-1 0,0 0 0,-1 0 0,1 0 0,0 1 0,-1-1 0,1 0 0,0 1 0,0-1 0,-1 0 0,1 1 0,0-1 0,0 0 0,0 1 0,-1-1 0,1 0 0,0 1 0,0-1 0,0 1 0,0 0 0,-2 4 0,-11-1 0,9-3 0,-29-3 0,5-1 0,-96-4 0,66 2 0,13 1 0,-39-2 0,-103-2 0,1 0 0,53 7-1636,-141-20-1,197 6-8571,24 3 129,26 7 4049</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2.464"/>
    </inkml:context>
    <inkml:brush xml:id="br0">
      <inkml:brushProperty name="width" value="0.035" units="cm"/>
      <inkml:brushProperty name="height" value="0.035" units="cm"/>
    </inkml:brush>
  </inkml:definitions>
  <inkml:trace contextRef="#ctx0" brushRef="#br0">403 11 2160,'0'0'166,"1"0"0,-1 0 0,0 1-1,1-1 1,-1 0 0,0 0 0,1 0-1,-1 0 1,0 0 0,1-1 0,-1 1-1,0 0 1,0 0 0,1 0-1,-1 0 1,0 0 0,1 0 0,-1 0-1,0-1 1,0 1 0,3-10 12049,-8 10-7651,-16 0-14,11 1-4221,0 0 0,0 1 0,0 0 0,0 0 1,0 1-1,1 0 0,0 0 0,-1 1 0,-9 7 0,-13 7 919,-33 27 0,60-41-1238,-64 60-10,56-52 0,1 0 0,0 1 0,1 0 0,0 0 0,1 2 0,-15 27 0,22-36 0,1-1 0,0 0 0,1 1 0,-1 0 0,1-1 0,0 1 0,0 0 0,1-1 0,0 1 0,0 0 0,0 0 0,0-1 0,2 7 0,0-5 0,0 1 0,0-1 0,0 0 0,1 1 0,0-1 0,0-1 0,1 1 0,0 0 0,5 6 0,-3-6 0,0 0 0,0 0 0,1 0 0,0-1 0,0-1 0,0 1 0,1-1 0,15 8 0,-17-11 0,0 1 0,0-1 0,0-1 0,1 1 0,-1-1 0,1 0 0,-1 0 0,1-1 0,-1 0 0,1 0 0,-1-1 0,1 0 0,10-2 0,-1-1 0,0-1 0,-1 0 0,18-8 0,-26 9 0,0-1 0,1 1 0,-1-1 0,-1-1 0,1 1 0,-1-1 0,0 0 0,6-8 0,-11 13 0,0-1 0,-1 0 0,1 1 0,0-1 0,-1 0 0,1 0 0,-1 1 0,1-1 0,-1 0 0,0 0 0,0 0 0,0 0 0,0 0 0,0 1 0,0-1 0,-1 0 0,1 0 0,0 0 0,-1 0 0,0 1 0,1-1 0,-1 0 0,0 1 0,0-1 0,0 0 0,0 1 0,0-1 0,0 1 0,0 0 0,-3-3 0,-1-2 0,-1 1 0,0-1 0,0 1 0,0 0 0,0 1 0,-13-7 0,5 5-364,0 1 0,-1 0 0,0 1 1,1 0-1,-2 2 0,1 0 0,0 0 0,0 1 0,-1 1 0,1 1 1,-19 3-1,-7 5-3255,38-9 2930,-1 1-1,1 0 1,0 0 0,0 1 0,0-1-1,0 1 1,0-1 0,0 1-1,-4 4 1,7-6 577,-1 0-1,1 1 0,0-1 1,0 0-1,0 1 1,0-1-1,0 1 0,0-1 1,0 0-1,0 1 1,1-1-1,-1 0 1,0 1-1,0-1 0,0 0 1,0 1-1,0-1 1,0 0-1,1 0 0,-1 1 1,0-1-1,0 0 1,1 1-1,-1-1 1,0 0-1,0 0 0,1 0 1,-1 1-1,0-1 1,0 0-1,1 0 0,-1 0 1,0 0-1,1 1 1,-1-1-1,0 0 1,1 0-1,-1 0 0,0 0 1,1 0-1,0 0 1,17 5-4102,-1-4 1202,8-1-394</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2.728"/>
    </inkml:context>
    <inkml:brush xml:id="br0">
      <inkml:brushProperty name="width" value="0.035" units="cm"/>
      <inkml:brushProperty name="height" value="0.035" units="cm"/>
    </inkml:brush>
  </inkml:definitions>
  <inkml:trace contextRef="#ctx0" brushRef="#br0">452 22 2296,'8'-16'20854,"-26"11"-11421,1 6-9379,1 1 0,-1 0 0,-27 9 0,0 0-86,31-8 32,-1 1 0,1 1 0,0 0 0,1 0 0,-23 14 0,-52 43 0,59-40 0,23-18-345,0 0 0,1 1 1,0 0-1,0 0 0,0 0 0,1 1 0,-1-1 1,-3 10-1,-16 23-2361,-1 5-11137,22-34 9202</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2.978"/>
    </inkml:context>
    <inkml:brush xml:id="br0">
      <inkml:brushProperty name="width" value="0.035" units="cm"/>
      <inkml:brushProperty name="height" value="0.035" units="cm"/>
    </inkml:brush>
  </inkml:definitions>
  <inkml:trace contextRef="#ctx0" brushRef="#br0">0 65 344,'1'-2'451,"-1"0"-1,1 0 1,0 0-1,-1 0 1,1 0 0,0 0-1,0 0 1,0 0-1,1 0 1,-1 0 0,0 0-1,1 0 1,-1 1-1,1-1 1,0 1 0,-1-1-1,3 0 1,10-12 4172,-13 13-4052,0 0 0,-1 0 0,1 0 0,0 0 0,-1 0 0,0 0 0,1 0 0,-1 0 0,1 0 0,-1 0 0,0 0 0,0 0 0,1-2 1,-2 3-175,0 0 0,0 0 0,1 0 0,-1 0 0,0 0 1,0 0-1,1 0 0,-1 0 0,0 0 0,1 0 1,-1 0-1,0 0 0,0 1 0,1-1 0,-1 0 1,0 1-1,1-1 0,-1 0 0,0 1 0,1-1 1,-1 1-1,1-1 0,-2 2 0,3 1-330,-1 0 1,1 0-1,-1 0 0,1 0 0,0 0 1,0 0-1,0-1 0,1 1 0,-1 0 1,1 0-1,-1-1 0,1 1 0,3 2 1,33 34 922,-15-17-760,13 20-230,13 12 0,-40-45-1201,-2 0 1,1 1-1,-1-1 1,0 1-1,-1 1 1,6 12-1,-6-10 343,4 0-3885,-9-12 3935,0 0-1,0 0 1,1 0-1,-1 0 1,0 0-1,1 0 0,-1 0 1,0 0-1,1-1 1,-1 1-1,1 0 1,-1-1-1,1 1 1,-1-1-1,1 0 1,1 1-1,13-1-3632</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3.492"/>
    </inkml:context>
    <inkml:brush xml:id="br0">
      <inkml:brushProperty name="width" value="0.035" units="cm"/>
      <inkml:brushProperty name="height" value="0.035" units="cm"/>
    </inkml:brush>
  </inkml:definitions>
  <inkml:trace contextRef="#ctx0" brushRef="#br0">495 17 3545,'-6'-16'19373,"-11"15"-13238,5 2-3953,-13-1-2037,-1 2-1,0 1 1,1 0 0,0 2 0,0 1 0,0 1 0,-43 19 0,56-20-123,0 0 0,0 1 0,0 0 0,0 1 0,1 0 0,1 0 0,-1 2-1,1-1 1,1 1 0,0 1 0,0-1 0,1 2 0,1-1 0,0 1 0,0 0 0,-6 18 0,9-18-22,2 0 0,-1 1 0,2 0 0,0-1 0,0 1 0,1 0 0,0 0 0,4 19 0,-2-27 0,0 0 0,-1 0 0,2 0 0,-1 0 0,0-1 0,1 0 0,0 1 0,0-1 0,0 0 0,1 0 0,-1 0 0,1-1 0,0 1 0,0-1 0,0 0 0,6 3 0,-3-2 0,0 0 0,0-1 0,0 0 0,0 0 0,1-1 0,-1 0 0,1 0 0,-1-1 0,1 0 0,9 0 0,-1-1 0,0 0 0,0-2 0,0 1 0,0-2 0,0 0 0,0-1 0,-1-1 0,1-1 0,-1 0 0,25-14 0,-38 19 0,0-1 0,0 0 0,0 0 0,0-1 0,0 1 0,0 0 0,-1 0 0,1-1 0,-1 1 0,0-1 0,1 0 0,-1 1 0,0-1 0,-1 0 0,1 0 0,0 1 0,-1-1 0,1 0 0,-1-4 0,-2 3 0,0 0 0,0 1 0,-1-1 0,1 1 0,-1-1 0,0 1 0,0 0 0,0 0 0,0 0 0,-1 0 0,1 1 0,-1-1 0,0 1 0,1 0 0,-1 0 0,0 0 0,0 1 0,0 0 0,0-1 0,-5 0 0,-4 0 0,0 0 0,0 0 0,0 2 0,1-1 0,-23 3 0,12 0-199,7 0-594,-34 6 1,13 0-867,22-6-144,0 1 0,0 1 0,-15 6-1,17-7-355,-8 3-1638</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3.907"/>
    </inkml:context>
    <inkml:brush xml:id="br0">
      <inkml:brushProperty name="width" value="0.035" units="cm"/>
      <inkml:brushProperty name="height" value="0.035" units="cm"/>
    </inkml:brush>
  </inkml:definitions>
  <inkml:trace contextRef="#ctx0" brushRef="#br0">547 27 1456,'0'-1'157,"0"1"-1,1-1 0,-1 1 1,0-1-1,0 1 0,0-1 1,0 1-1,1-1 0,-1 1 1,0-1-1,1 1 0,-1-1 1,0 1-1,1-1 0,-1 1 1,0 0-1,1-1 0,-1 1 1,1 0-1,-1-1 1,1 1-1,-1 0 0,1 0 1,-1-1-1,1 1 0,0 0 63,-1 0-1,1-1 1,-1 1-1,1 0 0,-1 0 1,1-1-1,-1 1 1,0 0-1,1-1 1,-1 1-1,0 0 1,1-1-1,-1 1 0,0 0 1,1-1-1,-1 1 1,0-1-1,1 1 1,-1-1-1,0 1 1,0-1-1,0 1 0,0-1 1,1-1 1834,-11-2 6441,4 6-7171,0-1-1,1 1 0,-1-1 1,0 0-1,0 0 0,-8 0 1,-5 0 876,4 2-2199,0 1 0,1 0 0,-1 1 0,1 0 0,0 1 0,1 1 0,-21 13 0,10-3 0,0 1 0,-39 39 0,25-20 28,8-8-133,-29 35 1,51-55-1488,0 0 1,0 0 0,-15 11 0,-7-4-6028,29-15 6771,-1-1 0,0 1 1,0-1-1,0 1 0,0-1 0,0 0 0,-1 0 0,1 0 1,0 0-1,0 0 0,0 0 0,-3-2 0,-4-2-3331</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4.145"/>
    </inkml:context>
    <inkml:brush xml:id="br0">
      <inkml:brushProperty name="width" value="0.035" units="cm"/>
      <inkml:brushProperty name="height" value="0.035" units="cm"/>
    </inkml:brush>
  </inkml:definitions>
  <inkml:trace contextRef="#ctx0" brushRef="#br0">0 38 1720,'5'-7'1524,"6"-8"3970,-9 0 4451,-2 26-3615,0 14 850,0-20-7140,0-1 0,1 1 0,0 0 0,0-1 1,0 1-1,0-1 0,1 0 0,0 1 0,0-1 0,4 7 0,2 10-2,-8-18-36,1 0 0,0-1 0,-1 1 0,1 0 0,1-1 1,-1 1-1,0-1 0,3 4 0,64 91-3764,-63-90 1941,0-1 0,0 1 0,1-1 1,0 1-1,0-2 0,0 1 0,1-1 0,0 0 1,0 0-1,0-1 0,1 0 0,9 4 0,-5-1-2789</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4.568"/>
    </inkml:context>
    <inkml:brush xml:id="br0">
      <inkml:brushProperty name="width" value="0.035" units="cm"/>
      <inkml:brushProperty name="height" value="0.035" units="cm"/>
    </inkml:brush>
  </inkml:definitions>
  <inkml:trace contextRef="#ctx0" brushRef="#br0">643 147 2232,'8'-7'1369,"2"-3"662,0 1 0,21-14 0,-10 9-149,66-36 6416,-75 43-7030,1 2 0,0 0 0,0 0 0,0 1 0,16-2 0,27 4 1090,-35 3-1898,-20-1-433,1 0 1,-1 0-1,1 0 0,-1 0 1,1 1-1,-1-1 0,1 0 1,-1 1-1,1-1 0,-1 1 1,0 0-1,1-1 0,-1 1 1,0 0-1,0 0 0,0 0 1,1 0-1,-1 0 0,0 0 1,0 0-1,0 0 0,0 0 1,-1 0-1,1 1 0,0-1 1,0 0-1,-1 1 0,1-1 1,0 3-1,0-2-14,-1 0 0,0 1 0,1-1-1,-1 0 1,0 0 0,0 1 0,0-1 0,-1 0 0,1 0-1,-1 0 1,1 1 0,-1-1 0,1 0 0,-1 0 0,0 0 0,0 0-1,0 0 1,-3 3 0,-10 10 26,-1 0 0,-1-2 0,0 0 0,-1-1-1,-25 15 1,-17 12-4,48-31-28,1-1 9,1 0 0,0 0 0,-9 10 0,17-15-14,0-1-1,-1 1 1,1-1 0,0 1 0,0-1 0,-1 1-1,1 0 1,1 0 0,-1-1 0,0 1 0,0 0 0,1 0-1,-1 0 1,1 0 0,-1 0 0,1 0 0,0 0-1,0 0 1,0 0 0,0 0 0,0 0 0,1 0-1,-1 0 1,1 2 0,0-2-2,0 0 0,0-1-1,0 1 1,1-1 0,-1 1 0,0-1 0,1 0-1,-1 0 1,0 1 0,1-1 0,0 0 0,-1 0-1,1 0 1,0-1 0,-1 1 0,1 0 0,0-1-1,3 2 1,42 5-10,-22-4 3,62 9-37,-8-2-28,-47-6 50,29 7-24,-55-10 45,-1 1 0,0 0 0,0 0 0,0 0 0,-1 0 0,1 1 0,0 0 0,-1 0 0,5 4 0,-8-6 2,0 0 0,0 0 0,0 0 0,0 0 0,-1 0 0,1 1 0,0-1 0,-1 0 0,1 0 0,-1 1 0,1-1 0,-1 0 0,1 1 0,-1-1 0,0 0 0,0 1 0,0-1 0,0 1 0,0-1 0,0 0 0,0 1 0,0-1 0,-1 0 0,1 1 0,-1-1 0,1 0 0,0 1 0,-1-1 0,0 0 0,1 0 0,-1 0 0,0 1 0,0-1 0,0 0 0,0 0 0,0 0 0,0 0 0,-2 1 0,-2 4 14,-1-1-1,-1 0 0,1-1 1,0 0-1,-10 5 1,-28 13 59,-1-3 1,0-2-1,-2-2 1,0-1-1,-65 9 1,41-11-29,-110 12-156,-42-21-3072,113-12-1592,0-11-4049,67 10 3606,-1 3-180</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5.424"/>
    </inkml:context>
    <inkml:brush xml:id="br0">
      <inkml:brushProperty name="width" value="0.035" units="cm"/>
      <inkml:brushProperty name="height" value="0.035" units="cm"/>
    </inkml:brush>
  </inkml:definitions>
  <inkml:trace contextRef="#ctx0" brushRef="#br0">418 16 4289,'-16'-9'5509,"13"8"-3816,1 0 0,-1 0 0,0 0 0,-1 0 0,1 0-1,0 1 1,0-1 0,0 1 0,0 0 0,0 0 0,-4 1 0,-8 3 961,-6 3-2654,14-6 0,1 1 0,-1 1 0,1-1 0,-7 4 0,-5 5 0,1 1 0,0 0 0,0 1 0,1 0 0,1 2 0,-16 18 0,15-16 0,11-13 0,2 0 0,-1 0 0,0 1 0,1-1 0,-4 7 0,-28 32-675,13-9-5125,21-32 4926,0 0-1,0-1 0,0 1 1,-1-1-1,1 0 0,0 1 0,-1-1 1,1 0-1,-1 0 0,0 0 1,1 0-1,-1 0 0,0 0 0,0-1 1,0 1-1,1-1 0,-4 1 1,-5 0-3787,-6 4 46</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5.673"/>
    </inkml:context>
    <inkml:brush xml:id="br0">
      <inkml:brushProperty name="width" value="0.035" units="cm"/>
      <inkml:brushProperty name="height" value="0.035" units="cm"/>
    </inkml:brush>
  </inkml:definitions>
  <inkml:trace contextRef="#ctx0" brushRef="#br0">1 47 3385,'0'-1'700,"0"-1"0,1 1 1,-1 0-1,0-1 0,1 1 0,-1 0 1,1 0-1,-1-1 0,1 1 0,0 0 1,0 0-1,-1 0 0,2-1 0,0 0-34,-1 0 0,1 1 0,0-1 0,0 1 0,0-1 0,-1 1 0,1 0 0,3-2-1,5 0 571,0 0-1,-1 1 0,1 0 1,0 0-1,0 1 0,11 0 1,63 5 1808,-61-1-2808,1 0 0,-1 1 0,0 2 0,0 0 0,-1 2 0,0 0-1,35 19 1,-45-20-231,-3-2-5,0 1 1,0 1-1,0-1 1,11 12-1,-9-7-173,-8-9 41,0 0 0,-1 1 1,1-1-1,-1 1 0,1-1 0,-1 1 1,0 0-1,0 0 0,0 0 1,-1 0-1,1 0 0,-1 0 0,1 1 1,-1-1-1,0 1 0,1 4 1,6 24-5177,-3-20 2539,-1-3-5021</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6.132"/>
    </inkml:context>
    <inkml:brush xml:id="br0">
      <inkml:brushProperty name="width" value="0.035" units="cm"/>
      <inkml:brushProperty name="height" value="0.035" units="cm"/>
    </inkml:brush>
  </inkml:definitions>
  <inkml:trace contextRef="#ctx0" brushRef="#br0">70 71 352,'-50'0'6150,"30"0"-2356,30 0 269,1 0-3465,-8 1-493,1-1 1,-1 0-1,0 0 1,1 0 0,-1-1-1,0 1 1,1-1 0,-1 0-1,8-2 2639,288-3-525,148-26-3031,-412 27 449,26-1-1008,-61 6 1309,1 0 1,0 0-1,-1 0 1,1 0-1,-1 0 1,1 0-1,0 0 1,-1 0-1,1 0 1,-1 0-1,1 0 1,-1 0-1,1 0 1,0-1-1,-1 1 1,1 0 0,-1 0-1,1-1 1,-1 1-1,1 0 1,-1-1-1,1 1 1,-1 0-1,1-1 1,-1 1-1,0-1 1,1 1-1,-1-1 1,0 1-1,1-1 1,-1 1-1,0-1 1,1 1-1,-1-1 1,0 0-1,-19 0-2124,-10 2 373,12-1-396,-1 0 0,-20-2 0,20-3-354</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7.545"/>
    </inkml:context>
    <inkml:brush xml:id="br0">
      <inkml:brushProperty name="width" value="0.035" units="cm"/>
      <inkml:brushProperty name="height" value="0.035" units="cm"/>
    </inkml:brush>
  </inkml:definitions>
  <inkml:trace contextRef="#ctx0" brushRef="#br0">13 44 528,'10'-7'2197,"6"-3"1031,-15 9-2996,1 0-1,-1 1 1,0-1-1,1 0 1,-1 0-1,0 0 1,0 0-1,0-1 1,14-15 21392,-13 32-18927,1-13-2668,1 1 0,-1-1 0,1 1 1,-1 0-1,0 0 0,0 0 0,0 0 1,0 0-1,-1 1 0,1-1 0,-1 1 1,0 0-1,3 6 0,11 42-29,-12-38 0,0-1 0,0 1 0,10 18 0,6 20 0,-5-13 0,-13-32 0,1 1 0,-1-1 0,-1 0 0,1 1 0,0 10 0,2 9 0,-3-18 0,-1 0 0,1 0 0,-1 0 0,-1-1 0,1 1 0,-4 12 0,-1 26 0,3-24 0,-1 1 0,-2-1 0,-11 36 0,9-32 0,3-5 0,0 1 0,2 0 0,1-1 0,1 31 0,1-17 0,-10 3 0,1 2 0,7-37 0,1-1 0,-1 0 0,1 0 0,-1 1 0,0-1 0,0 0 0,0 0 0,-2 3 0,1-3 0,1-1 0,0 1 0,0 0 0,0 0 0,0 0 0,0 0 0,0 6 0,1-6 0,-1 1 0,1-1 0,-1 1 0,0-1 0,0 0 0,0 1 0,-2 4 0,1-5 0,1 0 0,-1 1 0,1-1 0,0 1 0,0-1 0,1 1 0,-1 5 0,1 0 0,0 1 0,0-1 0,1 0 0,1 1 0,-1-1 0,1 0 0,1 0 0,4 9 0,4 21 0,-8-33 0,0 0 0,-1 0 0,0 0 0,0 0 0,2 12 0,-4-13 0,1-1 0,-1 0 0,0 0 0,-1-1 0,1 1 0,0 0 0,-1 0 0,0-1 0,0 1 0,0 0 0,-2 3 0,-6 14 0,2-9 0,7-11 0,-1 0 0,1 0 0,-1 1 0,0-1 0,1 0 0,-1 0 0,0 0 0,0 0 0,0 0 0,0 0 0,0 0 0,-2 1 0,0 0 0,0 1 0,0 0 0,0 0 0,0 0 0,0 0 0,1 0 0,-3 5 0,-3 2 0,8-9 0,-1 1 0,0-1 0,1 1 0,0-1 0,-1 1 0,1-1 0,0 1 0,0-1 0,0 1 0,0-1 0,0 1 0,0-1 0,0 1 0,0 0 0,1-1 0,-1 1 0,1-1 0,-1 0 0,1 1 0,-1-1 0,1 1 0,1 1 0,2 11 0,5 23 0,-9-24 0,1-8 0,-1 1 0,0 0 0,0-1 0,0 1 0,-1-1 0,1 1 0,-1 0 0,-1-1 0,1 0 0,-1 1 0,0-1 0,0 0 0,-5 8 0,-19 36 0,8-10 0,16-34 0,0 0 0,0 1 0,0-1 0,0 1 0,1-1 0,-1 11 0,-3 11 0,0-1 0,2-1 0,1 1 0,0 0 0,5 38 0,-2-4 0,-1-52 0,0 0 0,1 1 0,0-1 0,0 0 0,1 0 0,0 0 0,1 0 0,3 9 0,-5-14 0,0-1 0,-1 0 0,0 0 0,1 1 0,-1-1 0,0 0 0,0 1 0,-1 4 0,1 11 0,-2-14 0,-4-4 0,6-5 0,8-7-483,-6 10 147,0 0 1,0-1-1,0 1 0,-1-1 0,1 0 0,-1 0 1,1 1-1,-1-1 0,1-5 0,-1 3-1091,0-1 0,0 1 0,1-1 1,-1 1-1,1-1 0,1 1 0,-1 0 0,1 0 0,3-5 0,7-14-6369,-5 3 2479</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8:58.896"/>
    </inkml:context>
    <inkml:brush xml:id="br0">
      <inkml:brushProperty name="width" value="0.035" units="cm"/>
      <inkml:brushProperty name="height" value="0.035" units="cm"/>
    </inkml:brush>
  </inkml:definitions>
  <inkml:trace contextRef="#ctx0" brushRef="#br0">202 7 896,'-28'-3'9230,"21"1"-8736,0 1 0,0 1 0,0-1 0,0 1-1,-1 0 1,-9 2 0,1 1 487,0 1 0,0 0 0,1 1-1,0 1 1,-17 9 0,31-15-895,1 0 0,0 1-1,-1-1 1,1 0 0,0 1 0,0-1-1,-1 0 1,1 1 0,0-1 0,0 1 0,0-1-1,0 1 1,-1-1 0,1 1 0,0-1-1,0 1 1,0-1 0,0 0 0,0 1-1,0-1 1,0 1 0,0-1 0,0 1-1,0-1 1,1 1 0,-1-1 0,0 1-1,0-1 1,0 0 0,1 1 0,-1-1-1,0 1 1,0-1 0,1 0 0,-1 1-1,1-1 1,11 16 2585,-10-14-2120,2 2-247,0-1 0,0 0 0,0 1 0,0-1 0,0-1 1,1 1-1,0-1 0,-1 1 0,1-1 0,0-1 0,0 1 0,10 1 0,13 2 284,34 2-1,-33-4-230,118 6 132,215-13 0,-144-1-440,134 2-37,-3 0 0,-68 1-72,29-1-13,-145-3 54,3 5-24,-94 2 27,-54 4 50,-16-4-29,0-1 0,0 1 0,0 0 0,-1 0 1,1 1-1,0-1 0,-1 1 0,1 0 0,3 2 1,-7-2 20,1 1 0,0-1 0,-1 0 0,0 0 0,1 0 0,-1 1 0,0-1 0,0 0 0,-1 0 0,1 4 0,-1 1 98,1-2-113,-1 1-1,0 0 1,0 0 0,0-1-1,-3 9 1,2-9-8,0 1 0,0 0 0,1-1 1,0 1-1,0 9 0,-8 25-3,9-32 0,-1-1 0,-1 0 0,1 0 0,-3 7 0,1-6 0,1-1 0,1 1 0,-1 0 0,1 9 0,0-2 0,-1 1 0,-4 20 0,3-21 0,0 1 0,0 21 0,4 17 0,0 8 0,-10 79 0,0-6 0,1-27 0,4-57 0,5 73 0,0-45 0,-3-24 0,-2 1 0,-3-1 0,-23 90 0,24-109 0,5-26 0,0 0 0,-1-1 0,0 1 0,-5 11 0,-35 88 0,37-96 0,-1-1 0,0 0 0,-1 0 0,0 0 0,-1-1 0,-12 14 0,-18 24 0,40-50-127,0-3-337,1 0 0,-1 0 0,1 1 0,1-1 0,-1 1 0,0 0 0,1 0 1,-1 0-1,6-3 0,-4 4-798,0-1 0,0 0 1,0-1-1,0 1 0,0-1 1,4-5-1,-6 7-138,-1-1 1,1 0-1,-1 0 0,0 0 1,0 0-1,3-6 0,-4-2-3514</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0.130"/>
    </inkml:context>
    <inkml:brush xml:id="br0">
      <inkml:brushProperty name="width" value="0.035" units="cm"/>
      <inkml:brushProperty name="height" value="0.035" units="cm"/>
    </inkml:brush>
  </inkml:definitions>
  <inkml:trace contextRef="#ctx0" brushRef="#br0">18 380 1408,'7'8'2917,"-13"-6"2070,5-2-4879,1 0 1,-1 0-1,1 0 1,0 1-1,-1-1 1,1 0-1,-1 0 1,1 0-1,0 0 1,-1 0-1,1 0 0,-1 1 1,1-1-1,0 0 1,-1 0-1,1 0 1,0 1-1,-1-1 1,1 0-1,0 1 1,0-1-1,-1 0 1,1 0-1,0 1 0,-1 0 1,-1 0 1128,2-1-1162,0 0 1,-1 0-1,1 0 0,0 0 1,0 0-1,-1 0 1,1 0-1,0 0 1,-1 0-1,1 0 1,0 0-1,0 0 1,-1 1-1,1-1 0,0 0 1,0 0-1,-1 0 1,1 1-1,0-1 1,0 0-1,0 0 1,0 0-1,-1 1 0,1-1 1,0 0-1,0 0 1,0 1-1,0-1 1,0 1 851,11-1 5460,-5 5-1451,-10 2-3169,-1 2 122,5-8-1102,0 5-273,1-5-514,-1 0 1,0-1-1,0 1 0,1-1 0,-1 1 0,1 0 0,-1-1 0,0 1 0,1-1 0,-1 1 0,1-1 0,-1 1 0,1-1 1,0 1-1,-1-1 0,1 0 0,-1 1 0,1-1 0,0 0 0,-1 1 0,1-1 0,0 0 0,-1 0 0,1 0 0,0 0 1,0 1-1,-1-1 0,1 0 0,0 0 0,-1 0 0,1-1 0,0 1 0,0 0 0,0 0 0,4 0 0,15 3 0,0 0 0,0-2 0,0 0 0,0-1 0,26-4 0,150-7 0,-26 2 0,41 5 0,-31 2 0,27-3 0,175-7 0,-172 7 0,-63-1 0,44 1 0,-104-1 0,-35 1 0,-45 4 0,-5-3 0,-1-1 0,6 4 0,20 1 0,-25 1 0,0-1 0,0 0 0,0 0 0,0 0 0,0-1 0,0 1 0,0 0 0,0-1 0,3 0 0,6-3 0,-2-1 0,-2 0 0,-6 4 0,-1 0 0,1 0 0,-1 0 0,0 0 0,1 1 0,-1-1 0,0 0 0,0 0 0,0 0 0,0 0 0,1 0 0,-1 0 0,0 0 0,-1 0 0,1 0 0,0 0 0,0 0 0,0 0 0,-1-1 0,1 0 0,0-2 0,1 0 0,0 0 0,0 1 0,0-1 0,1 0 0,2-4 0,13-20 0,-12 18 0,1 0 0,0 0 0,1 1 0,9-10 0,-5 6 0,9-11 0,-11 14 0,0-1 0,-1 0 0,8-13 0,-1 7 0,-14 16 0,1 0 0,-1 0 0,0 0 0,1 0 0,-1 0 0,0-1 0,0 1 0,0 0 0,0-1 0,0 1 0,0-1 0,0 1 0,-1-1 0,1 0 0,0 1 0,-1-1 0,1-3 0,-2 2 0,2 5 0,0-2 0,0-1 0,0 1 0,0-1 0,0 1 0,0-1 0,0 0 0,0 1 0,0-1 0,-1 0 0,1 0 0,0 1 0,0-1 0,0 0 0,-1 0 0,1 0 0,0 0 0,-1 0 0,1-1 0,1-4 0,-2 1 0,0 0 0,-1 4-1,1 1 1,0-1-1,0 1 0,-1-1 1,1 1-1,0 0 0,-1-1 1,1 1-1,-1 0 1,1-1-1,0 1 0,-1 0 1,1-1-1,-1 1 0,1 0 1,-1 0-1,1-1 0,-1 1 1,1 0-1,-1 0 0,1 0 1,-1 0-1,1 0 0,-1 0 1,1 0-1,-1 0 1,1 0-1,-1 0 0,1 0 1,-1 0-1,0 0 0,-2 0-170,-30-6-8327,32 5 8037,0-1-787,0 1-1,-1-1 1,1 0 0,-1 1-1,1-1 1,-1 1-1,0 0 1,0-1 0,0 1-1,0 0 1,1 0-1,-2 0 1,-2-1 0,-3-2-3851</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1.064"/>
    </inkml:context>
    <inkml:brush xml:id="br0">
      <inkml:brushProperty name="width" value="0.035" units="cm"/>
      <inkml:brushProperty name="height" value="0.035" units="cm"/>
    </inkml:brush>
  </inkml:definitions>
  <inkml:trace contextRef="#ctx0" brushRef="#br0">62 10 584,'9'-10'17058,"-43"36"-6953,33-23-9833,-1 0 0,1 0 0,0-1 0,-1 1 0,1 0 0,0 0 0,1 0 0,-1 0-1,0 0 1,1 0 0,0 5 0,0 41 793,1-23-753,0-17-273,0-1 0,1 1 0,0-1 0,0 0 0,3 8-1,-2-8-25,0 1-1,-1-1 0,0 1 0,-1-1 0,1 10 1,-1-8-6,-1 0 0,0 0 1,-1 0-1,0 0 0,0 0 1,-1-1-1,-1 1 0,1 0 1,-6 10-1,-9 28-7,1-5 0,14-35 0,2 2 0,0-10 0,1 0 0,-1 1 0,0-1 0,0 0 0,0 0 0,1 1 0,-1-1 0,0 0 0,0 0 0,1 0 0,-1 1 0,0-1 0,0 0 0,1 0 0,-1 0 0,0 0 0,1 1 0,-1-1 0,0 0 0,0 0 0,1 0 0,-1 0 0,0 0 0,1 0 0,-1 0 0,0 0 0,1 0 0,-1 0 0,0 0 0,1 0 0,-1 0 0,0 0 0,1 0 0,-1 0 0,0-1 0,1 1 0,-1 0 0,0 0 0,0 0 0,1 0 0,-1-1 0,0 1 0,0 0 0,1-1 0,12-6 0,-13 7 0,11-6 0,16-12 0,-26 17 0,1 0 0,-1 0 0,0 0 0,0 0 0,0 0 0,0 0 0,0 0 0,-1-1 0,1 1 0,0 0 0,-1 0 0,1-1 0,0 1 0,-1-1 0,0 1 0,1 0 0,-1-4 0,2 2-206,-1 0 0,1 1 0,-1-1 0,1 0-1,0 0 1,0 1 0,0-1 0,1 1 0,-1 0 0,4-3 0,-6 4-110,1 1 0,-1-1 1,0 0-1,1 1 0,-1-1 1,0 0-1,0 1 0,1-1 1,-1 0-1,0 0 0,0 1 1,0-1-1,0 0 0,0 0 1,0 1-1,0-1 0,0 0 1,0 1-1,-1-2 0,2-11-4707,4 9 2947,0 0 0,0 0 0,0 0 1,0 1-1,7-3 0,0-1-659,-2 1-614</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2.271"/>
    </inkml:context>
    <inkml:brush xml:id="br0">
      <inkml:brushProperty name="width" value="0.035" units="cm"/>
      <inkml:brushProperty name="height" value="0.035" units="cm"/>
    </inkml:brush>
  </inkml:definitions>
  <inkml:trace contextRef="#ctx0" brushRef="#br0">53 39 1344,'-1'-1'208,"1"1"0,0-1 0,-1 0-1,1 1 1,0-1 0,-1 0 0,1 1 0,-1-1-1,1 1 1,-1-1 0,1 0 0,-1 1 0,0 0-1,1-1 1,-2 0 0,-3-1 576,1 0 0,-1 0-1,1-1 1,0 0 0,0 0 0,-5-4 0,7 7-89,2 0-661,0 0 1,-1 0 0,1-1-1,0 1 1,-1 0-1,1 0 1,0 0-1,0 0 1,-1 0 0,1 0-1,0 0 1,0 0-1,-1 0 1,1-1-1,0 1 1,0 0-1,-1 0 1,1 0 0,0-1-1,0 1 1,0 0-1,-1 0 1,1-1-1,0 1 1,0 0 0,0 0-1,0-2 2110,26 3-1521,22 6 236,-28-5-619,85 3 588,446 8 225,-407-14-946,411 1-188,-252 11 152,-102-6-9,43-5-123,126 0 8128,-342 18-6833,-26-17-1122,0 0 1,0 0 0,0 0-1,0 1 1,0-1-1,0 1 1,-1 0-1,1-1 1,0 1 0,-1 0-1,0 0 1,1 0-1,1 4 1,4 5 375,-6-10-432,0 1 0,-1-1 0,1 1 0,-1-1-1,0 1 1,1 0 0,-1-1 0,0 1 0,0-1 0,0 1-1,0 0 1,0-1 0,0 1 0,0 0 0,-2 2 0,-6 22 628,-12 39 571,15-51-1123,2-6-40,0 0 0,0-1 1,-7 11-1,-1 10 132,10-24-199,-1 0 0,1 0 0,-1 0 0,1 0 0,-1 0 0,0 0 0,-4 4 0,-8 12-21,1 1 0,1 0-1,-17 38 1,27-53-4,-1 1 0,1 1 0,1-1 0,-1 0 0,1 0 0,0 0 0,1 1 0,0-1 0,0 1 0,3 12 0,-1-6 0,1 1 0,1-1 0,0 0 0,9 19 0,-2-11 0,-1 1 0,-2-1 0,0 1 0,-1 1 0,-2-1 0,0 1 0,-2 0 0,1 25 0,-4-27 0,-2 0 0,0 0 0,-2 0 0,0-1 0,-10 28 0,7-20 0,1 0 0,-4 47 0,0 0 0,-7 39 0,15-105 0,-1 0 0,1 0 0,-2 0 0,-4 11 0,5-12 0,0 1 0,0-1 0,1 1 0,-1 13 0,-2 12 0,0-18 0,0 0 0,-1-1 0,-1 1 0,-12 20 0,9-10 0,9-22 0,-1 0 0,1-1 0,-1 1 0,0-1 0,0 0 0,-4 7 0,-27 48 0,28-49 0,5-9 0,0-1 0,0 1 0,0 0 0,-1 0 0,1-1 0,0 1 0,-1 0 0,1-1 0,-1 1 0,1 0 0,0-1 0,-1 1 0,1-1 0,-1 1 0,0-1 0,0 1 0,-2 1 0,1 0 0,-7 11 0,7-12 0,2 0 0,0 19 0,2-15 0,-2-5 0,1 0 0,-1 1 0,0-1 0,1 0 0,-1 1 0,1-1 0,0 0 0,-1 0 0,1 0 0,-1 1 0,1-1 0,-1 0 0,1 0 0,-1 0 0,1 0 0,0 0 0,-1 0 0,1 0 0,-1 0 0,1 0 0,-1-1 0,1 1 0,0 0 0,-1 0 0,1 0 0,0-1 0,0 1 0,2-1-205,0 1 1,1-1-1,-1 0 1,0 0-1,1 0 1,-1 0-1,0-1 1,0 1-1,0-1 1,0 0-1,0 0 1,-1 0-1,1 0 1,0 0-1,-1-1 1,0 1-1,1-1 1,-1 0-1,2-2 1,8-6-6701,1 0 1230,-13 11 5449,0 0 0,0-1 0,0 1 1,0-1-1,0 1 0,0 0 0,0-1 0,0 1 0,0 0 0,0-1 0,0 1 0,0-1 0,0 1 0,0 0 0,0-1 0,0 1 0,0-1 0,0 1 0,0 0 0,-1-1 0,1 1 0,0 0 0,0-1 0,0 1 0,-1 0 0,1 0 0,0-1 0,-1 1 0,1 0 0,0 0 0,0-1 0,-1 1 0,1 0 0,0 0 0,-1 0 0,1-1 0,-1 1 0,1 0 0,-9-5-4145</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3.141"/>
    </inkml:context>
    <inkml:brush xml:id="br0">
      <inkml:brushProperty name="width" value="0.035" units="cm"/>
      <inkml:brushProperty name="height" value="0.035" units="cm"/>
    </inkml:brush>
  </inkml:definitions>
  <inkml:trace contextRef="#ctx0" brushRef="#br0">147 337 784,'-1'0'319,"0"0"0,0 1 0,0-1 0,0 0-1,1 0 1,-1 1 0,0-1 0,0 0 0,0 1 0,0-1-1,1 0 1,-1 1 0,0-1 0,-1 2 0,-9 3 2417,0 7 27,-21 10 2172,26-17-2727,5-5-2070,1 1 1,0-1-1,-1 0 1,1 1-1,-1-1 1,1 0-1,-1 1 0,1-1 1,-1 0-1,1 1 1,-1-1-1,1 0 1,-1 0-1,1 0 1,-1 0-1,0 0 1,1 1-1,-1-1 1,1 0-1,-2 0 1,-9 10 6578,-12 11-2826,22-20-3844,1 0-1,0 0 0,-1-1 0,1 1 0,0 0 0,-1 0 1,1 0-1,0 0 0,0 0 0,0-1 0,0 1 0,0 0 1,0 0-1,0 0 0,0 1 0,0 5 257,-5-6-303,4 0 0,0-1 0,0 0 0,0 1 0,0-1 0,0 1 0,0-1 0,0 1 0,0 0 0,0-1 0,0 1 0,0 0 0,0 0 0,0 0 0,1 0 0,-1 0 0,0-1 0,1 1 0,-1 0 0,0 2 0,1 2 0,0-5 0,1 0 0,-1 1 0,1-1 0,-1 0 0,1 1 0,-1-1 0,1 0 0,-1 0 0,1 0 0,-1 0 0,1 1 0,-1-1 0,1 0 0,0 0 0,-1 0 0,1 0 0,-1 0 0,1 0 0,-1 0 0,1 0 0,0-1 0,-1 1 0,1 0 0,-1 0 0,1 0 0,0-1 0,0 1 0,242-10 0,-164 4 0,40-6 0,98-19 0,-153 25 0,-61 6 0,11-1 0,47 1 0,33 6 0,-87-7 0,-7 1 0,0 0 0,0 0 0,1 0 0,-1 0 0,0 0 0,0 0 0,0 0 0,0-1 0,0 1 0,1 0 0,-1 0 0,0 0 0,0 0 0,0 0 0,0 0 0,0 0 0,0-1 0,1 1 0,-1 0 0,0 0 0,0 0 0,0 0 0,0 0 0,0-1 0,0 1 0,0 0 0,0 0 0,0 0 0,0 0 0,0-1 0,0 1 0,0 0 0,0 0 0,0 0 0,0 0 0,0-1 0,0 1 0,0 0 0,0 0 0,0 0 0,0 0 0,0 0 0,0-1 0,0 1 0,-1 0 0,-8-5 0,1 1 0,6-2 0,-6 1 0,7 4 0,1 1 0,-1-1 0,0 0 0,0 0 0,1 1 0,-1-1 0,0 0 0,1 0 0,-1 0 0,0 0 0,1 0 0,0 1 0,-1-1 0,1 0 0,-1 0 0,1 0 0,0 0 0,0-1 0,0 1 0,-1 0 0,1 0 0,0 0 0,0 0 0,1 0 0,-1 0 0,0 0 0,0 0 0,0 0 0,1-1 0,0-2 0,-1 0 0,1 0 0,-1 1 0,1-1 0,0 0 0,1 0 0,-1 1 0,1-1 0,-1 1 0,4-5 0,24-35 0,-12 18 0,16-14 0,-27 33 0,-1 1 0,0-1 0,0 0 0,0 0 0,-1-1 0,0 1 0,0-1 0,5-13 0,-8 16 0,1 0 0,0 0 0,0 0 0,0 1 0,0-1 0,3-3 0,-3 4 0,0 1 0,0-1 0,-1 1 0,1-1 0,-1 1 0,1-1 0,-1 0 0,0 0 0,0 0 0,0 0 0,-1 0 0,1-4 0,2 1 0,1 3 0,-2-10 0,-1 8 0,-1 3-1772,-7-2-2493,6 4 3733,0 0 0,0-1 1,0 1-1,-1 0 1,1-1-1,0 1 0,0-1 1,0 1-1,0-1 0,1 0 1,-1 1-1,0-1 1,0 0-1,0 0 0,0 0 1,1 0-1,-1 1 0,0-1 1,1 0-1,-1 0 1,0-2-1,1 2 272,0 1 0,0 0-1,0-1 1,0 1 0,0-1 0,-1 1 0,1-1-1,0 1 1,0 0 0,0-1 0,-1 1 0,1-1-1,0 1 1,0 0 0,-1-1 0,1 1 0,0 0 0,-1-1-1,1 1 1,0 0 0,-1 0 0,1-1 0,0 1-1,-1 0 1,1 0 0,-1-1 0,1 1 0,0 0 0,-1 0-1,0 0 1,-7-1-4067</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3.870"/>
    </inkml:context>
    <inkml:brush xml:id="br0">
      <inkml:brushProperty name="width" value="0.035" units="cm"/>
      <inkml:brushProperty name="height" value="0.035" units="cm"/>
    </inkml:brush>
  </inkml:definitions>
  <inkml:trace contextRef="#ctx0" brushRef="#br0">35 3 192,'14'-2'22621,"-12"3"-22009,0 12 2372,-1-9-2398,14 36 3553,1 29-2550,-14-56-1583,-2 1-1,1-1 1,-2 1 0,0-1-1,-1 0 1,0 1 0,-1-1 0,-4 13-1,-6 31-12,6-13 7,0-9 0,-3 70 0,9-98-146,0 0 0,0 0-1,0 0 1,-1 0 0,0 0 0,-4 6-1,4-6-120,0-1-1,0 1 1,0-1-1,0 1 1,0 13-1,-3-3-1727,2-10-102,2 2-3526,6-11 5,10-4 2239,-10 4 2395,-4 1 685,0 1 0,0-1 0,0 0-1,1 1 1,-1-1 0,0 0 0,0 0 0,0 1-1,0-1 1,0 0 0,-1 0 0,1 0 0,0 0-1,0 0 1,-1-1 0,2-1 0,-1-8-2464</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5.497"/>
    </inkml:context>
    <inkml:brush xml:id="br0">
      <inkml:brushProperty name="width" value="0.035" units="cm"/>
      <inkml:brushProperty name="height" value="0.035" units="cm"/>
    </inkml:brush>
  </inkml:definitions>
  <inkml:trace contextRef="#ctx0" brushRef="#br0">17 61 2032,'-1'0'239,"0"0"0,0-1 0,0 1 0,0-1 0,0 0 0,0 1 0,0-1 0,1 0 0,-1 1 0,0-1 0,0 0 0,1 0 0,-1 0 0,0 0 0,1 1-1,-1-1 1,1 0 0,-1 0 0,1 0 0,-1 0 0,1-1 0,0 1 0,0 0 0,0 0 0,-1 0 0,1 0 0,0 0 0,0 0 0,0 0 0,1-2 0,-1 2-66,1 0 0,0-1 1,0 1-1,0 0 0,0-1 1,0 1-1,0 0 0,0 0 1,1 0-1,-1 0 1,0 0-1,0 0 0,1 0 1,-1 1-1,1-1 0,-1 0 1,1 1-1,2-1 0,16-4 161,0 2 0,0 0 0,0 1 0,1 1 0,24 2 0,-9 0-100,492 4 1261,-187-5-1061,-228 6-340,25-1-84,44 1-34,16-1 48,-101 0 0,58-10 236,-154 5 48,27 0 1776,122 0 1657,202 0-3638,-310 11-38,4 0 10,31-1 413,-76-10-441,1 0 1,-1 0-1,1 0 1,-1 0-1,0 1 0,1-1 1,-1 0-1,1 0 1,-1 1-1,1-1 1,-1 1-1,0 0 1,0-1-1,1 1 0,-1 0 1,0-1-1,0 1 1,3 2-1,-3-1 84,0 0 0,-1-1 0,1 1 0,0 0 0,0 0 0,-1-1 0,1 1 0,-1 0 0,0 0 0,0 0 0,1 0 0,-1 0 0,-1 2 0,1 0-39,0 0 0,-1 0 0,0-1 1,0 1-1,0-1 0,0 1 0,-1-1 0,0 1 0,1-1 0,-1 0 0,0 0 0,0 0 0,-1 0 1,-4 5-1,4-4 49,0 0 1,-1 1-1,1-1 1,1 1-1,-4 7 1,-7 13 346,-12 16 224,17-25-523,-1-1 1,-1 0-1,0-1 1,-24 25-1,-35 43 686,-35 32-315,93-104-554,-52 51 33,55-52-35,0 1 1,1-1-1,0 1 1,-11 21-1,-25 45-4,40-71 0,0 2 0,-1 0 0,1 1 0,0-1 0,1 1 0,-1 0 0,2 0 0,-1-1 0,1 1 0,0 13 0,1-5 0,1 0 0,5 26 0,-4-28 0,-1-1 0,0 1 0,0 0 0,-3 19 0,0 5 0,3-5 0,0-19 0,-1 1 0,0-1 0,-1 1 0,-1-1 0,-4 21 0,-5 25 0,3-29 0,-8 25 0,14-44 0,2-11 0,0 0 0,0 0 0,0 0 0,-1 0 0,1 0 0,0-1 0,0 1 0,-1 0 0,1 0 0,0 0 0,-1-1 0,1 1 0,-1 0 0,1 0 0,-1-1 0,1 1 0,-1 0 0,-1 0 0,0 1 0,1 0 0,-1 0 0,0 0 0,1 0 0,0 0 0,-1 0 0,1 1 0,0-1 0,0 0 0,0 1 0,0-1 0,0 3 0,1-4 0,0 0 0,-1 0 0,1 0 0,0-1 0,0 1 0,-1 0 0,1 0 0,0 0 0,-1-1 0,1 1 0,-1 0 0,1 0 0,-1-1 0,0 1 0,1 0 0,-1-1 0,0 1 0,0 0 0,0-1 0,1 1 0,-1-1 0,0 1 0,1-1 0,-1 1 0,1 0 0,-1-1 0,1 1 0,-1 0 0,1-1 0,-1 1 0,1 0 0,0-1 0,-1 1 0,1 0 0,0 0 0,0 1 0,-1-1 0,1 1 0,0-1 0,-1 0 0,1 0 0,-1 1 0,1-1 0,-1 0 0,1 0 0,-1 0 0,0 0 0,1 0 0,-3 2 0,2-2 0,0 0 0,1 0 0,-1 1 0,0-1 0,0 0 0,0 1 0,1-1 0,-1 0 0,1 1 0,-1-1 0,1 1 0,-1 2 0,1-1 0,-1-1 0,1 1 0,-1-1 0,0 1 0,1-1 0,-1 0 0,-1 1 0,1-1 0,0 0 0,0 0 0,-3 3 0,3-3 0,-1 0 0,1 0 0,-1 0 0,1 0 0,0 1 0,0-1 0,0 0 0,0 1 0,1-1 0,-1 1 0,0 3 0,-8 37 0,9-42 0,0 11 0,0 0 0,1 0 0,0 0 0,5 19 0,5 18 0,-7-40 0,-2-3 0,0-1 0,0 0 0,1 1 0,0-1 0,6 8 0,-3-3 0,1 0 0,6 17 0,-3-8 0,22 29 0,-29-37 0,-3-11 0,0 1 0,0-1 0,0 1 0,0-1 0,0 1 0,1-1 0,-1 1 0,0-1 0,0 0 0,0 1 0,0-1 0,1 1 0,-1-1 0,0 1 0,0-1 0,1 0 0,-1 1 0,0-1 0,1 0 0,-1 1 0,0-1 0,1 0 0,-1 1 0,0-1 0,1 0 0,0 1 0,0 0 0,1 0 0,-1 1 0,0-1 0,0 1 0,0-1 0,0 1 0,0 0 0,0-1 0,0 1 0,0 0 0,-1-1 0,1 1 0,0 2 0,4 9 0,4 0 0,-7-11 0,0 0 0,0 0 0,-1 1 0,1-1 0,-1 1 0,1 0 0,-1-1 0,1 5 0,-1-6 0,-1 1 0,1 0 0,-1-1 0,1 1 0,-1-1 0,1 1 0,0-1 0,0 1 0,0-1 0,0 1 0,0-1 0,0 0 0,0 0 0,0 1 0,1-1 0,-1 0 0,0 0 0,1 0 0,-1 0 0,1-1 0,1 2 0,15 12 0,-6 2 0,-3 16 0,-8-32 0,1 1 0,-5 4 0,1-3 0,3 0 0,5 5 0,-4-1 0,-2-1 0,-2 0 0,2-5 0,-1 0 0,1 1 0,-1-1 0,1 0 0,-1 1 0,1-1 0,-1 0 0,1 0 0,-1 0 0,1 0 0,-1 1 0,1-1 0,-1 0 0,1 0 0,-1 0 0,0 0 0,1 0 0,-1 0 0,1 0 0,-1-1 0,1 1 0,-1 0 0,0 0 0,1 0 0,-1 0 0,0-1 0,0 1 0,-111-11 0,62 7 0,37 3 0,-1 0 0,1 0 0,0 1 0,-15 2 0,-5 2 0,0-2 0,-35-3 0,20 1 0,47-1-104,-1 0 0,0 1 0,1-1 0,0 0 0,-1 0 0,1 0 0,-1 0 1,1 0-1,0 0 0,-2-2 0,2 2-4,1 1 0,-1-1 0,0 0 0,1 1-1,-1-1 1,1 0 0,-1 1 0,1-1 0,-1 0 0,1 0 0,-1 0 0,1 1 0,0-1 0,0 0 0,-1 0 0,1 0 0,0 0 0,0 0 0,0 0 0,0 1-1,0-1 1,0 0 0,0 0 0,1-2 0,18-23-8883,2-2-5395,-20 18 9009</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7.737"/>
    </inkml:context>
    <inkml:brush xml:id="br0">
      <inkml:brushProperty name="width" value="0.035" units="cm"/>
      <inkml:brushProperty name="height" value="0.035" units="cm"/>
    </inkml:brush>
  </inkml:definitions>
  <inkml:trace contextRef="#ctx0" brushRef="#br0">9 82 504,'-7'-3'4866,"6"2"-4540,1 1 1,0 0 0,0 0-1,0-1 1,0 1 0,0 0 0,0-1-1,0 1 1,0 0 0,0 0-1,-1-1 1,1 1 0,0 0-1,1-1 1,-1 1 0,0 0 0,0-1-1,0 1 1,0 0 0,0-1-1,0 1 1,0 0 0,0 0 0,1-2 979,-1 2-979,7-5 1497,38-16 3363,14 7-4154,0 3-1,1 2 0,73 0 0,-126 9-986,-1 0-1,0 1 0,0 0 1,0 0-1,0 1 0,0-1 1,0 1-1,9 5 1,-14-6-26,0-1 1,0 1-1,0 0 1,0-1-1,0 1 1,0 0-1,0-1 1,-1 1-1,1 0 1,0 0-1,-1 0 1,1 0-1,0 0 1,-1 0-1,1 0 1,-1 0-1,0 0 1,1 0-1,-1 0 0,0 0 1,1 2-1,-1-1 12,-1 0 0,1-1 0,-1 1 0,0 0-1,1 0 1,-1-1 0,0 1 0,0-1-1,0 1 1,0 0 0,0-1 0,-1 0 0,1 1-1,0-1 1,-1 0 0,1 0 0,0 1-1,-3 0 1,-20 14 402,-44 24-1,7-5-146,-1-3-152,49-26-124,0 0 1,0 1 0,1 0-1,0 1 1,0 0-1,-15 15 1,18-14 4,8-8-13,-1 0-1,1 0 0,0 0 0,-1 1 1,1-1-1,0 1 0,0-1 0,0 1 1,0-1-1,0 1 0,0 0 0,0-1 1,1 1-1,-1 0 0,0 0 1,1-1-1,0 1 0,-1 0 0,1 0 1,0 2-1,1-3 8,0 0 0,0 0 0,0-1 1,0 1-1,0 0 0,0-1 0,1 1 0,-1-1 0,0 1 1,0-1-1,0 0 0,1 1 0,-1-1 0,0 0 1,1 0-1,1 0 0,27 3 176,70-5 387,112 5-14,-184-1-524,0 2 1,34 8-1,-54-10-21,0 0 0,-1 0 0,1 1 0,0 1 0,-1-1 0,0 1-1,0 0 1,0 1 0,0 0 0,-1 0 0,1 0 0,6 8 0,-12-11-10,0 0 0,1 0 1,-1 0-1,0 0 0,0 0 1,0 0-1,-1 0 0,1 0 1,0 1-1,-1-1 0,1 0 1,-1 0-1,0 1 0,0-1 1,0 0-1,0 1 0,0-1 1,0 0-1,-1 1 0,1-1 1,-1 0-1,1 1 1,-2 1-1,-1 2 5,0 0 1,0-1-1,0 1 1,-1-1-1,0 0 1,-8 9-1,4-7-7,-1 1 0,1-2 0,-1 1 0,0-1 0,-1-1 0,0 0-1,0 0 1,0-1 0,0 0 0,-20 4 0,-8 0-68,-65 4 0,80-10-13,10-1-370,-1-1 1,0 0-1,-25-3 0,-12-10-5081,50 13 5413,1 0 0,0 0 0,-1 0 0,1 0 0,0 0 0,-1 0 0,1 0 0,0 0 0,-1 0 0,1 0 0,0-1 0,-1 1 0,1 0 0,0 0 0,0 0 0,-1-1 0,1 1 0,0 0 0,0 0 0,-1 0 0,1-1 0,0 1 0,0 0 0,-1-1 0,1 1 0,0 0 0,0-1 0,0 1 0,0 0-1,0-1 1,0 1 0,-1 0 0,1-1 0,0 1 0,0 0 0,0-1 0,0 1 0,11-11-3855,22-4-1185,-7 5 1564,0-1-248</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8.008"/>
    </inkml:context>
    <inkml:brush xml:id="br0">
      <inkml:brushProperty name="width" value="0.035" units="cm"/>
      <inkml:brushProperty name="height" value="0.035" units="cm"/>
    </inkml:brush>
  </inkml:definitions>
  <inkml:trace contextRef="#ctx0" brushRef="#br0">496 6 728,'-18'-5'14634,"10"5"-13374,1 1 0,-1 0 0,0 0 0,1 1 0,-1 0 0,1 0 1,0 1-1,0 0 0,-9 5 0,-8 6 687,-28 23 1,3-3-1252,22-16-611,-32 31 0,7-7-42,32-25-1110,-26 27 0,15-14-257,25-23-952,-9 5-2399,3-8-4151,11-10 3061,1-9 1565,0 14 2932,0-5-735</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8.212"/>
    </inkml:context>
    <inkml:brush xml:id="br0">
      <inkml:brushProperty name="width" value="0.035" units="cm"/>
      <inkml:brushProperty name="height" value="0.035" units="cm"/>
    </inkml:brush>
  </inkml:definitions>
  <inkml:trace contextRef="#ctx0" brushRef="#br0">9 100 496,'-1'-2'223,"0"0"-1,0 1 1,0-1-1,0 1 1,1-1 0,-1 0-1,1 0 1,-1 1-1,1-1 1,-1 0 0,1 0-1,0 0 1,0 0-1,0 0 1,0 1 0,0-1-1,0 0 1,1 0-1,-1 0 1,1 1 0,-1-1-1,1 0 1,0 0-1,0-1 1,3-5 1443,0 1 1,1 0-1,9-11 0,-13 17-1423,0-1 196,1 1-1,0 0 0,0-1 1,0 1-1,0 0 0,0 0 1,0 1-1,0-1 1,0 0-1,1 1 0,-1-1 1,0 1-1,0-1 0,1 1 1,-1 0-1,0 0 0,0 0 1,1 1-1,2 0 0,47 10 3357,-22-2-3118,1 3 0,-2 0 0,1 2 0,32 20 0,-52-27-865,12 6-2105,25 21-1,-19-20-1027,-6-5-47,-17-6 2428,0-1 1,0 0 0,1 0-1,-1 0 1,1-1 0,-1 0 0,1 0-1,0 0 1,-1 0 0,1-1-1,6-1 1,13 1-2272</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8.622"/>
    </inkml:context>
    <inkml:brush xml:id="br0">
      <inkml:brushProperty name="width" value="0.035" units="cm"/>
      <inkml:brushProperty name="height" value="0.035" units="cm"/>
    </inkml:brush>
  </inkml:definitions>
  <inkml:trace contextRef="#ctx0" brushRef="#br0">1 165 1048,'5'-10'1578,"1"0"-1,0 1 1,1 0-1,0 1 1,14-14-1,-11 13-491,-1 1 0,2 1 1,-1 0-1,19-9 0,-10 8-189,1 0 0,0 1 0,1 1 0,0 1 0,-1 1 0,24-2 0,-32 5-535,0-1-68,0 1-1,0 0 0,1 1 1,-1 0-1,0 1 0,0 0 1,13 3-1,-12 0-186,-11-4-96,1 1-1,-1-1 1,-1 1 0,1-1 0,0 1 0,0 0-1,0-1 1,0 1 0,0 0 0,-1 0 0,1 1-1,0-1 1,-1 0 0,1 0 0,-1 1-1,1-1 1,-1 1 0,0 0 0,1-1 0,0 3-1,-2-3-6,0 0 0,0 0 0,1 0-1,-1 0 1,-1-1 0,1 1-1,0 0 1,0 0 0,0 0-1,0-1 1,-1 1 0,1 0 0,0 0-1,-1 0 1,1-1 0,0 1-1,-1 0 1,1-1 0,-1 1 0,1 0-1,-1-1 1,1 1 0,-1 0-1,0-1 1,1 1 0,-1-1-1,-1 1 1,-26 19 18,16-12-13,2-1-3,0-1 0,-1 0 0,1 0 0,-15 4 0,-14 8 1,-16 6 13,42-19-26,1 0 1,-1 1-1,1 1 0,0-1 1,0 2-1,-15 12 0,27-20 3,-1 0 0,1 0 0,0 1 0,-1-1 0,1 0 0,0 0-1,0 1 1,-1-1 0,1 0 0,0 0 0,0 1 0,-1-1-1,1 0 1,0 1 0,0-1 0,0 0 0,-1 1 0,1-1 0,0 0-1,0 1 1,0-1 0,0 0 0,0 1 0,0-1 0,0 0-1,0 1 1,0-1 0,0 1 0,0-1 0,0 0 0,0 1 0,0-1-1,0 0 1,0 1 0,0-1 0,1 0 0,-1 1 0,0-1-1,0 0 1,0 1 0,1-1 0,-1 0 0,0 1 0,2 0-1,0 0-1,0 0 1,0 0 0,0-1 0,0 1-1,0-1 1,0 1 0,0-1 0,2 1 0,56 1 14,-54-2-20,185 0-47,-180 0 45,-1 0-1,0 2 1,18 3-1,-24-4 8,0 0 0,-1 0 0,1 0 1,-1 1-1,1 0 0,-1-1 0,0 1 0,1 0 0,-1 1 0,0-1 0,5 5 0,-8-6 3,1 0 1,-1-1-1,0 1 1,1 0-1,-1 0 1,0 0-1,1-1 1,-1 1-1,0 0 1,0 0-1,0 0 1,0 0-1,0 0 1,0 0 0,0-1-1,0 1 1,0 0-1,0 0 1,0 0-1,-1 0 1,1-1-1,0 1 1,-1 0-1,1 0 1,0 0-1,-1-1 1,1 1-1,-1 0 1,1 0-1,-1-1 1,-1 2-1,-23 20-37,19-17 19,2-2 11,0 0 0,0-1-1,-1 0 1,1 0 0,-1 0 0,1-1 0,-6 2-1,-17 7-21,0 1-1,-1-2 1,0 0-1,0-1 1,-34 3-1,26-4-165,-3 1-1116,0-3 0,-47 2-1,85-6 1190,1-1 0,-1 0 0,0 0 0,1 0 1,-1 0-1,0 0 0,0 0 0,1 0 0,-1 0 0,0 0 0,1 0 0,-1-1 0,0 1 0,1 0 0,-1 0 0,0-1 0,1 1 0,-1 0 0,1-1 0,-1 1 0,0-1 0,9-8-4160,25-6-2238,-10 9 3310,-4-4-271</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8.890"/>
    </inkml:context>
    <inkml:brush xml:id="br0">
      <inkml:brushProperty name="width" value="0.035" units="cm"/>
      <inkml:brushProperty name="height" value="0.035" units="cm"/>
    </inkml:brush>
  </inkml:definitions>
  <inkml:trace contextRef="#ctx0" brushRef="#br0">339 27 2409,'18'-27'26985,"-19"30"-26895,1 0 0,-1-1 1,1 1-1,-1-1 0,0 1 0,0-1 0,0 1 0,0-1 0,-1 0 0,1 1 0,-1-1 0,1 0 1,-1 0-1,0 0 0,1 0 0,-1-1 0,-4 4 0,-6 4 427,0-1-1,-15 8 1,10-6-316,-21 16-424,-54 49 0,21-15-475,54-47-701,9-8-399,1 1 0,0-1-1,0 2 1,-7 7 0,13-11 1807</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9.102"/>
    </inkml:context>
    <inkml:brush xml:id="br0">
      <inkml:brushProperty name="width" value="0.035" units="cm"/>
      <inkml:brushProperty name="height" value="0.035" units="cm"/>
    </inkml:brush>
  </inkml:definitions>
  <inkml:trace contextRef="#ctx0" brushRef="#br0">1 77 1328,'2'-3'568,"0"-1"-1,-1 1 1,1 0 0,0-1-1,-1 1 1,0-1-1,1-4 1,-1 4-60,0 1 0,0 0-1,0 0 1,0 0 0,0 0 0,1 0 0,1-3-1,2-2 1143,-5 7-1598,0 1 0,0-1 0,1 1 0,-1-1-1,0 1 1,0-1 0,1 1 0,-1 0 0,0-1 0,0 1 0,1-1 0,-1 1 0,0 0 0,1 0 0,-1-1-1,1 1 1,-1 0 0,0-1 0,1 1 0,-1 0 0,1 0 0,-1 0 0,1 0 0,-1-1 0,1 1-1,-1 0 1,1 0 0,-1 0 0,1 0 0,-1 0 0,1 0 0,-1 0 0,1 0 0,-1 0 0,1 1 0,7-1 332,-1 0 1,1 1 0,-1 0 0,1 1-1,-1 0 1,0 0 0,0 0 0,1 1-1,-2 0 1,1 1 0,0-1 0,-1 1-1,1 0 1,-1 1 0,0 0 0,-1 0-1,1 0 1,-1 1 0,6 7 0,-9-10-358,0 1 0,0-1 0,0 0 0,-1 1 0,1-1 0,-1 1 0,0 0 0,0-1 0,0 1 1,0 6-1,1 42-676,-3-34-246,2-15 563,0 0-1,-1-1 1,1 1 0,0 0-1,0-1 1,1 1-1,-1-1 1,0 1 0,1-1-1,0 0 1,-1 1 0,1-1-1,0 0 1,4 3 0,-5-4-271,1 1 0,-1-1 0,1 0 0,0 0 0,-1 0 0,1 0 0,0 0 0,0 0 0,0 0 0,0-1 0,0 1 0,0 0 0,4-1 0,2 0-2892</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09.507"/>
    </inkml:context>
    <inkml:brush xml:id="br0">
      <inkml:brushProperty name="width" value="0.035" units="cm"/>
      <inkml:brushProperty name="height" value="0.035" units="cm"/>
    </inkml:brush>
  </inkml:definitions>
  <inkml:trace contextRef="#ctx0" brushRef="#br0">130 104 400,'0'-3'698,"0"0"1,1 0-1,-1 0 1,1 0-1,-1 0 0,1 0 1,0 1-1,0-1 1,0 0-1,1 1 0,-1-1 1,1 1-1,-1-1 1,1 1-1,0-1 0,2-1 1,0 0-58,0 0-1,1 1 1,0-1 0,-1 1 0,1 0 0,1 0 0,8-3 0,5 0 24,0 1 1,0 0 0,0 1 0,21 0-1,46 2 717,-52 3-934,-29-1-367,0 0-1,0 0 1,1 1-1,-1 0 1,0 0 0,0 0-1,0 1 1,0 0-1,0 0 1,7 4-1,-10-5-69,-1 0 0,0 0-1,0 0 1,1 0-1,-1 0 1,0 0 0,0 0-1,0 1 1,0-1-1,-1 0 1,1 1-1,0-1 1,-1 0 0,1 1-1,0-1 1,-1 1-1,0-1 1,1 1 0,-1-1-1,0 1 1,0 0-1,0-1 1,0 1-1,0-1 1,0 1 0,0-1-1,0 1 1,-1-1-1,1 1 1,-1-1-1,1 1 1,-1-1 0,0 1-1,1-1 1,-1 0-1,0 1 1,0-1 0,-1 2-1,-6 6 6,0 0-1,0-1 1,-1 0 0,1-1-1,-2 0 1,-16 10 0,-10 8-21,29-20 5,-24 22-124,30-26 115,0 0-1,1 0 0,-1 0 0,0-1 1,1 1-1,-1 0 0,0 0 1,1 0-1,-1 0 0,1 0 0,-1 0 1,1 0-1,0 0 0,0 0 1,-1 1-1,1-1 0,0 0 1,0 0-1,0 0 0,0 0 0,0 0 1,0 0-1,0 0 0,1 1 1,-1-1-1,0 0 0,1 0 1,-1 0-1,1 0 0,-1 0 0,2 1 1,4 3-8,1-1 1,0 0 0,1-1-1,-1 1 1,1-1-1,8 2 1,113 43 1,-127-47 17,1 1-1,-1-1 0,0 0 0,0 1 0,1-1 0,-1 1 1,0 0-1,0-1 0,-1 1 0,1 0 0,0 0 0,-1 1 1,1-1-1,-1 0 0,2 3 0,-2-4 3,-1 1-1,1 0 1,-1-1-1,1 1 1,-1-1-1,0 1 1,0 0-1,1-1 1,-1 1-1,0-1 1,0 1-1,-1 0 1,1-1-1,0 1 1,0 0-1,-1-1 1,1 1-1,-1-1 1,0 1-1,1-1 1,-1 1-1,0-1 1,-2 3-1,-2 2 10,-1-1-1,0 1 1,0-1-1,0 0 1,-1-1-1,0 1 1,-10 4-1,-54 21 77,35-19-451,-64 10-1,91-20 195,-18 3-1881,-51 1 1,-27-9-6838,69-1 5083,-6 0-256</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15.617"/>
    </inkml:context>
    <inkml:brush xml:id="br0">
      <inkml:brushProperty name="width" value="0.035" units="cm"/>
      <inkml:brushProperty name="height" value="0.035" units="cm"/>
    </inkml:brush>
  </inkml:definitions>
  <inkml:trace contextRef="#ctx0" brushRef="#br0">27 1 3969,'-5'-1'3032,"-16"6"13243,21-4-15228,10 11 3978,-4-9-4683,1 0 1,-1-1 0,1 1 0,0-1 0,-1-1 0,1 1-1,13 0 1,52 1 104,-71-3-440,614 5-32,-402 0-2442,-107-1-2148,-3-2-6202,-100-2 8062,-6 1-220,-10 2-398,3-2-256</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15.882"/>
    </inkml:context>
    <inkml:brush xml:id="br0">
      <inkml:brushProperty name="width" value="0.035" units="cm"/>
      <inkml:brushProperty name="height" value="0.035" units="cm"/>
    </inkml:brush>
  </inkml:definitions>
  <inkml:trace contextRef="#ctx0" brushRef="#br0">31 71 872,'-30'15'14159,"34"-13"-14195,216 3 8063,182-10-4807,-129-14-4848,-239 15 72,-20 2 34,-1 0 1,1-1-1,22-8 0,-20 4-2437,-1 0 0,24-14 0,-21 10 9</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16.307"/>
    </inkml:context>
    <inkml:brush xml:id="br0">
      <inkml:brushProperty name="width" value="0.035" units="cm"/>
      <inkml:brushProperty name="height" value="0.035" units="cm"/>
    </inkml:brush>
  </inkml:definitions>
  <inkml:trace contextRef="#ctx0" brushRef="#br0">183 44 2112,'-38'-14'6514,"28"9"-4969,0 1 0,0 1 0,0 0 0,0 0 0,-1 1 0,-12-2 0,-7 2 5506,1-1-2428,28 3-3913,12 10 59,86 15-691,149 19 1,-97-20-63,75 15-16,-67-2 0,-143-35 0,1 2 0,0-1 0,-1 2 0,0 0 0,26 13 0,-39-18 0,0 1 0,-1-1 0,1 1 0,-1-1 0,1 1 0,-1-1 0,1 1 0,-1-1 0,1 1 0,-1-1 0,0 1 0,1-1 0,-1 1 0,0 0 0,0-1 0,1 1 0,-1 0 0,0-1 0,0 1 0,0 0 0,0-1 0,0 1 0,0 0 0,0 0 0,0-1 0,0 1 0,0 0 0,-1 2 0,1-1 0,-1 1 0,0-1 0,0 0 0,0 0 0,0 0 0,-1 1 0,-1 1 0,-2 2 0,1-1 0,-1 1 0,-1-1 0,1 0 0,-10 6 0,-120 67 0,-66 44 0,157-91-595,-114 89-5435,144-109 3103,-1 0 1,-21 12 0,-12 3-7612,23-15 5577</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18.572"/>
    </inkml:context>
    <inkml:brush xml:id="br0">
      <inkml:brushProperty name="width" value="0.035" units="cm"/>
      <inkml:brushProperty name="height" value="0.035" units="cm"/>
    </inkml:brush>
  </inkml:definitions>
  <inkml:trace contextRef="#ctx0" brushRef="#br0">1 17 1192,'17'-5'6617,"9"-1"-4145,70 1 4772,-55 10-2874,-39-5-4269,-1 1 0,1-1 0,-1 1 0,1-1 0,-1 1 0,1 0 0,-1 0 0,0-1 0,0 1 0,1 0 0,-1 0-1,0 0 1,0 0 0,0 0 0,0 1 0,0-1 0,0 0 0,0 0 0,0 1 0,-1-1 0,1 1 0,0-1 0,-1 0 0,1 2 0,-1-1 21,1 0 0,0 0 1,0 0-1,-1 0 0,1-1 1,0 1-1,0 0 1,0-1-1,1 1 0,-1-1 1,0 1-1,3 1 1,8 13 873,16 23 241,-20-28-1101,0-1 0,9 17 0,-10-18-117,-6-9-18,0 1 0,-1 0-1,1 0 1,0-1 0,0 1 0,-1 0 0,1 0 0,-1 0 0,1 0 0,-1 0-1,1 0 1,-1 0 0,0 0 0,1 0 0,-1 0 0,0 1 0,0 0 0,0-1 0,1 1 0,-1-1 0,0 0 0,1 1-1,-1-1 1,1 0 0,0 1 0,-1-1 0,1 0 0,0 0 0,0 1 0,1 0 0,-1-1 0,0 0 0,0 1 0,-1-1 0,1 0-1,0 0 1,-1 0 0,1 1 0,0-1 0,-1 0 0,0 1 0,1-1-1,-1 1 1,0 1 0,1-1 0,-1 0 1,1 1-1,-1-1 0,1 0 1,-1 0-1,1 0 0,0 0 1,0 0-1,2 2 0,-2-2 3,0 0 1,0 0-1,0 0 0,0 1 0,0-1 0,0 0 0,-1 0 0,1 1 1,0 3-1,-1-4-2,0 0 1,1 0-1,-1 0 1,1 1-1,0-1 1,0 0-1,-1 0 0,1-1 1,2 4-1,-2-3 0,1 0-1,-1 0 1,0 0 0,0 0-1,-1 1 1,1-1-1,0 0 1,-1 1-1,1 3 1,0-3-2,-1-1-1,1 1 1,0 0 0,0 0 0,0-1-1,1 1 1,-1 0 0,0-1 0,1 0 0,2 4-1,9 15-4,2 2 1,2 2 1,-10-5 11,-5-16-5,0 1 1,0 0 0,-1-1-1,0 1 1,1 0 0,-1 8-1,8 19 43,0 6-3,-9 87 19,8-98-23,-8-25-40,0-1 1,0 1 0,0-1-1,0 1 1,0-1 0,0 1-1,1-1 1,-1 1-1,1-1 1,-1 1 0,1-1-1,-1 1 1,1-1-1,0 1 1,-1-1 0,3 2-1,-2 0 2,-1 0 0,1 1 1,0-1-1,-1 0 0,0 0 0,0 0 0,0 1 0,0-1 0,-1 6 0,0 2 6,1 103 95,4-103-102,1 6 0,-5 100 54,8-84-77,-8-27 19,0 0 0,1-1-1,-1 1 1,1 0 0,0 0 0,4 9 0,-4-8 14,0 0-1,0 1 1,0-1 0,-1 0 0,0 1 0,-2 11 0,1 5-23,-8 14 3,1 0 28,7-35-16,1 0 1,-1 0 0,1 0 0,-1 1 0,0-1 0,0 0 0,-2 3 0,1-2-4,1-1-1,-1 1 1,1 0 0,0 0 0,0 0 0,0 0 0,0 7 0,1 161 96,-3-162-99,2-9 4,1 1 0,-1-1 0,0 0-1,1 1 1,-1-1 0,1 1 0,-1-1 0,1 1-1,0-1 1,0 1 0,0 0 0,0-1-1,0 3 1,-9 23-2,0 5-52,1 22-2,3-46 63,5-8-7,0 0 1,-1 0-1,1 1 0,0-1 0,0 0 0,-1 0 1,1 1-1,0-1 0,0 0 0,-1 1 0,1-1 1,0 0-1,0 1 0,0-1 0,0 0 0,-1 1 1,1-1-1,0 0 0,0 1 0,0-1 0,0 0 1,0 1-1,0-1 0,0 1 0,-9 49-40,10-47 31,-1 0 1,0 0-1,-1 1 0,1-1 0,-1 0 0,1 0 0,-1 0 0,0 0 1,0 0-1,-2 5 0,3-6 6,-1 0 1,1 0-1,-1 0 1,1 0-1,0 0 1,0 0-1,0 0 1,0 0-1,0 0 1,1 2-1,0-2 17,-1 0 0,1 0 0,-1-1 0,0 1 1,0 0-1,0 0 0,0-1 0,0 1 0,0 0 0,-1 0 0,1 0 1,-1-1-1,1 1 0,-2 2 0,1-2-8,0 1-1,0-1 1,0 1 0,0-1 0,0 1-1,0-1 1,1 1 0,-1-1-1,1 5 1,-6 17-88,5-22 78,1-1 0,0 0 0,-1 0 0,1 0 0,0 0 0,0 0 0,0 1 0,0-1 0,0 0 0,0 0 0,0 0 0,1 3 0,-1-4 4,0 1 1,0 0-1,0 0 1,0 0-1,1 0 1,-1 0-1,0 0 1,-1-1-1,1 1 1,0 0-1,0 0 1,0 0-1,0 0 1,-1 0-1,1-1 1,0 1-1,-1 1 1,-1 2-5,0 1 0,1 0 0,0-1 0,0 1-1,0 0 1,0 0 0,1 0 0,-1-1 0,1 1 0,1 0 0,0 6 0,0 7-8,7 9 46,-8 49 58,-8-48-73,8 75 37,0-99-51,1 0 0,0 0-1,0 0 1,0 0 0,0 0 0,1 0 0,-1 0 0,3 3 0,-2-3 0,0 0 0,0 0 1,0 0-1,-1 0 0,0 1 1,0-1-1,0 0 1,1 6-1,3 14-8,-4-22 3,0 0 0,-1 0 1,1 1-1,0-1 1,-1 0-1,0 0 1,1 1-1,-1-1 0,0 0 1,0 0-1,0 1 1,0-1-1,-1 0 1,1 0-1,-1 1 0,0 1 1,-22 61 51,14-26-7,4-22 31,0 1-1,2 0 0,0 0 0,-1 19 1,4-26-32,0-1 1,0 0-1,1 1 0,1-1 1,-1 1-1,2-1 1,-1 0-1,8 16 0,-9-21-28,1-1 0,-1 1 0,0 0-1,0-1 1,0 8 0,-1-9-12,0 1 0,1 0 1,0 0-1,-1 0 0,1 0 1,1 0-1,-1-1 0,3 6 1,-1-3 1,0 0 1,-1 0-1,1 0 1,1 8 0,-3-10-5,-1-1 0,1 1 0,0-1 1,0 0-1,1 0 0,-1 0 0,1 1 1,-1-1-1,1-1 0,0 1 0,0 0 1,1 0-1,-1-1 0,4 4 1,-5-5 32,7 2-663,-7-15-2833,-1 9 2784,-9-34-7754,8 0-627,-6 20 4116</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20.136"/>
    </inkml:context>
    <inkml:brush xml:id="br0">
      <inkml:brushProperty name="width" value="0.035" units="cm"/>
      <inkml:brushProperty name="height" value="0.035" units="cm"/>
    </inkml:brush>
  </inkml:definitions>
  <inkml:trace contextRef="#ctx0" brushRef="#br0">18 176 688,'-17'0'5752,"27"0"-3225,-10-1-2256,1 1 1,0-1-1,-1 0 0,1 1 0,-1-1 0,1 0 0,-1 1 0,1-1 0,-1 0 1,1 1-1,-1-1 0,0 0 0,1 0 0,-1 1 0,0-1 0,0 0 1,0 0-1,0 0 0,1 1 0,-1-1 0,0 0 0,0 0 0,-1 0 0,1 0 1,0 0-1,0 0 548,10-5 3882,78 1-3420,47-1-1070,33 1 5,40 0 64,26-1-41,-18 1-153,124-6 69,-170 3-89,9 0-28,337-8 90,-279 5-136,222-5-93,-386 14 98,72-7 121,-35 4 614,-29-1-144,81-4-132,-72 4-132,13 1 301,-43 1 270,67 5-1,-36 1 534,-67-2 10,-22 0-1425,-1 0 0,0 0-1,0 1 1,0-1 0,1 0 0,-1 1 0,0-1 0,0 1 0,0-1 0,0 1 0,0 0 0,1-1-1,-1 1 1,-1 0 0,1 0 0,0 0 0,0 0 0,0 0 0,0 0 0,1 1 0,10 11 245,-9-11-217,0 0 0,0 0 0,0 0 0,-1 0 0,1 1 0,-1-1 0,0 1 0,0 0 0,0-1 0,0 1 0,0 0 0,-1 0 0,1 0 0,1 6 0,-3-7-41,1 0 0,-1 0 0,1 0 0,-1 0 0,1 0 0,0-1 0,-1 1 0,1 0 0,2 3 0,-2-3 0,1 0 0,-1 0 0,0 0 0,0 0 0,0 0 0,-1 0 0,1 0 0,-1 1 0,1-1 0,0 3 0,7 32 0,1 8 0,0 9 0,-8-39 0,1-1 0,1 1 0,0 0 0,8 18 0,-7-22 0,1 0 0,10 16 0,3 5 0,4 13 0,17 35 0,-16-24 0,-7-19 0,21 72 0,-29-77 0,-1-11 0,-2 1 0,0 0 0,-1 0 0,-2 0 0,0 1 0,-2 24 0,-32 121 0,-2 6 0,31-7 0,5-90 0,6 39 0,1 0 0,-9-94 0,1-5 0,-2 1 0,1-1 0,-2 1 0,-5 21 0,-1 6 0,7-34 0,-1-1 0,0 1 0,-1-1 0,0 1 0,-5 10 0,-21 44 0,-26 49 0,48-100 0,0 1 0,1-1 0,1 1 0,-5 20 0,10-32 0,-1-1 0,1 1 0,0 0 0,1 0 0,-1 0 0,0 0 0,1 0 0,-1 0 0,1 0 0,0 0 0,2 4 0,-2-5 0,-1-1 0,1 1 0,0-1 0,-1 1 0,1-1 0,0 0 0,0 1 0,0-1 0,0 0 0,0 0 0,0 0 0,0 0 0,1 0 0,-1 0 0,0 0 0,1 0 0,-1 0 0,0 0 0,1-1 0,-1 1 0,1-1 0,-1 1 0,3 0 0,28-1-1263,-17 2-345,0-2-1,0 0 1,0-1 0,0-1-1,0 0 1,19-5 0,-25 3 24,15-5-3396,-5-2-2223,-3 1 2292</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21.844"/>
    </inkml:context>
    <inkml:brush xml:id="br0">
      <inkml:brushProperty name="width" value="0.035" units="cm"/>
      <inkml:brushProperty name="height" value="0.035" units="cm"/>
    </inkml:brush>
  </inkml:definitions>
  <inkml:trace contextRef="#ctx0" brushRef="#br0">8 956 1904,'0'0'1858,"-7"0"5593,49 1-1027,2 0-3925,52 2 71,-46-3-1613,192-4 1978,-31-2-1154,22-1-796,297-20-279,-192 0-707,216-17 212,-403 31-109,118-5-39,-123 12-107,-34 1 98,-26-1 32,11 1-127,-27 0-43,41-1 177,-21 1-90,-86 5 7,0-1 0,0 1 0,-1 0 0,1-1 1,0 0-1,0 0 0,0 0 0,-1-1 0,5-1 0,-3 2 212,-4 1-214,-1 0 0,0 0 0,1 0 0,-1 0 0,1 0-1,-1 1 1,0-1 0,1 0 0,-1 0 0,1-1 0,-1 1 0,1 0-1,-1 0 1,0 0 0,1 0 0,-1 0 0,0 0 0,1 0 0,-1-1-1,1 1 1,-1 0 0,0 0 0,1-1 0,-1 1 0,0 0 0,1 0-1,-1-1 1,0 1 0,0 0 0,1-1 0,-1 0 0,26-6 336,-18 5-349,0 1 0,0 0 0,15 0 0,16-3-46,23-1 18,-14 3 38,-27 3 14,-21-1-10,1 0 1,-1 0-1,0 0 1,1 0-1,-1 0 1,0 0-1,1 0 1,-1 0-1,0 0 1,1 0-1,-1 0 1,0 0-1,1 0 1,-1-1-1,0 1 1,0 0-1,1 0 1,-1 0-1,0 0 1,1-1-1,-1 1 1,0 0-1,0 0 1,1 0-1,-1-1 1,0 1-1,0 0 1,0 0-1,0-1 1,1 1-1,-1 0 1,0-1-1,0 1 1,0 0-1,0-1 1,0 1-1,0 0 1,0 0-1,0-1 1,0 1-1,0 0 1,0-1-1,0 1 1,0 0-1,0-1 1,0 1-1,0 0 1,0-1-1,0 0 146,10-9 614,-8 8-767,0 1-1,0 0 1,0 0 0,0-1-1,1 1 1,-1 0-1,0 1 1,1-1-1,-1 0 1,0 1 0,1-1-1,-1 1 1,1 0-1,-1 0 1,1 0-1,2 0 1,4-1-2,-1-2 0,3-1 0,-11 4 0,4 1 0,25 1 0,-20-2 0,-6 1 0,0-1 0,0 0 0,0 0 0,0-1 0,0 1 0,0-1 0,0 1 0,0-1 0,4-2 0,-2 2 0,-2 0 0,0 0 0,0 0 0,0 0 0,0 1 0,1-1 0,-1 1 0,5 0 0,0 0 0,0-1 0,-7-3 0,-1-2 0,0 1 0,0-1 0,0 5 0,1 0 0,-1 0 0,0 0 0,1 0 0,-1 1 0,1-1 0,-1 0 0,1 0 0,-1 0 0,1 0 0,0 1 0,-1-1 0,1 0 0,0 0 0,0 1 0,-1-1 0,1 1 0,0-1 0,1 0 0,-1 0 0,0 1 0,0-1 0,0 1 0,0-1 0,-1 1 0,1-1 0,0 0 0,0 1 0,-1-1 0,1 0 0,-1 0 0,1 0 0,0 1 0,-1-1 0,0 0 0,1 0 0,-1 0 0,1 0 0,-1-1 0,4-4 0,-4 5 0,1 1 0,-1 0 0,0 0 0,1-1 0,-1 1 0,0 0 0,1-1 0,-1 1 0,0 0 0,0-1 0,1 1 0,-1 0 0,0-1 0,0 1 0,0 0 0,0-1 0,1 1 0,-1-1 0,0 1 0,0-1 0,0 1 0,0 0 0,0-1 0,0 1 0,0-1 0,0 0 0,2-2 0,0-1 0,0 1 0,1-1 0,-1 1 0,1 0 0,0 0 0,0 0 0,0 1 0,3-4 0,0 2 0,0-2 0,1 0 0,-1-1 0,0 1 0,-1-1 0,0 0 0,0 0 0,0-1 0,3-8 0,7-11 0,-13 24 0,1 1 0,-2-1 0,1 0 0,0 0 0,-1 0 0,1-1 0,-1 1 0,0 0 0,0-1 0,0 1 0,-1 0 0,1-1 0,-1-5 0,0-14 0,1-1 0,6-31 0,-5 32 0,0 1 0,-1-1 0,-3-30 0,0 0 0,2 38 0,-1 10 0,1-1 0,0 1 0,0-1 0,1 1 0,-1-1 0,1 1 0,0-1 0,4-10 0,-4 15 0,0-1 0,-1 1 0,1 0 0,-1-1 0,0 1 0,1-1 0,-1 1 0,0-1 0,0 1 0,0-1 0,0 1 0,0-1 0,0 1 0,-1-3 0,0-22 0,-1 22 0,2 4-3,-1-1 0,1 1 0,0 0-1,-1 0 1,1 0 0,-1-1 0,1 1 0,-1 0 0,1 0-1,-1 0 1,1 0 0,-1 0 0,0 0 0,1 0 0,-1 0 0,1 0-1,-1 0 1,1 0 0,-1 0 0,1 0 0,-1 1 0,-3-1-297,3-6-383,2-1-7869,-1 6 7419,0 0-1,0-1 0,0 1 0,0 0 0,0 0 1,0 0-1,-1 0 0,1 0 0,0 0 0,-1-1 1,-6 1-4686</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22.714"/>
    </inkml:context>
    <inkml:brush xml:id="br0">
      <inkml:brushProperty name="width" value="0.035" units="cm"/>
      <inkml:brushProperty name="height" value="0.035" units="cm"/>
    </inkml:brush>
  </inkml:definitions>
  <inkml:trace contextRef="#ctx0" brushRef="#br0">25 53 3249,'0'-1'402,"0"-1"1,0 1-1,-1 0 1,1 0-1,0 0 0,-1 0 1,1 0-1,-1 0 1,1 0-1,-1 0 1,1 0-1,-1 0 1,0 1-1,1-1 1,-3-2-1,2 3 29,1-1-1,-1 0 1,0 1 0,1-1 0,-1 0-1,1 0 1,-1 0 0,0 0 0,1 1-1,0-1 1,-1 0 0,1 0-1,0 0 1,-1 0 0,1-2 0,-7-7 8540,12 5-6325,-3 1 136,-1 8-994,6 8-1788,-3-5 0,0-1 0,-1 1 0,5 14 0,8 17 0,-13-33 0,-1 0 0,1 1 0,-1-1 0,0 1 0,-1-1 0,1 1 0,-1 0 0,1 10 0,-1-2 0,0-1 0,1 1 0,1-1 0,6 18 0,2 14 0,15 29 0,-24-69 0,1 1 0,-1-1 0,1 0 0,0 0 0,0-1 0,1 1 0,0-1 0,4 5 0,4 5 0,-11-13 0,1 0 0,-1-1 0,1 1 0,-1 0 0,1 0 0,0-1 0,-1 1 0,1-1 0,0 0 0,-1 1 0,1-1 0,0 0 0,0 0 0,-1 0 0,1 0 0,0 0 0,2-1 0,33-5 0,-20 1 0,0 0 0,-1-1 0,0 0 0,0-1 0,0-1 0,-1-1 0,0 0 0,21-17 0,-28 19 0,35-29 0,-40 33 0,1-1 0,-1 1 0,-1-1 0,1 1 0,-1-1 0,1 0 0,-1 0 0,0 0 0,2-8 0,-1 4 0,1-1 0,0 0 0,8-13 0,-3 6 0,-7 8 0,-3-1 0,-6 52 0,4-5 0,-2-8 0,4-22 0,0-1 0,-1 0 0,1 0 0,-5 9 0,4-9 0,-1 1 0,2-1 0,-1 0 0,1 0 0,-1 10 0,-3 12 0,4-19-368,0 0 0,0 0-1,1 0 1,0 0 0,0 0 0,1 0-1,1 0 1,4 18 0,-5-25-359,0 0 0,0 0 1,1-1-1,-1 1 0,1-1 0,-1 1 1,1-1-1,0 0 0,0 1 0,0-1 1,0 0-1,0 0 0,5 3 0,-1-2-2132,1 1-1,-1-1 0,1 0 0,10 3 1,0-1-2105</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22.972"/>
    </inkml:context>
    <inkml:brush xml:id="br0">
      <inkml:brushProperty name="width" value="0.035" units="cm"/>
      <inkml:brushProperty name="height" value="0.035" units="cm"/>
    </inkml:brush>
  </inkml:definitions>
  <inkml:trace contextRef="#ctx0" brushRef="#br0">409 11 16,'-1'0'445,"0"0"0,1 0 0,-1 0 0,1 0 0,-1 0 0,0-1-1,1 1 1,-1 0 0,1 0 0,-1-1 0,1 1 0,-1 0 0,1-1 0,-1 1 0,1 0 0,-1-1 0,1 1 0,-1-1 0,0 0 0,-7-4 9230,-7 6-6610,7 2-1781,0 1-1,0 0 1,0 1-1,0 0 1,1 0-1,-8 6 1,-47 46 574,47-43-1756,-27 28 45,25-23-267,-35 28 0,5-8-1214,30-24-2664,-34 23 0,42-25 427</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23.194"/>
    </inkml:context>
    <inkml:brush xml:id="br0">
      <inkml:brushProperty name="width" value="0.035" units="cm"/>
      <inkml:brushProperty name="height" value="0.035" units="cm"/>
    </inkml:brush>
  </inkml:definitions>
  <inkml:trace contextRef="#ctx0" brushRef="#br0">0 93 56,'0'-57'11314,"0"33"-3892,1 23-6871,0 0-1,1 0 1,-1 0 0,0 0-1,0 0 1,1 1-1,-1-1 1,0 0 0,1 1-1,-1-1 1,1 0 0,-1 1-1,1 0 1,-1-1-1,1 1 1,2 0 0,23 1 1716,49 8 1,-66-8-2189,-2 1-79,0 1 0,0-1 0,11 6 0,-3-1 0,-6-3 0,-1 1 0,0 0 0,14 10 0,16 10 0,36 23 0,-70-45-575,0 0 0,0 1 0,-1-1 0,1 1 0,-1 0 1,7 8-1,-8-9 77,-1 0 0,1 0 0,-1 0 1,1 0-1,0-1 0,0 1 0,0-1 0,1 0 1,-1 0-1,1 0 0,-1 0 0,1-1 0,-1 1 1,1-1-1,0 0 0,5 1 0,9 0-3314,0-1 0,0 0 0,20-3 0,-19 1-484</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09:23.740"/>
    </inkml:context>
    <inkml:brush xml:id="br0">
      <inkml:brushProperty name="width" value="0.035" units="cm"/>
      <inkml:brushProperty name="height" value="0.035" units="cm"/>
    </inkml:brush>
  </inkml:definitions>
  <inkml:trace contextRef="#ctx0" brushRef="#br0">35 48 3305,'0'-1'504,"-1"1"0,0-1 0,1 0 0,-1 1 0,0-1 0,1 0 1,-1 1-1,1-1 0,-1 0 0,1 0 0,-1 0 0,1 0 0,0 1 0,-1-1 1,1 0-1,0 0 0,0 0 0,-1 0 0,1 0 0,0 0 0,0 0 0,0 0 0,0 1 1,0-1-1,1-2 0,-1-1 1421,-9-5 6904,-1 2-4176,10 7-4505,-6-2 548,5 0-592,2 5-104,4 3 0,-1-1 0,1 1 0,-1 0 0,-1 0 0,1 1 0,-1-1 0,4 12 0,9 16 0,0 2 0,13 68 0,-28-100 0,0 0 0,1 0 0,-1 0 0,1 0 0,0 0 0,0-1 0,0 1 0,1-1 0,0 1 0,-1-1 0,1 0 0,0 0 0,7 5 0,-8-6 0,1 0 0,0-1 0,0 1 0,0-1 0,0 0 0,0 0 0,0 0 0,0 0 0,0-1 0,0 1 0,0-1 0,0 1 0,1-1 0,-1 0 0,0-1 0,0 1 0,0-1 0,0 1 0,5-2 0,26-8 0,-21 7 0,0-1 0,0 0 0,0-1 0,0 0 0,-1-1 0,0-1 0,13-8 0,11-10 0,-28 20 0,0 0 0,0 0 0,0-1 0,-1-1 0,12-12 0,9-18 0,-19 23 0,1 1 0,0 0 0,20-18 0,-29 29 0,1 1 0,-1-1 0,1 0 0,-1 1 0,0-1 0,0 0 0,1 0 0,-2 0 0,3-3 0,-3 3 0,1 1 0,-1 0 0,1-1 0,0 1 0,-1 0 0,1-1 0,0 1 0,0 0 0,0 0 0,0 0 0,0 0 0,2-2 0,-2-1 0,-1 6 0,-1 0 0,1 0 0,-1 0 0,0 0 0,1-1 0,-1 1 0,0 0 0,0 0 0,0 0 0,-3 2 0,-9 21 0,-16 68 0,6-27 0,19-47 0,-2 11 0,2 1 0,-1 33 0,13 12-3325,-7-72 2240,0-1 1,-1 0-1,1 0 0,0 1 0,1-1 1,2 5-1,-3-6 94,-1-1-1,1 1 1,0-1 0,0 1 0,-1-1 0,1 1 0,-1 0 0,1-1-1,-1 1 1,0-1 0,0 1 0,1 0 0,-1 0 0,-1 1-1,-6 4-4461</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13.997"/>
    </inkml:context>
    <inkml:brush xml:id="br0">
      <inkml:brushProperty name="width" value="0.035" units="cm"/>
      <inkml:brushProperty name="height" value="0.035" units="cm"/>
    </inkml:brush>
  </inkml:definitions>
  <inkml:trace contextRef="#ctx0" brushRef="#br0">739 19 3273,'-1'0'8123,"-8"-6"360,5 4-7702,-1 0 0,1 0 0,-1 1 0,1-1 0,-1 1 0,1 0 0,-1 0 0,1 1 0,-1-1 0,0 1 0,0 0 0,1 1 0,-7 0 0,-31 0 1173,39-1-1954,0 1 0,0 0 0,0 0 0,0 0 0,0 0 0,1 0 0,-1 1 0,0-1 0,0 1 0,1 0 0,-1 0 0,1 0 0,0 0 0,-3 3 0,-14 10 0,-3 0 0,1 1 0,0 1 0,-36 39 0,-48 69 0,81-95 0,-33 55 0,29-39 0,19-33 0,1 1 0,0 0 0,2 1 0,-1-1 0,2 1 0,0 1 0,1-1 0,0 1 0,2 0 0,0-1 0,-1 22 0,3-34 0,0 1 0,0-1 0,1 0 0,-1 0 0,1 0 0,-1 0 0,1 0 0,0 0 0,0 0 0,0 0 0,1 0 0,-1-1 0,1 1 0,0 0 0,-1-1 0,4 4 0,-3-5 0,0 1 0,0-1 0,0 1 0,0-1 0,0 0 0,0 0 0,1 0 0,-1 0 0,0 0 0,1 0 0,-1-1 0,0 1 0,1-1 0,-1 0 0,1 1 0,-1-1 0,1 0 0,-1-1 0,1 1 0,2-1 0,7-1 0,0-2 0,-1 1 0,1-1 0,-1-1 0,0 0 0,0-1 0,0 0 0,-1-1 0,0 0 0,0 0 0,12-13 0,-14 12 0,0 0 0,0 0 0,-1-1 0,0 0 0,-1 0 0,0 0 0,-1-1 0,0 0 0,0 0 0,-1-1 0,0 1 0,4-22 0,-5 12 0,-1 0 0,-1-1 0,-1 1 0,-3-34 0,0 29 0,-2 0 0,0 0 0,-1 1 0,-2 0 0,0 0 0,-18-34 0,22 49 0,-1 0 0,0 0 0,-1 1 0,0-1 0,0 1 0,-1 0 0,0 1 0,0-1 0,-1 2 0,-12-10 0,17 14 0,-1 1 0,0-1 0,1 1 0,-1 0 0,0 0 0,1 1 0,-1-1 0,0 1 0,0 0 0,0 0 0,0 0 0,-6 1 0,-46 12 0,37-7 0,1 2 0,0-1 0,1 2 0,0 0 0,0 1 0,-25 21 0,42-31 0,-7 5 0,0 1 0,0 0 0,1 0 0,-7 8 0,12-12 0,-1 0 0,1 0 0,0 0 0,-1 1 0,1-1 0,0 0 0,1 0 0,-1 1 0,0-1 0,1 0 0,-1 1 0,1-1 0,0 1 0,0-1 0,0 1 0,0-1 0,0 1 0,0-1 0,2 5 0,0 0 0,1 1 0,1 0 0,-1-1 0,1 0 0,1 0 0,-1 0 0,1 0 0,1 0 0,-1-1 0,11 9 0,3 1 0,0 0 0,30 17 0,-35-27 0,0 1 0,0-2 0,0 1 0,1-2 0,-1 0 0,23 3 0,-10-2 0,-7-3 0,1 0 0,-1-1 0,1-1 0,-1-1 0,32-5 0,-15 1 0,2-6 0,-8 2 0,-21 6 0,0-1 0,-1 1 0,1-2 0,15-8 0,6-4 0,-26 14 0,0 0 0,-1 0 0,1-1 0,-1 1 0,0-1 0,0 0 0,0-1 0,-1 1 0,1-1 0,-1 0 0,4-7 0,18-24 0,-24 31 0,-2 1 0,-6 8 0,3-1 0,1 0 0,0 0 0,0 0 0,0 1 0,1-1 0,-1 1 0,1 0 0,0 0 0,0 0 0,0 0 0,1 0 0,-1 0 0,1 1 0,-1 8 0,-7 20 0,9 75 0,9-77 0,-9-30 0,0 0 0,0 0 0,0 0 0,0-1 0,1 1 0,-1 0 0,0 0 0,0-1 0,1 1 0,-1 0 0,1-1 0,-1 1 0,1 0 0,-1-1 0,1 1 0,-1-1 0,1 2 0,3 2 0,-4-4 0,0 1 0,1-1 0,-1 0 0,0 1 0,0-1 0,1 1 0,-1-1 0,0 0 0,1 1 0,-1-1 0,0 0 0,1 1 0,-1-1 0,0 0 0,1 0 0,-1 0 0,1 1 0,-1-1 0,1 0 0,-1 0 0,1 0 0,-1 0 0,1 0 0,-1 1 0,0-1 0,1 0 0,-1 0 0,1 0 0,-1 0 0,1-1 0,-1 1 0,1 0 0,-1 0 0,1 0 0,-1 0 0,1 0 0,0-1 0,3 1 0,1-1 0,-1 0 0,0 0 0,0 0 0,1-1 0,-1 1 0,0-1 0,0 0 0,0 0 0,-1 0 0,1-1 0,0 1 0,-1-1 0,0 0 0,1 0 0,-1 0 0,-1 0 0,1-1 0,4-6 0,10-5 0,1-1 0,-4-2 0,-12 16 0,0 0 0,0 0 0,-1 0 0,1 0 0,0-1 0,-1 1 0,1 0 0,-1-1 0,0 1 0,0-1 0,0 1 0,0-1 0,0-4 0,8-15 0,-16 38 0,6-14 0,0-1 0,1 1 0,-1 0 0,1 0 0,-1-1 0,1 1 0,0 0 0,0 0 0,0 0 0,0 0 0,0 0 0,0-1 0,0 1 0,1 0 0,-1 2 0,9 25 0,0 0 0,-8-22 0,1-1 0,0 1 0,0-1 0,1 0 0,5 9 0,-7-13 0,0 0 0,1-1 0,-1 1 0,1-1 0,-1 1 0,1-1 0,0 0 0,-1 0 0,1 1 0,0-1 0,0 0 0,0-1 0,0 1 0,0 0 0,0 0 0,0-1 0,0 1 0,0-1 0,0 0 0,1 0 0,3 0 0,10-1 0,1 0 0,0-2 0,-1 0 0,1-1 0,-1 0 0,0-2 0,0 0 0,18-9 0,4-5 0,-2-2 0,37-27 0,-60 39 0,-1 1 0,1-1 0,12-15 0,-21 20 0,0 0 0,-1 0 0,1-1 0,-1 1 0,0-1 0,0 0 0,-1 0 0,0 0 0,0 0 0,2-11 0,-1 0 0,-1 0 0,-1 0 0,0 0 0,-1 0 0,-1 0 0,-5-27 0,4 8 0,2 32 0,1-1 0,-1 1 0,-1-1 0,1 1 0,-1-1 0,1 1 0,-1-1 0,0 1 0,-3-5 0,1 3 0,-4 6 0,5 1 0,-1 1 0,1-1 0,-1 1 0,1-1 0,0 1 0,0 0 0,0 0 0,0 0 0,0 0 0,0 0 0,0 0 0,1 0 0,-3 4 0,-7 9 0,6-8 0,0 0 0,0 0 0,1 1 0,0 0 0,1 0 0,-1 0 0,-2 11 0,-3 5 0,4-7 0,1 0 0,0 1 0,2-1 0,0 0 0,0 1 0,2 21 0,0-11 0,-5 35 0,1-36 0,2-11 0,-1 1 0,-7 25 0,6-29-426,0 1 0,-1 16 0,3-20-126,1-1 0,-2 1 0,1 0 0,-1-1 0,-8 17 0,10-24-54,0 1 0,-1 0 0,1-1 0,1 1 1,-1 0-1,0 0 0,0 3 0,1 7-8277,10-25 2819,-8 7 5200,1-1 1,-1 0-1,0 0 0,-1 0 1,3-12-1,-2-2 491,-2-38 1,0 28 1131,8-9 1323,-8 37-1954,1 1 0,-1-1-1,0 1 1,1-1 0,-1 1 0,1-1-1,-1 1 1,1 0 0,0-1 0,0 1 0,-1 0-1,1 0 1,0-1 0,0 1 0,0 0-1,0 0 1,0 0 0,1 0 0,-1 0-1,0 0 1,2 0 0,12-14 1663,-14 13-1342,1 0-1,-1-1 0,1 1 0,0 0 0,0 0 0,0 1 1,0-1-1,1 0 0,-1 1 0,0-1 0,1 1 0,-1 0 0,1-1 1,-1 1-1,1 1 0,2-2 0,49-7 2367,-33 6-1763,152-24 1092,-154 24-1644,32-10-1,-9 2 664,-32 7-703,13-3 1496,-23 7-1911,0 0-1,1 0 0,-1 0 1,0-1-1,1 1 0,-1 0 0,0 0 1,1 0-1,-1 0 0,0 0 0,1 0 1,-1 0-1,0 0 0,1 0 1,-1 0-1,0 0 0,1 0 0,-1 1 1,0-1-1,1 0 0,-1 0 0,0 0 1,1 0-1,-1 0 0,0 1 1,1-1-1,-1 0 0,0 0 0,0 1 1,1-1-1,-1 0 0,0 0 1,0 1-1,0-1 0,1 0 0,-1 1 1,0-1-1,0 0 0,0 0 0,0 1 1,0-1-1,1 0 0,-1 1 1,0 0-1,-10 19 1491,4-8-951,-9 19-323,-34 56 1,32-58-237,-27 40-25,26-41 0,13-22 0,1 0 0,0 0 0,1 0 0,-5 8 0,-35 67 0,23-46 0,17-31 0,0 1 0,1-1 0,-1 0 0,1 1 0,0 0 0,0 0 0,0-1 0,1 1 0,0 0 0,-1 7 0,2-36 0,1-1 0,8-40 0,9-4 0,54-132 0,-67 189 0,4-8 0,1 0 0,0 0 0,1 1 0,2 1 0,-1 0 0,2 0 0,1 2 0,0 0 0,22-19 0,-24 26 0,-1 1 0,1 0 0,0 0 0,1 2 0,15-6 0,-20 8 0,0 1 0,0 1 0,0 0 0,1 0 0,-1 1 0,1 0 0,-1 0 0,1 1 0,12 2 0,-11 1 0,0 0 0,0 1 0,0 1 0,0 0 0,-1 0 0,10 8 0,-17-11 0,0 0 0,-1 1 0,1-1 0,-1 1 0,0 0 0,0 0 0,0-1 0,0 1 0,0 1 0,-1-1 0,1 0 0,-1 0 0,0 1 0,0-1 0,1 6 0,-1-4 0,0-1 0,-1 1 0,1-1 0,-1 1 0,0-1 0,0 1 0,-1-1 0,1 1 0,-1-1 0,0 1 0,-2 5 0,-6 11 0,6-14 0,0 0 0,0 0 0,-1 0 0,1 0 0,-2-1 0,1 1 0,-7 6 0,-97 88 0,92-87 0,-2-1 0,0-1 0,0 0 0,-35 15 0,50-26-259,1 0 1,-1 0-1,1 0 0,0-1 1,-1 1-1,1-1 0,-1 1 1,1-1-1,-4 0 0,0-5-1835,12-7 478,4 1-536,1 1 0,0 0 0,0 0 0,22-13 0,13-10-2006,40-31-3723,-60 46 4658</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15.036"/>
    </inkml:context>
    <inkml:brush xml:id="br0">
      <inkml:brushProperty name="width" value="0.035" units="cm"/>
      <inkml:brushProperty name="height" value="0.035" units="cm"/>
    </inkml:brush>
  </inkml:definitions>
  <inkml:trace contextRef="#ctx0" brushRef="#br0">17 195 2785,'0'0'11018,"-7"1"-4484,-2 3-1065,17 1-4270,-5-4-756,0 1 0,-1-1 0,1 1 1,-1 0-1,1 0 0,-1 0 0,0 0 1,1 0-1,-1 1 0,0-1 0,0 1 1,1 2-1,0 2-443,0-1 0,0 1 0,-1 0 0,0 0 0,0 0 0,-1 0 0,0 1 0,0-1 0,0 0 0,-1 0 0,0 1 0,-1-1 0,0 0 0,0 0 0,-3 12 0,2-10 0,1-1 0,0 1 0,0 0 0,1 0 0,2 15 0,-1 5 0,-1-29 0,1 1 0,-1-1 0,0 0 0,0 1 0,0-1 0,1 0 0,-1 1 0,0-1 0,1 0 0,-1 1 0,0-1 0,1 0 0,-1 1 0,0-1 0,1 0 0,-1 0 0,0 0 0,1 1 0,-1-1 0,1 0 0,-1 0 0,0 0 0,1 0 0,-1 0 0,1 0 0,-1 0 0,1 0 0,-1 0 0,1 0 0,-1 0 0,0 0 0,2 0 0,11-2 0,-3-1 0,-1-2 0,0 1 0,-1-1 0,1 0 0,11-10 0,11-6 0,-19 12 0,-1 0 0,19-19 0,2-2 0,-26 24 0,0 1 0,0-1 0,0 0 0,5-8 0,-10 11 0,4-2 0,0 2 0,3 3 0,-6 1 0,0 1 0,0 0 0,0 0 0,0 0 0,-1 0 0,1 0 0,0 0 0,-1 0 0,1 0 0,-1 1 0,0-1 0,0 1 0,0-1 0,0 1 0,0-1 0,-1 1 0,1 0 0,0 5 0,-1-6 0,1 1 0,-1 0 0,1 0 0,0 0 0,0-1 0,1 1 0,-1-1 0,0 1 0,1-1 0,-1 1 0,3 1 0,8 17 0,-10-17 0,1 0 0,-1-1 0,1 1 0,0 0 0,0-1 0,0 0 0,0 1 0,0-1 0,1-1 0,0 1 0,-1 0 0,9 3 0,-7-3 0,1 0 0,0-1 0,-1 1 0,1-1 0,0-1 0,0 1 0,0-1 0,10 1 0,-8-2 0,0 0 0,0-1 0,-1 0 0,1-1 0,0 1 0,-1-1 0,1-1 0,-1 1 0,1-1 0,-1-1 0,0 1 0,-1-1 0,1-1 0,-1 1 0,1-1 0,-1 0 0,-1 0 0,1-1 0,-1 0 0,0 0 0,0 0 0,0 0 0,-1-1 0,5-9 0,-4 6 0,-3 7 0,0 1 0,-1-1 0,1 0 0,-1 1 0,0-1 0,0 0 0,0 0 0,0 0 0,0 0 0,0 0 0,-1 0 0,0 0 0,1 0 0,-1 0 0,-1 0 0,1 0 0,-1-4 0,0-4 0,0 0 0,0 0 0,1 0 0,0 1 0,1-1 0,4-20 0,-2 20 0,-2 0 0,1 0 0,-2 0 0,1-1 0,-2 1 0,-2-21 0,-3 11 0,4 16 0,0 0 0,0-1 0,1 1 0,0-1 0,-1-5 0,2 10 0,0 0 0,0 0 0,0 1 0,0-1 0,0 0 0,0 0 0,0 0 0,0 1 0,0-1 0,-1 0 0,1 0 0,0 0 0,-1 1 0,1-1 0,0 0 0,-1 1 0,1-1 0,-1 0 0,1 1 0,-1-1 0,0 1 0,1-1 0,-1 1 0,1-1 0,-1 1 0,0-1 0,1 1 0,-1-1 0,0 1 0,0 0 0,1 0 0,-1-1 0,0 1 0,0 0 0,0 0 0,1 0 0,-2 0 0,-1 0 0,1 0 0,-1 0 0,1 0 0,-1 1 0,1 0 0,-1-1 0,1 1 0,-1 0 0,1 0 0,0 0 0,-3 2 0,0 0 0,1 1 0,0 0 0,0 0 0,0 0 0,0 0 0,1 1 0,-3 4 0,-4 4 0,2 0 0,0 0 0,0 0 0,-10 29 0,-2 34 0,-35 61 0,39-101 0,-61 110 0,73-136-180,2-6-220,0-1 1,0 1-1,1 0 1,-1 0-1,1 0 1,0 0-1,0 0 0,1 0 1,-1 6-1,1-10 244,0 0 0,0 0 0,0 0 0,0 1 0,0-1 0,0 0 0,1 0 0,-1 1 0,0-1 0,0 0 0,0 0 0,0 0 0,0 1 0,1-1 0,-1 0 0,0 0-1,0 0 1,0 0 0,0 1 0,1-1 0,-1 0 0,0 0 0,0 0 0,1 0 0,-1 0 0,0 0 0,0 0 0,1 0 0,-1 0 0,0 0 0,0 0 0,0 0 0,1 0-1,-1 0 1,0 0 0,0 0 0,1 0 0,15-3-3524,13-8-710,-23 9 3637,-1-1-1,1 0 1,-1 0 0,0-1 0,0 1-1,0-1 1,0 0 0,0-1-1,5-7 1,-8 9 583,0 0-1,0 0 1,0 0-1,-1 0 1,0-1 0,0 1-1,0-1 1,0 1-1,0 0 1,-1-1 0,1 1-1,-1-1 1,0 0-1,0 1 1,0-1 0,-1 1-1,1-1 1,-1 1 0,-1-4-1,-2-7 581,0 1 0,-1 0 0,0 0 0,-1 1 1,-1 0-1,0 0 0,-14-19 0,18 28-74,0 0-1,-1 1 1,1-1 0,-1 0 0,1 1-1,-1 0 1,0 0 0,0 0 0,-5-1-1,-43-14 4745,32 11-1949,6 0 3352,11 2-4325,10 3 406,13-5-632,90 1-1246,58-2-1097,-94 4-95,369-25-10294,-325 14 2716,199-47 1,-221 40 8283,-96 21-107,-9 5 2710,6-3-2002,0-1-1,-1 1 1,1-1 0,0 0-1,-1 0 1,1-1-1,0 1 1,-5-1-1,6 0-74,0 0-1,0 0 0,0 0 1,0 0-1,0 0 0,0 0 1,1 1-1,-1-1 1,0 1-1,0-1 0,0 1 1,-3 1-1,-1 11 6105,6 2-5062,0 9-1768,-1 0 0,-1 0 0,-6 28 0,1-25 0,-2 0 0,0 0 0,-25 45 0,-11-8 0,36-54-1073,6-9-100,7-6-274,18-26-10227,-1 2 4852,-11 13 2732,-1 0-5</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15.188"/>
    </inkml:context>
    <inkml:brush xml:id="br0">
      <inkml:brushProperty name="width" value="0.035" units="cm"/>
      <inkml:brushProperty name="height" value="0.035" units="cm"/>
    </inkml:brush>
  </inkml:definitions>
  <inkml:trace contextRef="#ctx0" brushRef="#br0">112 93 1176,'0'-4'752,"1"1"-307,-1 0-1,0-1 1,0 1 0,0 0-1,0 0 1,-1 0 0,1-1-1,-1 1 1,0 0 0,0 0-1,0 0 1,0 0 0,0 0-1,-1 0 1,1 1 0,-1-1 0,0 0-1,-2-2 1,-3-2 1588,5 5-1763,1 1 0,0-1 0,-1 0 1,1 1-1,-1-1 0,1 1 0,-1 0 0,0-1 0,1 1 0,-1 0 0,0 0 0,0 0 0,0 1 1,0-1-1,0 0 0,0 1 0,0-1 0,0 1 0,0-1 0,0 1 0,-1 0 0,1 0 0,0 0 1,0 0-1,0 1 0,-4 0 0,4 0-215,-1 0 1,1 0 0,0 1-1,0-1 1,0 1-1,0 0 1,0-1 0,0 1-1,0 0 1,1 0-1,-1 0 1,0 0-1,1 0 1,0 1 0,0-1-1,-2 4 1,2-4-97,1-1-32,0 0 0,0 0-1,0 0 1,0 0 0,0 1 0,0-1 0,1 0 0,-1 0-1,0 0 1,1 0 0,-1 0 0,1 0 0,-1 0-1,1 0 1,-1-1 0,1 1 0,0 0 0,-1 0-1,2 1 1,16 15-2121,-11-14 1002,0 0-1,0 0 1,0 0-1,1-1 1,7 1-1,11 4-2892,0 3-56</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16.525"/>
    </inkml:context>
    <inkml:brush xml:id="br0">
      <inkml:brushProperty name="width" value="0.035" units="cm"/>
      <inkml:brushProperty name="height" value="0.035" units="cm"/>
    </inkml:brush>
  </inkml:definitions>
  <inkml:trace contextRef="#ctx0" brushRef="#br0">87 103 56,'-3'13'14292,"-10"-1"-5309,11-10-8362,0-1 0,1 0 1,-1 1-1,0-1 0,1 1 0,-1 0 1,1-1-1,-3 5 0,4-5-390,-1 0 0,1 0-1,0 0 1,-1 0 0,1 0-1,0 0 1,0 0 0,0 0 0,0 0-1,0 0 1,0 0 0,0 0-1,0 1 1,-1 11 331,-2-4-553,0 1-1,0 0 1,1 1 0,0-1 0,-1 20 0,3-25-9,-1-1 0,1 1 0,-1-1 0,0 1 0,-1-1 0,-2 7 0,3-7 0,-1-1 0,1 1 0,0 0 0,0 0 0,0 0 0,0 6 0,1-8 0,0 1 0,-1 0 0,1 0 0,-1 0 0,0-1 0,0 1 0,0 0 0,0-1 0,-2 4 0,2-4 0,0 1 0,-1-1 0,1 1 0,1-1 0,-1 1 0,0 0 0,1-1 0,-1 1 0,1 3 0,1 1 0,6-3 0,-7-4 0,1 1 0,-1-1 0,0 0 0,0 0 0,0 0 0,1 0 0,-1 0 0,0 1 0,0-1 0,1 0 0,-1 0 0,0 0 0,0 0 0,1 0 0,-1 0 0,0 0 0,0 0 0,1 0 0,-1 0 0,0 0 0,0 0 0,1 0 0,-1 0 0,0 0 0,0 0 0,1 0 0,-1 0 0,0 0 0,0-1 0,0 1 0,1 0 0,-1 0 0,0 0 0,0 0 0,0 0 0,1-1 0,-1 1 0,0 0 0,0 0 0,0 0 0,0-1 0,1 1 0,-1 0 0,0 0 0,0 0 0,0-1 0,0 1 0,0 0 0,0 0 0,0-1 0,0 1 0,0 0 0,0 0 0,0-1 0,0 1 0,34-27 0,-13 3 0,-15 19 0,-1 0 0,-1 0 0,1 0 0,6-11 0,25-32 0,0 5 0,-25 32 0,-1-1 0,10-14 0,-18 23 0,0 0 0,1 0 0,-1 1 0,1-1 0,0 1 0,4-3 0,7-8 0,-7 10 0,0 6 0,-4 1 0,-1-1 0,0 1 0,0-1 0,-1 1 0,1 0 0,-1 0 0,1 0 0,-1 0 0,0 0 0,0 6 0,0 46 0,-1-35 0,0-19 0,0 0 0,1-1 0,-1 1 0,1 0 0,-1-1 0,1 1 0,0 0 0,-1-1 0,1 1 0,0-1 0,2 3 0,-2-3 0,0 1 0,0-1 0,0 1 0,-1-1 0,1 1 0,0-1 0,-1 1 0,1 0 0,-1-1 0,1 1 0,-1 2 0,1-3 0,-1-1 0,0 1 0,0-1 0,0 1 0,0-1 0,1 1 0,-1-1 0,0 0 0,0 1 0,1-1 0,-1 0 0,0 1 0,1-1 0,-1 0 0,0 1 0,1-1 0,-1 0 0,1 1 0,-1-1 0,0 0 0,1 0 0,-1 0 0,1 0 0,-1 1 0,1-1 0,-1 0 0,1 0 0,-1 0 0,1 0 0,-1 0 0,1 0 0,-1 0 0,0 0 0,1 0 0,-1 0 0,1 0 0,-1-1 0,1 1 0,-1 0 0,1 0 0,-1 0 0,1-1 0,-1 1 0,1 0 0,21-9 0,0-1 0,-1-1 0,0-1 0,-1-1 0,21-16 0,20-13 0,-55 39 0,-1-1 0,0 0 0,0 0 0,0-1 0,-1 1 0,1-1 0,5-8 0,-7 10 0,0 0 0,0 0 0,0 1 0,0 0 0,0 0 0,1 0 0,6-3 0,-8 12 0,-3-4 0,1 2 0,0 0 0,0 0 0,1 1 0,-1-1 0,1 0 0,1 0 0,1 8 0,3 8 0,-5-18 0,-1 0 0,1 0 0,0 0 0,0 0 0,0 0 0,0 0 0,1 0 0,-1-1 0,3 5 0,-1-4 0,-1 0 0,1 0 0,0 0 0,0-1 0,0 1 0,0-1 0,1 0 0,-1 0 0,0 0 0,1 0 0,0 0 0,-1-1 0,1 0 0,0 0 0,0 0 0,5 1 0,3-1 0,1-1 0,0 0 0,23-4 0,-34 4 0,4-2 0,0 1 0,0-1 0,0 0 0,10-4 0,6-3 0,-10 5 0,0 0 0,-1-1 0,1 0 0,-1-1 0,-1-1 0,1 1 0,-1-2 0,0 1 0,0-1 0,-1-1 0,0 0 0,-1 0 0,13-18 0,-19 23 0,0-1 0,-1 1 0,0-1 0,0 1 0,0-1 0,0 0 0,-1 1 0,1-1 0,-1 0 0,-1-7 0,1 0 0,0 9 0,-1 0 0,1 0 0,-1 0 0,0 0 0,0 0 0,0 0 0,0 0 0,0 0 0,0 0 0,-4-5 0,4 7 0,1 0 0,-1 0 0,0 0 0,1 0 0,-1 0 0,0 0 0,0 0 0,0 0 0,0 1 0,0-1 0,0 0 0,0 1 0,0-1 0,0 0 0,0 1 0,0-1 0,0 1 0,-1 0 0,1-1 0,0 1 0,0 0 0,-1 0 0,1 0 0,0 0 0,0 0 0,0 0 0,-3 0 0,-1 2 0,-1 0 0,1 1 0,0 0 0,-9 6 0,-21 10 0,29-16 0,0 0 0,0 0 0,1 1 0,-1-1 0,1 1 0,0 0 0,0 1 0,1 0 0,-6 6 0,-5 9 0,-15 23 0,28-38 0,0-1 0,1 1 0,0-1 0,0 1 0,0-1 0,0 1 0,1-1 0,-1 1 0,1 0 0,1 7 0,-1-1 0,0-10 0,1 0 0,-1 0 0,1 1 0,-1-1 0,1 0 0,-1 0 0,1 0 0,0 0 0,-1 0 0,1-1 0,0 1 0,0 0 0,0 0 0,0 0 0,0-1 0,0 1 0,0 0 0,0-1 0,0 1 0,0-1 0,0 1 0,0-1 0,0 0 0,2 1 0,27 6 0,-21-6 0,0-2 0,0 1 0,0-1 0,0 0 0,-1-1 0,1 0 0,0-1 0,9-3 0,-3 0 0,-5 3 0,-1-1 0,1 0 0,-1-1 0,0 0 0,-1 0 0,1-1 0,-1 0 0,0-1 0,-1 0 0,11-11 0,-3 2 0,-12 14 0,-1 0 0,0 0 0,1 0 0,-1 0 0,0 0 0,0-1 0,0 1 0,-1 0 0,1-1 0,-1 0 0,1 1 0,-1-1 0,2-5 0,1 2 0,-4 6 0,0 0 0,1-1 0,-1 1 0,0 0 0,1 0 0,-1-1 0,0 1 0,0 0 0,1-1 0,-1 1 0,0 0 0,0-1 0,1 1 0,-1 0 0,0-1 0,0 1 0,0 0 0,0-1 0,1 1 0,-1-1 0,0 1 0,0 0 0,0-1 0,0 1 0,0-1 0,0 1 0,0 0 0,0-2 0,-2-4 0,-2 9 0,0 6 0,-2-1 0,1 1 0,0 0 0,1 0 0,-5 13 0,6-14 0,1-2 0,1 0 0,0 0 0,1 0 0,0 1 0,0-1 0,1 12 0,0 3 0,-1 180 0,-1-188 0,0 0 0,-1 1 0,0-1 0,-1 0 0,-1 0 0,0 0 0,-1 0 0,-10 18 0,5-13 0,0 0 0,-2 0 0,0-2 0,-1 1 0,-16 15 0,15-20 0,0 0 0,-1 0 0,-1-1 0,0-1 0,-33 15 0,-92 29 0,131-50 0,-12 3 0,-32 5 0,16-4 0,18-4 0,1-2 0,-1 0 0,0-1 0,0-1 0,-36-4 0,54 4 0,-1 0 0,0-1 0,1 1 0,-1-1 0,1 0 0,-1 1 0,1-1 0,-1-1 0,1 1 0,-1 0 0,1 0 0,0-1 0,0 0 0,0 1 0,0-1 0,-3-3 0,4 3 0,0 1 0,0-1 0,0 1 0,1-1 0,-1 0 0,1 0 0,-1 1 0,1-1 0,-1 0 0,1 0 0,0 0 0,0 1 0,0-1 0,0 0 0,0 0 0,0 0 0,1 0 0,-1 1 0,1-1 0,-1 0 0,1 0 0,0 1 0,0-3 0,4-5 0,0 1 0,1-1 0,0 1 0,0 0 0,1 0 0,0 1 0,0 0 0,0 0 0,15-9 0,10-5 0,42-21 0,-32 19 0,71-36 0,128-45 0,-151 67 0,86-31 0,105-48 0,-260 106 0,-8 5 0,-1 0 0,0-2 0,0 1 0,0-2 0,-1 1 0,0-1 0,-1-1 0,14-13 0,-23 19 0,0 1 0,-1-1 0,1 1 0,0-1 0,-1 1 0,0-1 0,0 1 0,1-1 0,-2 1 0,1-1 0,-1-4 0,1-1 0,-1 7 0,1 0 0,0-1 0,-1 1 0,1 0 0,-1 0 0,0 0 0,1 0 0,-1 0 0,0 0 0,0 0 0,1 0 0,-1 0 0,0 0 0,0 0 0,0 0 0,0 1 0,0-1 0,0 0 0,-1 1 0,1-1 0,0 1 0,0-1 0,0 1 0,-1-1 0,1 1 0,-2 0 0,-32-6 0,21 6 0,1 1 0,-1 0 0,0 1 0,1 0 0,-23 7 0,26-6 0,3-1 0,1 0 0,0 1 0,0-1 0,0 1 0,-7 4 0,-12 7 0,19-11 0,0 0 0,0 0 0,1 0 0,0 1 0,-1-1 0,1 1 0,1 1 0,-1-1 0,-7 10 0,-23 24 0,17-14 0,15-21 0,1 0 0,0 0 0,-1 0 0,1 0 0,0 0 0,1 1 0,-1-1 0,0 1 0,1-1 0,0 1 0,0-1 0,0 1 0,0 0 0,1 0 0,-1-1 0,1 6 0,0-6 0,0 0 0,0-1 0,0 1 0,0 0 0,1-1 0,-1 1 0,1-1 0,0 1 0,0-1 0,0 1 0,0-1 0,0 0 0,1 1 0,-1-1 0,2 2 0,2 1 0,-1-1 0,1 0 0,1 0 0,10 6 0,-13-8 0,10 4 0,0 0 0,0-1 0,0-1 0,1 0 0,-1-1 0,1 0 0,0-1 0,21 0 0,-12 0 0,-4-2 0,0 0 0,1-2 0,-1 0 0,0-1 0,0-1 0,0-1 0,28-12 0,8-10-5036,-47 24 3148,0-1-1,0 0 1,12-9-1,21-21-11533,-32 28 8403</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18.061"/>
    </inkml:context>
    <inkml:brush xml:id="br0">
      <inkml:brushProperty name="width" value="0.035" units="cm"/>
      <inkml:brushProperty name="height" value="0.035" units="cm"/>
    </inkml:brush>
  </inkml:definitions>
  <inkml:trace contextRef="#ctx0" brushRef="#br0">512 84 656,'1'-16'9381,"1"14"-8699,0 1 1,0-1-1,-1 0 1,1 0-1,-1 0 1,1-1-1,-1 1 1,2-4-1,-3 5 41,0-1 0,0 0 0,0 0 0,0 1-1,-1-1 1,1 0 0,0 1 0,-1-1-1,1 0 1,-1 1 0,-1-3 0,1 3-390,0-1 1,-1 1 0,1 0 0,-1 0 0,1 0 0,-1 0-1,1 0 1,-1 1 0,1-1 0,-1 0 0,0 1 0,1-1-1,-1 1 1,-2-1 0,-9-2 431,5 1-666,0 0-1,0 1 0,0 0 1,1 0-1,-1 1 0,0 0 1,0 0-1,0 1 0,-9 2 1,-11 4 419,-33 11 0,29-7-396,16-5-122,0 1 0,-28 16 0,-1 2 0,22-13 0,-28 20 0,22-13 0,22-14 0,1 1 0,-1-1 0,1 2 0,0-1 0,-8 12 0,8-10 0,6-7 0,1 0 0,-1 0 0,1 0 0,-1 0 0,1 0 0,0-1 0,-1 1 0,1 0 0,0 0 0,0 0 0,0-1 0,-1 1 0,1 0 0,0-1 0,0 1 0,0-1 0,0 1 0,0-1 0,0 0 0,0 1 0,0-1 0,0 0 0,0 0 0,0 0 0,0 1 0,1-1 0,-1 0 0,1-1 0,67-15 0,-11 2 0,-13 2 0,23-10 0,-56 18 0,0 0 0,18-9 0,13-5 0,-23 5 0,-14 8 0,-13 9 0,-3 11 0,7-13 0,0 1 0,0-1 0,1 0 0,-1 1 0,1 0 0,0 0 0,0-1 0,0 1 0,0 1 0,0-1 0,1 0 0,0 0 0,-1 0 0,1 1 0,0-1 0,0 1 0,0 6 0,-1 7 0,1 1 0,2 26 0,0-15 0,0-26-237,0 0 1,0 0-1,1 0 0,-1 0 1,1 0-1,0-1 0,0 1 1,0 0-1,0-1 0,0 0 1,0 1-1,4 1 0,-2-3-929,1-1-1,-1 0 0,1 0 0,-1 0 1,1-1-1,-1 1 0,1-1 0,-1 0 0,0 0 1,1-1-1,-1 1 0,0-1 0,0 0 1,5-3-1,-1 1-1815,9-3-2680</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19.184"/>
    </inkml:context>
    <inkml:brush xml:id="br0">
      <inkml:brushProperty name="width" value="0.035" units="cm"/>
      <inkml:brushProperty name="height" value="0.035" units="cm"/>
    </inkml:brush>
  </inkml:definitions>
  <inkml:trace contextRef="#ctx0" brushRef="#br0">428 581 1784,'1'-15'10366,"5"3"-5775,-6 10-3834,1 0 0,0 1 0,-1-1 0,0 0 0,1 0 0,-1 0 1,0 1-1,0-1 0,0 0 0,0 0 0,-1-3 0,0-3 5344,0 3-5381,-6 0-600,5 5-120,0-1 0,1 1 0,-1-1 0,0 1 0,0-1 0,1 1 0,-1 0 0,0 0 0,0 0 0,1 0 0,-1 0 0,0 0 0,-3 2 0,-1-1 0,-5-1 0,0 1 0,-1 1 0,1 0 0,-16 6 0,-6 0 0,2-1 0,0 2 0,1 0 0,0 2 0,1 2 0,-53 30 0,77-40 0,0 1 0,0-1 0,0 2 0,0-1 0,1 0 0,0 1 0,0 0 0,0 0 0,-5 10 0,8-14 0,0 1 0,0-1 0,1 1 0,-1-1 0,1 1 0,-1-1 0,1 1 0,0 0 0,-1-1 0,1 1 0,0 0 0,0-1 0,0 1 0,0-1 0,1 1 0,-1 0 0,0-1 0,1 1 0,-1-1 0,1 1 0,-1 0 0,1-1 0,0 0 0,0 1 0,0-1 0,0 1 0,0-1 0,0 0 0,0 0 0,0 1 0,0-1 0,0 0 0,1 0 0,-1 0 0,0-1 0,1 1 0,-1 0 0,1 0 0,-1-1 0,1 1 0,2 0 0,4 2 0,1-1 0,0 0 0,0 0 0,0-1 0,0 0 0,0-1 0,1 0 0,-1 0 0,10-2 0,85-18 0,-101 19 0,27-7 0,0-2 0,0-1 0,-1-2 0,-1 0 0,0-2 0,-1-1 0,0-2 0,30-25 0,-42 29 0,0 0 0,-1-1 0,-1-1 0,0 0 0,15-28 0,-7 8 0,26-68 0,-33 72 0,-1 0 0,11-39 0,-18 48 0,0 0 0,0 1 0,11-23 0,-16 41 0,1 1 0,-1-1 0,1 0 0,-1 1 0,-1-1 0,1 0 0,0 0 0,-1 1 0,0-1 0,0 0 0,0-6 0,0-4 0,-1 13 0,0 1 0,0 0 0,0 0 0,1 0 0,-1 0 0,0 0 0,0 0 0,1 0 0,-1 0 0,0 0 0,0 0 0,0 0 0,1 1 0,-1-1 0,0 0 0,1 1 0,-1-1 0,0 0 0,-1 2 0,-15 5 0,-3 7 0,0 1 0,1 1 0,0 0 0,2 2 0,0 0 0,-16 22 0,12-11 0,1 1 0,1 1 0,-22 50 0,23-47 0,13-25 0,0 0 0,0 0 0,-4 12 0,3-1 0,2-9 0,0 1 0,1-1 0,0 1 0,1 0 0,-2 19 0,-1 12 0,4-35 0,0 0 0,0 0 0,0 0 0,1 0 0,0-1 0,2 16 0,-1-19 0,0 0 0,1 1 0,-1-1 0,1 0 0,0 0 0,0 0 0,1 0 0,-1 0 0,1 0 0,0-1 0,0 1 0,0-1 0,0 0 0,1 0 0,-1 0 0,1 0 0,-1-1 0,1 1 0,0-1 0,0 0 0,1 0 0,-1-1 0,0 1 0,0-1 0,1 0 0,-1 0 0,1 0 0,-1-1 0,8 1 0,5-1 0,1 0 0,-1-2 0,0 0 0,26-6 0,49-25 0,102-51 0,-187 81 0,-1 0 0,1 1 0,0 0 0,0 0 0,9-1 0,-14 2 0,0 1 0,0 0 0,0 0 0,0 0 0,0 0 0,0 0 0,0 0 0,0 1 0,0-1 0,0 1 0,0-1 0,0 1 0,0 0 0,0 0 0,0-1 0,0 1 0,0 1 0,-1-1 0,1 0 0,0 0 0,1 3 0,-2-3 0,-1 0 0,0-1 0,1 1 0,-1 0 0,0 0 0,1 0 0,-1 0 0,0 0 0,0 0 0,0 0 0,0 1 0,0-1 0,0 0 0,0 0 0,0 0 0,0 0 0,-1 1 0,1-1 0,-1 0 0,1 1 0,0-1 0,0 0 0,0 1 0,0-1 0,0 1 0,0-1 0,0 0 0,1 1 0,-1-1 0,1 3 0,5 18 0,-5-19 0,-1 0 0,1 0 0,-1-1 0,1 1 0,0 0 0,0-1 0,0 1 0,1-1 0,1 5 0,-2-7 0,-1 1 0,0-1 0,0 1 0,0-1 0,1 0 0,-1 1 0,0-1 0,1 1 0,-1-1 0,0 0 0,1 1 0,-1-1 0,1 0 0,-1 0 0,0 1 0,1-1 0,-1 0 0,1 0 0,-1 0 0,1 0 0,-1 1 0,1-1 0,-1 0 0,0 0 0,1 0 0,-1 0 0,1 0 0,-1 0 0,1 0 0,-1 0 0,1 0 0,-1 0 0,1-1 0,-1 1 0,1 0 0,-1 0 0,1-1 0,6 0-738,0 0 0,0-1 0,-1 0 0,1 0 0,-1-1 1,1 0-1,8-5 0,-6 3-366,12-6-4683,-1 0-1,33-26 1,-35 26 678</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19.367"/>
    </inkml:context>
    <inkml:brush xml:id="br0">
      <inkml:brushProperty name="width" value="0.035" units="cm"/>
      <inkml:brushProperty name="height" value="0.035" units="cm"/>
    </inkml:brush>
  </inkml:definitions>
  <inkml:trace contextRef="#ctx0" brushRef="#br0">176 6 1936,'-37'-3'7855,"28"2"-6643,0 0-1,-1 1 1,1-1-1,-13 3 1,-38 8 4173,59-10-5350,1 0-1,-1 0 1,1 0 0,-1 0 0,1 0 0,0 0 0,-1 0-1,1 1 1,-1-1 0,1 0 0,-1 0 0,1 0-1,0 1 1,-1-1 0,1 0 0,0 1 0,-1-1-1,1 0 1,0 1 0,-1-1 0,1 0 0,0 1-1,0-1 1,-1 1 0,1-1 0,0 0 0,0 2-1,-6 5 171,5-5-242,1-1 0,-1 1 1,1 0-1,0-1 0,-1 1 0,1 0 1,0 0-1,0-1 0,0 1 1,0 0-1,0 0 0,1 1 0,-1 1-616,0-3 482,1 0-1,-1 0 1,0 0 0,0 0-1,1 0 1,-1 0 0,0 0-1,1 0 1,-1 0 0,1-1 0,-1 1-1,1 0 1,-1 0 0,1 0-1,0-1 1,-1 1 0,1 0-1,0-1 1,0 1 0,-1-1 0,1 1-1,0-1 1,0 1 0,0-1-1,0 1 1,0-1 0,0 0-1,1 1 1,33 5-4563,-21-5 594,-4 4 389</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19.927"/>
    </inkml:context>
    <inkml:brush xml:id="br0">
      <inkml:brushProperty name="width" value="0.035" units="cm"/>
      <inkml:brushProperty name="height" value="0.035" units="cm"/>
    </inkml:brush>
  </inkml:definitions>
  <inkml:trace contextRef="#ctx0" brushRef="#br0">121 0 2433,'-4'2'6062,"-10"8"1076,14-8-6380,1 0 1,-1 0 0,0 0-1,1 0 1,-1-1-1,1 1 1,0 0 0,0 0-1,-1 0 1,1-1-1,2 4 1,-2-4-421,0 1-1,0-1 1,0 1-1,0-1 1,0 1-1,-1 0 1,1-1-1,-1 1 1,1 0-1,-1 0 1,1 2-1,3 11 1929,-3-14-2215,-1 0 0,1 0-1,-1-1 1,0 1 0,1 0 0,-1 0 0,0-1-1,0 1 1,0 0 0,1 0 0,-1 0 0,0 0 0,0-1-1,0 1 1,0 0 0,0 0 0,0 0 0,-1 0-1,1 0 1,-7 20 182,-1 0 0,-10 20 0,8-27-233,0 1 0,-1-2 0,0 0 0,-26 23 0,22-13 0,15-23 0,0-1 0,0 1 0,1 0 0,-1 0 0,0 0 0,0 0 0,0 0 0,1 0 0,-1 0 0,0 0 0,0 0 0,1 0 0,-1 1 0,0-1 0,0 0 0,1 0 0,-1 0 0,0 0 0,0 0 0,0 0 0,1 0 0,-1 1 0,0-1 0,0 0 0,0 0 0,0 0 0,1 0 0,-1 1 0,0-1 0,0 0 0,0 0 0,0 0 0,0 1 0,0-1 0,0 0 0,1 0 0,-1 0 0,0 1 0,0-1 0,0 0 0,0 0 0,0 1 0,0-1 0,0 0 0,0 0 0,0 1 0,0-1 0,0 0 0,-1 0 0,1 1 0,0-1 0,0 0 0,0 0 0,0 0 0,0 1 0,0-1 0,0 0 0,0 0 0,-1 0 0,1 1 0,0-1 0,0 0 0,0 0 0,-1 0 0,2 1 0,122-88 0,-60 40 0,-54 40 0,1 0 0,0 1 0,16-8 0,20-13 0,-37 21 0,1 0 0,0 0 0,20-7 0,16-10 0,-27 15 0,-19 8 0,1 0 0,-1 0 0,1 0 0,-1 0 0,1 0 0,-1 0 0,1 0 0,-1 0 0,0 0 0,1 0 0,-1 0 0,1 1 0,-1-1 0,1 0 0,-1 0 0,1 0 0,-1 1 0,0-1 0,1 0 0,-1 1 0,1-1 0,0 2 0,0 0 0,0 0 0,0 0 0,-1 0 0,1 1 0,-1-1 0,1 0 0,-1 0 0,0 0 0,1 0 0,-1 1 0,-1 2 0,0-2 0,1 0 0,-1 1 0,-1-1 0,1 0 0,0 0 0,-1-1 0,0 1 0,1 0 0,-1 0 0,0-1 0,-5 5 0,-4 8 0,9-11 0,1-1 0,-1 1 0,0-1 0,0 1 0,0-1 0,-1 0 0,1 0 0,-1 0 0,0-1 0,-4 4 0,9-8 0,-1-1 0,1 1 0,0 0 0,0-1 0,0 1 0,0 0 0,1 0 0,-1 1 0,1-1 0,-1 0 0,4-1 0,10-5 0,0-1 0,25-19 0,-3 3 0,-10 7 0,56-24 0,-57 31 0,-25 11 0,1 1 0,-1 0 0,0-1 0,0 1 0,0 0 0,0 0 0,0 0 0,0 0 0,0 0 0,0 0 0,0 1 0,0-1 0,-1 1 0,1-1 0,0 1 0,-1 0 0,1 0 0,-1-1 0,0 1 0,0 0 0,0 0 0,0 0 0,0 1 0,1 2 0,0-1 0,-1 0 0,1 0 0,-1 0 0,0 1 0,0-1 0,-1 1 0,1-1 0,-1 1 0,0-1 0,0 1 0,-1 7 0,-4 4 0,0 1 0,-1-1 0,-11 22 0,-1 6 0,-8 4-1984,19-37-1433,7-10 3217,0-1 0,0 1 1,0-1-1,0 0 0,0 1 0,0-1 0,0 0 1,1 1-1,-1-1 0,0 1 0,0-1 0,0 0 0,0 1 1,0-1-1,1 0 0,-1 1 0,0-1 0,0 0 0,1 0 1,-1 1-1,0-1 0,0 0 0,1 0 0,-1 1 1,0-1-1,1 0 0,-1 0 0,1 1 0</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20.272"/>
    </inkml:context>
    <inkml:brush xml:id="br0">
      <inkml:brushProperty name="width" value="0.035" units="cm"/>
      <inkml:brushProperty name="height" value="0.035" units="cm"/>
    </inkml:brush>
  </inkml:definitions>
  <inkml:trace contextRef="#ctx0" brushRef="#br0">183 23 2088,'-26'9'5431,"0"1"0,1 2 0,-35 21 0,45-26-3123,14-6-1992,-1-1 1,0 1 0,0-1-1,1 1 1,-1 0-1,0 0 1,1 0-1,-1 0 1,1 0-1,-1 0 1,1 0-1,0 0 1,-1 1-1,1-1 1,0 1-1,0-1 1,0 1-1,0-1 1,0 1-1,-1 2 1,2-3-317,1 0 0,-1 0 0,1-1 0,0 1 0,-1 0 0,1-1 0,0 1 0,-1-1 0,1 1 0,0 0 0,-1-1 0,1 0 0,0 1 0,0-1 0,0 1 0,0-1 0,0 0 0,-1 0 0,1 0 0,0 1 0,0-1 0,0 0 0,0 0 0,0 0 0,0 0 0,1-1 0,28 1 0,802-86 0,-719 78 0,34-4 0,-116 10 0,-28 2 0,-18 1 0,-47 1-1500,41 0 94,0-1 0,-1-1-1,1-1 1,-21-4 0,7-11-14980,25 11 10552</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35.116"/>
    </inkml:context>
    <inkml:brush xml:id="br0">
      <inkml:brushProperty name="width" value="0.035" units="cm"/>
      <inkml:brushProperty name="height" value="0.035" units="cm"/>
    </inkml:brush>
  </inkml:definitions>
  <inkml:trace contextRef="#ctx0" brushRef="#br0">253 22 608,'0'0'147,"-1"1"0,1-1 0,0 0-1,-1 0 1,1 0 0,0-1 0,-1 1-1,1 0 1,0 0 0,-1 0 0,1 0 0,0 0-1,-1 0 1,1 0 0,0 0 0,0-1 0,-1 1-1,1 0 1,0 0 0,0 0 0,-1-1 0,1 1-1,0 0 1,0 0 0,-1-1 0,1 1 0,0 0-1,0 0 1,0-1 0,0 1 0,0 0 0,-1-1-1,1 1-84,1-1 0,-1 1 0,0 0 0,0-1 0,0 1 0,0 0 0,1-1 0,-1 1 0,0 0 0,0 0 0,0-1 0,1 1 0,-1 0 0,0 0-1,1 0 1,-1-1 0,0 1 0,0 0 0,1 0 0,-1 0 0,0 0 0,1 0 0,-1-1 0,0 1 0,1 0 0,-1 0 0,0 0 0,1 0 0,-1 0 0,1 0 0,-1 0-1,0 0 1,1 0 0,-1 1 0,4-1 261,-4 0-267,1 0 0,-1 0 0,0 0 0,1 1 0,-1-1 0,0 0 0,1 0 0,-1 0 0,1 0 0,-1 0 0,0 0 0,1 0 0,-1 0 0,0 0 0,1 0 0,-1 0 0,1 0 0,-1-1 0,0 1 0,1 0 0,-1 0 0,0 0 0,1 0 0,-1-1 0,0 1 0,1 0 0,-1 0 0,0-1 0,0 1 0,1 0 0,-1 0 0,0-1 0,0 1 0,1 0 0,-1-1 0,0-1 2322,9 3-1892,-9 3-489,0-3 58,-1-1-49,-5 0-3,4 0 1,4 0-4,4 0-5,-5-2 12,-1-1 7,7 2-6,-5 1 24,-2-1-76,0-3 1870,-28 8 1889,25-3-3798,3-1 144,0 0 0,0 0-1,-1 0 1,1 0-1,0 0 1,0 0-1,0 0 1,-1 0-1,1 0 1,0 1-1,0-1 1,0 0-1,0 0 1,-1 0-1,1 0 1,0 0-1,0 0 1,0 1 0,0-1-1,0 0 1,-1 0-1,1 0 1,0 0-1,0 1 1,0-1-1,0 0 1,0 0-1,0 0 1,0 0-1,0 1 1,0-1-1,0 0 1,0 0-1,0 0 1,0 1 0,0-1-1,0 0 1,0 0-1,0 0 1,0 1-1,0-1 1,0 0-1,0 0 1,0 1-61,0-1-1,0 0 1,0 0 0,0 0 0,0 1-1,0-1 1,0 0 0,0 0-1,0 0 1,0 1 0,0-1 0,0 0-1,0 0 1,-1 0 0,1 0 0,0 1-1,0-1 1,0 0 0,0 0 0,0 0-1,0 0 1,-1 1 0,1-1-1,0 0 1,0 0 0,0 0 0,0 0-1,-1 0 1,1 0 0,0 0 0,0 0-1,0 0 1,0 0 0,-1 1 0,1-1-1,0 0 1,0 0 0,-1 0 0,1 0-1,0 0 1,0 0 0,0 0 0,-1 0 0,1 0-1,0 0 1,0 0 0,0 0 0,0 0 0,-1 0-1,1 0 1,0 0 0,0 0 0,0 1 0,0-1 0,0 0-1,-1 0 1,1 0 0,0 0 0,0 0 0,0 1-1,0-1 1,0 0 0,0 0 0,0 0 0,0 0-1,-1 1 1,1-1 0,0 0 0,0 0 0,0 0-1,0 0 1,0 1 0,0-1 0,0 0 0,0 0-1,0 1 1,0 0 0,0 0 0,-1 0 0,1 0-1,0-1 1,-1 1 0,1 0 0,0 0-1,-1-1 1,1 1 0,-1 0 0,1-1 0,-1 1-1,0 0 1,1-1 0,-1 1 0,0 0-1,0-1 2,0 1 0,1 0 0,-1-1 0,0 1 0,1-1 0,-1 1 0,1 0 0,-1-1 0,1 1 0,-1 0 0,1 0 0,-1-1 0,1 1 0,0 0 0,0 0 0,-1 0 0,1 1 0,-1 0 22,1 1 0,-1-1 0,0 0 0,0 1 0,0-1 0,0 0 0,-1 1 0,-1 1 0,-5 11 326,-27 39 1403,25-33-1139,8-18-570,0 0 1,0 0-1,1 0 1,0 1-1,-1-1 1,1 0-1,0 1 0,0-1 1,1 1-1,-1-1 1,1 6-1,-4 1-5,3-9-35,1 0 0,-1 0 0,1-1 0,-1 1 0,1 0 0,0 0 0,-1 0 0,1 0 0,0 0-1,-1 0 1,1 0 0,0 0 0,0 0 0,0 0 0,0 2 0,0 14-169,0-11 796,0-9 2740,1 1-3365,0 1 0,1-1-1,-1 0 1,0 1 0,1 0-1,-1-1 1,1 1 0,-1 0-1,1 0 1,-1 0 0,1 0-1,3-2 1,6-4 14,-10 7-19,-1-1 0,0 1 0,0 0 0,0 0 0,1 0 0,-1 0 0,0 0 0,0 0 0,0 0 0,0-1 0,1 1 0,-1 0 0,0 0 0,0 0 0,0 0 0,0 0 0,0-1 0,0 1 0,0 0 0,1 0 0,-1 0 0,0-1 0,0 1 0,0 0 0,0 0 0,0 0 0,0-1 0,0 1 0,0 0 0,0 0 0,0 0 0,0-1 0,0 1 0,0 0 0,0 0 0,0 0 0,0-1 0,0 1 0,-1 0 0,1 0 0,0 0 0,0-1 0,0 1 0,0 0 0,0 0 0,-1 0 0,2-2 3,0 1-1,0-1 1,0 1-1,-1 0 0,1 0 0,0 0 1,-1-1-1,1 1 0,-1 0 1,0-1-1,1 1 0,-1 0 0,0-1 1,0 1-1,0-1 0,0-1 1,1-32-7,-1 22-45,0 12 38,-2-16-10,2 17 22,-1-1 0,1 1 0,-1-1 0,1 1-1,-1-1 1,1 1 0,-1-1 0,1 1 0,0-1 0,-1 1 0,1-1 0,0 0-1,0 1 1,-1-1 0,1 0 0,0 1 0,0-1 0,0 0 0,0 0 0,-1-30 64,1 30-61,0 1 0,0 0 0,0 0 0,-1-1 0,1 1 1,0 0-1,0 0 0,0-1 0,0 1 0,0 0 0,-1 0 0,1-1 0,0 1 1,0 0-1,0 0 0,-1 0 0,1 0 0,0-1 0,0 1 0,-1 0 1,1 0-1,0 0 0,0 0 0,-1 0 0,1 0 0,0 0 0,0 0 0,-1 0 1,1 0-1,0 0 0,0 0 0,-1 0 0,1 0 0,0 0 0,-1 0 0,1 0 1,0 0-1,0 0 0,-1 0 0,1 0 5,0 0 1,-1 0-1,1 0 1,0 1-1,0-1 1,-1 0 0,1 0-1,0 0 1,-1 0-1,1 0 1,0 0-1,0 0 1,-1 0-1,1-1 1,0 1-1,0 0 1,-1 0-1,1 0 1,0 0-1,0 0 1,-1 0-1,1 0 1,0-1-1,0 1 1,-1 0-1,1 0 1,0 0-1,0 0 1,0-1-1,0 1 1,-1 0-1,1 0 1,0-1-1,0 1 1,0 0-1,0 0 1,0-1-1,0 1 1,-1 0-1,1-1 759,-6-2-331,6 3-429,0 0 0,0 0 0,0-1 0,0 1 0,-1 0 0,1 0 0,0 0 0,0-1 0,0 1 0,-1 0 0,1 0 0,0 0 0,0 0 0,0 0 0,-1 0 0,1-1 0,0 1 0,0 0 0,-1 0 0,1 0 0,0 0 0,0 0 0,-1 0 0,1 0 0,0 0 0,-1 0 0,1 0 0,0 0 0,0 0 0,-1 0 0,1 0 0,0 0 0,0 0 0,-1 1 0,1-1 0,0 0 0,0 0 0,0 0 0,-1 0 0,1 0 0,0 1 0,0-1 0,0 0 0,-1 0 0,1 0 0,0 0 0,0 1 0,0-1 0,0 0 0,0 0 0,-1 1 0,1-1 0,0 0 0,0 1 0,0 0-4,-1-1-16,0 0 11,0 0 1,0 0-1,0 0 1,1 1-1,-1-1 0,0 0 1,0 1-1,0-1 1,1 0-1,-1 1 1,0-1-1,1 1 1,-1 0-1,0-1 1,1 1-1,-1-1 1,1 1-1,-2 1 1,1 0 4,-6 3 48,1 0-1,0 0 1,0 1-1,1 0 1,0 0-1,0 1 1,0 0-1,-4 8 0,-15 20 222,6 3-125,16-35-143,0 1-1,1-1 0,-1 0 0,1 1 0,0 0 1,0-1-1,0 1 0,0 0 0,0 4 0,-5 18-4,5-20 0,-1 0 0,1 0 0,0 0 0,0 0 0,0 0 0,1 0 0,0 0 0,0 0 0,0 0 0,1 0 0,0 0 0,0 0 0,3 7 0,5 20 49,-5-22-23,9 16-5,-10-5-149,1-23-1860,-6 0 536,-7-5-3113,6-2-2339,19 1-2407,-13 3 6846,4 4-409</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35.548"/>
    </inkml:context>
    <inkml:brush xml:id="br0">
      <inkml:brushProperty name="width" value="0.035" units="cm"/>
      <inkml:brushProperty name="height" value="0.035" units="cm"/>
    </inkml:brush>
  </inkml:definitions>
  <inkml:trace contextRef="#ctx0" brushRef="#br0">0 38 536,'0'0'1559,"10"1"2146,-6 0-3185,-1 0 0,1 0 1,-1 0-1,0-1 0,1 1 1,-1-1-1,5 0 0,-3 3 602,-4-2-890,0 0 0,0-1 0,0 1 0,0 0 0,0-1 1,0 1-1,0-1 0,0 1 0,0-1 0,0 1 0,1-1 1,1 1-1,9 3 868,-11-3-987,0 0-1,1-1 1,-1 1-1,1 0 1,-1-1-1,1 1 1,-1-1-1,1 1 1,-1-1-1,1 0 1,0 0-1,2 1 1,96-9 970,7-1-965,6 4-116,-68-1-798,-44 6 637,1 1 0,-1-1 0,0-1 0,1 1 0,-1 0 0,0 0 0,1 0 0,-1-1 0,0 1 0,1-1 0,-1 1 0,0-1 0,0 1 0,1-1 0,-1 0 0,0 0 0,0 1 0,0-1 0,0 0 0,2-2 0,-2 1-476,-1 1 1,1 0 0,0-1-1,-1 1 1,1-1 0,-1 1 0,0-1-1,1 1 1,-1-1 0,0 0 0,0-2-1,0-2-2189</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36.047"/>
    </inkml:context>
    <inkml:brush xml:id="br0">
      <inkml:brushProperty name="width" value="0.035" units="cm"/>
      <inkml:brushProperty name="height" value="0.035" units="cm"/>
    </inkml:brush>
  </inkml:definitions>
  <inkml:trace contextRef="#ctx0" brushRef="#br0">1 82 408,'0'0'165,"0"0"1,0 0-1,1 0 1,-1-1-1,0 1 0,0 0 1,0 0-1,0 0 1,1-1-1,-1 1 0,0 0 1,0 0-1,0 0 1,0-1-1,1 1 0,-1 0 1,0 0-1,0-1 1,0 1-1,0 0 0,0 0 1,0-1-1,0 1 1,0 0-1,0 0 0,0-1 1,0 1-1,0 0 1,0 0-1,0-1 0,0 1 1,0 0-1,0 0 1,0-1-1,-3-2 3712,11-2 1778,-16 0-1064,8 4-4172,10-4 641,14-1-652,37 1-322,0 0-53,-16 2-25,0-1-1,63-16 1,-83 17-36,-21 3 18,-1 0 1,0 0-1,1-1 0,-1 1 1,1-1-1,-1 0 0,0 0 1,6-2-1,-9 2 10,0 1 0,0 0 1,1 0-1,-1 0 0,0 0 0,0 0 0,1 0 1,-1-1-1,0 1 0,0 0 0,1 0 0,-1 0 1,0 0-1,0 0 0,1 0 0,-1 0 0,0 0 0,0 0 1,1 0-1,-1 0 0,0 0 0,0 0 0,1 1 1,-1-1-1,0 0 0,0 0 0,1 0 0,-1 0 1,0 0-1,0 0 0,1 1 0,-1-1-125,0 0 1,0 1-1,1-1 1,-1 0-1,0 1 0,0-1 1,0 0-1,1 1 1,-1-1-1,0 0 0,0 1 1,0-1-1,0 0 1,0 1-1,0-1 0,0 1 1,0-1-1,0 0 1,0 1-1,0-1 0,0 1 1,0-1-1,0 0 1,0 1-1,0-1 0,0 0 1,0 1-1,-1-1 1,1 0-1,0 1 0,0-1 1,0 0-1,-1 1 1,1-1-1,0 0 0,0 1 1,-1-1-1,1 0 1,0 0-1,-1 1 0,1-1 1,0 0-1,-1 0 1,1 0-1,0 0 0,-1 1 1,1-1-1,0 0 1,-1 0-1,-1 0-1145,-14 4-9221,15-8 7010</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37.152"/>
    </inkml:context>
    <inkml:brush xml:id="br0">
      <inkml:brushProperty name="width" value="0.035" units="cm"/>
      <inkml:brushProperty name="height" value="0.035" units="cm"/>
    </inkml:brush>
  </inkml:definitions>
  <inkml:trace contextRef="#ctx0" brushRef="#br0">148 12 664,'9'-6'11820,"-18"1"-3716,-1 10-1293,4-4-6292,1 0 0,-1 1 0,1 0 0,-1 0 0,1 0 0,0 0 0,-1 1 0,1 0 0,-8 6 0,6-4-341,0-2-178,6-3 0,1 0 0,-1 0 0,1 1 0,-1-1 0,1 0 0,0 0 0,-1 0 0,1 1 0,-1-1 0,1 0 0,0 0 0,-1 1 0,1-1 0,-1 1 0,1-1 0,0 0 0,0 1 0,-1-1 0,1 0 0,0 1 0,0-1 0,-1 1 0,1-1 0,0 1 0,0-1 0,0 1 0,0-1 0,0 1 0,0-1 0,0 1 0,-1-1 0,2 1 0,-1 0 0,-1 1 0,1 1 0,0-1 0,-1 0 0,0 1 0,1-1 0,-1 0 0,0 0 0,0 0 0,-2 3 0,2-3 0,-1 0 0,1 0 0,0 0 0,1 0 0,-1 0 0,0 0 0,1 1 0,-1-1 0,0 3 0,1-2 0,0 1 0,-1-1 0,0 0 0,0 1 0,0-1 0,0 0 0,0 0 0,-3 5 0,-5 13 0,7-5 0,-1 0 0,2 0 0,0 32 0,1-31 0,-8 21 0,8-21 0,1-15 0,1-5 0,6-10 0,-1 0 0,9-5 0,-11 13 0,0 0 0,-1-1 0,0 1 0,0-1 0,0 0 0,4-8 0,-5 8 0,0 1 0,0 0 0,1-1 0,0 1 0,0 1 0,10-9 0,6-8 0,-19 19 0,0 1 0,1 0 0,-1-1 0,1 1 0,0 0 0,-1 0 0,1 0 0,0 0 0,0 0 0,0 1 0,0-1 0,0 0 0,0 1 0,3-1 0,32 0 0,-27 1 0,-9 0 0,-1 0 0,0 0 0,1 0 0,-1 0 0,1 0 0,-1 0 0,0 0 0,1 0 0,-1 0 0,0 0 0,1 0 0,-1 1 0,1-1 0,-1 0 0,0 0 0,1 0 0,-1 1 0,0-1 0,0 0 0,1 0 0,-1 1 0,0-1 0,1 0 0,-1 1 0,0-1 0,0 1 0,9 5 0,-7-4 0,-1-1 0,1 0 0,0 0 0,0 1 0,-1-1 0,1 1 0,-1 0 0,1-1 0,-1 1 0,0 0 0,0 0 0,1 0 0,0 3 0,10 13 0,-9-15 0,0 0 0,-1 1 0,1 0 0,-1-1 0,0 1 0,0 0 0,0 0 0,-1 0 0,1 0 0,-1 1 0,0-1 0,0 0 0,0 0 0,-1 7 0,9 31-3823,-9-40 3541,0 3-5053</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38.861"/>
    </inkml:context>
    <inkml:brush xml:id="br0">
      <inkml:brushProperty name="width" value="0.035" units="cm"/>
      <inkml:brushProperty name="height" value="0.035" units="cm"/>
    </inkml:brush>
  </inkml:definitions>
  <inkml:trace contextRef="#ctx0" brushRef="#br0">96 49 192,'-16'-3'6798,"6"1"-2648,1-4 833,-6 7-2890,11 1-1110,0 0 1,0 0-1,0 0 1,0 0-1,0-1 1,0 0-1,0 0 1,-9 1 2252,14-2-3178,0-1 0,0 0 0,0 1 0,0-1 1,0 0-1,1 1 0,-1 0 0,0-1 0,0 1 1,0 0-1,1-1 0,-1 1 0,0 0 0,1 0 0,-1 0 1,0 0-1,0 0 0,1 0 0,0 1 0,2-1 39,139 0 170,-90-5-351,-40 4-874,0-1 1,-1 0 0,1 0-1,21-8 1,-23 6-1528,1 1 1,0 0-1,0 1 0,20-2 0,-31 4 2023,1 0-1,-1 0 1,1-1-1,-1 1 1,1 0 0,-1-1-1,1 1 1,-1-1-1,1 0 1,-1 1-1,2-2 1,5-2-3387,1 3 559</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39.331"/>
    </inkml:context>
    <inkml:brush xml:id="br0">
      <inkml:brushProperty name="width" value="0.035" units="cm"/>
      <inkml:brushProperty name="height" value="0.035" units="cm"/>
    </inkml:brush>
  </inkml:definitions>
  <inkml:trace contextRef="#ctx0" brushRef="#br0">486 22 2168,'0'0'2284,"-1"-10"3175,-1 9-4718,0 0 0,1 1-1,-1-1 1,0 0 0,0 1-1,0-1 1,0 1 0,0-1-1,0 1 1,-2 0 0,2 0 747,-8 0 3119,-20 0 1157,-15 0-2994,18-5-2691,18 5-79,1 1 0,0 0 0,0 1 0,0 0 0,0 1 0,0-1 0,0 1 0,1 1 0,-1 0 0,1 0 0,-11 8 0,15-10 0,1 1 0,-1 0 0,0 1 0,1-1 0,0 0 0,-1 1 0,1-1 0,1 1 0,-1 0 0,-1 5 0,-5 8 0,-10 32 0,15-41 0,1 1 0,0 0 0,0-1 0,1 1 0,0 0 0,0 0 0,1 0 0,0 0 0,2 14 0,0 11 0,-2 85 0,-2-109 0,1 1 0,-2-1 0,1 0 0,-1 0 0,-1 0 0,0 0 0,0-1 0,-10 15 0,14-22-212,-1-1 1,-1 1-1,1-1 1,0 1-1,0-1 1,-1 1-1,1-1 1,0 0-1,-1 1 0,0-1 1,-2 1-1,1 0-780,0-1 0,-1 0 0,1 0 0,-1 0 0,1 0 1,-1 0-1,1-1 0,-1 0 0,-6 0 0,2 0-1686,-1-1 1,1 0-1,-12-4 1,-6-4-1266,10 4-449</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39.965"/>
    </inkml:context>
    <inkml:brush xml:id="br0">
      <inkml:brushProperty name="width" value="0.035" units="cm"/>
      <inkml:brushProperty name="height" value="0.035" units="cm"/>
    </inkml:brush>
  </inkml:definitions>
  <inkml:trace contextRef="#ctx0" brushRef="#br0">0 136 144,'10'-6'7350,"-5"3"-6845,-1 0 1,1 1-1,-1-1 1,1 1 0,0 0-1,0 1 1,0-1-1,8 0 1,291-31 2442,-225 26-2651,70-14-100,-108 15-182,-16 1 19,36-13 0,-52 15 2,8-7 2530,-8 3 2135,-9 8-4570,0-1 0,0 1 0,0-1 0,-1 1 0,1-1 1,0 1-1,-1-1 0,1 1 0,0-1 0,-1 0 1,1 1-1,0-1 0,-1 1 0,1-1 0,-1 0 0,1 0 1,-1 1-1,1-1 0,-1 0 0,1 0 0,-1 1 0,1-1 1,-1 0-1,1 0 0,-1 0 0,0 0 0,0 0-68,1 0 0,-1 1-1,0-1 1,1 0-1,-1 0 1,0 0 0,1 1-1,-1-1 1,0 0-1,1 1 1,-1-1 0,1 1-1,-1-1 1,0 0-1,1 1 1,-1-1 0,1 1-1,0 0 1,-1-1-1,1 1 1,-1-1-1,1 1 1,0 0 0,-1-1-1,1 1 1,0 0-1,0-1 1,-1 2 0,1-1 21,0 0 0,-1 1 0,1-1 0,0 0 0,-1 1 0,1-1 1,-1 0-1,0 0 0,0 0 0,1 0 0,-2 2 0,0-2-36,1 0 0,0 1 0,1-1 1,-1 1-1,0-1 0,0 0 0,1 1 0,-1 0 0,0-1 0,1 1 0,0-1 1,-1 3-1,1-1-14,-1 0 0,1 0 0,-1 0 0,1-1 0,-1 1 0,0 0 0,0 0 0,-2 3 0,1-4-20,1 1 1,0 0-1,-1 0 1,2 0 0,-1 1-1,0-1 1,0 0 0,1 5-1,-1-1 54,0 1 0,0 0 0,-1-1-1,0 1 1,-4 9 0,3-10 24,0 1-1,1 0 1,0 0 0,1 0 0,-1 11 0,1-14-51,1 1-1,-1 0 1,0-1 0,-1 1 0,-2 7 0,2-8-22,0 1 1,1-1 0,0 0-1,0 1 1,-1 7-1,-6 41 55,7-53-68,1-1 0,0 1 0,0 0 0,0-1 0,0 1 0,0-1 0,0 1 0,0 0 0,0-1 0,0 1 0,1-1 1,-1 1-1,0-1 0,0 1 0,0 0 0,1-1 0,-1 1 0,0-1 0,1 1 0,-1-1 0,0 1 0,1-1 0,-1 0 0,1 1 0,-1-1 0,1 1 0,-1-1 1,1 0-1,-1 1 0,1-1 0,-1 0 0,1 0 0,-1 1 0,1-1 0,0 0 0,2 0 20,-1 0 1,1 0-1,-1-1 0,1 1 0,-1-1 1,0 1-1,1-1 0,3-2 1,2-2-2,0 1 0,-1-2 0,1 1 0,-1-1 0,0-1 0,0 1 0,-1-1 1,8-10-1,24-23-17,-16 19-10,-18 16-1,1 0-1,1 0 1,10-8-1,6-5 3,-19 15 1,0 1 0,0-1 0,1 0 0,-1 1 0,1-1 0,-1 1 0,1 0 0,7-2 0,15-4 4,-22 7-3,0 0 0,0-1 0,0 1 0,0 1 0,0-1 0,0 0 0,0 1 0,0 0 0,0 0 0,0 0 0,7 2 0,-4 0 2,1 0 0,-1 0 0,1 1 1,-1 0-1,0 1 0,0 0 0,0 0 0,0 0 1,8 8-1,-12-9-17,1 0 0,-1 0-1,0 1 1,0-1 0,0 1 0,0 0 0,-1 0 0,1 0-1,-1 0 1,0 0 0,0 0 0,-1 1 0,0-1 0,1 1 0,-1-1-1,-1 1 1,2 8 0,-5 21-1467,3-33 1216,0 1 0,0 0 0,-1-1 0,1 1 0,-1-1-1,0 1 1,1-1 0,-1 1 0,0-1 0,0 1 0,0-1 0,0 0 0,0 1 0,0-1-1,0 0 1,-3 2 0,4-3 1,-1 0-1,1 1 1,-1-1 0,0 0-1,1 1 1,-1-1 0,1 1-1,0-1 1,-1 1-1,1-1 1,-1 1 0,1-1-1,0 1 1,-1-1-1,1 1 1,0-1 0,-1 1-1,1 0 1,0-1-1,0 1 1,0-1 0,0 1-1,0 0 1,-1-1-1,1 1 1,0 0 0,1 0-1</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41.443"/>
    </inkml:context>
    <inkml:brush xml:id="br0">
      <inkml:brushProperty name="width" value="0.035" units="cm"/>
      <inkml:brushProperty name="height" value="0.035" units="cm"/>
    </inkml:brush>
  </inkml:definitions>
  <inkml:trace contextRef="#ctx0" brushRef="#br0">27 60 208,'-1'-1'6477,"-8"-3"-431,-7 9 12067,16-11-16253,0 5-1857,1 1-1,-1-1 1,1 1-1,-1-1 1,1 1-1,-1 0 1,1-1-1,0 1 1,-1 0-1,1-1 1,-1 1-1,1 0 1,0 0-1,-1 0 1,1 0-1,0 0 1,-1-1-1,1 1 1,0 0-1,-1 0 1,1 1-1,0-1 1,-1 0 0,2 0-1,319-5-38,-281 0-2879,-27 2-1172,-1 0 0,18-8 1,-21 5 165,-7-4-3783,-2 4 3325</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41.855"/>
    </inkml:context>
    <inkml:brush xml:id="br0">
      <inkml:brushProperty name="width" value="0.035" units="cm"/>
      <inkml:brushProperty name="height" value="0.035" units="cm"/>
    </inkml:brush>
  </inkml:definitions>
  <inkml:trace contextRef="#ctx0" brushRef="#br0">287 13 248,'-1'-2'6720,"-5"-2"-4821,-4 1 1333,9 3-2886,0-1 0,1 1 0,-1-1 0,0 1 0,0 0 0,1 0 0,-1-1 0,0 1 0,0 0 0,1 0 0,-1 0 0,0 0 0,0 0 0,0 0 0,1 0 0,-1 0 0,0 0 0,0 0 0,1 0 1,-1 1-1,0-1 0,-1 1 0,0 0 154,-1 0 0,1 0 0,-1 0 0,0 0 0,1-1 0,-1 1 0,0-1 0,1 1 0,-1-1 0,0 0 0,0 0 0,1 0 0,-1-1 0,0 1 0,0-1 0,-3 0 0,-48-4 3709,47 6-4209,5 6 0,3-4 0,-1 131 0,-1-128 0,0 0 0,0 0 0,-1 0 0,0 0 0,0-1 0,0 1 0,0-1 0,-1 1 0,0-1 0,0 0 0,-1 0 0,1 0 0,-1-1 0,0 1 0,-1-1 0,1 0 0,-10 7 0,-5 5-1774,17-14 1310,-1 0 1,1 0 0,0 0-1,0 0 1,-1-1-1,1 1 1,-1-1-1,0 1 1,1-1-1,-7 2 1,-1 1-3315,5-3-1380,-7-5-8160</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42.242"/>
    </inkml:context>
    <inkml:brush xml:id="br0">
      <inkml:brushProperty name="width" value="0.035" units="cm"/>
      <inkml:brushProperty name="height" value="0.035" units="cm"/>
    </inkml:brush>
  </inkml:definitions>
  <inkml:trace contextRef="#ctx0" brushRef="#br0">51 27 1880,'0'-1'219,"0"1"-1,0 0 0,-1-1 0,2 1 1,-1-1-1,0 1 0,0-1 1,0 1-1,0-1 0,0 1 0,0-1 1,0 1-1,1-1 0,-1 1 0,0-1 1,0 1-1,1 0 0,-1-1 0,0 1 1,0 0-1,1-1 0,-1 1 0,1-1 1,-1 1-38,1-1 0,-1 1 0,0 0 0,1 0 1,-1-1-1,0 1 0,1 0 0,-1-1 0,0 1 0,0-1 0,1 1 1,-1 0-1,0-1 0,0 1 0,0-1 0,0 1 0,0 0 1,0-1-1,0 1 0,0-1 0,0 1 0,0-1 0,0-1 1769,-8-2 4582,14 11-2586,-5-7-3754,0 0 0,-1 1 0,1-1 0,0 0 0,-1 1 0,1-1 0,-1 1 1,1-1-1,-1 1 0,1-1 0,-1 1 0,1-1 0,-1 1 0,1 0 0,-1-1 0,0 1 0,1 0 0,-1-1 0,0 1 0,0 0 0,1-1 0,-1 1 0,0 1 0,0-1-1,0 0 0,1 1 0,-1-1 0,1 0 0,-1 1 0,1-1 0,-1 0 0,1 0 0,0 0 0,-1 1 0,1-1 0,1 1 0,-1-1-106,0 1 0,0-1 0,0 0 0,0 0 1,0 1-1,-1-1 0,1 1 0,-1-1 0,1 0 1,-1 1-1,1-1 0,-1 4 0,0 146 770,0-145-855,-1 1 0,0-1 0,0 0 0,-1 1 0,-1 5 0,1-6 0,0 0 0,0 0 0,1 1 0,-1 11 0,2-11-508,-1 0 1,0 0-1,-1 0 0,1 0 1,-1-1-1,-1 1 0,1 0 0,-1-1 1,0 0-1,-1 0 0,1 0 1,-1 0-1,0 0 0,-1-1 1,1 1-1,-1-1 0,0-1 1,-11 9-1</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42.692"/>
    </inkml:context>
    <inkml:brush xml:id="br0">
      <inkml:brushProperty name="width" value="0.035" units="cm"/>
      <inkml:brushProperty name="height" value="0.035" units="cm"/>
    </inkml:brush>
  </inkml:definitions>
  <inkml:trace contextRef="#ctx0" brushRef="#br0">434 14 2633,'0'-1'376,"-1"1"0,1-1 0,-1 0 0,1 1 0,-1-1 0,1 0 0,-1 1 0,1-1 0,-1 1 0,0-1 0,0 1 1,1-1-1,-1 1 0,0-1 0,0 1 0,1 0 0,-1-1 0,0 1 0,0 0 0,0 0 0,-1-1 0,-1-1 1873,3 2-2171,0 0 0,0 0 0,0 0 0,0 1 0,0-1 0,0 0 0,0 0 0,0 0-1,-1 0 1,1 0 0,0 1 0,0-1 0,0 0 0,0 0 0,0 0 0,0 0 0,0 0 0,0 0 0,0 0-1,0 1 1,-1-1 0,1 0 0,0 0 0,0 0 0,0 0 0,0 0 0,0 0 0,-1 0 0,1 0 0,0 0 0,0 0-1,0 0 1,0 0 0,0 0 0,-1 0 0,1 0 0,0 0 0,0 0 0,0 0 0,0 0 0,0 0 0,-1 0-1,1 0 1,0 0 0,0 0 0,0 0 0,0 0 0,0 0 0,-1 0 0,1 0 0,0 0 0,0 0 0,0-1-1,0 1 1,0 0 0,0 0 0,0 0 0,-1 0 0,1 0 0,0-1 0,0 2 850,10 0 2501,24 19 1580,-19-13-3938,-2 1 0,1 1 1,13 11-1,-23-16-993,0-1-1,0 1 1,-1 0 0,1 1-1,-1-1 1,0 1-1,0-1 1,-1 1 0,1 0-1,-1 0 1,0 0-1,0 0 1,1 8 0,-1-6-60,0 1 1,1-1 0,-1 0 0,6 8-1,-5-8-12,1 0-1,-2 0 1,1 0-1,3 14 1,-4-8-6,0 0 0,-1 1 0,0-1 0,-1 0 0,0 0 0,-3 16 0,-3 0-19,-1 1 1,-1-2-1,-1 1 0,-25 50 1,28-69-348,0 0 1,0 0 0,-1-1-1,-1 0 1,0 0-1,0-1 1,0 0 0,-13 10-1,-7 2-2371,-48 26-1,40-26-375,-1-1 0,0-2 0,-2-2 0,1-2 0,-78 16 0,64-22-591</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43.418"/>
    </inkml:context>
    <inkml:brush xml:id="br0">
      <inkml:brushProperty name="width" value="0.035" units="cm"/>
      <inkml:brushProperty name="height" value="0.035" units="cm"/>
    </inkml:brush>
  </inkml:definitions>
  <inkml:trace contextRef="#ctx0" brushRef="#br0">272 17 1456,'14'-9'5189,"-4"2"1393,-15 7-1693,3 0-3598,-25 4 8652,1 3-7173,-25 36-2123,37-33-647,-1 0 0,2 2 0,0 0 0,0 0 0,1 1 0,1 0 0,0 1 0,0 1 0,-13 26 0,-11 46 0,31-74 0,1 0 0,1 0 0,0 1 0,1-1 0,0 1 0,1 0 0,1-1 0,2 20 0,0-19 0,0-1 0,1 1 0,9 23 0,-1-6 0,-6-16-127,0-1-1,1 0 1,1-1-1,0 0 1,1 0 0,0 0-1,1-1 1,0-1 0,1 0-1,0 0 1,1-1-1,25 16 1,-10-9-356,0-2 0,1 0 0,1-2 0,1-1 0,42 10 0,-12-8-2829,-1-2 1,79 4-1,122-8-9702,-172-8 8198</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46.675"/>
    </inkml:context>
    <inkml:brush xml:id="br0">
      <inkml:brushProperty name="width" value="0.035" units="cm"/>
      <inkml:brushProperty name="height" value="0.035" units="cm"/>
    </inkml:brush>
  </inkml:definitions>
  <inkml:trace contextRef="#ctx0" brushRef="#br0">182 17 512,'-24'-6'7660,"21"6"-6867,0-1-1,0 0 0,0 1 1,1-1-1,-1 0 0,0-1 1,-5-3 4711,9 15 4077,-3 8-5653,0-15-3922,0-1-1,0 1 1,0 0-1,1 0 1,-1-1-1,-2 7 1,2-3-10,-51 81 4,27-55-71,25-30-119,0-1 0,0 1 1,-1-1-1,1 0 0,-1 1 0,1-1 0,-1 0 0,0 0 0,-3 1 0,4-1-112,0-1 1,0 0-1,0 1 0,1-1 0,-1 1 1,0-1-1,0 1 0,0-1 0,0 1 1,1 0-1,-1 0 0,0-1 0,1 1 1,-1 0-1,0 0 0,1 0 0,-1-1 1,0 3-1,12-8-13064,-10 5 12658,0-1 0,1 0 0,-1 0 0,0-1 0,-1-3-2234</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46.992"/>
    </inkml:context>
    <inkml:brush xml:id="br0">
      <inkml:brushProperty name="width" value="0.035" units="cm"/>
      <inkml:brushProperty name="height" value="0.035" units="cm"/>
    </inkml:brush>
  </inkml:definitions>
  <inkml:trace contextRef="#ctx0" brushRef="#br0">37 17 600,'-7'-5'3129,"4"3"620,-23-8 10464,27 10-13477,25 0 1812,27 6-130,-48-6-2299,1 1 0,0 0 0,0 0 0,0 0 0,-1 1 0,1 0 0,0 0 0,6 4 0,44 28-69,-39-24-29,-11-6-150,0-1 0,-1 1-1,1 0 1,-1 0 0,0 1-1,0-1 1,-1 1 0,1 0-1,-1 1 1,6 9-1,-2-4-994,-8-10 964,1-1 0,0 1 0,0 0 0,-1-1-1,1 1 1,-1 0 0,1 0 0,-1-1 0,1 1-1,-1 0 1,0 0 0,1 0 0,-1 0 0,0 0-1,1 0 1,-1 1 0,0-1-29,0 0-1,0 0 1,0-1-1,1 1 1,-1 0-1,0-1 1,0 1-1,1 0 1,-1-1 0,0 1-1,1 0 1,-1-1-1,1 1 1,-1 0-1,1-1 1,-1 1 0,1-1-1,-1 1 1,1-1-1,0 0 1,-1 1-1,1-1 1,0 1-1,-1-1 1,1 0 0,0 0-1,-1 1 1,1-1-1,0 0 1,0 0-1,1 0 1,27 2-4823,-23-2 3331,-6 0 1531,0 0-1,1 0 0,-1 0 1,0 0-1,0 0 1,1 0-1,-1 0 0,0 0 1,1 0-1,-1 0 1,0 0-1,0 0 0,1 0 1,-1 0-1,0 0 1,0 0-1,1 0 0,-1 0 1,0 0-1,0-1 1,1 1-1,-1 0 0,0 0 1,0 0-1,1 0 1,-1-1-1,0 1 0,0 0 1,0 0-1,0 0 1,1-1-1,-1 1 0,0 0 1,0 0-1,0 0 1,0-1-1,0 1 0,0 0 1,1-1-1</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48.538"/>
    </inkml:context>
    <inkml:brush xml:id="br0">
      <inkml:brushProperty name="width" value="0.035" units="cm"/>
      <inkml:brushProperty name="height" value="0.035" units="cm"/>
    </inkml:brush>
  </inkml:definitions>
  <inkml:trace contextRef="#ctx0" brushRef="#br0">567 12 1648,'-7'-6'2825,"-2"1"628,7 5-1666,-13 1 1564,12 5-2321,3-6-979,0 1 0,0-1 0,0 0 0,0 1 0,0-1 0,0 0 0,0 1 0,0-1-1,0 1 1,0-1 0,-1 0 0,1 1 0,0-1 0,0 0 0,0 0 0,-1 1 0,1-1 0,0 0 0,0 1 0,0-1 0,-1 0 0,1 0 0,0 1 0,-1-1 0,1 0 0,0 0-1,-1 0 1,1 1 0,0-1 0,-1 0 0,1 0 0,0 0 0,-1 0 0,1 0 0,0 0 0,-1 0 0,1 0 0,-1 0 0,-11 9 2591,10-6-2253,0-1 0,-1 0 0,1 0 0,-1 0 0,1 0 0,-7 3 0,-42 22 3527,37-19-2943,0 0 1,-27 9-1,14-7-439,0 2 0,-31 18 0,12-6-361,13-4-121,0 1 0,-54 46 0,68-43-68,18-22-5,0 0 0,-1 1 0,0-1 0,0 0 1,1 0-1,-1 0 0,-4 3 0,-6 3 618,4-3-4179,22-13-7257,-1 4 8552,11-5-2488,-23 8 4532,0 1 0,-1-1 0,1 1 1,0-1-1,0 1 0,-1-1 0,1 0 0,0 1 0,-1-1 0,1 0 1,0 0-1,-1 1 0,1-1 0,-1 0 0,0 0 0,1 0 0,-1 0 1,0 0-1,1 0 0,-1 1 0,0-1 0,0 0 0,0-1 0,0-4-2456</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48.902"/>
    </inkml:context>
    <inkml:brush xml:id="br0">
      <inkml:brushProperty name="width" value="0.035" units="cm"/>
      <inkml:brushProperty name="height" value="0.035" units="cm"/>
    </inkml:brush>
  </inkml:definitions>
  <inkml:trace contextRef="#ctx0" brushRef="#br0">1 44 152,'0'-44'21814,"10"44"-20347,-3 1-951,1 0 0,-1 1 0,0 0 0,0 0-1,0 0 1,0 1 0,9 5 0,45 26 1305,-56-30-1795,0 0-1,0 0 1,0 0-1,-1 0 1,1 1 0,-1 0-1,-1 0 1,6 7 0,34 39 23,-36-41-49,0-1 1,13 15-1,-16-18-3,0-1-1,-1 1 0,1 0 1,-1 0-1,-1 0 0,1 1 1,2 8-1,1 3-41,-5-14-274,0-1 0,-1 1 1,1-1-1,-1 1 0,0-1 1,-1 5-1,1 1-1991,1-9 1821,1 0 0,0 0 1,-1 0-1,1 0 0,-1 0 1,1 0-1,-1 0 0,1 0 1,0 0-1,-1-1 0,1 1 1,-1-1-1,3 0 0,-1 0-699,3 0-472,-1-1 1,0 1-1,0-1 1,0 0-1,-1 0 0,8-5 1,-3 1-2117</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49.315"/>
    </inkml:context>
    <inkml:brush xml:id="br0">
      <inkml:brushProperty name="width" value="0.035" units="cm"/>
      <inkml:brushProperty name="height" value="0.035" units="cm"/>
    </inkml:brush>
  </inkml:definitions>
  <inkml:trace contextRef="#ctx0" brushRef="#br0">79 39 1904,'-37'0'10238,"23"0"-9263,13 0-373,-9 1 1342,4 1-1127,5-2-700,1 0-1,-1 0 1,1 0-1,-1 0 1,1 1 0,-1-1-1,1 0 1,-1 0-1,1 0 1,0 1 0,-1-1-1,1 0 1,-1 0-1,1 1 1,0-1 0,-3 5 5757,65-8-1547,-4 0-4067,32-2-53,-7 0-208,-4-1-39,-19-5-1315,-58 11 617,-9 0-877,49-11-17062,-35 10 16003,-6-3-344</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49.878"/>
    </inkml:context>
    <inkml:brush xml:id="br0">
      <inkml:brushProperty name="width" value="0.035" units="cm"/>
      <inkml:brushProperty name="height" value="0.035" units="cm"/>
    </inkml:brush>
  </inkml:definitions>
  <inkml:trace contextRef="#ctx0" brushRef="#br0">236 11 1920,'-1'0'336,"1"-1"0,0 0 0,-1 0 0,1 1 0,-1-1-1,1 1 1,-1-1 0,1 0 0,-1 1 0,1-1 0,-1 1-1,0-1 1,1 1 0,-1-1 0,0 1 0,1 0 0,-1-1-1,0 1 1,-14 0 18587,4 5-16629,7 0-2121,-1-1-1,0 1 0,0-1 0,0 0 1,-1 0-1,0-1 0,-6 4 0,7-5-38,0 0 0,0 1-1,0 0 1,1 0-1,-1 0 1,1 1 0,0 0-1,0 0 1,0 0-1,0 0 1,1 0 0,0 1-1,-5 7 1,-34 75-134,38-78 0,1 0 0,0 0 0,0 0 0,1 0 0,0 1 0,0 9 0,-6 25 0,1-8 0,2-1 0,1 1 0,2 0 0,2 38 0,0-41 0,0-26 0,1 1 0,0-1 0,0 1 0,0-1 0,1 1 0,0-1 0,0 0 0,1 0 0,0 0 0,1 0 0,-1-1 0,1 1 0,0-1 0,1 0 0,-1 0 0,1 0 0,0-1 0,1 1 0,0-1 0,-1-1 0,1 1 0,1-1 0,-1 0 0,1 0 0,13 5 0,-8-4-1234,0 1 1,0-1-1,1-1 0,0-1 0,0 1 1,0-2-1,0 0 0,0-1 1,0 0-1,16-1 0,-15-1-1834,-1-1 1,0-1-1,24-7 0,-18 3-1504</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50.224"/>
    </inkml:context>
    <inkml:brush xml:id="br0">
      <inkml:brushProperty name="width" value="0.035" units="cm"/>
      <inkml:brushProperty name="height" value="0.035" units="cm"/>
    </inkml:brush>
  </inkml:definitions>
  <inkml:trace contextRef="#ctx0" brushRef="#br0">105 12 504,'-9'-11'20994,"9"12"-20349,9 16 2580,-9-6-2307,1-4-714,-1 1 0,-1-1 0,1 0-1,-1 1 1,0-1 0,-4 13 0,-7 35-311,9-46-813,-1 1 0,0-1 0,-1 0 1,1-1-1,-2 1 0,-10 12 0,-8 17-7130,20-28 4906,4-9 2952,0-1 1,0 1-1,0-1 0,0 1 0,0-1 0,0 1 0,0-1 0,0 1 0,0-1 1,-1 1-1,1-1 0,0 1 0,0-1 0,-1 1 0,1-1 0,0 1 0,-1-1 1,1 0-1,0 1 0,-1-1 0,1 1 0,-1-1 0,1 0 0,0 0 0,-1 1 1,1-1-1,-1 0 0,0 1 0,-6 3-2393</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50.422"/>
    </inkml:context>
    <inkml:brush xml:id="br0">
      <inkml:brushProperty name="width" value="0.035" units="cm"/>
      <inkml:brushProperty name="height" value="0.035" units="cm"/>
    </inkml:brush>
  </inkml:definitions>
  <inkml:trace contextRef="#ctx0" brushRef="#br0">27 65 1064,'-1'1'198,"1"0"0,-1-1-1,1 1 1,-1-1-1,1 1 1,-1-1 0,0 1-1,1-1 1,-1 0 0,1 1-1,-1-1 1,0 0 0,0 1-1,1-1 1,-1 0 0,0 0-1,1 0 1,-1 0 0,0 0-1,0 0 1,1 0 0,-1 0-1,0 0 1,0 0 0,1 0-1,-1 0 1,0 0 0,-1-1-1,-3 1 2869,12 5 1446,8-4-3476,15-3-1039,0-2 105,53-2 0,-70 5-541,0-1 0,0 0-1,0-1 1,24-9 0,2 0-1659,-31 10 1081,0 1 0,-1-2 0,1 1 0,-1-1 0,1 0 0,-1 0 0,8-6 0,-12 2-2068</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50.633"/>
    </inkml:context>
    <inkml:brush xml:id="br0">
      <inkml:brushProperty name="width" value="0.035" units="cm"/>
      <inkml:brushProperty name="height" value="0.035" units="cm"/>
    </inkml:brush>
  </inkml:definitions>
  <inkml:trace contextRef="#ctx0" brushRef="#br0">16 98 1816,'-1'0'272,"1"0"0,-1 0 1,0 0-1,1 0 0,-1 0 0,0 0 0,1 0 0,-1 0 0,0 0 0,1 0 0,-1 0 0,1 0 0,-1-1 0,0 1 0,1 0 0,-1 0 0,1-1 0,-1 1 0,0 0 0,1-1 0,-1 1 1,1-1-1,-1 0 0,1 0-127,0 1 1,0-1-1,0 1 0,0-1 1,0 1-1,0-1 1,0 1-1,0-1 1,0 1-1,1-1 1,-1 1-1,0-1 1,0 1-1,1-1 0,-1 1 1,0-1-1,1 1 1,-1-1-1,0 1 1,1 0-1,0-2 1,2 0-3,0 0-1,0-1 1,0 1 0,0 0 0,0 1 0,0-1 0,1 0 0,-1 1 0,6-2 0,41-9 71,-27 6-181,1 1 1,0 1-1,36-2 1,8 0-122,-50 5-766,31-5 0,-17 1-1008,25-4-3597,-46 8 2821</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51.313"/>
    </inkml:context>
    <inkml:brush xml:id="br0">
      <inkml:brushProperty name="width" value="0.035" units="cm"/>
      <inkml:brushProperty name="height" value="0.035" units="cm"/>
    </inkml:brush>
  </inkml:definitions>
  <inkml:trace contextRef="#ctx0" brushRef="#br0">88 1 104,'0'0'5395,"0"22"4909,0-20-9964,1 0 0,-1-1 0,1 1 0,0 0-1,0-1 1,-1 1 0,1-1 0,0 1 0,0-1-1,0 0 1,3 3 0,-3-3-12,1 1 0,-1 0 0,0 0 0,1-1 0,-1 1-1,0 0 1,0 0 0,0 0 0,-1 0 0,1 0 0,0 0 0,0 4 0,-1 5 976,1-6-1041,-1 1 0,0-1 0,0 0 0,0 0 0,-1 1 0,0-1 0,0 0-1,0 0 1,0 0 0,-1 0 0,0 0 0,0 0 0,-5 8 0,-63 80 253,46-52-441,24-41-74,-1 0 1,1 0 0,0 0 0,0 1-1,0-1 1,0 0 0,0 0-1,0 0 1,0 0 0,0 0 0,-1 0-1,1 0 1,0 0 0,0 1-1,0-1 1,0 0 0,0 0 0,0 0-1,0 0 1,0 0 0,0 0-1,0 1 1,0-1 0,0 0 0,0 0-1,0 0 1,0 0 0,0 0 0,0 1-1,0-1 1,0 0 0,0 0-1,0 0 1,0 0 0,0 0 0,0 0-1,0 1 1,1-1 0,-1 0-1,0 0 1,0 0 0,0 0 0,0 0-1,0 0 1,0 0 0,0 0-1,0 0 1,0 1 0,1-1 0,-1 0-1,0 0 1,0 0 0,11 0 89,9-3 43,-19 3-130,29-8 9,1-2 1,-1-1 0,0-1 0,-1-1-1,-1-2 1,38-26 0,-53 33 3,0 0 0,0-1 1,-1-1-1,14-14 0,-25 20-13,6-8 3,-9 15-18,0 0 1,0 0-1,1 0 0,-1 1 0,1-1 1,-1 1-1,1 0 0,0-1 0,1 1 1,-1 0-1,0-1 0,1 1 0,0 0 1,0 6-1,9 27-108,-9-36 106,0-1 1,1 1-1,-1-1 1,0 1-1,0-1 0,1 1 1,-1-1-1,0 1 1,0-1-1,1 1 0,-1-1 1,1 0-1,-1 1 1,0-1-1,1 0 1,-1 1-1,1-1 0,-1 0 1,1 1-1,-1-1 1,1 0-1,-1 0 0,1 0 1,-1 1-1,1-1 1,-1 0-1,1 0 0,13 2-509,-7-3 175,1 0 1,-1 0-1,1-1 0,-1 0 1,0-1-1,0 1 0,0-1 0,0-1 1,0 1-1,9-8 0,-13 9 255,0 0-1,0 0 1,0 0 0,0-1-1,-1 0 1,1 1 0,-1-1-1,0 0 1,4-6 0,-5 8 91,-1 0-1,1-1 1,-1 1 0,1-1 0,-1 1-1,1 0 1,-1-1 0,0 1 0,1-1 0,-1 1-1,0-1 1,0 1 0,0-1 0,0 1 0,-1-1-1,1 1 1,0-1 0,-1 1 0,1-1-1,0 1 1,-1-1 0,0 1 0,1 0 0,-1-1-1,-2-1 1,-7-18 25,-3 6-21,12 13-38,0 1 0,-1-1 0,1 0 0,0 1 1,-1-1-1,1 1 0,-1-1 0,1 1 1,-1 0-1,0 0 0,1 0 0,-1 0 0,0 0 1,0 0-1,0 0 0,0 0 0,0 1 0,0-1 1,0 1-1,-2-1 0,-14-6-2756,10 3-5987,8 4 8645,0 1 0,0-1 0,1 0 1,-1 0-1,0 0 0,0 0 0,1 0 0,-1 0 1,0 0-1,0 0 0,1 0 0,-1 0 0,0-1 1,0 1-1,0 0 0,1 0 0,-1 0 0,0 0 0,0 0 1,1 0-1,-1 0 0,0-1 0,0 1 0,0 0 1,0 0-1,1 0 0,-1 0 0,0-1 0,0 1 0,0 0 1,0 0-1,0 0 0,0-1 0,1 1 0,-1 0 1,0 0-1,0-1 0,0 1 0</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51.620"/>
    </inkml:context>
    <inkml:brush xml:id="br0">
      <inkml:brushProperty name="width" value="0.035" units="cm"/>
      <inkml:brushProperty name="height" value="0.035" units="cm"/>
    </inkml:brush>
  </inkml:definitions>
  <inkml:trace contextRef="#ctx0" brushRef="#br0">1 27 288,'2'-2'14468,"3"-1"-13389,-3 3-352,24 5 2302,16 1-2223,-36-4-892,0-1 1,0 0 0,0 0 0,1 0-1,-1-1 1,0 0 0,0 0 0,8-2 0,89-13-6135,-35-1-2205,-49 10 4672</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52.498"/>
    </inkml:context>
    <inkml:brush xml:id="br0">
      <inkml:brushProperty name="width" value="0.035" units="cm"/>
      <inkml:brushProperty name="height" value="0.035" units="cm"/>
    </inkml:brush>
  </inkml:definitions>
  <inkml:trace contextRef="#ctx0" brushRef="#br0">165 70 1216,'-3'-10'8595,"-1"9"-7822,-6 1 11081,3 0-4679,11 0-6238,-8 0-383,2 0-238,21-6 987,23-15-1259,-35 15-44,-5 3 0,-2 6 0,0 3 0,0-1 0,0 1 0,1-2 0,6-3 0,2-2 0,34-15 0,-31 11 0,-10 4 0,1 0 0,-1-1 0,0 1 0,1-1 0,-1 1 0,0-1 0,4-4 0,2-4 0,-15 10 0,4 1 0,0 0 0,-1 1 0,1-1 0,0 1 0,0 0 0,0-1 0,0 1 0,1 1 0,-1-1 0,0 0 0,1 1 0,0-1 0,-1 1 0,1 0 0,-3 4 0,-9 10 0,9-11 0,1-1 0,-1 1 0,1 0 0,0 0 0,0 0 0,-5 13 0,-8 12 0,15-27 0,0 0 0,1-1 0,-1 1 0,1 0 0,-2 7 0,-3 8 0,3-11 0,1 0 0,-1 0 0,1 0 0,0 9 0,-2 5 0,-5 55 0,1-17 0,1-25 0,5-22 0,-1 0 0,0 0 0,-1 0 0,0-1 0,-9 18 0,6-16 0,5-10 0,0 0 0,0 1 0,-1-1 0,1-1 0,-5 6 0,-36 41 0,40-46-410,3-3 322,0-1 0,0 0 0,0 1 0,-1-1 0,1 1 0,0-1 0,0 0 0,0 1 0,-1-1 0,1 1 0,0-1 0,0 0 0,-1 1 0,1-1 0,0 0 0,-1 1 0,1-1 0,0 0 0,-1 0 0,1 1 0,-1-1 0,1 0 0,0 0 0,-1 0 0,1 0 0,-1 1 0,1-1 0,-1 0 0,1 0 1,0 0-1,-1 0 0,1 0 0,-1 0 0,1 0 0,-1 0 0,1 0 0,-1 0 0,1-1 0,0 1 0,-1 0 0,1 0 0,-1 0 0,1 0 0,-1-1 0,1 1 0,0 0 0,-1 0 0,1-1 0,-1 1 0,-4-6-3811,2-8-6285,0 3 3214,0 5 5501,1 0-1991</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53.449"/>
    </inkml:context>
    <inkml:brush xml:id="br0">
      <inkml:brushProperty name="width" value="0.035" units="cm"/>
      <inkml:brushProperty name="height" value="0.035" units="cm"/>
    </inkml:brush>
  </inkml:definitions>
  <inkml:trace contextRef="#ctx0" brushRef="#br0">16 229 1576,'-1'-1'530,"0"1"-1,0-1 0,0 1 1,0-1-1,0 0 1,0 1-1,1-1 0,-1 0 1,0 0-1,0 1 1,1-1-1,-1 0 0,1 0 1,-1 0-1,1 0 0,-1 0 1,1 0-1,-1 0 1,1 0-1,0 0 0,-1 0 1,1 0-1,0 0 1,0 0-1,0 0 0,0 0 1,0 0-1,0 0 0,0-1 1,0 1-1,0 0 1,1 0-1,-1 0 0,0 0 1,1 0-1,-1 0 1,1 0-1,-1 0 0,2-1 1,-1 1-193,0 0 0,0 0 0,0 0 0,1 0 1,-1 0-1,0 1 0,1-1 0,-1 0 0,1 1 1,-1-1-1,1 1 0,2-1 0,41-10 2061,-17 4-2014,29-4-1,53-9-211,-59 15-161,-31 4-23,-1-1-1,1 0 1,-1-2 0,34-10-1,-28 7-17,-22 7 27,0-1 1,0 1-1,0-1 0,0 0 0,0 0 1,0 0-1,5-3 0,35-13 58,-38 14-45,-3 3-9,-1-1-1,1 1 0,-1-1 1,0 0-1,1 0 1,-1 0-1,0 1 1,0-1-1,1-1 0,-1 1 1,0 0-1,0 0 1,0 0-1,0 0 0,-1-1 1,2-1-1,7-8-17,-2 5 7,-3 0 15,2 2 5,-4 3-10,9-9-173,-10 10 226,-1 0 0,0 0 1,1 0-1,-1 0 0,0 0 0,1-1 0,-1 1 1,0 0-1,0 0 0,1 0 0,-1-1 0,0 1 1,0 0-1,1 0 0,-1-1 0,0 1 1,0 0-1,0-1 0,0 1 0,1 0 0,-1-1 1,0 1-1,0 0 0,0-1 0,0 1 0,0 0 1,0-1-1,0 1 0,0 0 0,0-1 1,0 1-1,0 0 0,0-1 0,0 1 0,0 0 1,0-1-1,0 1 0,-1 0 0,1-1 0,0 1 1,1 0 172,6 0-135,-1 1-79,-12 3-12,-20 28 0,24-30 0,0 0 0,-1 0 0,1 1 0,0-1 0,0 1 0,0-1 0,0 1 0,1 0 0,-1-1 0,1 1 0,-1 0 0,-1 6 0,3-7 0,0 0 0,0 0 0,-1 0 0,1 0 0,-1 0 0,0 0 0,0 0 0,0 0 0,1 0 0,-2-1 0,0 3 0,-7 15 0,5-10 0,0 0 0,-1 0 0,0 0 0,0 0 0,-8 8 0,5-6 0,0 1 0,-8 17 0,-2 7 0,-25 40 0,36-61 0,-4 3 0,5-9 0,6-7 0,0-1 0,-1 1 0,1-1 0,-1 0 0,1 1 0,-1-1 0,0 0 0,1 0 0,-1 1 0,0-1 0,0 0 0,-1 2 0,2 1 0,7-4 0,3-4 0,0-1 0,0 0 0,0 0 0,9-8 0,16-8 0,-13 8 0,0-1 0,29-23 0,10-7 0,-34 26 0,17-9 0,-2 1 0,-21 14 0,-18 9 0,1 1 0,0 0 0,0 0 0,0 0 0,0 0 0,5-1 0,-8 2 0,0 1 0,-1 0 0,1-1 0,0 1 0,0 0 0,-1 0 0,1-1 0,0 1 0,0 0 0,-1 0 0,1 0 0,0 0 0,0 0 0,-1 0 0,1 0 0,0 0 0,0 0 0,-1 0 0,1 1 0,0-1 0,0 0 0,-1 0 0,1 1 0,0-1 0,-1 1 0,1-1 0,0 0 0,-1 1 0,1-1 0,-1 1 0,1-1 0,-1 1 0,1 0 0,-1-1 0,1 1 0,-1 0 0,1-1 0,-1 1 0,0 0 0,1-1 0,-1 1 0,0 0 0,0 0 0,1 1 0,-1 0 0,0 0 0,0 1 0,0-1 0,0 0 0,0 0 0,-1 1 0,1-1 0,-1 0 0,0 3 0,-22 23 0,20-22 0,-1 0 0,1-1 0,-1 1 0,0-1 0,0 0 0,-1 0 0,-5 5 0,2-3 0,1 1 0,-12 16 0,-23 35 0,32-37 0,10-21 0,1-1 0,-1 1 0,0 0 0,1-1 0,-1 1 0,0 0 0,1-1 0,-1 1 0,1 0 0,0-1 0,-1 1 0,1-1 0,-1 1 0,1-1 0,0 0 0,-1 1 0,1-1 0,0 1 0,-1-1 0,1 0 0,0 0 0,0 1 0,-1-1 0,1 0 0,0 0 0,0 0 0,0 0 0,-1 0 0,1 0 0,0 0 0,0 0 0,-1 0 0,1-1 0,1 1 0,1 0 0,8-1 0,1 0 0,-1 0 0,0-1 0,0 0 0,0-1 0,0-1 0,0 1 0,-1-2 0,13-6 0,21-5 0,-30 10 0,40-14 0,-52 18 0,31 3 0,10-6 0,-37 4 0,-6 1 0,1 0 0,-1 0 0,1 0 0,-1 0 0,1 0 0,-1 0 0,1 0 0,-1 0 0,0-1 0,1 1 0,-1 0 0,1 0 0,-1 0 0,1-1 0,-1 1 0,0 0 0,1 0 0,-1-1 0,1 1 0,-1 0 0,0-1 0,1 1 0,-1-1 0,0 1 0,0 0 0,1-1 0,-1 1 0,0-1 0,0 1 0,0-1 0,0 1 0,1-1 0,-1 1 0,0 0 0,0-1 0,9-10 0,-7 10 0,-1 0 0,0 0 0,1 0 0,-1 0 0,0-1 0,0 1 0,0 0 0,0-1 0,0 1 0,0 0 0,0-1 0,0 1 0,-1-1 0,1 0 0,0-1 0,-2-1-140,0 0 0,0 0 0,0 0 0,-1 0 0,1 1-1,-1-1 1,0 0 0,0 1 0,-1 0 0,1-1 0,-1 1 0,1 0 0,-1 0 0,0 0 0,-4-3 0,2 2-231,1-1 0,-1 0 1,1 0-1,-4-7 1,0 2-2031,7 9 2060,0 1 0,1-1 0,-1 0-1,1 1 1,-1-1 0,0 0 0,1 0 0,-1 1 0,1-1 0,0 0 0,-1 0 0,1 0 0,0 0 0,-1 0 0,1 0 0,0 1 0,0-1 0,0 0 0,0 0-1,0-1 1,0 1 99,0 1 0,-1-1-1,1 1 1,0-1 0,0 1-1,0-1 1,-1 1 0,1-1-1,0 1 1,0-1 0,-1 1-1,1 0 1,0-1 0,-1 1-1,1 0 1,-1-1-1,1 1 1,0 0 0,-1-1-1,1 1 1,-1 0 0,1 0-1,-1 0 1,1-1 0,-1 1-1,0 0 1,-19-4-3534,8 1 394,2-2-754</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54.144"/>
    </inkml:context>
    <inkml:brush xml:id="br0">
      <inkml:brushProperty name="width" value="0.035" units="cm"/>
      <inkml:brushProperty name="height" value="0.035" units="cm"/>
    </inkml:brush>
  </inkml:definitions>
  <inkml:trace contextRef="#ctx0" brushRef="#br0">28 168 2849,'0'0'5937,"-28"0"13158,122-5-13978,75-15-5769,-108 12 1026,-43 5-1515,0-1 0,0-1 0,24-9-1,23-19-7399,-65 33 8401,1-1 0,-1 1 1,1 0-1,-1-1 1,1 1-1,-1 0 0,1-1 1,-1 1-1,1-1 1,-1 1-1,0 0 1,1-1-1,-1 1 0,0-1 1,1 1-1,-1-1 1,0 0-1,0 1 1,0-1-1,1 1 0,-1-1 1,0 1-1,0-1 1,0 0-1,0 1 1,0-1-1,0 1 0,0-1 1,0 0-1,-1 0 1,1-1-39,-1 1 1,0-1-1,0 0 0,0 1 1,0-1-1,0 1 1,0 0-1,0-1 1,-1 1-1,-1-2 1,-2-1 56,0 0 0,-1 1 0,1 0 1,0 0-1,-12-5 0,13 7 131,-4-2 173,1 1 0,-1 0 0,1 1 0,-11-2 0,-24-2 3417,-21 10 10247,74-10-12082,-4 5-1744,0 1-21,-5 6 0,-3-4 0,1 12 0,0 0 0,-1-1 0,-1 1 0,-1 0 0,0-1 0,-1 0 0,-1 1 0,0-1 0,0-1 0,-10 16 0,-11 42 0,23-65-16,0 1 1,1-1-1,0 1 1,0 0-1,0 0 0,1 0 1,0 0-1,0 0 1,1 7-1,26-14-6891,12-14-1634,-36 13 7656,1-1-1,-1 1 1,1 0 0,-1-1 0,1 0-1,-1 1 1,0-1 0,0 0 0,0 0 0,0 0-1,3-4 1,-4-4-3078</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54.445"/>
    </inkml:context>
    <inkml:brush xml:id="br0">
      <inkml:brushProperty name="width" value="0.035" units="cm"/>
      <inkml:brushProperty name="height" value="0.035" units="cm"/>
    </inkml:brush>
  </inkml:definitions>
  <inkml:trace contextRef="#ctx0" brushRef="#br0">42 28 1904,'35'-17'11796,"-33"16"-10270,0-1-1,1 1 1,-1 0-1,1 0 1,0 0-1,-1 0 1,1 0-1,4 0 1,27 6 3755,-32-5-5280,0 0 1,0 0-1,0 1 1,1-1-1,-1 1 1,0-1-1,0 1 0,0 0 1,0-1-1,0 1 1,0 0-1,0 1 1,0-1-1,0 0 1,-1 1-1,1-1 0,0 0 1,-1 1-1,1 0 1,-1-1-1,1 1 1,-1 0-1,0 0 0,0 0 1,0 0-1,0 0 1,0 0-1,0 0 1,-1 0-1,1 0 0,-1 1 1,1-1-1,-1 0 1,0 0-1,0 0 1,0 1-1,0-1 1,-1 4-1,-8 18-1,-1 0 0,0 0 0,-19 27 0,-23 46 0,31-62 0,17-26 0,-1-1 0,-1 0 0,-10 14 0,4-3 56,12-18-76,-1 1-1,0-1 1,1 1 0,-1-1-1,0 0 1,0 1 0,0-1 0,0 0-1,0 0 1,0 0 0,0 0 0,0 0-1,-2 1 1,3-1-68,0-1 0,0 0 0,0 0 0,1 0 0,-1 0 0,0 0 0,0 0-1,0 0 1,0 0 0,0 0 0,0 0 0,0 0 0,0 0 0,0 0 0,1 0 0,-1 0 0,0 0 0,0 0 0,0 0 0,0 1 0,0-1 0,0 0 0,0 0 0,0 0 0,0 0-1,0 0 1,0 0 0,0 0 0,0 0 0,0 1 0,0-1 0,0 0 0,0 0 0,0 0 0,0 0 0,0 0 0,0 0 0,0 0 0,0 0 0,0 1 0,0-1 0,0 0 0,0 0-1,0 0 1,0 0 0,0 0 0,0 0 0,0 0 0,0 0 0,0 0 0,0 1 0,0-1 0,-1 0 0,1 0 0,0 0 0,0 0 0,0 0 0,0 0 0,0 0 0,0 0 0,0 0-1,0 0 1,0 0 0,-1 0 0,1 0 0,0 0 0,0 0 0,7 1-2949,18-16-7476,-25 14 10254,1 1 0,0 0-1,-1 0 1,1 0-1,-1-1 1,1 1-1,-1 0 1,1-1 0,-1 1-1,1-1 1,-1 1-1,0 0 1,1-1-1,-1 1 1,1-1 0,-1 1-1,0-1 1,1 1-1,-1-1 1,0 1-1,0-1 1,1 1 0,-1-1-1,0 0 1,0 1-1,0-1 1,0 1-1,0-1 1,0 0 0,0 1-1,0-2 1,0-4-4049</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0:55.062"/>
    </inkml:context>
    <inkml:brush xml:id="br0">
      <inkml:brushProperty name="width" value="0.035" units="cm"/>
      <inkml:brushProperty name="height" value="0.035" units="cm"/>
    </inkml:brush>
  </inkml:definitions>
  <inkml:trace contextRef="#ctx0" brushRef="#br0">521 28 3417,'0'-10'4021,"-1"-3"6866,0 12-10360,0 1 0,0-1-1,0 1 1,0-1 0,0 1 0,0 0 0,0-1-1,0 1 1,0 0 0,0 0 0,0 0 0,0 0-1,0-1 1,0 2 0,0-1 0,-1 0 0,-3 1 353,7 2 427,12 5 1295,-6-4-1905,16 10-697,-15-9 0,-1 0 0,0 0 0,0 0 0,0 1 0,0 1 0,-1-1 0,0 1 0,-1 0 0,7 8 0,-7-6 0,4 5 0,0-1 0,-1 2 0,-1-1 0,0 1 0,-1 0 0,0 1 0,-1-1 0,7 33 0,-8-14 0,1 2 0,1 56 0,-8-74 0,-1-1 0,-1 1 0,-1-1 0,-11 33 0,6-19 0,5-21 0,0 0 0,-1 0 0,0 0 0,-1-1 0,0 1 0,0-1 0,-1-1 0,0 1 0,0-1 0,-1 0 0,0-1 0,-1 0 0,-13 9 0,-14 6 0,0-1 0,-45 18 0,60-29 0,-118 43-1108,116-47-1365,-1-1-1,0 0 1,-46 1 0,-24-5-8875,70-1 7346,5 0-438</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06.385"/>
    </inkml:context>
    <inkml:brush xml:id="br0">
      <inkml:brushProperty name="width" value="0.035" units="cm"/>
      <inkml:brushProperty name="height" value="0.035" units="cm"/>
    </inkml:brush>
  </inkml:definitions>
  <inkml:trace contextRef="#ctx0" brushRef="#br0">0 1 528,'0'0'3194,"2"10"167,29 0-3116,-29-9-319,17-7-2196,-13 2 965</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04.938"/>
    </inkml:context>
    <inkml:brush xml:id="br0">
      <inkml:brushProperty name="width" value="0.035" units="cm"/>
      <inkml:brushProperty name="height" value="0.035" units="cm"/>
    </inkml:brush>
  </inkml:definitions>
  <inkml:trace contextRef="#ctx0" brushRef="#br0">140 20 2601,'18'-16'28072,"-27"20"-26393,9-9-1285,0 2-373,0 12-21,-9 12 0,9-17 0,-1 0 0,0 0 0,-1 0 0,1-1 0,-1 1 0,1 0 0,-1-1 0,0 1 0,-4 4 0,-2 5 0,-35 47 0,30-41 0,11-15 0,0-1 0,-1 1 0,1 0 0,0 0 0,-2 6 0,2-5 2,0 0 0,-1 0 1,0 0-1,0-1 0,-4 6 0,5-7-7,-1 0-1,1 0 1,0 0 0,0 0 0,0 0-1,1 1 1,-1-1 0,1 1-1,0-1 1,0 1 0,0-1-1,-1 6 1,2-4 66,0 12-3594,0-17 3340,0 0 0,0 0 1,0 0-1,0 1 0,0-1 1,0 0-1,0 0 0,0 0 1,0 1-1,0-1 1,0 0-1,0 0 0,0 0 1,0 1-1,0-1 0,0 0 1,1 0-1,-1 0 1,0 1-1,0-1 0,0 0 1,1 1-1157,-1-1 1157,0 0-1,1 0 0,-1 0 1,0 0-1,0 0 0,0 0 1,1 0-1,-1 0 1,0 0-1,0 0 0,0 0 1,1 0-1,-1 0 0,0 0 1,0 0-1,0 0 1,1 0-1,-1 0 0,0 0 1,0 0-1,0 0 0,1 0 1,-1 0-1,0 0 0,0 0 1,0-1-1,1 1 1,4-5-6143,7-12-1292,-11 8 4330</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05.282"/>
    </inkml:context>
    <inkml:brush xml:id="br0">
      <inkml:brushProperty name="width" value="0.035" units="cm"/>
      <inkml:brushProperty name="height" value="0.035" units="cm"/>
    </inkml:brush>
  </inkml:definitions>
  <inkml:trace contextRef="#ctx0" brushRef="#br0">1 22 2401,'0'-1'218,"0"1"1,0-1-1,0 1 1,0-1-1,0 1 1,0-1 0,0 1-1,0-1 1,0 1-1,0 0 1,0-1 0,1 1-1,-1-1 1,0 1-1,0-1 1,1 1 0,-1 0-1,0-1 1,0 1-1,1-1 1,-1 1 0,0 0-1,1-1 1,0 1-12,-1-1 0,0 1 0,1 0 0,-1-1 0,0 1 0,1 0 0,-1-1 0,0 1 0,0 0 0,1-1 0,-1 1 0,0 0 0,0-1 0,0 1 0,0-1 0,1 1 0,-1-1 0,0 1 0,0 0 0,0-1 0,0 1 0,0-1 0,0-1 1203,4 2 1712,1 0 1,-1 1-1,1-1 1,-1 1-1,7 2 1,0 2-3348,4-2 436,-13-3-201,-1-1 0,0 1 0,0 0-1,1 1 1,-1-1 0,0 0 0,0 0 0,0 0 0,1 1 0,-1-1 0,0 1 0,0-1 0,2 1 0,18 11 40,-16-10-45,-1 0-1,0 0 0,0 0 0,0 1 1,0-1-1,0 1 0,-1 0 1,5 4-1,35 37-4,-11-13 0,-26-26 0,0 0 0,0 1 0,0 0 0,7 10 0,-9-10-231,0 0 0,0-1 0,1 1 0,0-1 0,0 0 0,0-1 0,0 1 0,1-1 1,-1 0-1,1 0 0,10 4 0,-5 0-3202,-10-8 3177,-1 0-1,0 1 1,1-1-1,-1 0 1,0 1-1,1-1 1,-1 0 0,1 0-1,-1 1 1,0-1-1,1 0 1,-1 0-1,1 1 1,-1-1 0,1 0-1,-1 0 1,1 0-1,-1 0 1,0 0-1,1 0 1,-1 0 0,1 0-1,-1 0 1,1 0-1,-1 0 1,1 0-1,-1 0 1,1 0 0,-1 0-1,1-1 1,0 1-1,44-12-8397,-12 0 4141,-16 2 2052</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05.580"/>
    </inkml:context>
    <inkml:brush xml:id="br0">
      <inkml:brushProperty name="width" value="0.035" units="cm"/>
      <inkml:brushProperty name="height" value="0.035" units="cm"/>
    </inkml:brush>
  </inkml:definitions>
  <inkml:trace contextRef="#ctx0" brushRef="#br0">1 55 224,'0'-1'282,"0"0"1,0 0-1,1 1 0,-1-1 1,0 0-1,1 0 1,-1 0-1,0 1 0,1-1 1,-1 0-1,1 0 0,-1 1 1,1-1-1,0 1 0,-1-1 1,1 0-1,0 0 0,0 1-62,0-1 0,-1 1-1,1-1 1,0 1-1,-1-1 1,1 0 0,-1 1-1,1-1 1,-1 0-1,1 0 1,-1 1 0,1-1-1,-1 0 1,0 0-1,0 0 1,1 1 0,-1-2-1,1 0 342,1 0-1,-1 1 0,0-1 0,1 0 1,-1 1-1,1 0 0,0-1 0,2-1 1,-3 2 719,2 0-986,17-7 13598,-15 7-10978,-3 1-2911,0 0 1,0 0 0,0 0-1,-1 1 1,1-1 0,0 1 0,0-1-1,0 1 1,0 0 0,-1 0-1,1 0 1,0 0 0,-1 0 0,1 0-1,-1 0 1,1 0 0,-1 1-1,0-1 1,1 0 0,-1 1-1,0 0 1,0-1 0,0 1 0,0-1-1,1 4 1,8 10-15,-7-9 11,1 1 0,-1-1 0,-1 1 0,1 0 0,-1 0 0,0 0 0,0 0 0,0 10 0,2 3 0,-1-6-133,-1-1-1,0 0 1,-1 1-1,0-1 1,-3 19-1,2-24-9,-1-1-1,-1 1 0,1-1 0,-2 0 0,1 1 0,0-1 0,-1 0 0,-1-1 0,1 1 1,-1 0-1,-5 6 0,-23 24-6923,20-25 1877,-14 10-6609,17-17 7687</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42.468"/>
    </inkml:context>
    <inkml:brush xml:id="br0">
      <inkml:brushProperty name="width" value="0.035" units="cm"/>
      <inkml:brushProperty name="height" value="0.035" units="cm"/>
    </inkml:brush>
  </inkml:definitions>
  <inkml:trace contextRef="#ctx0" brushRef="#br0">192 38 880,'-15'-6'12048,"13"1"-7530,2-12 965,0 17-5356,0-1-1,0 1 1,0 0 0,0 0-1,0-1 1,0 1 0,0 0-1,0-1 1,0 1 0,0 0 0,0-1-1,0 1 1,0 0 0,0 0-1,0-1 1,0 1 0,0 0-1,0-1 1,0 1 0,0 0-1,-1 0 1,1-1 0,0 1 0,0 0-1,0 0 1,-1-1 0,1 1-1,0 0 1,0 0 0,0 0-1,-1-1 1,1 1 0,0 0-1,0 0 1,-1 0 0,1 0 0,0-1-1,-1 1 1,1 0 0,0 0-1,0 0 1,-1 0 0,1 0-1,0 0 1,-1 0 0,-1 0 2680,2 1-2941,0-1 130,0 1 0,0 0 1,0-1-1,0 1 0,0 0 0,0-1 1,0 1-1,0 0 0,-1-1 1,1 1-1,0-1 0,0 1 1,-1 0-1,1-1 0,0 1 0,-1-1 1,1 1-1,0-1 0,-1 1 1,1-1-1,-1 1 0,1-1 0,-1 0 1,1 1-1,-1-1 0,-2 4 2,1-1 0,0 0 0,0 0 0,0 1 0,1-1 0,-1 1 0,1 0 0,0-1 0,0 1 0,-1 5 0,2-4 1,0-1 0,0 0-1,0 0 1,0 0 0,0-1-1,-1 1 1,1 0-1,-1 0 1,0 0-1,-3 7 1,2-7 5,2 0 0,-1 1 0,0-1 1,1 1-1,0-1 0,0 1 0,0 0 0,1 5 0,0 9 14,0-13-16,0 0 1,0 0 0,0 0 0,1 0-1,0 0 1,0 0 0,5 9 0,1 3-8,0 20-3,-6-31 8,-1 0 0,0 0 0,0 1 0,-1-1 0,0 0 0,-2 13-1,1 3 1,1-17 1,0-1 1,0 1 0,-1-1-1,0 1 1,0-1 0,0 0-1,-2 6 1,1-4-2,1 1 1,0-1-1,0 0 0,1 0 0,0 1 1,2 12-1,-1 3-7,-1 58-60,0-80 67,0 0-1,0 1 1,-1-1-1,1 1 1,-1-1-1,1 0 1,-1 1-1,1-1 1,-1 0-1,0 0 1,1 1-1,-1-1 1,-1 1-1,1 0-1,0-1 0,0 0 0,0 0 0,0 0 0,1 0 0,-1 1 0,0-1 0,1 0 0,-1 1 0,1-1 0,0 0 0,-1 1 0,1 1 0,0 0 0,-1-1 0,1 1 0,-1-1 0,1 1 0,-1-1 0,0 0 0,0 1 0,-2 3 0,1-4-6,1 1 1,0 0 0,0 0 0,0 0 0,0 0 0,0 0 0,1 0 0,-1 0 0,1 3 0,0 190-925,3-190 865,-3-5 57,1-1-1,-1 0 0,0 0 0,1 0 0,-1 1 1,0-1-1,1 0 0,-1 1 0,0-1 0,1 0 0,-1 1 1,0-1-1,0 0 0,0 1 0,1-1 0,-1 0 1,0 1-1,0-1 0,0 1 0,0-1 0,0 0 1,0 1-1,1-1 0,-1 1 0,0-1 0,0 1 1,0-1-1,-1 0 0,1 1 0,0 0 0,26 26-719,-26-27 725,0 1 1,1 0-1,-1-1 1,0 1-1,0 0 1,1-1-1,-1 1 0,0-1 1,1 1-1,-1 0 1,0-1-1,1 1 1,-1-1-1,1 1 1,-1-1-1,1 1 1,-1-1-1,1 0 1,0 1-1,-1-1 1,1 0-1,-1 1 1,1-1-1,0 0 1,-1 0-1,1 0 1,0 1-1,-1-1 1,1 0-1,0 0 1,0 0-1,8 3-26,-9-3 30,0 0 1,0 0-1,1 0 1,-1 0-1,0 1 1,0-1 0,0 0-1,0 0 1,0 0-1,1 0 1,-1 0 0,0 1-1,0-1 1,0 0-1,0 0 1,0 0-1,0 0 1,0 1 0,0-1-1,0 0 1,1 0-1,-1 0 1,0 1 0,0-1-1,0 0 1,0 0-1,0 0 1,0 1-1,0-1 1,0 0 0,0 0-1,-1 0 1,1 1-1,0-1 1,0 0 0,0 0-1,0 0 1,0 0-1,0 1 1,0-1-1,0 0 1,0 0 0,-1 0-1,1 0 1,0 0 0,0 0 1,1 0-1,-1 0 0,0 0 0,0 0 0,0 0 0,0 0 0,0 0 0,0 0 0,0 0 1,0 0-1,0 0 0,0 0 0,0 0 0,0 0 0,0 0 0,0 0 0,1 0 0,-1 0 1,0 0-1,0 1 0,0-1 0,0 0 0,0 0 0,0 0 0,0 0 0,0 0 1,0 0-1,0 0 0,0 0 0,0 0 0,0 0 0,0 0 0,0 0 0,0 0 0,0 0 1,0 0-1,0 0 0,0 0 0,0 1 0,0-1 0,0 0 0,0 0 0,0 0 0,0 0 1,0 0-1,0 0 0,0 0 0,0 0 0,0 0 0,0 0 0,0 0 0,0 0 0,0 0 1,0 0-1,0 0 0,0 1 0,0-1 0,0 0 0,0 0 0,0 0 0,0 0 0,0 0 1,0 0-1,0 0 0,0 0 0,0 0 0,0 0 0,1 0-1,-1 0 1,0 0 0,0 0 0,1 0 0,-1 0 0,0 0 0,0 0 0,1 0 0,-1 0-1,0 0 1,0 0 0,1 0 0,-1 0 0,0 0 0,0 0 0,1 0 0,-1 1 0,0-1-1,0 0 1,0 0 0,0 0 0,1 0 0,-1 1 0,0-1 0,0 0 0,0 0 0,0 0-1,1 1 1,-1-1 0,0 0 0,0 0 0,0 0 0,0 1 0,0-1 0,0 0 0,0 0-1,0 1 1,0-1 0,0 0 0,0 0 0,0 1 0,0-1 0,0 0 0,0 0 0,0 1-1,0-1 1,0 0 0,0 0 0,0 1 0,0-1 0,0 0 0,0 0 0,-1 0 0,1 1-1,0-1 1,0 1-3,-1-1-1,1 0 1,0 1-1,0-1 1,0 1-1,0-1 0,0 0 1,-1 1-1,1-1 1,0 1-1,0-1 1,0 1-1,0-1 1,0 1-1,0-1 0,0 0 1,1 1-1,-1-1 1,0 1-1,0-1 1,0 0-1,0 1 0,1-1 1,-1 1-1,0-1 1,0 0-1,0 1 1,1-1-1,-1 0 1,0 1-1,1-1 0,-1 1 1,2 0 0,0 1 1,-1-1-1,1 1 0,-1 0 1,0 0-1,0 0 0,1 0 1,-1 0-1,0 0 0,-1 0 1,1 0-1,0 0 1,-1 1-1,1-1 0,-1 0 1,0 0-1,1 1 0,-1-1 1,0 0-1,-1 1 0,1-1 1,-1 3-1,1 2 13,0-6-10,0-1 0,0 1 1,0-1-1,0 0 0,0 1 0,0-1 0,0 1 0,1-1 1,-1 0-1,0 1 0,0-1 0,0 0 0,0 1 0,0-1 1,1 0-1,-1 1 0,0-1 0,0 0 0,1 1 0,-1-1 1,0 0-1,0 1 0,1-1 0,0 0 0,-1 1 0,0-1-1,1 0 1,-1 0 0,0 1-1,1-1 1,-1 0-1,0 1 1,0-1-1,1 0 1,-1 0 0,0 1-1,0-1 1,0 1-1,0-1 1,1 0-1,-1 1 1,0-1-1,0 0 1,0 1 0,0-1-1,0 1 1,0-1-1,0 0 1,0 2-1,0 0 2,1 1-1,-1 0 1,1-1-1,0 1 1,-1-1-1,1 1 0,0-1 1,2 3-1,-2-2 4,1 0 0,-1 0 0,0 0 0,0 0 0,0 0 0,0 0-1,-1 1 1,1 3 0,0-4-3,-1 0-1,1-1 1,-1 1 0,1-1-1,0 1 1,0-1 0,0 1-1,0-1 1,2 3-1,-2-3 1,0 0-1,0-1 0,0 1 0,0 0 0,0 0 1,-1 1-1,1-1 0,0 3 0,-1-3 6,0 1 0,1-1 0,-1 0 0,1 0-1,-1 0 1,1 0 0,0 0 0,0 0 0,0 0 0,2 2 0,-2-2 1,0 0 1,0 0-1,0 0 1,0-1-1,-1 1 0,1 0 1,0 1-1,-1-1 1,1 0-1,-1 2 1,0 96 1261,0-100-1264,0 1-1,0-1 0,0 1 0,0-1 0,1 1 0,-1 0 0,0-1 0,0 1 0,0-1 0,1 1 0,-1-1 1,0 1-1,1-1 0,-1 1 0,0-1 0,1 0 0,-1 1 0,0-1 0,1 1 0,-1-1 0,1 0 0,-1 1 1,1-1-1,0 1 0,0-1 0,-1 0 0,1 1 0,0-1 0,-1 0 0,1 1 0,-1-1 0,1 1 0,-1-1 0,1 1 0,-1-1 0,1 1 0,-1-1 0,0 1 0,1 0 0,-1-1 0,0 1 0,0 0 0,1-1 0,-1 1 0,0-1 0,0 1 0,0 0 0,0 0 0,0-1 0,0 2 0,4 3 0,-4-5-4,1 0 0,-1 0 0,0 1 0,1-1 0,-1 0 1,0 0-1,1 1 0,-1-1 0,0 0 0,0 1 0,1-1 0,-1 1 0,0-1 0,0 0 1,0 1-1,1-1 0,-1 1 0,0-1 0,0 0 0,0 1 0,0-1 0,0 1 0,0-1 1,0 1-1,0 0 0,0 0 0,0-1 1,0 1-1,0 0 1,0-1 0,0 1-1,1 0 1,-1-1-1,0 1 1,0 0-1,0-1 1,1 1-1,-1 0 1,0-1 0,1 1-1,-1-1 1,1 1-1,0 1 1,3 7 9,-4 40-44,8-22 92,-7-26-57,-1 1 0,0-1 0,0 1 1,1-1-1,-1 0 0,1 1 0,-1-1 0,1 1 1,-1-1-1,1 0 0,0 0 0,0 1 0,0-1 1,1 2-1,-1-3 0,0 1 0,-1 0-1,1 0 1,0 0 0,-1 0 0,1 0 0,-1 0 0,1 0 0,-1 0 0,1 0 0,-1 0 0,0 1 0,1 1 0,0-2-2,0 1 1,0 0 0,0-1 0,0 1 0,0-1-1,1 1 1,-1-1 0,1 1 0,-1-1 0,1 0-1,-1 0 1,1 0 0,2 2 0,11 8 4,17 16 43,-26-16-39,-5-9-9,0-1 0,-1 1-1,1-1 1,0 0 0,0 1-1,0-1 1,0 0 0,0 0 0,0 0-1,0 0 1,1 0 0,0 1 0,-1-1 0,-1-1 1,1 0-1,-1 1 1,1-1 0,-1 1-1,1-1 1,-1 1-1,0-1 1,1 1 0,-1-1-1,1 1 1,-1-1-1,0 1 1,0-1 0,1 1-1,-1 0 1,0-1-1,0 1 1,0-1 0,0 1-1,0 0 1,1-1-1,-1 1 1,0 0 0,0-1-1,-1 2 1,1-2 1,1 1-1,-1-1 1,0 1 0,0-1 0,0 1-1,1 0 1,-1-1 0,0 1 0,1-1-1,-1 0 1,0 1 0,1-1 0,-1 1-1,0-1 1,1 1 0,-1-1 0,1 0 0,0 1-1,0 0 2,0-1-1,-1 1 0,1-1 1,0 1-1,0 0 0,-1-1 1,1 1-1,-1 0 0,1-1 1,-1 1-1,1 0 0,-1 0 1,1 0-1,-1 0 0,0 0 1,1-1-1,-1 1 0,0 0 1,0 0-1,1 2 1,-1-1-2,1-1 0,-1 1 0,1 0 0,-1-1 1,1 1-1,0-1 0,0 1 0,0-1 1,0 1-1,0-1 0,0 1 0,0-1 1,0 0-1,1 0 0,1 2 0,14 15 2,-16-15 3,0 0-1,-1 1 1,1-1 0,-1 0-1,1 0 1,-1 1 0,0-1-1,-1 0 1,0 6 0,0 2 5,1-9-11,0-1-1,0 1 1,0-1-1,0 1 0,0-1 1,0 1-1,1-1 1,-1 1-1,1-1 1,-1 1-1,1-1 0,-1 1 1,1-1-1,0 1 1,-1-1-1,3 2 1,-2 0 2,-1 0 0,1 0 0,0 0 0,-1 0 1,0 0-1,0 1 0,0-1 0,0 0 0,0 0 1,-1 4-1,0 5 10,1-4-23,0-1 7,1 0 1,-2 0-1,1 1 0,-1-1 0,0 0 0,-4 12 0,2-11 20,1 2 0,0-1-1,0 0 1,1 0 0,1 0-1,0 18 1,0-22 2,-9 29 71,9-32-82,0 0 0,-1 0 0,1 0 0,-1 0 0,0 0 0,1 1 0,-1-1 0,0-1-1,0 1 1,-2 2 0,2-2 7,0 0 0,0 0 0,0 0-1,0-1 1,0 1 0,1 0 0,-1 0-1,1 0 1,-1 0 0,1 3 0,-1-1 8,1 0 0,-1 0 0,0 0 0,0 0 0,0 0 0,-3 5 1,3-5-6,-1 1 0,1-1 0,-1 0 0,1 0 0,1 0 0,-2 8 0,2-2-10,0-1 0,-1 1 0,0-1 0,-4 17 0,3-17 4,1-1 0,0 1 0,1 0 0,-1-1 0,2 1 0,0 9 0,1 11 16,-2 301 17,-9-296-36,9-33-3,0 0-1,0 1 1,0-1 0,-1 0 0,1 1 0,0-1 0,-1 0 0,1 1-1,-1-1 1,0 0 0,1 0 0,-1 1 0,0-1 0,1 0-1,-3 1 1,2 0 1,0-1 1,1 0-1,-1 0 0,0 0 0,0 0 0,1 1 0,-1-1 1,1 0-1,-1 0 0,1 1 0,-1-1 0,1 1 0,0-1 0,0 0 1,0 3-1,-4 10 81,-1 10 102,5-23-172,-1 1 0,1-1-1,0 1 1,-1 0-1,1-1 1,-1 0 0,1 1-1,-1-1 1,0 1-1,0-1 1,-1 3-1,0-3-3,1 0-1,1 1 0,-1-1 0,0 1 0,0-1 0,0 1 0,1-1 0,-1 1 0,1 0 0,-1-1 0,1 1 0,0 1 0,-1 3 15,-1-1-1,1 1 1,-1-1-1,0 0 1,0 0-1,0 0 1,-4 5-1,5-8-17,-5 8 30,5-9-31,0 1 0,-1-1 1,1 1-1,1 0 1,-1 0-1,0-1 1,0 1-1,1 0 1,-1 0-1,1 0 0,-1 2 1,1-1 6,-1-1 1,1 1-1,-1 0 0,0 0 1,0-1-1,0 1 0,0-1 1,-2 4-1,2-3-1,0-1 1,-1 1-1,1 0 0,0-1 0,1 1 0,-1 0 1,0 0-1,0 4 0,1-1-13,-1-1 0,-1 1 0,1-1 0,-1 1 0,0-1 0,0 1 0,-1-1 0,-5 9 0,2-3 0,-11 17 0,-1-1 0,12-16 0,5-10 0,0 1 0,0 0 0,0-1 0,0 1 0,0 0 0,0 0 0,0-1 0,1 1 0,-1 0 0,0 3 0,0-1 0,0-1 0,0 1 0,-1-1 0,1 0 0,-1 1 0,0-1 0,0 0 0,0 0 0,-4 4 0,-10 16 0,15-21 0,0 0 0,0 0 0,0 0 0,1 0 0,-1 0 0,0 0 0,1 1 0,-1-1 0,1 4 0,-9 28 0,9-24 0,-2 0 0,1-1 0,-1 1 0,-5 16 0,3-16 0,1 0 0,1 0 0,0 1 0,-1 17 0,3-19 0,-1-1 0,0 1 0,0-1 0,-1 0 0,0 0 0,-4 11 0,3-10 0,-8 56 0,6-44 0,1-1 0,0 1 0,2 0 0,1 0 0,1 21 0,-9 17 0,8-32 0,-2-1 0,-1 0 0,-9 32 0,10-42 0,1-6 0,1-1 0,1 1 0,-1-1 0,3 16 0,-1-15 0,-1 0 0,0 1 0,-2 19 0,-3 4 0,2-1 0,3 68 0,0-46 0,-5-64-2119,-14-6-5782,0 1 67,9 4 2222,-6 3-32</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43.496"/>
    </inkml:context>
    <inkml:brush xml:id="br0">
      <inkml:brushProperty name="width" value="0.035" units="cm"/>
      <inkml:brushProperty name="height" value="0.035" units="cm"/>
    </inkml:brush>
  </inkml:definitions>
  <inkml:trace contextRef="#ctx0" brushRef="#br0">15 8 1864,'2'-6'11301,"-4"6"-10864,0-1 44,-2 5 725,0 3 698,-1-2-828,7-2 1056,-2-3-2039,1 0 0,-1 1 0,1-1 0,-1 0-1,0 1 1,1-1 0,-1 1 0,0-1 0,0 0 0,1 1 0,-1-1 0,0 1-1,0-1 1,0 1 0,0-1 0,1 1 0,-1-1 0,0 1 0,0-1 0,0 2-1,2 2 475,0 0-1,0 0 0,1 0 0,-1 0 0,1 0 0,5 5 0,-4-4-337,29 39 1161,-8-17-1110,-14-14-238,1 0 0,20 15 0,11 9-14,-20-21-2,-18-12 0,1 0 1,-1 0-1,1 0 0,0-1 1,0 0-1,0 0 1,0 0-1,0-1 1,0 0-1,1 0 1,8 1-1,-12-4 52,0 1-1,0-1 1,0 0 0,0 0-1,0 0 1,0 0 0,0 0-1,0-1 1,-1 0 0,1 1-1,0-1 1,-1 0 0,1 0-1,-1 0 1,0 0 0,0-1-1,0 1 1,3-6-1,2-2 184,0 0-1,-2 0 0,10-21 1,-14 23-124,1 1 0,-2-1 0,1 1 0,-1-1 0,0 0 0,-2-14 0,1-2 173,2 20-253,-9-9 145,6 72-246,3-15 50,0-7 10,-2 0 0,-7 48 1,5-60-17,2 1 1,2 46-1,1-18-1,-2-33-40,0-6-365,0 0 0,-1 0 0,0 0 0,-5 19 0,-2-1-4556,7-26 1248,9-9-1974,-6 1 4424,0-1 0,0 1 0,0-1 0,0 0 0,0 1-1,0-1 1,-1 0 0,3-2 0,3-6-2570</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44.400"/>
    </inkml:context>
    <inkml:brush xml:id="br0">
      <inkml:brushProperty name="width" value="0.035" units="cm"/>
      <inkml:brushProperty name="height" value="0.035" units="cm"/>
    </inkml:brush>
  </inkml:definitions>
  <inkml:trace contextRef="#ctx0" brushRef="#br0">1 1 1624,'0'0'4368,"1"17"1836,2-14-5807,0 1 0,-1-1 0,1 1 0,-1 0 0,0 0 0,0 0 1,0 1-1,-1-1 0,1 0 0,-1 1 0,1 5 0,-2-6-153,1 0 0,-1 1 0,1-1 0,0 0 0,1 0 0,2 6 0,-3-6-36,1 0 0,-1 0 0,0 0 0,0 0 0,0 0-1,0 7 1,0-2 169,0 0-1,0-1 1,5 17-1,-4-17-136,0 1-1,0 0 1,1 17 0,-3-16-133,-1-3-53,1 0 0,0 0 0,1 0 0,0-1 0,0 1 0,4 13 0,-4-17-45,-1 0 0,1 0 1,-1 0-1,0 1 0,0-1 0,0 0 0,0 3 0,-1 3 65,1-9-61,0 1 0,0-1 0,0 0 0,0 1 0,1-1 0,-1 0 0,0 0 0,0 1 0,0-1 0,0 0 0,0 1 0,1-1 0,-1 0 0,0 0 0,0 0 0,0 1 0,1-1 0,-1 0 0,0 0 0,0 0 0,1 1 0,-1-1 0,0 0 0,0 0 0,1 0 0,-1 0 0,0 0 0,0 0 0,1 1 0,-1-1 0,0 0 0,1 0 0,-1 0 0,0 0 0,1 0 0,-1 0 0,0 0 0,1 0 0,-1-1 0,0 1 0,0 0 0,1 0 0,-1 0 0,1 0 0,13-5 1253,-13 4-1066,0 1-128,0 0-1,0-1 1,0 1 0,0-1 0,0 1-1,0-1 1,0 1 0,-1-1-1,1 1 1,0-1 0,0 0-1,-1 1 1,1-1 0,0 0-1,-1 1 1,1-1 0,-1 0 0,1 0-1,-1 0 1,1 0 0,-1 0-1,0 0 1,1 0 0,-1 1-1,0-1 1,0 0 0,1 0-1,-1-1 1,-5-30 1237,1 9-851,3 14-360,0 0 0,-1 0 0,0 0-1,-1 1 1,-3-10 0,-4-11 53,6 13 14,-2 0 0,0 0 0,-12-22 0,16 23 345,2 10-434,0 8-270,28-4 195,-24-1 7,0 0 1,1 1-1,0 0 0,-1 0 0,1 0 0,-1 0 0,8 0 1,21-4 7,-13-1 6,-10 4 9,0-1 0,0-1 0,-1 0 0,1 0 0,8-6 0,-6 4 17,-11 6-36,0-1 0,1 1-1,-1-1 1,0 1-1,0-1 1,1 0-1,-1 0 1,0 1-1,0-1 1,0 0-1,0 0 1,1-1-1,0 0 35,0 0 1,0 0-1,0 1 0,0-1 0,1 1 0,-1 0 0,1 0 0,-1 0 0,1 0 1,-1 0-1,1 0 0,0 1 0,-1-1 0,1 1 0,0 0 0,-1 0 0,1 0 0,3 0 1,-4 18-103,5-5 67,-1-1 19,0 0-1,1-1 1,9 10 0,-1 3-4,-13-20-17,0 0 0,0 0 0,0 0-1,1 0 1,5 5 0,10 19-46,-6-13-1,0-1-111,0 0 220,-11-14-58,1 1 0,-1-1 0,0 0 1,1 0-1,-1 0 0,0 0 0,1 0 0,-1-1 1,0 1-1,1 0 0,-1 0 0,0-1 1,1 1-1,-1-1 0,0 1 0,0-1 1,1 0-1,-1 0 0,1 0 0,0-1 16,1 1-1,-1-1 1,1 0 0,-1 0-1,0 0 1,0 0-1,4-4 1,-4 2-29,-1 1 0,1-1 0,-1 1 0,0-1 0,0 0 0,0 1 0,0-1 0,-1 0 0,0 0 0,1 0 0,-2-4 0,10-20 0,-9-43 0,0 71 0,0 0 0,0 0 0,0 0 0,0-1 0,0 1 0,0 0 0,0 0 0,-1 0 0,1 0 0,0-1 0,0 1 0,0 0 0,0 0 0,1 0 0,-1 0 0,0-1 0,0 1 0,0 0 0,0 0 0,0 0 0,0 0 0,0-1 0,0 1 0,0 0 0,0 0 0,0 0 0,0 0 0,1 0 0,-1-1 0,0 1 0,0 0 0,0 0 0,0 0 0,0 0 0,1 0 0,-1 0 0,0 0 0,0 0 0,0 0 0,1-1 0,5 7 0,2 10 0,-7-14 0,0 0 0,-1 0 0,1 0 0,0 0 0,0 0 0,0 0 0,1 0 0,-1 0 0,0 0 0,1-1 0,-1 1 0,1 0 0,-1-1 0,4 2 0,9 13 0,-2-2 0,-11-12 0,1-1 0,0 1 0,-1 0 0,1 0 0,-1 0 0,1 0 0,-1 0 0,0 1 0,2 3 0,-1-1 0,1 0 0,0-1 0,0 1 0,0-1 0,1 0 0,-1 0 0,1 0 0,0 0 0,7 5 0,-10-8-275,1 1 0,-1 0 0,0 0 0,0-1 0,0 1 0,0 0 0,-1 0 0,1 0 0,0 0 0,-1 0 0,1 0 0,-1 0 0,0 0 0,0 0 0,0 0 0,0 1 0,0 1 0,2 19-4411,-1-22 4541,-1 0 0,0 0 0,1 0 1,-1 0-1,0-1 0,1 1 0,-1 0 0,1 0 1,-1-1-1,1 1 0,0 0 0,-1-1 1,1 1-1,0-1 0,-1 1 0,1-1 1,0 1-1,0-1 0,-1 1 0,1-1 0,2 1 1,17 4-6754</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45.366"/>
    </inkml:context>
    <inkml:brush xml:id="br0">
      <inkml:brushProperty name="width" value="0.035" units="cm"/>
      <inkml:brushProperty name="height" value="0.035" units="cm"/>
    </inkml:brush>
  </inkml:definitions>
  <inkml:trace contextRef="#ctx0" brushRef="#br0">79 22 1992,'-34'-16'11934,"34"16"-11732,0 0 0,0-1 0,0 1 0,0 0 0,0 0 1,0-1-1,0 1 0,0 0 0,0 0 0,0 0 0,1-1 1,-1 1-1,0 0 0,0 0 0,0 0 0,0-1 0,1 0 1011,-1 1-1010,0 0-1,0 0 0,1 0 0,-1 0 0,0 0 0,0 0 1,0 0-1,1-1 0,-1 1 0,0 0 0,0 0 0,0 0 1,1 0-1,-1 0 0,3 5 716,-6-4-13,3-1-885,0 0 0,-1 0 0,1 0 0,0 0 0,0 0-1,-1 0 1,1 0 0,0 0 0,0 0 0,-1 1 0,1-1-1,0 0 1,0 0 0,0 0 0,-1 0 0,1 0 0,0 0-1,0 1 1,0-1 0,-1 0 0,1 0 0,0 0 0,0 1-1,0-1 1,0 0 0,-1 0 0,1 0 0,0 1 0,0-1-1,0 0 1,0 0 0,0 1 0,0-1 0,0 0 0,0 0 0,0 1-1,0-1 1,-1 4 45,1-1-1,-1 0 1,0 0-1,0 1 1,0-1-1,0 0 1,-1 0 0,1 0-1,-1 0 1,-4 5-1,4-5-24,0 0-1,0 0 1,0 1-1,0-1 1,1 0-1,-1 1 1,1 0-1,0-1 1,0 1-1,0 0 1,0 4-1,-8 46 358,9-39-321,1 0 1,0 0 0,5 23-1,-4-19-46,-2-15-25,0-1 1,1 1 0,-1-1-1,1 1 1,0-1 0,0 0-1,3 7 1,-1-3-64,1 0-1,0-1 1,0 0 0,0 0-1,1 0 1,0 0 0,0 0-1,0-1 1,1 0 0,0 0-1,0-1 1,0 0 0,1 0-1,10 5 1,-14-8-171,0-1-1,0 1 1,1-1-1,-1 0 1,1 0-1,-1 0 1,0-1-1,0 1 1,1-1-1,-1 1 1,0-1-1,0 0 1,1-1 0,-1 1-1,0 0 1,3-3-1,0 1-228,-1-1 0,1 0 0,0 0-1,-1-1 1,0 1 0,8-10 0,-4 0 314,0 0 0,0 0-1,-2-1 1,1-1 0,-2 1 0,0-1 0,-1 0 0,3-19-1,-7 33 147,3-24 193,3-8 326,-2 21-97,-4 10-227,-1 0 1,1 0-1,0 1 0,0-1 1,1 0-1,-1 0 0,1 1 1,-1-1-1,1 1 1,0-1-1,2-2 0,-3 5-163,-1 0-1,0 0 0,0 0 1,0-1-1,0 1 1,0 0-1,0 0 0,0 0 1,0 0-1,0-1 0,0 1 1,0 0-1,0 0 0,0 0 1,0 0-1,0-1 0,0 1 1,0 0-1,0 0 1,0 0-1,0 0 0,0-1 1,0 1-1,0 0 0,0 0 1,0 0-1,0 0 0,0-1 1,0 1-1,0 0 1,-1 0-1,1 0 0,0 0 1,0 0-1,0 0 0,0-1 1,0 1-1,-1 0 0,1 0 1,0 0-1,0 0 0,0 0 1,0 0-1,0 0 1,-1 0-1,1 0 0,0 0 1,0 0-1,0 0 0,0 0 1,-1 0-1,1 0 0,0 0 1,0 0-1,0 0 1,-1 0-1,1 0 0,0 0 1,0 0-1,0 0 0,0 0 1,0 0-1,-1 0 0,1 0 1,0 0-1,0 1 0,-10 8 128,1 0-1,0 0 0,1 1 0,0 1 0,-11 17 0,-7 20 400,24-42-516,-1-1 0,0 1 1,1 0-1,0 0 0,1 0 1,-1 0-1,1 0 0,0 0 1,0 0-1,1 0 0,0 0 1,1 10-1,-1-15-42,0 0 1,1 0-1,-1-1 1,0 1-1,0 0 1,1 0-1,-1 0 0,0-1 1,1 1-1,-1 0 1,1-1-1,-1 1 1,1 0-1,-1-1 0,1 1 1,0-1-1,-1 1 1,1-1-1,0 1 1,0 0 8,0-1 0,-1 0 0,1 1 0,-1-1 1,1 1-1,-1-1 0,1 1 0,-1-1 0,1 1 1,-1-1-1,0 1 0,1 0 0,-1-1 0,0 1 1,1 0-1,-1-1 0,0 1 0,0 1 0,2-2 119,0 0-1,0 0 0,0 0 0,-1 0 1,1 0-1,0 0 0,0 0 0,0-1 1,-1 1-1,1-1 0,0 1 0,2-2 1,-4 2-102,9-4 370,-2 0 0,1 0 0,0-1 0,-1 0 0,0 0 0,0-1 0,0 1 0,-1-2 0,0 1 0,10-15 0,18-16 407,-24 30-693,7-8-23,-16 14-90,-1 1 0,0 0 0,0-1 1,0 1-1,1 0 0,-1-1 0,0 1 1,0-1-1,1 1 0,-1 0 0,0 0 1,1-1-1,-1 1 0,0 0 0,1-1 1,-1 1-1,0 0 0,1 0 0,-1 0 1,1 0-1,-1-1 0,0 1 1,1 0-1,-1 0 0,1 0 0,-1 0 1,1 0-1,-1 0 0,0 0 0,1 0 1,-1 0-1,1 0 0,-1 0 0,1 0 1,-1 0-1,1 1 0,3 5-52,5 3 5,-7-6 35,0-1 0,0 0 0,0 0 0,0 1 0,0-1 0,-1 0 0,3 5 0,13 30-203,-9-23-36,-7-13 193,0 0 0,0 0 0,-1 0 1,1 0-1,0 0 0,-1 1 0,1-1 0,-1 0 1,1 0-1,-1 1 0,0-1 0,1 0 0,-1 1 0,0-1 1,0 2-1,0 1-529,0 0 0,0 0 1,0 0-1,-1 0 0,0 0 1,0 0-1,0 0 0,-2 5 1,0 1-4830,8-10 1520,14-11-474,-15 8 3601,-1 0 76,1-1 0,0 1-1,-1-1 1,1 0 0,-1 0 0,0 0 0,0-1 0,-1 1 0,1-1 0,-1 1 0,0-1 0,2-6 0,-3 6 123,1-6-447</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45.733"/>
    </inkml:context>
    <inkml:brush xml:id="br0">
      <inkml:brushProperty name="width" value="0.035" units="cm"/>
      <inkml:brushProperty name="height" value="0.035" units="cm"/>
    </inkml:brush>
  </inkml:definitions>
  <inkml:trace contextRef="#ctx0" brushRef="#br0">1 117 200,'0'-3'300,"0"-1"1,1 1-1,0 0 0,-1 0 0,1 0 1,0 0-1,3-5 0,-2 5 110,-1 0 0,0 0 0,0 0 0,0 0 0,0 0-1,0 0 1,0-6 0,0 5 219,0 0 0,0 0-1,1 1 1,-1-1 0,1 0-1,0 1 1,0-1 0,0 1 0,1-1-1,-1 1 1,1 0 0,0 0-1,5-4 1,-6 6-306,0 1 0,0-1 0,-1 1 0,1-1 0,0 1 0,0 0 0,0 0 0,0 0 0,0 0 0,-1 0 0,1 0 0,0 1 0,0-1 0,0 1 0,-1-1 0,3 2 0,0-1 54,-1 0-1,1 1 1,-1-1-1,1 1 1,-1 0 0,5 4-1,-1 0 399,-1 0 0,0 1 1,-1 0-1,1 0 0,4 9 0,-6-9-586,-1 0-1,0 1 1,-1-1 0,1 1-1,-1-1 1,-1 1 0,1 0-1,-1 0 1,-1 15 0,0 106 1275,0-128-745,0-1-683,0 0 1,-1 0 0,1 0-1,0 0 1,0 0-1,-1 0 1,1 0-1,0 0 1,-1 0 0,1 0-1,0 0 1,0 0-1,-1-1 1,1 1 0,0 0-1,0 0 1,-1 0-1,1 0 1,0-1 0,0 1-1,-1 0 1,1 0-1,0 0 1,0-1 0,0 1-1,0 0 1,0-1-1,-1 1 1,1 0-1,0 0 1,0-1 0,26-36 43,-18 23-85,1 1 0,15-16 0,1-8 5,-7 10 0,0-1 0,-14 22 0,-1 0 0,1 0 0,0 1 0,8-9 0,-9 10 0,-2 3 0,-1 0 0,1 0 0,0 0 0,-1 0 0,1 0 0,0 0 0,0 0 0,0 1 0,0-1 0,0 0 0,0 0 0,0 1 0,0-1 0,1 0 0,5-2 0,-4 6 0,15 13 12,-15-14-21,1 1 0,-1-1 0,0 1 0,0 0-1,0 0 1,2 4 0,-1-1-645,-1 0 0,1 1 0,-1-1 0,-1 1 0,0-1 0,0 1 1,0 0-1,0 0 0,-1 0 0,0 0 0,-1 11 0,1-15 27,-1 0-1,1 0 1,-1 0-1,1 0 1,0-1-1,0 1 1,0 0-1,1-1 1,-1 1 0,3 3-1,18 21-12786,-13-17 9014</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47.893"/>
    </inkml:context>
    <inkml:brush xml:id="br0">
      <inkml:brushProperty name="width" value="0.035" units="cm"/>
      <inkml:brushProperty name="height" value="0.035" units="cm"/>
    </inkml:brush>
  </inkml:definitions>
  <inkml:trace contextRef="#ctx0" brushRef="#br0">382 196 912,'-24'-14'10369,"9"7"-4060,-33-11-1,41 16-5240,0 0 0,-1 1-1,1 0 1,-1 0 0,-14 1-1,10 1-604,0 0-1,0 1 1,-16 5-1,15-3-430,0 0-1,1 2 1,-1-1-1,1 1 0,0 1 1,1 1-1,-12 8 1,6-4-8,15-11-24,0 0 1,-1 0 0,1 1 0,0-1 0,0 1-1,1 0 1,-1-1 0,0 1 0,0 0-1,1 0 1,-1 0 0,1 0 0,-2 3-1,-4 12 23,5-15-13,0 1-1,1 0 0,0 0 0,-1 1 1,1-1-1,1 0 0,-1 0 1,0 0-1,0 7 0,1-9 127,2-1-73,1 0-62,0-1 0,-1 1 1,1 0-1,0-1 0,0 1 0,0-1 0,-1 0 0,1 0 1,0 0-1,-1 0 0,5-2 0,6-4-3,-7 5 2,0-1 0,-1 1 0,1-1 0,7-6 0,-8 5 0,0 1 0,0 0 0,0 0 0,9-3 0,15-10 0,-25 13 0,1 0 0,-1 0 0,1 1 0,9-4 0,-6 1 0,0 2 0,-6 6 0,20 32 0,-18-27 0,1 0 0,0-1 0,0 1 0,0-1 0,9 8 0,-7-8 0,0 0 0,1-1 0,0 0 0,13 7 0,-19-12 0,1 1 0,0-1 0,0 0 0,0 0 0,0 0 0,0 0 0,1-1 0,-1 1 0,0-1 0,0 0 0,0 0 0,0 0 0,1 0 0,-1-1 0,0 1 0,0-1 0,0 0 0,5-2 0,-2 1 0,0 0-2,1-1 0,0 1 0,-1-1 0,1-1 0,-1 1 1,0-1-1,0 0 0,0-1 0,-1 0 0,1 1 0,-1-2 0,0 1 0,5-9 0,-9 13-1,1-2-3,0 1 1,0-1-1,-1 0 0,1 0 0,-1-1 1,1 1-1,-1 0 0,0 0 0,0-1 0,0-5 1,4-17-14,-4 24 15,0-1-1,-1 1 1,1-1 0,0 1-1,-1-1 1,0 1 0,0-1-1,0 1 1,0-1 0,0 1-1,-1-6 1,-1 1-3,-2-6 47,1-1 1,0 0-1,-1-18 1,3 27-41,1 1 1,-1-1 0,0 1 0,0-1-1,-1 1 1,1-1 0,-1 1-1,0 0 1,0 0 0,-1 0 0,1 0-1,-5-5 1,6-2-1,-1 7 0,-4 4 0,4 7 0,3-3 0,-1 16 0,-1 0 0,1 0 0,1 1 0,1-1 0,1 0 0,9 38 0,-4-32 0,-2 0 0,-1 0 0,3 40 0,-1-6 0,-5-36 0,-1-1 0,-2 1 0,0-1 0,-1 1 0,-6 26 0,-9 7 0,11-38 0,2-7 0,2-9 0,1 0 0,1-1 0,-1 1 0,0 0 0,1 0 0,-1 0 0,1 4 0,0-7 0,1-1 0,0 0 0,-1 1 0,1-1 0,0 1 0,-1-1 0,1 0 0,-1 0 0,1 1 0,-1-1 0,0 0 0,1 0 0,-1 1 0,0-1 0,1 0 0,-1 0 0,0 0 0,0 0 0,0 0 0,0-1 0,1-3 0,0 0 0,-1 0 0,2 0 0,-1 0 0,3-7 0,-2 7 0,0 0 0,-1 0 0,0 0 0,0 0 0,1-8 0,6-53 0,-7 53 0,1 0 0,0 0 0,0 1 0,6-16 0,5-23 0,-10 39 0,0 1 0,1-1 0,1 1 0,0 0 0,0 1 0,1-1 0,1 1 0,11-15 0,-8 9 0,-9 14 0,0 0 0,0 0 0,0 1 0,0-1 0,1 0 0,-1 0 0,1 1 0,-1-1 0,1 1 0,-1-1 0,4-1 0,14-18 0,-18 21 0,-1-1 0,0 1 0,1 0 0,-1-1 0,1 1 0,-1 0 0,1 0 0,0-1 0,-1 1 0,1 0 0,-1 0 0,1 0 0,-1 0 0,1 0 0,0 0 0,-1 0 0,1 0 0,-1 0 0,1 0 0,-1 0 0,1 0 0,-1 0 0,1 0 0,0 1 0,-1-1 0,2 1 0,-2-1 0,9 0 0,0 1 0,0 0 0,-1 1 0,1 0 0,0 0 0,10 5 0,-14-5 0,-1-1 0,1 1 0,-1 1 0,0-1 0,0 1 0,0-1 0,0 1 0,-1 0 0,1 0 0,-1 1 0,0-1 0,0 1 0,4 5 0,1 18-8,-7-26-19,0 1-1,-1-1 1,0 1-1,1-1 1,-1 1-1,0-1 1,0 1-1,0 0 1,0-1-1,0 1 1,0-1-1,0 1 1,-1-1-1,1 1 1,0-1-1,-1 1 1,1-1-1,-1 1 1,-1 2-1,-3 12-330,5-15 328,-1 1 1,1-1 0,-1 1-1,1-1 1,-1 1-1,0-1 1,0 1 0,0-1-1,0 1 1,0-1-1,0 0 1,0 0 0,0 0-1,0 0 1,0 0 0,-1 0-1,1 0 1,0 0-1,-1 0 1,-2 1 0,2-1 25,1-1 0,0 1 1,0-1-1,-1 1 1,1 0-1,0 0 0,0 0 1,0 0-1,0-1 0,0 2 1,0-1-1,0 0 1,0 0-1,1 0 0,-1 0 1,0 0-1,1 1 1,-1-1-1,0 3 0,2-7 15,0 1-1,1 0 0,-1-1 0,1 1 1,0 0-1,-1 0 0,1 0 1,0 0-1,0 1 0,3-3 1,9-9-9,1-2-15,-12 13 7,-1 0 0,0-1 1,1 1-1,-1-1 1,0 1-1,0-1 0,1-3 1,2-2 2,1 0-1,0 0 1,8-9 0,9-11 34,26-33 21,-32 34-7,-2 2 32,0 0-1,10-28 1,-18 42 88,-6 9-88,0 1 0,0-1 1,0 0-1,0 1 0,0-1 1,0 0-1,-1 0 0,1 0 0,-1 1 1,1-4-1,6-5 111,-7 6-188,-5 8 0,2-1 0,0 1 0,0 0 0,0 0 0,1 0 0,0 0 0,0 0 0,0 1 0,0-1 0,1 1 0,0-1 0,-1 1 0,2-1 0,-1 1 0,0 7 0,-7 53 0,8 142 0,-1-191 0,0 0 0,-1-1 0,0 1 0,-2-1 0,1 0 0,-2 0 0,0 0 0,-9 17 0,-15 37 0,18-40 0,9-18 0,2 0 0,2-7 0,4-8 0,40-72 0,-30 53 0,14-25 0,-18 27 0,3-10 0,-13 25 0,1 0 0,-1 0 0,2 0 0,6-10 0,52-69 0,-51 71 0,0 1 0,18-15 0,7 1 0,-29 27 0,0 6 0,-1 2 0,-5-6 0,0-1 0,1 1 0,-1 0 0,0 0 0,0-1 0,0 1 0,0 0 0,-1 0 0,1 0 0,0 0 0,-1 0 0,1 0 0,-1 0 0,0 0 0,0 0 0,0 0 0,0 1 0,0 2 0,-9 14 0,7-14 0,-1 0 0,1 0 0,0 0 0,0 0 0,1 1 0,0-1 0,0 0 0,-1 10 0,-1-5 0,2-8 0,0-1 0,1 1 0,-1-1 0,0 0 0,1 1 0,0-1 0,-1 1 0,1-1 0,0 1 0,-1-1 0,1 1 0,0-1 0,1 3 0,-1-3 0,1-1 0,-1 1 0,1-1 0,-1 0 0,1 1 0,-1-1 0,1 1 0,0-1 0,-1 0 0,1 0 0,0 1 0,-1-1 0,1 0 0,0 0 0,-1 0 0,1 0 0,0 0 0,-1 0 0,1 0 0,0 0 0,0 0 0,-1 0 0,1 0 0,1 0 0,5-3 0,1-1 0,-1 1 0,12-9 0,9-4 0,-24 14 0,-1-1 0,0 1 0,0 0 0,0-1 0,-1 0 0,1 1 0,-1-1 0,1 0 0,-1 0 0,0-1 0,0 1 0,3-7 0,12-17 0,-14 23 0,-1-1 0,1 1 0,-1-1 0,0 0 0,0 0 0,3-9 0,-3 7 0,0 0 0,1 0 0,6-11 0,-2 5 0,0 0 0,-1 0 0,0 0 0,-1 0 0,-1-1 0,4-16 0,8-19 0,-13 41 0,0 0 0,0 0 0,-1 0 0,0 0 0,0-1 0,-1 1 0,0-11 0,-1 177 0,1-152 0,-1 0 0,1 1 0,1-1 0,-1 0 0,3 6 0,-2-6 0,0 0 0,-1 1 0,1-1 0,-2 0 0,2 6 0,6 36 0,-8-45 0,1 0 0,-1 0 0,1 0 0,0 0 0,-1 0 0,1 0 0,1 0 0,1 5 0,-2-6 0,1 1 0,-1 0 0,0-1 0,0 1 0,0 0 0,-1 0 0,1 0 0,0 5 0,1-1 0,6 1 0,-8-7 0,0-1 0,0 0 0,1 1 0,-1-1 0,0 1 0,0-1 0,1 0 0,-1 1 0,0-1 0,1 0 0,-1 1 0,0-1 0,1 0 0,-1 0 0,1 1 0,-1-1 0,0 0 0,1 0 0,-1 0 0,1 0 0,-1 0 0,1 1 0,-1-1 0,1 0 0,-1 0 0,1 0 0,-1 0 0,0 0 0,1 0 0,-1 0 0,1 0 0,-1-1 0,1 1 0,3-5 0,10-4 0,-3 3 0,0-1 0,0 0 0,-1 0 0,0-2 0,17-17 0,-14 14 0,-11 10 0,0 1 0,0-1 0,0 1 0,0-1 0,-1 0 0,1 0 0,0 0 0,-1 0 0,0 0 0,1 0 0,1-4 0,-3 5 0,0 1 0,0 0 0,0 0 0,0-1 0,0 1 0,0 0 0,0-1 0,0 1 0,0 0 0,0 0 0,1-1 0,-1 1 0,0 0 0,0 0 0,0-1 0,0 1 0,0 0 0,1 0 0,-1-1 0,0 1 0,0 0 0,1 0 0,-1 0 0,0-1 0,0 1 0,1 0 0,-1 0 0,0 0 0,0 0 0,1 0 0,-1 0 0,5-3 0,-5 3 0,0-1 0,0 1 0,1 0 0,-1 0 0,0 0 0,0 0 0,0 0 0,0 0 0,1 0 0,-1 0 0,0 0 0,0 0 0,0 0 0,1 0 0,-1 0 0,0 0 0,0 0 0,0 0 0,0 0 0,1 0 0,-1 0 0,0 0 0,0 0 0,0 0 0,1 0 0,-1 0 0,0 0 0,0 0 0,0 0 0,0 0 0,1 0 0,-1 0 0,0 1 0,0-1 0,0 0 0,0 0 0,0 0 0,0 0 0,1 0 0,-1 1 0,0-1 0,0 0 0,0 0 0,0 0 0,0 0 0,0 1 0,0-1 0,0 0 0,0 0 0,0 0 0,0 0 0,0 1 0,0-1 0,0 0 0,0 1 0,0 5 0,9 27 0,-9 26 0,0-58-3,0 0 1,0 0-1,0 0 1,0-1-1,0 1 1,1 0-1,-1 0 0,0 0 1,0 0-1,1 0 1,-1 0-1,1-1 0,-1 1 1,0 0-1,1 0 1,0-1-1,-1 1 1,1 0-1,-1-1 0,1 1 1,0 0-1,0-1 1,-1 1-1,1-1 1,0 1-1,0-1 0,-1 0 1,1 1-1,0-1 1,0 0-1,0 1 1,0-1-1,0 0 0,0 0 1,0 0-1,-1 0 1,1 0-1,0 0 0,0 0 1,0 0-1,0 0 1,0 0-1,0-1 1,1 1-1,3-2-14,0 1 1,0 0-1,0-1 1,0 0-1,0 0 1,5-4-1,4-1 25,-12 6-4,0 0 0,-1 0 0,1 0 0,0 0 0,-1 0 0,1 0 0,-1 0 0,1 0 0,-1-1 0,1 1 0,-1-1 0,0 1 0,2-3 0,13-14 39,2-4 27,-17 20-68,0 0 0,1 0 0,-1 0 0,0 0 0,1 0 0,0 0 0,-1 0 0,1 1 0,0-1 0,0 1 0,0-1 0,0 1 0,0 0 0,0-1 0,0 1 0,0 0 0,0 0-1,1 1 1,-1-1 0,0 0 0,1 1 0,-1-1 0,0 1 0,1 0 0,-1 0 0,1 0 0,4 1 0,-7-1-2,1 0 0,-1 0 0,1 0 0,-1 1 0,1-1 0,-1 0 0,1 1 0,-1-1 0,1 0 0,-1 1 0,1-1 0,-1 0 0,1 1 0,-1-1 0,1 1 0,-1-1 0,0 1 0,0-1 0,1 1 0,-1-1 0,0 1 0,0-1 0,1 1 0,-1 0 0,0-1 0,0 1 0,0-1 0,0 1 0,0 0 0,0-1 0,0 1 0,0-1 0,0 1 0,0 0 0,0-1 0,0 1 0,0-1 0,-1 1 0,1-1 0,0 2 0,-1 0 0,1 7 0,0 0 0,-1 0 0,0-1 0,-4 15 0,4-20 0,1-1 0,-1 1 0,1-1 0,0 1 0,0-1 0,0 1 0,0-1 0,1 3 0,-1-2 0,0-1 0,0 1 0,0 0 0,0-1 0,0 1 0,0-1 0,-1 1 0,0 2 0,-5 15 0,1-4 0,0 1 0,-1-1 0,-1-1 0,-14 26 0,12-29 0,0 1 0,-15 16 0,-20 19-1300,31-35 299,12-11 643,-1 0-1,0 0 1,0 0 0,0 0 0,0-1-1,0 1 1,0 0 0,-1-1-1,-3 2 1,-6 1-1272,0-1 0,0 0 0,-1-1 0,1 0 0,0-1 0,-1 0 0,1-1-1,-1-1 1,-14-2 0,-8 2-1622,1 1-349</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0.334"/>
    </inkml:context>
    <inkml:brush xml:id="br0">
      <inkml:brushProperty name="width" value="0.035" units="cm"/>
      <inkml:brushProperty name="height" value="0.035" units="cm"/>
    </inkml:brush>
  </inkml:definitions>
  <inkml:trace contextRef="#ctx0" brushRef="#br0">9 457 2457,'0'-2'5219,"-1"-6"-1225,0 8-4128,-6-17 20367,7 16-19371,0-2-726,2 7-136,25 25 0,-20-22 0,0 0 0,-1 0 0,0 1 0,0-1 0,0 1 0,5 12 0,1 1 0,-9-17 0,-1 0 0,1 0 0,-1 0 0,0 1 0,2 7 0,22 53 0,-24-58 0,1 1 0,0 0 0,0-1 0,1 0 0,-1 1 0,11 12 0,-14-19 0,0-1 0,0 0 0,0 1 0,-1-1 0,1 0 0,0 1 0,0-1 0,0 1 0,1-1 0,-1 0 0,0 1 0,0-1 0,0 0 0,0 1 0,0-1 0,0 0 0,0 1 0,1-1 0,-1 0 0,0 1 0,0-1 0,0 0 0,1 1 0,-1-1 0,1 1 0,-1-1 0,0 0 0,0 0 0,1 0 0,-1 0 0,0 0 0,0 0 0,1 1 0,-1-1 0,0 0 0,0 0 0,1 0 0,-1 0 0,0 0 0,0 0 0,1 0 0,-1 0 0,0 0 0,0 0 0,1 0 0,-1-1 0,0 1 0,0 0 0,0 0 0,1 0 0,-1 0 0,0 0 0,0 0 0,1-1 0,-1 1 0,0 0 0,1-3 0,2 0 0,-1 1 0,0-1 0,0 0 0,0 0 0,-1 0 0,1 0 0,-1 0 0,0 0 0,2-4 0,6-15 0,14-12 0,-16 22 0,1 0 0,0 0 0,1 0 0,1 1 0,12-12 0,2-3 0,-1 0 0,31-34 0,-12 11 0,-33 41 0,-1-1 0,13-16 0,-16 18 0,-5 10 0,0-1 0,-1 0 0,1 1 0,0-1 0,0 1 0,1-1 0,-1 0 0,0 1 0,1-1 0,-1 0 0,1 0 0,2 5 0,2 18 0,-4-12 0,1 0 0,0 0 0,0-1 0,1 1 0,7 18 0,-5-17 0,4 34 0,-6-35 0,2 2 0,-3-10 0,-1-1 0,7-4 0,-4-1 0,0-1 0,0 0 0,0 0 0,0-1 0,0 1 0,-1-1 0,1 0 0,-1 0 0,4-4 0,27-34 0,-21 25 0,-9 11 0,2-3 0,-1 1 0,1-1 0,6-12 0,11-16 0,-3 6 0,17-29 0,-30 53 0,-7 5 0,1 0 0,0 1 0,-1-1 0,1 1 0,-1-1 0,1 1 0,0 0 0,0-1 0,-1 1 0,1 0 0,0-1 0,-1 1 0,1 0 0,0 0 0,0 0 0,0 0 0,-1 0 0,1 0 0,0 0 0,0 0 0,-1 0 0,1 0 0,0 0 0,0 0 0,0 0 0,-1 1 0,1-1 0,0 0 0,-1 1 0,1-1 0,0 0 0,0 1 0,-1-1 0,1 1 0,-1-1 0,1 1 0,-1-1 0,1 1 0,-1 0 0,1-1 0,-1 1 0,1 0 0,0 0 0,5 6 0,-2-4 0,0 0 0,-1 1 0,1-1 0,-1 1 0,0 0 0,0 0 0,0 0 0,-1 0 0,0 0 0,1 0 0,-1 1 0,1 4 0,5 14 0,6 27 0,-8-27 0,-6-18 0,1 0 0,-1 0 0,0-1 0,0 1 0,0 0 0,0 0 0,-1-1 0,-2 9 0,-2 23 0,5-15-7814,0-31-886,2 6 7835,0 0-1,0 1 1,0-1 0,1 0-1,4-5 1,1-2-361,-6 8 1085,0-1 1,0 1-1,0-1 0,-1 1 0,1-1 0,-1 0 0,0 0 0,0 1 0,-1-1 0,1 0 0,-1 0 0,0-6 0,-1 0 251,0-1-1,-1 0 1,-5-12-1,5 14 100,1 5-56,0 0-1,1 0 1,0-1 0,0 1-1,0 0 1,0 0 0,0 0-1,1 0 1,0 0 0,1-4-1,3-25 2240,-5 31-1960,1-1-1,-1 1 0,1 0 0,0 0 1,0-1-1,0 1 0,0 0 0,0 0 0,0 0 1,1 0-1,-1 0 0,1 0 0,-1 0 1,1 0-1,0 1 0,-1-1 0,1 1 0,0-1 1,0 1-1,0 0 0,0-1 0,4 0 1,7-4 4763,-15 3-2566,-8 2-789,35 27-1377,-15-17-463,-2-1 0,1 0 0,-1 0 0,-1 1 0,12 16 0,-5-4 0,-10-16 0,0 1 0,0-1 0,-1 1 0,0 0 0,0 0 0,0 0 0,-1 0 0,2 8 0,3 8 0,-5-17 0,0 0 0,-1 0 0,0 0 0,1 0 0,-2 1 0,1 7 0,-1 50 0,0-63 0,0 0 0,0 1 0,0-1 0,0 0 0,0 0 0,0 0 0,0 1 0,0-1 0,0 0 0,0 0 0,0 1 0,0-1 0,0 0 0,0 0 0,1 0 0,-1 1 0,0-1 0,0 0 0,0 0 0,0 0 0,0 1 0,0-1 0,0 0 0,1 0 0,-1 0 0,0 0 0,0 1 0,0-1 0,1 0 0,-1 0 0,0 0 0,0 0 0,1 0 0,-1 1 0,1-1 0,-1 0 0,0 0 0,1 1 0,-1-1 0,1 0 0,-1 1 0,0-1 0,1 1 0,-1-1 0,0 0 0,0 1 0,1-1 0,-1 1 0,0-1 0,0 1 0,0-1 0,0 1 0,1-1 0,-1 1 0,0-1 0,0 1 0,0-1 0,0 1 0,0-1 0,0 1 0,0-1 0,0 0 0,0 1 0,-1-1 0,1 2 0,35-23 0,-8-3 0,-15 14 0,0-1 0,16-19 0,-12 14 0,-13 13 0,1-1 0,-1 1 0,0 0 0,0-1 0,-1 0 0,1 0 0,2-5 0,3-7 0,1 1 0,12-15 0,12-23 0,-27 47 0,-5 5 0,0 0 0,0 1 0,-1-1 0,1 0 0,0 0 0,0 1 0,-1-1 0,1 0 0,-1 0 0,1 0 0,-1 0 0,1 0 0,-1 0 0,1-2 0,-1 4 0,0-1 0,0 0 0,0 0 0,0 0 0,0 1 0,1-1 0,-1 0 0,0 0 0,0 0 0,0 0 0,0 1 0,0-1 0,0 0 0,0 0 0,1 0 0,-1 0 0,0 0 0,0 0 0,0 1 0,0-1 0,1 0 0,-1 0 0,0 0 0,0 0 0,0 0 0,1 0 0,-1 0 0,0 0 0,0 0 0,0 0 0,1 0 0,-1 0 0,0 0 0,0 0 0,0 0 0,1 0 0,-1 0 0,0 0 0,0 0 0,0 0 0,0 0 0,1 0 0,-1-1 0,0 1 0,0 0 0,0 0 0,0 0 0,1 0 0,-1 0 0,0 0 0,0-1 0,0 1 0,0 0 0,0 0 0,0 0 0,1-1 0,-1 4 0,0-1 0,1 0 0,0 1 0,-1-1 0,1 0 0,0 0 0,0 0 0,1 3 0,0-2 0,-1 0 0,1-1 0,-1 1 0,0 0 0,0 0 0,-1 0 0,1 0 0,0 6 0,-1-6 0,1 1 0,0 0 0,0-1 0,0 1 0,0 0 0,3 5 0,-3-5 0,1-1 0,-1 1 0,0-1 0,0 1 0,0 0 0,0 7 0,1-6 0,-1 0 0,0-1 0,1 1 0,0 0 0,0-1 0,0 1 0,1-1 0,-1 1 0,1-1 0,0 0 0,0 0 0,1-1 0,-1 1 0,8 5 0,-7-6 0,-3-3 0,0 0 0,0 1 0,-1-1 0,1 0 0,0 1 0,-1-1 0,1 1 0,0-1 0,-1 1 0,1-1 0,0 1 0,-1-1 0,1 1 0,-1 0 0,1-1 0,-1 1 0,0 0 0,1-1 0,-1 1 0,0 0 0,1 0 0,-1 1 0,0-1 0,0 0 0,0-1 0,0 0 0,0 0 0,0 1 0,1-1 0,-1 0 0,0 0 0,0 1 0,0-1 0,0 0 0,0 0 0,1 1 0,-1-1 0,0 0 0,0 0 0,0 1 0,1-1 0,-1 0 0,0 0 0,0 0 0,0 0 0,1 1 0,-1-1 0,0 0 0,1 0 0,-1 0 0,0 0 0,0 0 0,1 0 0,-1 0 0,0 0 0,0 0 0,1 0 0,-1 0 0,0 0 0,1 0 0,-1 0 0,0 0 0,1 0 0,8 2 0,-7-1 0,1-1 0,0-1 0,0 1 0,0 0 0,0-1 0,-1 1 0,1-1 0,0 0 0,0 0 0,-1 0 0,1 0 0,-1-1 0,1 1 0,3-4 0,7-2 0,-8 4 0,0 1 0,-1-1 0,1-1 0,0 1 0,-1-1 0,0 1 0,0-1 0,7-8 0,-2-2 0,-6 11 0,-1 0 0,1-1 0,-1 1 0,-1-1 0,1 1 0,0-1 0,1-6 0,4-11 0,-5 17 0,0 0 0,-1 0 0,0 0 0,0-1 0,0 1 0,-1 0 0,1-6 0,0-9 0,-1 0 0,-1 1 0,-1-1 0,-1 0 0,-9-34 0,2 15 0,8 27 0,-1 1 0,0 0 0,-5-13 0,-1-4 0,8 23 0,0-1 0,-1 1 0,1-1 0,-1 1 0,0 0 0,-5-8 0,-2 1 0,8 6 0,0 2 0,-5 6 0,4 3 0,2-3 0,0 0 0,1 0 0,-1 0 0,0 1 0,1-1 0,0 0 0,1 4 0,2 13 0,5 6 0,-9-22 0,0-1 0,1 0 0,0 0 0,-1 0 0,1 0 0,0 0 0,3 5 0,-2-5 0,-1 0 0,0 0 0,0 0 0,0 0 0,0 0 0,0 0 0,-1 0 0,1 4 0,0-2 0,-1 0 0,1-1 0,0 1 0,1 0 0,-1-1 0,1 1 0,0-1 0,0 0 0,3 5 0,-2-5 0,-1 1 0,0-1 0,0 1 0,0-1 0,0 1 0,-1 0 0,0 0 0,0 0 0,1 5 0,-2-3 0,1 0 0,1 0 0,-1 0 0,1 0 0,6 13 0,2 13 0,-4-7 0,-1-1 0,-1 1 0,0 37 0,-4-55 0,0-5 0,0 1 0,0 0 0,0-1 0,0 1 0,0-1 0,1 1 0,0-1 0,0 1 0,0-1 0,0 1 0,0-1 0,1 0 0,0 1 0,-1-1 0,1 0 0,4 5 0,1-3 0,-6-4 0,-1-1 0,1 1 0,0-1 0,-1 0 0,1 1 0,-1-1 0,1 1 0,0-1 0,-1 0 0,1 0 0,0 1 0,0-1 0,-1 0 0,1 0 0,0 0 0,0 0 0,-1 0 0,1 0 0,0 0 0,0 0 0,-1 0 0,1 0 0,0 0 0,-1-1 0,1 1 0,0 0 0,0 0 0,-1-1 0,1 1 0,0 0 0,-1-1 0,2 0 0,-1 0 0,16-5 0,0-1 0,0-1 0,-1-1 0,0 0 0,-1-1 0,27-22 0,-23 16 0,-15 12 0,1 0 0,-1 0 0,0 0 0,0 0 0,0-1 0,6-9 0,-7 10 0,5-9 0,0-1 0,0 0 0,-1 0 0,-1 0 0,0-1 0,-1 0 0,4-23 0,-5 16 0,-2-1 0,-1 0 0,0 0 0,-2 0 0,-6-35 0,3 19 0,-3-10 0,1 30 0,4 13 0,0 0 0,0 0 0,1 0 0,0 0 0,-1-10 0,2 16 0,0-1 0,0 1 0,0 0 0,0-1 0,0 1 0,0 0 0,-1 0 0,1-1 0,0 1 0,0 0 0,0-1 0,0 1 0,-1 0 0,1 0 0,0 0 0,0-1 0,0 1 0,-1 0 0,1 0 0,0 0 0,0-1 0,-1 1 0,1 0 0,0 0 0,0 0 0,-1 0 0,1 0 0,0 0 0,-1 0 0,1-1 0,-1 1 0,1 0 0,0 0 0,0 0 0,0 0 0,0 0 0,0 0 0,-1 1 0,1-1 0,0 0 0,0 0 0,0 0 0,0 0 0,0 0 0,0 0 0,-1 0 0,1 0 0,0 0 0,0 0 0,0 0 0,0 1 0,0-1 0,0 0 0,0 0 0,0 0 0,-1 0 0,1 0 0,0 0 0,0 1 0,0-1 0,0 0 0,0 0 0,0 0 0,0 0 0,0 0 0,0 0 0,0 1 0,0-1 0,0 0 0,0 0 0,0 0 0,0 0 0,0 0 0,0 1 0,0-1 0,0 0 0,0 0 0,0 0 0,1 0 0,-1 0 0,0 1 0,0-1 0,0 0 0,0 0 0,0 0 0,0 0 0,0 0 0,0 0 0,0 0 0,1 0 0,-1 0 0,0 1 0,0-1 0,0 0 0,0 0 0,0 0 0,1 0 0,1 3 0,-1 0 0,1 0 0,0 0 0,-1 0 0,0 0 0,0 0 0,1 6 0,10 21 0,-10-26 0,-1-1 0,1 0 0,-1 1 0,0-1 0,0 1 0,1 5 0,6 20 0,-4-18 0,0 0 0,0 0 0,-1 0 0,-1 0 0,3 19 0,0 5 0,18 100 0,-21-122 0,-1-1 0,0 23 0,-1-24 0,0-1 0,0 1 0,1-1 0,3 13 0,0 0 0,4 8 0,-5-21 0,-2-7 0,0 0 0,0 0 0,0 0 0,0 0 0,1 0 0,-1-1 0,5 6 0,1-3 0,-6-5 0,1 1 0,-1-1 0,0 1 0,1-1 0,-1 0 0,0 0 0,1 0 0,-1 0 0,0 0 0,1 0 0,-1 0 0,0 0 0,1 0 0,-1 0 0,0-1 0,1 1 0,-1-1 0,0 1 0,0-1 0,1 1 0,1-2 0,-1 0 0,11-3 0,-1-1 0,0 0 0,0-1 0,0 0 0,-1-1 0,-1-1 0,1 1 0,-1-2 0,-1 1 0,1-1 0,-2-1 0,1 0 0,-2 0 0,1 0 0,-2-1 0,10-20 0,-4 5 0,-8 21 0,-1-1 0,0 1 0,-1-1 0,1 1 0,-1-1 0,0 0 0,1-12 0,1 3 0,-3 13 0,0 0 0,0 0 0,-1 0 0,1 0 0,0 0 0,-1 0 0,0 0 0,0-6 0,0 19 0,1 1 0,0-1 0,0 1 0,6 18 0,-5-21 0,0 0 0,-1 0 0,0 0 0,0 12 0,0-16 0,-1 0 0,0-1 0,1 1 0,0-1 0,0 1 0,0-1 0,3 6 0,-2-6 0,-1 0 0,0 1 0,0-1 0,0 1 0,0-1 0,0 1 0,0 5 0,7 51 0,-8-28 0,2-28 0,6-3 0,-4-1-237,0-1 1,0 0-1,-1 1 0,1-1 1,-1-1-1,1 1 1,-1 0-1,1-1 0,-1 0 1,0 0-1,6-4 0,-3 2-469,-1-1 0,0 1-1,0-1 1,-1 0 0,9-12-1,13-38-11439,-24 51 11190,-1 1-1,0-1 1,1 0 0,-1 0 0,-1 0 0,1 0-1,-1 0 1,1 0 0,-1-9 0,0 1-2569</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0.715"/>
    </inkml:context>
    <inkml:brush xml:id="br0">
      <inkml:brushProperty name="width" value="0.035" units="cm"/>
      <inkml:brushProperty name="height" value="0.035" units="cm"/>
    </inkml:brush>
  </inkml:definitions>
  <inkml:trace contextRef="#ctx0" brushRef="#br0">27 130 464,'-25'-5'10749,"24"5"-9137,19-6 5949,1 5-3634,32-5 1,-30 2-3322,36-1 0,27 0-449,-72 4-752,0 0-1,0 0 0,-1-1 0,24-7 0,-10 0-4530,26-13-1,-44 19 4104,71-37-10315,-68 30 8297</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0.912"/>
    </inkml:context>
    <inkml:brush xml:id="br0">
      <inkml:brushProperty name="width" value="0.035" units="cm"/>
      <inkml:brushProperty name="height" value="0.035" units="cm"/>
    </inkml:brush>
  </inkml:definitions>
  <inkml:trace contextRef="#ctx0" brushRef="#br0">0 0 240,'0'0'9945,"11"7"-6166,-5-5-3354,-6-2-400,1 0 1,-1 1 0,1-1 0,-1 0-1,1 0 1,-1 0 0,1 0 0,-1 1 0,1-1-1,-1 0 1,1 1 0,-1-1 0,1 0-1,-1 1 1,0-1 0,1 0 0,-1 1 0,0-1-1,1 1 1,-1 0 0,0 0-13,2 0-515,-1 0 63,1 1 0,-1-1 0,1 0-1,0 0 1,-1 0 0,1 0 0,3 1 0,-2-2-364,1 0 1,0 0-1,-1 0 1,1 1-1,0 0 1,6 2 0,-7-2-19,5 3-2341</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2"/>
    </inkml:context>
    <inkml:brush xml:id="br0">
      <inkml:brushProperty name="width" value="0.035" units="cm"/>
      <inkml:brushProperty name="height" value="0.035" units="cm"/>
    </inkml:brush>
  </inkml:definitions>
  <inkml:trace contextRef="#ctx0" brushRef="#br0">64 310 1120,'-2'0'23281,"-8"0"-19516,7 0-1593,1 0-959,-14 6 3,14-2-1216,-1-1 0,1 0 0,0 1 0,0-1 0,0 1 0,0 0 0,0 0 0,1 0 0,-2 7 0,-2 4 0,4-9 0,0-1 0,0 1 0,0 0 0,1 0 0,0-1 0,0 1 0,1 8 0,1 9 0,-1 5 0,1 0 0,8 34 0,-7-50 0,5 58 0,-6-57 0,0 1 0,-2 20 0,0-23 0,0-1 0,1 0 0,0 1 0,0-1 0,4 11 0,-2-13 0,-2-5 0,-1 0 0,1-1 0,0 1 0,-1 0 0,1-1 0,-1 1 0,0 5 0,9 18 0,-10-31 0,1-1 0,-1 1 0,0-1 0,0 1 0,-4-10 0,3 10 0,0 0 0,1 0 0,0 0 0,0 0 0,-1-9 0,-6-36 0,-1-31 0,8 43 0,0 21 0,1 0 0,0 0 0,1 1 0,1-1 0,0 1 0,1-1 0,8-23 0,-1 9 0,-7 22 0,-1 1 0,1-1 0,5-10 0,-5 14 0,0 0 0,1 0 0,-1 0 0,1 0 0,0 1 0,0-1 0,1 1 0,-1 0 0,1 1 0,0-1 0,0 1 0,0 0 0,0 0 0,0 0 0,1 1 0,-1-1 0,1 2 0,9-3 0,-3 2 0,-4 0 0,0 1 0,0-1 0,0 2 0,0-1 0,1 1 0,-1 1 0,0-1 0,0 1 0,0 1 0,12 3 0,-14-3 0,1 1 0,-1 0 0,0 0 0,0 1 0,0 0 0,0 0 0,-1 1 0,1-1 0,-1 1 0,5 6 0,-8-9 0,-1 1 0,0-1 0,0 0 0,0 0 0,0 0 0,0 1 0,0-1 0,0 0 0,-1 1 0,1-1 0,-1 0 0,0 1 0,0-1 0,0 1 0,0-1 0,0 1 0,0-1 0,-1 0 0,1 1 0,-1-1 0,0 3 0,0-2 0,-1 1 0,1-1 0,-1 0 0,0 1 0,0-1 0,0 0 0,0 0 0,0-1 0,-1 1 0,1 0 0,-1-1 0,1 1 0,-6 2 0,-20 13 0,-55 24 0,74-37 0,18-10 0,-6 4 0,0-1 0,0 1 0,-1-1 0,1 1 0,-1-1 0,1 0 0,2-3 0,4-5 0,1 1 0,-1 1 0,1 0 0,21-12 0,12-11 0,-20 9 0,-1 0 0,0-2 0,-2 0 0,-1-1 0,-1-1 0,-1-1 0,-1 0 0,-1-1 0,14-41 0,-29 68 0,5-9 0,-1-1 0,0 0 0,-1 0 0,0 0 0,0 0 0,-1-1 0,0-13 0,-2 25 0,-1 0 0,1 0 0,0 0 0,-1 0 0,1 0 0,-1 0 0,1 0 0,0 0 0,-1 0 0,1 0 0,0 0 0,-1 0 0,1 1 0,0-1 0,-1 0 0,1 0 0,0 0 0,0 1 0,-1-1 0,1 0 0,0 0 0,0 1 0,-1-1 0,1 0 0,0 1 0,0-1 0,0 0 0,-1 0 0,1 1 0,0-1 0,0 0 0,0 1 0,0-1 0,0 0 0,0 1 0,0-1 0,0 1 0,0-1 0,0 0 0,0 1 0,0-1 0,0 0 0,0 1 0,0 0 0,0 3 0,-1 0 0,0 1 0,0-1 0,0 0 0,-1 1 0,0-1 0,0 0 0,0 0 0,-2 4 0,1-4 0,1 0 0,-1 1 0,1-1 0,0 1 0,1-1 0,-1 1 0,1-1 0,0 1 0,0 6 0,0 0 0,0 0 0,-1-1 0,-3 14 0,2-13 0,1 0 0,0 0 0,0 14 0,3-13 0,0 0 0,1 0 0,3 12 0,-2-12 0,-1 0 0,0-1 0,0 14 0,-1-15 0,0 0 0,1 0 0,0-1 0,1 1 0,0-1 0,0 0 0,7 12 0,1 4 0,-10-22 0,0 0 0,0-1 0,0 0 0,0 1 0,1-1 0,-1 0 0,1 1 0,0-1 0,0 0 0,-1 0 0,1 0 0,1-1 0,-1 1 0,0 0 0,0-1 0,1 0 0,-1 1 0,0-1 0,1 0 0,0 0 0,-1 0 0,1 0 0,3 0 0,4 0 0,0-1 0,0 0 0,0-1 0,0 0 0,12-2 0,-16 1 0,10-2 0,-2 0 0,1-2 0,0 0 0,17-10 0,-21 10 0,-1 0 0,1 1 0,-2-2 0,1 0 0,-1 0 0,0-1 0,-1 0 0,1 0 0,-2-1 0,1 0 0,-1 0 0,-1-1 0,1 0 0,-2 0 0,1 0 0,3-13 0,-7 15 0,-1 0 0,-1 0 0,0 0 0,-1-11 0,1-1 0,-1 19 0,0 0 0,1-1 0,-1 1 0,0 0 0,0 0 0,0 0 0,0 0 0,0 0 0,0 0 0,0 1 0,-1-1 0,1 0 0,0 0 0,-2 0 0,2 1 0,-2 0 0,0 0 0,0 0 0,0 0 0,1 0 0,-1 1 0,0 0 0,0 0 0,0-1 0,0 2 0,0-1 0,1 0 0,-1 0 0,0 1 0,1 0 0,-4 2 0,1 0 0,-3 0 0,1 0 0,0 1 0,0 0 0,1 1 0,-1-1 0,1 1 0,0 1 0,-8 10 0,9-9 0,2-4 0,1-1 0,0 0 0,0 1 0,0-1 0,0 1 0,0-1 0,1 1 0,0 0 0,0 0 0,0-1 0,0 1 0,1 0 0,-1 8 0,4 35 0,-2-44 0,0 0 0,0 0 0,0 1 0,0-1 0,1 0 0,-1-1 0,1 1 0,0 0 0,0 0 0,0-1 0,0 1 0,3 2 0,3 2 2,-6-4-5,1 1 0,0-2 0,0 1 0,0 0 0,0-1 0,0 1 0,1-1 0,-1 0 0,1 0 0,0 0 0,0 0-1,-1-1 1,1 0 0,0 0 0,6 1 0,10-1-6905,-8-2 3582,8-3-5734</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2.675"/>
    </inkml:context>
    <inkml:brush xml:id="br0">
      <inkml:brushProperty name="width" value="0.035" units="cm"/>
      <inkml:brushProperty name="height" value="0.035" units="cm"/>
    </inkml:brush>
  </inkml:definitions>
  <inkml:trace contextRef="#ctx0" brushRef="#br0">521 46 1640,'-5'-15'8483,"1"2"758,4 13-9081,0-1-1,0 0 1,0 0-1,0 1 1,0-1-1,-1 0 1,1 0 0,0 1-1,0-1 1,-1 0-1,1 0 1,-1 1-1,1-1 1,0 1-1,-1-1 1,1 0 0,-1 1-1,0-1 1,1 1-1,-1-1 1,1 1-1,-1-1 1,0 1-1,1 0 1,-1-1 0,0 1-1,0 0 1,1-1-1,-1 1 1,0 0-1,0 0 1,1 0-1,-1 0 1,0 0 0,0 0-1,1 0 1,-1 0-1,0 0 1,0 0-1,1 0 1,-1 0-1,0 0 1,0 1 0,1-1-1,-2 1 1,-1 0 391,0-1 0,0 1 0,0 1 1,0-1-1,0 0 0,1 1 0,-1-1 0,0 1 1,1 0-1,-5 3 0,-1 7-551,1 1 0,0-1 0,0 1 0,1 0 0,1 1 0,0 0 0,1 0 0,1 0 0,0 0 0,1 0 0,0 1 0,1 21 0,-8 52 0,0 9 0,1 1 0,7-83 0,-1-1 0,0 1 0,-1-1 0,-1 0 0,0 0 0,-1 0 0,0 0 0,-1-1 0,-1 0 0,0 0 0,-10 12 0,13-20-436,-1 0 0,1 0-1,-1-1 1,-1 1 0,1-1 0,0-1-1,-1 1 1,0-1 0,0 0 0,-8 3-1,-4 1-1671,0-1 0,-26 6-1,31-10-13,0-1-1,-1 0 0,1-1 0,-1 0 0,1-1 1,0-1-1,-24-5 0,11 2-1642</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2.999"/>
    </inkml:context>
    <inkml:brush xml:id="br0">
      <inkml:brushProperty name="width" value="0.035" units="cm"/>
      <inkml:brushProperty name="height" value="0.035" units="cm"/>
    </inkml:brush>
  </inkml:definitions>
  <inkml:trace contextRef="#ctx0" brushRef="#br0">0 136 2176,'1'-1'301,"-1"-1"-1,0 1 1,1-1-1,-1 1 0,1-1 1,0 1-1,-1 0 1,1-1-1,0 1 0,0 0 1,-1 0-1,1-1 1,0 1-1,1 0 0,-1 0 1,0 0-1,0 0 1,0 0-1,0 1 0,1-1 1,0-1-1,2 0 50,0 1 0,-1-1-1,1 0 1,0 1 0,0 0-1,7-2 1,11-1 293,-1-1-1,29-10 1,-27 7-249,42-8-1,334-26 896,-284 36-1124,-65 5 3114,-49 2-3143,0-1-1,0 0 0,0 0 0,1 1 0,-1-1 1,0 0-1,0 1 0,0-1 0,0 1 1,0-1-1,0 1 0,-1 0 0,1-1 0,0 1 1,0 0-1,0 0 0,-1 0 0,1 0 1,0-1-1,-1 1 0,1 0 0,-1 0 0,1 0 1,-1 0-1,1 2 0,0-1 108,0 0-1,-1 0 1,1 0-1,-1 0 1,1 0 0,-1 0-1,0 0 1,0 0-1,0 0 1,0 1 0,0-1-1,0 0 1,-1 2-1,-25 66 3195,23-63-3291,0 0 0,0 0 1,-7 12-1,-6 11 120,14-25-335,0 0 1,-1 0-1,0 0 0,0 0 0,0-1 1,0 0-1,-1 0 0,1 1 0,-1-2 1,-8 8-1,12-11-57,-1 0 1,1 0 0,-1 1-1,1-1 1,-1 0-1,1 0 1,-1 0 0,1 1-1,-1-1 1,1 0-1,0 0 1,-1 0-1,0 0 1,1 0 0,-1 0-1,1 0 1,-1 0-1,1 0 1,-1 0 0,1 0-1,0 0 1,-1-1-1,1 1 1,-1 0-1,1 0 1,-1 0 0,1-1-1,-1 1 1,1 0-1,-1-1 1,6-13-4341,22-15-2203,-24 27 5790,0 0 0,0 0 0,-1-1 0,1 1 0,-1-1 1,1 1-1,-1-1 0,3-6 0,4-7-3393</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3.163"/>
    </inkml:context>
    <inkml:brush xml:id="br0">
      <inkml:brushProperty name="width" value="0.035" units="cm"/>
      <inkml:brushProperty name="height" value="0.035" units="cm"/>
    </inkml:brush>
  </inkml:definitions>
  <inkml:trace contextRef="#ctx0" brushRef="#br0">44 28 1064,'-44'-11'15757,"46"11"-15516,37-1-2539,46-7 0,-30 1-2421,-27 7 933</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4.179"/>
    </inkml:context>
    <inkml:brush xml:id="br0">
      <inkml:brushProperty name="width" value="0.035" units="cm"/>
      <inkml:brushProperty name="height" value="0.035" units="cm"/>
    </inkml:brush>
  </inkml:definitions>
  <inkml:trace contextRef="#ctx0" brushRef="#br0">270 7 3097,'5'-7'23062,"-9"14"-21338,1-2-1476,1-1-1,-1 1 1,1 0-1,0 0 1,0 0-1,1 0 0,0 0 1,0 0-1,0 1 1,0-1-1,1 0 1,0 1-1,0-1 1,1 10-1,0-5 46,-1 1 0,-1-1 0,-1 14 0,-6 20-293,7-29 0,-2 1 0,0-1 0,-1 0 0,0 0 0,-1 0 0,-1 0 0,-11 20 0,11-25 0,-47 67 0,22-36 0,-18 20 0,44-54-42,-1 1 1,1-1-1,0 1 0,-4 9 1,-11 18-571,18-32-726,-3 5-428,2-8 232,3-6-1156,0 3 2214,1 0 0,0 0 0,0 0 0,0 1 0,0-1 0,0 0 0,1 1 0,0 0 1,1-4-1,11-19-991,3-23 898,9-18 929,-22 57 74,0-1 0,0 0 0,10-14 0,-5 7 1277,-3 8-1243,5-11 4645,-11 19-4926,0 1 1,0-1-1,0 0 1,0 0-1,0 0 1,0 1-1,0-1 0,0 0 1,-1 0-1,1 0 1,0 1-1,0-1 0,-1 0 1,1 0-1,-1 1 1,1-1-1,0 0 0,-1 1 1,1-1-1,-1 1 1,1-1-1,-1 0 1,0 1-1,1-1 0,-1 1 1,0-1-1,1 1 1,-2-1-1,-4-3-67,6-1-120,4 3 0,-1 0 0,1 0 0,0 1 0,0-1 0,0 1 0,0 0 0,0 0 0,7-1 0,6-1 0,121-46 0,-133 47 0,-1 0 0,0 1 0,0-1 0,0 1 0,-1 0 0,1 0 0,0 1 0,1-1 0,-1 1 0,0 0 0,4 0 0,-7 0 0,0 0 0,0 1 0,1-1 0,-1 0 0,0 0 0,0 1 0,0-1 0,1 1 0,-1-1 0,0 1 0,0 0 0,0-1 0,0 1 0,0 0 0,0-1 0,0 1 0,0 0 0,-1 0 0,1 0 0,0 0 0,0 0 0,-1 0 0,1 0 0,-1 0 0,1 0 0,-1 1 0,1 1 0,0-2 0,-1-1 0,1 1 0,-1 0 0,1 0 0,-1-1 0,1 1 0,0 0 0,-1-1 0,1 1 0,0-1 0,-1 1 0,1 0 0,0-1 0,0 0 0,-1 1 0,1-1 0,0 1 0,0-1 0,0 0 0,1 1 0,-2-1 0,18 9 0,1-1 0,0 0 0,34 8 0,-25-7 0,36 15 0,-42-15 0,-18-8 0,0 0 0,0 1 0,0 0 0,0-1 0,0 2 0,-1-1 0,1 0 0,-1 1 0,1 0 0,-1-1 0,4 6 0,-5-5 0,1 0 0,-1 0 0,0 1 0,0-1 0,0 1 0,-1-1 0,3 6 0,-4-8 0,0 1 0,1-1 0,-1 1 0,0-1 0,0 0 0,0 1 0,0-1 0,0 1 0,0-1 0,0 0 0,-1 1 0,1-1 0,0 0 0,-1 1 0,1-1 0,-1 0 0,0 1 0,1-1 0,-1 0 0,0 0 0,0 0 0,1 1 0,-1-1 0,-1 1 0,-10 11 0,10-11 0,1 0 0,-1 0 0,0 0 0,0-1 0,0 1 0,0 0 0,0-1 0,0 1 0,-3 0 0,-22 14 0,22-14 0,3-1 0,1 0 0,0-1 0,0 1 0,-1-1 0,1 1 0,0-1 0,-1 1 0,1-1 0,0 0 0,-1 0 0,1 0 0,-1 0 0,1 0 0,0 0 0,-1 0 0,1 0 0,-1 0 0,1-1 0,-3 0 0,-5-3 0,7 2 0,-1 1 0,1-1 0,0 0 0,-1 1 0,1-1 0,0 0 0,0 0 0,-3-4 0,5 5 0,-1 0 0,1-1 0,-1 1 0,1 0 0,0-1 0,-1 1 0,1-1 0,0 1 0,0 0 0,0-1 0,0-1 0,0-3 0,0 5 0,1 1 0,-1-1 0,0 0 0,0 0 0,0 0 0,1 0 0,-1 1 0,1-1 0,-1 0 0,0 0 0,1 1 0,-1-1 0,1 0 0,-1 1 0,1-1 0,0 0 0,1 0 0,0-1 0,15-14 0,-17 15 0,1 0 0,-1 0 0,1 1 0,-1-1 0,1 0 0,0 0 0,-1 1 0,1-1 0,0 1 0,-1-1 0,1 1 0,0-1 0,0 1 0,0-1 0,0 1 0,-1-1 0,1 1 0,0 0 0,0 0 0,0 0 0,0-1 0,0 1 0,0 0 0,1 0 0,2 0 0,13-8 0,1-5 0,-14 9 0,-3 3 0,0 0 0,0 0 0,1 0 0,-1 0 0,0 0 0,1 0 0,-1 0 0,0 0 0,1 0 0,0 0 0,-1 1 0,1-1 0,2 0 0,21-4 0,13-10-652,-35 13 529,1 0 0,0 0 0,0 1 0,0-1 0,8-1 0,-9 3 84,0-1 0,0 0 1,0 0-1,-1 0 0,1-1 0,0 1 0,3-3 0,-6 4 33,2-4 2,-2 3 16,-2 6-3004,2-5 2897,0 0 0,0 1 0,0-1-1,0 0 1,0 0 0,0 1 0,0-1 0,0 0-1,0 0 1,0 1 0,0-1 0,0 0 0,0 0 0,0 0-1,0 1 1,0-1 0,0 0 0,0 0 0,-1 1-1,1-1 1,0 0 0,0 0 0,0 0 0,0 0-1,-1 1 1,1-1 0,0 0 0,0 0 0,0 0 0,-1 0-1,1 0 1,0 0 0,0 1 0,0-1 0,-1 0-1,1 0 1,0 0 0,0 0 0,-1 0 0,1 0-1,0 0 1,0 0 0,-1 0 0,1 0 0,0 0 0,0 0-1,-1 0 1,1 0 0,0 0 0,0 0 0,0-1-1,-1 1 1,1 0 0,0 0 0,-3 0-652,2 0 585,1 0 1,-1 0-1,1 1 1,0-1-1,-1 0 1,1 0-1,-1 0 1,1 0-1,-1 0 1,1 0-1,0 0 1,-1 0-1,1 0 1,-1 0-1,1-1 1,-1 1 0,1 0-1,0 0 1,-1 0-1,1 0 1,-1-1-1,1 1 1,0 0-1,-1 0 1,1-1-1,0 1 1,-1 0-1,1-1 1,0 1-1,0 0 1,-1-1-1,1 0 1,0 1 92,-1 1 0,1-1 0,0 0 0,0 0-1,0 0 1,0 0 0,0 0 0,0 0 0,-1 0 0,1 0 0,0 0 0,0 0 0,0 0 0,0 0-1,0 0 1,-1 0 0,1 0 0,0 0 0,0 0 0,0 0 0,0 0 0,0 0 0,-1 0 0,1 0-1,0 0 1,0 0 0,0 0 0,0 0 0,0 0 0,0 0 0,-1-1 0,1 1 0,0 0 0,0 0-1,0 0 1,0 0 0,0 0 0,0 0 0,0 0 0,0-1 0,-1 1 0,1 0 0,0 0 0,0 0-1,0 0 1,0-1 0,-3-2-2919</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5.215"/>
    </inkml:context>
    <inkml:brush xml:id="br0">
      <inkml:brushProperty name="width" value="0.035" units="cm"/>
      <inkml:brushProperty name="height" value="0.035" units="cm"/>
    </inkml:brush>
  </inkml:definitions>
  <inkml:trace contextRef="#ctx0" brushRef="#br0">193 50 1296,'-78'-34'9770,"76"34"-9629,1 0-12,0-1 0,0 1 0,0 0 0,0 0 0,0-1 0,0 1 0,1 0 0,-1-1-1,0 1 1,0-1 0,0 1 0,0-1 0,1 1 0,-1-1 0,0 0 0,0-2 1276,16-2 13146,-19 5-9290,-7 0-7009,10 0 1749,1 0-1,-1 0 1,1 0 0,0 0-1,-1 0 1,1 0 0,-1 0 0,1 0-1,0 0 1,-1 0 0,1 1-1,0-1 1,-1 0 0,1 0-1,-1 0 1,1 1 0,0-1 0,0 0-1,-1 0 1,1 1 0,0-1-1,-1 0 1,1 1 0,0-1-1,0 0 1,-1 1 0,1-1 0,0 0-1,0 1 1,0-1 0,0 0-1,0 1 1,-1-1 0,1 1-1,0-1 1,0 0 0,0 1 0,0-1-1,0 0 1,0 1 0,0-1-1,0 1 1,0-1 0,1 0-1,-1 1 1,-1 4-5,-1 1 4,0 1 0,0-1 0,0 0 0,1 1 0,-1 7 0,-4 15 0,-10 42 0,-10 32 0,18-56 0,8-38 0,-2 0 0,1 0 0,-5 15 0,3-12 0,1 1 0,0-1 0,0 0 0,2 0 0,0 19 0,0-16 0,4 8-984,-4-21 813,1-1-1,-1 1 1,0-1 0,1 1-1,-1-1 1,0 1-1,0 0 1,0-1-1,0 1 1,0-1 0,0 1-1,0 0 1,-1-1-1,1 1 1,-1-1-1,1 1 1,-1-1 0,0 2-1,0-2-21,1-1 1,0 1-1,-1-1 0,1 1 1,0-1-1,0 1 0,-1-1 1,1 1-1,0-1 0,0 1 0,0-1 1,0 1-1,0-1 0,0 1 1,0-1-1,0 1 0,0-1 1,0 1-1,0-1 0,0 1 1,0 0-1,0-1 0,0 1 0,1-1 1,-1 1-1,0-1 0,0 1 1,1-1-1,-1 0 0,1 1 1,0 0-203,0 0 0,0-1 0,0 1 0,0-1 0,0 1 0,0-1 0,0 1 0,1-1 0,-1 0 0,0 0 0,0 1 1,3-1-1,36-3-7495,-38 2 7307,14 0-2810,-6-4-264</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6.701"/>
    </inkml:context>
    <inkml:brush xml:id="br0">
      <inkml:brushProperty name="width" value="0.035" units="cm"/>
      <inkml:brushProperty name="height" value="0.035" units="cm"/>
    </inkml:brush>
  </inkml:definitions>
  <inkml:trace contextRef="#ctx0" brushRef="#br0">61 185 504,'-45'5'7383,"44"-5"-7111,1 0 0,-1 1 0,0-1 0,0 0 0,0 0 0,0 1-1,0-1 1,1 1 0,-1-1 0,0 0 0,0 1 0,1 0 0,-1-1 0,0 1 0,0-1 0,1 1 0,-1 0 0,-1 2 3456,18-4-795,-10-2-2066,1 1 0,-1 0-1,0 0 1,1 0 0,8 0 0,18-6 309,-3-1-712,-1-2 0,35-17 0,-40 16-393,-10 6 17,0-1 0,-1-1-1,0 1 1,0-2-1,16-14 1,-25 20-7,-3 2-26,0 0 0,0 0 0,0 1 1,0-1-1,0 0 0,0 0 0,-1 0 1,1 0-1,0 0 0,0-1 0,-1 1 0,1 0 1,-1 0-1,1 0 0,-1-1 0,0 1 1,1 0-1,-1 0 0,0-2 0,5-7 672,-5 10-707,0 0 0,0-1 0,0 1 0,1 0 0,-1 0 0,0 0 0,0 0 0,0-1 0,0 1 0,1 0 0,-1 0 0,0-1 0,0 1 0,0 0 0,0 0 0,0-1 0,0 1 0,0 0 0,0 0 0,0-1 0,0 1 0,0 0 0,0 0 0,0-1 0,0 1-1,0 0 1,0-1 0,0 1 0,0 0 0,0 0 0,0 0 0,0-1 0,-1 1 0,1 0 0,0 0 0,0-1 0,0 1 0,0 0 0,-1 0 0,1 0 0,0-1 0,0 1 0,0 0 0,-1 0 0,1 0 0,0 0 0,0 0 0,-1 0 0,1-1 0,0 1 0,0 0 0,-1 0 0,1 0 0,-3-2 55,-1 1 0,1-1 0,0 1 0,-1-1 1,1 1-1,-1 0 0,1 1 0,-6-2 0,-87 8-74,91-6 6,-1 0-1,1 1 0,0 0 0,-1 0 0,1 1 0,0-1 0,0 1 0,0 0 1,-7 4-1,-16 10 104,17-9-25,7-5-55,0 0 0,0 1-1,0-1 1,0 1 0,1 0 0,-1 0-1,1 0 1,0 1 0,0-1 0,-3 5 0,-6 8 98,-2 7 26,12-19-108,0 0-25,0-1 0,1 1-1,-1-1 1,1 1 0,0 0 0,0-1-1,1 1 1,-1 0 0,1 0-1,-1 0 1,1-1 0,0 1-1,1 0 1,-1 0 0,1 0 0,0-1-1,1 7 1,2 0-20,-1-1 0,2 1-1,0 0 1,6 8 0,-2 3-1,-9-19 0,1 1 0,0-1 0,0 0 0,0 0 0,0 1 0,0-1 0,1 0 0,-1 0 0,1 0 0,-1-1 0,1 1 0,2 2 0,1 1 0,-1-1 0,1 0 0,0 0 0,0-1 0,1 1 0,-1-1 0,1-1 0,-1 1 0,1-1 0,0 1 0,0-2 0,0 1 0,0-1 0,11 2 0,22-4-1686,0-1 0,0-2 0,0-2-1,0-2 1,-1-1 0,0-1 0,-1-3 0,47-21 0,-65 25 250,17-8-2704,0-1 0,54-36-1,-72 38 1198</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7.254"/>
    </inkml:context>
    <inkml:brush xml:id="br0">
      <inkml:brushProperty name="width" value="0.035" units="cm"/>
      <inkml:brushProperty name="height" value="0.035" units="cm"/>
    </inkml:brush>
  </inkml:definitions>
  <inkml:trace contextRef="#ctx0" brushRef="#br0">53 243 1688,'-51'-11'12083,"50"11"-10797,27 0 3244,1 1-2840,0 0 0,1 2 0,40 9 0,-53-8-1373,-1 0-1,-1 1 0,1 0 0,-1 1 0,1 1 0,-2 0 1,1 0-1,14 13 0,-23-17-220,-1 0-1,1 1 1,-1-1 0,0 1-1,0 0 1,0 0 0,0 1-1,3 5 1,-5-8-80,-1 0 1,1-1-1,0 1 0,-1 0 0,1 0 1,-1 0-1,0 0 0,0-1 1,0 1-1,0 0 0,0 0 0,0 0 1,0 0-1,0 0 0,-1 0 1,1-1-1,-1 1 0,1 0 0,-1 0 1,0-1-1,0 1 0,0 0 1,0-1-1,-1 2 0,-4 4 56,0-1 0,0 1 0,0-2 0,-1 1 0,0-1 0,-1 0 0,1 0-1,-1-1 1,0 0 0,0-1 0,0 1 0,-9 1 0,-1 0 57,-8 0 167,28-6-262,1 0 0,-1 0 0,0 0-1,0 0 1,0-1 0,0 1-1,0-1 1,0 1 0,3-5-1,15-9 51,197-99-6,-154 77-133,80-62 0,-124 85 53,5-5 1,0 0 1,22-25 0,-31 28 2,-10 12 2,-1 0 0,0 0 0,-1 0-1,1-1 1,5-8 0,-4 3 19,-4 9-18,0-1-1,0 1 1,0 0-1,0 0 1,-1-1-1,1 1 1,-1-1-1,1 1 1,-1 0-1,1-1 1,-1 1-1,0-4 1,0 4 2,-1 0-1,1 0 1,-1 0 0,0 0-1,0 1 1,1-1 0,-1 0-1,0 0 1,0 1-1,0-1 1,0 0 0,0 1-1,0-1 1,0 1 0,0-1-1,0 1 1,0 0 0,0-1-1,0 1 1,0 0 0,0 0-1,0 0 1,-2-1 0,-10 0 21,1 0 0,0 0 0,0 1 0,0 0 0,-22 5 0,6 0 35,-39 12-1,56-14-62,1 1 0,-1 0 0,1 1 0,0 0 0,0 1 0,-17 12 0,23-15 0,1 0 0,0 0 0,-1 1 0,1-1 0,1 1 0,-1-1 0,0 1 0,1 0 0,0 0 0,0 0 0,0 1 0,0-1 0,1 0 0,-1 1 0,1-1 0,0 1 0,1 0 0,-1 7 0,1-6 0,1 1 0,0-1 0,0 0 0,1-1 0,0 1 0,0 0 0,0 0 0,1-1 0,0 1 0,0-1 0,0 0 0,0 0 0,1 0 0,0 0 0,8 7 0,4 7 0,-8-11 0,0 0 0,0 0 0,1-1 0,0-1 0,11 8 0,-12-10 0,0 1 0,0 1 0,-1-1 0,0 1 0,0 1 0,0-1 0,8 12 0,-2 0 0,-11-16 0,0 1 0,1 0 0,-1-1 0,0 1 0,-1 0 0,1 0 0,-1 0 0,1 1 0,-1-1 0,0 0 0,1 6 0,-2-7 0,0-1 0,0 0 0,0 1 0,0-1 0,-1 0 0,1 0 0,-1 1 0,1-1 0,-1 0 0,1 0 0,-1 0 0,0 0 0,0 0 0,1 0 0,-1 0 0,0 0 0,0 0 0,0 0 0,0 0 0,0-1 0,0 1 0,-2 1 0,-27 10 0,24-11 0,-198 48-7080,37-11 406,16 0-5920,109-27 8928</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1:57.514"/>
    </inkml:context>
    <inkml:brush xml:id="br0">
      <inkml:brushProperty name="width" value="0.035" units="cm"/>
      <inkml:brushProperty name="height" value="0.035" units="cm"/>
    </inkml:brush>
  </inkml:definitions>
  <inkml:trace contextRef="#ctx0" brushRef="#br0">26 212 1864,'-6'4'2649,"-10"8"4605,12 0 3045,4-11-10012,0-1-1,1 1 1,-1-1 0,0 1 0,1-1-1,-1 1 1,0-1 0,1 1-1,-1-1 1,1 0 0,-1 1-1,1-1 1,-1 1 0,1-1 0,-1 0-1,1 1 1,-1-1 0,1 0-1,-1 0 1,1 0 0,-1 1 0,1-1-1,0 0 1,-1 0 0,1 0-1,-1 0 1,1 0 0,1 0-1,26 1 1981,-25-1-2259,443-23 116,-313 14-136,179-19 12,-191 17 0,175-38 0,-269 42-1295,-1-2-1,0 0 1,-1-2-1,0 0 1,36-24 0,-58 33-252,1-1 1,0 0-1,-1-1 0,0 1 1,0-1-1,5-7 1,0 1-3054,1 3-1112</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44.835"/>
    </inkml:context>
    <inkml:brush xml:id="br0">
      <inkml:brushProperty name="width" value="0.035" units="cm"/>
      <inkml:brushProperty name="height" value="0.035" units="cm"/>
    </inkml:brush>
  </inkml:definitions>
  <inkml:trace contextRef="#ctx0" brushRef="#br0">660 17 1104,'19'-1'8650,"6"-14"14363,-35 31-23013,6-11 0,1-1 0,-1 1 0,1 0 0,1 0 0,-1 0 0,1 0 0,-4 11 0,1-1 0,-7 35 0,-1-20 0,9-23 0,1-1 0,0 1 0,0 0 0,-3 12 0,-31 235 0,19-125 0,13-86 0,-2-1 0,-20 62 0,-36 78 0,-15-4 0,47-104 0,9-26 0,3 2 0,-14 55 0,-10 41 0,37-127 0,0-1 0,-1 0 0,-1 0 0,-1 0 0,0-2 0,-2 1 0,0-1 0,0 0 0,-1-1 0,-18 16 0,26-26-119,3-4-135,-1 1 0,1 0 0,0-1 0,-1 1 0,1-1 0,-1 1 0,0-1 0,1 0 1,-1 0-1,0 0 0,0 0 0,1 0 0,-1 0 0,0 0 0,0-1 0,0 1 0,0-1 0,0 1 0,0-1 1,0 0-1,0 1 0,-1-1 0,1 0 0,0-1 0,0 1 0,-2-1 0,0 0-1311,0-1 0,0 0 1,1 1-1,-1-2 0,1 1 0,-1 0 0,-5-6 0,2 2-928,-10-9-3358</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45.785"/>
    </inkml:context>
    <inkml:brush xml:id="br0">
      <inkml:brushProperty name="width" value="0.035" units="cm"/>
      <inkml:brushProperty name="height" value="0.035" units="cm"/>
    </inkml:brush>
  </inkml:definitions>
  <inkml:trace contextRef="#ctx0" brushRef="#br0">53 304 432,'3'-5'2112,"-2"4"-1969,-1 1-1,1 0 1,-1 0 0,0 0 0,1-1-1,-1 1 1,0 0 0,0-1 0,1 1-1,-1 0 1,0 0 0,0-1 0,1 1 0,-1 0-1,0-1 1,0 1 0,0-1 0,0 1-1,0 0 1,1-1 0,-1 1 0,0-1-1,0 1 1,0 0 0,0-1 0,0 1-1,0-1 1,0 1 0,0-1 0,0 0 88,0-1 1,0 1 0,-1-1-1,1 1 1,0 0 0,0-1 0,-1 1-1,1-1 1,-1 1 0,1 0-1,-1-1 1,1 1 0,-1 0-1,0 0 1,0-1 0,0 1-1,0 0 1,0 0 0,0 0-1,0 0 1,0 0 0,0 0-1,0 1 1,0-1 0,0 0-1,-1 0 1,-1 0 0,-17-15 2001,13 10 198,6 5-2058,0 0-1,0 1 1,0-1-1,0 0 0,0 0 1,0 0-1,0 0 0,1 0 1,-1 0-1,0 0 1,1 0-1,-1 0 0,0-2 3377,20-3-2032,76-6-16,33-4-1313,-30 2-239,576-62 79,-548 63-229,76-12 16,17-4 197,-98 9 362,-89 16-147,33 2 1,-62 2-427,0 0 0,-1 1 0,1-1 0,0 1 0,-1 0 0,1 0 0,0 0 0,-1 1 0,0-1 1,1 0-1,-1 1 0,0-1 0,3 4 0,9 5 36,-12-9-20,0 1 1,0 0-1,0 0 1,-1 0 0,1 0-1,-1 0 1,0 0 0,2 4-1,7 11 114,-1-7-129,-1 1 0,-1 0 1,0 1-1,0 0 0,-1 0 0,-1 0 1,0 1-1,4 14 0,17 86-2,-21-70 0,-1 56 0,1 19 0,-2-80 0,-3 46 0,-1-32 0,-8 94 0,7-110 0,-1-1 0,-10 39 0,7-40 0,1 1 0,-1 38 0,-3 69 0,1-2 0,8 55 0,-9-91 0,9 76 0,0-176-18,-1-1 0,1 0 0,-1 1 0,0-1 0,1 0 1,-2 0-1,1 0 0,0 0 0,-1 0 0,1 0 0,-1 0 0,0 0 0,0-1 0,0 1 0,0-1 1,-1 1-1,1-1 0,0 0 0,-1 0 0,0 0 0,0 0 0,1 0 0,-1-1 0,0 1 0,-6 1 1,-5 2-321,1-1 0,-1 0 0,0-1 0,-25 3 0,4-4-5474,0-2-1,-52-6 1,27 1-1431,16 4 2223</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46.798"/>
    </inkml:context>
    <inkml:brush xml:id="br0">
      <inkml:brushProperty name="width" value="0.035" units="cm"/>
      <inkml:brushProperty name="height" value="0.035" units="cm"/>
    </inkml:brush>
  </inkml:definitions>
  <inkml:trace contextRef="#ctx0" brushRef="#br0">0 142 1176,'191'-65'10923,"-183"62"-10178,-1 1 0,1 0 0,0 1 0,-1 0 0,1 0 0,0 1 1,9 0-1,-13 0-163,-1 1 0,1 0 0,-1-1 0,1 1 0,-1 1 0,0-1 0,1 0 0,-1 1 1,0 0-1,0-1 0,0 1 0,0 1 0,0-1 0,0 0 0,-1 1 0,5 5 0,-6-4-185,0 1-1,0-1 0,-1 1 0,0 0 0,1 0 1,-2-1-1,0 9 0,1-6-164,-1 5 21,0 1 0,0-1-1,-1 1 1,-7 22 0,7-26-186,-1 11-13,2-17-51,1 0 0,0 0 0,-1 0 1,1 0-1,-1 0 0,0 0 0,-2 5 0,-8 12-3,-41 69 0,28-58 0,-1-2 0,-39 37 0,15-18 0,46-45 0,1 0 0,-1 0 0,1 0 0,0 0 0,0 0 0,0 1 0,0-1 0,0 1 0,1 0 0,-1-1 0,1 1 0,0 0 0,0 0 0,1 0 0,-1 0 0,1 0 0,0 5 0,0-7 0,1-1 0,-1 1 0,1-1 0,0 1 0,0-1 0,0 0 0,-1 1 0,1-1 0,0 0 0,1 0 0,-1 0 0,0 1 0,0-1 0,0 0 0,1-1 0,-1 1 0,0 0 0,1 0 0,-1-1 0,1 1 0,-1 0 0,1-1 0,-1 0 0,4 1 0,0 1 0,1-1 0,-1 0 0,1 0 0,-1 0 0,1-1 0,9 0 0,539-63 0,-383 46 0,84-10 0,49-12 0,-87 13 0,-71 13 0,39-6 0,-11 0 0,-80 11 0,251-4 0,-319 12 0,52-6 0,11-4 0,-86 10 0,-2 0 0,0 0 0,1 0 0,-1 0 0,0 0 0,1 0 0,-1-1 0,0 1 0,0 0 0,1-1 0,-1 1 0,0-1 0,0 1 0,0-1 0,0 0 0,2-1 0,-1-2 0,-3 3 0,1 0 0,-1 0 0,1 0 0,-1 0 0,1 0 0,-1 0 0,0 1 0,1-1 0,-1 0 0,0 0 0,0 1 0,0-1 0,1 0 0,-1 1 0,0-1 0,0 1 0,0-1 0,0 1 0,0 0 0,0-1 0,0 1 0,-2 0 0,3-1 0,-29-5 8,1 0 0,-47-2 0,-25-5-136,97 12 87,-22-4-1879,-32-11-1,49 13 906,0 0-1,0-1 1,0-1 0,0 1 0,1-1 0,-1 0-1,-8-9 1,8 7-32,4 3 496,0 1 1,0-1 0,0 1-1,1-1 1,-1 0 0,1 0-1,0-1 1,0 1 0,1-1-1,-1 1 1,1-1 0,-2-5-1,2 4 97,1 0 0,0 0-1,0 0 1,0 0 0,1 0 0,-1 0-1,2 0 1,-1 0 0,1 0 0,1-9-1,9-20-1339,-7 25 1387,-1-1-1,0-1 1,-1 1-1,0 0 0,1-19 1,-3 29 347,0 0 1,0-1 0,-1 1 0,1 0-1,0-1 1,-1 1 0,1 0 0,0 0-1,-1-1 1,0 1 0,1 0 0,-1 0-1,0 0 1,1 0 0,-3-2-1,-6-8-868</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48.498"/>
    </inkml:context>
    <inkml:brush xml:id="br0">
      <inkml:brushProperty name="width" value="0.035" units="cm"/>
      <inkml:brushProperty name="height" value="0.035" units="cm"/>
    </inkml:brush>
  </inkml:definitions>
  <inkml:trace contextRef="#ctx0" brushRef="#br0">115 17 240,'0'-4'869,"0"4"-742,0 0 1,0-1 0,0 1 0,-1 0-1,1-1 1,0 1 0,0-1 0,0 1-1,0 0 1,0-1 0,0 1 0,0 0-1,0-1 1,0 1 0,0-1 0,0 1-1,0 0 1,1-1 0,-1 1 0,0 0-1,0-1 1,0 1 0,0 0 0,1-1-1,-1 1 1,0 0 0,0-1 0,0 1-1,1 0 1,-1 0 0,0-1 0,1 1-1,-1 0 1,0 0 0,1-1 0,-1 1-1,0 0 1,1 0 0,-1 0 0,0 0-1,1 0 1,-1 0 0,3-1 3356,-3 19-2169,0-5-703,1-8-258,-1 0 1,0 0 0,0 0-1,-1 0 1,1-1 0,-1 1-1,0 0 1,0 0 0,-3 6-1,-8 25 1835,7-24-1692,0 1 1,1-1-1,1 1 1,-5 26-1,8-35-429,0 0 1,-1 0-1,0-1 0,0 1 1,0 0-1,-1-1 0,1 1 1,-3 3-1,-3 10 147,5-8-91,0-1 1,0 1-1,1-1 1,0 18-1,1-25 806,0-4-757,0 1 0,-1-1 0,1 1 0,-1-1 0,0 1-1,1-1 1,-1 1 0,0-1 0,-2-2 0,1 3-157,1 0 0,0-1 0,0 1 0,0 0 0,0-1 0,1 1 0,-1-1 1,1 1-1,-1-4 0,1 3-9,-1-1 1,1 1 0,-1 0-1,0 0 1,0 0 0,0 0 0,-2-3-1,1 3-2,1 0-1,-1-1 0,1 1 0,0 0 1,0 0-1,1-1 0,-1-4 1,-8-16-2,8 23-3,0 0 0,0-1 0,0 1 0,0-1 0,0 1 0,0-1 0,1 0 0,-1 1 1,0-1-1,1 0 0,0 1 0,-1-1 0,1 0 0,0 0 0,0 1 0,0-1 0,0 0 0,0 0 0,0 1 1,1-1-1,-1 0 0,1 0 0,0-1 0,18-24-1,-13 17 3,1 0-1,1 1 1,11-12-1,14-15-55,-31 35 43,-1 0-2,2 0 11,-1-1-1,0 1 1,1 0 0,-1-1 0,1 2 0,-1-1 0,1 0 0,-1 0 0,1 1 0,0-1 0,-1 1 0,1 0 0,0 0 0,0 0-1,-1 0 1,1 0 0,0 1 0,-1-1 0,5 2 0,15 2 17,324 1-6,-249-2-7,58-2 3,43-5 3,-14-1-9,-37 0-62,39 2 9,-6 1-1,-23-4 63,100-6 74,-89 12-75,-162 1-16,-5 2 4,-9 4-4,-7 5 138,14-11-108,0 0 0,0-1 0,0 1-1,0 0 1,0 0 0,0 0 0,0-1 0,0 1 0,-1 0 0,1-1 0,0 1 0,0-1 0,-1 0 0,-1 1 0,2 31 642,0-17 7,2 0-1,0 0 1,5 27 0,-3 13 341,10 16-48,-8-36-519,10 33 0,-4-29-217,14 46 169,-15-55-280,-1 0 0,-2 0 0,-1 0 1,-1 1-1,-2 0 0,-1 42 0,-10 20 7,3-33-70,3-44-38,0 0 0,1 0 0,1 0 0,2 17 0,3 1-15,-4-17 0,1 0 0,1-1 0,1 0 0,6 19 0,3 14 0,-11-41 0,0 1 0,0-1 0,1 1 0,0-1 0,7 14 0,-3-7 0,3 3 0,6 4 0,-14-19 0,-2-3 0,0 1 0,0-1 0,0 0 0,0 0 0,0 0 0,0 1 0,1-1 0,-1 0 0,0 0 0,0 0 0,0 1 0,0-1 0,0 0 0,0 0 0,0 1 0,-1-1 0,1 0 0,0 0 0,0 0 0,0 1 0,0-1 0,0 0 0,0 0 0,0 1 0,0-1 0,0 0 0,-1 0 0,1 0 0,0 0 0,0 1 0,0-1 0,0 0 0,-1 0 0,1 0 0,0 1 0,-1-1 0,1 0 0,-1 0 0,1 1 0,-1-1 0,1 0 0,-1 0 0,1 1 0,-1-1 0,1 0 0,-1 0 0,1 0 0,-1 0 0,1 0 0,-1 0 0,1 0 0,-1 0 0,1 0 0,-1 0 0,0 0 0,1 0 0,-1 0 0,1-1 0,-1 1 0,1 0 0,-1 0 0,1 0 0,-1-1 0,1 1 0,-1-1 0,-41-10 0,0 2 0,-1 1 0,0 3 0,-1 1 0,-43 2 0,-220 23 0,215-13 0,-77 16 0,76-10 0,29-1-222,47-9-125,0 0-1,-1-1 0,-21 0 1,36-3-1768,24-16-9155,29-10-47,-16 14 5616</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0.574"/>
    </inkml:context>
    <inkml:brush xml:id="br0">
      <inkml:brushProperty name="width" value="0.035" units="cm"/>
      <inkml:brushProperty name="height" value="0.035" units="cm"/>
    </inkml:brush>
  </inkml:definitions>
  <inkml:trace contextRef="#ctx0" brushRef="#br0">0 244 256,'0'0'2094,"1"11"1649,23-5-1832,-23-6-1561,27 0 1813,31-6-1102,40-1-266,-61 3-576,493-82 704,-497 80-901,19-5-4,23-5-2,-23 5 24,242-49 152,-243 50-160,-36 6-24,-1 2 1,0-1-1,20 1 0,40-4-24,-23 1 16,-7 0 64,17-1 410,137-5 506,-147 11-971,-44 1-9,32 7 30,-37-8-14,-1 0 0,1 0 1,0 1-1,-1-1 0,1 1 0,0 0 1,-1-1-1,5 4 0,-4-4 36,-1 1-1,0 0 0,0-1 0,1 1 0,-1-1 1,0 0-1,0 0 0,1 0 0,-1 0 0,0 0 1,5-1-1,16 0 697,-20 2-708,0-1 71,1 1 0,-1 0-1,1-1 1,-1 1 0,0 0 0,0 1 0,1-1 0,-1 1 0,0-1 0,0 1 0,0 0 0,5 4 0,-7-4-85,0-1-4,0 0 0,0 0-1,0 0 1,-1 1 0,1-1-1,0 0 1,-1 1 0,1-1-1,0 1 1,-1-1 0,0 1-1,1-1 1,-1 1 0,0-1-1,0 1 1,1-1 0,-1 1-1,-1-1 1,1 1 0,0 2-1,8 50 1224,-8 86 592,9-90-939,-8-37-495,0 1 1,1-1-1,7 23 0,-5-23-3,-1 0 0,-1 0 0,2 24 0,-2-18 152,0 0 0,8 30 0,-5-25-188,12 37 383,-14-49-636,1 0 0,7 17 0,6 16 207,9 19 199,-23-55-440,0-1 0,1-1 0,-1 1 0,2 0 0,9 13 0,-12-18-38,-1-2-33,0-1 1,-1 1-1,1 0 1,0 0-1,-1 0 1,1-1-1,-1 1 1,1 0-1,-1 0 1,1 0-1,-1 0 1,0 0-1,0 0 1,1 0-1,-1 0 1,0 0-1,0 2 1,0-2 179,-3-2-15,1 1 0,-1-1 0,1 0 1,-1 0-1,1 0 0,-1 0 0,1 0 0,-5-3 0,-2-3 36,7 6-204,0 0-1,0 1 1,0-1-1,0 0 1,0 0-1,0 1 1,0-1-1,0 1 1,-3-1-1,-14-2 12,6 0 5,0 1 0,0 1 0,0 0-1,-1 1 1,1 0 0,0 1 0,-14 3 0,-3-1-35,-462 73-883,466-70-208,14-2-172,-1-2 0,-25 3-1,33-5 149,1 0-1,0 0 1,-1 0-1,1-1 1,0 0-1,0 0 1,-7-3-1,10 4 751,1 0 0,-1 0 0,1 0 0,-1 0-1,1 0 1,-1-1 0,1 1 0,-1 0-1,1 0 1,0-1 0,-1 1 0,1 0-1,-1-1 1,1 1 0,0 0 0,-1-1-1,1 1 1,0-1 0,-1 1 0,1 0 0,0-1-1,0 1 1,-1-1 0,1 1 0,0-1-1,0 1 1,0-1 0,0 1 0,0-2-1,0-3-5475</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1.745"/>
    </inkml:context>
    <inkml:brush xml:id="br0">
      <inkml:brushProperty name="width" value="0.035" units="cm"/>
      <inkml:brushProperty name="height" value="0.035" units="cm"/>
    </inkml:brush>
  </inkml:definitions>
  <inkml:trace contextRef="#ctx0" brushRef="#br0">161 88 2449,'0'0'2936,"-19"-10"8285,12 4-3564,5-1-593,6 3-6035,10-4-979,1 0-1,0 1 0,1 1 1,-1 0-1,1 1 0,18-3 1,-6 3-29,0 2 1,48-1 0,-73 4-22,-1 0 0,1 0 0,-1 0 0,1 0 0,-1 1 0,1-1 0,-1 1 0,1 0 0,-1 0 0,0 0 0,1 0 0,-1 0 0,0 0 0,0 1 0,0-1 0,0 1 0,0-1 0,0 1 0,0 0 0,1 2 0,-2-3 0,0 1 0,-1-1 0,1 1 0,-1-1 0,1 1 0,-1-1 0,0 1 0,0-1 0,1 1 0,-1-1 0,0 1 0,-1 0 0,1-1 0,0 1 0,0-1 0,-1 1 0,1-1 0,0 1 0,-1-1 0,0 1 0,1-1 0,-1 0 0,0 1 0,0-1 0,0 0 0,0 1 0,0-1 0,0 0 0,0 0 0,0 0 0,0 0 0,0 0 0,-3 1 0,-22 17 0,0-1 0,-1-1 0,-49 22 0,68-34 0,0 0 0,1 0 0,-1 0 0,-12 12 0,20-16 0,0-1 0,0 0 0,0 0 0,-1 1 0,1-1 0,0 0 0,0 0 0,0 1 0,0-1 0,0 0 0,0 1 0,-1-1 0,1 0 0,0 1 0,0-1 0,0 0 0,0 0 0,0 1 0,0-1 0,0 0 0,0 1 0,0-1 0,0 0 0,1 1 0,-1-1 0,0 0 0,0 0 0,0 1 0,0-1 0,0 0 0,0 1 0,1-1 0,-1 0 0,0 0 0,0 0 0,0 1 0,1-1 0,-1 0 0,0 0 0,0 0 0,1 1 0,-1-1 0,0 0 0,1 0 0,-1 0 0,0 0 0,0 0 0,1 0 0,-1 1 0,0-1 0,1 0 0,-1 0 0,0 0 0,1 0 0,-1 0 0,0 0 0,0 0 0,1-1 0,-1 1 0,1 0 0,15 4 0,1-1 0,32 2 0,-18-2 0,-1-1 0,18 2 0,-13 1 0,-27-4 0,1 0 0,0 1 0,15 4 0,17 4 0,-11-3 0,-18-4 0,26 11 0,-36-13 0,0 0 0,0 0 0,0 0 0,0 1 0,0-1 0,-1 1 0,1-1 0,0 1 0,-1 0 0,1 0 0,-1-1 0,0 1 0,1 0 0,1 4 0,-3-5 0,0 1 0,-1-1 0,1 0 0,0 1 0,0-1 0,-1 0 0,1 0 0,0 1 0,-1-1 0,0 0 0,1 0 0,-1 0 0,1 1 0,-1-1 0,0 0 0,0 0 0,0 0 0,0 0 0,0-1 0,0 1 0,0 0 0,0 0 0,0 0 0,-2 0 0,-32 19 0,-7-7 0,-1-2 0,0-1 0,-61 4 0,50-7 0,-87 7 14,114-13-32,1-1 0,0-2 1,-40-6-1,63 7-213,0 1 1,1-1-1,-1 0 0,1 0 1,0 0-1,-1 0 1,1 0-1,0-1 1,-3-1-1,5 3 118,-1 0 1,1 0-1,0-1 1,0 1-1,0 0 0,-1 0 1,1-1-1,0 1 1,0 0-1,0-1 0,0 1 1,0 0-1,-1-1 1,1 1-1,0 0 0,0-1 1,0 1-1,0 0 1,0-1-1,0 1 0,0 0 1,0-1-1,0 1 0,0 0 1,0-1-1,0 1 1,0 0-1,1 0 0,-1-1 1,1 0-216,0 0 0,0-1 0,0 1 0,0 0-1,0 1 1,0-1 0,0 0 0,0 0 0,0 0 0,1 1 0,2-2 0,166-61-15757,-126 51 12034</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2.140"/>
    </inkml:context>
    <inkml:brush xml:id="br0">
      <inkml:brushProperty name="width" value="0.035" units="cm"/>
      <inkml:brushProperty name="height" value="0.035" units="cm"/>
    </inkml:brush>
  </inkml:definitions>
  <inkml:trace contextRef="#ctx0" brushRef="#br0">444 6 2713,'7'-6'6828,"-11"7"-5976,1 0 0,-1 0 0,0 0 0,1 0 1,-1 1-1,1-1 0,-1 1 0,1 0 0,-1 0 0,1 0 1,0 1-1,-3 2 0,-38 37 4685,16-13-4158,-59 59 553,67-69-2566,-1-1 0,-33 21 0,46-34-654,1-1 0,-1 0 0,0 0 0,0-1 0,-16 5 0,20-8 611,0 1 1,1 0 0,-1-1-1,0 0 1,1 0-1,-1 0 1,0 0 0,1-1-1,-1 1 1,0-1-1,1 0 1,-1 0-1,1 0 1,-1-1 0,1 1-1,-4-3 1,6 3 383,-1 0 0,1 0-1,-1-1 1,1 1 0,0 0 0,-1-1 0,1 1 0,0-1 0,0 1 0,0-1-1,0 0 1,0 0 0,1 1 0,-1-1 0,0 0 0,1 0 0,-1-3 0,0-35-858,1 23 2010,1 13-621,-1 0 1,1 0-1,0 0 0,0 0 1,0 0-1,3-5 0,-3 5 105,1 0-1,-1-1 0,1 1 1,-1 0-1,-1-1 0,2-5 1,-2 8-130,0-1 0,0 1 0,1 0 0,0 0 0,-1 0 0,1 0 0,0 0 0,0 0 0,2-4 0,-2 4 52,1 0-1,-1 0 0,0 0 1,-1 0-1,1 0 1,0 0-1,-1 0 0,1 0 1,0-5-1,3-5 1033,1-1 3796,13 18-62,-11-2-4646,0-1 0,0 1 0,0 0-1,-1 1 1,0 0 0,0 0 0,0 0 0,6 6-1,18 12 282,31 19-844,0-1-5525,-58-38 4938,0 0-1,0 0 1,0-1-1,1 1 1,-1-1 0,1 0-1,4 1 1,6-5-7617,-7-1 4690</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2.560"/>
    </inkml:context>
    <inkml:brush xml:id="br0">
      <inkml:brushProperty name="width" value="0.035" units="cm"/>
      <inkml:brushProperty name="height" value="0.035" units="cm"/>
    </inkml:brush>
  </inkml:definitions>
  <inkml:trace contextRef="#ctx0" brushRef="#br0">0 127 560,'10'-12'3165,"22"-24"2328,-10 14-2654,-17 17-2197,-1 1 0,1-1-1,0 1 1,8-5 0,-4 4-21,-1 1 0,2 0 1,-1 0-1,0 1 0,1 1 0,-1 0 0,1 0 1,0 0-1,11 1 0,-6 0-343,-1 1 0,0 1 0,0 0-1,0 1 1,27 8 0,-39-10-263,0 1-1,0-1 1,0 1 0,0 0 0,0 0-1,0 0 1,-1 0 0,1 0-1,0 1 1,-1-1 0,1 1 0,0-1-1,-1 1 1,0-1 0,1 1 0,-1 0-1,0-1 1,0 1 0,0 0-1,1 4 1,-1-4-6,-1 0 0,0-1 0,0 1 1,0 0-1,0 0 0,0 0 0,0 0 0,-1 0 0,1 0 0,0-1 0,-1 1 0,0 0 0,1 0 0,-1-1 0,0 1 1,0 0-1,0-1 0,0 1 0,0-1 0,-1 1 0,1-1 0,0 1 0,-1-1 0,1 0 0,-2 1 0,-12 9 12,0-1 0,-1-1-1,1 0 1,-33 11-1,26-11-35,-35 20-1,57-29 15,0 0-1,0 0 0,0 0 1,0 0-1,0 0 0,0 0 1,1 0-1,-1 0 0,0 0 0,0 0 1,0 1-1,0-1 0,0 0 1,0 0-1,0 0 0,0 0 1,0 0-1,1 0 0,-1 0 0,0 0 1,0 0-1,0 0 0,0 0 1,0 1-1,0-1 0,0 0 1,0 0-1,0 0 0,0 0 0,0 0 1,0 0-1,0 0 0,0 1 1,0-1-1,0 0 0,0 0 1,0 0-1,0 0 0,0 0 0,0 0 1,0 0-1,0 1 0,0-1 1,0 0-1,0 0 0,0 0 1,0 0-1,0 0 0,0 0 0,0 0 1,0 0-1,0 1 0,-1-1 1,1 0-1,0 0 0,0 0 1,0 0-1,0 0 0,0 0 0,0 0 1,0 0-1,0 0 0,0 0 1,-1 0-1,1 0 0,0 0 1,0 0-1,7 2-40,87-10-104,4-1 108,-18 4 3,-55 2 1,-1 1 0,45 2 0,-65 1 31,47 7-51,-49-7 52,1 0-1,-1-1 1,1 1 0,0 0 0,-1 1-1,1-1 1,-1 0 0,0 1 0,0-1 0,1 1-1,-1 0 1,0 0 0,0 0 0,0 0-1,-1 0 1,3 2 0,-4-2 2,0-1 1,0 0-1,0 1 0,0-1 1,0 0-1,0 1 1,0-1-1,0 0 0,0 1 1,0-1-1,-1 0 1,1 0-1,-1 1 0,1-1 1,-1 0-1,1 0 1,-1 0-1,0 1 0,1-1 1,-1 0-1,0 0 0,0 0 1,0 0-1,0-1 1,-2 3-1,0 0 2,0 0 0,-1 0 0,1-1 0,-1 1 0,0-1 0,-6 4 0,-239 70-131,228-72-311,1-1 0,-2 0 0,1-2 0,-24-1 1,43 0 352,-6 0-574,1 0 1,0-1-1,-14-2 1,18 2 372,1 0 0,0 1 0,0-1 0,0 0 1,0 0-1,0 0 0,0 0 0,0 0 0,0 0 1,0-1-1,1 1 0,-1-1 0,0 1 0,1-1 0,-1 0 1,-1-3-1,3 4 100,-1 0 1,1 0 0,0-1-1,0 1 1,0 0-1,0 0 1,0-1-1,0 1 1,1 0 0,-1 0-1,0-1 1,0 1-1,1 0 1,-1 0-1,1 0 1,-1 0 0,1-1-1,0 1 1,-1 0-1,1 0 1,0 0-1,0 0 1,1-1 0,24-22-4069,-2 8 1091</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2.796"/>
    </inkml:context>
    <inkml:brush xml:id="br0">
      <inkml:brushProperty name="width" value="0.035" units="cm"/>
      <inkml:brushProperty name="height" value="0.035" units="cm"/>
    </inkml:brush>
  </inkml:definitions>
  <inkml:trace contextRef="#ctx0" brushRef="#br0">374 1 2593,'7'0'7429,"-25"8"348,-16 16-1157,-33 39 242,-22 42-5533,82-97-1317,3-3-67,0-1-1,1 1 1,-1 0 0,1 0-1,0 0 1,1 1-1,-3 5 1,4-9-115,0 0 0,0 0 0,0 0 0,0 0 0,0 0 0,-1 0 0,1 0 0,-1 0 0,-3 3 0,3-3-436,0-1-1,0 1 0,0 0 0,0-1 1,-1 1-1,1-1 0,0 0 1,-1 0-1,1 0 0,-1 0 0,0 0 1,1-1-1,-1 1 0,1-1 1,-1 0-1,0 1 0,0-1 0,1 0 1,-1-1-1,0 1 0,-4-2 1,-45-19-10806,42 15 8589</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2.968"/>
    </inkml:context>
    <inkml:brush xml:id="br0">
      <inkml:brushProperty name="width" value="0.035" units="cm"/>
      <inkml:brushProperty name="height" value="0.035" units="cm"/>
    </inkml:brush>
  </inkml:definitions>
  <inkml:trace contextRef="#ctx0" brushRef="#br0">0 91 1744,'0'-91'11798,"21"91"-8802,16 20-1725,-8-4-663,93 50-357,-46-29-3969,-72-35 2849,0 0-1,0 0 1,0-1 0,0 0 0,0 0 0,0 0 0,0 0-1,6 0 1,2 0-2041,5 4-915</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3.355"/>
    </inkml:context>
    <inkml:brush xml:id="br0">
      <inkml:brushProperty name="width" value="0.035" units="cm"/>
      <inkml:brushProperty name="height" value="0.035" units="cm"/>
    </inkml:brush>
  </inkml:definitions>
  <inkml:trace contextRef="#ctx0" brushRef="#br0">313 87 2673,'8'-5'1179,"-2"0"1,1-1 0,-1 0-1,8-9 1,6-7 1406,-15 19-2238,0 0 0,0 0 1,0 0-1,0 0 0,0 1 0,0 0 0,1 0 1,-1 0-1,1 0 0,0 1 0,7-1 0,-5 3-181,0-1-1,0 1 0,-1 0 0,1 0 0,0 1 1,-1 0-1,11 5 0,-15-6-132,1 1 0,-1 0 0,0 0 0,0 0-1,0 0 1,0 0 0,0 1 0,0-1 0,0 1 0,-1 0-1,1 0 1,-1 0 0,0 0 0,0 0 0,0 0 0,0 1 0,2 4-1,-4-6-27,1 0-1,0 1 1,-1-1-1,1 0 0,-1 0 1,0 0-1,1 0 0,-1 1 1,0-1-1,-1 0 1,1 0-1,0 0 0,-1 0 1,1 1-1,-1-1 1,1 0-1,-1 0 0,0 0 1,0 0-1,0 0 1,0 0-1,0-1 0,-1 1 1,-1 3-1,-3 3-26,1 0-1,-1 0 1,0-1-1,-1 0 1,0 0-1,0 0 1,-1-1-1,1 0 1,-11 6-1,5-4-168,1 1 1,0 1-1,1 0 0,-19 22 0,29-31 179,1-1 0,0 0 0,0 1 0,-1-1 0,1 0 0,0 1 0,0-1 0,-1 1 0,1-1 0,0 0 0,0 1 0,0-1 1,0 1-1,0-1 0,0 1 0,-1-1 0,1 1 0,0-1 0,0 0 0,1 1 0,-1-1 0,0 1 0,0-1 0,0 1 0,0-1 0,0 1 0,0-1 0,0 0 0,1 1 0,-1-1 0,0 1 1,0-1-1,1 0 0,-1 1 0,0-1 0,1 0 0,-1 1 0,0-1 0,1 0 0,-1 0 0,0 1 0,1-1 0,-1 0 0,1 0 0,-1 1 0,0-1 0,1 0 0,-1 0 0,1 0 1,-1 0-1,1 0 0,-1 0 0,1 0 0,25 3-148,104-24 75,-103 16 89,29-2-1,-46 6-9,1 1 0,-1 0 0,0 1 0,0 0 1,0 0-1,11 4 0,-11-2-6,-3-1-3,1 0 0,-1 0 0,-1 1 0,1 0 0,0 0 0,6 5 0,-12-7 12,0 0 0,0 0 0,0 0 0,0 0 1,0 0-1,0 0 0,0 0 0,0 1 0,0-1 0,-1 0 0,1 0 0,-1 1 0,1-1 0,-1 1 0,1-1 1,-1 0-1,0 1 0,1-1 0,-1 1 0,0-1 0,0 1 0,0-1 0,0 1 0,0-1 0,-1 1 0,1-1 1,0 1-1,-1-1 0,1 0 0,-1 1 0,1-1 0,-1 0 0,0 1 0,0-1 0,1 0 0,-1 0 0,-1 2 1,-4 4 3,1 0 1,-1 0 0,0 0 0,-1-1 0,1 0-1,-1 0 1,-1-1 0,1 1 0,-1-2-1,-10 6 1,-11 3 38,-49 15 0,41-16-11,-4 2-153,-1-3 0,0-1 0,-1-2 0,0-2-1,0-2 1,0-2 0,-57-4 0,76-1-1012,1-2 1,-25-7-1,40 10 621,0 0-603,0-1 1,1-1 0,0 1 0,-14-10 0,20 13 961,-18-12-3449</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4.122"/>
    </inkml:context>
    <inkml:brush xml:id="br0">
      <inkml:brushProperty name="width" value="0.035" units="cm"/>
      <inkml:brushProperty name="height" value="0.035" units="cm"/>
    </inkml:brush>
  </inkml:definitions>
  <inkml:trace contextRef="#ctx0" brushRef="#br0">0 189 456,'7'-4'22201,"-3"4"-21822,2 3 488,1 0 0,0-1 0,0 0 1,0 0-1,0 0 0,0-1 0,8 1 1,62 2 1014,633-32-971,-597 21-911,-31 2 0,-1-3 0,92-20 0,-144 21 0,-16 3 0,-13 4 0,0 0 0,0-1 0,1 1 0,-1 0 0,0 0 0,0 0 0,1 0 0,-1-1 0,0 1 0,0 0 0,0 0 0,0 0 0,1-1 0,-1 1 0,0 0 0,0 0 0,0-1 0,0 1 0,0 0 0,0 0 0,0-1 0,0 1 0,1 0 0,-1 0 0,0-1 0,0 1 0,0 0 0,0-1 0,0 1 0,-1 0 0,1 0 0,0-1 0,0 1 0,-2-3 0,-1 0 0,0 1 0,-1-1 0,1 1 0,-1 0 0,1 0 0,-1 0 0,0 1 0,0-1 0,0 1 0,0 0 0,0 0 0,-5-1 0,-23-8 0,-14-8 0,29 12 0,0-1 0,-25-15 0,36 20 0,5 2 0,1 0 0,-1 0 0,1 0 0,-1-1 0,1 1 0,-1 0 0,1 0 0,-1 0 0,1-1 0,-1 1 0,1 0 0,0 0 0,-1-1 0,1 1 0,-1 0 0,1-1 0,0 1 0,-1 0 0,1-1 0,0 1 0,-1-1 0,1 1 0,0 0 0,0-1 0,0 1 0,-1-1 0,1 1 0,0-1 0,0 1 0,0-1 0,0 1 0,0-1 0,0 1 0,0-1 0,0 1 0,0-1 0,0 0 0,1-4 0,7 5 0,25 10 0,-13-4 0,0 0 0,-1 1 0,0 1 0,26 14 0,-25-10 0,-1 0 0,34 26 0,-49-35 0,1 1 0,-1 0 0,-1 0 0,1 0 0,-1 0 0,1 1 0,-1-1 0,0 1 0,-1 0 0,1 0 0,-1 0 0,0 0 0,1 6 0,-2-6 0,-1-1 0,0 0 0,0 0 0,0 0 0,-1 1 0,1-1 0,-1 0 0,0 0 0,0 0 0,-1 0 0,1 0 0,-1 0 0,0 0 0,0 0 0,0-1 0,-5 7 0,-2 1 0,-1 1 0,0-2 0,-15 13 0,4-6-666,-1 0 0,-1-2 0,0-1 0,-1-1 0,-35 14 0,32-15-3263,20-8 775,0-1 0,0 0-1,-1 0 1,1-1 0,-11 2 0,0-3-2403</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6.640"/>
    </inkml:context>
    <inkml:brush xml:id="br0">
      <inkml:brushProperty name="width" value="0.035" units="cm"/>
      <inkml:brushProperty name="height" value="0.035" units="cm"/>
    </inkml:brush>
  </inkml:definitions>
  <inkml:trace contextRef="#ctx0" brushRef="#br0">235 85 1264,'-5'0'3574,"-16"0"-1389,-49 0 6027,77-8 184,-4 6-7351,3 1 1287,-7-2-1240,-11-4-754,2 2 114,8 4-372,-25-14 60,24 14-140,3 1 0,0 0 0,-1 0-1,1 0 1,0 0 0,0 0 0,0 0 0,0 0-1,-1 0 1,1 0 0,0-1 0,0 1 0,0 0-1,0 0 1,-1 0 0,1 0 0,0 0 0,0 0-1,0-1 1,0 1 0,0 0 0,-1 0 0,1 0-1,0 0 1,0 0 0,0-1 0,0 1 0,0 0-1,0 0 1,0 0 0,0-1 0,0 1 0,0 0-1,0 0 1,0 0 0,0-1 0,0 1 0,0 0-1,0 0 1,-4-6-13,4 6-7,-1-1 0,1 1 1,0 0-1,-1 0 0,1 0 0,0-1 0,0 1 0,-1 0 0,1-1 0,0 1 0,0 0 0,-1 0 0,1-1 0,0 1 0,0 0 1,0-1-1,-1 1 0,1-1 0,0 1 0,0 0 0,0-1 0,0 1 0,0 0 0,0-1 0,0 1 0,0-1 0,0 1 0,0-1 0,0 1-103,-1-1-1,1 0 1,-1 1-1,0-1 0,1 1 1,-1 0-1,0-1 1,1 1-1,-1-1 1,0 1-1,1 0 0,-1-1 1,0 1-1,0 0 1,1 0-1,-1 0 0,0 0 1,0-1-1,1 1 1,-1 0-1,0 0 0,-1 1 1,-4-1-3126,13 0-2731,-7 0 5958,0 0 1,0 0-1,0 0 1,0 0-1,1 0 1,-1 0-1,0 0 1,0 0-1,0 0 1,0 0-1,0 0 1,0 0-1,0 0 1,0 0-1,0 0 1,0 0-1,0 0 1,0 0-1,0 0 1,0 0-1,0 0 1,0 0-1,1 0 1,-1 0-1,0-1 1,0 1-1,0 0 1,0 0-1,0 0 1,0 0-1,0 0 1,0 0-1,0 0 1,0 0-1,0 0 1,0 0 0,0 0-1,0 0 1,0 0-1,0 0 1,0 0-1,0-1 1,0 1-1,0 0 1,0 0-1,0 0 1,0 0-1,0 0 1,0 0-1,0 0 1,0 0-1,0 0 1,0 0-1,0 0 1,0 0-1,0 0 1,0 0-1,0 0 1,0 0-1,-1 0 1,1-1-1,0 1 1,0 0-1,0 0 1,0 0-1,0 0 1,0 0-1,0 0 1,0 0-1,-2-7-187,2 6 388,-1-2 2992,2 6 507,-1 26 950,0-23-4287,0-2-189,0 0-1,0 1 1,0-1-1,-1 1 1,1-1-1,-1 0 1,0 0-1,0 1 1,-3 3-1,-7 34 541,3-21-371,7-17-279,-1 0 0,1 0 0,-1 0 0,0-1 0,0 1 0,0 0 1,-3 3-1,1 0 59,1-1 1,0 1 0,0 0 0,0 0 0,1 0 0,0 1 0,0-1-1,1 1 1,-1-1 0,1 15 0,10 42 765,0-21-348,-9-36-488,1-1-1,1 1 1,-1-1 0,1 0 0,5 11 0,-2-1-11,6 12-13,-9-23 2,1 1-1,-1 0 0,0 0 1,-1 0-1,0 0 1,1 0-1,-2 0 0,1 7 1,-1 20 88,0-32-94,1-1 0,-1 0 0,0 1 0,0-1 0,1 0 0,-1 1 0,0-1 0,1 0 0,-1 1 0,0-1 0,1 0 0,-1 0 0,1 1 0,-1-1 0,1 0 0,-1 0 0,0 0 0,1 0 0,-1 0 0,1 1 0,-1-1 0,1 0 0,-1 0 0,1 0-1,-1 0 1,1 0 0,-1 0 0,0-1 0,1 1 0,-1 0 0,2 0 0,1-6-4508,-1 4 3922,-1 1 1,0-1 0,1 0 0,-1 0-1,1 1 1,0-1 0,0 1 0,-1 0-1,1-1 1,0 1 0,0 0-1,0 0 1,4-1 0,3-3-2193,34-23-9894,-27 17 8220</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8.111"/>
    </inkml:context>
    <inkml:brush xml:id="br0">
      <inkml:brushProperty name="width" value="0.035" units="cm"/>
      <inkml:brushProperty name="height" value="0.035" units="cm"/>
    </inkml:brush>
  </inkml:definitions>
  <inkml:trace contextRef="#ctx0" brushRef="#br0">53 299 1064,'-3'-1'274,"1"1"0,0-1 0,-1 1 0,1-1 0,0 0-1,0 0 1,-1 0 0,1 0 0,0 0 0,0 0 0,0-1 0,0 1 0,1-1-1,-3-1 1,3 2-92,0-1-1,0 2 0,0-1 0,-1 0 0,1 0 1,0 0-1,0 0 0,0 1 0,-1-1 0,1 1 1,-3-2-1,4 1 42,-1 0 0,1-1 0,0 1 0,-1 0 0,1-1 0,0 1 1,0 0-1,0-1 0,0 1 0,0 0 0,1-1 0,-1 1 0,1-2 0,68-41 1939,-18 28-2097,-37 11-62,0 0 0,0 1 0,18-3 0,16-5 33,29-6 28,-33 9-37,75-13 100,209-10 0,-244 26-86,582-20 250,-422 20-206,459-6 28,-191 1 471,-432 6 28,-3 0 190,-60 2-695,-11 1 240,-11 1 1041,4 1 181,0 2-1458,1-1-1,-1 1 0,0-1 1,1 0-1,-1 1 0,0-1 1,0 0-1,0 0 0,0 1 1,0-1-1,-1 0 0,1 0 1,0 0-1,-2 1 0,-21 14 1032,22-15-1145,0 1 106,0-1-1,0 1 1,0 0-1,1-1 1,-1 1-1,1 0 1,-1 0-1,-1 3 1,-8 9 236,11-14-335,-2 2 37,-1 0 0,1 0 0,-1 1 0,1-1 0,0 1 1,0-1-1,0 1 0,1 0 0,-1 0 0,0 0 0,1 0 1,-2 6-1,1-6 27,1 1 0,-1-1 1,0 1-1,0-1 0,0 0 1,-4 4-1,4-4 26,-1 0 1,1 0-1,0 0 1,0 1-1,0-1 1,1 0-1,-3 6 0,-13 29 945,13-32-778,1 0 0,0 1 0,-4 12 0,6-18-253,-4 22 505,-2-1 0,-1 1 0,-13 28 0,16-40-292,1 1 0,0 0 0,1 0 0,1 0 0,0 0 0,0 18 0,-4 14 245,0-10-199,1-1 1,0 41-1,5 215-20,-2-269-150,0 1 1,-2-1 0,-11 38-1,2-10 147,9-35-225,0-1 0,-10 22 0,8-23-14,1 1-1,-5 20 1,-2-2-5,10-27 0,0 0 0,0 1 0,1-1 0,0 1 0,-1-1 0,1 1 0,1 0 0,-1-1 0,0 7 0,1 98 0,9-54 0,-9-42 0,-1-2 0,1 1 0,1-1 0,0 0 0,0 0 0,4 14 0,-3-15 0,-1 0 0,0 0 0,-1 0 0,0 1 0,-1 15 0,-1 2 0,2 342 0,-8-303 0,-1 30 0,9-82 0,0-8 0,1 0 0,-2 0 0,1 0 0,-1 0 0,0 0 0,0 0 0,-3 10 0,-5 23 0,-8-2 0,14-22 0,-9 9 0,8-15 0,0 0 0,-1 0 0,0-1 0,-7 10 0,1 0 0,9-14 0,1-1 0,-1 1 0,0-1 0,0 0 0,-6 6 0,-19 22 0,0 1 0,-30 50 0,43-62 0,9-13 0,0 1 0,0 0 0,1 0 0,0 0 0,-4 11 0,1-5 0,6-12 0,0 1 0,0-1 0,0 0 0,0 0 0,0 1 0,0-1 0,1 1 0,-1-1 0,0 5 0,0 1 0,0 0 0,0 0 0,-1 0 0,0 0 0,-1 0 0,-5 10 0,-1 8 0,-1-1 0,7-19 0,1 0 0,0 0 0,0 0 0,0 0 0,1 0 0,0 0 0,-1 9 0,2 110 0,-1-121 0,0-4 0,1 1 0,-1-1 0,1 0 0,-1 1 0,1-1 0,-1 0 0,1 0 0,-1 1 0,1-1 0,-1 0 0,1 0 0,-1 0 0,0 0 0,1 0 0,-1 0 0,1 0 0,-1 0 0,1 0 0,-1 0 0,0 0 0,1 0 0,-1 0 0,1 0 0,-1-1 0,1 1 0,-2-1 0,2 1 0,-8-1 0,-1 0 0,1 0 0,-11-4 0,-17-2 0,-250-5 0,258 12 0,-72 5 0,38 1 0,53-9-4760,-8-15-16519,16 17 20796,-7-4-4290</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9.683"/>
    </inkml:context>
    <inkml:brush xml:id="br0">
      <inkml:brushProperty name="width" value="0.035" units="cm"/>
      <inkml:brushProperty name="height" value="0.035" units="cm"/>
    </inkml:brush>
  </inkml:definitions>
  <inkml:trace contextRef="#ctx0" brushRef="#br0">1 56 2841,'2'-1'695,"-1"1"1,1-1-1,0-1 1,0 1-1,-1 0 1,1 0-1,-1-1 1,0 1 0,1-1-1,-1 1 1,0-1-1,0 1 1,1-1-1,-1 0 1,-1 0-1,1 1 1,0-1-1,0 0 1,0-2 0,-1 3-475,0 1 1,0 0 0,0-1-1,0 1 1,0 0 0,0 0-1,0-1 1,0 1 0,0 0 0,-1-1-1,1 1 1,0 0 0,0 0-1,0-1 1,0 1 0,0 0-1,-1 0 1,1-1 0,0 1-1,0 0 1,0 0 0,-1 0 0,1-1-1,0 1 1,0 0 0,-1 0-1,-2-2 4109,8-2-3027,-2 1 515,13-3 761,-15 6-2579,-1-1 0,1 1 0,-1 0 0,1 0 0,0-1 0,-1 1 0,1 0 0,-1 0 0,1 0 0,0 0 0,-1 0 0,1 0 0,-1 0 0,1 0 0,0 0 0,-1 0 0,1 0 0,-1 0 0,1 0 0,0 1 0,-1-1 0,1 0 0,-1 0 0,1 1 0,-1-1 0,1 0 0,-1 1 0,1-1 0,-1 0 0,1 1 0,-1-1 0,1 1 0,-1-1 0,0 1 0,1-1 0,-1 1 0,0-1 0,1 1 0,-1-1 0,0 1 0,1 0 0,3 6 0,0-4 0,0 0 0,0 0 0,0 1 0,-1-1 0,1 1 0,-1 0 0,0 0 0,0 0 0,-1 0 0,5 9 0,0 5 0,9 29 0,-2-3 0,-5-23 0,-2 1 0,5 25 0,-9-37 0,0 0 0,1-1 0,0 1 0,0-1 0,1 0 0,1 0 0,9 12 0,0 2 0,-12-20 0,0 1 0,0-1 0,0 0 0,0 1 0,7 4 0,10 11 0,-19-18 0,0 0 0,0-1 0,1 1 0,-1 0 0,0 0 0,0-1 0,0 1 0,1-1 0,-1 1 0,0-1 0,1 0 0,-1 1 0,1-1 0,-1 0 0,0 0 0,1 0 0,-1 0 0,1 0 0,-1 0 0,0-1 0,1 1 0,-1 0 0,0-1 0,2 0 0,35-14 0,-33 13 0,8-6 0,0-1 0,-1 0 0,0-1 0,0 0 0,11-14 0,-12 10 0,-2 1 0,1-1 0,-2-1 0,0 1 0,0-1 0,-2-1 0,0 0 0,6-23 0,-10 16 0,-2 7 0,-3 21 0,1-4 0,0 1 0,1 0 0,0 0 0,0 0 0,-1 0 0,1 0 0,0 0 0,0 0 0,1 0 0,-1 0 0,0 1 0,0 2 0,1 7 0,-1 0 0,0 1 0,-4 15 0,3-12 0,0 1 0,1-1 0,3 33 0,0-7 0,-2-25 0,-1 1 0,0-1 0,-1 0 0,-1 0 0,-8 27 0,4-10 0,-3 8 0,0 0 76,4-9-469,4-20-2205,2-12 2278,0-1 0,1 1 0,-1-1 0,0 0 0,0 1 0,0-1 0,0 1 0,1-1 0,-1 1-1,0-1 1,0 0 0,1 1 0,-1-1 0,0 0 0,1 1 0,-1-1 0,0 0 0,1 1 0,-1-1 0,1 0 0,-1 0 0,0 1 0,1-1 0,-1 0 0,1 0 0,15 1-8136,-5-2 5619,7-4-2480</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3:59.954"/>
    </inkml:context>
    <inkml:brush xml:id="br0">
      <inkml:brushProperty name="width" value="0.035" units="cm"/>
      <inkml:brushProperty name="height" value="0.035" units="cm"/>
    </inkml:brush>
  </inkml:definitions>
  <inkml:trace contextRef="#ctx0" brushRef="#br0">242 22 680,'13'-12'8825,"-8"2"2964,-23 11-1751,10 20-8683,7-11-1347,0 0 0,-1 0 0,0 0 0,0-1 0,-1 1 0,-1-1 0,1 1 0,-1-1 0,-8 12 0,10-18-8,-51 80 0,21-36 0,4-6 0,-23 34-1698,48-70 1249,-11 14-3968,14-18 3980,-1 0-1,0 0 1,1-1-1,-1 1 1,0 0 0,0-1-1,0 1 1,1-1-1,-1 1 1,0-1-1,0 1 1,0-1-1,0 1 1,0-1 0,0 0-1,0 0 1,-1 1-1</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00.176"/>
    </inkml:context>
    <inkml:brush xml:id="br0">
      <inkml:brushProperty name="width" value="0.035" units="cm"/>
      <inkml:brushProperty name="height" value="0.035" units="cm"/>
    </inkml:brush>
  </inkml:definitions>
  <inkml:trace contextRef="#ctx0" brushRef="#br0">1 39 2417,'0'-2'589,"0"0"0,1 0 0,-1 0 0,1 0 1,0 1-1,-1-1 0,1 0 0,0 0 0,0 1 1,0-1-1,0 0 0,1 1 0,-1-1 0,0 1 1,1 0-1,-1-1 0,1 1 0,-1 0 0,1 0 1,-1 0-1,1 0 0,0 0 0,0 0 0,-1 0 1,6 0 1821,-6 1-2086,0 0 0,0 0 0,0 0 1,0 0-1,0 1 0,0-1 0,0 0 1,0 1-1,0-1 0,-1 0 1,1 1-1,0-1 0,1 2 0,-1-2 296,26 27 4377,1 1-3443,40 41-268,99 89-1195,-148-145-400,-14-10-52,-1 0 0,0 0 1,0 0-1,0 0 0,6 7 0,-8-8 77,-1 0 0,1-1 0,-1 0 0,1 1 0,-1-1 0,1 0 0,0 0 0,0 0 0,0 0 0,3 1 0,7 4-2695,1-3-4441,-9-4 6455,-1 0 0,1 0 0,-1 0 0,1 0 0,-1-1-1,1 1 1,4-5 0,8-4-2560,1 0-198</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00.566"/>
    </inkml:context>
    <inkml:brush xml:id="br0">
      <inkml:brushProperty name="width" value="0.035" units="cm"/>
      <inkml:brushProperty name="height" value="0.035" units="cm"/>
    </inkml:brush>
  </inkml:definitions>
  <inkml:trace contextRef="#ctx0" brushRef="#br0">0 71 2264,'1'-3'685,"-1"-1"-1,0 0 1,1 1-1,0-1 0,-1 0 1,2 1-1,-1-1 0,0 1 1,1 0-1,-1-1 0,1 1 1,2-4-1,2-5 3372,-3 3 3819,-3 9-7794,-1 0 0,1 0 1,-1 0-1,1 0 1,-1 0-1,1 0 1,0 0-1,-1 1 1,1-1-1,-1 0 0,1 0 1,-1 1-1,1-1 1,0 0-1,-1 0 1,1 1-1,0-1 1,-1 0-1,1 1 0,0-1 1,0 1-1,-1-1 1,1 0-1,0 1 1,0-1-1,0 1 1,-1-1-1,1 0 0,0 1 1,0-1-1,0 1 1,0-1-1,0 1 1,0-1-1,0 1 1,0-1-1,0 1 0,0-1 1,0 0-1,0 1 1,0-1-1,1 1 1,-1-1-1,0 1 1,0-1-1,0 0 0,1 1 1,-1 0-1,13 27 4760,-9-20-3997,-2-3-844,0 0 0,0 0 0,1-1 0,0 1 0,0-1 0,4 5 0,-4-5 0,-1-1 0,1 1 0,-1-1 0,0 1 0,1 0 0,-2 0 0,1 0 0,1 5 0,17 41 0,-18-46 0,0 0 0,1 1 0,-1-1 0,1 0 0,-1 0 0,6 4 0,-6-5 0,0-1 0,0 1 0,0-1 0,0 1 0,0 0 0,0-1 0,-1 1 0,0 0 0,1 0 0,0 6 0,-2-8 0,0 0 0,0-1 0,0 1 0,0 0 0,0-1 0,1 1 0,-1 0 0,0-1 0,0 1 0,0 0 0,1-1 0,-1 1 0,0-1 0,1 1 0,-1-1 0,0 1 0,1-1 0,-1 1 0,1-1 0,-1 1 0,1-1 0,-1 1 0,1-1 0,-1 1 0,1-1 0,-1 0 0,1 1 0,-1-1 0,1 0 0,0 0 0,-1 0 0,2 1 0,-1-1 0,1 0 0,-1 0 0,0 0 0,1 0 0,-1 0 0,1 0 0,-1 0 0,0-1 0,1 1 0,-1 0 0,0-1 0,1 1 0,-1-1 0,2-1 0,20-14 0,0-2 0,32-32 0,16-12 0,-26 20 0,-9 8 0,-4 1 0,-32 98 0,-5-47 0,-32 103 0,29-90 0,-1 1 0,-2-8 0,3-5 0,-17 28 0,9-8-1455,60-61-23872,-20 12 19958</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00.838"/>
    </inkml:context>
    <inkml:brush xml:id="br0">
      <inkml:brushProperty name="width" value="0.035" units="cm"/>
      <inkml:brushProperty name="height" value="0.035" units="cm"/>
    </inkml:brush>
  </inkml:definitions>
  <inkml:trace contextRef="#ctx0" brushRef="#br0">253 6 4641,'-19'-2'9692,"17"1"-9031,0 0 0,1 1-1,-1 0 1,0-1 0,0 1 0,0 0 0,1 0 0,-1 0 0,0 0 0,0 0 0,0 0 0,1 0-1,-1 1 1,0-1 0,0 1 0,1-1 0,-1 1 0,0 0 0,1-1 0,-1 1 0,1 0 0,-1 0 0,-2 2-1,-7 7 672,10-9-1259,0-1 0,0 1 0,0 0 0,0 0 0,0 0 0,0-1 0,0 1 0,0 0 0,0 1 0,0-1 0,1 0 0,-1 0 0,0 0 0,1 0 0,-1 1 0,0 0 0,-22 45-73,16-16 0,2-6 0,-10 30 0,0-11 0,6-15 0,-27 55 0,18-40 0,14-31 0,-1-2 0,0 1 0,-8 11 0,6 1-4435,6-13 926,2-9 945,6-10-1043,-6 7 3151,0 1 0,0-1 0,0 0 0,-1 0-1,1 0 1,0 0 0,-1 0 0,1 0 0,-1 0 0,1 0-1,-1 0 1,0 0 0,1 0 0,-1 0 0,0 0 0,0-1-1,0 1 1,1 0 0,-1 0 0,0 0 0,-1-2 0,1-8-2764,0 0 103</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01.014"/>
    </inkml:context>
    <inkml:brush xml:id="br0">
      <inkml:brushProperty name="width" value="0.035" units="cm"/>
      <inkml:brushProperty name="height" value="0.035" units="cm"/>
    </inkml:brush>
  </inkml:definitions>
  <inkml:trace contextRef="#ctx0" brushRef="#br0">18 136 288,'-1'-13'2106,"0"-1"0,-6-22 0,1 4 2665,3-3 5699,3 35-10275,0 0 0,0 0 0,0 0 0,0-1 0,0 1 0,2-4 4483,-2 4-4483,0 0 0,1 0 0,-1 0 0,0 0 0,0 0 0,1 0 0,7 3 2917,16 18-3268,-8-7 591,0-5-353,14 10 32,44 35-1,-60-41-108,19 25 0,9 8-417,-37-41 35,-1 1 1,0-1-1,1 1 1,-2 0-1,4 7 1,11 16-3700,-16-26 2945,1 0 0,-1 0 0,1 0 0,0-1 0,0 1 0,6 3 1,-5-3-7,12 7-3584,-3-8-1263,-4-2 1679</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01.416"/>
    </inkml:context>
    <inkml:brush xml:id="br0">
      <inkml:brushProperty name="width" value="0.035" units="cm"/>
      <inkml:brushProperty name="height" value="0.035" units="cm"/>
    </inkml:brush>
  </inkml:definitions>
  <inkml:trace contextRef="#ctx0" brushRef="#br0">95 50 248,'3'-4'2121,"-1"-1"0,1 1 0,1 0 1,-1 0-1,1 0 0,-1 0 0,8-5 0,-9 4 915,1-1-69,4 8 2126,-2 1-4762,-2-2-56,0 1 0,0-1-1,-1 1 1,1 0 0,0 1 0,-1-1 0,1 0 0,-1 1 0,0-1 0,1 1-1,-1 0 1,0 0 0,-1 0 0,3 4 0,8 12-275,2 6 0,-11-17 0,0 1 0,0 0 0,-1 0 0,0 0 0,1 12 0,6 23 0,-11-36 0,2-7 0,0 0 0,0 0 0,1 0 0,-1 0 0,0 0 0,0 0 0,1 0 0,-1-1 0,0 1 0,1 0 0,-1 0 0,1 0 0,-1-1 0,1 1 0,-1 0 0,1-1 0,0 1 0,-1 0 0,1-1 0,0 1 0,0 0 0,8 4 0,0-4 0,-1-1 0,-1 0 0,1 1 0,0 0 0,-1 1 0,8 2 0,0-1 0,6 3 0,-1 0 0,28 13 0,12 4 0,-3-1 0,-53-20 0,0 0 0,0 0 0,0 1 0,0-1 0,-1 1 0,1 0 0,-1 0 0,0 0 0,0 0 0,0 1 0,4 4 0,-7-6 0,1-1 0,-1 1 0,0 0 0,1-1 0,-1 1 0,0 0 0,0 0 0,0-1 0,0 1 0,0 0 0,0-1 0,-1 1 0,1 0 0,-1-1 0,1 1 0,-1-1 0,1 1 0,-1 0 0,0-1 0,0 1 0,0-1 0,0 0 0,0 1 0,0-1 0,0 0 0,-2 2 0,-2 2 0,1-1 0,-1 0 0,0 0 0,0 0 0,-10 5 0,-62 36 0,-20 9 0,41-27 0,-77 33 0,105-49 0,-15 5 0,32-14-431,8-1-416,-1 0 0,1 0 0,-1 0 0,0 0 0,1-1 0,-1 1 0,0-1 0,0 0 0,1 0 0,-1-1 0,0 1 0,1-1 0,-1 0 0,0 0-1,1 0 1,-1 0 0,1-1 0,0 1 0,-5-4 0,1 1-5070</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01.852"/>
    </inkml:context>
    <inkml:brush xml:id="br0">
      <inkml:brushProperty name="width" value="0.035" units="cm"/>
      <inkml:brushProperty name="height" value="0.035" units="cm"/>
    </inkml:brush>
  </inkml:definitions>
  <inkml:trace contextRef="#ctx0" brushRef="#br0">945 147 2993,'-43'0'9935,"-1"0"8200,43 0-18058,0 1 0,0 0 0,0-1 0,0 1 0,0 0 1,0 0-1,1-1 0,-1 1 0,0 0 0,0 0 0,1 0 1,-1 0-1,1 0 0,-1 0 0,1 1 0,-1-1 0,1 0 1,-1 0-1,1 0 0,0 2 0,-5 8 7,2-7-84,-1-1 0,1 0 0,-1 0 0,0 0 0,0 0 0,0-1 0,-1 0 0,1 0 0,0 0 0,-1 0 0,1 0 0,-1-1 0,0 0 0,-6 1 0,-14 1 0,-42 0 0,20-1 0,-174 9 0,-67 5 0,247-15 0,29-1 0,0 1 0,-19 2 0,19-2 0,-1-1 0,12 2 0,8 1 0,-2-2 0,0-1 0,-1 1 0,1-1 0,0 1 0,0-1 0,6-1 0,19 1 0,28 6 0,93-2 0,-116-5 0,399-31 0,-227 11 0,7 0-789,264-62-1,-338 42-7138,-10-15-5183,-94 39 7707</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17.325"/>
    </inkml:context>
    <inkml:brush xml:id="br0">
      <inkml:brushProperty name="width" value="0.035" units="cm"/>
      <inkml:brushProperty name="height" value="0.035" units="cm"/>
    </inkml:brush>
  </inkml:definitions>
  <inkml:trace contextRef="#ctx0" brushRef="#br0">526 221 1344,'-14'-23'8440,"11"18"-6533,0 0 1,0 0-1,0 0 1,1 0-1,0 0 1,-2-7-1,3 10-1291,1-1-1,0 0 0,-1 0 1,1 0-1,0 0 1,1 0-1,-1 0 0,0 0 1,2-4-1,9-15 1138,-10 20-1651,1 1-1,-1-1 0,0 0 1,0 0-1,0 1 1,0-1-1,0 0 0,0 0 1,-1 0-1,1 0 1,-1 0-1,1-1 0,-1 1 1,0 0-1,0 0 1,0-4-1,-1 4-101,0-2 0,0 0 0,0-1 0,0 1 0,0 0 0,0-1 0,1-7 0,0 11 0,0 1 0,0-1 0,0 0 0,0 0 0,0 0 0,0 0 0,0 0 0,0 1 0,-1-1 0,1 0 0,0 0 0,0 0 0,-1 0 0,1 1 0,-1-1 0,1 0 0,0 0 0,-1 1 0,0-1 0,1 0 0,-1 1 0,1-1 0,-1 1 0,0-1 0,1 0 0,-1 1 0,0 0 0,0-1 0,1 1 0,-1-1 0,0 1 0,0 0 0,0 0 0,0-1 0,1 1 0,-1 0 0,0 0 0,0 0 0,0 0 0,-1 0 0,-2 0 0,0 1 0,0 0 0,0 0 0,1 0 0,-1 0 0,1 1 0,-1-1 0,1 1 0,-4 2 0,-42 28 0,2 2 0,1 2 0,2 1 0,-39 46 0,53-53 0,-49 60 0,70-79 0,2 1 0,-1-1 0,2 1 0,0 1 0,0-1 0,-7 25 0,11-30 0,-1 1 0,1-1 0,0 1 0,1-1 0,0 1 0,0 0 0,0-1 0,1 1 0,0 0 0,0-1 0,3 12 0,3 2-4240,-5-18 2889,0 0 1,0 0-1,1 0 1,-1 0-1,1-1 1,-1 1-1,1-1 1,0 1-1,0-1 1,0 0-1,1 0 0,-1 0 1,5 4-1</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17.612"/>
    </inkml:context>
    <inkml:brush xml:id="br0">
      <inkml:brushProperty name="width" value="0.035" units="cm"/>
      <inkml:brushProperty name="height" value="0.035" units="cm"/>
    </inkml:brush>
  </inkml:definitions>
  <inkml:trace contextRef="#ctx0" brushRef="#br0">0 66 968,'5'-5'1333,"0"0"0,0 1 0,1 0 0,-1 0 0,1 0 0,0 0 0,0 1-1,0 0 1,0 0 0,1 1 0,-1 0 0,10-2 0,13-2 3258,43-4 1,-58 9-3501,1 0-589,-1 0-1,1 1 1,0 1-1,21 4 1,-31-5-397,0 1 1,0 0-1,0 1 1,0-1 0,0 1-1,0 0 1,-1 0-1,1 1 1,-1-1-1,1 1 1,-1 0 0,0 0-1,0 0 1,-1 1-1,8 7 1,23 33-106,2 10 0,15 11 0,-29-38 0,2 0 0,0-1 0,46 36 0,-10-9 0,-23-26 0,-30-22 0,0-1 0,-1 1 0,1 1 0,7 7 0,-2 0-1013,-5-4-911,0-1 1,1 0-1,0-1 0,11 8 0,-19-15 1707,0 0 0,1 0-1,-1 0 1,0 0 0,1 1 0,-1-1-1,0 0 1,1 0 0,-1 0-1,0 0 1,0 0 0,1 1-1,-1-1 1,0 0 0,1 0 0,-1 0-1,0 1 1,0-1 0,0 0-1,1 0 1,-1 1 0,0-1-1,0 0 1,0 1 0,0-1 0,1 0-1,-1 0 1,0 1 0,0-1-1,0 0 1,0 1 0,0-1-1,0 0 1,0 1 0,0-1 0,0 0-1,0 1 1,0-1 0,0 0-1,0 1 1,0-1 0,0 0-1,0 1 1,-1-1 0,1 0-1,0 1 1,0-1 0,0 0 0,0 0-1,-1 1 1,1-1 0,0 0-1,0 0 1,-1 1 0,1-1-1,0 0 1,0 0 0,-1 0 0,1 1-1,0-1 1,-1 0 0,1 0-1,0 0 1,-1 0 0,1 0-1,0 0 1,-1 0 0,1 1 0,-9-1-5045</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17.937"/>
    </inkml:context>
    <inkml:brush xml:id="br0">
      <inkml:brushProperty name="width" value="0.035" units="cm"/>
      <inkml:brushProperty name="height" value="0.035" units="cm"/>
    </inkml:brush>
  </inkml:definitions>
  <inkml:trace contextRef="#ctx0" brushRef="#br0">79 168 1080,'-5'-2'1585,"1"1"0,0-1 0,-1 0 0,1 1 0,-1 0 0,1 0 0,-1 1 0,0-1 0,1 1 1,-1 0-1,-6 0 0,1 1 2376,3-3-1683,10-2 1169,2 0-850,-3 3-2251,3 0-309,9-6-37,0 1 0,1 0 0,-1 1 0,1 0 0,0 1 0,1 1 0,-1 1 0,0 0 0,17 1 0,30-6 0,406-36 0,-276 37 0,-178 6-1221,-1-1 0,0 0 1,1-1-1,19-6 0,-32 8 781,0 0 0,-1 0 0,1-1 0,0 1 1,0-1-1,-1 1 0,1 0 0,0-1 0,0 1 0,-1-1 0,1 1 0,-1-1 0,1 0 1,0 1-1,-1-1 0,1 0 0,-1 1 0,0-1 0,1 0 0,-1 0 0,1 1 0,-1-1 1,0 0-1,0 0 0,0 0 0,1 0 0,-1 1 0,0-1 0,0 0 0,0 0 0,0 0 1,0 0-1,0 1 0,0-1 0,-1 0 0,1 0 0,0 0 0,0 0 0,-1 1 0,1-1 1,0 0-1,-1 0 0,1 1 0,-1-1 0,0 0 0,0-5-4420</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18.314"/>
    </inkml:context>
    <inkml:brush xml:id="br0">
      <inkml:brushProperty name="width" value="0.035" units="cm"/>
      <inkml:brushProperty name="height" value="0.035" units="cm"/>
    </inkml:brush>
  </inkml:definitions>
  <inkml:trace contextRef="#ctx0" brushRef="#br0">18 93 168,'59'-65'16853,"-56"43"-4808,-3 22-11941,0 0 1,1 0-1,-1 0 0,0 0 0,0 0 1,1 0-1,-1 0 0,0 0 1,0 0-1,1-1 0,-1 1 0,0 0 1,0 0-1,0 0 0,1 0 0,-1 0 1,0-1-1,0 1 0,0 0 0,0 0 1,1 0-1,-1 0 0,0-1 0,0 1 1,0 0-1,0 0 0,0-1 0,0 1 1,1 0-1,-1 0 0,0 0 0,0-1 1,0 1-1,-3 0-88,1 0-1,0 1 1,-1 0-1,1 0 1,0-1 0,0 1-1,-1 1 1,1-1-1,-2 2 1,0-2-16,0 1 0,0 0 0,1 1 0,-1-1 0,0 1 0,1-1 0,0 1 0,0 0 0,0 0 0,0 1 0,0-1 0,0 1 0,1-1 0,0 1 0,0 0 0,0 0 0,0 0 0,0 0 0,1 0 0,0 0 0,-2 6 0,4 47 0,9 75 0,0-75 0,-5-34 0,-1 0 0,1 39 0,-1-9 0,-2-39 0,0 0 0,-2 0 0,-1 26 0,-3 4-4018,1 63-14078,3-90 12036</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18.921"/>
    </inkml:context>
    <inkml:brush xml:id="br0">
      <inkml:brushProperty name="width" value="0.035" units="cm"/>
      <inkml:brushProperty name="height" value="0.035" units="cm"/>
    </inkml:brush>
  </inkml:definitions>
  <inkml:trace contextRef="#ctx0" brushRef="#br0">452 92 960,'-3'-3'2131,"0"0"-1,0 0 1,-1 0-1,1 1 1,-1-1-1,0 1 1,0 0-1,0 0 1,-4-2 0,-11-6 7158,16 9-8244,1 1-1038,0 1 0,-1-1 0,1 0-1,0 1 1,0-1 0,0 1 0,0 0 0,0-1-1,0 1 1,0 0 0,0 0 0,0 1 0,0-1-1,1 0 1,-1 1 0,0-1 0,1 0 0,-1 1-1,1 0 1,0-1 0,-1 1 0,1 0 0,0 0-1,0 0 1,0 0 0,0 0 0,0 3 0,-10 13-31,-11 21 24,-23 28 0,-37 49 0,55-78 0,-28 49 0,15-22 0,33-51 0,-1 0 0,-6 21 0,-9 16 0,22-49 0,0 0 0,0 1 0,0-1 0,0 0 0,0 1 0,0-1 0,1 1 0,-1-1 0,1 1 0,0 0 0,0 3 0,1 4 0,3-12 0,1-6 0,3-5 0,2-1 0,13-15 0,-11 14 0,2 0 0,-10 12 0,0-1 0,0 0 0,-1 0 0,1 0 0,2-6 0,30-52 0,17-33 0,-13 17 0,4-6 0,7-12 0,-7 13 0,-25 40 0,-16 31 0,-3 12 0,0 0 0,0 1 0,0-1 0,0 0 0,0 0 0,0 0 0,0 0 0,0 0 0,0 1 0,0-1 0,0 0 0,0 0 0,0 0 0,0 0 0,0 0 0,0 1 0,1-1 0,-1 0 0,0 0 0,0 0 0,0 0 0,0 0 0,0 0 0,0 0 0,0 0 0,1 1 0,-1-1 0,0 0 0,0 0 0,0 0 0,0 0 0,0 0 0,1 0 0,-1 0 0,0 0 0,0 0 0,0 0 0,0 0 0,1 0 0,-1 0 0,0 0 0,0 0 0,0 0 0,0 0 0,0 0 0,1 0 0,-1 0 0,0 0 0,0-1 0,0 1 0,0 0 0,0 0 0,0 0 0,1 0 0,-1 0 0,0 0 0,0 0 0,0 0 0,0-1 0,0 1 0,0 0 0,0 0 0,0 0 0,0 0 0,1 0 0,-1-1 0,0 12 0,0-11 0,0 14 0,1 0 0,0 0 0,4 20 0,-4-28 0,0 1 0,-1-1 0,1 1 0,-2 6 0,2 23 0,25 120 0,0-24 0,-19-94 0,-4-24 0,0-1 0,0 25 0,-3-3 0,-10 70 0,6-87-2445,-1 1 1,-12 31-1,7-40-3318,8-9 4389,0 0-1,0 0 0,0 0 1,0 0-1,-1-1 0,1 1 1,0-1-1,0 0 1,-4 1-1,-10-1-3757</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19.345"/>
    </inkml:context>
    <inkml:brush xml:id="br0">
      <inkml:brushProperty name="width" value="0.035" units="cm"/>
      <inkml:brushProperty name="height" value="0.035" units="cm"/>
    </inkml:brush>
  </inkml:definitions>
  <inkml:trace contextRef="#ctx0" brushRef="#br0">72 359 1728,'-3'-2'1770,"-25"-14"9426,9 12-6809,-2 2 2722,22-2-3566,9 0-1639,-1 2-1646,0 1-1,1-1 0,18 1 1,-6 0-158,299-47-100,-234 32 0,-16 2 0,-1-3 0,-1-2 0,101-44 0,-164 61 0,-1-1 0,0 0 0,0 0 0,0 0 0,0 0 0,0-1 0,-1 0 0,1 0 0,-1 0 0,0 0 0,6-9 0,-9 11 0,0 0 0,0 0 0,0-1 0,0 1 0,-1-1 0,1 1 0,0-1 0,-1 1 0,0-1 0,1 1 0,-1-1 0,0 1 0,-1-1 0,1 0 0,0 1 0,-1-1 0,1 1 0,-1-1 0,0 1 0,0 0 0,0-1 0,0 1 0,0 0 0,0 0 0,-1-1 0,1 1 0,-4-3 0,2 2 0,1 1 0,-1 0 0,0 1 0,0-1 0,0 0 0,0 1 0,0 0 0,0 0 0,-1 0 0,1 0 0,0 0 0,-1 0 0,-5 1 0,-44-3 0,52 3 0,-12 1 0,-1 1 0,1 1 0,0 0 0,0 0 0,0 2 0,1-1 0,-1 2 0,-21 12 0,16-9 0,15-8 0,0 1 0,1-1 0,-1 1 0,0-1 0,1 1 0,-1 0 0,1 0 0,0 0 0,0 0 0,0 0 0,0 1 0,0-1 0,0 1 0,0-1 0,1 1 0,0 0 0,-1-1 0,1 1 0,0 0 0,0 0 0,0 0 0,1 0 0,-1 0 0,1 0 0,0 0 0,-1 0 0,2 0 0,-1 0 0,1 5 0,0-3 0,1 1 0,-1-1 0,1 1 0,1-1 0,-1 0 0,1 0 0,0 0 0,0 0 0,0 0 0,1-1 0,0 1 0,0-1 0,0 0 0,9 6 0,14 8 0,1-2 0,1 0 0,1-3 0,51 18 0,16 7 0,-76-29 0,-2-2 0,31 20 0,-45-24 0,-1-1 0,0 1 0,0 1 0,0-1 0,0 1 0,-1-1 0,1 1 0,-1 0 0,0 0 0,0 1 0,-1-1 0,4 6 0,-6-8 0,0-1 0,0 0 0,0 1 0,0-1 0,0 1 0,0-1 0,-1 0 0,1 1 0,0-1 0,-1 0 0,1 1 0,-1-1 0,1 0 0,-1 0 0,0 0 0,0 1 0,1-1 0,-1 0 0,-2 2 0,1-1 0,-1 1 0,1 0 0,-1-1 0,0 1 0,1-1 0,-1 0 0,-6 3 0,-8 2 0,0-1 0,-1-1 0,0 0 0,0-1 0,-32 2 0,-98-2 0,126-4 0,-30 1-2299,0-3 0,-85-13 0,99 4-4861,19 1-3442,12 9 5335</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1.281"/>
    </inkml:context>
    <inkml:brush xml:id="br0">
      <inkml:brushProperty name="width" value="0.035" units="cm"/>
      <inkml:brushProperty name="height" value="0.035" units="cm"/>
    </inkml:brush>
  </inkml:definitions>
  <inkml:trace contextRef="#ctx0" brushRef="#br0">77 264 392,'-2'0'1749,"-1"-1"0,0 1 0,1-1-1,-1 0 1,0 0 0,1 0 0,-1 0 0,1-1-1,-1 1 1,1-1 0,-3-2 0,-5-2 8745,9 5-9667,-7-3-759,0 3-68,-1 1 0,2 1 0,7 4 0,16 43 0,36 44 0,-38-64 0,-9-20 0,-1 0 0,-1 1 0,1-1 0,2 12 0,20 51 0,-20-52 0,-4-14 0,0 1 0,0-1 0,-1 1 0,0 0 0,0 0 0,-1-1 0,1 8 0,-1-13 0,0 0 0,0 1 0,0-1 0,0 0 0,0 0 0,0 0 0,0 0 0,0 1 0,0-1 0,0 0 0,0 0 0,0 0 0,0 0 0,0 1 0,1-1 0,-1 0 0,0 0 0,0 0 0,0 0 0,0 0 0,0 1 0,0-1 0,1 0 0,-1 0 0,0 0 0,0 0 0,0 0 0,0 0 0,0 0 0,1 0 0,-1 0 0,0 0 0,0 0 0,0 1 0,0-1 0,1 0 0,-1 0 0,0 0 0,0 0 0,0 0 0,1 0 0,-1-1 0,0 1 0,0 0 0,0 0 0,0 0 0,1 0 0,8-3 0,-8 2 0,9-21 0,6-1 0,20-35 0,-20 31 0,-5 5 0,-1 0 0,-1-1 0,12-42 0,-1 1 0,22-33 0,-37 82 0,-5 13 0,0 1 0,1 0 0,-1 0 0,0-1 0,1 1 0,-1 0 0,1 0 0,0 0 0,-1 0 0,1 0 0,0 0 0,0 0 0,-1 0 0,1 0 0,0 0 0,0 0 0,0 0 0,0 0 0,2 0 0,-2 1 0,-1 0 0,1 0 0,0 0 0,-1 0 0,1 0 0,-1 0 0,1 0 0,0 0 0,-1 0 0,1 1 0,-1-1 0,1 0 0,0 0 0,-1 1 0,1-1 0,-1 0 0,1 1 0,-1-1 0,1 1 0,-1-1 0,0 0 0,1 1 0,-1-1 0,1 1 0,-1-1 0,1 2 0,10 17 0,-9-14 0,1 0 0,-1 0 0,1 0 0,0-1 0,7 8 0,9 16 0,32 89 0,-41-93 0,7 35 0,-6-27 0,-10-26 0,1 0 0,0 0 0,0 0 0,1 0 0,0-1 0,0 1 0,6 9 0,-8-15 0,1 1 0,-1-1 0,0 1 0,0-1 0,0 1 0,0-1 0,1 0 0,-1 0 0,0 1 0,0-1 0,1 0 0,-1 0 0,0 0 0,0 0 0,1-1 0,-1 1 0,0 0 0,0-1 0,0 1 0,1 0 0,-1-1 0,0 1 0,0-1 0,2-1 0,31-17 0,-32 18 0,19-14 0,0-2 0,-1 0 0,-2-1 0,1-1 0,30-41 0,-40 49 0,-3 1 0,1 0 0,-2 0 0,1-1 0,4-11 0,6-14 0,12-28 0,-22 42 0,-5 18 0,0 0 0,0 0 0,0 0 0,0 0 0,0 0 0,1 0 0,3-5 0,-5 9 0,0 0 0,0 0 0,0 1 0,0-1 0,0 0 0,0 0 0,0 0 0,0 0 0,0 0 0,0 0 0,0 0 0,1 0 0,-1 0 0,0 1 0,0-1 0,0 0 0,0 0 0,0 0 0,0 0 0,0 0 0,1 0 0,-1 0 0,0 0 0,0 0 0,0 0 0,0 0 0,0 0 0,0 0 0,1 0 0,-1 0 0,0 0 0,0 0 0,0 0 0,0 0 0,0 0 0,0 0 0,1 0 0,-1 0 0,0-1 0,0 1 0,0 0 0,0 0 0,0 0 0,0 0 0,0 0 0,0 0 0,1 0 0,-1 0 0,0 0 0,0 0 0,0-1 0,0 1 0,0 0 0,0 0 0,0 0 0,0 0 0,0 0 0,0 0 0,0-1 0,0 1 0,0 0 0,0 0 0,0 0 0,2 14 0,-1-5 0,4 5 0,5 21 0,2-1 0,2 0 0,23 43 0,-21-54 0,1-1 0,37 37 0,-49-54 0,0 0 0,0-1 0,0 0 0,1 0 0,-1 0 0,1-1 0,0 1 0,0-2 0,0 1 0,1 0 0,-1-1 0,1-1 0,10 3 0,-7-3 0,1-1 0,-1 0 0,1 0 0,-1-1 0,1 0 0,-1-1 0,1 0 0,11-5 0,0 1 0,-1-2 0,-1 0 0,25-14 0,-35 16 0,-1 0 0,0-1 0,0 0 0,0-1 0,-1 1 0,0-2 0,-1 1 0,9-13 0,-12 15 0,0 2 0,-1 0 0,0-1 0,-1 1 0,1-1 0,-1 1 0,1-1 0,-2 0 0,1 1 0,0-1 0,-1 0 0,0 0 0,0 0 0,0-6 0,0-13 0,-1 12 0,1-1 0,-1 1 0,-1-1 0,-1 1 0,-3-16 0,5 25 0,-1 1 0,0-1 0,0 0 0,0 1 0,0 0 0,-1-1 0,1 1 0,-1 0 0,1-1 0,-1 1 0,0 0 0,0 0 0,0 1 0,0-1 0,0 0 0,0 1 0,0-1 0,-1 1 0,1-1 0,0 1 0,-1 0 0,1 0 0,-1 0 0,0 1 0,1-1 0,-1 0 0,0 1 0,1 0 0,-1 0 0,-4 0 0,-3 0 0,0 1 0,0 1 0,1-1 0,-1 2 0,0-1 0,1 1 0,0 1 0,0 0 0,0 0 0,0 0 0,-8 7 0,5-3 0,0 1 0,1 0 0,0 1 0,1 0 0,0 0 0,-17 24 0,4 10 0,10-17 0,11-22 0,0 0 0,1-1 0,0 1 0,-1 0 0,2 0 0,-1 0 0,1 0 0,-1 0 0,2 10 0,-1-3 0,0-11 0,0 0 0,0 0 0,0 0 0,0 0 0,0 0 0,1 0 0,-1 1 0,0-1 0,1 0 0,-1 0 0,0 0 0,1 0 0,-1-1 0,1 1 0,-1 0 0,1 0 0,0 0 0,-1 0 0,1 0 0,0-1 0,0 1 0,0 0 0,1 0 0,0 0 0,0 0 0,0 0 0,0-1 0,0 1 0,0-1 0,1 1 0,-1-1 0,0 0 0,0 0 0,0 0 0,3 0 0,7-2 0,1 0 0,-1-1 0,16-5 0,-20 5 0,11-3 0,0 0 0,0-2 0,27-14 0,-22 8 0,-18 11 0,0 0 0,0 0 0,-1-1 0,10-8 0,89-79 0,-95 85 0,-9 6 0,0 0 0,0-1 0,1 1 0,-1 0 0,0 0 0,0 0 0,0 0 0,1 0 0,-1 0 0,0 0 0,0 0 0,1 0 0,-1 0 0,0 0 0,0 0 0,0 0 0,1 0 0,-1 0 0,0 0 0,0 0 0,1 0 0,-1 0 0,0 0 0,0 0 0,0 1 0,1-1 0,-1 0 0,0 0 0,0 0 0,0 0 0,0 0 0,1 1 0,-1-1 0,0 0 0,0 0 0,0 0 0,0 0 0,0 1 0,0-1 0,1 0 0,-1 0 0,0 0 0,0 1 0,0-1 0,0 0 0,0 0 0,0 1 0,0-1 0,0 0 0,0 1 0,2 15 0,-2-10 0,5 8 0,0 1 0,-1 0 0,0 0 0,-2 0 0,0 1 0,0-1 0,-1 22 0,-1 27 0,-1-64-48,1 0 0,0 1 0,0-1 0,0 0 0,0 0 0,0 0 0,0 1 0,0-1 0,0 0 0,0 0 0,0 0 0,0 1 0,0-1 0,1 0 0,-1 0 0,0 0 0,0 0 0,0 1 0,0-1 0,0 0 0,0 0 0,0 0 0,0 0 0,1 1 0,-1-1 0,0 0 0,0 0 0,0 0 0,0 0 0,0 0 0,1 0 0,-1 0 0,0 1 0,0-1 0,0 0 0,1 0 0,-1 0 0,0 0 0,0 0 0,0 0 0,0 0 0,1 0 0,-1 0 0,0 0 0,0 0 0,0 0 0,1 0 0,-1 0 0,0 0 0,0 0 0,0 0 0,1-1 0,-1 1 0,0 0 0,0 0 0,0 0 0,0 0 0,0 0 0,1 0 0,-1 0 0,0-1 0,0 1 0,0 0 0,0 0 0,0 0 0,1-1 0,15-14-6089,-4 5 2554,-4 4 1648,0 0 0,0 0-1,12-13 1,-13 11 882,0-1-1,0 0 1,6-10 0,-6 6 957,0 0 0,-1 0-1,-1-1 1,0 0 0,5-26 0,-6 15 2310,2-43 0,-6 36 2800,0 1 4641,0 25-7027,1 6-2590,-1-1 0,0 1 0,0 0 0,0 0 1,0 0-1,0 0 0,0 0 0,0 0 0,0-1 0,0 1 0,0 0 1,0 0-1,0 0 0,0 0 0,0 0 0,0 0 0,0 0 1,0-1-1,0 1 0,0 0 0,-1 0 0,1 0 0,0 0 0,0 0 1,0 0-1,0 0 0,0-1 0,0 1 0,0 0 0,0 0 0,0 0 1,0 0-1,-1 0 0,1 0 0,0 0 0,0 0 0,0 0 0,0 0 1,0 0-1,0 0 0,0 0 0,-1 0 0,1 0 0,0 0 1,0 0-1,0 0 0,0 0 0,0 0 0,0 0 0,-1 0 0,1 0 1,0 0-1,0 0 0,0 0 0,0 0 0,0 0 0,0 0 0,0 0 1,-1 0-1,1 0 0,0 0 0,-4 8 1339,5 3-1377,2 0 0,-1 0 0,1-1 0,1 1 0,0-1 0,1 0 0,7 14 0,-3-9 0,-1-1 0,-1 1 0,0 0 0,7 23 0,-6-19 0,-7-16 0,0-1 0,1 1 0,-1 0 0,-1 0 0,1 0 0,0-1 0,-1 1 0,1 4 0,3 15 0,-4-21 0,0 1 0,1-1 0,-1 0 0,0 1 0,1-1 0,-1 0 0,0 1 0,0-1 0,0 0 0,0 1 0,0-1 0,-1 0 0,1 1 0,0-1 0,-1 0 0,1 1 0,-1-1 0,0 2 0,-1 14 0,2-11 0,0-3 0,0-7 0,0 1 0,1-1 0,-1 1 0,1-1 0,0 1 0,0 0 0,0-1 0,3-5 0,-2 7 0,-1-1 0,0-1 0,0 1 0,0 0 0,0 0 0,0 0 0,0-6 0,-1 4 0,1 0 0,0 1 0,0-1 0,1 1 0,-1-1 0,1 1 0,0 0 0,0 0 0,4-6 0,9-22 0,-8 9 0,0-1 0,15-28 0,-6 15 0,-3 18 0,-6 11 0,0 4 0,-4 5 0,-1-1 0,0 1 0,0 0 0,0 0 0,0 0 0,1 0 0,-1 0 0,-1 0 0,1 0 0,0 1 0,0-1 0,0 1 0,-1 0 0,1-1 0,-1 1 0,1 0 0,1 4 0,0-2 0,0 0 0,1-1 0,-1 1 0,1-1 0,6 5 0,75 57 0,-82-63 0,0-1 0,0 1 0,0 0 0,1-1 0,-1 1 0,0-1 0,1 0 0,-1 0 0,1-1 0,0 1 0,-1-1 0,1 1 0,-1-1 0,1 0 0,-1-1 0,1 1 0,0 0 0,-1-1 0,1 0 0,-1 0 0,1 0 0,-1 0 0,0-1 0,0 1 0,1-1 0,3-2 0,3-3 0,-2 3 0,-1-1 0,0 0 0,0 0 0,0 0 0,-1-1 0,11-12 0,16-25 0,-31 37 0,-2 7 0,0-1 0,0 0 0,0 0 0,0 0 0,0 0 0,0 0 0,0 0 0,0 0 0,0 0 0,0 0 0,0 0 0,0 0 0,0 1 0,0-1 0,0 0 0,0 0 0,0 0 0,0 0 0,0 0 0,0 0 0,0 0 0,0 0 0,0 0 0,1 0 0,-1 0 0,0 0 0,0 0 0,0 0 0,0 0 0,0 0 0,0 0 0,0 0 0,0 0 0,0 0 0,0 0 0,0 0 0,0 0 0,1 0 0,-1 0 0,0 0 0,0 0 0,0 0 0,0 0 0,0 0 0,0 0 0,0 0 0,0 0 0,0 0 0,0 0 0,0 0 0,0 0 0,1 0 0,-1 0 0,0 0 0,0 0 0,0 0 0,0 0 0,0 0 0,0 0 0,0 0 0,0-1 0,0 1 0,0 0 0,0 0 0,0 0 0,0 0 0,0 0 0,8 10 0,5 12 0,-10-16 0,0 0 0,1 0 0,-1-1 0,1 1 0,0-1 0,1 0 0,-1 0 0,1-1 0,0 1 0,0-1 0,0 0 0,10 5 0,-5-3 0,1-1 0,-1 0 0,1-1 0,-1 0 0,1-1 0,19 4 0,2-1 0,-24-4 0,0 0 0,0 0 0,0-1 0,0 0 0,0-1 0,0 1 0,1-2 0,-1 1 0,0-1 0,0 0 0,0-1 0,12-3 0,-17 3 0,0 2 0,0-1 0,0 0 0,-1 0 0,1-1 0,0 1 0,0-1 0,-1 1 0,1-1 0,-1 0 0,1 0 0,-1 0 0,0 0 0,0 0 0,0 0 0,0-1 0,0 1 0,-1-1 0,1 1 0,-1-1 0,2-3 0,1-8 0,0 0 0,-1 0 0,-1-1 0,0 1 0,-1-1 0,-1-27 0,0 29 0,0-30 0,0 42 0,0 0 0,-1 0 0,1 1 0,0-1 0,0 0 0,-1 1 0,1-1 0,0 0 0,-1 1 0,1-1 0,-1 1 0,1-1 0,-1 0 0,1 1 0,-1-1 0,0 1 0,1-1 0,-1 1 0,1 0 0,-1-1 0,0 1 0,1 0 0,-1-1 0,0 1 0,0 0 0,1 0 0,-1 0 0,0-1 0,0 1 0,1 0 0,-1 0 0,0 0 0,0 0 0,1 0 0,-1 1 0,0-1 0,0 0 0,1 0 0,-1 0 0,0 1 0,1-1 0,-1 0 0,0 1 0,-1 0 0,-12 11 0,12-12 0,0 1 0,0 0 0,1 1 0,-1-1 0,1 0 0,-1 0 0,1 1 0,-1-1 0,1 1 0,-2 2 0,-29 42 0,16-25 0,-15 29 0,-27 54 0,40-70 0,-23 31 0,-7 15 0,-22 30 0,48-79 0,-43 45 0,57-69 0,-1 0 0,-1-1 0,1 1 0,-1-2 0,0 1 0,-1-1 0,-11 4 0,-9 4 0,21-9 0,0 0 0,0-1 0,-1 0 0,0-1 0,-20 3 0,-57-4 0,58-1 0,-33-2-2522,32 0-2357,1-2 0,-1-1-1,-46-14 1,10-8-567,55 21 292</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2.133"/>
    </inkml:context>
    <inkml:brush xml:id="br0">
      <inkml:brushProperty name="width" value="0.035" units="cm"/>
      <inkml:brushProperty name="height" value="0.035" units="cm"/>
    </inkml:brush>
  </inkml:definitions>
  <inkml:trace contextRef="#ctx0" brushRef="#br0">199 224 1792,'1'-3'1179,"0"-1"-1,0 1 1,0-1-1,1 1 1,-1 0-1,1-1 1,0 1-1,0 0 1,0 0-1,0 0 0,0 1 1,5-5-1,0-2 3167,-6 8-3984,-1 0 1,0 0-1,1 0 1,-1 0 0,0 0-1,0 0 1,0 0-1,0-1 1,0 1-1,0 0 1,0 0 0,0 0-1,-1 0 1,1 0-1,0 0 1,-1 0 0,1 0-1,0 0 1,-1 0-1,0-1 1,-4-13 3303,5 11-3620,0 3-45,0 0 1,0 0-1,0 1 0,0-1 1,0 0-1,0 0 0,0 0 1,1 0-1,-1 0 0,0 0 1,1 1-1,-1-1 0,0 0 1,1 0-1,-1 0 0,1 1 1,0-1-1,-1 0 0,1 1 1,0-2-1,-1 2 0,1 0 0,-1 0 0,0 0 0,0 0 0,0 0 0,0-1 0,0 1 0,0 0 0,0 0 0,0 0 0,0 0 0,0 0 0,0 0 0,0-1 0,0 1 0,0 0 0,0 0 0,0 0 0,0 0 0,0 0 0,0 0 0,0-1 0,0 1 0,0 0 0,0 0 0,0 0 0,0 0 0,0 0 0,0 0 0,0 0 0,0-1 0,0 1 0,0 0 0,0 0 0,0 0 0,0 0 0,-1 0 0,1 0 0,0 0 0,0 0 0,0-1 0,0 1 0,0 0 0,0 0 0,0 0 0,0 0 0,-1 0 0,1 0 0,0 0 0,0 0 0,0 0 0,0 0 0,0 0 0,0 0 0,-1 0 0,1 0 0,0 0 0,0 0 0,-5 0 0,1 1 0,1 0 0,-1 0 0,1 0 0,-1 1 0,1-1 0,0 1 0,-7 4 0,-8 5 0,5-4 0,0 0 0,1 1 0,0 0 0,0 1 0,1 0 0,0 1 0,1 0 0,0 1 0,0 0 0,1 1 0,1 0 0,0 0 0,-9 19 0,14-23 0,0 0 0,0 1 0,-1 12 0,1-7 0,3-10 0,-1-1 0,2 1 0,-1 0 0,0-1 0,1 1 0,-1 0 0,1-1 0,0 1 0,0-1 0,1 1 0,-1-1 0,1 0 0,-1 1 0,1-1 0,0 0 0,0 0 0,1 0 0,-1-1 0,0 1 0,1 0 0,0-1 0,0 1 0,0-1 0,5 3 0,-1-2 0,0-1 0,-1-1 0,1 1 0,0-1 0,0 0 0,0-1 0,0 1 0,0-1 0,0-1 0,0 1 0,0-1 0,0-1 0,0 1 0,8-4 0,3-1 0,0-2 0,0 0 0,29-20 0,-38 21 0,1 0 0,-1-1 0,-1 0 0,11-14 0,-3 5 0,-9 8 0,1 1 0,-2-1 0,12-20 0,-4 6 0,-4 1 0,-10 20 0,1-1 0,0 0 0,0 0 0,0 1 0,1-1 0,-1 1 0,1-1 0,-1 1 0,1-1 0,2-1 0,7-13 0,-4 11 0,-7 6 0,1 0 0,-1-1 0,1 1 0,-1 0 0,1 0 0,0 0 0,-1 0 0,1 0 0,-1 0 0,1 0 0,-1 0 0,1 0 0,-1 0 0,1 1 0,-1-1 0,1 0 0,-1 0 0,1 0 0,-1 1 0,1-1 0,-1 0 0,1 1 0,-1-1 0,1 0 0,-1 1 0,0-1 0,1 0 0,-1 1 0,0-1 0,1 1 0,-1-1 0,0 1 0,1-1 0,-1 1 0,0-1 0,0 1 0,1 0 0,-1 0 0,12 16 0,-11-14 0,0-1 0,0 0 0,1 0 0,-1 1 0,1-1 0,0 0 0,-1 0 0,4 2 0,2 3 0,0 1 0,0 0 0,6 9 0,10 12 0,-2-5 0,-16-19 0,-1 1 0,2-1 0,-1 1 0,0-2 0,10 8 0,2 3 0,2 1 0,-12-13 0,1 0 0,-1-1 0,0 0 0,1 0 0,-1 0 0,1-1 0,0 0 0,-1-1 0,1 0 0,0 0 0,0 0 0,-1-1 0,1 0 0,-1-1 0,1 0 0,10-4 0,-7 2 0,0-1 0,-1-1 0,0 0 0,0 0 0,0-1 0,-1 0 0,0 0 0,0-1 0,-1-1 0,10-11 0,-10 10 0,0 0 0,-1-1 0,0 0 0,-1-1 0,0 1 0,0-1 0,6-25 0,14-49 0,-20 64 0,-3 13 0,-1-1 0,0-1 0,1-19 0,-4 24 0,-3 9 0,-1 5 0,4-5 0,0-1 0,-1 1 0,1-1 0,0 1 0,1-1 0,-1 1 0,0-1 0,1 1 0,-1 0 0,1-1 0,0 4 0,1 39 0,0-20 0,0-11 0,1-1 0,1 0 0,0 0 0,1-1 0,0 1 0,0-1 0,11 20 0,-6-15 0,-2 1 0,9 30 0,-14-37 0,-1 0 0,-1 0 0,1 0 0,-2 0 0,1-1 0,-2 1 0,1 0 0,-1 0 0,-5 12 0,5-17 0,0 0 0,-1 0 0,0 0 0,0-1 0,0 1 0,-8 9 0,9-13 0,-1 1 0,1 0 0,-1-1 0,0 0 0,0 1 0,0-1 0,0 0 0,0 0 0,0-1 0,0 1 0,0-1 0,-1 0 0,1 1 0,-5 0 0,-31 2-9,0-1 0,-49-2 0,-78-13-373,20 1-603,9-1-9509,33 2-3402,67 9 8121</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2.970"/>
    </inkml:context>
    <inkml:brush xml:id="br0">
      <inkml:brushProperty name="width" value="0.035" units="cm"/>
      <inkml:brushProperty name="height" value="0.035" units="cm"/>
    </inkml:brush>
  </inkml:definitions>
  <inkml:trace contextRef="#ctx0" brushRef="#br0">417 81 1128,'-4'-11'2695,"3"9"-2196,1 1 0,-1-1 0,1 1 0,-1-1 0,1 1 0,-1 0 0,0-1 0,0 1 0,0 0 0,0-1 1,0 1-1,0 0 0,0 0 0,0 0 0,-2-1 0,-9-6 1622,0 1-1,-1 1 1,0 0 0,0 1 0,-1 0 0,1 1-1,-17-2 1,25 5-1947,0 1 0,0 0-1,-1 0 1,1 1 0,0 0 0,0 0-1,0 0 1,0 0 0,0 1 0,0 0-1,0 0 1,1 0 0,-9 6 0,4-2 86,0 0 0,0 1 0,1 0 0,0 0 0,-11 15 0,12-15-260,1 1 0,0 1 0,0-1 0,1 1 0,0 0 0,1 0 0,0 1 0,-4 14 0,1-3 0,2 0 0,0 1 0,1-1 0,-1 28 0,-4 60 0,8-71 0,-11 54 0,7-54 0,-3 55 0,7-69 0,-6 35 0,3-35 0,-1 36 0,-4 33 0,9-35-9289,0-78-13733</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3.273"/>
    </inkml:context>
    <inkml:brush xml:id="br0">
      <inkml:brushProperty name="width" value="0.035" units="cm"/>
      <inkml:brushProperty name="height" value="0.035" units="cm"/>
    </inkml:brush>
  </inkml:definitions>
  <inkml:trace contextRef="#ctx0" brushRef="#br0">10 147 2096,'-5'-16'6946,"5"15"-6596,-1 1 0,1-1 0,-1 1 0,1-1-1,-1 0 1,1 1 0,0-1 0,0 0 0,-1 0-1,1 1 1,0-1 0,0 0 0,0 0 0,0 1-1,-1-1 1,1 0 0,1 0 0,-1 1 0,0-1-1,0 0 1,0 0 0,0 0 0,0 1 0,1-1-1,-1 0 1,0 1 0,1-1 0,-1 0-1,0 1 1,1-1 0,-1 0 0,1 1 0,-1-1-1,1 1 1,-1-1 0,1 1 0,0-1 0,-1 1-1,2-1 1,12-10 3465,-12 9-3383,1 0 0,0 0 0,0 0-1,0 0 1,0 1 0,0-1 0,0 1 0,5-2 0,85-20 76,2 4-1,0 5 1,157-6 0,-236 21-508,0-1 0,0 2 0,29 6 0,-37-6 0,-1 0 0,0 1 0,0 0 0,-1 0 0,1 0 0,-1 1 0,1 0 0,-1 0 0,0 0 0,8 9 0,-11-9 0,1 1 0,-1-1 0,1 1 0,-1 0 0,-1 1 0,1-1 0,-1 0 0,0 1 0,0-1 0,0 1 0,-1 0 0,1 9 0,-1-4 0,0-1 0,-1 1 0,-1 0 0,1-1 0,-5 21 0,0-7 0,-8 23 0,12-21 0,1-26 0,0 1 0,0-1 0,0 0-1,0 0 1,0 0 0,0 0 0,-1 0 0,1 0 0,0 1-1,0-1 1,0 0 0,0 0 0,0 0 0,0 0 0,0 0 0,0 0-1,0 0 1,0 0 0,-1 1 0,1-1 0,0 0 0,0 0-1,0 0 1,0 0 0,0 0 0,0 0 0,0 0 0,-1 0 0,1 0-1,0 0 1,0 0 0,0 0 0,0 0 0,0 0 0,-1 0 0,1 0-1,0 0 1,0 0 0,0 0 0,0 0 0,0 0 0,0 0-1,-1 0 1,1 0 0,0 0 0,0 0 0,0 0 0,0 0 0,0-1-1,0 1 1,0 0 0,-1 0 0,1 0 0,0 0 0,0 0-1,0 0 1,0 0 0,0 0 0,0-1 0,0 1 0,0 0 0,0 0-1,0 0 1,0 0 0,-10-10-309,8 8 48,1 0-302,-1-1 1,1 1-1,0-1 1,-1 0-1,1 1 1,0-1-1,1 0 1,-1 0-1,0 0 1,1 0-1,0 0 1,-1 0-1,1 0 1,0 0-1,1-4 1,0 0-887,-1 0 0,1 0 0,1 0 0,-1 0-1,5-12 1,-3 11 21,0 0 1,-1 0-1,-1 0 0,2-16 0,1-6-1773,-2 9 1064,-2-1 218</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3.429"/>
    </inkml:context>
    <inkml:brush xml:id="br0">
      <inkml:brushProperty name="width" value="0.035" units="cm"/>
      <inkml:brushProperty name="height" value="0.035" units="cm"/>
    </inkml:brush>
  </inkml:definitions>
  <inkml:trace contextRef="#ctx0" brushRef="#br0">52 104 1328,'0'-1'349,"0"0"0,0 0-1,0 0 1,0 0 0,0 0 0,0 0-1,0 0 1,0 0 0,0 0 0,-1 0-1,1 1 1,0-1 0,-1 0-1,1 0 1,-1 0 0,1 0 0,-1 0-1,1 1 1,-1-1 0,1 0 0,-1 1-1,0-1 1,1 0 0,-1 1-1,0-1 1,0 1 0,0-1 0,1 1-1,-1-1 1,0 1 0,0-1-1,0 1 1,0 0 0,0 0 0,0-1-1,0 1 1,0 0 0,0 0 0,-1 0-1,-17-6 4826,11 3 2896,8 3-8011,0 0 0,0 0 1,0 0-1,0 0 0,0 0 0,0 0 1,0 0-1,0 0 0,0 0 1,0 0-1,0-1 0,-1 0 1305,1 1-1305,0 0 1,0 0-1,0 0 0,0 0 0,0 0 1,0 0-1,0 0 0,16-1 1638,10-5-2584,71-32-16998,-72 28 12108,1-1 176</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3.809"/>
    </inkml:context>
    <inkml:brush xml:id="br0">
      <inkml:brushProperty name="width" value="0.035" units="cm"/>
      <inkml:brushProperty name="height" value="0.035" units="cm"/>
    </inkml:brush>
  </inkml:definitions>
  <inkml:trace contextRef="#ctx0" brushRef="#br0">18 61 1736,'0'-2'1037,"-1"-1"-1,1 1 1,-1 0-1,1 0 1,-1 0-1,0 0 1,0 0-1,0 0 1,0 0-1,-2-3 0,-4-13 8346,7 18-9170,0-1-1,0 1 1,0-1-1,0 1 1,1-1-1,-1 1 1,0-1-1,1 0 1,-1 1-1,0 0 1,1-1-1,-1 1 1,0-1-1,1 1 1,-1-1-1,1 1 1,-1 0-1,1-1 0,-1 1 1,1 0-1,-1 0 1,1-1-1,-1 1 1,1 0-1,-1 0 1,1 0-1,0-1 1,-1 1-1,1 0 1,-1 0-1,1 0 1,0 0-1,-1 0 1,2 1-1,-2-3 728,0 2-902,0 0 0,0 0-1,0 0 1,0-1 0,0 1-1,0 0 1,0 0 0,1 0-1,-1-1 1,0 1 0,0 0-1,0 0 1,0 0 0,0-1-1,0 1 1,0 0 0,1 0-1,-1 0 1,0 0 0,0 0-1,0-1 1,0 1 0,1 0-1,-1 0 1,0 0 0,0 0-1,0 0 1,1 0 0,-1 0-1,0 0 1,0 0 0,0 0-1,1 0 1,-1 0 0,0 0-1,0 0 1,0 0 0,1 0-1,-1 0 1,0 0 0,0 0-1,0 0 1,1 0 0,-1 0-1,0 0 1,0 0 0,0 0-1,0 0 1,1 1 0,-1-1-1,0 0 1,4 3-37,-1 0 0,0 0 0,-1 0 0,1 1 0,0-1 0,-1 1 0,0 0 0,4 7 0,-6-9 0,0 0 0,1 0 0,-1 0 0,1 0 0,-1 1 0,1-1 0,0 0 0,0-1 0,2 5 0,-2-4 0,0 0 0,0 0 0,1 1 0,-2-1 0,1 1 0,0-1 0,0 1 0,-1-1 0,1 1 0,-1 2 0,0 10 0,0 20 0,7 66 0,-5-85 0,-1 0 0,-1 30 0,-1-15 0,-1-5 0,0 0 0,-10 41 0,0-1 0,-11 54 0,6-7 0,14-61 111,4-32-222,-1-19-59,0-7-104,9-70-21545,-8 64 17760,7 1-41</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4.215"/>
    </inkml:context>
    <inkml:brush xml:id="br0">
      <inkml:brushProperty name="width" value="0.035" units="cm"/>
      <inkml:brushProperty name="height" value="0.035" units="cm"/>
    </inkml:brush>
  </inkml:definitions>
  <inkml:trace contextRef="#ctx0" brushRef="#br0">148 81 2913,'0'-2'959,"-1"0"0,1 0 0,-1 0 0,1 0 0,-1 0 0,0 0 0,1 0 0,-1 1 0,0-1 1,0 0-1,-1 0 0,-1-2 0,-8-14 6999,8 3 1109,-7-6-8706,2 21-361,1 5 0,7-5 0,0 1 0,-1-1 0,1 0 0,0 1 0,0-1 0,0 0 0,-1 1 0,1-1 0,0 0 0,0 1 0,0-1 0,0 0 0,0 1 0,0-1 0,-1 1 0,1-1 0,0 0 0,0 1 0,0-1 0,0 1 0,0-1 0,1 0 0,-1 1 0,0-1 0,0 1 0,0-1 0,0 0 0,1 1 0,-1 0 0,0 3 0,0 0 0,0 0 0,0 0 0,0 1 0,1-1 0,0 0 0,0 0 0,0 0 0,3 7 0,1-1 0,-1 1 0,0 0 0,2 11 0,2 5 0,-1 0 0,-1-1 0,-1 1 0,-2 1 0,2 43 0,-5-53 0,0 2 0,0 0 0,-1 1 0,-7 34 0,-4 5 0,11-47 0,-2 1 0,0 0 0,0-1 0,-1 0 0,-6 14 0,1-9 0,2 0 0,0 1 0,-5 22 0,11-38 1,0 0 1,0 0-1,0 0 1,-1 0-1,1 0 1,-1-1-1,-3 5 0,-7 15-59,7-10 427,-7-5-7986,10-6 6139,0-1 0,0 0 0,0 0 0,0 0 0,0 0-1,0-1 1,0 1 0,0 0 0,0-1 0,-3 0 0,-2-5-2977,5-4 97</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4.753"/>
    </inkml:context>
    <inkml:brush xml:id="br0">
      <inkml:brushProperty name="width" value="0.035" units="cm"/>
      <inkml:brushProperty name="height" value="0.035" units="cm"/>
    </inkml:brush>
  </inkml:definitions>
  <inkml:trace contextRef="#ctx0" brushRef="#br0">111 301 1976,'-27'-6'4814,"-25"-2"8950,23 3-3980,26 3-7355,99-9-2429,37-10 0,227-66 0,-358 87 0,102-38 0,-87 31 0,-3 1 0,-1 0 0,0-1 0,24-16 0,-32 19 0,-3 3 0,-1 0 0,1 0 0,-1 0 0,0 1 0,0-1 0,1-1 0,-1 1 0,0 0 0,0 0 0,0 0 0,0-1 0,0 1 0,-1 0 0,1-1 0,0 1 0,-1-1 0,1 1 0,0-1 0,-1 1 0,0-1 0,1 1 0,-1-1 0,0 0 0,0 1 0,0-1 0,0 1 0,0-3 0,0 4 0,0-1 0,0 0 0,0 1 0,0-1 0,0 0 0,0 1 0,-1-1 0,1 0 0,0 1 0,0-1 0,0 0 0,0 1 0,-1-1 0,1 1 0,0-1 0,-1 1 0,1-1 0,0 1 0,-1-1 0,0 0 0,-2-1 0,1 0 0,-1 0 0,0 1 0,0-1 0,-1 1 0,1-1 0,-6 0 0,3 0 0,6 2 0,0-1 0,-1 1 0,1 0 0,-1 0 0,1 0 0,0 0 0,-1 0 0,1 0 0,-1-1 0,1 1 0,0 0 0,-1 0 0,1 0 0,-1 0 0,1 0 0,0 0 0,-1 1 0,1-1 0,-1 0 0,1 0 0,0 0 0,-1 0 0,1 0 0,-1 1 0,1-1 0,0 0 0,-1 0 0,1 0 0,0 1 0,-1-1 0,1 0 0,0 1 0,0-1 0,-1 0 0,1 1 0,0-1 0,0 0 0,0 1 0,-1-1 0,1 0 0,0 1 0,0-1 0,0 1 0,-5 5 0,5-6 0,0 1 0,-1 0 0,1 0 0,0-1 0,0 1 0,0 0 0,0 0 0,0-1 0,0 1 0,0 0 0,0 0 0,0-1 0,0 1 0,0 0 0,0 0 0,0 0 0,1-1 0,-1 1 0,0 0 0,0-1 0,1 1 0,-1 0 0,1-1 0,-1 1 0,1 0 0,-1-1 0,1 1 0,-1-1 0,1 1 0,0 0 0,16 14 0,225 127 0,-232-136 0,-1 0 0,0 1 0,0 0 0,-1 0 0,0 1 0,0 0 0,-1 1 0,0-1 0,0 1 0,-1 1 0,0-1 0,-1 1 0,0 0 0,5 17 0,-10-25 0,1 1 0,-2-1 0,1 1 0,0 0 0,0-1 0,-1 1 0,0-1 0,1 1 0,-1-1 0,0 0 0,0 1 0,0-1 0,-1 0 0,1 0 0,-2 3 0,-1 1 0,0-1 0,0 0 0,0 0 0,-10 8 0,-2-2 0,-1 0 0,0-2 0,-1 0 0,0-1 0,-1 0 0,-33 8 0,36-11 0,4-1 0,11-3 0,0-1 0,-1 1 0,1 0 0,0-1 0,0 1 0,0-1 0,0 1 0,0-1 0,0 0 0,-1 0 0,1 1 0,0-1 0,0 0 0,-1 0 0,1 0 0,0 0 0,0 0 0,0-1 0,-1 1 0,1 0 0,0-1 0,0 1 0,0 0 0,0-1 0,0 1 0,-1-1 0,1 0 0,0 1 0,0-1 0,0 0 0,1 0 0,-3-1 0,4 0 0,0 0 0,1 0 0,-1 0 0,0 0 0,1 0 0,-1 0 0,1 0 0,0 1 0,-1-1 0,1 1 0,0-1 0,3-1 0,-2 1 0,23-18 0,55-30 0,2-1 0,184-132 0,-236 162 0,-15 10 0,1 0 0,-1-2 0,-1 0 0,21-21 0,-35 28 0,-1-1-2580</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6.229"/>
    </inkml:context>
    <inkml:brush xml:id="br0">
      <inkml:brushProperty name="width" value="0.035" units="cm"/>
      <inkml:brushProperty name="height" value="0.035" units="cm"/>
    </inkml:brush>
  </inkml:definitions>
  <inkml:trace contextRef="#ctx0" brushRef="#br0">296 201 4313,'-8'-5'2306,"-1"0"1033,0-1 1,0 1-1,-17-6 0,16 7-971,0-1-1,1 1 1,-14-10-1,23 13-2233,-4 0 774,-2-7 1199,0 1-1935,6 4-172,8 7 0,5 5 0,-1 0 0,-1 1 0,1 1 0,17 22 0,15 13 0,-23-25 0,-11-10 0,0-1 0,1-1 0,1 1 0,-1-2 0,26 15 0,-26-19 0,-1-1 0,0 0 0,1 0 0,0-1 0,0-1 0,0 1 0,-1-2 0,1 0 0,0 0 0,0-1 0,0 0 0,19-5 0,-5 0 0,0-2 0,0-1 0,-1 0 0,29-17 0,34-29 0,-71 43 0,-1 0 0,-1-1 0,0 0 0,-1-1 0,-1-1 0,16-22 0,-1 2 0,1-14 0,-26 46 0,1-1 0,-1 1 0,0-1 0,0 1 0,0-1 0,2-8 0,-4 13 0,0-1 0,0 0 0,0 0 0,0 0 0,0 0 0,-1 1 0,1-1 0,0 0 0,0 0 0,0 0 0,0 0 0,0 1 0,0-1 0,0 0 0,-1 0 0,1 0 0,0 0 0,0 0 0,0 0 0,0 1 0,-1-1 0,1 0 0,0 0 0,0 0 0,0 0 0,-1 0 0,1 0 0,0 0 0,0 0 0,0 0 0,-1 0 0,1 0 0,0 0 0,0 0 0,0 0 0,-1 0 0,1 0 0,0 0 0,0 0 0,0 0 0,0 0 0,-1 0 0,1-1 0,0 1 0,0 0 0,0 0 0,0 0 0,-1 0 0,1 0 0,0 0 0,0-1 0,0 1 0,0 0 0,0 0 0,0 0 0,-1-1 0,1 4 0,-1 0 0,0 0 0,0-1 0,-1 1 0,1 0 0,0-1 0,-1 1 0,0-1 0,1 0 0,-1 1 0,-2 1 0,-12 18 0,2 0 0,-7 14 0,-14 40 0,26-50 0,-19 34 0,17-39 0,2 0 0,-12 36 0,13-32 0,-19 41 0,8-22 0,6-14 0,-1-2 0,-1 0 0,-29 39 0,25-45 0,0-1 0,-1 0 0,-1-2 0,0 0 0,-2-2 0,0 0 0,-48 25 0,53-33 0,-1-1 0,1-1 0,-1-1 0,0 0 0,-1-2 0,1 0 0,-1-1 0,0-1 0,0-1 0,0-1 0,0 0 0,0-2 0,1 0 0,-1-1 0,-26-8 0,38 8 0,1 1 0,-1-1 0,1-1 0,0 0 0,1 0 0,-1 0 0,0 0 0,-7-9 0,10 10 0,1 0 0,0 0 0,1-1 0,-1 1 0,0-1 0,1 0 0,0 0 0,0 0 0,0 0 0,1 0 0,-1 0 0,1 0 0,0 0 0,0-1 0,0 1 0,0-8 0,1 5 0,0 0 0,0-1 0,1 1 0,0 0 0,0 0 0,1 0 0,0 0 0,0 0 0,0 0 0,1 1 0,0-1 0,1 1 0,-1 0 0,10-12 0,1 0 0,1 2 0,1-1 0,1 2 0,0 0 0,1 1 0,1 1 0,0 0 0,1 2 0,32-15 0,11 0 0,125-33 0,159-23 0,-225 61-466,25-5-714,-105 17-284,-19 5-846,-1-1 1,29-11 0,-44 13 1885,1-1 1,-1 0-1,0-1 1,0 1-1,-1-1 0,10-9 1,7-10 3238,-4 0 3304,-15 19-4378,-2 4-848,-2-1 25,0-11-401,-2 8-517,-5 4 0,-2 1 0,8 0 0,0 0 0,1 0 0,-1 0 0,0 0 0,0 0 0,0 0 0,0 0 0,0 0 0,1 0 0,-1 1 0,0-1 0,0 0 0,0 1 0,0-1 0,1 0 0,-1 1 0,0-1 0,1 1 0,-1-1 0,0 1 0,1 0 0,-1-1 0,0 1 0,1 0 0,-1-1 0,1 1 0,-1 1 0,-4 3 0,-22 23 0,18-20 0,0-1 0,1 1 0,0 0 0,0 0 0,1 1 0,0 0 0,-5 11 0,-14 16 0,8 2 0,17-36 0,-1 1 0,1-1 0,0 0 0,0 0 0,0 1 0,0-1 0,0 0 0,0 1 0,1-1 0,-1 1 0,1-1 0,0 1 0,0-1 0,0 1 0,0-1 0,0 1 0,0-1 0,1 1 0,-1-1 0,1 1 0,0-1 0,-1 1 0,2 1 0,0 1 0,0-1 0,1 0 0,-1 0 0,1 0 0,0 0 0,-1-1 0,2 1 0,-1-1 0,0 0 0,1 0 0,6 5 0,-5-6 0,0 1 0,0-1 0,1 0 0,-1-1 0,1 1 0,-1-1 0,1 0 0,-1-1 0,1 1 0,0-1 0,-1 0 0,1-1 0,10-1 0,-3 0 0,0-1 0,0-1 0,0 0 0,23-11 0,-3 0 0,-24 12 0,0-1 0,1 0 0,-1-1 0,-1 0 0,1-1 0,14-11 0,-10 4 0,-11 11 0,1 0 0,-1 0 0,0-1 0,0 1 0,0-1 0,0 1 0,0-1 0,-1 1 0,1-1 0,-1 0 0,0 0 0,2-5 0,-2 4 0,-1 0 0,1-1 0,0 1 0,-1-1 0,0 1 0,0 0 0,-1-1 0,1 1 0,-1-1 0,0 1 0,0 0 0,0 0 0,-1-1 0,1 1 0,-1 0 0,0 0 0,0 1 0,0-1 0,-1 0 0,0 1 0,-4-6 0,-12-18 0,15 20 0,0 0 0,-1 0 0,-10-10 0,13 15 0,1 1 0,-1-1 0,-1 1 0,1-1 0,0 1 0,0 0 0,0 0 0,-1 0 0,1 0 0,-1 0 0,1 0 0,-1 0 0,1 1 0,-1 0 0,1-1 0,-4 1 0,-7 0 0,9-1 0,1 1 0,0 0 0,-1 0 0,1 1 0,0-1 0,0 1 0,-1 0 0,1-1 0,0 1 0,0 1 0,0-1 0,0 0 0,0 1 0,0 0 0,0-1 0,-2 3 0,3-3-551,1 0-1,0 0 1,-1 0 0,1 0-1,0 0 1,0 0-1,0 0 1,0 0 0,0 0-1,0 1 1,0-1 0,-1 2-1,2-2 302,0 0 0,0-1-1,0 1 1,0 0 0,0-1-1,0 1 1,1 0 0,-1-1 0,0 1-1,0 0 1,1-1 0,-1 1-1,0-1 1,1 1 0,-1-1 0,0 1-1,1-1 1,-1 1 0,1-1-1,-1 1 1,1-1 0,-1 1 0,1-1-1,0 0 1,-1 1 0,1-1-1,-1 0 1,1 0 0,0 0 0,-1 1-1,1-1 1,0 0 0,-1 0-1,1 0 1,1 0 0,-1 0-590,0 1 0,0-1-1,1 1 1,-1 0 0,0-1 0,0 1 0,0 0-1,0 0 1,0-1 0,0 1 0,0 0 0,0 0 0,1 2-1,-1 2-3257</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6.671"/>
    </inkml:context>
    <inkml:brush xml:id="br0">
      <inkml:brushProperty name="width" value="0.035" units="cm"/>
      <inkml:brushProperty name="height" value="0.035" units="cm"/>
    </inkml:brush>
  </inkml:definitions>
  <inkml:trace contextRef="#ctx0" brushRef="#br0">1 28 1288,'10'-28'31479,"1"35"-31479,-9-7 0,0 1 0,0 0 0,-1 0 0,1 0 0,0 0 0,-1 1 0,1-1 0,-1 0 0,1 1 0,-1-1 0,0 1 0,0-1 0,3 4 0,15 20 0,-16-22 0,0 0 0,-1 0 0,1 1 0,-1-1 0,1 1 0,-1 0 0,0-1 0,2 7 0,0 1 0,-1 0 0,0 0 0,-1 0 0,0 0 0,0 20 0,-2 17 0,0-46 0,1-1 0,-1 1 0,1 0 0,-1 0 0,1 0 0,0 0 0,0-1 0,0 1 0,0 0 0,0-1 0,0 1 0,0-1 0,1 1 0,1 1 0,-2-2 0,0 0 0,0-1 0,0 1 0,0 0 0,1 0 0,-1-1 0,0 1 0,0-1 0,1 1 0,-1-1 0,0 0 0,1 0 0,-1 1 0,1-1 0,-1 0 0,0 0 0,1 0 0,-1 0 0,1 0 0,-1-1 0,0 1 0,1 0 0,-1-1 0,0 1 0,2-1 0,36-16 0,-33 14 0,32-13 0,31-16 0,-62 28 0,0 0 0,0 0 0,0-1 0,-1 0 0,0-1 0,11-11 0,36-52 0,-49 63 0,-1 3 0,-1-1 0,0 1 0,1-1 0,-1 0 0,0 0 0,-1 0 0,1 0 0,-1 0 0,0-1 0,0 1 0,0 0 0,0-1 0,-1-3 0,0 8 0,0 0 0,0 0 0,0 0 0,0 0 0,0 0 0,0 0 0,0 0 0,0 0 0,0 1 0,0-1 0,0 0 0,0 0 0,0 0 0,0 0 0,0 0 0,0 0 0,0 0 0,0 0 0,-1 0 0,1 0 0,0 0 0,0 0 0,0 0 0,0 0 0,0 0 0,0 0 0,0 0 0,0 0 0,0 0 0,-1 0 0,1 0 0,0 0 0,0 0 0,0 0 0,0 0 0,0 0 0,0 0 0,0 0 0,0 0 0,-1 0 0,1 0 0,0 0 0,0 0 0,0 0 0,0 0 0,0 0 0,0 0 0,0 0 0,0 0 0,0 0 0,0 0 0,0 0 0,-1 0 0,1-1 0,0 1 0,0 0 0,0 0 0,0 0 0,0 0 0,-4 10 0,3-7 0,1-1 0,-1 1 0,0-1 0,0 0 0,0 1 0,0-1 0,-1 0 0,1 0 0,-1 0 0,1 0 0,-1 0 0,0 0 0,1-1 0,-4 3 0,3-1 0,-1-1 0,1 0 0,0 1 0,-1 0 0,1 0 0,0-1 0,-2 7 0,-34 76 0,12-41 0,26-42-64,-5 16-4711,5-17 4645,0-1 0,0 1 0,0-1-1,0 0 1,0 1 0,0-1 0,0 0 0,0 1 0,1-1-1,-1 1 1,0-1 0,0 0 0,1 1 0,-1-1 0,0 0-1,0 0 1,1 1 0,-1-1 0,0 0 0,1 1 0,-1-1-1,0 0 1,1 0 0,-1 0 0,0 0 0,1 1 0,-1-1 0,0 0-1,1 0 1,-1 0 0,1 0 0,-1 0 0,0 0 0,1 0-1,-1 0 1,1 0 0,-1 0 0,1 0 0,-1 0 0,0 0-1,1 0 1,-1 0 0,0-1 0,1 1 0,-1 0 0,1 0-1,-1 0 1,0-1 0,1 1 0,-1 0 0,19-6-11285,-3 2 5525</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7.696"/>
    </inkml:context>
    <inkml:brush xml:id="br0">
      <inkml:brushProperty name="width" value="0.035" units="cm"/>
      <inkml:brushProperty name="height" value="0.035" units="cm"/>
    </inkml:brush>
  </inkml:definitions>
  <inkml:trace contextRef="#ctx0" brushRef="#br0">287 115 2545,'0'-10'13971,"0"-14"2000,0 24-15959,0 0 0,0-1 0,-1 1 0,1 0 0,0-1 1,0 1-1,0 0 0,0-1 0,-1 1 0,1 0 0,0-1 0,0 1 0,0 0 0,-1 0 1,1-1-1,0 1 0,-1 0 0,1 0 0,0 0 0,0-1 0,-1 1 0,1 0 0,0 0 1,-1 0-1,0 0 0,-2-3-47,-5 3 35,3 0 0,-1 1 0,1-1 0,-1 2 0,1-1 0,-1 1 0,1-1 0,0 1 0,0 1 0,-1-1 0,-4 4 0,-4 2 0,4-4 0,1 1 0,-1 0 0,1 1 0,0 0 0,0 1 0,1 0 0,0 0 0,-8 10 0,-36 32 0,35-31 0,14-16 0,0 1 0,0 0 0,1 0 0,-1-1 0,1 2 0,0-1 0,0 0 0,0 0 0,0 1 0,0-1 0,0 1 0,1-1 0,0 1 0,0 0 0,0-1 0,-1 9 0,2-10 0,0 1 0,0-1 0,0 1 0,0-1 0,1 1 0,-1-1 0,1 1 0,-1-1 0,1 0 0,0 1 0,2 3 0,-1-3 0,0-1 0,1 0 0,-1 0 0,1 0 0,-1 0 0,1 0 0,0-1 0,-1 1 0,5 1 0,7 3 0,0-1 0,-1 0 0,1-2 0,1 1 0,-1-2 0,0 0 0,1 0 0,-1-1 0,20-2 0,18-3 0,62-13 0,-93 14 0,44-8-1011,-1-4 0,0-1-1,96-40 1,-145 49 419,-1-1 0,0 0 0,0-1 0,0-1 0,-1 0-1,17-17 1,-21 17 499,-1 2 390,-1 0 0,0 0 0,0-1 0,0 0 1,7-16-1,-14 20 222,-1 1 0,-1-1 0,1 1 1,-1 0-1,1-1 0,-1 1 0,0 0 0,-1 0 0,1 0 0,-6-7 1,4 7-216,2 3-266,0-1-1,0 0 0,0 0 1,0 1-1,0-1 0,0 1 0,0 0 1,-1 0-1,1 0 0,-1 0 0,1 0 1,-3 0-1,1 0-37,-1 0 0,0 1 0,1-1 0,-1 1 0,1 0 0,-1 1 0,1-1 0,-1 1 0,-7 2 0,-40 14 0,46-15 0,-111 48 0,102-42 0,1 1 0,0 0 0,0 0 0,1 2 0,-17 16 0,26-23 0,1-1 0,-1 1 0,1-1 0,1 1 0,-1 0 0,0 0 0,1 0 0,0 1 0,0-1 0,0 0 0,0 1 0,1 0 0,0-1 0,-2 10 0,4-13 0,-1 0 0,1 0 0,-1 1 0,1-1 0,-1 0 0,1 0 0,0 0 0,-1 0 0,1 0 0,0 0 0,0 0 0,0 0 0,0 0 0,0 0 0,0 0 0,0-1 0,0 1 0,0 0 0,0-1 0,0 1 0,1-1 0,-1 1 0,0-1 0,0 0 0,3 1 0,31 5 0,-4-7 0,-1-1 0,0-2 0,0-1 0,0-1 0,-1-1 0,43-17 0,-52 16 0,29-15 0,27-22 0,-66 34 0,-9 9 0,0 0 0,1 1 0,-1-1 0,0 1 0,1-1 0,-1 1 0,1 0 0,-1-1 0,4-1 0,-10 8 0,-1 0 0,1 0 0,1 0 0,-1 0 0,1 1 0,0 0 0,-6 12 0,2-6 0,7-11 0,1 0 0,-1 0 0,0 0 0,0 0 0,1 1 0,-1-1 0,0 0 0,1 0 0,-1 1 0,1-1 0,0 1 0,-1-1 0,1 0 0,0 3 0,-1-2 0,1 1 0,0-1 0,-1 0 0,0 1 0,0-1 0,0 1 0,0-1 0,0 0 0,0 0 0,-2 3 0,-5 10 0,-9 8 0,8-13 0,5-6 0,9-3 0,-2-1-607,0-1 0,0 1 0,0-1 0,0 0 0,0 0 0,0 0 0,0 0 0,0 0 0,-1-1 1,5-2-1,9-5-2655,13-7-1968,13-6-1609,-34 18 5912,0 0 0,0-1 0,0 1 0,-1-1 0,10-8 0,-13 9 736,0 0-1,0 0 1,0 0-1,0 0 1,0-1-1,-1 1 1,0-1-1,0 0 1,4-8-1,-1-4 676,-4 13-145,-1 0 1,1 0 0,-1 0-1,0-1 1,0 1 0,0-1 0,-1 1-1,1-5 1,-1 5 347,1 0 0,0 1 0,-1-1 0,2 0 0,-1 1 0,0-1 0,1 1 0,-1-1 0,1 1 0,0 0 0,0-1 0,1 1 0,3-4 0,-5 6-472,-1 1 0,0 0 0,0-1 0,1 1 0,-1 0 1,0-1-1,0 1 0,0-1 0,1 1 0,-1-1 0,0 1 0,0 0 0,0-1 0,0 1 0,0-1 0,0 1 0,0-1 0,0 1 0,0 0 0,0-1 0,0 1 0,0-1 0,0 1 0,0-1 1,-1 1-1,1 0 0,0-1 0,0 1 0,0-1 0,-1 1 0,1 0 0,0-1 0,0 1 0,-1 0 0,1-1 0,0 1 0,-1 0 0,1-1 0,0 1 0,-1 0 0,0-1 0,-3-4 3615,4 5-3770,0 0 1,0 1 0,0-1 0,0 0-1,0 0 1,0 0 0,0 1 0,0-1-1,0 0 1,0 0 0,0 0 0,0 1 0,0-1-1,0 0 1,0 0 0,0 0 0,0 1-1,0-1 1,0 0 0,0 0 0,-1 0-1,1 0 1,0 1 0,0-1 0,0 0-1,0 0 1,0 0 0,0 0 0,-1 0-1,1 1 1,0-1 0,0 0 0,0 0 0,-1 0-1,1 0 1,0 0 0,0 0 0,0 0-1,-1 0 1,1 0 0,0 0 0,0 0-1,0 0 1,-1 0 0,1 0 0,0 0-1,0 0 1,0 0 0,-1 0 0,1 0-1,0 0 1,0 0 0,0 0 0,-1 0 0,1 0-1,0-1 1,18 36-61,-3-5 0,-13-25 0,0 0 0,0 0 0,-1 0 0,1 0 0,-1 1 0,-1-1 0,1 1 0,-1-1 0,0 0 0,0 1 0,-1 7 0,0 9 0,0-18 0,1 0 0,-1 0 0,0 0 0,0 0 0,0 0 0,0-1 0,-4 7 0,-3 12 0,4-13 0,0-1 0,0 1 0,-1-1 0,-10 13 0,14-16 0,2-9 0,0 1 0,1-1 0,0 1 0,0-1 0,0 1 0,0 0 0,0 0 0,1 0 0,-1 0 0,1 0 0,0 0 0,4-3 0,21-26 0,-15 16 0,0 0 0,1 1 0,1 1 0,0 0 0,22-15 0,-6 4 0,2 5 0,-11 8 0,-19 11 0,1-1 0,-1 1 0,1 0 0,0 0 0,-1 0 0,1 1 0,0-1 0,0 1 0,0 0 0,-1 0 0,1 0 0,0 1 0,0-1 0,5 3 0,54 16 0,-60-17 0,14 3 0,-13-4 0,1 1 0,-1-1 0,0 1 0,0 0 0,1 0 0,-1 0 0,0 0 0,-1 1 0,1 0 0,0 0 0,5 6 0,-4-3-736,0 0 1,1-1-1,-1 1 1,1-1-1,0 0 0,0 0 1,1-1-1,0 0 1,9 5-1,-4-5-957,0 0 0,0-1 0,0 0 0,1 0 0,13 0 0,-1-1-4046,-6 2 18</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29.960"/>
    </inkml:context>
    <inkml:brush xml:id="br0">
      <inkml:brushProperty name="width" value="0.035" units="cm"/>
      <inkml:brushProperty name="height" value="0.035" units="cm"/>
    </inkml:brush>
  </inkml:definitions>
  <inkml:trace contextRef="#ctx0" brushRef="#br0">400 376 2825,'0'-6'1495,"-1"-23"14908,-6 16-6760,-1 6-7242,7 2-2401,1 5 0,0 0 0,-1-1 0,1 1 0,0-1 0,-1 1 0,1 0 0,0-1 0,0 1 0,-1 0 0,1-1 0,-1 1 0,1 0 0,0 0 0,-1-1 0,1 1 0,-1 0 0,1 0 0,-1 0 0,1-1 0,0 1 0,-1 0 0,1 0 0,-1 0 0,1 0 0,-1 0 0,1 0 0,-1 0 0,1 0 0,-1 0 0,0 0 0,-11 1 0,-10 0 0,0 0 0,0 1 0,0 2 0,0 0 0,1 1 0,-40 16 0,38-10 0,1 1 0,0 1 0,1 1 0,-21 18 0,39-29 0,-1 0 0,2 0 0,-1 0 0,0 1 0,0-1 0,1 0 0,0 1 0,0 0 0,0 0 0,0-1 0,1 1 0,-1 0 0,1 0 0,0 1 0,0-1 0,0 4 0,1-6 0,-1 0 0,1 0 0,1 0 0,-1 0 0,0 0 0,0 0 0,1 0 0,-1 0 0,1 0 0,-1 0 0,1 0 0,0 0 0,0-1 0,0 1 0,0 0 0,0 0 0,0-1 0,0 1 0,1-1 0,-1 1 0,1-1 0,-1 0 0,1 1 0,-1-1 0,1 0 0,0 0 0,0 0 0,-1 0 0,1 0 0,0-1 0,0 1 0,0-1 0,0 1 0,0-1 0,3 1 0,16 1 0,0 0 0,0-2 0,0 0 0,0-1 0,0-1 0,0-1 0,0-1 0,-1-1 0,28-10 0,-12 3 0,-19 7 0,-1 0 0,0-1 0,28-15 0,-6 0 0,-27 16 0,0-1 0,0-1 0,12-8 0,-16 9 0,-2 1 0,0 1 0,0 0 0,0 1 0,0-1 0,9-3 0,18-5 0,-31 12 0,0 0 0,-1 0 0,1 0 0,0 0 0,0 0 0,0 1 0,-1-1 0,1 0 0,0 0 0,-1 0 0,1 1 0,0-1 0,0 0 0,-1 1 0,1-1 0,0 1 0,-1-1 0,1 1 0,-1-1 0,1 1 0,-1-1 0,1 1 0,-1-1 0,1 1 0,-1 0 0,1-1 0,-1 1 0,0 0 0,1-1 0,-1 2 0,9 24 0,-1 7 0,1-1 0,-9-31 0,0 0 0,1 1 0,-1-1 0,0 0 0,1 0 0,-1 0 0,0 0 0,1 0 0,-1 0 0,1 0 0,0 0 0,-1 0 0,1-1 0,0 1 0,1 1 0,-1-1 0,0 0 0,-1 0 0,1-1 0,0 1 0,-1 0 0,1 0 0,-1 0 0,1 0 0,-1-1 0,1 1 0,-1 0 0,0 0 0,1 0 0,-1 0 0,0 2 0,1-3 0,-1 1 0,0 0 0,0-1 0,1 1 0,-1 0 0,0-1 0,1 1 0,-1-1 0,1 1 0,-1-1 0,0 1 0,1-1 0,-1 1 0,1-1 0,0 1 0,-1-1 0,1 0 0,-1 1 0,1-1 0,-1 0 0,1 0 0,0 1 0,-1-1 0,1 0 0,0 0 0,-1 0 0,1 0 0,0 0 0,-1 0 0,1 0 0,0 0 0,0 0 0,-1 0 0,1 0 0,1 0 0,31-5 0,-26 3 0,4 0 0,-1-1 0,0-1 0,0 0 0,0 0 0,13-9 0,0 1 0,-2 2 0,0-1 0,-1-1 0,0-1 0,27-23 0,-20 13 0,-18 16 0,-1 0 0,0-1 0,11-12 0,-12 9 0,1 0 0,-2 0 0,7-16 0,12-20 0,-23 43 0,-1 0 0,1 1 0,-1-1 0,0 0 0,0 0 0,0 0 0,0 0 0,-1 0 0,0 0 0,0 0 0,0 0 0,-1-5 0,1-7 0,0 16 0,0-1 0,-1 0 0,1 0 0,0 1 0,0-1 0,0 0 0,-1 0 0,1 1 0,0-1 0,-1 0 0,1 1 0,-1-1 0,1 1 0,-1-1 0,1 0 0,-1 1 0,1-1 0,-1 1 0,1-1 0,-1 1 0,0 0 0,1-1 0,-1 1 0,0-1 0,1 1 0,-1 0 0,0 0 0,0 0 0,1-1 0,-1 1 0,0 0 0,-1 0 0,1 0 0,0 0 0,-1 0 0,1 0 0,0 0 0,-1 0 0,1 1 0,0-1 0,-1 0 0,1 1 0,0-1 0,0 1 0,0-1 0,-1 1 0,1 0 0,0 0 0,0-1 0,0 1 0,0 0 0,0 0 0,0 0 0,0 0 0,0 0 0,1 0 0,-2 2 0,-3 4 0,0-1 0,0 0 0,1 0 0,0 0 0,0 1 0,0 0 0,1 0 0,0 0 0,0 0 0,1 0 0,0 1 0,0-1 0,1 1 0,-1 11 0,1-5 0,0-1 0,-2 1 0,0-1 0,-7 21 0,-5 25 0,-14 64 0,23-103 0,0 1 0,-2-1 0,0 0 0,-20 35 0,25-49 0,-2 2 0,3-5 0,1 0 0,-1-1 0,1 1 0,0 0 0,-1 0 0,1 0 0,1 0 0,-1 0 0,0 0 0,1 0 0,-1 5 0,2-11 0,-1 1 0,1-1 0,-1 0 0,1 0 0,0 0 0,0 0 0,0 1 0,0-1 0,1 0 0,2-4 0,25-30 0,-22 29 0,0-1 0,0 0 0,8-16 0,-4 4 0,0 1 0,1 1 0,1 0 0,1 0 0,0 1 0,2 1 0,0 1 0,0 0 0,2 1 0,32-22 0,-37 31 0,-1 0 0,1 0 0,0 2 0,0-1 0,0 2 0,1-1 0,17 0 0,-27 3 0,0 1 0,-1 0 0,1 0 0,0 0 0,0 0 0,-1 1 0,1 0 0,0 0 0,-1 0 0,1 0 0,0 0 0,-1 1 0,0-1 0,4 3 0,-5-2 0,0-1 0,0 0 0,0 1 0,0-1 0,0 1 0,0 0 0,-1 0 0,1-1 0,-1 1 0,1 0 0,-1 0 0,0 0 0,0 1 0,0-1 0,0 0 0,0 0 0,0 1 0,-1-1 0,1 0 0,-1 1 0,1 1 0,-2-1 0,0 0 0,0-1 0,0 1 0,-1-1 0,1 0 0,-1 1 0,1-1 0,-1 0 0,0 0 0,0 0 0,0 0 0,0 0 0,0 0 0,-4 2 0,-10 10 0,13-10 0,-1-1 0,0 0 0,0 0 0,0 0 0,0-1 0,0 1 0,-10 3 0,-7 4 0,14-8 0,7-2 0,0 0 0,-1 0 0,1 0 0,0 0 0,0 0 0,0 0 0,-1 0 0,1 0 0,0 0 0,0 0 0,0 0 0,0 0 0,-1 0 0,1 0 0,0 0 0,0 0 0,0 1 0,0-1 0,-1 0 0,1 0 0,0 0 0,0 0 0,0 0 0,0 0 0,0 0 0,0 1 0,-1-1 0,1 0 0,0 0 0,0 0 0,0 0 0,0 1 0,0-1 0,0 0 0,0 0 0,0 0 0,0 0 0,0 1 0,0-1 0,0 0 0,0 0 0,0 0 0,0 1 0,0-1 0,0 0 0,0 0 0,1 0 0,-1 0 0,1 0 0,0 0 0,0 0 0,-1 0 0,1 0 0,0-1 0,-1 1 0,1 0 0,0-1 0,-1 1 0,1 0 0,0-1 0,-1 1 0,1-1 0,-1 1 0,1-1 0,-1 1 0,2-2 0,5-3 0,1 0 0,-1 0 0,1 1 0,1 0 0,11-4 0,6-3 0,2-3 0,0 1 0,-1 0 0,0-2 0,-1-1 0,-1-2 0,34-29 0,51-61 0,-107 106 0,-1-1 0,1 0 0,-1 0 0,0 0 0,0 0 0,0 0 0,0-1 0,0 1 0,-1 0 0,0-1 0,1 0 0,-1 1 0,-1-1 0,1 0 0,0 1 0,-1-1 0,0-6 0,-1 6 0,-6 3 0,3 2 0,1-1 0,-1 1 0,1 0 0,0 0 0,-1 1 0,1-1 0,0 1 0,0-1 0,0 1 0,0 0 0,0 0 0,0 0 0,1 1 0,-1-1 0,1 1 0,-1-1 0,1 1 0,0 0 0,0 0 0,-2 3 0,-4 5 0,4-5 0,0 0 0,1 0 0,0 0 0,0 0 0,0 1 0,1-1 0,0 1 0,0-1 0,-2 13 0,2 4 0,-1 38 0,-5-3 0,6-44 0,0-1 0,-1 0 0,-1 0 0,0-1 0,0 1 0,-2-1 0,-9 19 0,3-6 0,-2-2 0,0 3 0,13-23 0,0 0 0,-1-1 0,1 1 0,-1 0 0,0 0 0,0-1 0,0 1 0,-3 2 0,-9 13 0,13-9 0,1-9 0,0 0 0,0 1 0,0-1 0,0 0 0,0 0 0,0 1 0,0-1 0,0 0 0,0 0 0,0 1 0,0-1 0,0 0 0,0 0 0,0 0 0,0 1 0,1-1 0,-1 0 0,0 0 0,0 0 0,0 1 0,0-1 0,0 0 0,1 0 0,-1 0 0,0 0 0,0 1 0,0-1 0,1 0 0,-1 0 0,0 0 0,0 0 0,0 0 0,1 0 0,-1 0 0,0 0 0,0 0 0,1 1 0,-1-1 0,0 0 0,0 0 0,0 0 0,1 0 0,-1 0 0,0-1 0,0 1 0,1 0 0,-1 0 0,0 0 0,0 0 0,1 0 0,-1 0 0,9-5 0,-9 5 0,15-9 0,-1-1 0,-1 0 0,0-1 0,0 0 0,16-20 0,15-18 0,-30 30 0,1 2 0,17-17 0,18-20 0,-34 33 0,-10 12 0,1 0 0,1 0 0,-1 0 0,1 1 0,18-14 0,-10 8 0,-13 11 0,0 0 0,0 0 0,0 1 0,1-1 0,-1 1 0,1-1 0,-1 1 0,1 0 0,0 1 0,7-3 0,-9 3 0,1 1 0,-1 0 0,1 1 0,-1-1 0,1 0 0,-1 1 0,1-1 0,-1 1 0,0 0 0,4 1 0,-5-1 0,1-1 0,-1 0 0,0 1 0,0 0 0,0-1 0,1 1 0,-1 0 0,0-1 0,0 1 0,0 0 0,0 0 0,0 0 0,0 0 0,0 0 0,-1 0 0,1 0 0,0 0 0,-1 0 0,1 1 0,0-1 0,-1 0 0,1 2 0,8 33 0,-9-32 0,-1 0 0,1 0 0,-1 0 0,1-1 0,-1 1 0,0 0 0,-1 0 0,1-1 0,-1 1 0,1 0 0,-1-1 0,0 0 0,0 1 0,-1-1 0,1 0 0,-1 0 0,1 0 0,-1 0 0,0-1 0,0 1 0,0-1 0,-1 0 0,1 0 0,-4 2 0,41-24 0,-2 2 0,-1-1 0,54-43 0,-68 46 0,-1-1 0,-1-1 0,0 0 0,19-33 0,43-63 0,-53 66 0,-22 42 0,-4 2 0,2 3 0,-1 1 0,1 0 0,-1 0 0,0-1 0,1 1 0,-1 0 0,1 0 0,-1 0 0,1-1 0,-1 1 0,0 0 0,1 0 0,-1 0 0,1 0 0,-1 0 0,0 0 0,1 0 0,-1 1 0,1-1 0,-1 0 0,1 0 0,-1 0 0,0 1 0,1-1 0,-1 0 0,1 0 0,-1 1 0,1-1 0,-1 0 0,1 1 0,0-1 0,-1 1 0,1-1 0,-1 1 0,1-1 0,0 1 0,-1-1 0,1 1 0,0 0 0,-6 13 0,-2 0 0,5-11 0,1 1 0,0 0 0,-1 0 0,2 1 0,-3 5 0,-11 32 0,11-33 0,0 0 0,1 0 0,0 0 0,1 0 0,0 0 0,-1 14 0,2-16 0,1-1 0,-1 0 0,-1 1 0,1-1 0,-3 6 0,2-6 0,0 0 0,1 0 0,-1 0 0,2 1 0,-2 5 0,2-3 0,-1 0 0,0 0 0,-5 16 0,3-16 0,1 1 0,1 0 0,-2 19 0,3-29 0,0 1 0,0-1 0,0 1 0,0 0 0,0-1 0,0 1 0,0 0 0,1-1 0,-1 1 0,0 0 0,0-1 0,1 1 0,-1-1 0,0 1 0,1 0 0,-1-1 0,0 1 0,1-1 0,-1 1 0,1-1 0,-1 0 0,1 1 0,-1-1 0,1 1 0,-1-1 0,1 0 0,0 1 0,-1-1 0,1 0 0,0 0 0,-1 1 0,1-1 0,-1 0 0,1 0 0,0 0 0,1 0 0,15-2 0,-17 2 0,90-26 0,-68 18 0,0 0 0,0-2 0,38-22 0,4-2 0,-36 20 0,-10 5 0,31-11 0,-39 15 0,-3 5 0,-6 0 0,-1-1 0,0 1 0,1 0 0,-1 0 0,1 0 0,-1 1 0,0-1 0,1 0 0,-1 0 0,0 0 0,1 0 0,-1 0 0,0 0 0,1 0 0,-1 1 0,0-1 0,1 0 0,-1 0 0,0 0 0,1 1 0,-1-1 0,0 0 0,0 0 0,1 1 0,-1-1 0,0 0 0,0 1 0,1-1 0,-1 0 0,0 1 0,0-1 0,0 0 0,0 1 0,0-1 0,0 0 0,0 1 0,1-1 0,-1 1 0,0 0 0,0 0 0,18 14 0,-15-14 0,-1 1 0,1 0 0,-1 0 0,1 0 0,-1 0 0,0 1 0,1-1 0,2 5 0,-3-4 0,0 0 0,0 0 0,0-1 0,0 1 0,1-1 0,-1 0 0,1 0 0,0 0 0,0 0 0,0 0 0,-1-1 0,2 1 0,3 1 0,0-1 0,-1 0 0,1 0 0,-1 0 0,1-1 0,-1 0 0,10 0 0,-7-2 0,0 0 0,0 0 0,0-1 0,0 0 0,-1 0 0,1-1 0,-1 0 0,13-7 0,65-43 0,-47 28 0,-19 11 0,29-26 0,-24 18 0,-21 18 0,1 0 0,-1 0 0,0 0 0,0 0 0,-1-1 0,1 1 0,4-11 0,-9 11 0,-7 4 0,-6 6 0,-1 0 0,1 1 0,0 0 0,1 1 0,0 1 0,-15 12 0,25-18 0,0 0 0,1 0 0,-1 0 0,1 0 0,-1 0 0,-2 5 0,-12 16 0,11-15 0,0 0 0,1 0 0,0 0 0,0 1 0,1 0 0,-5 19 0,0 31 0,3-14 0,4-30 0,0-1 0,-7 22 0,4-22 0,-1 0 0,-11 17 0,9-19 0,2-3 0,0-2 0,-1 1 0,0-1 0,-1 0 0,0 0 0,-15 10 0,-6 7 0,-9 7 0,-2-1 0,-65 37 0,71-48 0,-225 137 0,218-133 0,-61 25 0,69-34 0,-181 70 0,182-75 0,0-2 0,0-1 0,-1-1 0,1-2 0,-34 0 0,40-3 0,0-1 0,1-2 0,-1-1 0,1 0 0,0-2 0,-45-15 0,66 18 0,-1 0 0,1 0 0,1 0 0,-1-1 0,0 1 0,1-1 0,-1 0 0,1 0 0,0 0 0,0-1 0,0 1 0,0-1 0,0 0 0,1 1 0,0-1 0,0 0 0,0 0 0,0-1 0,1 1 0,-1 0 0,1-1 0,0 1 0,1 0 0,-1-1 0,1 1 0,0-1 0,0 0 0,0 1 0,0-1 0,1 1 0,0 0 0,0-1 0,0 1 0,0-1 0,1 1 0,0 0 0,0 0 0,0 0 0,0 0 0,0 0 0,1 1 0,6-7 0,13-10 0,1 0 0,1 2 0,0 1 0,2 1 0,0 2 0,0 0 0,41-14 0,205-53 0,-82 38 0,-166 38 0,0 1 0,0 2 0,29-1 0,14-1 0,-39 1-247,57-4-3676,-75 4-48,-6 1-291</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7:14:30.295"/>
    </inkml:context>
    <inkml:brush xml:id="br0">
      <inkml:brushProperty name="width" value="0.035" units="cm"/>
      <inkml:brushProperty name="height" value="0.035" units="cm"/>
    </inkml:brush>
  </inkml:definitions>
  <inkml:trace contextRef="#ctx0" brushRef="#br0">75 98 1544,'-13'4'6581,"0"1"-1,0 1 1,-19 11-1,32-17-6555,0 0 1,0 0-1,0 0 0,0 0 1,-1 0-1,1 0 0,0 0 1,0 0-1,0 0 1,0 0-1,0 1 0,-1-1 1,1 0-1,0 0 0,0 0 1,0 0-1,0 0 0,0 0 1,0 1-1,-1-1 1,1 0-1,0 0 0,0 0 1,0 0-1,0 1 0,0-1 1,0 0-1,0 0 0,0 0 1,0 0-1,0 1 0,0-1 1,0 0-1,0 0 1,0 0-1,0 1 0,0-1 1,0 0-1,0 0 0,0 0 1,0 0-1,0 1 0,0-1 1,1 0-1,-1 0 1,0 0-1,0 0 0,0 0 1,0 1-1,0-1 0,0 0 1,0 0-1,1 0 0,-1 0 1,0 0-1,0 0 1,0 0-1,0 0 0,1 1 1,-1-1-1,0 0 0,0 0 1,0 0-1,0 0 0,1 0 1,21 5 1558,26-1 59,432-34-1643,-327 16 0,158-17 0,-161 15 0,-133 13 0,-8 1 0,0 1 0,0 0 0,15 1 0,-15-1 0,-9-3 0,-6-9-4228,6 11 3590,0 1 1,0 0-1,-1 0 0,1-1 0,0 1 1,-1 0-1,1 0 0,-1 0 0,0 0 1,1 0-1,-1 0 0,0 0 0,0 0 1,1 0-1,-1 0 0,0 0 0,-2-1 1,-11-6-6101,4 6 41</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25.626"/>
    </inkml:context>
    <inkml:brush xml:id="br0">
      <inkml:brushProperty name="width" value="0.035" units="cm"/>
      <inkml:brushProperty name="height" value="0.035" units="cm"/>
    </inkml:brush>
  </inkml:definitions>
  <inkml:trace contextRef="#ctx0" brushRef="#br0">9 245 2617,'0'0'6660,"7"-1"2304,-17-8 3648,6 8-13127,2 1 1786,2 1-1201,1-1 0,-1 1 0,0 0 0,1-1 0,-1 1 0,1 0 0,-1-1 0,0 1 0,1-1 0,0 1 0,-1-1 0,1 1 0,-1-1-1,1 1 1,1 0 0,4 1-42,-4-2-27,-1 0-1,1 1 1,0 0-1,-1-1 1,1 1-1,-1 0 0,1 0 1,-1 0-1,1 0 1,-1 0-1,0 0 1,1 0-1,-1 0 1,0 1-1,0-1 1,0 0-1,0 1 1,0-1-1,0 1 1,0-1-1,-1 1 1,2 2-1,0 0 0,1 1 0,0-1 0,0 1 0,0-1 0,5 6 0,5 7 0,-10-14 0,0 1 0,0 0 0,1-1 0,-1 1 0,1-1 0,0 0 0,0 0 0,9 4 0,15 12 0,-19-13 0,1-1 0,0 0 0,0 0 0,0-1 0,0 0 0,17 3 0,-7-1 0,11 3 0,0-2 0,1-2 0,0-1 0,64 0 0,130-22 0,-83-6 0,-1-7 0,242-86 0,-138 10 0,-138 57 0,-82 39 0,-16 8 0,0-1 0,-1 0 0,1-1 0,-1 0 0,0-1 0,0 1 0,-1-2 0,0 1 0,8-9 0,2-2 0,-16 11-121,-6 12-490,-1-4-2524,-16 1-8593,-5-18 143,18 15 8070</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26.118"/>
    </inkml:context>
    <inkml:brush xml:id="br0">
      <inkml:brushProperty name="width" value="0.035" units="cm"/>
      <inkml:brushProperty name="height" value="0.035" units="cm"/>
    </inkml:brush>
  </inkml:definitions>
  <inkml:trace contextRef="#ctx0" brushRef="#br0">0 6 1528,'0'0'3530,"20"3"10067,-10-4-11170,2-1-577,16-4 757,66 12-77,1-1-1709,-17-5-658,-77 0-147,-1 1-6,1-1-1,-1 0 1,1 0 0,-1 0 0,0 0-1,1 0 1,-1 1 0,1-1-1,-1 0 1,0 0 0,1 1-1,-1-1 1,0 0 0,1 1-1,-1-1 1,0 0 0,0 1 0,1-1-1,-1 0 1,0 1 0,0-1-1,0 1 1,1-1 0,-1 1-1,0-1 1,0 0 0,0 1-1,0-1 1,0 1 0,0-1 0,0 1-1,0 0 1,-16 26 995,13-24-873,0 1 0,0-1 0,1 1 0,-1 0 0,-3 7 0,-9 13 435,1 5-126,2-4-233,-7 12 4,16-29-183,0-1-1,-1 1 0,0-1 0,-6 8 0,6-9-30,1-1 1,0 1-1,0 0 1,0 1-1,1-1 1,0 0-1,0 1 0,1-1 1,0 1-1,-1 8 1,6 2 47,6-9-3743,-9-8 3092,1 1 0,-1-1-1,1 0 1,-1 0 0,1 0-1,-1 0 1,1 0 0,-1 0 0,1-1-1,-1 1 1,1 0 0,-1-1-1,0 1 1,1-1 0,-1 0-1,0 1 1,3-2 0,23-20-9623,-9 7 4833</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26.799"/>
    </inkml:context>
    <inkml:brush xml:id="br0">
      <inkml:brushProperty name="width" value="0.035" units="cm"/>
      <inkml:brushProperty name="height" value="0.035" units="cm"/>
    </inkml:brush>
  </inkml:definitions>
  <inkml:trace contextRef="#ctx0" brushRef="#br0">130 45 1192,'-4'-15'7720,"-1"-3"440,5 17-7987,0 1 1,0-1-1,0 1 1,0-1-1,0 1 1,-1-1-1,1 1 1,0-1-1,0 1 1,-1-1-1,1 1 1,0-1-1,0 1 1,-1-1-1,1 1 1,-1 0-1,1-1 1,0 1-1,-1 0 1,1-1-1,-1 1 1,1 0 0,-1-1-1,1 1 1,-1 0-1,1 0 1,-1 0-1,1 0 1,-1-1-1,1 1 1,-1 0-1,1 0 1,-1 0-1,0 0 1,1 0-1,-1 0 1,1 0-1,-1 0 1,1 1-1,-1-1 1,1 0-1,-1 0 1,1 0-1,-1 0 1,1 1-1,-1-1 1,0 1-1,-1-1 394,0 1 0,0 0-1,0 0 1,0 0 0,1 0-1,-1 0 1,0 0 0,0 0-1,1 1 1,-1-1 0,1 0-1,-3 3 1,-14 19-567,15-21 0,1 1 0,-1 0 0,1-1 0,-1 1 0,1 0 0,0 1 0,0-1 0,-1 4 0,-3 11 0,-3 9 0,-7 38 0,14-54 0,1-1 0,0 0 0,1 1 0,0-1 0,1 1 0,0-1 0,3 13 0,-3-21 0,0 6 0,0 0 0,1-1 0,1 1 0,-1-1 0,1 1 0,0-1 0,1 0 0,-1 0 0,10 11 0,-9-13 0,-1-1 0,1 0 0,0 0 0,0-1 0,1 1 0,-1-1 0,1 0 0,-1 0 0,1-1 0,0 1 0,0-1 0,0 0 0,1 0 0,-1-1 0,0 0 0,7 1 0,-8-2 0,0 0 0,0 0 0,0 0 0,0-1 0,0 0 0,0 0 0,0 0 0,0 0 0,-1-1 0,1 1 0,-1-1 0,1 0 0,-1 0 0,7-5 0,-6 3 0,0 0 0,0 0 0,-1-1 0,1 1 0,-1-1 0,0 0 0,0 0 0,-1 0 0,1 0 0,-1 0 0,0 0 0,-1-1 0,1 1 0,-1-1 0,0 1 0,0-1 0,-1 1 0,0-1 0,0-7 0,0 5 0,-1-1 0,-1 1 0,1 0 0,-1-1 0,-1 1 0,1 0 0,-1 0 0,-1 0 0,1 1 0,-1-1 0,-1 1 0,-7-10 0,-6-18 0,17 31 0,-1-1 0,0 1 0,0 0 0,-1 0 0,1 0 0,-1 0 0,0 0 0,-6-6 0,3 4 0,4 3 0,0 1 0,0 0 0,0 0 0,0 0 0,-1 0 0,1 0 0,-1 1 0,1-1 0,-1 1 0,0-1 0,0 1 0,-5-1 0,-1 1 0,1 2 0,7-2 0,1 1 0,-1 0 0,1 0 0,0 0 0,-1 0 0,1 0 0,0 1 0,-1-1 0,1 0 0,-1 0 0,1 0 0,0 0 0,-1 0 0,1 0 0,0 0 0,-1 1 0,1-1 0,0 0 0,-1 0 0,1 1 0,0-1 0,0 0 0,-1 0 0,1 1 0,0-1 0,0 0 0,0 1 0,-1-1 0,1 0 0,0 1 0,0-1 0,0 0 0,0 1 0,0-1 0,-1 0 0,1 1 0,0-1 0,0 0 0,0 1 0,0 0 0,-2 3 0,-1-1 0,0 1 0,1 0 0,0 0 0,0 0 0,0 0 0,0 0 0,1 0 0,-1 0 0,1 1 0,0-1 0,0 1 0,1-1 0,0 0 0,-1 1 0,2 6 0,-2-8 10,1-2-20,0 0-1,-1 0 1,1 0 0,0 0-1,0 0 1,0 0-1,0 0 1,0 0-1,0 0 1,0 0-1,0 0 1,1 0 0,-1 0-1,0 0 1,0 0-1,1 0 1,-1 0-1,1 0 1,-1 0-1,1-1 1,-1 1 0,1 0-1,0 0 1,-1 0-1,1-1 1,0 1-1,-1 0 1,1-1-1,0 1 1,1 0 0,12 10-4743,7-11-6801,8-8 6415,47-19 0,-45 15 2260,-13 6 313</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27.572"/>
    </inkml:context>
    <inkml:brush xml:id="br0">
      <inkml:brushProperty name="width" value="0.035" units="cm"/>
      <inkml:brushProperty name="height" value="0.035" units="cm"/>
    </inkml:brush>
  </inkml:definitions>
  <inkml:trace contextRef="#ctx0" brushRef="#br0">1 673 928,'2'-1'629,"-1"0"0,0 0 0,1 0 0,-1 0-1,0 0 1,0 0 0,1-1 0,-1 1 0,0-1 0,0 1-1,-1 0 1,1-1 0,0 0 0,0-1 0,-1-14 19437,-1 17-18604,-6 0-708,0 1-630,6 0-124,1-1 0,0 1 0,-1-1 0,1 0 0,0 1 0,0-1 0,0 1 0,-1-1 0,1 1 0,0 0 0,0-1 0,0 1 0,0-1 0,0 1 0,0-1 0,0 1 0,0-1 0,0 1 0,0-1 0,0 1 0,1-1 0,-1 1 0,0-1 0,0 1 0,0-1 0,1 1 0,-1 0 0,1 0 0,1 3 0,1 0 0,-1 0 0,0 0 0,0 1 0,0-1 0,-1 1 0,2 6 0,-1-5 0,-1 0 0,1 0 0,0 0 0,1-1 0,3 7 0,-4-6 0,1 1 0,-1 0 0,-1 0 0,1 0 0,-1 0 0,0 0 0,-1 0 0,0 0 0,0 0 0,-2 13 0,1 9 0,0-7 0,0-15 0,1-1 0,0 0 0,0 0 0,0 1 0,1-1 0,0 0 0,0 0 0,1 1 0,-1-1 0,5 8 0,2 7 0,0-16 0,-8-5 0,0 1 0,1-1 0,-1 1 0,0-1 0,1 0 0,-1 1 0,1-1 0,-1 0 0,0 0 0,1 1 0,-1-1 0,1 0 0,-1 0 0,1 0 0,-1 0 0,1 1 0,-1-1 0,1 0 0,-1 0 0,1 0 0,-1 0 0,1 0 0,-1 0 0,1 0 0,-1 0 0,1-1 0,-1 1 0,1 0 0,-1 0 0,1 0 0,-1-1 0,1 1 0,-1 0 0,1-1 0,1 0 0,14-5 0,-1 0 0,1-1 0,-2 0 0,1-1 0,-1-1 0,24-19 0,-27 18 0,0 0 0,-1 0 0,16-20 0,13-14 0,-34 38 0,1 0 0,-1-1 0,0 0 0,-1 0 0,1-1 0,-2 1 0,4-9 0,6-11 0,-3 16 0,-9 10 0,0 0 0,0-1 0,1 1 0,-1 0 0,0-1 0,0 1 0,0-1 0,0 1 0,0-1 0,-1 1 0,1-1 0,0 0 0,-1 1 0,1-1 0,-1 0 0,0 1 0,1-1 0,-1 0 0,0-2 0,2 2 0,4 6 0,2 5 0,3 22 0,-2-3 0,-8-24 0,0 0 0,0 0 0,1 0 0,-1 0 0,1 0 0,0 0 0,4 6 0,8 15 0,-13-23 0,1 1 0,-1 0 0,1 0 0,-1-1 0,1 1 0,0-1 0,0 1 0,0-1 0,0 0 0,0 1 0,1-1 0,-1-1 0,3 3 0,1 1 0,-5-4 0,0 0 0,0 0 0,0 0 0,1 0 0,-1 0 0,1 0 0,-1-1 0,0 1 0,1 0 0,0-1 0,-1 1 0,1-1 0,-1 1 0,1-1 0,-1 0 0,1 0 0,0 0 0,2 0 0,4 0 0,-1-1 0,0 0 0,0 0 0,0-1 0,0 0 0,0 0 0,0 0 0,0-1 0,0 0 0,-1-1 0,0 1 0,0-1 0,0 0 0,0-1 0,0 0 0,-1 0 0,0 0 0,8-10 0,-7 7 0,0-1 0,0 1 0,-1-1 0,-1 0 0,1-1 0,-1 1 0,-1-1 0,0 0 0,0 0 0,-1 0 0,0 0 0,-1 0 0,0-12 0,-8-137 0,4 107 0,3 29 0,-7-42 0,-10-59 0,11 100 0,1 1 0,-2-44 0,7 60 0,-1 0 0,1 1 0,-2-1 0,1 1 0,-3-8 0,2 7 0,0-1 0,0 0 0,1 0 0,0 0 0,0-9 0,2 31 0,0 1 0,5 16 0,-3-13 0,0-1 0,0 24 0,-1-16 0,0 0 0,10 37 0,0 4 0,-5-29 0,-4-25 0,-1-1 0,0 1 0,0 15 0,-1 0 0,7 38 0,-5-45 0,0 0 0,-1 0 0,-1-1 0,-4 36 0,-3-19 0,3-21 0,0 0 0,0 22 0,-6 44 0,9-80-213,-1 1 1,1-1-1,0 0 1,0 0-1,0 0 0,0 0 1,1 1-1,-1-1 1,0 0-1,0 0 0,1 0 1,-1 0-1,0 0 1,1 0-1,-1 0 0,1 1 1,1 0-1,-2-2-120,1 0 0,-1 0 1,1 0-1,-1 0 0,1-1 0,-1 1 0,1 0 0,-1 0 0,0 0 0,1-1 1,-1 1-1,1 0 0,-1-1 0,1 1 0,-1 0 0,0-1 0,1 1 0,-1 0 0,0-1 1,1 1-1,-1-1 0,0 1 0,0-1 0,1 1 0,-1-1 0,13-25-10458,-8 12 6742,-3-2-612</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28.412"/>
    </inkml:context>
    <inkml:brush xml:id="br0">
      <inkml:brushProperty name="width" value="0.035" units="cm"/>
      <inkml:brushProperty name="height" value="0.035" units="cm"/>
    </inkml:brush>
  </inkml:definitions>
  <inkml:trace contextRef="#ctx0" brushRef="#br0">27 239 1248,'-26'-6'27750,"36"6"-24594,86-5-2543,-64 3-613,32-5 0,-14 1 0,-15 1 0,1-1 0,66-21 0,-93 26 0,0 1 0,14-4 0,-20 3 0,1 0 0,-1 0 0,0 1 0,0-1 0,1 1 0,-1 0 0,0 0 0,1 0 0,-1 1 0,0-1 0,1 1 0,-1 0 0,0 0 0,6 2 0,-9-3 0,1 0 0,-1 0 0,1 1 0,0-1 0,-1 0 0,1 1 0,-1-1 0,1 0 0,-1 1 0,1-1 0,-1 0 0,0 1 0,1-1 0,-1 1 0,0-1 0,1 1 0,-1-1 0,1 2 0,7 7 0,-6-8 0,-1 1 0,0-1 0,0 0 0,1 1 0,-1-1 0,0 1 0,0 0 0,0-1 0,-1 1 0,1 0 0,0-1 0,-1 1 0,1 0 0,-1 0 0,1 0 0,-1 3 0,2 33 0,-2-36 0,0 2 0,1 13 0,-2 1 0,0 0 0,-5 23 0,-2 33 0,6-62 0,1-1 0,0 1 0,1 0 0,1 14 0,0 4 0,8 16 0,-9-15 0,-1-31 0,0 0 0,0 0 0,1 0 0,-1 0 0,0 0 0,0-1 0,0 1 0,1 0 0,-1-1 0,0 1 0,0 0 0,1-1 0,-1 1 0,0-1 0,1 1 0,-1-1 0,1 1 0,-1-1 0,0 0 0,1 1 0,-1-1 0,1 1 0,0-1 0,-1 0 0,0-1 0,1 1 0,0-1 0,-1 0 0,0 1 0,1-1 0,-1 0 0,0 1 0,0-1 0,0 1 0,0-1 0,0 1 0,0-1 0,0 1 0,0 0 0,-1 0 0,-1-2 0,1 1 0,0 0 0,0 0 0,1 0 0,-1 0 0,0 0 0,1-1 0,-1 1 0,-1-4 0,-3-20 0,1 0 0,1-1 0,1 1 0,2-1 0,1-30 0,0 40 0,1 5 0,1 0 0,0 0 0,0 0 0,7-19 0,3-10 0,5-17 0,9-7 0,-8 26 0,-7 25 0,-10 12 0,0 1 0,0 0 0,0 0 0,1-1 0,-1 1 0,0 0 0,-1-1 0,1 1 0,0-1 0,0 0 0,-1 1 0,1-1 0,0-3 0,-1 5 0,0-1 0,1 0 0,-1 0 0,0 1 0,0-1 0,1 0 0,-1 1 0,0-1 0,1 1 0,-1-1 0,0 0 0,1 1 0,-1-1 0,1 1 0,-1-1 0,1 1 0,-1-1 0,1 1 0,0-1 0,-1 1 0,1 0 0,0-1 0,0 1 0,-1 0 0,1-1 0,-1 1 0,1 0 0,-1 0 0,0-1 0,1 1 0,-1-1 0,1 1 0,-1 0 0,0-1 0,1 1 0,-1-1 0,0 1 0,0 0 0,1-1 0,-1 1 0,0-1 0,0 1 0,1-1 0,-2 1 0,1-3 0,9 0 0,-7 3 0,0 0 0,-1 0 0,1 0 0,0 0 0,0 1 0,-1-1 0,1 0 0,0 1 0,-1-1 0,1 1 0,0 0 0,-1 0 0,1-1 0,-1 1 0,1 0 0,-1 0 0,1 0 0,-1 1 0,2 1 0,7 5 0,-7-6 0,0 1 0,0-1 0,0 1 0,-1 0 0,1-1 0,0 1 0,-1 1 0,0-1 0,3 6 0,9 11 0,-11-15 0,-1-1 0,1 1 0,-1-1 0,0 1 0,-1 0 0,1 0 0,-1 0 0,0 0 0,1 8 0,-2-9 0,1 0 0,-1-1 0,0 1 0,0 0 0,0-1 0,0 1 0,-1 0 0,0-1 0,1 1 0,-1-1 0,-1 1 0,1-1 0,0 0 0,-3 5 0,-10 11 0,11-14 0,-1 0 0,0 0 0,0 0 0,0-1 0,-1 1 0,-8 6 0,-4 5 0,16-14 0,-1 0 0,1-1 0,0 1 0,-1-1 0,1 1 0,-1-1 0,0 0 0,1 0 0,-1 1 0,-4 0 0,-1 3-142,-21 9-884,27-13 967,0-1-1,1 1 1,-1-1-1,0 0 1,0 0 0,0 1-1,0-1 1,0 0-1,0 0 1,0 0-1,0 0 1,0 0-1,0 0 1,0 0-1,1 0 1,-1 0-1,0-1 1,0 1 0,0 0-1,0 0 1,0-1-1,0 1 1,0-1-1,1 1 1,-1-1-1,0 1 1,0-1-1,0 0-205,1 1 0,0 0 0,0-1 0,0 1 0,0-1-1,0 1 1,-1 0 0,1-1 0,0 1 0,0 0 0,0-1 0,0 1-1,0-1 1,0 1 0,0 0 0,0-1 0,0 1 0,1-1-1,-1 1 1,0 0 0,0-1 0,0 1 0,0 0 0,0-1-1,1 1 1,-1 0 0,0-1 0,0 1 0,1 0 0,-1-1 0,0 1-1,1-1 1,15-12-4701,2-4-528,-8 5 1361,6 1-97</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29.127"/>
    </inkml:context>
    <inkml:brush xml:id="br0">
      <inkml:brushProperty name="width" value="0.035" units="cm"/>
      <inkml:brushProperty name="height" value="0.035" units="cm"/>
    </inkml:brush>
  </inkml:definitions>
  <inkml:trace contextRef="#ctx0" brushRef="#br0">44 424 408,'-8'6'32338,"8"0"-32336,0 0 1,0 0 0,-1 1-1,0-1 1,0 0 0,0 0-1,-3 6 1,-7 40-3,7-41 0,1-1 0,0 1 0,1 1 0,0-1 0,0 22 0,2 42 0,0-74 0,0-1 0,1 1 0,-1 0 0,1 0 0,-1 0 0,1 0 0,-1 0 0,1-1 0,0 1 0,-1 0 0,1 0 0,0-1 0,-1 1 0,1 0 0,0-1 0,0 1 0,0-1 0,0 1 0,-1-1 0,1 1 0,0-1 0,0 0 0,0 0 0,0 1 0,0-1 0,0 0 0,0 0 0,0 0 0,0 0 0,0 0 0,2 0 0,6-4 0,1 1 0,-1-1 0,-1-1 0,1 0 0,0 0 0,-1-1 0,0 0 0,-1 0 0,13-13 0,9-8 0,-20 19 0,-1 1 0,0-1 0,0 0 0,8-12 0,22-29 0,-25 34 0,-1-1 0,18-27 0,-25 35 0,0-1 0,12 37 0,-12-23 0,1 1 0,-2 1 0,1-1 0,6 12 0,10 15 0,-4-7 0,-15-23 0,0 1 0,0 0 0,1-1 0,-1 0 0,1 1 0,0-1 0,0 0 0,0-1 0,0 1 0,6 4 0,17 4 0,-22-12 0,-1 1 0,0-1 0,0 0 0,0 1 0,1-1 0,-1-1 0,0 1 0,0 0 0,0-1 0,0 0 0,-1 1 0,1-1 0,0 0 0,-1-1 0,1 1 0,-1 0 0,0-1 0,0 1 0,0-1 0,0 0 0,0 1 0,-1-1 0,1 0 0,-1 0 0,1 0 0,-1-1 0,0 1 0,-1 0 0,2-3 0,6-42 0,-8-191 0,1 222 0,1 0 0,4-22 0,-3 24 0,0-1 0,0-22 0,5-49 0,-7 81 0,-1 5 0,1-1 0,-1 1 0,0 0 0,0 0 0,0 0 0,0 0 0,0-1 0,0 1 0,-1 0 0,1 0 0,0 0 0,0 0 0,-1 0 0,1 0 0,-1 0 0,1 0 0,-1 0 0,0 0 0,1 0 0,-1 0 0,0 0 0,-1-1 0,6 8 0,-1 1 0,0 0 0,-1 1 0,0-1 0,0 0 0,0 1 0,0 10 0,4 12 0,-1-9 0,-1 1 0,-1-1 0,1 27 0,-7 12 0,-17 100 0,16-135 0,0-8 0,-1 0 0,-1-1 0,0 0 0,-1 0 0,-13 23 0,9-19 0,1 1 0,-8 23 0,14-25-3462,7-15 542,8-11 456,-7 2 187,1 1 1,-1-1-1,0 0 0,-1 0 1,1 0-1,-1-1 1,3-6-1,-4 0-2559</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29.356"/>
    </inkml:context>
    <inkml:brush xml:id="br0">
      <inkml:brushProperty name="width" value="0.035" units="cm"/>
      <inkml:brushProperty name="height" value="0.035" units="cm"/>
    </inkml:brush>
  </inkml:definitions>
  <inkml:trace contextRef="#ctx0" brushRef="#br0">5 44 1632,'-5'-17'26939,"5"17"-26755,14 6 3828,-9-2-4012,1-1 0,1 0 0,-1-1 0,0 1 0,0-1 0,1-1 0,-1 1 0,13 0 0,-18-2 0,1 0 0,-1 0 0,1 1 0,-1-1 0,1 0 0,-1 1 0,1-1 0,-1 1 0,1-1 0,1 3 0,-1-3 0,-1 1 0,1 0 0,-1-1 0,0 1 0,1-1 0,-1 1 0,1-1 0,-1 0 0,1 1 0,2-1 0,11 0-1588,-1-1 0,1 0-1,14-3 1,-23 2 818,-1 1 0,1-1 1,0 0-1,-1 0 0,0-1 0,1 1 0,-1-1 0,0-1 0,0 1 0,6-6 0,-8 7-597,0-1 1,0 1-1,0 0 0,0 0 0,1 0 1,3-1-1,10-7-3706</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29.981"/>
    </inkml:context>
    <inkml:brush xml:id="br0">
      <inkml:brushProperty name="width" value="0.035" units="cm"/>
      <inkml:brushProperty name="height" value="0.035" units="cm"/>
    </inkml:brush>
  </inkml:definitions>
  <inkml:trace contextRef="#ctx0" brushRef="#br0">469 26 224,'-6'-4'1935,"0"0"0,0 1 1,0 0-1,-1 0 0,1 1 0,-13-3 0,15 4-882,-1 1 0,1-1-1,-1 1 1,1 1 0,0-1 0,-1 0-1,1 1 1,0 0 0,-1 0 0,1 0-1,-6 4 1,-23 4 1077,28-9-1828,1 1 1,-1 0-1,1 0 1,0 1-1,0-1 0,0 1 1,0 0-1,0 0 1,0 0-1,0 0 1,0 1-1,1-1 1,-6 6-1,-8 8-302,15-14 0,0 0 0,0-1 0,0 1 0,0 0 0,0 0 0,0 0 0,0 1 0,1-1 0,-1 0 0,1 1 0,-1-1 0,0 5 0,-1 2 0,-1 0 0,1-1 0,-1 1 0,-7 9 0,-9 22 0,11-13 0,1 2 0,1-1 0,-4 46 0,4-26 0,4-16 0,1 0 0,4 46 0,-1-14 0,1-28 0,2 0 0,7 36 0,0-9 0,6 23 0,-10-56 0,-4-23 0,-1 0 0,-1 0 0,0 0 0,1 10 0,7 65 0,-9-69 0,-3 32 0,3-43 0,-1 0 0,1 0 0,-1 0 0,0 0 0,0 0 0,1 0 0,-1 0 0,-1 0 0,1 0 0,0 0 0,0-1 0,-1 1 0,1 0 0,-1-1 0,0 1 0,1-1 0,-3 2 0,-1 0-207,0 0 1,0 0-1,-1-1 1,1 1-1,-1-1 1,1-1-1,-1 1 1,0-1-1,0 1 1,1-2-1,-1 1 1,0-1-1,0 0 1,0 0-1,0 0 1,0-1-1,0 0 1,0 0-1,-7-3 1,-7-8-3932,16 9 2821,1 0 0,0 0-1,0-1 1,0 1 0,1-1 0,-1 1 0,1-1-1,0 0 1,0 0 0,0 0 0,-1-4 0,1-8-3719</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30.252"/>
    </inkml:context>
    <inkml:brush xml:id="br0">
      <inkml:brushProperty name="width" value="0.035" units="cm"/>
      <inkml:brushProperty name="height" value="0.035" units="cm"/>
    </inkml:brush>
  </inkml:definitions>
  <inkml:trace contextRef="#ctx0" brushRef="#br0">1 93 1720,'1'-1'10312,"7"1"-7761,0 2-930,1 0 0,-1-1 0,1 0 0,-1 0-1,12-1 1,-13 0-502,96-5 5625,-81 3-6982,0-1-1,0-1 1,0-1-1,37-14 1,-17-3-6451,-34 18 4721,0-1 0,0 1 1,0 1-1,1 0 0,-1 0 0,16-3 1,2-3-3696,-18 8 2394</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32.504"/>
    </inkml:context>
    <inkml:brush xml:id="br0">
      <inkml:brushProperty name="width" value="0.035" units="cm"/>
      <inkml:brushProperty name="height" value="0.035" units="cm"/>
    </inkml:brush>
  </inkml:definitions>
  <inkml:trace contextRef="#ctx0" brushRef="#br0">60 956 2865,'-2'1'569,"0"-1"0,0 1 0,0 0 0,0 0 0,0 0 0,1 0 0,-1 0 0,0 0 0,0 1 1,1-1-1,-1 1 0,1-1 0,-1 1 0,1-1 0,0 1 0,-1 0 0,1 0 0,0 0 0,0-1 0,0 1 1,0 3-1,1-4-272,0 0 0,0 0 0,0 0 1,0 0-1,1 0 0,-1-1 0,0 1 1,1 0-1,-1 0 0,1 0 1,-1 0-1,1 0 0,-1 0 0,1-1 1,-1 1-1,1 0 0,0-1 0,0 1 1,-1 0-1,1-1 0,0 1 0,0-1 1,1 2-1,2-1 302,0 1 1,-1-1-1,1 0 0,0 0 1,0 0-1,5 0 0,2 0 107,-1 0-1,1-2 1,-1 1 0,14-3-1,63-23 721,-78 22-1371,0 1 0,0-1 0,-1-1-1,1 0 1,-1 0 0,0 0 0,0-1 0,12-12 0,-17 16-29,-1-1 1,0 1 0,0 0 0,0-1 0,0 1 0,0-1 0,0 0 0,-1 1 0,1-1-1,-1 0 1,2-4 0,-3 4-9,0 1 0,1 0-1,-1-1 1,0 1 0,-1-1-1,1 1 1,0 0 0,-1-1-1,1 1 1,-1 0 0,0-1-1,1 1 1,-1 0 0,0 0-1,-2-3 1,1 2-18,1-1 0,-1 1 0,0-1 0,0 1 0,0 0 0,-1 0 0,1 0 0,-1 0 0,0 0 0,0 0 0,0 1 0,0-1 0,0 1 0,-1 0 0,1 0 0,-1 0 0,1 1 0,-1-1 0,1 1 0,-1 0 0,-6-2 0,-58-1 0,60 4 0,1 1 0,0 0 0,0 1 0,0 0 0,0 0 0,0 0 0,1 1 0,-1 0 0,1 0 0,-9 6 0,-7 5 0,-27 25 0,49-39 0,-3 3 0,0 0 0,0 0 0,0 0 0,0 0 0,1 0 0,-1 0 0,1 1 0,0-1 0,0 1 0,1 0 0,-1-1 0,1 1 0,-1 0 0,1 0 0,0 0 0,1 0 0,-1 0 0,0 7 0,2-4 0,-1-1 0,1 0 0,0 1 0,1-1 0,0 0 0,-1 1 0,2-1 0,-1 0 0,1-1 0,7 12 0,-3-8 0,0 0 0,1 0 0,1-1 0,-1-1 0,1 1 0,0-1 0,1-1 0,20 11 0,-4-1 0,-16-11 0,0-1 0,0 0 0,0 0 0,1-1 0,0-1 0,0 0 0,0 0 0,0-1 0,14 0 0,31-8 0,-27 2 0,-14 2 0,0-2 0,0 0 0,0 0 0,-1-1 0,0-1 0,14-9 0,4-1 0,-20 9 0,0 0 0,0-1 0,-1 0 0,0-1 0,-1 0 0,13-17 0,-9 11 0,0 0 0,-1-1 0,-1-1 0,-1 0 0,-1 0 0,16-37 0,-26 53 0,1 0 0,0 0 0,-1 0 0,0 0 0,1 0 0,-1 0 0,0-1 0,0 1 0,0 0 0,-1-3 0,0-23 0,1 28 0,1-3 0,-11 1 0,7 2 0,-1 0 0,0 1 0,0 0 0,1 0 0,-1 0 0,0 1 0,1-1 0,-1 1 0,1 0 0,0 0 0,-6 4 0,5-4 0,-38 20 0,18-4 0,-7 6 0,23-14 0,0 0 0,0 0 0,1 1 0,1 0 0,0 0 0,0 1 0,1-1 0,-7 25 0,12-35 0,-1 1 0,1 0 0,0 0 0,0 0 0,0 0 0,0 0 0,1 0 0,-1-1 0,1 1 0,-1 0 0,1 0 0,-1-1 0,1 1 0,0 0 0,0-1 0,1 3 0,-1-2 0,1 1 0,-1-1 0,0 0 0,0 1 0,-1-1 0,1 1 0,0-1 0,0 5 0,-2-6 0,1 2 0,9 4 0,-8-6 0,0 0 0,0-1 0,-1 1 0,1-1 0,0 1 0,0-1 0,0 1 0,0-1 0,0 1 0,0-1 0,0 0 0,-1 1 0,1-1 0,0 0 0,0 0 0,0 0 0,0 0 0,0 0 0,0 0 0,0 0 0,0 0 0,1 0 0,2-1 0,-1 1 0,-1 0 0,1 0 0,-1-1 0,0 1 0,1 0 0,-1-1 0,0 0 0,1 1 0,-1-1 0,0 0 0,0 0 0,0 0 0,0 0 0,4-4 0,0 1 0,27-23 0,-16 11 0,-12 12 0,-1 0 0,0-1 0,-1 1 0,1-1 0,-1 0 0,0 0 0,4-10 0,14-19 0,-13 25 0,-5 6 0,-1 1 0,1-1 0,-1 0 0,0 1 0,0-1 0,0 0 0,0 0 0,0 0 0,-1-1 0,1 1 0,-1 0 0,0-1 0,1-3 0,0 6 0,4 5 0,2 4 0,-5 13 0,8 12 0,-9-27 0,0 0 0,0 0 0,0-1 0,0 1 0,1 0 0,6 8 0,5 11 0,-13-23 0,1 1 0,-1 0 0,0 0 0,1-1 0,0 1 0,0-1 0,0 1 0,0-1 0,0 0 0,0 1 0,1-1 0,-1-1 0,3 3 0,21 11 0,-16-13 0,15 2 0,-23-5 0,0 1 0,1-1 0,-1 1 0,0-1 0,0 0 0,0 0 0,0 0 0,0 0 0,0 0 0,0 0 0,0 0 0,0-1 0,-1 1 0,1-1 0,2-2 0,-3 3 0,2-3 0,0 0 0,0 0 0,0-1 0,-1 1 0,1-1 0,-1 0 0,0 1 0,-1-1 0,1 0 0,1-8 0,0-1 0,-1 0 0,0-26 0,-9-145 0,6 163 0,2 1 0,4-39 0,-1 24 0,3-15 0,2 1 0,3 0 0,17-48 0,8-30 0,-25 89 0,3-12 0,-7 25 0,-6 22 0,-1 0 0,1 0 0,-1 0 0,0 0 0,0-9 0,-1-48 0,2 55 0,1 8 0,1 8 0,-4 14 0,1 1 0,1-1 0,5 26 0,15 84 0,-12-61 0,-7-41 0,-1-1 0,-4 45 0,0-14 0,2-59 0,1 7 0,-1 0 0,-1 0 0,0 0 0,0-1 0,-5 19 0,-20 72 0,-8 23 0,34-121 0,-1 0 0,1 0 0,0 0 0,-1 0 0,1 0 0,0 0 0,0 0 0,0 0 0,1 0 0,-1 0 0,0 0 0,1 0 0,-1 0 0,1-1 0,0 1 0,-1 0 0,1 0 0,0 0 0,0 0 0,0-1 0,1 1 0,-1-1 0,0 1 0,1-1 0,-1 1 0,0-1 0,1 0 0,0 1 0,-1-1 0,1 0 0,2 1 0,5 1 0,-6-2 0,1 0 0,-1 0 0,1 0 0,-1 0 0,1 0 0,-1-1 0,1 0 0,-1 1 0,1-1 0,4-1 0,4-1 0,1 1 0,-1-2 0,0 0 0,0-1 0,0 0 0,-1 0 0,1-1 0,-1-1 0,0 0 0,0 0 0,9-9 0,-9 7 0,-1-1 0,-1 0 0,1-1 0,-2 0 0,1 0 0,-1-1 0,-1 0 0,0-1 0,8-17 0,29-63 0,-11-6 0,-25 65 0,-6 15 0,-2 4 0,1 8 0,5 3 0,-4 7 0,-2 0 0,0 1 0,1-1 0,-1 0 0,1 0 0,0 0 0,1 0 0,1 4 0,-1-4 0,-1 0 0,1 1 0,-1-1 0,0 0 0,0 0 0,-1 1 0,1 4 0,-1 163 0,0-166 0,0 0 0,1 0 0,0 0 0,0 0 0,0 0 0,1 0 0,0 0 0,0-1 0,0 1 0,1-1 0,-1 1 0,1-1 0,1 0 0,7 9 0,-5-8 0,0 0 0,0-1 0,0 0 0,1 0 0,0 0 0,0-1 0,0 0 0,1 0 0,-1-1 0,12 3 0,-13-4 0,3 2 0,0-1 0,0 0 0,1-1 0,-1 0 0,1-1 0,0 0 0,-1 0 0,1-1 0,0 0 0,10-1 0,-15 0 0,0 0 0,1 0 0,-1-1 0,0 1 0,0-1 0,0 0 0,0 0 0,0-1 0,0 0 0,-1 0 0,1 0 0,7-7 0,-9 8 0,-1 0 0,0 1 0,0-1 0,0 0 0,0 0 0,0 0 0,-1 0 0,1 0 0,0-1 0,-1 1 0,0-1 0,1 1 0,0-3 0,12-18 0,-11 20 0,-1-1 0,0 1 0,0 0 0,0-1 0,0 1 0,0-1 0,1-5 0,17-45 0,-16 45 0,0 0 0,0 0 0,-1-1 0,0 1 0,-1-1 0,0 0 0,1-11 0,5-47 0,-8 40 0,-1 21 0,-3 10 0,-1 6 0,2-6 0,1 0 0,-1 0 0,1 1 0,0-1 0,0 1 0,0-1 0,0 1 0,1 0 0,0 0 0,-1 0 0,1 0 0,0 6 0,0-5 0,1-1 0,-1 1 0,0-1 0,0 0 0,0 1 0,-3 6 0,2-8 0,0 1 0,1 0 0,0 0 0,0 0 0,0 0 0,0 6 0,-7 45 0,7-45 0,1-8 0,0 1 0,0-1 0,0 1 0,0 0 0,0-1 0,0 1 0,1-1 0,-1 1 0,1-1 0,0 1 0,0-1 0,0 0 0,2 5 0,-3-4 0,0-3 0,0 0 0,0 1 0,0-1 0,0 1 0,0-1 0,0 1 0,0-1 0,0 1 0,0-1 0,0 0 0,0 1 0,0-1 0,0 1 0,0-1 0,1 1 0,-1-1 0,0 0 0,0 1 0,1-1 0,-1 0 0,0 1 0,0-1 0,1 0 0,-1 1 0,0-1 0,1 0 0,-1 1 0,1-1 0,-1 0 0,0 0 0,1 0 0,-1 1 0,1-1 0,-1 0 0,0 0 0,1 0 0,-1 0 0,1 0 0,0 0 0,2 1 0,1 0 0,-1-1 0,0 1 0,1-1 0,-1 0 0,0 0 0,1 0 0,-1-1 0,1 1 0,-1-1 0,0 1 0,0-1 0,1 0 0,-1-1 0,0 1 0,0-1 0,3-1 0,5-4 0,1-1 0,18-18 0,-13 12 0,0-2 0,0-1 0,0-1 0,-2 0 0,0-1 0,16-29 0,-18 30 0,1 1 0,0 0 0,2 1 0,21-18 0,-19 17 0,-5 6 0,1 0 0,27-15 0,-22 14 0,-17 10 0,5-2 0,17 6 0,-22-1 0,1 0 0,-1-1 0,0 2 0,0-1 0,1 0 0,-1 0 0,0 1 0,0-1 0,0 1 0,-1 0 0,1 0 0,0-1 0,-1 1 0,1 0 0,-1 0 0,1 1 0,-1-1 0,0 0 0,0 0 0,0 1 0,0-1 0,0 0 0,-1 1 0,1-1 0,-1 1 0,1 3 0,0 1 0,-1 1 0,1 0 0,-1 0 0,-1 0 0,1 0 0,-1 0 0,-3 8 0,-4 32 0,7-46 0,0 0 0,0 1 0,1-1 0,-1 1 0,1-1 0,0 1 0,0-1 0,-1 1 0,2 0 0,-1-1 0,0 1 0,0-1 0,1 1 0,0-1 0,-1 1 0,1-1 0,0 0 0,0 1 0,0-1 0,0 0 0,1 0 0,-1 0 0,1 0 0,-1 0 0,1 0 0,0 0 0,0 0 0,0 0 0,0-1 0,3 3 0,1-1 0,0 0 0,0 0 0,0-1 0,0 0 0,0 0 0,1 0 0,-1-1 0,0 0 0,1 0 0,10 0 0,14-1 0,1-2 0,57-10 0,-71 8 0,1-1 0,-1-1 0,0-1 0,0 0 0,-1-1 0,18-12 0,-26 15 0,0-1 0,0-1 0,-1 1 0,10-12 0,-15 16 0,-1-1 0,1 0 0,-1-1 0,0 1 0,0 0 0,0 0 0,-1-1 0,1 0 0,-1 1 0,0-1 0,0 1 0,0-1 0,0 0 0,-1 0 0,1-5 0,-1-9 0,1 10 0,-1 1 0,0-1 0,-1 0 0,0 0 0,0 0 0,-4-15 0,2 11 0,3 12 0,0-1 0,0 0 0,0 1 0,0-1 0,0 0 0,0 1 0,0-1 0,0 0 0,0 1 0,-1-1 0,1 1 0,0-1 0,0 0 0,-1 1 0,1-1 0,0 1 0,-1-1 0,1 1 0,-1-1 0,1 1 0,-1-1 0,1 1 0,-1-1 0,1 1 0,-2-1 0,-2-4 0,3 4 0,1 0 0,-1 0 0,1 1 0,-1-1 0,1 0 0,-1 1 0,1-1 0,-1 1 0,0-1 0,1 0 0,-1 1 0,0-1 0,0 1 0,1 0 0,-1-1 0,0 1 0,0 0 0,0-1 0,0 1 0,1 0 0,-1 0 0,0 0 0,0 0 0,0 0 0,0 0 0,0 0 0,-1 0 0,-1 0 0,0 0 0,-1 0 0,1 0 0,0 1 0,-1-1 0,1 1 0,0 0 0,0 0 0,-1 0 0,1 0 0,0 1 0,0-1 0,0 1 0,1 0 0,-1 0 0,0 0 0,1 0 0,-1 0 0,1 1 0,0-1 0,-1 1 0,1-1 0,0 1 0,1 0 0,-1 0 0,-2 6 0,3-6 0,0-1 0,1 1 0,-1 0 0,1 0 0,0-1 0,0 1 0,0 0 0,1 4 0,-2 18 0,0-20 0,-1 0 0,2 0 0,-1 1 0,1-1 0,-1 0 0,1 0 0,1 1 0,-1-1 0,1 0 0,0 0 0,0 0 0,1 0 0,-1 0 0,1 0 0,0 0 0,0 0 0,1-1 0,0 1 0,-1-1 0,1 0 0,1 1 0,-1-1 0,1-1 0,-1 1 0,9 5 0,-2-2 0,0 0 0,1-1 0,0 0 0,0-1 0,0-1 0,1 0 0,-1 0 0,1-1 0,22 3 0,7-2 0,61-1 0,-85-3 0,76-4 0,0-3 0,-1-5 0,108-28 0,-167 32-1101,0-2 1,0-1-1,50-25 1,-54 17-3830,-28 18 4535,0 0 0,1 0-1,-1-1 1,0 1 0,0 0 0,0 0 0,0-1-1,0 1 1,0 0 0,0-1 0,0 1 0,0-1-1,-1 0 1,1 1 0,0-3 0,-1 3 125,-1 0 0,1 0 1,-1 0-1,1 0 0,-1 0 1,0 0-1,1 0 1,-1 0-1,0 0 0,0 0 1,1 0-1,-1 0 0,0 1 1,0-1-1,0 0 0,0 1 1,0-1-1,0 1 1,0-1-1,0 1 0,0-1 1,-1 1-1,0-1 0,-32-7-4653,2 7 1470</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33.048"/>
    </inkml:context>
    <inkml:brush xml:id="br0">
      <inkml:brushProperty name="width" value="0.035" units="cm"/>
      <inkml:brushProperty name="height" value="0.035" units="cm"/>
    </inkml:brush>
  </inkml:definitions>
  <inkml:trace contextRef="#ctx0" brushRef="#br0">0 185 800,'1'-1'377,"-1"1"0,0-1 0,0 0-1,0 1 1,1-1 0,-1 1 0,0-1 0,1 1-1,-1-1 1,1 1 0,-1-1 0,1 1-1,-1-1 1,0 1 0,1 0 0,-1-1 0,1 1-1,0 0 1,-1-1 0,1 1 0,0 0 0,21-8 3697,24-2-385,33-10 807,-37 8-2960,54-15 219,-61 18-2518,-1-2 1,42-19-1,23-7-10372,-84 32 7244,-4-1-314</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8:10:35.200"/>
    </inkml:context>
    <inkml:brush xml:id="br0">
      <inkml:brushProperty name="width" value="0.035" units="cm"/>
      <inkml:brushProperty name="height" value="0.035" units="cm"/>
    </inkml:brush>
  </inkml:definitions>
  <inkml:trace contextRef="#ctx0" brushRef="#br0">53 368 600,'-25'-9'6073,"23"9"-5623,1 0 0,-1 0 0,0-1 0,0 1 0,1-1 0,-1 0 0,0 1 0,1-1 0,-1 0 0,0 0 0,-1-1 0,3 1 10,-1 0 0,1 0 1,-1 1-1,1-1 0,-1 0 0,1 0 1,-1 0-1,1 0 0,0 0 1,0 0-1,-1 0 0,1 0 0,0 1 1,0-1-1,0 0 0,0-2 1,0-5 4151,0 0 3305,2 3-7580,13-1-334,-12 6-3,0-1 0,1 0 0,-1 1 0,0-1 0,0 1 0,0 0 0,0 0 0,0 0 0,0 1 0,1-1 0,-1 1 0,0 0 0,0-1 0,0 2 0,0-1 0,-1 0 0,1 0 0,0 1 0,3 2 0,7 3 0,-8-4 0,0 0 0,0 1 0,-1 0 0,1 0 0,-1 0 0,0 0 0,6 10 0,-7-11 0,0 1 0,-1 0 0,0 0 0,0 0 0,0 0 0,0 0 0,-1 0 0,1 1 0,-1-1 0,0 1 0,0-1 0,-1 1 0,1-1 0,-1 1 0,0-1 0,0 1 0,-1 0 0,1-1 0,-1 1 0,0-1 0,-3 8 0,1-3 0,-1 0 0,0-1 0,0 1 0,0-1 0,-1 0 0,-1 0 0,1-1 0,-1 1 0,-9 8 0,-13 12 0,28-28 0,0 1 0,0-1 0,-1 1 0,1-1 0,0 0 0,0 1 0,0-1 0,-1 0 0,1 1 0,0-1 0,-1 0 0,1 1 0,0-1 0,-1 0 0,1 1 0,0-1 0,-1 0 0,1 0 0,0 0 0,-1 1 0,1-1 0,-1 0 0,1 0 0,-1 0 0,1 0 0,0 0 0,-1 0 0,1 0 0,-1 0 0,1 0 0,-1 0 0,1 0 0,0 0 0,-1 0 0,1 0 0,-1 0 0,0-1 0,0 1 0,1 0 0,0 1 0,0-1 0,0 0 0,0 0 0,-1 0 0,1 0 0,0 0 0,0 0 0,0 0 0,-1 0 0,1 0 0,0 0 0,0 0 0,0 0 0,-1 0 0,1 0 0,0 0 0,0 0 0,0-1 0,0 1 0,-1 0 0,1 0 0,0 0 0,0 0 0,0 0 0,0 0 0,-1 0 0,1-1 0,0 1 0,0 0 0,0 0 0,0 0 0,0 0 0,0 0 0,0-1 0,-1 1 0,1 0 0,0 0 0,0 0 0,0-1 0,0 1 0,0 0 0,-3-15 0,4-17 0,0 28 0,2-8 0,1 1 0,0-1 0,1 1 0,0 0 0,0 1 0,1-1 0,12-14 0,41-46 0,2 14 0,-53 51 0,-1 0 0,2 1 0,-1 0 0,0 0 0,1 1 0,13-5 0,-18 7 0,0 1 0,0 0 0,1 0 0,-1 1 0,0-1 0,1 1 0,-1 0 0,1 0 0,-1 1 0,0-1 0,1 1 0,-1 0 0,0 0 0,0 0 0,1 1 0,-1 0 0,0-1 0,5 5 0,4 1 0,-9-5 0,0 0 0,1 1 0,-1-1 0,-1 1 0,1 0 0,0 0 0,-1 0 0,1 0 0,-1 0 0,0 1 0,0 0 0,0 0 0,-1 0 0,4 6 0,5 39 0,-10-46 0,-1 0 0,0 0 0,0 0 0,0 0 0,0-1 0,0 1 0,0 0 0,-1 0 0,0 0 0,0 0 0,1-1 0,-1 1 0,-1 0 0,1-1 0,-2 4 0,-14 18 0,13-19 0,1 0 0,0 0 0,-1 0 0,0-1 0,0 1 0,-1-1 0,1 0 0,-9 6 0,7-4 0,6-6 0,-1 1 0,1 0 0,-1 0 0,0-1 0,1 1 0,-1 0 0,0-1 0,0 1 0,1-1 0,-1 1 0,0-1 0,0 1 0,0-1 0,0 0 0,0 1 0,0-1 0,1 0 0,-1 1 0,0-1 0,0 0 0,0 0 0,-2 0 0,2 0 0,0-1 0,0 1 0,0 0 0,0 0 0,0-1 0,1 1 0,-1-1 0,0 1 0,0-1 0,0 1 0,1-1 0,-1 1 0,0-1 0,0 0 0,1 1 0,-1-1 0,1 0 0,-1 0 0,1 1 0,-1-1 0,1 0 0,-1 0 0,1 0 0,0 0 0,-1 0 0,1 0 0,0 0 0,0 0 0,-1 0 0,1 1 0,0-1 0,0 0 0,0 0 0,0 0 0,1-2 0,-1 0 0,0 0 0,0-1 0,1 1 0,-1-1 0,1 1 0,0 0 0,0 0 0,0-1 0,0 1 0,2-3 0,8-19 0,-10 21 0,1-1 0,0 1 0,0 0 0,0-1 0,0 1 0,4-4 0,3-3 0,15-21 0,-18 24 0,1 0 0,-1 1 0,1 0 0,1 0 0,-1 1 0,1 0 0,0 0 0,1 1 0,10-5 0,0-2 0,-6 4 0,1 1 0,-1 0 0,1 1 0,0 1 0,1 0 0,-1 1 0,1 0 0,0 1 0,0 1 0,17-1 0,-24 3 0,1 0 0,0 1 0,-1 0 0,1 1 0,-1-1 0,1 2 0,-1-1 0,0 1 0,0 0 0,0 1 0,0 0 0,-1 0 0,1 1 0,-1 0 0,0 0 0,-1 1 0,1 0 0,-1 0 0,0 0 0,5 8 0,-4-5 0,-6-8 0,0 0 0,0 1 0,0-1 0,0 0 0,-1 1 0,1-1 0,0 0 0,-1 1 0,1-1 0,-1 1 0,1-1 0,-1 1 0,1-1 0,-1 1 0,0 1 0,0 0 0,1 0 0,0 0 0,-1 0 0,1 1 0,0-1 0,0-1 0,1 1 0,-1 0 0,1 0 0,1 3 0,-1-4 0,0 1 0,-1 0 0,1-1 0,-1 1 0,0 0 0,0 0 0,0 0 0,0 0 0,-1 0 0,1 4 0,-1-5 0,0 0 0,1 0 0,-1 0 0,1 1 0,-1-1 0,1 0 0,0 0 0,0 0 0,-1 0 0,2 0 0,-1 0 0,0 0 0,0 0 0,1-1 0,-1 1 0,0 0 0,1-1 0,0 1 0,-1-1 0,1 1 0,3 1 0,-3-2 0,-1 0 0,1 0 0,0 0 0,0-1 0,-1 1 0,1 0 0,0-1 0,0 1 0,0-1 0,0 0 0,0 0 0,0 0 0,0 0 0,0 0 0,-1 0 0,1 0 0,0 0 0,0-1 0,0 1 0,0-1 0,2 0 0,7-2 0,7-1 0,0 0 0,0-1 0,0-1 0,29-13 0,-20 7 0,-7 2 0,0-2 0,-1 0 0,-1-1 0,0-1 0,0 0 0,27-30 0,-37 36 0,1-1 0,-1 1 0,-1-2 0,0 1 0,0-1 0,-1 0 0,10-19 0,-4 4 0,-9 20 0,0 0 0,-1 0 0,0-1 0,3-7 0,1-5 0,-5 15 0,1 0 0,-1-1 0,0 1 0,0-1 0,0 1 0,-1-1 0,1-5 0,-1 8 0,-1-1 0,1 1 0,0 0 0,-1 0 0,1 0 0,-1 0 0,1-1 0,-1 1 0,1 0 0,-1 0 0,0 0 0,0 0 0,1 0 0,-1 1 0,0-1 0,0 0 0,0 0 0,0 0 0,0 1 0,0-1 0,0 1 0,0-1 0,0 1 0,-1-1 0,1 1 0,0-1 0,-2 1 0,-4-2 0,0 1 0,0 0 0,0 0 0,0 0 0,0 1 0,0 0 0,0 1 0,0 0 0,-13 2 0,-5 4 0,-32 13 0,41-14 0,7-1 0,0 0 0,0 0 0,0 1 0,1 0 0,0 0 0,0 1 0,1 0 0,-12 14 0,-9 8 0,21-21 0,0 1 0,1 0 0,0 0 0,0 1 0,1-1 0,0 1 0,1 0 0,0 0 0,-3 17 0,4-19 0,2-6 0,0 1 0,1 0 0,-1 0 0,0 0 0,1 0 0,-1-1 0,1 1 0,0 0 0,0 0 0,0 0 0,1 0 0,-1 0 0,1 0 0,-1 0 0,1 0 0,0 0 0,0-1 0,0 1 0,1 0 0,-1-1 0,1 1 0,-1-1 0,1 1 0,0-1 0,0 0 0,0 0 0,0 0 0,0 0 0,4 3 0,-4-4 0,0 0 0,1-1 0,-1 1 0,0 0 0,0-1 0,1 1 0,-1-1 0,0 0 0,1 0 0,-1 0 0,0 0 0,1 0 0,-1-1 0,3 0 0,35-10 0,-30 8 0,10-5 0,29-15 0,-41 20 0,17-12 0,44-33 0,-7 5 0,-26 15 0,-37 26 0,11-3 0,-10 5 0,1 0 0,0 0 0,-1 0 0,1 0 0,0 0 0,-1 0 0,1 0 0,0 0 0,-1 0 0,1 0 0,0 0 0,0 0 0,-1 0 0,1 0 0,0 1 0,-1-1 0,1 0 0,-1 1 0,1-1 0,0 0 0,-1 1 0,1-1 0,-1 1 0,1-1 0,-1 1 0,2 0 0,8 17 0,-5-8 0,-4-9 0,-1 1 0,1 0 0,-1-1 0,1 1 0,-1 0 0,0-1 0,0 1 0,1 0 0,-1-1 0,0 1 0,-1 0 0,1 0 0,0-1 0,-1 4 0,1-3 0,-1 0 0,1 0 0,0 0 0,0 0 0,0 0 0,0 0 0,0 0 0,0 0 0,0 0 0,2 3 0,-1-2 0,1 1 0,0-1 0,-1 0 0,1 0 0,0 0 0,1-1 0,-1 1 0,1 0 0,-1-1 0,1 0 0,0 0 0,-1 1 0,1-1 0,0-1 0,1 1 0,-1 0 0,0-1 0,0 0 0,1 0 0,-1 0 0,1 0 0,-1 0 0,1-1 0,6 1 0,3-1 0,0-1 0,-1-1 0,1 0 0,-1-1 0,1 0 0,-1-1 0,0 0 0,0-1 0,0 0 0,-1-1 0,0 0 0,11-8 0,-19 12 0,0 0 0,-1 0 0,1 0 0,0-1 0,-1 1 0,0 0 0,1-1 0,-1 0 0,0 0 0,0 1 0,0-1 0,-1 0 0,1-1 0,1-4 0,-1 0 0,0 0 0,-1 0 0,0 0 0,0 0 0,-1-11 0,0 7 0,0 0 0,-1-1 0,0 1 0,-1 0 0,0 1 0,-1-1 0,-4-12 0,1 6 0,5 15 0,0 0 0,0-1 0,0 1 0,0 0 0,-1 0 0,0 0 0,1 0 0,-3-3 0,3 6 0,0 0 0,1 0 0,0-1 0,-1 1 0,1 0 0,0 0 0,-1 0 0,1-1 0,0 1 0,-1 0 0,1 0 0,0-1 0,-1 1 0,1 0 0,0-1 0,0 1 0,-1 0 0,1-1 0,0 1 0,0 0 0,0-1 0,0 1 0,0-1 0,-1 1 0,1 0 0,0-1 0,0 1 0,0-1 0,0 1 0,0 0 0,0-2 0,0-1 0,0 6 0,1 1 0,-1-1 0,1 0 0,0 0 0,0 1 0,0-1 0,1 0 0,-1 0 0,4 4 0,-3-4 0,0 1 0,-1-1 0,1 0 0,-1 1 0,0-1 0,1 1 0,-1-1 0,0 8 0,0-7 0,-1 0 0,1 1 0,0-1 0,0 0 0,0 0 0,3 6 0,-2-6 0,-1 0 0,1 0 0,-1 0 0,0 0 0,0 1 0,0 6 0,7 60 0,-8 231 0,-8-253 0,7-43 0,0 1 0,0-1 0,-1 0 0,0 1 0,0-1 0,0 0 0,-1 0 0,0-1 0,0 1 0,0 0 0,-9 9 0,10-12 0,0 0 0,0 0 0,0 0 0,0 1 0,1-1 0,0 0 0,-1 1 0,1-1 0,0 1 0,0 6 0,0-8 0,1-1 0,0 0 0,-1 0 0,0 1 0,1-1 0,-1 0 0,0 0 0,1 0 0,-1 0 0,0 0 0,0 0 0,0 0 0,0 0 0,0 0 0,0 0 0,0 0 0,0-1 0,-1 2 0,-26 11 0,25-10 0,3-2 0,-1-1 0,1 1 0,0-1 0,-1 1 0,1-1 0,-1 0 0,1 1 0,-1-1 0,1 1 0,-1-1 0,1 0 0,-1 0 0,1 1 0,-1-1 0,1 0 0,-1 0 0,0 1 0,1-1 0,-1 0 0,1 0 0,-1 0 0,0 0 0,1 0 0,-1 0 0,0 0 0,1 0 0,-1 0 0,1 0 0,-1 0 0,1 0 0,0 0 0,-1 0 0,1 0 0,-1 0 0,1-1 0,0 1 0,-1 0 0,1 0 0,0 0 0,-1 0 0,1-1 0,0 1 0,-1 0 0,1 0 0,0-1 0,0 1 0,-1 0 0,1-1 0,0 1 0,0 0 0,-1 0 0,1-1 0,0 1 0,0 0 0,0-1 0,0 1 0,0-1 0,-1 1 0,1 0 0,0-1 0,0 1 0,0 0 0,0-1 0,0 1 0,0-1 0,3-11 0,-3 11 0,17-58 0,-11 42 0,6-32 0,-8 32 0,0 0 0,12-30 0,-6 19 0,5-8 0,5-7 0,-18 40 0,0 1 0,-1 0 0,1 0 0,-1 0 0,0 0 0,0 0 0,0 0 0,0 0 0,0 0 0,0 0 0,-1 0 0,1-1 0,-1 1 0,1-5 0,0-1 0,0 0 0,0 0 0,1 0 0,0 0 0,1 0 0,0 1 0,0-1 0,8-13 0,-7 17 0,0-1 0,0 1 0,0 0 0,0 0 0,1 0 0,0 0 0,0 1 0,0 0 0,0 0 0,0 0 0,0 1 0,1 0 0,0 0 0,-1 0 0,9-1 0,31-7 0,-31 6 0,-1 1 0,1 1 0,21-2 0,-14 3 0,21 1 0,-40 0 0,1 1 0,-1-1 0,0 1 0,0-1 0,0 1 0,0 0 0,0 0 0,0 0 0,0 0 0,0 0 0,0 0 0,-1 0 0,1 1 0,0-1 0,2 3 0,7 7 0,-10-10 0,0-1 0,0 1 0,0 0 0,0 0 0,0 0 0,0 0 0,0 0 0,0 0 0,-1 0 0,1 0 0,0 0 0,-1 0 0,1 1 0,-1-1 0,1 0 0,-1 0 0,0 1 0,1-1 0,-1 0 0,0 0 0,0 1 0,0-1 0,0 0 0,0 2 0,0 1 0,-1 0 0,1 0 0,-1 0 0,1 0 0,-1 0 0,0 0 0,-1 0 0,1-1 0,-1 1 0,1 0 0,-1-1 0,0 0 0,-1 1 0,1-1 0,0 0 0,-1 0 0,-3 3 0,-5 3 0,0 0 0,0-1 0,-21 11 0,5-3 0,7-6 0,0-1 0,-1-1 0,0-1 0,-31 7 0,31-9 0,-5 1 0,-46 4 0,65-10 0,-1 1 64,1-1 0,0 0 0,-14-2 0,19 2-128,0 0 0,0-1 0,1 1 0,-1-1 0,0 1 0,0-1 0,1 1 0,-1-1 0,0 0 0,1 0 0,-1 0 1,0 0-1,1 0 0,0 0 0,-1 0 0,1 0 0,0-1 0,-1 1 0,-1-4 0,3 4-786,0-1-1,0 0 1,0 0-1,0 0 1,0 1-1,0-1 1,1 0-1,-1 0 1,1 1-1,-1-1 1,1 0-1,0 1 1,0-1-1,0 0 1,-1 1-1,1-1 1,1 1-1,-1 0 1,0-1-1,0 1 1,0 0-1,3-2 1,12-13-6252</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01.337"/>
    </inkml:context>
    <inkml:brush xml:id="br0">
      <inkml:brushProperty name="width" value="0.035" units="cm"/>
      <inkml:brushProperty name="height" value="0.035" units="cm"/>
    </inkml:brush>
  </inkml:definitions>
  <inkml:trace contextRef="#ctx0" brushRef="#br0">298 66 1104,'6'-4'1157,"1"0"0,-1 1 0,1-1 0,0 2 0,0-1 0,0 1 0,0 0 0,8-1 0,-12 2-859,-1 1 0,0-1 0,0 1 0,0-1 0,0 0-1,-1 1 1,1-1 0,0 0 0,2-2 0,1-5 9242,-14 2-4334,9 6-5115,0-1-1,1 1 0,-1-1 1,0 1-1,1-1 0,-1 1 1,0-1-1,1 1 0,-1 0 1,1-1-1,-1 1 1,0 0-1,1-1 0,-1 1 1,1 0-1,-1 0 0,1 0 1,-1-1-1,1 1 0,-1 0 1,1 0-1,0 0 0,-1 0 1,1 0-1,-1 0 1,2 0-1,9-4 995,-11 1-1085,-7 2 0,-1 1 0,-1 0 0,0 0 0,0 1 0,1 2 0,-37 14 0,38-13 0,-1-1 0,1-1 0,-1 1 0,-11 1 0,15-3 0,0 0 0,0 0 0,1 0 0,-1 1 0,1 0 0,-1 0 0,1 0 0,-4 2 0,-2 2 0,8-5 0,0-1 0,-1 1 0,1 0 0,0 0 0,0-1 0,0 1 0,0 0 0,0 0 0,0 0 0,1 0 0,-1 0 0,0 0 0,0 0 0,1 0 0,-1 0 0,0 0 0,1 1 0,0-1 0,-1 2 0,-3 6 0,3-8 0,1 0 0,-1 0 0,0 0 0,1 0 0,-1 0 0,1 1 0,-1-1 0,1 0 0,0 0 0,-1 0 0,1 1 0,0-1 0,0 0 0,0 0 0,0 1 0,0-1 0,0 0 0,0 1 0,0-1 0,1 0 0,-1 0 0,0 0 0,1 2 0,9 11 0,-8-11 0,0 0 0,0 1 0,0-1 0,0 0 0,1 0 0,-1-1 0,7 6 0,25 10 0,-29-17 0,-1 1 0,0 0 0,0 1 0,0-1 0,-1 1 0,1 0 0,-1 0 0,1 0 0,5 6 0,-9-8 0,0-1 0,0 1 0,0-1 0,0 1 0,0-1 0,0 1 0,0-1 0,0 1 0,0-1 0,0 1 0,0-1 0,0 0 0,1 1 0,-1-1 0,0 1 0,0-1 0,1 1 0,-1-1 0,0 0 0,1 1 0,-1-1 0,0 0 0,1 1 0,-1-1 0,1 1 0,10 9 0,-11-10 0,0 1 0,0-1 0,0 0 0,0 0 0,0 1 0,0-1 0,1 0 0,-1 1 0,0-1 0,0 0 0,0 1 0,0-1 0,0 0 0,0 1 0,0-1 0,-1 0 0,1 1 0,0-1 0,0 0 0,0 1 0,0-1 0,0 0 0,0 0 0,0 1 0,-1-1 0,1 0 0,0 0 0,0 1 0,0-1 0,-1 0 0,1 0 0,0 1 0,0-1 0,-1 0 0,1 0 0,0 0 0,-1 0 0,1 1 0,-16 7 0,11-5 0,-4 4 0,9-6 0,-1 0 0,1-1 0,-1 1 0,1 0 0,-1-1 0,0 1 0,1-1 0,-1 1 0,0-1 0,0 1 0,1-1 0,-1 0 0,0 1 0,0-1 0,0 0 0,0 0 0,1 1 0,-1-1 0,0 0 0,0 0 0,-1 0 0,-23 5 0,22-4 0,0 0 0,-1 0 0,1 0 0,-1 0 0,1-1 0,-6 1 0,-4-1 0,6 1 0,-1-1 0,1 0 0,-1-1 0,1 0 0,0 0 0,-11-3 0,-4 0 0,20 4 0,0-1 0,0 1 0,0 0 0,0 0 0,0-1 0,0 0 0,0 1 0,0-1 0,-3-1 0,3 0 0,0 1 0,-1 0 0,1 0 0,0 1 0,-1-1 0,1 1 0,-1-1 0,-4 1 0,-10-3 0,13 1-12,1 1 0,-1 0 0,1 0 0,-1 0 0,0 1 0,-5-1 0,7 1-53,-20 0-5547,34 0-2329,-7 0 7194,10 0-11820,-9-1 10385,2-3-563</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01.848"/>
    </inkml:context>
    <inkml:brush xml:id="br0">
      <inkml:brushProperty name="width" value="0.035" units="cm"/>
      <inkml:brushProperty name="height" value="0.035" units="cm"/>
    </inkml:brush>
  </inkml:definitions>
  <inkml:trace contextRef="#ctx0" brushRef="#br0">131 0 1624,'7'5'18530,"-36"9"-14922,24-13-3158,1 1 0,-1 1-1,0-1 1,0 0-1,1 1 1,-1 0-1,1 0 1,0 1-1,-4 3 1,-27 20 1230,25-15-1395,8-11-252,1 0 0,0 0-1,0 0 1,0 0 0,0 0-1,0 0 1,0 1 0,1-1-1,-1 0 1,0 1 0,0-1 0,1 0-1,-1 1 1,1-1 0,0 1-1,-1-1 1,1 1 0,0-1-1,0 1 1,0-1 0,0 3 0,0-4-26,0 1 0,1-1 0,-1 0 0,0 1 0,0-1 0,1 1 1,-1-1-1,0 0 0,1 1 0,-1-1 0,1 0 0,-1 0 0,0 1 0,1-1 1,-1 0-1,1 0 0,-1 1 0,1-1 0,-1 0 0,1 0 0,-1 0 0,1 0 1,-1 0-1,1 0 0,-1 0 0,1 0 0,-1 0 0,1 0 0,18 0 125,-15 0-113,16 0 54,46-2 3,-60 1-86,1 0 1,-1 0-1,0 0 1,0-1 0,0 0-1,0-1 1,0 1-1,6-5 1,-10 7 9,0-1-1,-1 0 1,1 0-1,-1 0 1,1 0-1,-1-1 1,1 1-1,-1 0 1,1-1-1,-1 1 1,0 0-1,0-1 1,0 0-1,0 1 1,0-1-1,0 0 1,0 1-1,-1-1 1,1 0-1,0 0 1,-1 0-1,0 1 1,1-1-1,-1 0 1,0 0-1,0 0 1,0 0-1,0 0 1,-1-2-1,-3-6 8,-1-2-63,5 11 13,-1 0 0,1 0 0,-1 1 1,1-1-1,-1 0 0,0 1 0,1-1 0,-1 0 0,0 1 0,0-1 0,1 1 1,-1-1-1,0 1 0,0 0 0,0-1 0,0 1 0,1 0 0,-1-1 0,-1 1 1,0 0-477,-5 0-1814</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02.551"/>
    </inkml:context>
    <inkml:brush xml:id="br0">
      <inkml:brushProperty name="width" value="0.035" units="cm"/>
      <inkml:brushProperty name="height" value="0.035" units="cm"/>
    </inkml:brush>
  </inkml:definitions>
  <inkml:trace contextRef="#ctx0" brushRef="#br0">322 15 112,'-4'-3'11524,"0"1"-9973,-8-2 5839,12 3-6913,-1 1-1,0 0 1,1-1-1,-1 1 1,0 0 0,1 0-1,-1-1 1,0 1-1,0 0 1,1 0-1,-1 0 1,0 0-1,1 0 1,-1 0-1,0 0 1,0 0 0,1 0-1,-2 0 1,5-2 1469,-3 2-1925,1 0-1,-1 0 1,0 0-1,0 0 1,0 0-1,0 0 1,0 0-1,0 0 1,0 0-1,1 0 1,-1 0-1,0 0 1,0 0-1,0 0 1,0 0-1,0 0 1,0 0-1,0 0 1,1 0-1,-1 0 1,0 0-1,0 0 1,0 0-1,0 0 1,0 0-1,0 0 1,0 0-1,1 0 1,-1 0-1,0 0 1,0 0-1,0 0 1,0 0-1,0 1 1,0-1-1,0 0 1,0 0-1,0 0 1,0 0-1,0 0 1,0 0-1,1 0 1,-1 1-1,0-1 1,0 0-1,0 0 1,0 0-1,0 0 1,0 0-1,0 0 1,0 0-1,0 1 1,0-1-1,0 0 1,0 0-1,0 0 1,-1 0-1,3 2-20,-21 7 0,-3 0 0,19-9 0,1 1 0,0 0 0,0-1 0,0 1 0,0 0 0,0 0 0,0 0 0,0 0 0,0 1 0,0-1 0,0 0 0,1 1 0,-1 0 0,-1 1 0,-1 0 0,1 0 0,0 0 0,-1 0 0,1 0 0,-1-1 0,0 0 0,-4 3 0,3-3 0,1 0 0,0 0 0,0 1 0,0 0 0,1 0 0,-1 0 0,-3 4 0,-28 20 0,-17 27 0,41-42 0,9-10 0,-1 0 0,1 1 0,0-1 0,0 1 0,0-1 0,0 1 0,1-1 0,-1 1 0,1 0 0,-1 0 0,1 0 0,-1 3 0,2-4 0,0-1 0,-1 0 0,1 0 0,0 1 0,-1-1 0,1 0 0,-1 0 0,1 1 0,-1-1 0,0 0 0,1 0 0,-1 0 0,-1 2 0,1-2 0,0 0 0,0 0 0,0 0 0,0 0 0,1 0 0,-1 0 0,0 1 0,1-1 0,-1 0 0,1 1 0,0-1 0,-1 0 0,1 3 0,0-3 0,0-1 0,0 0 0,0 1 0,0-1 0,0 1 0,0-1 0,0 0 0,0 1 0,0-1 0,-1 0 0,1 1 0,0-1 0,0 0 0,0 1 0,0-1 0,0 0 0,-1 1 0,1-1 0,0 0 0,0 1 0,-1-1 0,1 0 0,0 0 0,0 1 0,-1-1 0,-11 13 0,10-8 0,3-5 0,0 0 0,0 0 0,0 0 0,0 0 0,0-1 0,0 1 0,0-1 0,0 1 0,0 0 0,-1-1 0,1 1 0,0-1 0,0 0 0,0 1 0,-1-1 0,1 0 0,0 1 0,0-2 0,19-16 0,-17 15 0,0 0 0,0 1 0,1-1 0,0 0 0,-1 1 0,1 0 0,0 0 0,0 0 0,5-1 0,18-10 0,-24 11 0,1 1 0,0-1 0,0 0 0,0 1 0,0 0 0,9-1 0,-9 1 0,-1 1 0,1-1 0,0 0 0,0 0 0,0-1 0,6-2 0,-7 2 0,0 1 0,0 0 0,0 0 0,0 0 0,0 0 0,0 1 0,0 0 0,6-1 0,11-1 0,-14 1 0,0 0 0,-1 1 0,1 0 0,0 0 0,-1 0 0,1 1 0,-1-1 0,11 4 0,-12-2 0,17 8 0,-2 11 0,-19-22 0,4 1 0,-1 18 0,-5-14 0,-6 3 0,8-7 0,-1 1 0,1-1 0,0 1 0,-1-1 0,1 1 0,0-1 0,-1 0 0,1 1 0,0-1 0,-1 0 0,1 1 0,-1-1 0,1 0 0,0 1 0,-1-1 0,1 0 0,-1 0 0,1 0 0,-1 1 0,1-1 0,-1 0 0,1 0 0,-1 0 0,1 0 0,-1 0 0,0 0 0,1 0 0,-1 0 0,1 0 0,-1 0 0,1 0 0,-1-1 0,0 1 0,-14 4-922,-1-1 1,1-1-1,-1-1 0,1 0 0,-21-2 1,11 1-96</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03.688"/>
    </inkml:context>
    <inkml:brush xml:id="br0">
      <inkml:brushProperty name="width" value="0.035" units="cm"/>
      <inkml:brushProperty name="height" value="0.035" units="cm"/>
    </inkml:brush>
  </inkml:definitions>
  <inkml:trace contextRef="#ctx0" brushRef="#br0">347 227 320,'0'0'1478,"26"-5"8880,-53 5 635,6 0-6779,10-1-3438,1 1 0,-1 0 1,1 1-1,-21 4 0,-10-1 183,14-1-654,0 2-207,15-4-58,1 2 0,-1-1 1,-16 8-1,6-4-40,17-4 0,-1-1 0,1 1 0,0 0 0,-1 1 0,-4 2 0,1 0 0,7-4 0,1 0 0,-1-1 0,1 1 0,-1 0 0,1 0 0,-1 0 0,1 0 0,0 0 0,-1 0 0,1 0 0,0 0 0,0 1 0,0-1 0,0 0 0,0 1 0,0-1 0,0 1 0,0-1 0,1 1 0,-1-1 0,0 3 0,1-3 0,0 0 0,1 0 0,-1 0 0,0 0 0,0-1 0,1 1 0,-1 0 0,1 0 0,-1 0 0,1 0 0,-1 0 0,1-1 0,-1 1 0,1 0 0,0 0 0,-1-1 0,1 1 0,0-1 0,0 1 0,0 0 0,-1-1 0,1 0 0,1 1 0,3 3 0,-5-4 0,1 1 0,-1 0 0,1-1 0,-1 1 0,1 0 0,-1-1 0,1 1 0,-1 0 0,1-1 0,0 1 0,-1-1 0,1 1 0,0-1 0,0 1 0,-1-1 0,1 0 0,0 1 0,0-1 0,0 0 0,-1 0 0,1 0 0,0 1 0,0-1 0,0 0 0,1 0 0,2 0 0,-4 2 0,2 0 0,15-1 0,2-1 0,-1-1 0,1-1 0,0-1 0,27-7 0,-32 5 0,0 1 0,-1-2 0,0 0 0,0 0 0,16-11 0,-28 17 0,-1-1 0,1 1 0,0-1 0,-1 1 0,1-1 0,-1 0 0,1 1 0,-1-1 0,1 0 0,-1 1 0,1-1 0,-1 0 0,0 1 0,1-1 0,-1 0 0,0 0 0,1 0 0,-1 1 0,0-1 0,0 0 0,0 0 0,0 0 0,0 1 0,0-1 0,0 0 0,0 0 0,0 0 0,-1-1 0,1-1 0,0 6 0,0 3 0,0-1 0,0 1 0,2-1 0,-2-4 0,0-1 0,0 0 0,1 1 0,-1-1 0,0 1 0,0-1 0,0 0 0,1 1 0,-1-1 0,0 0 0,1 1 0,-1-1 0,0 0 0,1 0 0,-1 1 0,0-1 0,1 0 0,-1 0 0,0 1 0,1-1 0,-1 0 0,1 0 0,-1 0 0,0 0 0,1 0 0,-1 0 0,1 0 0,-1 0 0,1 0 0,-1 0 0,1 0 0,-1 0 0,0 0 0,1 0 0,-1 0 0,1 0 0,0-1 0,3 3-1,-1-1 0,0 0 0,0-1 0,0 1-1,1 0 1,-1-1 0,0 0 0,1 0 0,-1 0 0,0 0 0,5-1 0,10 0-747,0-1 1,0-1 0,0-1-1,24-8 1,-23 6-390,-1-1 1,0-1 0,0 0-1,-1-1 1,0-1-1,22-18 1,13-27 725,0-4 390,-49 57 25,-1 0 1,0-1 0,0 1-1,-1-1 1,1 1 0,0-1-1,1-4 1,8-12 35,-6 11-21,7-6 53,-11 14-68,-1 0 0,1-1 0,0 1 0,-1-1 0,1 1 1,-1-1-1,1 1 0,-1-1 0,1 1 0,-1-1 0,1 0 0,-1 1 0,0-1 1,1 0-1,-1 1 0,0-1 0,1 0 0,-1 1 0,0-1 0,0 0 0,0 0 1,0 1-1,0-1 0,0 0 0,0 0 0,0 1 0,0-1 0,0-1 1,0 0 8,0 3 42,0-1-1,0 0 1,0 0-1,0 0 1,0 1-1,0-1 1,0 0-1,0 0 1,0 0-1,0 1 1,0-1-1,0 0 1,0 0-1,0 0 1,0 0-1,0 1 1,0-1-1,0 0 1,1 0-1,-1 0 1,0 0-1,0 1 1,0-1-1,-2 2 700,-7 1 285,-23 14 4926,30-17-5812,0 1 0,1 0-1,-1 0 1,0 0 0,1 0 0,-1 1 0,1-1-1,0 0 1,-3 3 0,-4 3 131,5-4-215,0-1-1,1 1 1,-1 0-1,1-1 1,0 1-1,0 0 1,0 0-1,0 1 1,-1 2-1,-8 12 132,-1-3-186,3-4-4,0 0 0,0 1-1,1 1 1,1-1 0,-11 25 0,13-26-10,1-3 0,0 1 0,1 0 0,0 0 0,-3 18 0,-2 5 0,8-31 0,0 1 0,0-1 0,0 0 0,0 0 0,0 0 0,0 0 0,0 0 0,0 0 0,0 0 0,-1 0 0,1 1 0,0-1 0,-1 0 0,1 0 0,-1 0 0,1 0 0,-1 0 0,1-1 0,-1 1 0,0 1 0,-1 0 0,1 6 0,1 14-177,15-19-2616,3 0-6317,-16-3 8194,0 0 0,-1 0-1,1-1 1,0 1 0,-1-1-1,1 1 1,0-1 0,-1 1 0,1-1-1,-1 0 1,1 0 0,-1 1-1,3-3 1,0 0-2011,3-1-381</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04.960"/>
    </inkml:context>
    <inkml:brush xml:id="br0">
      <inkml:brushProperty name="width" value="0.035" units="cm"/>
      <inkml:brushProperty name="height" value="0.035" units="cm"/>
    </inkml:brush>
  </inkml:definitions>
  <inkml:trace contextRef="#ctx0" brushRef="#br0">70 159 1912,'0'0'1783,"26"-4"5968,2 3-4270,-8-1-2597,0-1 1,0-1-1,-1 0 0,27-10 0,-43 13-689,0-1-16,0 1 0,0 0 0,0-1 1,-1 0-1,1 0 0,-1 0 0,1 0 0,-1 0 1,0 0-1,0 0 0,3-4 0,13-12 1233,-6-3-409,11-5-478,-6 10-529,-8 8-83,0 4 86,-9 4 30,0 0-1,0-1 1,0 1-1,-1 0 1,1 0 0,0-1-1,0 1 1,0 0-1,0 0 1,0-1-1,0 1 1,0 0-1,0 0 1,0 0-1,0-1 1,-1 1 0,1 0-1,0 0 1,0 0-1,0-1 1,0 1-1,-1 0 1,1 0-1,0 0 1,0 0 0,-1 0-1,1-1 1,0 1-1,0 0 1,0 0-1,-1 0 1,1 0-1,0 0 1,0 0-1,-1 0 1,1 0 0,0 0-1,0 0 1,-1 0-1,1 0 1,0 0-1,0 0 1,-1 0-1,1 0 1,0 0 0,0 0-1,-1 0 1,1 1-1,-93-1 1300,57 11-911,31-10-402,0 0 1,-1 0-1,1 1 1,0 0-1,0 0 1,0 0-1,-5 4 1,-22 8-10,-3 4 40,9-3-41,23-13-4,0 0-1,1 0 1,-1 0 0,0-1-1,0 1 1,0-1 0,0 1-1,-1-1 1,-5 1 0,6-2 20,1 1 0,-1 0 0,1 0 0,-1 0 0,0 0 1,1 0-1,-5 3 0,6-3-10,0-1-11,0 0-1,0 0 1,0 0 0,0 0 0,0 0 0,1 0 0,-1 0-1,0 0 1,0 1 0,0-1 0,0 0 0,0 1 0,0-1 0,1 0-1,-1 1 1,0-1 0,0 1 0,1 0 0,-1-1 0,0 1 0,1-1-1,-1 1 1,0 0 0,1 0 0,-1-1 0,0 3 0,-2 19 34,3-17-24,-3-1 6,0-1 1,1 10 36,1-7-39,1 15-15,0-21 2,0 1 0,0-1 0,0 0 0,1 1 0,-1-1 0,0 1 1,0-1-1,0 1 0,0-1 0,0 1 0,1-1 0,-1 1 0,0-1 0,0 1 0,1-1 0,-1 0 0,0 1 0,1-1 0,-1 0 1,0 1-1,1-1 0,-1 0 0,1 1 0,-1-1 0,1 0 0,-1 0 0,0 1 0,1-1 0,-1 0 0,1 0 0,-1 0 1,1 0-1,0 0 0,-1 0 0,1 0 1,-1 1 0,0-1-1,1 0 1,-1 0 0,0 0 0,1 0-1,-1 0 1,0 0 0,0 0-1,1 1 1,-1-1 0,0 0-1,1 0 1,-1 0 0,0 1-1,0-1 1,1 0 0,-1 0-1,0 1 1,0-1 0,1 0 0,-1 0-1,0 1 1,9 6 22,86 35-10,-66-36-80,-24-6 49,0 1-1,0 0 0,0 0 0,-1 0 1,1 1-1,5 2 0,-9-3 14,0-1 0,0 1-1,0-1 1,0 1 0,0-1-1,0 0 1,0 0 0,1 1-1,-1-1 1,0 0 0,0 0 0,0 0-1,0 0 1,0 0 0,0 0-1,0 0 1,2-1 0,28-1-87,-16 2 61,-8 1 41,-1-1 0,1 0 0,0 0-1,-1-1 1,1 0 0,9-3 0,-9 1-112,-9 0 158,-11 3-1983,5 5-1040,0 0-5879,7-6 8387,1 1-1,-1 0 0,0-1 0,0 1 1,0 0-1,1-1 0,-1 1 0,0-1 0,0 0 1,1 1-1,-1-1 0,0 1 0,1-1 1,-1 0-1,0-1 0,-6-2-2739,-2 3-328</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06.934"/>
    </inkml:context>
    <inkml:brush xml:id="br0">
      <inkml:brushProperty name="width" value="0.035" units="cm"/>
      <inkml:brushProperty name="height" value="0.035" units="cm"/>
    </inkml:brush>
  </inkml:definitions>
  <inkml:trace contextRef="#ctx0" brushRef="#br0">543 34 2633,'-2'-19'7483,"-5"9"-3913,5 10-3126,0-1 0,-1 0 0,1 0 0,0 1 0,-1 0 0,1-1 0,-1 1 1,1 0-1,-1 0 0,-2 0 0,1 0 365,2 0-159,-25 7 3134,-15 8-343,-20 17 169,40-20-2873,17-10-648,1 0 0,0 1 0,-1-1 0,1 1 0,0 0 0,0 0 1,0 1-1,1-1 0,-1 1 0,1 0 0,0-1 0,-5 9 0,3-4-88,1-1 1,-2 0-1,1 0 0,-1 0 0,0-1 0,-11 9 0,-11 11-2,21-17 1,-1 0 0,-8 17 0,-5 5 0,12-19 0,0 2 0,-6 13 0,-5 7 0,15-26 0,1 1 0,1-1 0,-1 0 0,1 1 0,1 0 0,-3 15 0,5-22 0,-1 0 0,1-1 0,0 1 0,-1 0 0,1-1 0,-1 1 0,0-1 0,1 1 0,-1-1 0,0 1 0,-2 2 0,2-3 0,0 1 0,0-1 0,0 1 0,0-1 0,1 1 0,-1 0 0,0-1 0,1 1 0,-1 0 0,1 0 0,-1 3 0,1-3 0,-1 0 0,1 0 0,-1 1 0,0-1 0,0 0 0,0 0 0,0 0 0,0 0 0,-1 0 0,1-1 0,-1 1 0,1 0 0,-1-1 0,0 1 0,1-1 0,-1 1 0,0-1 0,0 0 0,0 1 0,0-1 0,0 0 0,0-1 0,0 1 0,0 0 0,-5 0 0,7 0-41,-1-1 0,1 0 0,0 0 0,-1 1 0,1-1 0,0 0 0,-1 0 0,1 0 0,0 0 0,-1 1 0,1-1 0,-1 0 0,1 0 0,0 0 0,-1 0 0,1 0 0,-1 0 0,1 0 0,0 0 0,-1 0 0,1 0 0,-1 0 0,1-1 0,0 1 0,-1 0 0,1 0 0,-1 0 0,1 0 0,0 0 1,-1-1-1,1 1 0,0 0 0,0 0 0,-1-1 0,1 1 0,0 0 0,-1-1 0,-4-2-1433,5 3 1362,0 0 0,1 0 1,-1-1-1,0 1 0,0 0 1,0 0-1,0 0 0,0 0 1,0 0-1,1-1 0,-1 1 0,0 0 1,0 0-1,0 0 0,0 0 1,0 0-1,0-1 0,0 1 1,0 0-1,0 0 0,0 0 1,0-1-1,0 1 0,0 0 1,0 0-1,0 0 0,0 0 0,0-1 1,0 1-1,0 0 0,0 0 1,0 0-1,0 0 0,0-1 1,0 1-1,-1 0 0,1 0 1,0 0-1,0 0 0,0-1 1,0 1-1,0 0 0,0 0 0,-1 0 1,1 0-1,0 0 0,0 0 1,0 0-1,0 0 0,0-1 1,-1 1-1,1 0 0,0 0 1,0 0-1,0 0 0,-1 0 1,1 0-1,0 0 0,0 0 1,0 0-1,0 0 0,-1 0 0,6-8-4206,-5 6 3503,1 0 0,-1 0-1,1 0 1,0 0 0,0 0 0,0 0-1,0 0 1,0 0 0,1 1-1,-1-1 1,0 1 0,1-1 0,0 1-1,1-2 1,13-7-2976</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07.428"/>
    </inkml:context>
    <inkml:brush xml:id="br0">
      <inkml:brushProperty name="width" value="0.035" units="cm"/>
      <inkml:brushProperty name="height" value="0.035" units="cm"/>
    </inkml:brush>
  </inkml:definitions>
  <inkml:trace contextRef="#ctx0" brushRef="#br0">0 49 736,'0'-1'356,"0"1"0,0-1 0,1 1 1,-1-1-1,0 1 0,0-1 0,0 1 0,1 0 0,-1-1 0,0 1 0,1-1 0,-1 1 0,0 0 0,1-1 0,-1 1 1,0 0-1,1-1 0,-1 1 0,1 0 0,-1-1 0,1 1 0,-1 0 0,1 0 0,-1 0 0,1 0 0,-1-1 0,1 1 1,-1 0-1,1 0 0,0 0 0,12-1 2947,-12 1-2366,25 0 1988,252 0-1246,-255-1-1757,0-2-1,0 0 1,44-13 0,-64 16 45,-2-1 30,0 1 0,1 0 0,-1-1 1,0 1-1,1-1 0,-1 1 0,0-1 0,1 0 0,-1 1 1,0-1-1,2-2 0,-3 2 58,0-3 761,0 5-739,0 0 0,-1 0-1,1 0 1,-1 1 0,1-1 0,-1 0 0,1 0 0,-1 0-1,1 0 1,-1 0 0,0-1 0,0 1 0,1 0 0,-1 0-1,0 0 1,0-1 0,0 1 0,0 0 0,0-1 0,-2 2 0,-5 15 841,-4 0-48,-4 5-126,-10 19-156,9-24-484,-20 22-1,25-30-592,11-8 431,1-1 0,-1 0 0,0 1 0,1-1 0,-1 1 0,0-1 0,1 1 0,-1-1 0,0 1-1,1-1 1,-1 1 0,1-1 0,-1 1 0,1 0 0,-1-1 0,1 1 0,0 0 0,-1 0 0,1-1 0,0 1 0,0 0 0,-1 0 0,1-1 0,0 1 0,0 0 0,0 1-1,26-9-8357,3-9 1624,-6 2 2512,-6 7 838</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07.641"/>
    </inkml:context>
    <inkml:brush xml:id="br0">
      <inkml:brushProperty name="width" value="0.035" units="cm"/>
      <inkml:brushProperty name="height" value="0.035" units="cm"/>
    </inkml:brush>
  </inkml:definitions>
  <inkml:trace contextRef="#ctx0" brushRef="#br0">1 0 784,'0'0'11301,"0"12"-9191,0-8-2091,0-3-23,0 12-348,0-11-2401,0-2 2602,0-1 0,0 1 0,1-1 0,-1 1 0,0 0 0,1-1 0,-1 1 0,0 0 0,1-1 0,-1 1 0,0 0 0,1-1 0,-1 1 0,1 0 0,-1 0 0,0-1 0,1 1 0,-1 0-1,1 0 1,-1 0 0,1 0 0,0 0 0,7-4-2060,1-1-816</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08.040"/>
    </inkml:context>
    <inkml:brush xml:id="br0">
      <inkml:brushProperty name="width" value="0.035" units="cm"/>
      <inkml:brushProperty name="height" value="0.035" units="cm"/>
    </inkml:brush>
  </inkml:definitions>
  <inkml:trace contextRef="#ctx0" brushRef="#br0">246 5 1056,'-9'-5'24400,"8"15"-20488,-5-7-3021,6-3-816,-1 0 0,0 0 0,1 0 0,-1 1 0,1-1 0,-1 0 0,1 0 0,-1 1 0,1-1-1,-1 0 1,1 1 0,0-1 0,-1 1 0,1-1 0,-1 1 0,1-1 0,0 0 0,-1 1 0,1-1-1,0 1 1,0 0 0,-1-1 0,1 1 0,0-1 0,0 1 0,0-1 0,0 1 0,0-1 0,0 1-1,0 0 1,0 0 0,0 0-69,-1 0 1,1 0-1,0 0 0,-1 0 0,1 0 0,0 0 0,-1 0 0,1 0 1,-1 0-1,0 0 0,1 0 0,-1 0 0,0 0 0,1-1 0,-2 2 1,1-1-7,0-1 1,1 1 0,-1 0 0,0 0-1,1 0 1,-1 0 0,1 0 0,-1 0 0,1-1-1,-1 1 1,1 1 0,-1-1 0,1 0-1,0 0 1,-1 1 0,1 0-1,0-1 0,-1 1 0,1 0 0,-1-1 0,0 1 0,1-1 0,-1 1 0,0-1 0,0 1 0,0-1 0,0 1 0,0-1 0,0 0 0,-2 2 0,-8 12 0,-6 20 0,-4 10 0,18-37 0,0-1 0,-1 0 0,0 0 0,0-1 0,-7 9 0,6-9 0,0 0 0,1 1 0,0-1 0,0 1 0,-3 9 0,4-7 0,-1 0 0,-1 0 0,-8 13 0,1-1 0,7-14-7,0-1 1,0 1-1,-1-1 0,0-1 1,-8 8-1,10-7-1740,4-5 1264,0 0 0,1-1 0,-1 1 0,0-1 0,1 1 0,-1-1 0,0 1 0,1 0 0,-1-1 0,1 0 0,-1 1 0,1-1 0,-1 1 0,1-1 0,-1 1 0,1-1 0,-1 0 0,1 1 0,-1-1 0,1 0 1,0 0-1,-1 0 0,1 1 0,-1-1 0,2 0 0,9-2-6085,4-7 3105,-8 4 903,2-1-239</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08.741"/>
    </inkml:context>
    <inkml:brush xml:id="br0">
      <inkml:brushProperty name="width" value="0.035" units="cm"/>
      <inkml:brushProperty name="height" value="0.035" units="cm"/>
    </inkml:brush>
  </inkml:definitions>
  <inkml:trace contextRef="#ctx0" brushRef="#br0">340 44 1816,'1'-2'2636,"1"0"-1890,-1 0 0,1 0 0,-1 0 1,1 0-1,-1 0 0,0-1 0,0 1 1,0 0-1,0 0 0,0-1 0,-1 1 1,1-1-1,0-3 0,11 1 3123,-8 4-2067,-11 0 1310,-11 8-466,15-4-2063,0 1-1,-1 0 1,0-1-1,1 0 1,-1 0-1,-5 3 1,-13 11 235,-13 31-277,18-10-435,12-31-99,1 0 0,0 0 0,0 1 0,-3 8 0,-12 21-9,9-16 1,9-17 1,0-1 0,0 0 0,-1 1 0,1-1 0,-1 0 0,0 0 0,0 0 0,-4 4 0,-13 15-34,11-13-22,1-1 0,-2 1 0,1-1 0,-18 12 0,-19 16-1967,4-2-5656,32-27 3522,27-15-9371,-10 4 12865,1-2-1796</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09.451"/>
    </inkml:context>
    <inkml:brush xml:id="br0">
      <inkml:brushProperty name="width" value="0.035" units="cm"/>
      <inkml:brushProperty name="height" value="0.035" units="cm"/>
    </inkml:brush>
  </inkml:definitions>
  <inkml:trace contextRef="#ctx0" brushRef="#br0">0 142 144,'3'3'5056,"-3"-3"-4846,0 0 1,1 0 0,-1 0-1,0 0 1,0 0 0,0 0-1,0 0 1,1 0 0,1-1 2527,-2 1-2527,15-6 2546,5-1-336,33 1-258,-35 5-1962,0-1-1,25-5 1,-8 0-122,-5 1-45,-1-2 0,0 0 1,38-18-1,-55 20-15,0-1-1,21-15 1,-12 7 216,-21 15-215,-1-1 1,1 1-1,0-1 1,-1 1-1,1-1 1,0 1-1,-1-1 1,1 1-1,0-1 1,-1 1-1,1-1 0,-1 1 1,1 0-1,-1-1 1,1 1-1,-1 0 1,1-1-1,-1 1 1,0 0-1,1 0 1,-1-1-1,1 1 1,-1 0-1,0 0 1,1 0-1,-1 0 1,1 0-1,-1 0 1,0 0-1,1 0 1,-1 0-1,-1 0 1,-13 6 23,13-6-44,1 1 0,0-1-1,-1 1 1,1-1 0,-1 1 0,1-1 0,0 1 0,-1 0 0,1-1 0,0 1 0,0 0 0,-2 2-1,-21 13 0,12-3 13,9-11-9,1 0 0,0 0 0,0 0 0,0 0 0,0 0 0,0 0 0,0 1 0,1-1 0,-1 1 0,1-1 0,-2 5 0,-5 20 4,8-23-2,0 0 0,1 1 0,0-1 0,0 0 1,0 1-1,1-1 0,0 0 0,-1 0 0,1 0 0,5 6 0,-1 2-1,6 22 24,20 26-51,-30-55-3,-1 0 0,1 0 0,-1 0 0,1 0 0,-2 1 0,1-1 0,0 6 0,-2-8 2,1-1 0,-1 1 1,1 0-1,-1-1 0,0 1 0,0-1 0,0 1 0,0-1 0,-1 0 1,1 1-1,-1-1 0,1 0 0,-1 0 0,0 0 0,0 0 1,-4 3-1,2-3 27,1-1 0,-1 0-1,0 0 1,0 0 0,0 0 0,0-1 0,0 1 0,0-1 0,0 0 0,0 0 0,0-1 0,0 1 0,0-1 0,0 0-1,-6-2 1,8 2 8,1 0-1,0 0 1,-1 0-1,1 0 0,0 0 1,0 0-1,0-1 1,0 1-1,0 0 1,0-1-1,0 1 0,0-1 1,0 1-1,1-1 1,-1 1-1,0-3 0,1 3-4,0 0-1,0 0 0,0 0 0,0 0 0,0 0 0,0 0 1,0 0-1,1 0 0,-1 0 0,0 0 0,1 0 1,-1 0-1,1 0 0,-1 0 0,1 0 0,-1 0 0,1 1 1,-1-1-1,1 0 0,0 0 0,0 1 0,-1-1 0,1 0 1,0 1-1,0-1 0,0 1 0,0-1 0,0 1 1,-1-1-1,1 1 0,2-1 0,101-48 67,-19 15-97,21-10-19,-22 9 9,28-16-169,-94 42 81,-11 5 29,2 0-208,1-1 0,-2 0-1,1 0 1,10-9 0,-3 5-718,-15 8 883,0 1 0,0 0 0,0-1 1,0 1-1,0 0 0,0-1 0,0 1 0,0-1 1,0 1-1,-1-1 0,1 1 0,0-1 0,0 0 0,-1 0 1,1 1-1,0-1 0,-1 0 0,1 0 0,-1 0 1,1 1-1,-1-1 0,1 0 0,-1 0 0,0 0 1,1-1-1,-1 1 16,0 1 0,0 0 1,0-1-1,1 1 0,-1 0 1,0-1-1,0 1 0,0 0 1,1 0-1,-1-1 1,0 1-1,0 0 0,1 0 1,-1-1-1,0 1 0,0 0 1,1 0-1,-1 0 0,0 0 1,1-1-1,-1 1 0,0 0 1,1 0-1,-1 0 0,0 0 1,1 0-1,-1 0 0,0 0 1,1 0-1,-1 0 1,1 0-1,-1 0-33,1 0 0,-1 0 0,0 0 0,1 0 0,-1 0 0,0 0 0,1 0 0,-1 0 0,0 0 0,0 0 0,1 0 0,-1-1 0,0 1 0,1 0 0,-1 0 0,0 0 0,1 0 0,-1-1 0,0 1 0,0 0 1,1 0-1,-1 0 0,0-1 0,0 1 0,0 0 0,1-1 0,-1 1 0,0 0 0,0 0 0,0-1 0</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10.454"/>
    </inkml:context>
    <inkml:brush xml:id="br0">
      <inkml:brushProperty name="width" value="0.035" units="cm"/>
      <inkml:brushProperty name="height" value="0.035" units="cm"/>
    </inkml:brush>
  </inkml:definitions>
  <inkml:trace contextRef="#ctx0" brushRef="#br0">87 12 984,'2'-1'16847,"-4"-3"-15599,-10 0 6251,8 1-3384,12 5-2948,26 9-260,-33-11-907,-1 0 0,1 0 0,-1 0 0,1 0 0,-1 0 0,0 0 0,1 0 0,-1 0 0,1 1 0,-1-1 0,0 0 0,1 0 0,-1 0 0,1 1 0,-1-1 0,0 0 0,1 1 0,-1-1 0,0 0 0,0 1 0,1-1 0,-1 0 0,0 1 0,0-1 0,1 1 0,-1-1 0,0 0 0,0 1 0,0-1 0,0 1 0,0-1 0,0 1 0,0-1 0,0 0 0,0 1 0,0-1 0,0 1 0,0-1 0,0 1 0,0-1 0,0 1 0,0-1 0,0 0 0,0 1 0,-1 0 0,1 0 0,0 1 0,-1-1 0,1 1 0,0-1 0,-1 0 0,1 1 0,-1-1 0,0 0 0,1 0 0,-1 1 0,0-1 0,0 0 0,0 0 0,0 0 0,-1 1 0,-6 9 0,-26 34 0,22-32 0,10-12 0,1 1 0,-1-1 0,1 0 0,0 0 0,0 1 0,0-1 0,0 1 0,0-1 0,0 1 0,-2 2 0,-20 24 0,19-19 0,1-2 0,1 0 0,0 0 0,0 0 0,0 0 0,1 0 0,-1 0 0,2 0 0,-1 1 0,2 10 0,-1-17 0,1-1 0,-1 1 0,1-1 0,-1 1 0,1-1 0,0 1 0,-1-1 0,1 1 0,0-1 0,-1 1 0,1-1 0,0 0 0,0 1 0,0-1 0,-1 0 0,1 0 0,0 0 0,0 1 0,0-1 0,-1 0 0,1 0 0,0 0 0,0 0 0,0-1 0,1 1 0,22-2 0,38-13 0,-54 13 0,-1-1 0,0 0 0,0 0 0,0 0 0,0-1 0,7-5 0,12-11 0,-19 15 0,1 0 0,-1-1 0,0-1 0,9-10 0,-11 12 0,-1 0 0,2 1 0,-1-1 0,11-6 0,-9 6 0,-1 1 0,0-1 0,0 0 0,-1 0 0,6-6 0,-10 6 0,-1 1 0,0 4 0,0 0 0,-1 0 0,1 0 0,0 0 0,0 0 0,-1 0 0,1 0 0,0 0 0,0 0 0,-1 0 0,1 0 0,0 0 0,0 0 0,-1 0 0,1 0 0,0 0 0,0 0 0,-1 0 0,1 0 0,0 1 0,0-1 0,0 0 0,-1 0 0,1 0 0,0 0 0,0 1 0,0-1 0,-1 0 0,1 0 0,0 0 0,0 1 0,0-1 0,0 0 0,0 0 0,0 1 0,0-1 0,-1 0 0,1 0 0,0 1 0,-1 13 0,0-2 0,-13 9 0,11-16 0,-1 1 0,1-1 0,-1 0 0,0 0 0,0-1 0,0 1 0,-7 4 0,2-5-760,9-3 623,-1-1 0,1 0 0,-1 0 1,1 1-1,-1-1 0,1 0 0,-1 0 1,1 1-1,0-1 0,-1 0 1,1 1-1,-1-1 0,1 1 0,0-1 1,-1 1-1,1-1 0,0 0 1,0 1-1,-1-1 0,1 1 0,0-1 1,0 1-1,0 0 0,0-1 0,-1 1 1,1-1-1,0 1 0,0-1 1,0 1-1,0-1 0,0 1 0,0-1 1,0 1-1,1 0 0,-1 0 0,0-1-85,0 0-1,0 1 1,0-1-1,1 0 1,-1 0-1,0 1 1,0-1-1,0 0 1,0 0-1,1 1 1,-1-1-1,0 0 1,0 0-1,1 0 1,-1 1-1,0-1 1,0 0-1,1 0 1,-1 0-1,0 0 1,1 0-1,-1 0 1,0 0-1,0 1 1,1-1-1,-1 0 1,0 0-1,1 0 1,-1 0-1,0 0 1,1 0-1,-1-1 1,0 1-1,1 0 1,-1 0-1,0 0 1,0 0-1,1 0 1,-1 0-1,0 0 1,1-1-1,-1 1 1,19-7-7161,-14 5 6262,19-8-4114,-14 5 2321</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10.858"/>
    </inkml:context>
    <inkml:brush xml:id="br0">
      <inkml:brushProperty name="width" value="0.035" units="cm"/>
      <inkml:brushProperty name="height" value="0.035" units="cm"/>
    </inkml:brush>
  </inkml:definitions>
  <inkml:trace contextRef="#ctx0" brushRef="#br0">189 6 1696,'8'0'12015,"-50"-5"2468,40 4-14281,0 1 0,1 0 0,-1 0 1,1 1-1,-1-1 0,1 0 0,-1 0 0,1 1 0,-1-1 0,1 1 0,-1-1 0,-1 2 1,2-1-149,1-1 0,0 1 0,0-1 0,-1 0 0,1 1 0,0-1 0,0 1 0,0-1 0,0 1 0,-1-1 0,1 1 0,0-1 0,0 1 0,0 0 0,0-1 0,0 1 0,0-1 0,1 1 0,-1-1 0,0 1 0,0-1 0,0 1 0,0-1 1,1 1-1,-1-1 0,0 0 0,0 1 0,1-1 0,-1 1 0,0-1 0,1 0 0,-1 1 0,0-1 0,1 0 0,0 1 0,-1 1-54,1-1 0,-1 1 0,0 0 0,1-1 0,-1 1 0,0 0 0,0-1 0,0 1 0,0-1 0,-1 1 0,1 0 0,0-1 0,-1 1 0,1 0 0,-1-1 0,1 1 0,-2 1 0,-2 15 0,4-17 0,0 0 0,0 1 0,0-1 0,0 0 0,0 0 0,1 0 0,-1 1 0,1-1 0,-1 0 0,1 0 0,-1 0 0,1 0 0,0 0 0,-1 0 0,1 0 0,0 0 0,0 0 0,-1 0 0,1 0 0,0-1 0,0 1 0,0 0 0,0-1 0,0 1 0,1 0 0,0 0 0,13 10 0,-10-3 0,-4-6 0,0-1 0,0 0 0,-1 0 0,1 0 0,0 0 0,0 0 0,0 0 0,0 0 0,1 0 0,-1 0 0,2 1 0,14 11 0,-14-11 0,0 1 0,1 0 0,0-1 0,-1 0 0,1 0 0,0 0 0,6 2 0,2 2 0,-1-1 0,16 11 0,-26-15 0,-1-1 0,1 1 0,-1-1 0,0 1 0,0-1 0,1 1 0,-1-1 0,0 1 0,0-1 0,1 1 0,-1 0 0,0-1 0,0 1 0,0-1 0,0 1 0,0 0 0,0-1 0,0 1 0,0-1 0,0 1 0,0 0 0,0-1 0,0 1 0,0-1 0,-1 1 0,1-1 0,0 1 0,0 0 0,-1 0 0,-8 12 0,-79 15 0,62-22-89,-37 5 1,53-10 2,0-1 1,-1 1 0,1-2 0,0 1 0,0-2 0,0 1-1,-11-4 1,21 5-144,-1 0 0,1 0 0,0-1 0,-1 1 0,1 0 0,0 0 0,-1 0 0,1-1 1,0 1-1,-1 0 0,1 0 0,0-1 0,0 1 0,-1 0 0,1-1 0,0 1 0,0 0 0,0-1 0,-1 1 0,1 0 0,0-1 0,0 1 0,0 0 0,0-1 0,0 1 0,0-1 0,0 1 0,0 0 0,0-1 0,0 1 0,0 0 0,0-1 0,0 1 1,0-1-1,0 1 0,0 0 0,0-1 0,1 1 0,-1 0 0,0-1 0,0 1 0,0 0 0,1-1 0,-1 1 0,0 0 0,0-1 0,1 1 0,-1 0 0,0 0 0,1-1 0,16-17-8016,-15 16 7637,16-14-5218,-10 15 2610</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11.326"/>
    </inkml:context>
    <inkml:brush xml:id="br0">
      <inkml:brushProperty name="width" value="0.035" units="cm"/>
      <inkml:brushProperty name="height" value="0.035" units="cm"/>
    </inkml:brush>
  </inkml:definitions>
  <inkml:trace contextRef="#ctx0" brushRef="#br0">5 147 752,'0'0'294,"1"0"1,-1 1-1,1-1 1,-1 0-1,0 0 0,1 1 1,-1-1-1,1 0 0,-1 0 1,0 1-1,1-1 0,-1 0 1,0 1-1,1-1 0,-1 1 1,0-1-1,0 0 0,1 1 1,-1-1-1,0 1 0,0-1 1,0 1-1,1-1 0,-1 1 1,-7 5 5372,7-6-5570,0 0 0,0 0 0,-1 0 0,1 0 0,0 0 0,0 0 0,-1 0 1,1 0-1,0 0 0,0 0 0,0 0 0,-1 1 0,1-1 0,0 0 0,0 0 0,-1 0 1,1 0-1,0 1 0,0-1 0,0 0 0,0 0 0,-1 0 0,1 1 0,0-1 0,0 0 0,0 0 1,0 0-1,0 1 0,0-1 0,0 0 0,0 0 0,0 1 0,0-1 0,0 0 0,0 0 1,0 1-1,0-1 0,0 0 0,0 0 0,0 1 0,0-1 0,0 0 0,0 0 0,0 1 0,0-1 1,0 0-1,0 0 0,0 1 0,1-1 0,-1 0 0,0 0 0,0 0 0,0 1 0,0-1 1,1 0-1,-1 0 0,0 0 0,0 0 0,0 1 0,1-1 0,-1 0 0,0 0 0,0 0 0,1 0 1,-1 0-1,0 0 0,0 0 0,1 0 0,-1 0 0,3 1 855,0-1 1,0 0-1,0 0 0,0 0 1,-1 0-1,1 0 0,0-1 0,5-1 1,10 0 468,-10 1-1274,-1 0 0,-1 0 1,1-1-1,0 0 1,0 0-1,0-1 1,9-4-1,16-7-42,5 3-109,-1-2 0,-1-1 1,0-2-1,32-21 0,-59 32 3,-6 5 1,-1-1 0,0 0 0,1 0 0,-1 0-1,0 1 1,0-1 0,1-1 0,-1 1 0,0 0 0,0 0 0,0 0 0,0 0 0,0-1 0,0-1-1,0 3 2,-1 0-1,1 0 0,-1-1 1,0 1-1,1 0 0,-1 0 0,1-1 1,-1 1-1,0 0 0,1-1 1,-1 1-1,0-1 0,1 1 0,-1 0 1,0-1-1,0 1 0,1-1 1,-1 1-1,0-1 0,0 1 0,0-1 1,0 1-1,0-1 0,0 1 0,1-1 1,-1 1-1,0 0 0,0-1 1,0 1-1,-1-1 0,1 1 0,0-1 1,0 1-1,0-1 0,0 1 1,0-1-1,-1 1 0,1-1 0,0 1 1,0-1-1,-1 1 0,1 0 1,0-1-1,-1 1 0,1 0 0,0-1 1,-1 1-1,1 0 0,0-1 1,-1 1-1,1 0 0,-1-1 0,1 1 1,-1 0-1,1 0 0,-1 0 0,-2-1-4,1 1-1,-1 0 0,0 0 1,1 0-1,-1 0 0,0 0 1,1 0-1,-1 1 1,1-1-1,-1 1 0,1 0 1,-1 0-1,1 0 0,-1 0 1,1 0-1,-2 2 0,-22 7 14,-27 8 77,12-2-23,32-13-58,0 1 1,1 1-1,-1-1 0,-7 7 1,-20 10 1,29-18-11,0 1 1,1 0-1,-1 0 1,1 1 0,0 0-1,0 0 1,1 0 0,-1 1-1,-6 9 1,11-14-21,1 0 0,-1 0 0,1 0 0,-1 0 0,1 1-1,-1-1 1,1 0 0,0 0 0,0 0 0,0 1 0,-1-1 0,1 0 0,0 0-1,0 1 1,1-1 0,-1 0 0,0 0 0,0 1 0,1-1 0,-1 0 0,0 0-1,1 0 1,1 3 0,-1-2-189,1 0-1,0 0 0,0 0 1,0-1-1,0 1 1,0 0-1,0-1 0,0 0 1,1 1-1,3 1 0,6 1-1419,-1 0-1,1-1 0,21 4 1,-11-6-290,1 0 1,-1-2 0,1 0-1,-1-2 1,42-9 0,2 0-267,68-14-3910,-93 20 4244</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11.885"/>
    </inkml:context>
    <inkml:brush xml:id="br0">
      <inkml:brushProperty name="width" value="0.035" units="cm"/>
      <inkml:brushProperty name="height" value="0.035" units="cm"/>
    </inkml:brush>
  </inkml:definitions>
  <inkml:trace contextRef="#ctx0" brushRef="#br0">419 69 728,'0'0'4820,"-11"5"2016,1-5-943,-11 0 246,17 0-5453,0 0-1,0 1 1,1-1 0,-1 1-1,0 0 1,0 0-1,0 0 1,0 0-1,-6 4 1,5-2-454,0-1 0,0 0 0,0 0 0,-10 2 0,-13 5 103,-18 7-335,31-12 0,0 1 0,0 1 0,-22 12 0,-4 3 0,32-17 0,0 1 0,0-1 0,0 2 0,1-1 0,-1 1 0,1 0 0,-12 13 0,18-16 0,-13 20 0,15-22 0,-1-1 0,1 1 0,0 0 0,0 0 0,0-1 0,0 1 0,-1 0 0,1 0 0,0 0 0,1-1 0,-1 1 0,0 0 0,0 0 0,0-1 0,0 1 0,1 0 0,-1-1 0,0 1 0,0 0 0,1 0 0,-1-1 0,1 1 0,-1-1 0,1 1 0,-1 0 0,1-1 0,-1 1 0,1-1 0,-1 1 0,1-1 0,0 1 0,1 0 0,0 1 0,14 6 0,-7-5 0,0 0 0,-1-1 0,1 0 0,0-1 0,0 0 0,0-1 0,0 0 0,0 0 0,0-1 0,14-2 0,11-4 0,45-15 0,-73 20 0,1 0 0,0-1 0,-1 0 0,0 0 0,1 0 0,-1-1 0,0 0 0,-1 0 0,8-6 0,6-7 0,-16 16 0,0-1 0,-1 0 0,1 0 0,-1 0 0,0 0 0,0 0 0,1-1 0,1-3 0,40-48 0,-1-6 0,-21 36 0,-18 20 0,-1 0 0,1 0 0,-1 0 0,6-8 0,0-6 0,-2 14 0,0 2 0,-5-1 0,-2 7 0,-7 6 0,6-10 0,0 1 0,0-1 0,0 1 0,1 0 0,-1 0 0,0-1 0,1 1 0,-1 0 0,1 0 0,-1 0 0,1 0 0,-1 0 0,1 0 0,-1 0 0,1 0 0,0 0 0,-1 1 0,1 0 0,-1 1 0,1-1 0,-1 0 0,0 0 0,0 0 0,0 1 0,0-1 0,-2 3 0,-4 6 0,4-5 0,0 0 0,0 0 0,-1-1 0,0 1 0,0-1 0,-9 10 0,-15 18 0,14-15 0,-1 0 0,0-2 0,-1 1 0,-1-2 0,-35 25 0,25-19 0,2-5-381,21-14 194,0 0 0,0 0-1,0 1 1,1-1 0,-1 1 0,1 0 0,0 0-1,0 0 1,0 1 0,0-1 0,-2 5 0,4-7-40,-6 15-6753,7-16 6841,0 0 0,0 0 0,0 0 1,0 0-1,1 0 0,-1 0 1,0 0-1,0 0 0,0 0 0,0 0 1,0 0-1,1 0 0,-1 0 0,0 0 1,0 0-1,0 0 0,0 0 0,1 0 1,-1 0-1,0 0 0,0 0 0,0 0 1,0 0-1,0 0 0,1 0 0,-1 0 1,0 0-1,0 0 0,0 0 1,0 1-1,0-1 0,0 0 0,1 0 1,-1 0-1,0 0 0,0 0 0,0 0 1,0 1-1,0-1 0,0 0 0,0 0 1,0 0-1,0 0 0,0 1 0,0-1 1,0 0-1,0 0 0,0 0 0,0 0 1,0 0-1,0 1 0,0-1 0,0 0 1,0 0-1,0 1 0,19-16-9079,-10 14 5561</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12.322"/>
    </inkml:context>
    <inkml:brush xml:id="br0">
      <inkml:brushProperty name="width" value="0.035" units="cm"/>
      <inkml:brushProperty name="height" value="0.035" units="cm"/>
    </inkml:brush>
  </inkml:definitions>
  <inkml:trace contextRef="#ctx0" brushRef="#br0">504 36 1176,'0'0'330,"1"-1"-1,-1 1 1,1 0-1,-1-1 1,1 1 0,-1 0-1,0-1 1,1 1-1,-1-1 1,0 1-1,1 0 1,-1-1-1,0 1 1,1-1 0,-1 1-1,0-1 1,0 1-1,0-1 1,1 1-1,-1-1 1,0 1-1,0-1 1,0 0 0,0 1-1,0-1 1,0 1-1,0-1 1,0 1-1,0-1 1,0 1-1,0-1 1,-1 1-1,1-1 1,0 0 0,0 1-1,0-1 1,-1 1-1,1 0 1,0-1-1,-1 1 1,1-1-1,0 1 1,-1-1 0,0 0 298,0 0 1,0 0 0,0 0 0,0 0 0,0 0-1,0 0 1,-1 1 0,1-1 0,0 0 0,0 1-1,-1-1 1,1 1 0,0-1 0,-1 1 0,-1-1 0,-8 0 2722,9 0-3105,0 1 0,1 0 0,-1-1 1,0 1-1,1 0 0,-1 0 0,1 0 0,-1 0 0,0 1 0,1-1 0,-1 0 0,-1 1 0,1 0-215,0 0-1,0-1 1,0 1-1,1-1 1,-1 1 0,0-1-1,0 0 1,0 0-1,0 0 1,0 0-1,0 0 1,-3-1-1,4 1-26,1 0 0,-1-1 0,0 1-1,1 0 1,-1 0 0,0 0-1,0 0 1,1 0 0,-1 0-1,0 1 1,1-1 0,-1 0 0,0 0-1,1 0 1,-1 1 0,0-1-1,1 0 1,-1 1 0,0-1 0,1 0-1,-2 2 1,-6 2-4,-1 1 0,-1-1 0,-11 3 0,14-4 0,0-1 0,0 1 0,0 0 0,0 0 0,0 1 0,-8 6 0,-4 6 0,12-12 0,0 1 0,1 1 0,0-1 0,0 1 0,0 0 0,1 1 0,0-1 0,-5 9 0,2 1 0,0-1 0,1 2 0,0-1 0,-5 24 0,11-34 0,-4 16 0,-1 0 0,-9 24 0,10-34 0,1-1 0,1 1 0,-3 17 0,4-21 0,1 1 0,-1-1 0,0 0 0,-1 0 0,0 0 0,0 0 0,-1 0 0,0-1 0,-7 10 0,1 2 0,8-16 0,1 0 0,0 0 0,-1-1 0,0 1 0,0 0 0,-4 4 0,6-7 2,-2 1-45,1 1 0,-1-1 0,0 1-1,1 0 1,-1-1 0,1 1 0,0 0-1,0 0 1,-1 0 0,0 3 0,2-4-149,0-1 0,0 1 0,0-1 1,0 1-1,0-1 0,-1 1 0,1-1 1,0 0-1,0 1 0,0-1 0,-1 1 0,1-1 1,0 1-1,0-1 0,-1 0 0,1 1 1,0-1-1,-1 0 0,1 1 0,-1-1 1,1 0-1,0 1 0,-1-1 0,1 0 1,-1 0-1,1 0 0,-1 1 0,1-1 1,-1 0-1,1 0 0,-1 0 0,1 0 1,0 0-1,-1 0 0,1 0 0,-1 0 1,1 0-1,-1 0 0,1 0 0,-1 0 1,1 0-1,-1 0 0,1-1 0,-1 1 1,1 0-1,-1 0 0,1-1 0,0 1 1,-1 0-1,0-1 0,-23-13-9731,18 3 6718,2 0-1956,-4 1 2056</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12.899"/>
    </inkml:context>
    <inkml:brush xml:id="br0">
      <inkml:brushProperty name="width" value="0.035" units="cm"/>
      <inkml:brushProperty name="height" value="0.035" units="cm"/>
    </inkml:brush>
  </inkml:definitions>
  <inkml:trace contextRef="#ctx0" brushRef="#br0">1 222 1208,'61'-27'15740,"-54"24"-14201,1-1 1,0 1 0,0 1 0,16-4 0,-9 3-408,151-26 2103,-65 14-3080,-12-6-145,-48 10-24,-32 9 11,0 0 0,0-1 0,0 0 0,0 0 0,-1-1 0,0 0 0,1-1 0,9-6 0,0-3 91,-15 12-31,0 1-1,-1-1 1,1 0-1,-1 0 0,1 0 1,-1 0-1,0 0 0,1 0 1,-1-1-1,-1 1 1,1-1-1,0 1 0,2-6 1,-4 7-37,0 1 1,0 0 0,0-1-1,0 1 1,-1 0 0,1-1-1,0 1 1,0 0 0,0 0-1,-1-1 1,1 1 0,0 0-1,0 0 1,-1-1 0,1 1-1,0 0 1,-1 0 0,1 0-1,0-1 1,-1 1 0,1 0-1,0 0 1,-1 0-1,1 0 1,0 0 0,-1 0-1,1 0 1,0 0 0,-1 0-1,1 0 1,-1 0 0,1 0-8,-1 0 1,1 0-1,0 0 1,-1 0-1,1 0 1,0 0-1,-1 0 1,1 0-1,0 0 1,-1-1-1,1 1 1,0 0-1,0 0 1,-1 0-1,1 0 1,0 0-1,-1-1 0,1 1 1,0 0-1,0 0 1,0 0-1,-1-1 1,1 1-1,0 0 1,0 0-1,0-1 1,-1 1-1,1 0 1,0-1-1,-2 1 48,0-1 0,0 1-1,1 0 1,-1 0 0,0 0 0,0 0-1,0 1 1,1-1 0,-1 1-1,0-1 1,0 1 0,-2 0 0,4-1-51,-8 3 71,0-1-1,0 1 1,1 0-1,0 1 1,-1 0-1,1 0 1,0 0-1,1 1 1,-1 0-1,-7 8 1,0-1-81,13-12 0,0 1 0,0 0 0,0-1 0,0 1 0,0 0 0,0 0 0,0 0 0,1 0 0,-1 0 0,0 0 0,0 0 0,1 0 0,-1 0 0,1 0 0,-1 1 0,-34 53 0,28-41 0,5-12 0,1 0 0,0-1 0,0 1 0,0 0 0,1 0 0,-1 1 0,0-1 0,1 0 0,0 0 0,-1 0 0,1 4 0,0-4 0,0-1 0,-1 0 0,1 1 0,1-1 0,-1 1 0,0-1 0,0 1 0,0-1 0,1 1 0,-1-1 0,1 0 0,-1 1 0,1-1 0,0 0 0,-1 1 0,1-1 0,0 0 0,0 0 0,0 0 0,0 0 0,0 0 0,0 0 0,0 0 0,0 0 0,0 0 0,1 0 0,-1 0 0,2 0 0,3 1 0,-1-1 0,0-1 0,0 1 0,1-1 0,-1 0 0,9 0 0,5-1 0,71-10 0,-70 10 0,19 1 0,-30 1 0,-4 0 0,0 0 0,1 0 0,-1 0 0,0 0 0,1 1 0,-1 0 0,0 0 0,5 3 0,-3 2 0,-6-7 0,-1 0 0,0 1 0,1-1 0,-1 0 0,0 1 0,0-1 0,1 0 0,-1 1 0,0-1 0,0 0 0,1 1 0,-1-1 0,0 1 0,0-1 0,0 0 0,0 1 0,0-1 0,0 1 0,1-1 0,-1 1 0,0-1 0,0 1 0,0-1 0,-1 0 0,1 1 0,0-1 0,0 1 0,0-1 0,0 1 0,0-1 0,0 0 0,-1 1 0,1-1 0,0 1 0,0-1 0,-1 1 0,1-1 0,0 1 0,0 0 0,0 0 0,-1-1 0,1 1 0,0 0 0,0 0 0,0 0 0,-1-1 0,1 1 0,0 0 0,-1 0 0,1-1 0,0 1 0,-1 0 0,1-1 0,-1 1 0,1-1 0,-1 1 0,0 0 0,1-1 0,-1 1 0,1-1 0,-2 1 0,-19 7 0,0 0 0,14-6-18,0 1 0,1-1 0,-1-1 1,0 1-1,0-1 0,0 0 0,0-1 0,0 0 0,-1 0 1,-7-1-1,-6 1-17,16 0 21,-28-2-15,31 1 27,0 1 0,0 0 0,0-1 1,0 1-1,0-1 0,1 0 1,-1 0-1,0 0 0,0 0 0,1 0 1,-1 0-1,0 0 0,1 0 1,-3-3-1,4 3 2,-1 1 0,1-1 0,-1 0 0,1 0 0,0 0 0,-1 1 0,1-1 0,0 0 0,0 0 0,-1 0 0,1 0 0,0 0 0,0 0 0,0 0 0,0 0 0,0 0 0,0 1 0,0-1 0,1 0 0,-1 0 0,0 0 0,0 0 0,1 0 0,-1 0 0,1 1 0,-1-1 0,0 0 0,1 0 0,0-1 0,23-22-4,-14 15 12,-3 2-23,1 1-1,0 0 1,0 0 0,0 0-1,1 2 1,10-6 0,60-21-1107,-54 22 256,69-22-6143,-3 2-3350,-42 17 4302,-30 7 2531</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13.787"/>
    </inkml:context>
    <inkml:brush xml:id="br0">
      <inkml:brushProperty name="width" value="0.035" units="cm"/>
      <inkml:brushProperty name="height" value="0.035" units="cm"/>
    </inkml:brush>
  </inkml:definitions>
  <inkml:trace contextRef="#ctx0" brushRef="#br0">25 196 2441,'0'0'2413,"-25"16"13029,81-21-8783,28-13-5571,-70 14-805,2-1-205,0-1 0,0 0 0,-1-1 0,0-1 0,22-15 0,-31 19-37,0-1 1,-1 1-1,1-1 0,-1 0 0,-1-1 0,1 1 1,-1-1-1,0 0 0,0 0 0,5-11 1,-6 8-24,-1 5-7,-1 0-1,0-1 1,0 1-1,0-1 1,0 1-1,-1-1 1,0-5-1,0 10-10,0-1-1,0 1 0,0-1 0,0 1 1,0-1-1,0 1 0,0-1 1,-1 1-1,1 0 0,0-1 0,0 1 1,-1-1-1,1 1 0,0-1 1,-1 1-1,1 0 0,0-1 1,-1 1-1,1 0 0,0-1 0,-1 1 1,1 0-1,-1 0 0,1-1 1,-1 1-1,1 0 0,-1 0 0,1 0 1,0 0-1,-1-1 0,1 1 1,-1 0-1,0 0 0,-19 0-38,15 1 30,-7 0 5,0 1-1,0 0 1,0 1-1,0 0 0,0 1 1,-18 9-1,-75 41 63,100-51-48,-1 1 1,0 0 0,1 0 0,0 0 0,0 0-1,0 1 1,0 0 0,-6 10 0,-4 10 49,-3 4-53,17-27-10,1-1 0,-1 1 0,1-1 0,-1 1-1,1-1 1,0 1 0,0-1 0,0 1 0,0-1-1,0 1 1,0 0 0,0-1 0,0 1 0,1-1-1,-1 1 1,1-1 0,-1 1 0,2 2 0,1 1-14,1 6-8,-4-10 22,1 0 0,-1 0 0,0 0 0,0 0 0,1-1 0,-1 1-1,1 0 1,-1 0 0,1 0 0,-1 0 0,1-1 0,-1 1 0,1 0 0,0-1-1,-1 1 1,1 0 0,0-1 0,0 1 0,-1-1 0,1 1 0,0-1 0,0 1 0,0-1-1,1 1 1,26 8-137,-20-7 17,3 1-728,0 0 1,1-1 0,-1 0-1,0-1 1,1 0-1,-1-1 1,0 0 0,22-3-1,74-15-7685,19-2-1001,-100 15 7527</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15.356"/>
    </inkml:context>
    <inkml:brush xml:id="br0">
      <inkml:brushProperty name="width" value="0.035" units="cm"/>
      <inkml:brushProperty name="height" value="0.035" units="cm"/>
    </inkml:brush>
  </inkml:definitions>
  <inkml:trace contextRef="#ctx0" brushRef="#br0">328 367 496,'23'-11'3863,"-19"9"-3229,0 1 0,-1-1 0,1 0 0,-1 0 0,6-5 0,-8 5-231,0 1-1,0 0 1,1-1 0,-2 1-1,1-1 1,0 1 0,0-1-1,0 0 1,-1 1 0,1-1-1,-1 0 1,1 0 0,-1 1 0,0-1-1,0 0 1,0 0 0,0-1-1,-1 1 250,-1 1 0,0 0 0,0 0 0,0 0 0,0 0 0,0 0 0,0 0 1,0 0-1,0 0 0,0 1 0,-4-1 0,-9 2 838,0 1 0,-21 5 0,-1 0-108,10-1-857,0 1 1,1 2-1,0 0 1,1 2 0,-1 0-1,-41 28 1,63-36-526,2-2 0,0 0 0,0 0 0,0 0 0,1 0 0,-1 1 0,1-1 0,-1 1 0,1-1 0,-1 1 0,1 0 0,0-1 0,0 1 0,0 0 0,0 0 0,0 0 0,-1 3 0,1-3 0,1-2 0,-1 1 0,1-1 0,-1 1 0,1 0 0,0-1 0,-1 1 0,1 0 0,0 0 0,-1-1 0,1 1 0,0 0 0,0 0 0,0-1 0,0 1 0,0 0 0,0 0 0,0 0 0,0-1 0,0 1 0,0 0 0,0 0 0,0-1 0,0 1 0,1 0 0,-1 0 0,0-1 0,1 1 0,-1 0 0,0-1 0,1 1 0,-1 0 0,1-1 0,-1 1 0,1-1 0,-1 1 0,1 0 0,0-1 0,-1 0 0,1 1 0,0-1 0,-1 1 0,1-1 0,0 0 0,0 1 0,-1-1 0,1 0 0,0 0 0,0 0 0,0 1 0,10 0 0,-1 0 0,1 0 0,-1-1 0,1 0 0,0-1 0,-1-1 0,0 1 0,1-1 0,-1-1 0,11-4 0,2-2 0,0-1 0,0-1 0,24-16 0,-35 20 0,0 0 0,-1-1 0,0 0 0,0-1 0,-1 0 0,0-1 0,0 0 0,9-13 0,-8 7 0,28-26 0,-11 13 0,-13 13 0,-7 7 0,0 0 0,0 0 0,11-19 0,34-49 0,-49 71 0,1 1 0,0-1 0,0 0 0,0 1 0,0 0 0,1 1 0,0-1 0,0 1 0,0 0 0,8-3 0,-3-1 0,-2 4 0,-2 2 0,-5-1 0,-4 7 0,-5 2 0,5-4 0,0-1 0,0 1 0,0 0 0,1 0 0,-1 0 0,1 0 0,-1 0 0,1 0 0,0 0 0,-1 0 0,0 4 0,-4 3 0,-45 41 0,39-39 0,-21 25 0,6-6 0,6-4 0,1 0 0,1 1 0,1 1 0,-14 31 0,32-58 0,-1 0 0,1 0 0,-1 0 0,1 0 0,0 0 0,0 0 0,0 0 0,-1 0 0,1 0 0,0 0 0,0 0 0,0 0 0,1 0 0,-1 0 0,0 0 0,0 0 0,0-1 0,1 1 0,-1 0 0,0 0 0,1 0 0,-1 0 0,1 0 0,-1 0 0,1-1 0,-1 1 0,1 0 0,0 0 0,-1-1 0,1 1 0,0 0 0,0-1 0,-1 1 0,3 0 0,1 2 0,1-1 0,0 1 0,-1-1 0,10 3 0,-7-4-8,0-1 0,0 0 0,0 0 0,0 0 0,0-1 0,0 0 0,0 0 0,0 0-1,0-1 1,7-3 0,15-3-138,12-2-1475,60-25 0,-77 25 1241,33-20-113,-53 27 499,0 1 0,0-1 0,0 0 1,0 1-1,0-2 0,-1 1 0,5-5 0,10-8 193,-18 16-197,0 0 0,0 0 1,0 0-1,1 0 0,-1 0 1,0 0-1,0 0 0,0 0 1,0 0-1,0 0 0,0 0 1,0 0-1,0 0 0,0 0 1,0 0-1,0 0 0,0 0 0,0 0 1,0-1-1,1 1 0,-1 0 1,0 0-1,0 0 0,0 0 1,0 0-1,0 0 0,0 0 1,0 0-1,0 0 0,0 0 1,0 0-1,0 0 0,0-1 0,0 1 1,0 0-1,0 0 0,0 0 1,0 0-1,0 0 0,0 0 1,0 0-1,0 0 0,0 0 1,0 0-1,0 0 0,0 0 1,0-1-1,0 1 0,-1 0 1,1 0-1,0 0 0,0 0 0,0 0 1,0 0-1,0 0 0,0 0 1,0 0-1,0 0 0,0 0 1,0 0-1,0 0 0,0 0 1,0 0-1,0 0 0,-1 0 1,-7-2 272,-8 1 162,9 2-265,0 0 0,1 0 1,-1 1-1,1 0 0,0 1 0,-1-1 0,1 1 0,-9 6 0,-12 5 446,-2 7-111,23-18-461,-22 10 142,26-12-183,1 0 0,0 0-1,0 0 1,0 0-1,0 0 1,0 0 0,0 0-1,0 0 1,0 0-1,0 1 1,0-1 0,1 0-1,-1 1 1,0-1-1,1 0 1,-1 1 0,1-1-1,0 1 1,-1-1-1,1 3 1,0-4-4,0 1 0,0-1 0,0 1 0,0-1 1,1 1-1,-1-1 0,0 1 0,0-1 0,0 0 0,1 1 0,-1-1 0,0 1 0,0-1 1,1 0-1,-1 1 0,0-1 0,1 0 0,-1 1 0,0-1 0,1 0 0,-1 0 0,1 1 1,-1-1-1,0 0 0,1 0 0,-1 0 0,1 1 0,-1-1 0,1 0 0,22 2 30,25-10-2,-30 5-32,1-2 0,-1 0-1,0-1 1,0-1 0,16-9-1,-29 12 12,18-13-18,-23 17 9,0 0 1,0 0 0,-1 0-1,1 0 1,0 0 0,0 0-1,0 0 1,0 0 0,0 0-1,0 0 1,0 0 0,-1 0-1,1 0 1,0 0 0,0 0-1,0 0 1,0 0 0,0 0-1,0 0 1,0 0 0,-1 0-1,1 0 1,0 0 0,0 0-1,0 0 1,0 0 0,0 0-1,0 0 1,0 0 0,0 0-1,0-1 1,-1 1 0,1 0-1,0 0 1,0 0 0,0 0-1,0 0 1,0 0 0,0 0-1,0 0 1,0-1 0,0 1-1,0 0 1,0 0 0,0 0-1,0 0 1,0 0 0,0 0-1,0-1 1,0 1 0,0 0-1,0 0 1,0 0 0,0 0-1,0 0 1,0 0 0,0 0-1,0-1 1,0 1 0,0 0-1,0 0 1,1 0 0,-1 0 0,0 0-1,0 0 1,0 0 0,0 0-1,-12-2-28,12 2 29,0 0 0,0 0 1,0 0-1,-1 0 11,-1 0 0,1 0 0,-1 1 1,1-1-1,-1 1 0,1-1 0,-1 1 0,1 0 0,-1-1 1,1 1-1,0 0 0,-1 0 0,1 0 0,0 0 0,0 0 1,0 0-1,0 1 0,-2 1 0,2-1-11,1 0 0,-1 0 0,1 0 0,-1 0 0,0-1 0,0 1 0,0 0 0,0-1 0,0 1 0,0 0 0,-3 1 0,3-1 0,-1-1 0,1 1 0,0 0 0,0-1 0,0 1 0,0 0 0,0 0 0,0 0 0,0 0 0,0 0 0,0 3 0,1-4 0,0 0 0,-1 0 0,1 0 0,0 0 0,-1 0 0,1 0 0,0 0 0,-1 0 0,1 0 0,-1 0 0,0 0 0,1 0 0,-1-1 0,0 1 0,0 1 0,0-1 0,0 0 0,0 0 0,0-1 0,1 1 0,-1 0 0,0 0 0,1 0 0,-1 0 0,1 1 0,-1-1 0,1 0 0,-1 0 0,1 0 0,0 0 0,0 2 0,-1 1 0,1-1 0,-1 0 0,0 0 0,0 0 0,0 0 0,0 0 0,0 0 0,-1 0 0,-2 4 0,2-4 0,0 0 0,1 1 0,-1-1 0,1 0 0,0 1 0,-1-1 0,2 1 0,-1 0 0,-1 5 0,2 112 0,0-114 0,-1 0 0,0 0 0,0 0 0,-1 0 0,0 0 0,0 0 0,-1-1 0,0 1 0,0-1 0,0 1 0,-1-1 0,0 0 0,0 0 0,-1-1 0,-5 6 0,0 0 0,-2-1 0,1 0 0,-1 0 0,-1-2 0,0 1 0,-17 7 0,-11 2 0,-1-1 0,-1-3 0,0-1 0,-1-3 0,-80 10 0,39-14 0,83-6 0,-1 0 0,1 0 0,-1 0 0,1-1 0,0 1 0,-1 0 0,1-1 0,0 0 0,-1 0 0,1 1 0,0-1 0,0-1 0,0 1 0,0 0 0,0 0 0,0-1 0,-3-2 0,5 3 0,-1 0 0,1 0 0,1 0 0,-1 0 0,0 1 0,0-1 0,0 0 0,0 0 0,0 0 0,1 1 0,-1-1 0,0 0 0,1 0 0,-1 1 0,1-1 0,-1 0 0,1 1 0,-1-1 0,1 0 0,-1 1 0,1-1 0,1 0 0,13-14 0,4-2 0,1 2 0,1 0 0,1 1 0,0 1 0,0 0 0,27-8 0,74-24 0,195-42 0,-267 77 0,0-3 0,55-22 0,-86 28 0,5-3 0,-4 3 0,-18 6 0,1 0 0,0 0 0,-1 0 0,1 0 0,-1-1 0,0 0 0,6-2 0,-2 3 0,-5 1 0,0 0 0,1 0 0,-1-1 0,0 1 0,0 0 0,0-1 0,1 1 0,-1-1 0,0 0 0,0 0 0,0 0 0,0 0 0,0 0 0,0 0 0,1-2 0,16-6 0,-17 9 0,0-1 0,1 0 0,-1 1 0,1-1 0,-1 0 0,0 0 0,1 0 0,-1 0 0,0-1 0,0 1 0,0 0 0,0-1 0,2-1 0,-1 0 0,1 0 0,-1 1 0,1-1 0,0 1 0,7-3 0,-8 4 0,0 0 0,0-1 0,0 0 0,0 1 0,0-1 0,0 0 0,0-1 0,-1 1 0,4-3 0,46-44 0,-44 40 0,-7 8 0,1 0 0,-1-1 0,1 1 0,-1-1 0,1 1 0,-1-1 0,0 0 0,0 1 0,0-1 0,0 0 0,0 0 0,-1 0 0,1 0 0,0 0 0,0-2 0,-1 3 0,-1 0 0,1 1 0,0-1 0,-1 0 0,1 0 0,0 1 0,-1-1 0,1 0 0,-1 1 0,1-1 0,-1 0 0,1 1 0,-1-1 0,1 1 0,-1-1 0,0 1 0,1-1 0,-1 1 0,0-1 0,1 1 0,-1 0 0,0-1 0,0 1 0,1 0 0,-1 0 0,0 0 0,0-1 0,0 1 0,1 0 0,-3 0 0,-31-1 0,28 1 0,-9 1 0,-1 0 0,0 2 0,1 0 0,0 1 0,0 0 0,0 1 0,0 1 0,-19 10 0,28-13 0,0 0 0,0 1 0,1 0 0,-1 0 0,1 0 0,0 1 0,0-1 0,0 1 0,1 0 0,-1 1 0,1-1 0,1 1 0,-4 6 0,-1 2 0,7-13 0,0 0 0,0 0 0,0 0 0,1 0 0,-1 0 0,0 0 0,1 0 0,-1 0 0,1 0 0,-1 1 0,1-1 0,0 0 0,-1 0 0,1 0 0,0 1 0,0-1 0,0 0 0,0 0 0,0 1 0,0-1 0,0 0 0,1 0 0,-1 1 0,0-1 0,1 2 0,2 2-101,-1-1 0,1 1-1,0-1 1,0 0 0,1 1 0,-1-2-1,1 1 1,0 0 0,0-1 0,0 1 0,0-1-1,1 0 1,-1 0 0,1-1 0,0 0-1,-1 0 1,1 0 0,0 0 0,10 2 0,6 0-728,-1-1 1,1 0 0,37-2 0,3-4-6589,78-13 1,-80 7 2422,1-1-56</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31.918"/>
    </inkml:context>
    <inkml:brush xml:id="br0">
      <inkml:brushProperty name="width" value="0.035" units="cm"/>
      <inkml:brushProperty name="height" value="0.035" units="cm"/>
    </inkml:brush>
  </inkml:definitions>
  <inkml:trace contextRef="#ctx0" brushRef="#br0">384 444 152,'42'-15'11344,"-40"14"-10236,15-8 13361,-17-7-9098,0 8-5048,-2 4-323,2 4 0,0-1 0,0 1 0,0 0 0,-1-1 0,1 1 0,0 0 0,0 0 0,-1 0 0,1-1 0,0 1 0,-1 0 0,1 0 0,0 0 0,-1 0 0,1-1 0,0 1 0,-1 0 0,1 0 0,0 0 0,-1 0 0,1 0 0,-1 0 0,1 0 0,0 0 0,-1 0 0,1 0 0,0 0 0,-1 0 0,1 0 0,0 1 0,-1-1 0,1 0 0,0 0 0,-1 0 0,1 1 0,-3-1 0,-4-2 0,0-1 0,0 1 0,0 1 0,0-1 0,0 1 0,0 1 0,0-1 0,0 1 0,-13 2 0,5-2 0,1 1 0,0 1 0,0 0 0,0 1 0,0 1 0,-25 9 0,2 0 0,24-8 0,0 0 0,-18 12 0,1-1 0,22-13 0,-1 1 0,2 1 0,-1 0 0,1 0 0,-1 0 0,1 1 0,1 0 0,-1 0 0,1 1 0,0 0 0,1 0 0,-5 8 0,9-14 0,1 0 0,-1 1 0,1-1 0,0 0 0,-1 0 0,1 0 0,0 1 0,0-1 0,0 0 0,0 1 0,0-1 0,0 0 0,0 2 0,1 11 0,1-9 0,5-4 0,1-1 0,0-1 0,0 0 0,0 0 0,-1 0 0,1-1 0,0-1 0,7-2 0,9-3 0,-3 2 0,0 0 0,0-2 0,-1 0 0,0-2 0,-1 0 0,0-1 0,0-1 0,-1 0 0,31-30 0,-34 27 0,-1-1 0,21-30 0,-3 4 0,7-6 0,60-56 0,-86 91 0,-2 0 0,13-18 0,-2 1 0,-19 26 0,1-1 0,-1 1 0,0-1 0,0 0 0,-1 0 0,1 0 0,2-11 0,3 7 0,-7 8 0,-1 1 0,1 0 0,0-1 0,-1 1 0,1-1 0,-1 1 0,1-1 0,0 0 0,-1 1 0,0-1 0,1 0 0,-1 1 0,1-1 0,-1 0 0,0 1 0,1-1 0,-1-1 0,-1-3 0,-6 5 0,-3 5 0,10-2 0,-1-2 0,-4 3 0,0 0 0,0 0 0,0 0 0,0 1 0,1-1 0,-1 1 0,1 0 0,1 1 0,-1-1 0,1 1 0,0-1 0,0 1 0,-3 9 0,3-8 0,0-1 0,-1 0 0,1 1 0,-1-1 0,-1 0 0,1-1 0,-7 7 0,4-4 0,1-1 0,0 1 0,-6 11 0,-32 50 0,10-14 0,14-15 0,-30 46 0,47-80 0,0 0 0,1 1 0,-1-1 0,1 1 0,1-1 0,-1 1 0,1-1 0,0 1 0,1 0 0,-1 0 0,1 0 0,2 8 0,-2 4 0,0-19 0,0 0 0,0 0 0,0 0 0,0 0 0,0 0 0,0 0 0,0 0 0,0 0 0,-1 0 0,1 0 0,0 0 0,0 1 0,0-1 0,0 0 0,0 0 0,0 0 0,0 0 0,0 0 0,0 0 0,0 0 0,0-1 0,0 1 0,0 0 0,1 8 0,0-7 0,-1-1 0,0 1 0,1-1 0,-1 1 0,1-1 0,-1 0 0,0 1 0,1-1 0,-1 1 0,1-1 0,-1 0 0,1 0 0,0 1 0,-1-1 0,1 0 0,-1 0 0,1 1 0,0-1 0,1 0 0,1 0 0,-1 0 0,0 0 0,0 0 0,0 0 0,0 0 0,1-1 0,-1 1 0,3-2 0,1 1 0,14-10 0,6-5 0,-8 1 0,-10 14 0,0 1 0,1-1 0,104-30 0,-110 30 0,1-1 0,0 0 0,-1 0 0,0 0 0,0 0 0,1-1 0,-1 1 0,0-1 0,-1 0 0,1 0 0,4-5 0,-7 7 0,1 0 0,-1 0 0,1 0 0,-1 0 0,0 0 0,0 0 0,1 0 0,-1 0 0,0 0 0,0 1 0,0-1 0,0 0 0,0 0 0,0 0 0,0 0 0,0 0 0,0 0 0,-1 0 0,1-1 0,-1 0 0,1 1 0,0 1 0,0-1 0,0 0 0,0 1 0,0-1 0,0 0 0,-1 1 0,1-1 0,0 0 0,0 1 0,-1-1 0,1 0 0,0 1 0,-1-1 0,1 1 0,-1-1 0,1 1 0,-1-1 0,1 1 0,-1-1 0,1 1 0,-1 0 0,1-1 0,-1 1 0,0 0 0,0-1 0,-8-6 0,2 3 0,3 3 0,1 0 0,-1 1 0,0-1 0,0 1 0,0 0 0,0 0 0,0 1 0,0-1 0,-4 2 0,0 0 0,-2 1 0,0 0 0,1 0 0,-1 1 0,0 0 0,1 1 0,0 0 0,-12 9 0,-2 4 0,-8 7 0,29-24 0,1 1 0,0-1 0,-1 1 0,1-1 0,0 1 0,0 0 0,0 0 0,0-1 0,0 1 0,1 0 0,-1 0 0,0 0 0,1 0 0,0 0 0,-1 3 0,-4 11 0,4-15 0,1-1 0,0 1 0,-1-1 0,1 1 0,0-1 0,-1 1 0,1-1 0,0 1 0,0 0 0,0-1 0,-1 1 0,1-1 0,0 1 0,0 0 0,0-1 0,0 1 0,0-1 0,0 1 0,0 0 0,0-1 0,0 1 0,0-1 0,1 1 0,-1 0 0,0-1 0,0 1 0,0-1 0,1 1 0,-1-1 0,0 1 0,1-1 0,-1 1 0,1-1 0,-1 1 0,0-1 0,1 1 0,-1-1 0,1 0 0,-1 1 0,1-1 0,-1 0 0,2 1 0,13 11 0,-12-10 0,-1 0 0,0 0 0,1 0 0,-1-1 0,1 1 0,0 0 0,-1-1 0,1 0 0,0 0 0,0 0 0,0 0 0,0 0 0,0 0 0,5 0 0,8-1 0,0 0 0,0-2 0,0 1 0,0-2 0,0 0 0,0-1 0,-1-1 0,23-9 0,-2-3 0,-10 7 0,-2-2 0,0-1 0,32-23 0,-11 6 0,-29 21 0,-1-1 0,-1-1 0,17-15 0,19-19 0,-35 33 0,-1 0 0,0-2 0,-1 1 0,19-26 0,-23 28 0,-8 10 0,1-1 0,-1 1 0,1-1 0,-1 1 0,0-1 0,1 0 0,-1 0 0,0 0 0,0 0 0,-1 1 0,1-1 0,0-1 0,-1 1 0,1 0 0,-1 0 0,1 0 0,-1 0 0,0-4 0,-1 2 0,-5 8 0,-15 22 0,-20 30 0,17-13 0,17-29 0,-1 0 0,-13 18 0,6-7 0,13-22 0,0 1 0,-1 0 0,1 0 0,-1-1 0,1 1 0,-5 3 0,-36 47 0,33-44 0,2 0 0,-1 1 0,-8 14 0,-9 11 0,18-15-4264,8-20 4099,0-1-1,-1 0 1,1 1-1,0-1 0,0 0 1,0 1-1,0-1 1,-1 1-1,1-1 1,0 0-1,0 1 1,0-1-1,0 0 1,0 1-1,0-1 1,0 1-1,0-1 1,0 0-1,0 1 1,0-1-1,0 1 1,0-1-1,1 0 1,-1 1-1,0-1 1,0 0-1,0 1 1,0-1-1,1 0 0,-1 1 1,0-1-1,1 1 1,1-3-882,0 1 0,0-1 0,-1 0 1,1 0-1,0 0 0,-1 0 0,1 0 0,-1 0 0,2-4 0,12-15-3546,-12 19 4327,-1-1 0,0 0-1,1 0 1,-1 0 0,-1 0 0,1 0 0,0 0-1,-1-1 1,1 1 0,-1 0 0,0-1 0,0 1-1,0-5 1,1-6 1289,-2 0 0,0-17 0,0 13 1666,0 17-2625,0 1 0,0 0-1,0-1 1,0 1 0,0 0-1,-1-1 1,1 1 0,0 0-1,0-1 1,0 1 0,0 0-1,-1 0 1,1-1 0,0 1 0,0 0-1,-1 0 1,1-1 0,0 1-1,-1 0 1,1 0 0,0 0-1,-1 0 1,1-1 0,0 1-1,-1 0 1,1 0 0,0 0 0,-1 0-1,1 0 1,-1 0 0,1 0 9,-1 0 1,1 0 0,0 0 0,-1 0 0,1 0-1,-1-1 1,1 1 0,0 0 0,-1 0-1,1 0 1,-1 0 0,1-1 0,0 1 0,-1 0-1,1 0 1,0-1 0,0 1 0,-1 0 0,1-1-1,0 1 1,-1 0 0,1-1 0,0 1-1,0 0 1,0-1 0,0 1 0,-1-1 0,1 1-1,0 0 1,0-1 0,0 0 0,-11-3 4931,6 2-335,14 2-2099,10 0-1664,9 0-513,45-5 0,5 0-283,36-11-56,-101 14-54,-10 1 0,1 1 0,-1-1 0,1 0 0,-1 0 0,1 0 0,-1 0 0,4-2 0,6 1 23,-12 2-26,-1 0 0,1 0 0,-1 0 0,0 0-1,1 0 1,-1 0 0,1 0 0,-1 0 0,0 0-1,1 0 1,-1 1 0,1-1 0,-1 0 0,0 0-1,1 0 1,-1 0 0,0 1 0,1-1 0,-1 0 0,0 0-1,1 1 1,-1-1 0,0 0 0,1 1 0,-1-1-1,0 0 1,0 1 0,0-1 0,1 1 0,-1-1-1,0 0 1,0 1 0,0-1 2,0 1 0,0-1-1,0 0 1,0 0 0,0 0 0,0 0 0,0 1-1,0-1 1,0 0 0,0 0 0,0 0-1,0 1 1,0-1 0,0 0 0,0 0 0,0 0-1,1 0 1,-1 0 0,0 1 0,0-1-1,0 0 1,0 0 0,0 0 0,0 0 0,0 0-1,1 0 1,-1 1 0,0-1 0,0 0-1,0 0 1,0 0 0,0 0 0,1 0 0,-1 0-1,0 0 1,0 0 0,0 0 0,0 0-1,1 0 1,-1 0 0,2 1 1,-1-1 0,1 1 0,-1 0 0,0-1 0,1 1 0,-1 0 0,0 0 0,1 0 0,-1 0 0,0 0 0,0 0 0,0 0-1,0 1 1,2 1 0,-1-1 6,0-1 0,0 0 0,0 1 0,0-1 0,0 0-1,0 0 1,1 0 0,-1 0 0,0-1 0,1 1-1,-1 0 1,1-1 0,-1 0 0,1 0 0,-1 0 0,1 0-1,-1 0 1,1 0 0,3-1 0,7-1 79,0-1-1,16-5 1,31-18 153,-57 24-123,0 0 1,1-1-1,-1 1 1,0-1 0,0 0-1,0 1 1,-1-1-1,1-1 1,2-3 0,0 0 406,-5 7-522,1-1 91,0 0 0,0 0 0,0-1 0,0 1 0,-1 0 0,1-1 0,-1 1 0,1 0 1,-1-1-1,1 1 0,-1-1 0,0 1 0,1 0 0,-1-1 0,0 1 0,0-1 0,0 1 0,0-1 0,-1 1 1,1-3-1,0-8-1,-2 7-91,2 5 0,-1-1 0,1 1 0,-1 0 0,1 0 0,-1-1 0,1 1 0,-1 0 0,1 0 0,-1 0 0,1-1 0,-1 1 0,1 0 0,-1 0 0,1 0 0,-1 0 0,1 0 0,-1 0 0,1 0 0,-1 0 0,0 0 0,1 1 0,-1-1 0,1 0 0,-1 0 0,1 0 0,-1 1 0,1-1 0,0 0 0,-1 0 0,0 1 0,-68 20 0,25 1 0,36-19 0,1 0 0,-1 1 0,1 0 0,0 0 0,0 1 0,0 0 0,-10 9 0,-19 14 0,29-23 0,-1 0 0,1 1 0,0-1 0,-11 13 0,16-15 0,0-1 0,-1 1 0,1 0 0,0 0 0,1 1 0,-1-1 0,0 0 0,1 0 0,0 1 0,0-1 0,0 1 0,0-1 0,1 1 0,-1 4 0,-4 8 0,5-15 0,-1 0 0,1 0 0,-1 0 0,1 0 0,-1 1 0,1-1 0,0 0 0,0 0 0,-1 0 0,1 0 0,0 1 0,0-1 0,0 0 0,0 0 0,1 0 0,-1 0 0,0 2 0,2 0-212,0 1-1,0-1 1,0-1 0,0 1 0,1 0-1,-1 0 1,1-1 0,-1 1 0,1-1-1,0 0 1,0 0 0,0 0 0,0 0-1,0-1 1,1 1 0,-1-1 0,0 0-1,1 0 1,-1 0 0,1 0 0,5 0-1,3 1-719,0-1 0,0-1-1,1 0 1,-1 0 0,14-3-1,94-25-8067,-76 17 6653,-30 6 1548,0 0 0,0-1 0,0 0 0,16-11 0,8-4-350,48-29 222,-82 48 1061,1-1-1,0 0 0,-1 0 1,0-1-1,7-5 1,-10 7 177,1 1 1,0-1 0,-1 0-1,1 0 1,-1 0-1,1 0 1,-1 0-1,0 0 1,0-1 0,0 1-1,0 0 1,0-1-1,-1 1 1,2-4 0,-3 5-63,1 0 0,-1 0 0,0 1 0,1-1 0,-1 0 0,0 0 0,1 1 0,-1-1 0,0 1 0,0-1 0,0 1 0,0-1 0,1 1 0,-1-1 0,0 1 0,0 0 0,0 0 1,0-1-1,0 1 0,0 0 0,0 0 0,0 0 0,0 0 0,0 0 0,0 0 0,0 0 0,-1 1 0,1-1 1050,-2 0-494,1 0 0,-1 0 0,1 0 1,-1 0-1,1 1 0,0-1 0,-1 1 0,-3 1 0,6-2-787,-28 5 3387,23-5-3076,0 0 0,-1 1 1,1 0-1,0 0 0,0 1 0,0-1 0,0 1 0,-6 3 0,-14 1-25,16-2-304,9-1 0,-1-1 0,-3 1 0,-1 0 0,0 0 0,0 0 0,0-1 0,0 0 0,-8 3 0,5-3 0,-18 15 0,23-16 0,1 0 0,-1 0 0,1 0 0,0 1 0,0-1 0,0 1 0,0 0 0,-2 2 0,-8 6 0,8-7 0,0 0 0,1 1 0,-1-1 0,1 1 0,0 0 0,-1 0 0,2 0 0,-1 0 0,-3 8 0,-11 14 0,10-17 0,3-5 0,0 0 0,1 0 0,-1 1 0,1-1 0,0 1 0,0-1 0,1 1 0,0 0 0,0 0 0,0 0 0,0 1 0,-1 4 0,4-7 0,-1 0 0,1-1 0,0 1 0,0 0 0,0-1 0,0 1 0,1-1 0,-1 1 0,1-1 0,-1 0 0,1 0 0,0 0 0,0 0 0,0 0 0,0 0 0,0 0 0,0 0 0,0-1 0,1 1 0,-1-1 0,0 0 0,1 0 0,4 2 0,3-2-228,0 1 0,0-2 0,0 0 0,0 0 0,-1-1 0,1 0 0,13-3 1,69-22-2748,-60 15 2340,-12 4-395,1 0 0,-1-2-1,0 0 1,-1-1 0,-1-1 0,21-16 0,-22 15 528,11-10-263,40-37 0,-50 41 1119,0-2 1,-2-1 0,0 0 0,20-39-1,-28 45 658,1 0-1,0 1 1,15-18-1,-22 30-599,0-1-1,0 0 0,0 0 0,-1 0 0,1 0 0,-1 0 0,1 0 0,-1-1 0,0 1 0,0 0 0,0-1 0,-1 1 0,0-1 0,1 1 0,-1-1 1,-1-4-1,8 1 678,-7 8-1077,0-1 1,-1 0 0,1 0-1,0 0 1,0 0-1,0 0 1,0 0-1,0 0 1,-1 0 0,1 0-1,0 0 1,0 1-1,0-1 1,0 0-1,-1 0 1,1 0-1,0 0 1,0 0 0,0 0-1,-1 0 1,1 0-1,0-1 1,0 1-1,0 0 1,0 0 0,-1 0-1,1 0 1,0 0-1,0 0 1,0 0-1,0 0 1,0 0 0,-1 0-1,1-1 1,0 1-1,0 0 1,0 0-1,0 0 1,0 0 0,0 0-1,0 0 1,-1-1-1,1 1 1,0 0-1,0 0 1,0 0 0,0 0-1,0-1 1,0 1-1,0 0 1,0 0-1,0 0 1,0-1-1,0 1 1,0 0 0,0 0-1,0 0 1,0 0-1,0-1 1,0 1-1,0 0 1,0 0-13,0 0 0,-1 0 0,1 0 0,0 0 0,-1 0 0,1 0 0,0 0 0,-1 0 0,1 0 0,-1 0 0,1 0 0,0 0 0,-1 0 0,1 1 0,0-1 0,-1 0 0,1 0 0,0 0 0,-1 1 0,1-1 0,0 0 0,0 0 0,-1 1 0,1-1 0,0 0 0,0 1 0,0-1 0,-1 0 0,1 1 0,0-1 0,0 0 0,0 1 0,0-1 0,0 0 0,-1 1 0,1-1 0,0 0 0,0 1 0,0 0 0,0 0 0,-3 2 0,-1 1 0,1-1 0,-1 0 0,0 0 0,-9 5 0,9-6 0,0 0 0,0 1 0,1 0 0,-1 0 0,0 0 0,1 0 0,0 0 0,-5 6 0,-36 75 0,32-61 0,0 1 0,-1-2 0,-18 25 0,23-38 0,-15 21-151,-1-1-1,-2-2 1,-32 29 0,16-22-5039,34-26 3665,8-7 1176,0 0 0,0 0 0,0-1 0,-1 1 0,1 0 0,0 0 0,0-1 0,0 1 0,0 0 0,1 0 0,-1-1 0,0 1 0,0 0 0,0 0 0,1-1 0,-1 1 0,0 0 0,0-1 0,1 1 0,-1 0 0,1-1 0,-1 1 0,1 0-1,-1-1 1,1 1 0,-1-1 0,1 1 0,-1-1 0,1 1 0,0-1 0,-1 0 0,1 1 0,1-1 0,11 1-2106,-8-3 1411,0-1 1,1 1-1,-1-1 1,0 0-1,-1 0 1,10-8-1,-12 10 1043,0-1 0,0 0 0,0 0 0,0 0 0,0 0 0,-1-1 0,1 1 0,0 0 0,-1-1 0,0 1 0,0-1 0,0 0 0,0 1 0,0-1 0,0 0 0,0-3 0,-1 4 191,1-1 0,-1 1 0,1-1-1,-1 1 1,1-1 0,0 1-1,0-1 1,0 1 0,2-3-1,-2 3 50,0 0 0,0-1 0,0 1 1,0-1-1,0 1 0,0-1 0,-1 1 0,1-1 0,-1-2 0,9-32 3830,-13 20 100,-1 1 4070,31 15-2248,226 1-5081,-249 0-910,0 0-1,0 0 0,0 1 0,1-1 1,-1 1-1,0-1 0,0 1 0,0 0 1,-1 0-1,1 0 0,0 1 0,0-1 1,-1 1-1,1-1 0,0 1 0,-1 0 1,0 0-1,1 0 0,-1 0 0,0 0 1,0 1-1,0-1 0,0 1 0,2 4 1,-4-5 5,0-1 0,0 1 1,-1-1-1,1 1 0,0-1 1,-1 0-1,1 1 0,-1-1 1,0 0-1,1 1 0,-1-1 1,0 0-1,0 0 0,0 0 1,0 0-1,-2 2 0,-18 20 43,-2-5-47,20-17-16,-1 1-1,1 1 1,1-1 0,-1 0 0,0 1 0,0-1 0,1 1 0,-4 5-1,4-6 9,1 0 0,-1 0 0,0 0 1,0-1-1,0 1 0,0 0 0,0-1 0,0 1 0,0-1 0,-1 0 0,-2 1 0,3 0 1,-1-1 0,0 0 1,1 1-1,-1 0 0,1-1 1,-1 1-1,1 0 0,-3 4 1,2-3-28,-1 0 1,1 0 0,-1 0-1,1 0 1,-1-1 0,0 1-1,-5 1 1,-18 14-806,25-16 554,0-1-1,0 1 1,0-1-1,0 0 0,-1 0 1,1 0-1,-5 2 1,-4 1-1957,9-3 437,21-11-4575,1 1 3517,-10 6 1393,0-1-1,0-1 1,0 0 0,-1 0 0,0-1 0,9-6 0,-3 1-608,3 0-86</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32.075"/>
    </inkml:context>
    <inkml:brush xml:id="br0">
      <inkml:brushProperty name="width" value="0.035" units="cm"/>
      <inkml:brushProperty name="height" value="0.035" units="cm"/>
    </inkml:brush>
  </inkml:definitions>
  <inkml:trace contextRef="#ctx0" brushRef="#br0">107 39 1800,'-2'-2'685,"-20"-22"5346,20 22-5703,-1 1 1,0-1-1,1 1 1,-1 0-1,0 0 0,0 0 1,0 0-1,0 0 0,0 1 1,0-1-1,0 1 0,0 0 1,0 0-1,-4 0 1,5 0-292,1 0 1,0 0 0,-1 0-1,1 1 1,-1-1 0,1 0-1,0 1 1,-1-1 0,1 1-1,0-1 1,0 1 0,-1-1-1,1 1 1,0 0 0,0 0 0,-2 1-1,-5 4-33,8-5-26,-1-1 1,1 0 0,0 0 0,0 0-1,-1 1 1,1-1 0,0 0-1,0 0 1,0 1 0,0-1-1,-1 0 1,1 1 0,0-1 0,0 0-1,0 0 1,0 1 0,0-1-1,0 0 1,0 1 0,0-1 0,0 0-1,0 1 1,0-1 0,0 0-1,0 1 1,0-1 0,0 0 0,0 0-1,0 1 1,0-1 0,0 0-1,0 1 1,1-1 0,-1 0-1,0 0 1,0 1 0,0-1 0,1 0-1,-1 0 1,0 1 0,0-1-1,0 0 1,1 0 0,-1 0 0,0 1-1,1-1 1,-1 0 0,14 10-1770,-13-10 1524,25 16-6407,-18-10 4214</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32.619"/>
    </inkml:context>
    <inkml:brush xml:id="br0">
      <inkml:brushProperty name="width" value="0.035" units="cm"/>
      <inkml:brushProperty name="height" value="0.035" units="cm"/>
    </inkml:brush>
  </inkml:definitions>
  <inkml:trace contextRef="#ctx0" brushRef="#br0">331 17 560,'0'-17'22964,"-10"22"-18686,-25 2-289,17-2-3846,-1 2 1,2 0-1,-1 0 1,1 2-1,-17 10 1,-14 8-29,38-22-115,1 1 0,0 1 0,0 0 0,-16 15 0,0 1 0,23-21 0,0-1 0,0 1 0,0 0 0,0 0 0,0 0 0,0 0 0,1 0 0,-1 1 0,1-1 0,-1 0 0,1 1 0,0-1 0,0 1 0,0-1 0,0 1 0,0 0 0,1-1 0,-1 1 0,1 0 0,0 0 0,0-1 0,0 1 0,0 3 0,0-6 0,0 1 0,0-1 0,1 1 0,-1 0 0,0-1 0,0 1 0,1-1 0,-1 1 0,0-1 0,1 1 0,-1-1 0,1 1 0,-1-1 0,0 0 0,1 1 0,-1-1 0,1 1 0,-1-1 0,1 0 0,-1 0 0,1 1 0,-1-1 0,1 0 0,0 0 0,-1 1 0,1-1 0,-1 0 0,1 0 0,0 0 0,-1 0 0,1 0 0,-1 0 0,2 0 0,16-1 0,-18 1 0,-1 0 0,57-14 0,79-30 0,-78 18 0,-41 17 0,34-11 0,20-8 0,-62 23 0,1 1 0,-8 3 0,-1 1 0,1 0 0,0-1 0,0 1 0,0 0 0,-1 0 0,1-1 0,0 1 0,0 0 0,0 0 0,-1 0 0,1 0 0,0 0 0,0 0 0,0 1 0,-1-1 0,1 0 0,0 0 0,0 0 0,0 1 0,-1-1 0,1 0 0,0 1 0,-1-1 0,1 1 0,0-1 0,-1 1 0,1-1 0,0 2 0,1-1 0,-1 4 0,-1 70 0,0-73 0,0 0 0,0-1 0,1 0 0,-1 1 0,0-1 0,1 1 0,-1-1 0,1 1 0,0-1 0,-1 0 0,1 1 0,0-1 0,0 0 0,0 0 0,0 0 0,0 1 0,0-1 0,0 0 0,0 0 0,0 0 0,1-1 0,-1 1 0,3 1 0,5 2 0,0 0 0,0-1 0,11 3 0,-1 0 0,-15-5 0,-1-1 0,1 1 0,0-1 0,0 0 0,0 0 0,0 0 0,0-1 0,0 1 0,4-2 0,18-2 0,-15 3-111,-1 0-1,0-1 1,1 0 0,-1-1 0,0 0-1,-1-1 1,1 0 0,13-8-1,-5-3-5196,-15 13 4487,-1-1 0,1 1 0,0 0 1,0-1-1,0 1 0,4-2 0,4 0-1886,26-10-4106,-12 11-780,-18 3 4611</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2.256"/>
    </inkml:context>
    <inkml:brush xml:id="br0">
      <inkml:brushProperty name="width" value="0.035" units="cm"/>
      <inkml:brushProperty name="height" value="0.035" units="cm"/>
    </inkml:brush>
  </inkml:definitions>
  <inkml:trace contextRef="#ctx0" brushRef="#br0">0 28 400,'3'-13'27032,"-1"9"-23779,11-1-4282,-6 5 3699,-6-2-2311,0 0-279,7 1-78,-8 1-2,1 0 0,-1 0 0,1 0 0,-1 0 0,0 0 0,1 0 0,-1 0 0,1 0 0,-1 0 0,0 1 0,1-1 0,-1 0 0,0 0 0,1 1 0,-1-1 0,0 0 0,1 0 0,-1 1 0,0-1 0,1 0 0,-1 1 0,0-1 0,0 0 0,0 1 0,1-1 0,-1 0 0,0 1 0,0-1 0,0 1 0,0-1 0,0 0 0,0 1 0,0-1 0,0 1 0,0 15 0,0-13 0,0 251 0,8-222 0,-8-31-220,0 0 0,0-1 0,0 1 0,0 0 0,1 0 0,-1-1-1,0 1 1,0 0 0,0 0 0,1-1 0,-1 1 0,0 0 0,1-1 0,-1 1 0,1 0 0,-1-1 0,0 1 0,1-1 0,0 1-1,-1-1 1,1 1 0,-1-1 0,1 1 0,0-1 0,-1 1 0,1-1 0,0 0 0,-1 1 0,1-1 0,0 0 0,-1 0 0,1 1 0,0-1-1,0 0 1,-1 0 0,1 0 0,0 0 0,0 0 0,-1 0 0,1 0 0,0 0 0,0-1 0,-1 1 0,1 0 0,1-1 0,1-7-9626,-3 6 7852,7-5-4217</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3.236"/>
    </inkml:context>
    <inkml:brush xml:id="br0">
      <inkml:brushProperty name="width" value="0.035" units="cm"/>
      <inkml:brushProperty name="height" value="0.035" units="cm"/>
    </inkml:brush>
  </inkml:definitions>
  <inkml:trace contextRef="#ctx0" brushRef="#br0">166 136 1088,'0'-1'383,"0"1"0,1-1-1,11-20 24846,-15 19-23463,1 0-3469,-12 3 2758,10-1-1044,0 1-1,0-1 0,1 0 1,-1 0-1,0-1 0,0 1 1,-5-2-1,7-2-21,2 3 15,-1-3-1,-40-23 60,41 27-61,-1-1-1,0 1 1,1 0 0,-1-1 0,1 1-1,-1 0 1,1-1 0,-1 1 0,1-1 0,-1 1-1,1-1 1,-1 1 0,1-1 0,-1 1-1,1-1 1,0 1 0,-1-1 0,1 1-1,0-1 1,0 0 0,-1 1 0,1-1 0,0 0-1,0 1 1,0-1 0,0 0 0,0 1-1,0-1 1,0 0 0,0 0 0,-16 1-153,15 0 145,-1 5-71,2-5 117,1 0 0,-1 0 0,0 0-1,0 1 1,0-1 0,0 0 0,0 0-1,0 1 1,0-1 0,0 0-1,-1 0 1,1 1 0,0-1 0,0 0-1,0 0 1,0 1 0,0-1 0,0 0-1,0 0 1,0 0 0,-1 1-1,1-1 1,0 0 0,0 0 0,0 0-1,0 0 1,-1 1 0,1-1 0,0 0-1,0 0 1,0 0 0,-1 0-1,1 0 1,0 0 0,0 0 0,-1 1-1,1-1 1,0 0 0,0 0 0,0 0-1,-1 0 1,1 0 0,0 0-1,0 0 1,-1 0 0,1 0 0,0 0-1,0 0 1,-1-1 0,1 1 0,0 0-1,0 0 1,-1 0 0,1 0-1,0 0 1,0 0 0,-2 0 5,1 0 0,0 1-1,0-1 1,0 1 0,0-1 0,0 1 0,0 0 0,-1-1-1,1 1 1,1 0 0,-1 0 0,0 0 0,-1 1 0,-6 5-37,8-7-7,0 0 0,0 0 0,0 1 0,-1-1 0,1 0 0,0 0-1,0 1 1,0-1 0,-1 0 0,1 0 0,0 1 0,0-1 0,0 0 0,0 1-1,0-1 1,0 0 0,0 1 0,0-1 0,0 0 0,0 1 0,0-1-1,0 0 1,0 1 0,0-1 0,0 0 0,0 1 0,0-1 0,0 0 0,0 1-1,1 4-8,-1-4 134,22-8 707,-22 7-821,1-1 1,0 1 0,0 0 0,-1-1-1,1 1 1,0 0 0,-1-1 0,1 1-1,0-1 1,-1 1 0,1-1 0,-1 0 0,1 1-1,-1-1 1,1 0 0,-1 1 0,1-1-1,-1 0 1,0 1 0,1-1 0,-1 0-1,0 0 1,1-1 0,-1 1-4,0 0 0,0 0 0,1 0 0,-1 0 0,0 0 0,1 0 0,-1 0 0,1 0 0,-1-1 0,1 2 0,0-1 0,-1 0-1,3-2 1,-2 2-1,-1 0 0,1 0 0,0 0 0,0-1 0,0 1 0,0 0 0,-1 0 0,1-1 0,-1 1 0,1-1 0,-1 1 0,0 0 0,1-1 0,-1-2 0,0 3-7,0 0 0,0-1 0,-1 1 0,1 0 0,1-1 0,-1 1 0,0 0 0,0-1 0,0 1 0,1 0 0,-1 0 0,0-1 0,1 1 0,-1 0 0,1 0 0,0 0 0,-1-1 0,1 1 0,0 0 0,0 0 0,0 0 0,0 0 0,0 0 0,0 0 0,0 1 0,0-1 0,2-1 0,-3 2 0,0 0 0,0-1 0,0 1 0,0 0 0,0 0 0,0 0 0,0-1 0,0 1 0,0 0 0,0 0 0,0 0 0,-1 0 0,1-1 0,0 1 0,0 0 0,0 0 0,0 0 0,0 0 0,0-1 0,-1 1 0,1 0 0,0 0 0,0 0 0,0 0 0,0 0 0,-1 0 0,1 0 0,0 0 0,0 0 0,0-1 0,-1 1 0,1 0 0,0 0 0,0 0 0,0 0 0,0 0 0,-1 0 0,1 0 0,0 0 0,0 0 0,0 0 0,-1 0 0,1 1 0,0-1 0,-1-1 0,-34 13 0,26-7 0,4-2 0,-4 4 0,5-1 0,-1-1 0,10-5 0,-4-5 0,-1 0 0,7-5 0,-14 9 0,0 1-20,-1 2-1652,6 17-21439</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3.754"/>
    </inkml:context>
    <inkml:brush xml:id="br0">
      <inkml:brushProperty name="width" value="0.035" units="cm"/>
      <inkml:brushProperty name="height" value="0.035" units="cm"/>
    </inkml:brush>
  </inkml:definitions>
  <inkml:trace contextRef="#ctx0" brushRef="#br0">157 56 3009,'-3'-5'6899,"3"5"-6652,-1 0-1,1 0 1,0 0-1,-1 0 1,-8 0 4578,9 0-4658,-1 0 0,1 0 0,0 1-1,-1-1 1,1 0 0,-1 0 0,1 0-1,0 0 1,-1 0 0,1 0 0,0 0 0,-1 0-1,1 0 1,-1 0 0,1 0 0,0 0-1,-1 0 1,1 0 0,0-1 0,-1 1-1,1 0 1,0 0 0,-1 0 0,1 0-1,0-1 1,-1 1 0,1 0 0,0 0 0,-1-1-1,1 1 1,0 0 0,0-1 0,-1 1-1,1 0 1,0 0 0,0-2 0,-8 6 9074,17-3-8129,-9-1-1106,1 0 1,-1 0-1,1 0 1,-1 1-1,1-1 1,-1 0-1,0 0 1,1 1-1,-1-1 1,1 0-1,-1 0 1,0 1-1,1-1 1,-1 0-1,0 1 1,0-1-1,1 0 1,-1 1-1,0-1 1,0 1 0,1-1-1,-1 0 1,0 1-1,0-1 1,0 1-1,0-1 1,0 1-1,0-1 1,0 0-1,0 1 1,0-1-1,0 1 1,0-1-1,0 1 1,0 0-1,-2 14 37,-24 43-43,25-56 0,0 0 0,0-1 0,0 1 0,0 0 0,0 0 0,0-1 0,0 1 0,0-1 0,-1 1 0,1-1 0,-1 1 0,-1 0 0,-14 16 0,-35 57 0,28-37 0,22-35 0,4-6 0,30-30 0,-5 8 0,36-41 0,4-6 0,-47 53 0,21-27 0,-13 25 0,-28 20 0,0 1 0,0-1 0,0 1 0,0 0 0,1-1 0,-1 1 0,0 0 0,1-1 0,-1 1 0,0 0 0,0-1 0,1 1 0,-1 0 0,0 0 0,1-1 0,-1 1 0,1 0 0,-1 0 0,0 0 0,1-1 0,-1 1 0,1 0 0,-1 0 0,0 0 0,1 0 0,-1 0 0,1 0 0,-1 0 0,1 0 0,-1 0 0,0 0 0,1 0 0,-1 0 0,1 0 0,-1 0 0,1 1 0,3 5 0,-1-3 0,-2-2 0,0 1 0,1-1 0,-1 1 0,0-1 0,0 1 0,0 0 0,0-1 0,-1 1 0,1 0 0,0 0 0,-1 0 0,1 0 0,-1-1 0,1 1 0,-1 0 0,0 0 0,0 4 0,9 26 0,-1 23 0,-8 107 0,-8-129-8399,26-43-9590,-18 10 17919,16-7-4951</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4.252"/>
    </inkml:context>
    <inkml:brush xml:id="br0">
      <inkml:brushProperty name="width" value="0.035" units="cm"/>
      <inkml:brushProperty name="height" value="0.035" units="cm"/>
    </inkml:brush>
  </inkml:definitions>
  <inkml:trace contextRef="#ctx0" brushRef="#br0">8 25 296,'7'-13'22886,"-15"16"-18081,7-3-4831,-4 3 1902,21-6 1003,-8 2-2828,0 2-51,-8-1 0,0 0 0,0 0 0,0 0 0,0 0 0,1 0 0,-1 0 0,0 0 0,0 1 0,0-1 0,0 0 0,1 0 0,-1 0 0,0 0 0,0 0 0,0 0 0,0 1 0,0-1 0,0 0 0,0 0 0,0 0 0,1 1 0,-1-1 0,0 0 0,0 0 0,0 0 0,0 0 0,0 1 0,0-1 0,0 0 0,0 0 0,0 0 0,0 1 0,0-1 0,0 0 0,0 0 0,0 0 0,0 1 0,-1-1 0,1 0 0,0 3 0,3 0 0,0 0 0,-1 0 0,0 0 0,0 0 0,0 0 0,0 1 0,0-1 0,-1 1 0,0-1 0,1 1 0,-1 0 0,-1-1 0,1 1 0,0 0 0,-1 0 0,0 6 0,9 30 0,-9-33 0,1-1 0,1 1 0,-1 0 0,1-1 0,5 12 0,-5-12 0,1 1 0,-1-1 0,0 1 0,-1-1 0,2 13 0,5 12 0,1-2 0,-9-29 0,1 1 0,-1 0 0,1-1 0,-1 1 0,1 0 0,-1-1 0,1 1 0,-1-1 0,1 1 0,-1 0 0,1-1 0,0 1 0,-1-1 0,1 0 0,0 1 0,0-1 0,-1 1 0,1-1 0,-1 0 0,0 0 0,0 0 0,1 0 0,-1 0 0,0 0 0,0 0 0,1 0 0,-1 0 0,0 0 0,0 0 0,1 0 0,-1 0 0,0 0 0,0 0 0,1 0 0,-1 0 0,0 0 0,0 0 0,1 0 0,-1 0 0,0 0 0,0 0 0,0 0 0,1 0 0,-1-1 0,0 1 0,0 0 0,1 0 0,0-3 0,13-8 0,0-1 0,-1 0 0,17-21 0,10-9 0,-21 24 0,17-26 0,-22 27 0,1 0 0,24-22 0,-21 18 0,-15 17 0,0 0 0,0 0 0,1 1 0,-1-1 0,7-4 0,-10 8-6,0-1-1,1 1 1,-1 0-1,0-1 1,1 1 0,-1 0-1,0 0 1,1-1-1,-1 1 1,1 0 0,-1 0-1,0 0 1,1 0-1,-1 0 1,1-1 0,-1 1-1,1 0 1,-1 0-1,1 0 1,-1 0 0,0 0-1,1 0 1,-1 1-1,1-1 1,-1 0 0,1 0-1,-1 0 1,0 0-1,1 0 1,-1 1 0,1-1-1,-1 0 1,0 0-1,1 1 1,4-1-3916</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5.163"/>
    </inkml:context>
    <inkml:brush xml:id="br0">
      <inkml:brushProperty name="width" value="0.035" units="cm"/>
      <inkml:brushProperty name="height" value="0.035" units="cm"/>
    </inkml:brush>
  </inkml:definitions>
  <inkml:trace contextRef="#ctx0" brushRef="#br0">10 288 1920,'-1'1'463,"1"0"0,0 0 0,0 0-1,0-1 1,0 1 0,1 0 0,-1 0-1,0-1 1,0 1 0,0 0 0,1 0-1,-1-1 1,0 1 0,1 0 0,-1-1-1,0 1 1,1 0 0,-1-1 0,1 1-1,0 0 1,0 0-244,1-1 1,-1 1-1,0-1 0,0 0 0,0 0 1,0 0-1,1 1 0,-1-1 0,0 0 1,0 0-1,0-1 0,1 1 0,-1 0 1,0 0-1,0-1 0,0 1 0,2-1 1,14-4 830,0-1 0,20-11 0,-32 15-858,0-1 1,0 0 0,0 0 0,-1-1 0,0 0 0,1 1-1,-1-1 1,-1 0 0,1-1 0,-1 1 0,5-9-1,-6 11-107,6-18 756,-8 19-829,0 1-1,0 0 1,0 0 0,0-1-1,0 1 1,0 0-1,0 0 1,-1-1-1,1 1 1,0 0-1,0 0 1,0-1-1,0 1 1,0 0-1,0 0 1,0 0 0,-1-1-1,1 1 1,0 0-1,0 0 1,0 0-1,0-1 1,-1 1-1,1 0 1,0 0-1,0 0 1,0 0-1,-1 0 1,1 0 0,0-1-1,-16 3 116,-9 5-102,16-6-20,1 1 0,-1 1 0,1 0 0,-15 6 0,-6 6 62,25-13-34,0-1-1,0 1 0,0 0 0,0 1 0,-6 4 0,9-6-24,0 1-1,-1-1 1,1 1 0,0 0 0,0-1-1,0 1 1,1-1 0,-1 1-1,0 0 1,1 0 0,-1 0-1,1-1 1,-1 1 0,1 0-1,0 0 1,0 0 0,0 3 0,0-4 4,0 0 0,1 0 1,-1 0-1,0 1 0,1-1 0,-1 0 1,1 0-1,-1 0 0,1 0 1,0 0-1,-1 0 0,1 0 1,0 0-1,0 0 0,0 0 1,-1 0-1,1 0 0,0-1 1,0 1-1,0 0 0,0-1 1,1 1-1,0 0 0,35 13 98,-14-6-51,45 17 66,-45-18-112,26 13 0,-42-17-14,-1 0-1,1 1 1,-1 0-1,0 0 1,-1 0 0,1 1-1,-1 0 1,7 8-1,-9-9 10,0 0 0,0 0 0,-1 1 0,1 0 0,-1-1 0,0 1 0,-1 0 0,1 0 0,-1 0-1,0 0 1,0 0 0,0 0 0,0 9 0,-2-12 3,-1 0 0,1 1-1,0-1 1,-1 0 0,1 0 0,-1 1-1,0-1 1,1 0 0,-1-1 0,0 1-1,0 0 1,-1-1 0,1 1 0,0-1-1,0 1 1,-4 0 0,-7 3 23,-1-1 1,0 0 0,0-1-1,0-1 1,0 0 0,-17 0-1,24-2-26,-1 0 0,0 0 0,1-1 0,-1 0 0,1 0 0,0-1 0,-1 0 0,1 0-1,0-1 1,0 0 0,-7-4 0,12 6-8,1 0 0,0 0-1,0 1 1,-1-1 0,1-1 0,0 1-1,0 0 1,0 0 0,0 0 0,1 0-1,-1-1 1,0 1 0,0 0 0,1-1-1,-1 1 1,1-1 0,-1 1 0,1-1-1,0 1 1,-1-1 0,1 1 0,0-1 0,0 1-1,0-1 1,0 1 0,0-1 0,1 1-1,-1-1 1,0 1 0,1-1 0,-1 1-1,1-1 1,-1 1 0,1 0 0,0-1-1,0 1 1,1-2 0,1-2-2,1 0 0,-1 0 0,1 0 0,1 0 0,-1 1 0,1 0 0,-1 0 0,8-5 0,6-2-15,-6 3-11,0 1 0,1-1 1,-1 2-1,2 0 0,20-6 0,136-34-605,47-15-2828,-154 41 2346,-40 11 785,1-1 0,-1-1 0,28-18 0,-43 23 409,-1 0-1,0 0 1,0-1 0,0 0-1,-1-1 1,0 1 0,-1-1 0,1-1-1,-2 1 1,1 0 0,-1-1-1,4-11 1,-4 10 802,1 0 0,1 1 1,10-16-1,-15 25-737,-1 0 1,1-1-1,-1 0 1,0 1 0,0-1-1,1 1 1,-1-1-1,0 1 1,0-1-1,0 1 1,0-1 0,1 0-1,-1 1 1,0-1-1,0 1 1,0-1-1,0 0 1,-1 1 0,1-1-1,0 1 1,0-1-1,0 0 1,0 1-1,0-1 1,-1 1 0,1-1-1,0 1 1,-1-1-1,1 1 1,0-1-1,-1 1 1,1-1-1,-1 1 1,1-1 0,0 1-1,-1 0 1,1-1-1,-1 1 1,1 0-1,-1-1 1,0 1 0,-11-11 4565,5 12-4674,0 3-36,4 0 0,0 0 0,0 1 0,1-1 0,0 0 0,0 1 0,0-1 0,0 1 0,1 0 0,-2 8 0,-3 11 0,-9 45 0,13-55 0,1 1 0,0 0 0,1-1 0,1 1 0,4 26 0,0 25 0,-4-34 0,0-9 0,-2 1 0,0 0 0,-6 29 0,6-42-272,0 0 0,0 0 0,1 1-1,1 10 1,0 4-683,-20-79-25685,12 47 24469</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5.413"/>
    </inkml:context>
    <inkml:brush xml:id="br0">
      <inkml:brushProperty name="width" value="0.035" units="cm"/>
      <inkml:brushProperty name="height" value="0.035" units="cm"/>
    </inkml:brush>
  </inkml:definitions>
  <inkml:trace contextRef="#ctx0" brushRef="#br0">1 141 1512,'0'-5'2530,"1"-8"7806,5 10-7013,-2 2-2369,-1 1 0,1-1-1,-1 0 1,1 0 0,-1 0 0,7-4 0,13-3 759,107-23 406,-1 4-1971,70-11 826,-187 36-501,0 0 1,0 1 0,15 0 0,-25 2-415,0-1 0,1 1 0,-1 0 0,1-1 0,-1 1 0,0 1 0,1-1 0,-1 0 0,0 0 0,0 1 0,0-1 0,0 1 0,0 0 1,-1 0-1,1-1 0,0 1 0,-1 0 0,1 0 0,-1 1 0,0-1 0,0 0 0,0 0 0,0 1 0,1 2 0,2 3 5,-3-5-64,0-1 0,0 1 0,-1 0 0,1-1 0,-1 1 0,0 0 0,0 0 0,0 0 0,0 0 0,0-1 0,0 1 0,-2 3 0,-8 33 0,9-38 0,0 3 0,-1-1 0,1 0 0,-1 1 0,0-1 0,-1 0 0,-2 3 0,-10 17 0,13-20 0,1 1 0,0-1 0,-1 0 0,0 0 0,0-1 0,0 1 0,0 0 0,-5 4 0,-7 11 0,5-1 0,6-8-1809,5-12-1139,-2-2 1426,0 1-1,1-1 1,0 1 0,0 0-1,0-1 1,0 1 0,1 0-1,0 0 1,2-5 0,7-19-6501,-9 11 3931</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5.610"/>
    </inkml:context>
    <inkml:brush xml:id="br0">
      <inkml:brushProperty name="width" value="0.035" units="cm"/>
      <inkml:brushProperty name="height" value="0.035" units="cm"/>
    </inkml:brush>
  </inkml:definitions>
  <inkml:trace contextRef="#ctx0" brushRef="#br0">42 11 976,'-3'-10'15627,"-3"9"-10389,-4 6 5493,10-5-10740,0 0-1,-1-1 1,1 1-1,0 0 0,0 0 1,-1 0-1,1 0 1,0 0-1,0 0 1,-1 0-1,1 0 0,0 0 1,0 1-1,0-1 1,-1 0-1,1 0 1,0 0-1,0 0 0,-1 0 1,1 0-1,0 0 1,0 1-1,0-1 0,-1 0 1,1 0-1,0 0 1,0 0-1,0 1 1,0-1-1,-1 0 0,1 0 1,0 0-1,0 1 1,0-1-1,0 0 1,0 0-1,0 1 0,0-1 1,0 0-1,0 0 1,0 1-1,0-1 1,0 0-1,0 0 0,0 1 1,0-1-1,0 0 1,0 0-1,0 1 1,0-1-176,-1 1 1,1-1 0,0 0 0,0 1 0,-1-1 0,1 0-1,-1 1 1,1-1 0,0 0 0,-1 0 0,1 1-1,0-1 1,-1 0 0,1 0 0,-1 0 0,1 1 0,-1-1-1,1 0 1,-1 0 0,1 0 0,0 0 0,-1 0 0,1 0-1,-1 0 1,0 0 0,-3 0-4221,9-1 1280</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6.619"/>
    </inkml:context>
    <inkml:brush xml:id="br0">
      <inkml:brushProperty name="width" value="0.035" units="cm"/>
      <inkml:brushProperty name="height" value="0.035" units="cm"/>
    </inkml:brush>
  </inkml:definitions>
  <inkml:trace contextRef="#ctx0" brushRef="#br0">444 189 1400,'-1'0'317,"1"0"-1,-1 0 1,1 0-1,-1 0 1,1 0-1,0-1 1,-1 1-1,1 0 1,-1 0-1,1-1 1,0 1-1,-1 0 1,1-1-1,0 1 1,-1 0-1,1-1 1,0 1-1,0 0 1,-1-1-1,1 1 1,0-1-1,0 1 1,0-1-1,-1 1 1,1 0-1,0-1 1,0 1-1,0-1 1,0 1-1,0-1 1,0 1-1,0-1 1,0 1-1,1-10 11892,-1 10-12076,-3-1 992,0-1 1,-1 1-1,1-1 0,0 1 0,0-1 0,-4-3 1,5 3-729,-2 2-396,0-1 0,0 1 0,0 0 0,0 0 0,0 0 0,0 0 0,0 1 0,0 0 0,0-1 0,0 1 0,-5 3 0,-6-1 0,-28 7 0,0 0 0,-75 32 0,89-31 0,22-9 0,1 1 0,-1 0 0,1 1 0,0-1 0,0 1 0,1 0 0,-1 1 0,1-1 0,0 1 0,0 0 0,0 1 0,1-1 0,0 1 0,0 0 0,0 0 0,1 0 0,0 0 0,0 1 0,0-1 0,1 1 0,0 0 0,0-1 0,1 1 0,0 0 0,0 0 0,1 0 0,0 10 0,9 16 0,-9-31 0,0 0 0,1 0 0,-1 1 0,1-1 0,0 0 0,-1 0 0,1 0 0,0-1 0,0 1 0,0 0 0,1 0 0,-1 0 0,0-1 0,1 1 0,-1-1 0,1 1 0,-1-1 0,1 0 0,0 1 0,0-1 0,-1 0 0,1 0 0,4 1 0,-1 1 0,0-1 0,1 0 0,-1-1 0,1 1 0,0-1 0,0 0 0,9 0 0,20-1 0,-1-1 0,46-8 0,58-24 0,-107 23 0,68-23 0,-63 17-617,57-34-1,-89 46 534,1 0-1,-1 1 1,0-2-1,0 1 1,6-8 0,2-3-107,-1-4-56,-3 4 143,-6 12 94,0 1 1,0-1-1,0 0 0,0 0 1,-1 0-1,3-7 1,-3 9 12,-1 0 1,0 0-1,0-1 1,1 1 0,-1 0-1,0 0 1,0-1 0,0 1-1,0 0 1,-1 0 0,1-1-1,0 1 1,0 0 0,-1 0-1,1-1 1,-1 1 0,1 0-1,-1 0 1,0 0 0,-1-2-1,1 2 74,-1-1 0,1 1 0,-1 0 0,0 0-1,1 0 1,-1 0 0,0 0 0,0 1 0,1-1 0,-1 1 0,0-1-1,0 1 1,0-1 0,0 1 0,0 0 0,0 0 0,0 0 0,0 0-1,0 0 1,0 1 0,1-1 0,-1 0 0,0 1 0,0 0 0,0-1-1,-3 3 1,2-3 90,-4 0-135,3 0-32,1 1 0,-1-1 0,0 0 0,0 1 0,1 0 0,-1 0 0,1 0 0,-6 2 0,-4 1 0,7-2 0,1 1 0,-1 0 0,0-1 0,1 2 0,-1-1 0,-7 7 0,0-1 0,-1 1 0,-22 19 0,24-18 0,-25 17 0,36-27 0,0-1 0,1 0 0,-1 1 0,0-1 0,0 1 0,0-1 0,1 1 0,-1 0 0,0-1 0,1 1 0,-1 0 0,0-1 0,1 1 0,-1 0 0,1 0 0,-1-1 0,0 3 0,2-3 0,-1 1 0,1 0 0,-1 0 0,1 0 0,-1 0 0,1 0 0,0 0 0,-1-1 0,1 1 0,0 0 0,0 0 0,0-1 0,-1 1 0,1-1 0,0 1 0,0-1 0,2 1 0,3 5 0,-5-6 0,-1 1 0,0-1 0,1 1 0,-1-1 0,1 0 0,-1 1 0,0-1 0,1 0 0,-1 1 0,1-1 0,-1 0 0,1 0 0,0 1 0,-1-1 0,1 0 0,-1 0 0,1 0 0,-1 0 0,2 0 0,16 3 0,7-1 0,-3-5 0,-2-1 0,1 0 0,0-2 0,34-13 0,-32 9 0,15-8 0,-18 8 0,-17 9 0,0 0 0,0 0 0,0 0 0,-1 0 0,1-1 0,0 1 0,-1-1 0,0 0 0,5-4 0,-5 5 0,-1 0 0,-1 1 0,1 0 0,-1 0 0,1-1 0,-1 1 0,1-1 0,-1 1 0,0 0 0,1-1 0,-1 1 0,1-1 0,-1 1 0,0-1 0,1 1 0,-1-1 0,0 1 0,0-1 0,1 0 0,-1-3 0,0 13 0,-1-7 0,1 0 0,-1 0 0,1-1 0,-1 1 0,0 0 0,0-1 0,0 1 0,0 0 0,0-1 0,0 1 0,-2 1 0,2-2 0,-1 1 0,1 0 0,-1 0 0,1 0 0,0 0 0,0 0 0,0 0 0,0 0 0,0 0 0,0 0 0,0 5 0,1-4 0,0-1 0,0 1 0,1 0 0,-1 0 0,1 0 0,0-1 0,-1 1 0,1 0 0,2 2 0,-2-3 0,0 0 0,0 0 0,0 0 0,0 0 0,0-1 0,1 1 0,-1 0 0,0-1 0,1 1 0,0-1 0,-1 0 0,4 3 0,-2-3 0,1 0 0,-1 0 0,1-1 0,-1 1 0,1-1 0,-1 1 0,1-1 0,3 0 0,2-1 0,-1 1 0,1-1 0,-1 0 0,1-1 0,-1 0 0,1 0 0,-1-1 0,0 0 0,11-6 0,-7 2 0,0-1 0,-1 0 0,0-1 0,0 0 0,11-12 0,-15 12 0,1 1 0,10-17 0,-15 21 0,-1 0 0,0 0 0,0 0 0,-1 0 0,1 0 0,-1 0 0,0 0 0,0-1 0,0 1 0,0-7 0,8-65 0,-9-32 0,0 108 0,0 0 0,0 0 0,0-1 0,0 1 0,0 0 0,0 0 0,0 0 0,0 0 0,0 0 0,0-1 0,0 1 0,0 0 0,0 0 0,0 0 0,0 0 0,0 0 0,0 0 0,0-1 0,0 1 0,0 0 0,0 0 0,0 0 0,0 0 0,0 0 0,0 0 0,-1-1 0,1 1 0,0 0 0,0 0 0,0 0 0,0 0 0,0 0 0,0 0 0,0 0 0,-1 0 0,1 0 0,0 0 0,0-1 0,0 1 0,0 0 0,0 0 0,-1 0 0,1 0 0,0 0 0,0 0 0,0 0 0,0 0 0,0 0 0,-1 0 0,1 0 0,0 0 0,0 0 0,0 0 0,0 1 0,0-1 0,0 0 0,-1 0 0,1 0 0,0 0 0,0 0 0,0 0 0,0 0 0,0 0 0,0 0 0,0 0 0,-1 1 0,-7 7 0,6-7 0,-34 80 0,11-21 0,14-40 0,-13 36 0,-1 2 0,17-41 0,0-1 0,-4 20 0,3-11 0,7-17-41,0 1 0,0-1 0,1 0-1,0 1 1,0-1 0,1 0 0,0 1 0,1 8 0,2 1-436,0-1 1,9 31 0,-11-46-64,0 0 0,0 0 0,0 0 0,1 0-1,-1 0 1,0-1 0,1 1 0,-1 0 0,1-1 0,-1 1 0,1-1 0,0 1 0,0-1 0,0 0-1,0 0 1,0 0 0,0 0 0,2 1 0,1 0-1189,0 0-1,1-1 1,-1 0 0,0 0-1,0 0 1,9 0-1,4-1-3197</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7.382"/>
    </inkml:context>
    <inkml:brush xml:id="br0">
      <inkml:brushProperty name="width" value="0.035" units="cm"/>
      <inkml:brushProperty name="height" value="0.035" units="cm"/>
    </inkml:brush>
  </inkml:definitions>
  <inkml:trace contextRef="#ctx0" brushRef="#br0">331 581 1960,'0'-2'575,"0"1"0,0-1 0,0 1 0,0-1 0,0 0 0,-1 1-1,1-1 1,0 1 0,-1-1 0,1 1 0,-1-1 0,1 1 0,-1-1 0,0 1-1,0 0 1,-1-2 0,2-1 2888,0 3-2469,0 0 0,0 0 0,0 0 0,0 0-1,0 0 1,0 0 0,0 0 0,0 0 0,0 0-1,-1 0 1,1 0 0,0 1 0,-1-1-1,0-1 1,-6-1 1670,-8 3-2664,0 1 0,0 0 0,0 1 0,0 1 0,-17 5 0,8-1 0,6-3 0,-24 7 0,13 1 0,25-11 0,-1 1 0,0-1 0,1 1 0,-1 0 0,1 0 0,0 1 0,0-1 0,0 1 0,0 0 0,0 0 0,1 0 0,-1 1 0,1-1 0,0 1 0,-5 6 0,-3 5 0,10-14 0,-1 0 0,1 0 0,0 1 0,0-1 0,0 0 0,0 0 0,1 1 0,-1-1 0,0 1 0,0-1 0,1 1 0,-1-1 0,1 1 0,0-1 0,-1 1 0,1-1 0,0 1 0,0 0 0,0 1 0,0-1 0,0-1 0,0 1 0,0 0 0,0 0 0,1-1 0,-1 1 0,1 0 0,-1-1 0,1 1 0,0-1 0,0 1 0,-1-1 0,1 1 0,0-1 0,0 1 0,0-1 0,1 0 0,0 2 0,1-1 0,0 0 0,0 0 0,0 0 0,0-1 0,0 1 0,1-1 0,-1 0 0,6 2 0,6-1 0,-1 0 0,1 0 0,21-2 0,-32 0 0,10 0 0,-1-1 0,1 0 0,-1-1 0,1-1 0,-1 0 0,0 0 0,0-2 0,-1 1 0,1-2 0,19-11 0,-24 11 0,-1 0 0,1 0 0,-1-1 0,0 0 0,-1 0 0,0-1 0,0 0 0,0 0 0,-1-1 0,0 1 0,-1-1 0,0 0 0,5-18 0,1-10 0,30-72 0,-32 89 0,61-143 0,-56 130 0,37-80 0,-26 54 0,-20 48 0,-4 10 0,0 1 0,0 0 0,0 0 0,0-1 0,0 1 0,0 0 0,0-1 0,0 1 0,0 0 0,0 0 0,1-1 0,-1 1 0,0 0 0,0-1 0,0 1 0,1 0 0,-1 0 0,0 0 0,0-1 0,0 1 0,1 0 0,-1 0 0,0 0 0,1-1 0,-1 1 0,0 0 0,1 0 0,0-5 0,-4 11 0,-1 0 0,0-1 0,0 0 0,-7 7 0,8-8 0,0 0 0,0 0 0,0 0 0,0 1 0,1-1 0,0 1 0,-1-1 0,2 1 0,-3 7 0,2-6 0,0 1 0,-1-1 0,0 1 0,-5 6 0,3-4 0,0 1 0,1 0 0,-6 16 0,1-4 0,6-11 0,-1 1 0,2 0 0,-1-1 0,0 19 0,2-16 0,-1-1 0,-6 25 0,-18 66 0,11-60 0,3-7 0,-29 59 0,26-64 0,2-1 0,-11 38 0,23-64 0,0-1 0,1 1 0,0 0 0,0-1 0,0 8 0,1 1 0,-1-12 0,0-1 0,0 0 0,0 0 0,0 1 0,0-1 0,0 0 0,0 0 0,0 1 0,0-1 0,0 0 0,0 0 0,0 0 0,0 1 0,1-1 0,-1 0 0,0 0 0,0 0 0,0 1 0,0-1 0,1 0 0,-1 0 0,0 0 0,0 0 0,0 1 0,1-1 0,-1 0 0,0 0 0,0 0 0,1 0 0,-1 0 0,0 0 0,0 0 0,0 0 0,1 0 0,-1 0 0,0 0 0,0 0 0,1 0 0,-1 0 0,0 0 0,0 0 0,1 0 0,-1 0 0,0 0 0,0 0 0,1 0 0,-1 0 0,0 0 0,0 0 0,1-1 0,0 1 0,42-14-1920,-20 3-1780,-1-2 0,26-17 0,-12 7 862,-26 16 660,1 0 1,-2-1-1,1 0 1,11-12-1,-4-1-1675</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7.799"/>
    </inkml:context>
    <inkml:brush xml:id="br0">
      <inkml:brushProperty name="width" value="0.035" units="cm"/>
      <inkml:brushProperty name="height" value="0.035" units="cm"/>
    </inkml:brush>
  </inkml:definitions>
  <inkml:trace contextRef="#ctx0" brushRef="#br0">209 16 696,'-17'-11'24849,"7"7"-18851,4 4-4961,5 4-850,1 6-187,0 1 0,0-1 0,-1 0 0,0 1 0,-1-1 0,-5 16 0,-1-3 0,-17 30 0,8-17 0,12-28 0,0 0 0,0 0 0,0 0 0,-8 7 0,8-9 0,0-1 0,1 1 0,-1 1 0,1-1 0,1 1 0,-6 12 0,7-15 0,0-1 0,0 1 0,0-1 0,-1 0 0,1 1 0,-1-1 0,0 0 0,1 0 0,-1-1 0,-1 1 0,1-1 0,0 1 0,-7 2 0,9 0 0,3-8 10,0 0-1,0 1 1,0-1-1,0 1 1,0 0-1,1 0 1,3-3 0,16-17-407,22-42-10553,-1 3 539,-39 57 9413,0-2 1,-1 1-1,0 0 0,0-1 0,0 1 0,3-12 0,3-10-2607</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8.032"/>
    </inkml:context>
    <inkml:brush xml:id="br0">
      <inkml:brushProperty name="width" value="0.035" units="cm"/>
      <inkml:brushProperty name="height" value="0.035" units="cm"/>
    </inkml:brush>
  </inkml:definitions>
  <inkml:trace contextRef="#ctx0" brushRef="#br0">103 47 1328,'-70'-33'16509,"57"27"-7667,-1 0-3741,8 5-6242,28 7-13283,-18-5 12361,21 0-5533,-17-1 3457</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0:58.812"/>
    </inkml:context>
    <inkml:brush xml:id="br0">
      <inkml:brushProperty name="width" value="0.035" units="cm"/>
      <inkml:brushProperty name="height" value="0.035" units="cm"/>
    </inkml:brush>
  </inkml:definitions>
  <inkml:trace contextRef="#ctx0" brushRef="#br0">351 106 2745,'-3'0'858,"-1"1"1,1-1-1,0 1 1,0-1-1,0 1 1,0 0-1,0 0 1,0 1-1,0-1 1,0 1-1,0-1 1,1 1-1,-1 0 1,1 0-1,-1 0 1,1 0-1,0 0 1,0 1-1,0-1 1,0 1-1,0 0 1,-1 2-1,0-2-30,1 1-1,-1-1 0,0 0 1,0 0-1,0 0 0,-6 4 1,5-4-188,1-1 1,0 1 0,0 0 0,0 0 0,0 0-1,-5 6 1,-2 8-641,8-15 0,1-1 0,-1 1 0,1 0 0,0 0 0,0 0 0,0 1 0,0-1 0,0 0 0,0 0 0,0 0 0,1 1 0,-1 3 0,1 5 0,1-1 0,1 0 0,0 0 0,0 1 0,1-2 0,5 14 0,-2-3 0,-4-13 0,-1-1 0,0 1 0,-1-1 0,0 1 0,0-1 0,-1 10 0,0 6 0,0-18 0,1-1 0,-1 0 0,0 1 0,0-1 0,0 0 0,-1 0 0,1 0 0,-1 0 0,1 0 0,-1 0 0,0 0 0,0-1 0,-3 4 0,-1 0 0,1 0 0,-1-1 0,-1 1 0,-9 6 0,8-8 0,0 0 0,-1 0 0,1 0 0,-1-1 0,0-1 0,0 0 0,-17 3 0,23-5 0,-1-1 0,0 1 0,0-1 0,0 0 0,1 0 0,-1 0 0,0 0 0,1-1 0,-1 1 0,1-1 0,0 0 0,-1 0 0,1 0 0,-5-5 0,-12-7 0,19 13 0,0 0 0,0 0 0,0 0 0,0 0 0,0 0 0,1-1 0,-1 1 0,0 0 0,1 0 0,-1-1 0,0 1 0,1 0 0,0-1 0,-1 1 0,1 0 0,0-1 0,0 1 0,-1-1 0,1 1 0,0-1 0,1 1 0,-1 0 0,0-1 0,0 1 0,0-1 0,2-2 0,-1 0 0,0 0 0,1-1 0,0 1 0,0 0 0,0 0 0,0 0 0,4-5 0,0 2 0,1 0 0,0 1 0,0 0 0,0 1 0,1-1 0,0 1 0,12-6 0,63-23 0,-81 33 0,86-35-44,-49 20-1397,19-18-6305,10-5-949,1 1 3825,-60 33 4579,-1 0-1,1-1 0,-1 0 1,-1 0-1,1-1 0,-1 0 0,7-9 1,12-33 1426,-15 32-144,-9 14-615,-1 0 1,1 1 0,0-1-1,0 1 1,0 0-1,0-1 1,0 1-1,0 0 1,5-3 0,5-10 11427,-24 14-7388,9 0-3204,3 1-1133,-1 0-1,0-1 1,1 1-1,-1 0 1,0 0-1,1 0 1,-1 0-1,1 0 1,-1 0-1,0 0 0,1 0 1,-1 0-1,0 0 1,1 0-1,-1 0 1,1 1-1,-1-1 1,0 0-1,1 0 1,-1 1-1,1-1 1,-2 1-1,2-1-78,-1 0 0,1 0 0,0 0 0,-1 0 0,1 0 0,0 0 0,-1 0 0,1 0 0,-1 0 0,1 0 0,0 0 0,-1 0 0,1 1 0,0-1 0,-1 0 0,1 0 0,0 0 0,-1 1 0,1-1 0,0 0 0,0 0 0,-1 1 0,1-1 0,0 0 0,0 0 0,-1 1 0,1-1 0,0 0 0,0 1 0,0-1 0,0 0 0,-1 1 0,1-1 0,0 0 0,0 1 0,0-1 0,0 1 0,0-1 0,0 1 0,0 0 0,-10 24 0,6-12 0,-5 24 0,-3 24 0,8-44 0,-1 0 0,-1 0 0,-1 0 0,0-1 0,-1 0 0,-1-1 0,-11 16 0,17-27 0,0 0 0,1 1 0,-1-1 0,-2 10 0,3-11 0,1 1 0,-1-1 0,1 1 0,-1-1 0,0 0 0,0 0 0,-1 0 0,-2 4 0,-6 10 0,4-11 0,0-1 0,16-10 0,10-21 0,-12 15 0,1 0 0,1 0 0,0 0 0,15-12 0,-1 4 0,19-23 0,-26 26 0,-1 1 0,2 0 0,27-18 0,16-5 0,-58 37 0,0 0 0,0 0 0,0 0 0,0 0 0,-1 1 0,1-1 0,0 1 0,0-1 0,0 1 0,0 0 0,0 0 0,0 0 0,0 0 0,0 0 0,0 1 0,0-1 0,0 0 0,0 1 0,0-1 0,0 1 0,0 0 0,0 0 0,0 0 0,-1 0 0,1 0 0,0 0 0,-1 0 0,1 1 0,-1-1 0,1 0 0,1 3 0,0 0 0,0 0 0,0 0 0,0 1 0,-1-1 0,1 1 0,-1-1 0,0 1 0,-1 0 0,1 0 0,-1 0 0,0 0 0,0 0 0,0 0 0,-1 0 0,0 0 0,0 0 0,0 0 0,0 0 0,-1 0 0,0 0 0,0 0 0,-1 0 0,1 0 0,-3 5 0,-40 66 0,37-52-715,6-22 577,1 0-1,0 0 1,0 0-1,-1 0 1,1-1-1,-1 1 1,0 0-1,1 0 1,-1 0-1,0-1 1,0 1-1,0 0 1,0-1-1,0 1 1,-1-1-1,1 1 1,0-1-1,-1 0 1,-2 3-1,1-3 183,-6 6-3664,5 5-5577</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1:06.937"/>
    </inkml:context>
    <inkml:brush xml:id="br0">
      <inkml:brushProperty name="width" value="0.035" units="cm"/>
      <inkml:brushProperty name="height" value="0.035" units="cm"/>
    </inkml:brush>
  </inkml:definitions>
  <inkml:trace contextRef="#ctx0" brushRef="#br0">255 34 2681,'-4'-2'2357,"-15"-13"10814,16 0 1080,3 15-13957,-1 4-293,-1 0 0,1-1 0,-1 1 1,1-1-1,-1 0 0,0 1 0,0-1 0,0 0 1,-1 0-1,1 0 0,-6 4 0,1 1-2,-18 27 1,0 2 0,7-10 0,-34 55 0,47-75 0,1 0 0,0 1 0,0-1 0,0 1 0,1 0 0,-2 8 0,-4 10 0,6-18 0,2-4 0,-1 0 0,0 0 0,0 0 0,0 0 0,0 0 0,-1-1 0,-3 5 0,5-4 0,-1-8 0,1 2 0,0-1 0,-1 1 0,1-1 0,0 1 0,0-1 0,1 1 0,-1-1 0,0 0 0,1 1 0,0-1 0,0 0 0,0 1 0,0-1 0,0-5 0,10-42 0,-8 40 0,0 6 0,-1 0 0,1-1 0,0 1 0,0 0 0,1 1 0,4-7 0,7-14 0,-9 17 0,0-1 0,0 1 0,0 0 0,1 0 0,0 1 0,1 0 0,11-10 0,3-2 0,1 0 0,-1 2 0,43-24 0,-35 22 0,-22 11 0,-6 7 0,0-1 0,-1 0 0,1 0 0,0 0 0,0 1 0,0-1 0,0 0 0,0 1 0,0-1 0,0 1 0,0-1 0,0 1 0,0 0 0,0-1 0,0 1 0,0 0 0,0 0 0,0-1 0,0 1 0,2 0 0,6 1 0,-8-1 0,0 0 0,-1 0 0,1 1 0,0-1 0,-1 0 0,1 0 0,0 0 0,-1 1 0,1-1 0,0 0 0,-1 0 0,1 1 0,-1-1 0,1 1 0,-1-1 0,1 1 0,-1-1 0,1 1 0,-1-1 0,1 1 0,-1-1 0,1 1 0,-1-1 0,0 1 0,1 0 0,-1-1 0,0 1 0,0 0 0,1-1 0,-1 2 0,0-1 0,1 3 0,0 0 0,0 1 0,-1-1 0,1 1 0,-1-1 0,0 1 0,0-1 0,-2 7 0,1 2 0,1-4 0,-1 0 0,0-1 0,-1 1 0,-3 8 0,3-9 0,0-1 0,1 1 0,-2 15 0,2-17 0,0 0 0,0 0 0,0 0 0,-1-1 0,0 1 0,0 0 0,-6 9 0,5-10 0,1 0 0,-1-1 0,1 1 0,1 0 0,-1 0 0,1 0 0,-2 8 0,3-12 0,0 1 0,0-1 0,0 0 0,-1 0 0,1 0 0,-1 1 0,1-1 0,-1 0 0,1 0 0,-1 0 0,0 0 0,1 0 0,-1 0 0,0 0 0,0 0 0,0 0 0,0 0 0,0 0 0,0-1 0,0 1 0,-2 1 0,2 2 0,1 0 0,10-13 0,2-5 0,1 1 0,21-16 0,19-19 0,-31 23 0,-4 4 0,1 0 0,33-25 0,-20 18 0,5-3 0,-22 20 0,-13 9 0,0 1 0,0-1 0,0 1 0,0 0 0,0 0 0,0 0 0,0 0 0,4-2 0,6-4 0,-12 6 0,1 1 0,-1 0 0,0 0 0,0-1 0,1 1 0,-1 0 0,0 0 0,0 0 0,1-1 0,-1 1 0,0 0 0,1 0 0,-1 0 0,0 0 0,0 0 0,1 0 0,-1 0 0,0 0 0,1 0 0,-1 0 0,0 0 0,1 0 0,-1 0 0,0 0 0,1 0 0,-1 0 0,0 0 0,1 0 0,-1 0 0,0 0 0,1 0 0,-1 0 0,0 1 0,0-1 0,1 0 0,-1 0 0,0 0 0,0 1 0,1-1 0,-1 0 0,0 0 0,0 1 0,0-1 0,1 0 0,-1 0 0,0 1 0,0-1 0,0 0 0,0 1 0,0-1 0,0 0 0,1 1 0,-1 1 0,0 0 0,0 0 0,1 0 0,-1 0 0,1 0 0,0 0 0,0 0 0,0-1 0,0 1 0,1 2 0,-1-2 0,0 0 0,0 0 0,0 0 0,0 0 0,0 0 0,0 0 0,-1 1 0,1-1 0,-1 0 0,1 4 0,0 20 0,0-18 0,-1-1 0,1 1 0,-1-1 0,-1 1 0,0-1 0,0 1 0,0-1 0,-1 0 0,-4 13 0,-2 5 0,7-22 0,0 1 0,0-1 0,0 1 0,0-1 0,0 0 0,-4 5 0,-17 22 0,12-16 0,0-1 0,-16 30 0,24-38-482,-2 1 1,1-1-1,0 0 1,-9 9-1,6-7-644,-1-1 1,0 1-1,-1-1 0,0 0 0,0 0 1,0-1-1,0 0 0,-1-1 0,-10 4 0,1-2-8605,10-5 4570</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1:08.664"/>
    </inkml:context>
    <inkml:brush xml:id="br0">
      <inkml:brushProperty name="width" value="0.035" units="cm"/>
      <inkml:brushProperty name="height" value="0.035" units="cm"/>
    </inkml:brush>
  </inkml:definitions>
  <inkml:trace contextRef="#ctx0" brushRef="#br0">53 188 3137,'-4'8'9175,"0"1"-5284,3-5-2906,1-4-895,0 0 1,0 1-1,0-1 0,0 0 1,0 1-1,0-1 0,0 0 0,0 1 1,0-1-1,0 0 0,0 1 0,0-1 1,0 0-1,0 1 0,0-1 0,0 1 1,0-1-1,0 0 0,0 1 1,0-1-1,0 0 0,1 1 0,-1-1 1,0 0-1,0 0 0,0 1 0,1-1 1,-1 0-1,0 1 0,0-1 0,1 0 1,-1 0-1,0 0 0,1 1 1,-1-1-1,0 0 0,1 0 0,-1 0 1,0 0-1,1 0 0,-1 1 0,0-1 1,1 0-1,-1 0 0,1 0 1,1 1 1985,7 3 479,23-9 2006,17-16-2789,-8 3-1334,-22 9-434,-1-1 0,1-1 1,-2-1-1,0 0 0,25-24 0,-21 18-5,-15 13 1,-1 0 0,0 0 0,-1-1 0,1 1 0,5-11 0,-10 16 0,0-1 0,1 1 0,-1 0 0,0-1 0,0 1 0,1 0 0,-1-1 0,0 1 0,0 0 0,0-1 0,0 1 0,1 0 0,-1-1 0,0 1 0,0 0 0,0-1 0,0 1 0,0-1 0,0 1 0,0 0 0,0-1 0,0 1 0,0 0 0,0-1 0,0 1 0,0-1 0,-1 1 0,1 0 0,0-1 0,-1 0 0,0-3 0,0 3 0,1 1 0,0 0 0,-1-1 0,1 1 0,-1 0 0,1-1 0,-1 1 0,0 0 0,1 0 0,-1 0 0,1 0 0,-1 0 0,1-1 0,-1 1 0,1 0 0,-1 0 0,0 0 0,1 0 0,-1 1 0,1-1 0,-1 0 0,1 0 0,-1 0 0,1 0 0,-1 1 0,-1-1 0,2 1 0,-15 0 0,0 1 0,0 1 0,1 1 0,-1 0 0,1 1 0,0 0 0,-14 8 0,-14 5 0,32-14 0,1 1 0,0 0 0,1 1 0,-1 0 0,-12 12 0,-19 13 0,33-26 0,0 0 0,0 1 0,0 0 0,-9 12 0,13-16 0,1 1 0,-1 1 0,1-1 0,0 0 0,0 1 0,0-1 0,0 1 0,1-1 0,-1 1 0,1 0 0,0 0 0,-1 7 0,-3 9 0,4-19 0,1 1 0,-1-1 0,1 1 0,-1-1 0,1 1 0,-1-1 0,1 1 0,0 0 0,0-1 0,0 1 0,0-1 0,0 1 0,0 0 0,0-1 0,0 1 0,2 2 0,3 16 0,-4-17 0,0 0 0,-1 0 0,1 0 0,0 0 0,0 0 0,1-1 0,-1 1 0,0 0 0,1-1 0,0 1 0,-1-1 0,4 4 0,2 1 0,1 0 0,-1 0 0,1-1 0,1 0 0,-1 0 0,1-1 0,12 6 0,-7-7 0,0-1 0,0 0 0,0-1 0,0-1 0,0 0 0,1-1 0,-1 0 0,23-4 0,1-1 0,0-1 0,66-21 0,71-37 0,-152 53 0,0 0 0,-1-1 0,0-2 0,25-20 0,-44 32 0,0-1 0,-1 1 0,0-1 0,1 0 0,-1 0 0,0 0 0,0 0 0,-1 0 0,1-1 0,-1 1 0,1-1 0,-1 1 0,1-5 0,-2 7 0,0-1 0,1 0 0,-1 0 0,0 0 0,0 1 0,0-1 0,0 0 0,0 0 0,-1 0 0,1 1 0,0-1 0,-1 0 0,1 1 0,-1-1 0,0 0 0,0 1 0,1-1 0,-1 0 0,0 1 0,0-1 0,-1 1 0,1 0 0,0-1 0,0 1 0,-1 0 0,-2-2 0,-9-7 0,11 8 0,0 0 0,0 1 0,0-1 0,0 1 0,0 0 0,0-1 0,0 1 0,-1 0 0,1 0 0,0 1 0,0-1 0,-1 0 0,1 1 0,-1-1 0,-3 1 0,-5-1 0,0 1 0,-1 1 0,1 0 0,0 0 0,-1 1 0,-15 5 0,0 1 0,1 1 0,0 1 0,-33 18 0,51-22 0,-1 1 0,1 1 0,1 0 0,-14 16 0,19-22 0,0 0 0,1 0 0,-1 0 0,1 0 0,0 0 0,-1 0 0,1 0 0,0 0 0,0 0 0,0 1 0,1-1 0,-1 0 0,0 1 0,1-1 0,-1 3 0,-7 39 0,8-43 0,-1 1 0,1-1 0,0 1 0,0-1 0,0 1 0,1-1 0,-1 1 0,0-1 0,0 1 0,1-1 0,-1 1 0,1-1 0,-1 0 0,1 1 0,0-1 0,0 1 0,1 1 0,-2-1 0,0-1 0,0-1 0,0 1 0,0-1 0,0 1 0,0-1 0,0 1 0,0-1 0,0 0 0,0 1 0,0-1 0,0 1 0,0-1 0,0 1 0,1-1 0,-1 0 0,0 1 0,0-1 0,0 1 0,1-1 0,-1 0 0,0 1 0,1-1 0,-1 0 0,0 1 0,1-1 0,-1 0 0,0 0 0,1 1 0,-1-1 0,1 0 0,-1 0 0,0 0 0,1 1 0,-1-1 0,1 0 0,-1 0 0,0 0 0,1 0 0,0 0 0,1 1 0,1 0 0,-1-1 0,0 1 0,1-1 0,-1 0 0,0 1 0,1-1 0,-1 0 0,0 0 0,1 0 0,-1-1 0,0 1 0,1-1 0,-1 1 0,0-1 0,1 0 0,-1 0 0,3-1 0,10-4 0,1 2 0,0 0 0,-1-2 0,1 0 0,-1 0 0,27-18 0,-31 18 0,0 0 0,20-6 0,-20 8 0,0-1 0,17-10 0,18-6 0,-40 21 0,-3 7 0,-4-4 0,1 0 0,-1 0 0,1 0 0,-1 0 0,1 0 0,-1 0 0,0-1 0,0 1 0,0 0 0,-3 4 0,3-5 0,0 0 0,0 1 0,0-1 0,0 0 0,0 1 0,1-1 0,-1 0 0,1 1 0,-1 2 0,1-2 0,0-1 0,-1 0 0,1 0 0,-1 0 0,1 1 0,-1-1 0,0 0 0,0 0 0,0 0 0,0 0 0,-1 0 0,1 0 0,-2 2 0,1-3 0,1 1 0,0-1 0,0 1 0,0 0 0,0 0 0,0 0 0,0 0 0,0 0 0,0 0 0,1 0 0,-1 0 0,1 0 0,-1 2 0,1-3 0,0 0 0,0 1 0,0-1 0,-1 0 0,1 0 0,0 0 0,-1 0 0,1 0 0,-1 0 0,1 0 0,-1 0 0,0 0 0,1 0 0,-2 2 0,1-2 0,0 0 0,0 1 0,0-1 0,0 0 0,0 1 0,0-1 0,1 1 0,-1-1 0,1 1 0,-1-1 0,1 1 0,-1-1 0,1 1 0,0 0 0,0 1 0,6-11-4960,9-10-6677,-10 0 7516,-4 10 3556,1 0 0,0 0-1,1 0 1,-1 1 0,2-1 0,-1 1-1,6-9 1,3 0 879,1 1-1,0 1 1,1 0 0,1 1-1,0 0 1,18-11 0,15-13 1792,-38 30-1126,0 0 0,0 1 0,19-8 0,9-6 10986,-38 20-11842,0 0 0,-1 0 0,1 0 0,0 0 0,0 0 0,-1 0 0,1 0 0,0 0-1,-1 0 1,1 0 0,0 0 0,-1 0 0,1 0 0,0 0 0,0 0 0,-1 0 0,1 1 0,0-1 0,-1 0 0,1 0-1,0 0 1,0 0 0,0 1 0,-1-1 0,1 0 0,0 0 0,0 1 0,0-1 0,-1 0 0,1 0 0,0 1-1,0-1 1,0 0 0,0 1 0,0 2-64,-1-1-1,2 1 1,-1-1-1,0 1 1,0-1 0,1 1-1,-1-1 1,1 0-1,0 1 1,0-1-1,2 5 1,-3-7-60,0 1 0,1 0 0,-1 0 0,0 0 0,0-1 0,0 1 0,0 0 0,0 0 0,0 0 0,0 0 0,-1-1 0,1 1 0,0 0 0,0 0 0,0-1 0,-1 1 0,1 0 0,-1 0 0,0 0 0,-3 15 0,3-11 0,0-1 0,1 1 0,-2-1 0,1 0 0,0 0 0,-1 1 0,0-1 0,-3 5 0,-8 22 0,11-24 0,-1 1 0,-1-1 0,1-1 0,-8 11 0,-9 20 0,13-24 0,6-11 0,-1 0 0,1 0 0,0 0 0,1 0 0,-1 0 0,0 0 0,0 1 0,1-1 0,0 0 0,-1 0 0,1 0 0,0 3 0,0 6 0,1-7 0,0-3 0,-1-1 0,0 0 0,1 1 0,-1-1 0,0 0 0,1 0 0,-1 1 0,0-1 0,1 0 0,-1 0 0,1 0 0,-1 0 0,0 1 0,1-1 0,-1 0 0,1 0 0,-1 0 0,1 0 0,-1 0 0,0 0 0,1 0 0,-1 0 0,1 0 0,-1 0 0,1-1 0,-1 1 0,0 0 0,1 0 0,-1 0 0,1 0 0,-1-1 0,0 1 0,1 0 0,-1 0 0,0-1 0,1 1 0,-1 0 0,0-1 0,1 1 0,-1 0 0,0-1 0,0 1 0,1 0 0,-1-1 0,0 1 0,0 0 0,0-2 0,1 2 0,3-5 0,1 1 0,0-1 0,1 1 0,-1 0 0,1 1 0,-1 0 0,1-1 0,0 2 0,7-3 0,-4 1 0,0 0 0,0-1 0,14-9 0,49-35 0,-25 17 0,-27 19 0,32-27 0,-27 27 0,-22 11 0,4 5 0,-5-1 0,-1 0 0,1 0 0,0 0 0,-1 0 0,1 0 0,-1 0 0,1 0 0,-1 0 0,0 1 0,0-1 0,0 0 0,-1 1 0,2 3 0,6 15 0,-2-12 0,-5-7 0,0-1 0,0 1 0,1 0 0,-1 0 0,-1-1 0,1 1 0,0 0 0,0 0 0,-1 0 0,1 2 0,-1-3 0,0-1 0,0 0 0,0 1 0,0-1 0,0 1 0,0-1 0,0 1 0,0-1 0,0 0 0,0 1 0,0-1 0,1 1 0,-1-1 0,0 0 0,0 1 0,0-1 0,0 0 0,1 1 0,-1-1 0,0 0 0,0 1 0,1-1 0,-1 0 0,0 1 0,1-1 0,11 13 0,-11-13 0,-1 1 0,1 0 0,0-1 0,0 1 0,0 0 0,-1-1 0,1 1 0,0-1 0,0 0 0,0 1 0,0-1 0,0 0 0,0 1 0,0-1 0,0 0 0,0 0 0,0 0 0,0 0 0,0 0 0,0 0 0,0 0 0,0 0 0,0-1 0,1 1 0,2-1 0,2 1 0,0-1 0,0 1 0,0-1 0,0-1 0,0 1 0,-1-1 0,1 0 0,9-5 0,41-28 0,-27 16 0,-19 11 0,0-1 0,0 1 0,-1-2 0,-1 1 0,0-1 0,0 0 0,0-1 0,9-19 0,-1 4 0,9-22 0,-24 42 0,-1 1 0,0 1 0,0 13 0,0-5 0,0 0 0,1 0 0,-1-1 0,1 1 0,0 0 0,0 0 0,0-1 0,2 5 0,8 36 0,12 4 0,-11 8 0,-11-50 0,1 1 0,-1 0 0,-1 0 0,1 0 0,-1 0 0,-1 0 0,1 0 0,-1 0 0,0 0 0,-1 0 0,1 0 0,-2 0 0,-2 8 0,2-8 0,1-2 0,-1 1 0,0 0 0,0-1 0,-1 0 0,0 0 0,0 0 0,-8 8 0,-13 18 0,5-12 0,5-4 0,14-15 0,1 1 0,-1 0 0,0 0 0,0-1 0,1 1 0,-1 0 0,0-1 0,0 1 0,0-1 0,0 1 0,0-1 0,0 0 0,1 1 0,-3-1 0,-25 2 0,20-2-167,1-1 0,-1-1 0,0 1 0,1-2-1,0 1 1,-1-1 0,1 0 0,0 0 0,-9-6 0,-31-12-1840,27 11-2134,-10-10-6752,12 7 3451,8 7 2021</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1:10.570"/>
    </inkml:context>
    <inkml:brush xml:id="br0">
      <inkml:brushProperty name="width" value="0.035" units="cm"/>
      <inkml:brushProperty name="height" value="0.035" units="cm"/>
    </inkml:brush>
  </inkml:definitions>
  <inkml:trace contextRef="#ctx0" brushRef="#br0">0 527 1328,'3'4'20682,"5"-8"-13037,11-14-7278,-14 14 1895,8-8-2101,0 0 0,20-13 0,-20 15-161,0 0 0,17-18 0,-8 7 0,91-89 0,-50 34 0,30-32 0,-49 59 0,-38 44 0,-1 0 0,1-1 0,-1 0 0,5-7 0,-7 10 0,-4 3 0,1 1 0,0-1 0,0 0 0,0 0 0,0 0 0,-1 0 0,1 0 0,0 0 0,0 0 0,0 0 0,0 0 0,-1 0 0,1 0 0,0 0 0,0 0 0,0 0 0,0 0 0,-1 0 0,1 0 0,0 0 0,0 0 0,0 0 0,0 0 0,-1-1 0,1 1 0,0 0 0,0 0 0,0 0 0,0 0 0,0 0 0,-1 0 0,1 0 0,0-1 0,0 1 0,0 0 0,0 0 0,0 0 0,0 0 0,0-1 0,0 1 0,0 0 0,-1 0 0,1 0 0,0 0 0,0-1 0,0 1 0,0 0 0,0 0 0,0 0 0,0 0 0,0-1 0,0 1 0,0 0 0,0 0 0,1 0 0,-1-1 0,0 1 0,0 0 0,-2 4 0,0-1 0,0 1 0,1 0 0,-1 0 0,1 0 0,0 1 0,0-1 0,0 0 0,0 6 0,-3 14 0,3-17 0,0 0 0,1 0 0,-1-1 0,1 1 0,1 8 0,0-7 0,-1-1 0,0 1 0,-1 13 0,-5 4 0,3-14 0,0 0 0,1 0 0,0 18 0,1-23 0,0 1 0,0 0 0,-1 0 0,1 0 0,-1 0 0,-1-1 0,-4 10 0,-9 29 0,14-36 0,-1 0 0,0 0 0,0 0 0,-7 10 0,-5 13 0,-4 2 0,16-29 0,-1 1 0,1-1 0,0 1 0,0 0 0,1 0 0,-3 8 0,5-13 0,-1 6 0,-1-1 0,0 1 0,0-1 0,0 0 0,-1 0 0,-4 8 0,5-10 0,0 0 0,-1 0 0,1 0 0,1 1 0,-1-1 0,1 1 0,-1-1 0,0 10 0,-7 14 0,11-23 0,-1-5 0,-1 1 0,1-1 0,0 0 0,-1 1 0,1-1 0,0 0 0,-1 0 0,1 0 0,0 0 0,0 0 0,0 0 0,-1 0 0,1 0 0,0 0 0,0 0 0,-1 0 0,1 0 0,0 0 0,-1 0 0,1-1 0,0 1 0,0 0 0,-1-1 0,1 1 0,0 0 0,-1-1 0,1 1 0,-1-1 0,1 1 0,0-1 0,-1 1 0,1-2 0,16-17 0,2 0 0,0 0 0,32-22 0,-33 22 0,-15 15 0,1 0 0,-1 1 0,1-1 0,7-5 0,14-11 0,-21 15 0,0 1 0,0 1 0,1-1 0,0 1 0,0-1 0,5-1 0,-2 0 0,17-6 0,-24 11 0,-1 0 0,1-1 0,-1 1 0,1 0 0,-1 0 0,1 0 0,0 0 0,-1-1 0,1 1 0,-1 0 0,1 0 0,-1 0 0,1 0 0,-1 0 0,1 0 0,-1 1 0,1-1 0,-1 0 0,1 0 0,-1 0 0,1 0 0,-1 1 0,1-1 0,-1 0 0,1 0 0,-1 1 0,1-1 0,-1 0 0,1 1 0,-1-1 0,0 1 0,1-1 0,-1 0 0,1 1 0,-1 0 0,4 1 0,1 1 0,-1 0 0,1 0 0,-1 0 0,0 1 0,-1 0 0,1-1 0,-1 1 0,4 6 0,45 53 0,-49-59 0,0 0 0,0-1 0,1 1 0,-1-1 0,5 4 0,12 12 0,-12-7 0,-7-10 0,0 0 0,1 0 0,-1 0 0,0 0 0,1 0 0,0 0 0,-1 0 0,1-1 0,0 1 0,0-1 0,0 1 0,0-1 0,0 0 0,0 1 0,0-1 0,0 0 0,1 0 0,-1-1 0,0 1 0,1 0 0,2 0 0,5-1 0,22-1 0,-12-5 0,-1-1 0,1-1 0,-2 0 0,1-1 0,25-18 0,-29 17 0,25-23 0,-15 11 0,-21 18 0,0 0 0,-1 0 0,1 0 0,-1-1 0,4-5 0,17-24 0,-26 37 0,-1 1 0,1-1 0,0 1 0,1-1 0,-1 1 0,0 0 0,0 4 0,2-6 0,-1 1 0,1 0 0,-1-1 0,1 1 0,-1-1 0,0 0 0,0 1 0,0-1 0,-2 3 0,2-3 0,0 0 0,0 1 0,0-1 0,0 1 0,0-1 0,0 1 0,1-1 0,-1 1 0,1 2 0,-9 38 0,9-35 0,0-7 0,-1 0 0,1 0 0,0 0 0,0 0 0,0 1 0,0-1 0,0 0 0,0 0 0,0 0 0,1 0 0,-1 1 0,0-1 0,1 0 0,-1 0 0,1 0 0,-1 0 0,1 0 0,-1 0 0,1 0 0,0 0 0,-1 0 0,2 1 0,-1 1 0,-1-2 0,-1-1 0,1 0 0,0 1 0,0-1 0,0 1 0,0-1 0,0 0 0,0 1 0,0-1 0,0 0 0,0 1 0,1-1 0,-1 1 0,0-1 0,0 0 0,0 1 0,0-1 0,0 0 0,1 1 0,-1-1 0,0 0 0,0 0 0,1 1 0,-1-1 0,0 0 0,0 1 0,1-1 0,-1 0 0,0 0 0,1 0 0,-1 1 0,0-1 0,1 0 0,-1 0 0,0 0 0,1 0 0,-1 0 0,0 0 0,1 0 0,-1 0 0,1 0 0,-1 0 0,0 0 0,1 0 0,2 1 0,0 0 0,-1-1 0,1 0 0,0 0 0,0 0 0,-1 0 0,1 0 0,0 0 0,-1-1 0,1 1 0,0-1 0,-1 1 0,1-1 0,0 0 0,-1 0 0,1-1 0,-1 1 0,0 0 0,5-4 0,-3 2 0,3-1 0,0 0 0,0 0 0,0-1 0,-1 0 0,1 0 0,-1-1 0,-1 0 0,1 0 0,-1 0 0,0-1 0,0 0 0,-1 1 0,4-10 0,-5 10 0,-1 1 0,-1-1 0,1-1 0,-1 1 0,0 0 0,-1 0 0,1-11 0,-1 14 0,-2-1 0,-12-11 0,14 10 0,7 4 0,2 1 0,-3 1 0,1-1 0,-1-1 0,1 1 0,10-3 0,0 1 0,35-3 0,-26-1 0,-1 8 0,0 1 0,-1 1 0,31 9 0,-41-10 0,-1 2 0,0 0 0,0 0 0,0 1 0,-1 0 0,0 1 0,0 1 0,-1 0 0,0 1 0,0 0 0,-1 0 0,12 14 0,-20-20 0,0 1 0,0-1 0,-1 1 0,1 0 0,-1 0 0,1 0 0,-1-1 0,0 1 0,-1 0 0,1 0 0,-1 0 0,1 1 0,-1-1 0,-1 0 0,1 0 0,0 0 0,-1 0 0,0 0 0,0 0 0,0 0 0,-1-1 0,1 1 0,-1 0 0,-3 5 0,4-8 0,1 0 0,-1 0 0,1 0 0,-1 0 0,0 0 0,0-1 0,1 1 0,-1 0 0,0 0 0,0-1 0,0 1 0,0 0 0,-2 0 0,-4 3 0,4-4 0,1 0 0,-1 0 0,1 0 0,-1 0 0,1-1 0,-1 1 0,1-1 0,-1 0 0,1 1 0,0-1 0,-1 0 0,1-1 0,0 1 0,0 0 0,0-1 0,-4-2 0,1-1 0,4 4 0,-1 0 0,1 0 0,0 0 0,0-1 0,-1 1 0,1 0 0,0-1 0,0 1 0,0 0 0,0-1 0,1 1 0,-1-1 0,0 0 0,0 1 0,1-1 0,-1 1 0,1-1 0,0 0 0,-1 0 0,1 1 0,0-4 0,5-11 0,-5 13 0,1 0 0,0 0 0,0 0 0,0 0 0,0 0 0,0 0 0,0 1 0,1-1 0,0 0 0,-1 1 0,1-1 0,0 1 0,3-4 0,6-3 0,1 1 0,-1 0 0,1 0 0,1 1 0,-1 1 0,1 0 0,23-7 0,-35 13 0,17-6 0,1 0 0,0 1 0,0 2 0,36-4 0,-33 6 0,-17 0 0,0 0 0,0 1 0,0 0 0,0 0 0,10 2 0,-10-1 0,0 0 0,0 1 0,0-1 0,0 1 0,0 0 0,-1 1 0,1-1 0,0 1 0,-1 0 0,0 0 0,0 0 0,0 1 0,0-1 0,0 1 0,5 7 0,-7-7 0,0 0 0,0 0 0,0 0 0,0 0 0,-1 0 0,0 0 0,0 0 0,0 1 0,0-1 0,-1 0 0,1 1 0,-1-1 0,0 1 0,0-1 0,-1 0 0,0 1 0,1-1 0,-1 0 0,-2 6 0,-6 23 0,6-26 0,3-5 0,-1 0 0,0 0 0,0 0 0,0 0 0,0 0 0,0 0 0,0 0 0,-1 0 0,1-1 0,-1 1 0,-2 2 0,2-1 0,-1 0 0,1 0 0,0 0 0,0 0 0,1 0 0,-1 1 0,-1 5 0,37-36-12785,-8-12-978,-17 24 8968</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1:10.761"/>
    </inkml:context>
    <inkml:brush xml:id="br0">
      <inkml:brushProperty name="width" value="0.035" units="cm"/>
      <inkml:brushProperty name="height" value="0.035" units="cm"/>
    </inkml:brush>
  </inkml:definitions>
  <inkml:trace contextRef="#ctx0" brushRef="#br0">59 29 2753,'0'-1'578,"0"0"0,0 0 0,0 0 0,0-1 0,0 1 0,0 0 0,-1 0 1,1 0-1,0 0 0,-1-1 0,1 1 0,-9-14 17944,4 18-19381,-6 9 1324,10-11-524,0 0 0,0 0-1,0 0 1,0 0 0,1 0 0,-1 0-1,-1 0 1,1 0 0,0 0 0,0 0-1,0-1 1,0 1 0,-2 0-1,-12 6-3695,30-1-6383,-8-3 7738,-6 4-6207</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1:12.918"/>
    </inkml:context>
    <inkml:brush xml:id="br0">
      <inkml:brushProperty name="width" value="0.035" units="cm"/>
      <inkml:brushProperty name="height" value="0.035" units="cm"/>
    </inkml:brush>
  </inkml:definitions>
  <inkml:trace contextRef="#ctx0" brushRef="#br0">207 195 168,'-71'5'10477,"29"1"187,26-5-4206,14 0-5824,2-1-583,0 0 1,-1 0-1,1 0 1,0 0-1,0 0 1,0 0-1,0 0 1,0 0-1,0 0 1,-1 0-1,1 0 1,0 0-1,0 0 1,0 0-1,0 0 1,0 0-1,0 0 1,0 0 0,0 1-1,0-1 1,-1 0-1,1 0 1,0 0-1,0 0 1,0 0-1,0 0 1,0 0-1,0 0 1,0 0-1,0 1 1,0-1-1,0 0 1,0 0-1,0 0 1,0 0-1,0 0 1,0 0-1,0 0 1,0 1-1,0-1 1,0 0-1,0 0 1,0 0-1,0 0 1,0 0-1,0 0 1,0 1-1,0-1 1,0 0-1,0 0 1,0 0-1,0 0 1,21 16 1584,10 11-1636,-18-16 0,-11-8 0,0 0 0,0 0 0,0 0 0,-1 1 0,1-1 0,-1 0 0,0 1 0,1-1 0,-1 1 0,-1-1 0,1 1 0,-1-1 0,1 1 0,-1 0 0,0-1 0,0 1 0,-1 0 0,1-1 0,-1 1 0,1-1 0,-1 1 0,0-1 0,-1 1 0,-2 5 0,-49 46 0,2-14 0,20-18 0,20-17 0,11-2 0,1-4 0,-1 1 0,0-1 0,1 0 0,-1 1 0,1-1 0,-1 0 0,1 0 0,0 1 0,-1-1 0,1 0 0,-1 0 0,1 0 0,-1 0 0,1 0 0,-1 0 0,1 0 0,0 0 0,-1 0 0,1 0 0,-1 0 0,1 0 0,-1 0 0,1-1 0,0 1 0,-1 0 0,2-1 0,-2 1 0,20-1 0,-1-2 0,1 0 0,35-10 0,-4 0 0,16 0 0,92-22 0,-107 23 0,-44 7 0,-8 2 0,1 1 0,7 2 0,-6-1 0,6-2 0,-35 1 0,-1 10 0,14-4 0,8-2 0,0 0 0,1 1 0,0-1 0,-1 1 0,-6 5 0,-9 4 0,15-9 0,-1 0 0,1 0 0,0 1 0,1 0 0,-1 0 0,-6 5 0,10-7 0,0 0 0,0 0 0,0 0 0,1 1 0,-1-1 0,0 0 0,1 1 0,-1-1 0,1 1 0,0-1 0,0 1 0,0 0 0,0 0 0,0-1 0,1 1 0,-1 4 0,1-6 0,1-1 0,-1 1 0,0 0 0,1 0 0,-1-1 0,1 1 0,-1 0 0,1-1 0,-1 1 0,1-1 0,-1 1 0,1 0 0,-1-1 0,1 1 0,0-1 0,-1 0 0,1 1 0,0-1 0,0 1 0,-1-1 0,1 0 0,0 0 0,0 1 0,0-1 0,-1 0 0,3 0 0,22 3 0,-5-4 0,-1-1 0,28-7 0,-43 8 0,0 0 0,-1 0 0,1-1 0,0 0 0,6-4 0,4-1 0,21-15 0,-34 21 0,1 0 0,-1 1 0,0-1 0,1 0 0,-1 0 0,0 0 0,0 0 0,1 0 0,-1 0 0,0-1 0,0 1 0,-1 0 0,1-1 0,0 1 0,1-2 0,6-10 0,8-10 0,-7 7 0,-6-5 0,-2 20 0,-1 1 0,1 0 0,-1 0 0,0 0 0,1-1 0,-1 1 0,0 0 0,1 0 0,-1-1 0,0 1 0,1 0 0,-1 0 0,0-1 0,0 1 0,1 0 0,-1-1 0,0 1 0,0 0 0,0-1 0,1 1 0,-1 0 0,0-1 0,0 1 0,0-1 0,0 1 0,0 0 0,0-1 0,0 1 0,0-1 0,0 1 0,0-1 0,2-4 0,5 4 0,45 7 0,-41-6 0,-1 2 0,1-1 0,-1 1 0,1 1 0,-1 0 0,0 0 0,0 1 0,0 0 0,10 6 0,-19-9 0,1 0 0,0 0 0,-1 0 0,1 0 0,-1 0 0,0 1 0,1-1 0,-1 0 0,0 1 0,0-1 0,0 1 0,0-1 0,0 1 0,0-1 0,0 1 0,0 0 0,0 2 0,-1-3 0,0 0 0,0 1 0,0-1 0,0 1 0,-1-1 0,1 1 0,0-1 0,-1 0 0,1 1 0,-1-1 0,1 0 0,-1 1 0,0-1 0,0 0 0,1 0 0,-1 1 0,0-1 0,0 0 0,0 0 0,-3 1 0,-3 6 0,-10 5 0,-27 9 0,39-19 0,4-2 0,0 0 0,0-1 0,0 1 0,0 0 0,0-1 0,0 1 0,-1-1 0,1 0 0,0 1 0,0-1 0,0 0 0,-1 0 0,1 0 0,0 0 0,0 0 0,0 0 0,-2 0 0,-11-3 0,13 3 0,1 0 0,0 0 0,0-1 0,0 1 0,0 0 0,0 0 0,0 0 0,0-1 0,0 1 0,0 0 0,0 0 0,0 0 0,0-1 0,0 1 0,0 0 0,0 0 0,0 0 0,0-1 0,0 1 0,0 0 0,0 0 0,0 0 0,0-1 0,0 1 0,0 0 0,0 0 0,0 0 0,0 0 0,0-1 0,0 1 0,1 0 0,-1 0 0,0 0 0,14-12 0,-14 12 0,15-11 0,0 1 0,0 0 0,1 1 0,1 1 0,25-9 0,-32 13 0,71-23 0,-13 6 0,-13 8 0,-35 9 0,-18 4 0,0-1 0,1 1 0,-1 0 0,0 0 0,0-1 0,0 1 0,0 0 0,0 1 0,0-1 0,0 0 0,0 1 0,4 0 0,-2 2 0,1 0 0,-1 0 0,1 0 0,-1 0 0,6 7 0,-9-8 0,0-1 0,1 1 0,-1 0 0,0 1 0,0-1 0,0 0 0,0 0 0,-1 0 0,1 1 0,0-1 0,-1 0 0,0 0 0,1 1 0,-1-1 0,0 1 0,0-1 0,-1 0 0,1 1 0,0-1 0,-2 4 0,-1 7 0,-1-1 0,-7 17 0,10-24 0,-17 28 0,17-31 0,0-1 0,0 1 0,0 0 0,-1-1 0,1 1 0,-1 0 0,1-1 0,-1 1 0,-3 1 0,-10 12 0,11-4 0,7-8 0,17-9 0,-13 3 0,11-4-381,-1-1 0,-1-1 1,28-18-1,-36 21 211,-1 0 0,0-1 0,0 1 1,-1-1-1,0-1 0,0 1 1,-1-1-1,0 0 0,7-15 0,40-122 268,-49 138 146,0 0-1,0-1 1,-1 0 0,0 0 0,0 0 0,-1 0 0,0-8 0,8-28 928,-9 43-1172,0 1 0,-1-1 0,1 1 0,0 0 0,0-1 0,0 1 0,0-1 0,-1 1 0,1 0 0,0-1 0,0 1 0,0-1 0,0 1 0,0 0 0,0-1 0,0 1 0,0-1 0,0 1 0,0 0 0,0-1 0,0 1 0,0-1 0,1 1 0,-1 0 0,0-1 0,0 1 0,0 0 0,0-1 0,1 1 0,-1 0 0,0-1 0,0 1 0,1 0 0,-1-1 0,0 1 0,1 0 0,-1 0 0,0-1 0,1 1 0,-1 0 0,0 0 0,1 0 0,-1 0 0,1-1 0,-1 1 0,0 0 0,1 0 0,-1 0 0,1 0 0,-1 0 0,0 0 0,1 0 0,0 0 0,0 0 0,0 1 0,0-1 0,0 0 0,0 1 0,1-1 0,-1 1 0,0-1 0,0 1 0,0 0 0,0-1 0,0 1 0,0 0 0,-1 0 0,1 0 0,0 0 0,0-1 0,0 1 0,-1 0 0,1 0 0,-1 0 0,1 1 0,-1-1 0,1 0 0,0 2 0,1 2 0,1-1 0,-1 0 0,1 1 0,-1-1 0,0 0 0,0 1 0,-1-1 0,1 1 0,-1-1 0,0 1 0,0 0 0,0 5 0,-2 59 0,0-34 0,0-27 0,0 0 0,0 0 0,-1 0 0,0 0 0,0-1 0,-1 1 0,0-1 0,0 1 0,-1-1 0,0 0 0,0-1 0,0 1 0,-11 11 0,-7 5 0,0-1 0,-29 22 0,49-42 0,-7 11-1,9-12-25,-1-1 0,1 1 0,0-1 0,0 1-1,-1 0 1,1-1 0,0 1 0,-1-1 0,1 1 0,-1-1 0,1 0 0,0 1-1,-1-1 1,1 1 0,-1-1 0,0 0 0,1 1 0,-1-1 0,1 0 0,-2 1 0,0 0-784,0-1 0,0 1 1,0-1-1,0 0 1,0 1-1,0-1 1,0 0-1,0 0 1,0 0-1,-4-1 0,5 1 697,1 0-1,0-1 1,-1 1-1,1 0 0,0 0 1,-1 0-1,1-1 1,0 1-1,0 0 0,-1 0 1,1-1-1,0 1 1,0 0-1,-1 0 0,1-1 1,0 1-1,0 0 1,0-1-1,0 1 0,-1 0 1,1-1-1,0 1 1,0 0-1,0-1 0,0 1 1,0-1-1,0 1 1,0 0-1,0-1 0,0 1 1,0 0-1,0-1 1,0 1-1,0 0 0,0-1 1,1 1-1,-1 0 1,0-1-1,0 1 0,0 0 1,0-1-1,1 1 1,-1 0-1,0-1 0,0 1 1,1 0-1,-1 0 1,0-1-1,0 1 0,1 0 1,0-1-1,0-2-196,0-1 0,-1 0-1,1 0 1,-1 0 0,0 0 0,1 0-1,-2 0 1,1 1 0,-1-6 0,0-6 389,1 10 440,-1 1 0,1-1 0,0 1 0,1-1 0,-1 1 1,1 0-1,0-1 0,0 1 0,0 0 0,0-1 0,1 1 0,0 0 0,0 0 1,3-5-1,4-7 7428,53 9-5296,178-14-2651,-190 13 0,70-18 0,-106 23 0,-4-1 0,0 1 0,18-10 0,3-1 0,-23 10 0,-7-2 0,-4 6 0,0 0 0,-1 0 0,1 0 0,0 0 0,0 1 0,0-1 0,0 1 0,-4 1 0,4-1 0,-14 3 0,-1 0 0,1 2 0,0 0 0,1 1 0,-27 15 0,-2 1 0,37-18 0,0 0 0,1 1 0,0 0 0,0 0 0,0 1 0,-9 11 0,16-17 0,-1 0 0,1-1 0,0 1 0,-1 0 0,1-1 0,0 1 0,0 0 0,-1 0 0,1-1 0,0 1 0,0 0 0,0 0 0,0-1 0,0 1 0,0 0 0,0 0 0,0-1 0,0 1 0,0 0 0,0 0 0,0-1 0,1 1 0,-1 0 0,0 0 0,1-1 0,-1 1 0,0 0 0,1-1 0,-1 1 0,1-1 0,-1 1 0,1 0 0,-1-1 0,1 1 0,-1-1 0,1 1 0,0-1 0,-1 0 0,1 1 0,1 0 0,8 1 0,-8-2 0,-1 1 0,0-1 0,0 1 0,1-1 0,-1 0 0,0 0 0,1 1 0,-1-1 0,0 0 0,0 0 0,1-1 0,1 1 0,13-2 0,24-4 0,-1-1 0,1-2 0,55-20 0,-51 12 0,-35 12 0,0 0 0,-2 5 0,-5 7 0,-3-4 0,5 7 0,-3-10 0,-1 1 0,1 0 0,-1-1 0,1 1 0,-1 0 0,0-1 0,1 1 0,-1 0 0,0 0 0,1-1 0,-1 1 0,0 0 0,0 0 0,0 0 0,0-1 0,0 2 0,0 1 0,1-1 0,-1 1 0,1-1 0,0 1 0,0-1 0,0 1 0,0-1 0,0 0 0,0 1 0,1-1 0,-1 0 0,1 0 0,-1 0 0,1 0 0,0 0 0,0-1 0,0 1 0,0 0 0,3 1 0,-3-2 0,0 1 0,0-1 0,0 0 0,0 0 0,0 0 0,0 0 0,0-1 0,1 1 0,-1-1 0,0 1 0,0-1 0,1 0 0,-1 0 0,0 0 0,0 0 0,1 0 0,-1 0 0,0-1 0,1 1 0,-1-1 0,0 1 0,0-1 0,0 0 0,4-2 0,18-5 0,-22 7 0,0 1 0,0 0 0,0-1 0,1 0 0,-1 1 0,0-1 0,0 0 0,-1 0 0,1 0 0,0 0 0,0-1 0,2-1 0,13-10 0,-14 10 0,0 1 0,0 0 0,0-1 0,0 1 0,0-1 0,-1 0 0,4-6 0,38-55 0,-28 40 0,3-6 0,-9 5 0,22-37 0,-23 46 0,-1-1 0,0 0 0,10-31 0,-9 1 0,-9 43 0,1 1 0,-1 0 0,1-1 0,-1 1 0,0 0 0,0-1 0,0 1 0,-1-1 0,0-3 0,-7 7 0,6 1 0,0 0 0,0 0 0,0 0 0,0 0 0,0 1 0,0-1 0,0 1 0,0 0 0,1-1 0,-1 1 0,0 0 0,-1 3 0,-17 30 0,14-23 0,-9 32 0,4-12 0,6-16 0,0 0 0,2 0 0,-4 33 0,4-28 0,-8 36 0,5-40 0,1 0 0,-2 0 0,0-1 0,-1 0 0,-1 0 0,0 0 0,-1-2 0,-1 1 0,-13 13 0,-17 17-868,12-13-1800,-38 32 0,54-52-2974,-3 3-9179,8-14 9409</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11:16.206"/>
    </inkml:context>
    <inkml:brush xml:id="br0">
      <inkml:brushProperty name="width" value="0.035" units="cm"/>
      <inkml:brushProperty name="height" value="0.035" units="cm"/>
    </inkml:brush>
  </inkml:definitions>
  <inkml:trace contextRef="#ctx0" brushRef="#br0">1 794 896,'0'0'11016,"26"-5"8712,-9 5-18601,0-1-1127,1-1 0,-1-1 0,28-8 0,-3 1 0,140-40 0,-162 43 0,-1 0 0,-1-2 0,1 0 0,-2-1 0,1-1 0,26-22 0,-41 31 0,-1-1 0,0 1 0,1-1 0,-1 1 0,0-1 0,0 0 0,-1 0 0,1 0 0,-1 0 0,1 0 0,-1-1 0,0 1 0,0 0 0,0-1 0,-1 1 0,1-6 0,-1 7 0,0-1 0,0 1 0,0 0 0,0-1 0,0 1 0,-1-1 0,1 1 0,-1-1 0,0 1 0,0 0 0,0-1 0,0 1 0,0 0 0,0 0 0,-1 0 0,1 0 0,-1 0 0,1 0 0,-1 0 0,0 0 0,0 1 0,-3-3 0,-5-4 0,9 7 0,0 0 0,0 0 0,0 0 0,0 1 0,0-1 0,0 0 0,-1 0 0,1 1 0,0-1 0,0 1 0,-1-1 0,1 1 0,-2-1 0,-13-2 0,-1 0 0,0 1 0,0 0 0,0 1 0,0 2 0,0-1 0,-27 6 0,-121 26 0,151-28 0,1 0 0,0 0 0,0 1 0,0 1 0,0 0 0,1 1 0,-19 13 0,28-18 0,0 1 0,-1 0 0,1 0 0,0 0 0,0 0 0,1 1 0,-1-1 0,1 1 0,-1-1 0,1 1 0,0 0 0,0 0 0,1 0 0,-1 0 0,1 0 0,0 0 0,0 1 0,1-1 0,-1 0 0,1 1 0,0-1 0,0 0 0,0 1 0,0-1 0,1 0 0,0 0 0,2 7 0,0-3 0,1 0 0,0 0 0,0-1 0,1 0 0,0 0 0,0 0 0,0-1 0,1 1 0,0-1 0,1-1 0,-1 1 0,1-1 0,0 0 0,15 8 0,6 1 0,0-2 0,56 18 0,-46-20 0,0-2 0,0-2 0,50 2 0,-73-7 0,16 0 0,1-2 0,-1-1 0,0-2 0,52-12 0,-14 1-71,-2-4 0,0-3-1,-1-2 1,66-36 0,-112 50 58,0-2 0,-1 0 1,0-1-1,-1 0 0,-1-2 0,23-24 1,-38 37 16,-1 0-1,0 0 1,1 0 0,-1-1 0,0 1 0,0 0 0,-1-1 0,2-2 0,6-16 59,-5 15-31,0 0-1,-1 0 1,0 0-1,0 0 1,0 0-1,-1-1 1,0 1-1,0-1 1,-1 1-1,0-8 1,0 13-32,0-1 0,0 1 0,0 0 0,-1 0 0,1-1 0,0 1 0,-1 0 0,1 0 0,-1 0 0,1 0 0,-1 0 0,0 0 0,0-1 0,1 1 0,-1 1 0,0-1 0,0 0 0,0 0 0,0 0 0,0 0 0,0 1 0,0-1 0,0 0 0,0 1 0,-3-2 0,-33-7 0,26 7 0,-1 0 0,0 1 0,0 1 0,0 0 0,0 0 0,0 1 0,0 1 0,-17 4 0,-7 1 0,26-5 0,-1 1 0,1 0 0,-1 0 0,1 1 0,0 1 0,1 0 0,-1 0 0,1 1 0,0 0 0,-13 11 0,16-10 0,1 0 0,0-1 0,1 2 0,-1-1 0,1 1 0,1-1 0,-5 14 0,6-17 0,1-1 0,0 1 0,0-1 0,0 0 0,1 0 0,0 1 0,-1-1 0,1 0 0,0 1 0,0-1 0,1 0 0,-1 0 0,1 1 0,0-1 0,0 0 0,0 0 0,0 0 0,0 0 0,1 0 0,-1 0 0,1 0 0,0 0 0,3 4 0,2 1 0,0 0 0,1-1 0,0 0 0,0 0 0,17 10 0,-21-15 0,0-1 0,1 1 0,-1 0 0,1-1 0,0 0 0,-1 0 0,1-1 0,0 1 0,0-1 0,0 0 0,-1 0 0,1 0 0,0-1 0,0 0 0,4-1 0,-1 0 0,0 0 0,0-1 0,-1 0 0,1 0 0,-1 0 0,0-1 0,0 0 0,8-7 0,-2-1 0,-1-1 0,0-1 0,-1 0 0,-1-1 0,0 0 0,-1 0 0,0-1 0,-2 0 0,0-1 0,8-25 0,13-26 0,-3 10 0,19-49 0,-11 35 0,-24 55 0,-1 0 0,0 0 0,9-33 0,-14 33 0,0 1 0,-1-1 0,0-27 0,-11 28 0,7 14 0,-3 6 0,-4 6 0,-88 190 0,84-168 0,1 1 0,2 0 0,-8 42 0,14-60 0,0-1 0,0-1 0,-2 1 0,-10 20 0,9-21 0,5-7 0,0 0 0,0 0 0,1-1 0,-1 1 0,0 7 0,-5 22 0,3-25 0,1-1 0,0 1 0,0 0 0,1 0 0,0 0 0,1 1 0,1-1 0,-1 0 0,2 0 0,-1 1 0,1-1 0,1 0 0,0 0 0,3 11 0,-3-18 0,0 0 0,0-1 0,-1 1 0,1-1 0,1 0 0,-1 1 0,0-1 0,1 0 0,-1 0 0,1 0 0,-1-1 0,1 1 0,0-1 0,0 1 0,0-1 0,0 0 0,0 0 0,0 0 0,0 0 0,4 0 0,8 1 0,0 0 0,27 0 0,-23-3 0,-1 0 0,0-2 0,0 0 0,0 0 0,0-2 0,21-8 0,100-52 0,-128 59 0,0 0 0,0-1 0,-1-1 0,0 0 0,0 0 0,-1-1 0,0 0 0,0-1 0,-1 0 0,0 0 0,-1-1 0,0 0 0,-1 0 0,6-16 0,-7 15 0,-2 0 0,0 0 0,0 0 0,-1-1 0,-1 1 0,0-1 0,-1-20 0,0 31 0,0-1 0,-1 1 0,1-1 0,0 1 0,-1-1 0,0 1 0,0 0 0,1-1 0,-1 1 0,-1 0 0,-1-5 0,3 7 0,-1 0 0,1-1 0,0 1 0,0-1 0,-1 1 0,1 0 0,0-1 0,-1 1 0,1 0 0,0-1 0,-1 1 0,1 0 0,0-1 0,-1 1 0,1 0 0,-1 0 0,1-1 0,-1 1 0,1 0 0,0 0 0,-1 0 0,1 0 0,-1 0 0,1 0 0,-1 0 0,1-1 0,-1 1 0,1 1 0,-1-1 0,1 0 0,-1 0 0,1 0 0,-1 0 0,1 0 0,-1 0 0,1 0 0,-1 1 0,-15-1 0,1 1 0,-1 1 0,1 1 0,-1 0 0,1 0 0,0 2 0,-23 9 0,28-9 0,0 0 0,0 0 0,1 1 0,0 1 0,0-1 0,0 2 0,1-1 0,0 1 0,0 0 0,1 1 0,-8 10 0,12-14 0,0 0 0,1 0 0,0 0 0,0 1 0,0-1 0,0 1 0,1-1 0,0 1 0,-1 10 0,1-13 0,1-1 0,0 1 0,1-1 0,-1 1 0,0 0 0,1-1 0,-1 1 0,1-1 0,0 1 0,0-1 0,0 1 0,0-1 0,0 0 0,0 1 0,1-1 0,-1 0 0,1 0 0,0 0 0,-1 0 0,1 0 0,0 0 0,4 2 0,-1-1 0,0-1 0,0 0 0,0 0 0,0 0 0,0 0 0,0-1 0,1 0 0,-1 0 0,0 0 0,1-1 0,-1 0 0,6 0 0,9-2 0,38-9 0,-37 6 0,33-15 0,-54 21 0,0-1 0,0 0 0,0 0 0,1 1 0,-1-1 0,0 0 0,0 0 0,0 1 0,0-1 0,0 0 0,0 1 0,0-1 0,0 0 0,0 1 0,0-1 0,0 0 0,0 0 0,0 1 0,0-1 0,0 0 0,0 1 0,0-1 0,0 0 0,-1 0 0,1 1 0,0-1 0,0 0 0,0 0 0,0 1 0,-1-1 0,1 0 0,0 0 0,0 0 0,0 1 0,-1-1 0,-9 20 0,6-13 0,0 11 0,-2 2 0,-1-9 0,1 1 0,0 0 0,-3 13 0,-7 14 0,-4 1 0,10-20 0,-12 29 0,17-37 0,-1 1 0,-15 22 0,0 2 0,14-25 0,-1-1 0,0-1 0,-12 13 0,-14 19 0,15-15 0,5-6 0,-1 0 0,-32 34 0,30-39 0,10-8 0,-1-1 0,0 0 0,-13 9 0,-21 11 0,28-19 0,12-7 0,1 0 0,-1 0 0,1 0 0,-1 0 0,0-1 0,1 1 0,-1 0 0,0-1 0,0 1 0,0-1 0,1 1 0,-1-1 0,0 0 0,0 0 0,0 0 0,0 0 0,0 0 0,0 0 0,1-1 0,-4 0 0,-1 0 0,0-1 0,1-1 0,-1 1 0,0-1 0,-5-4 0,9 6 0,1 0 0,-1 0 0,1 0 0,-1-1 0,1 1 0,0-1 0,0 1 0,0-1 0,-1 1 0,1-1 0,1 1 0,-1-1 0,0 0 0,0 0 0,1 1 0,-1-1 0,1 0 0,-1 0 0,1 0 0,0-3 0,0 1 0,1-1 0,0 0 0,0 1 0,0-1 0,1 1 0,0-1 0,0 1 0,0 0 0,0 0 0,1 0 0,0 0 0,-1 0 0,1 1 0,1-1 0,-1 1 0,0 0 0,1 0 0,4-3 0,10-8 0,2 1 0,26-14 0,-39 24 0,430-204 0,-318 154 0,106-40 0,-78 34 0,-56 14 0,-25 10 0,-60 32 0,-1 0 0,0 0 0,0-1 0,0 0 0,-1 1 0,6-7 0,-8 7 0,0 1 0,0 0 0,0 0 0,0-1 0,0 1 0,-1-1 0,0 1 0,1-1 0,-1 0 0,0 0 0,0 1 0,0-1 0,-1 0 0,1-4 0,0 5 0,-9-11 0,8 10 0,-1-2 0,-17 2 0,11 4 0,0 1 0,0-1 0,0 1 0,1 1 0,-1-1 0,0 1 0,1 0 0,0 1 0,0-1 0,-7 6 0,5-4 0,-16 12 0,-1 1 0,2 1 0,1 1 0,0 1 0,-37 47 0,57-65 0,-1 1 0,1-1 0,0 1 0,-1 0 0,2 0 0,-1 0 0,0 0 0,1 0 0,0 0 0,0 1 0,0-1 0,0 0 0,1 1 0,0-1 0,0 0 0,0 6 0,1-8 0,-1 1 0,1 0 0,0 0 0,0 0 0,0 0 0,0-1 0,0 1 0,0-1 0,1 1 0,0-1 0,-1 1 0,1-1 0,0 0 0,0 0 0,0 0 0,0 0 0,1 0 0,-1 0 0,0-1 0,1 1 0,-1-1 0,1 1 0,0-1 0,-1 0 0,5 1 0,4 2 0,0-1 0,0-1 0,0 0 0,0 0 0,1-1 0,-1 0 0,0-1 0,1-1 0,17-2 0,7-2-916,-18 3-1644,34-7 1,76-24-14374,-84 22 10815</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4:56.499"/>
    </inkml:context>
    <inkml:brush xml:id="br0">
      <inkml:brushProperty name="width" value="0.035" units="cm"/>
      <inkml:brushProperty name="height" value="0.035" units="cm"/>
    </inkml:brush>
  </inkml:definitions>
  <inkml:trace contextRef="#ctx0" brushRef="#br0">807 13 1208,'-16'6'6977,"-3"-5"-3842,-6 2-1024,0-1-388,24-2-1599,0 0 0,0 0-1,0 0 1,0 0-1,0 0 1,0 0 0,0 0-1,0 0 1,0 0-1,0-1 1,0 1 0,1 0-1,-1-1 1,0 1-1,0 0 1,0-1 0,-2-2 3574,2-13 4150,-2 15-7286,3 1-428,-1 0 0,1-1-1,-1 1 1,1 0-1,-1 0 1,1 0 0,-1 0-1,1-1 1,-1 1-1,1 0 1,-1 0 0,1 0-1,-1 0 1,0 0-1,1 0 1,-1 1 0,1-1-1,-1 0 1,1 0-1,-1 0 1,1 0 0,-1 1-1,1-1 1,-1 1-1,-1 3-70,2-4-63,0 1 0,0-1 0,-1 0 0,1 0 0,0 1 0,0-1 0,-1 0 0,1 0 0,0 1 0,-1-1 0,1 0 0,0 0 0,-1 0 0,1 0 0,0 0 0,-1 1 0,1-1 0,0 0 0,-1 0 0,1 0 0,0 0 0,-1 0 0,1 0 0,0 0 0,-1 0 0,1 0 0,0 0 0,-1 0 0,1-1 0,-1 1 0,1 0 0,0 0 0,0 0 0,-1 0 0,0-1 0,-1 1 0,-7 4 0,0 0 0,0-1 0,0 1 0,0-2 0,-1 0 0,1 0 0,-11 1 0,-36 8 0,-3 5 0,29-9 0,-38 15 0,27-5 0,-74 42 0,94-46 0,0 2 0,0 0 0,2 0 0,-29 31 0,31-28 0,4-5 0,-21 30 0,31-39 0,0 1 0,0-1 0,1 1 0,0 0 0,0-1 0,0 1 0,0 0 0,1 0 0,0 0 0,0 1 0,0 7 0,1-8 0,1-1 0,0 1 0,0-1 0,0 0 0,0 1 0,1-1 0,0 0 0,0 0 0,0 0 0,0 0 0,0 0 0,1-1 0,0 1 0,-1-1 0,2 1 0,-1-1 0,0 0 0,6 4 0,-1-1 0,0 0 0,1-1 0,0 0 0,0-1 0,0 1 0,0-2 0,15 5 0,2 0 0,10 1 0,0-4 0,-20-3 0,0 1 0,0-2 0,0 0 0,0-1 0,1 0 0,-1-2 0,26-4 0,-41 6 0,0-1 0,0 1 0,0 0 0,0 0 0,0-1 0,0 1 0,0 0 0,1-1 0,-2 1 0,1-1 0,0 1 0,0-1 0,0 0 0,0 1 0,0-1 0,0 0 0,-1 0 0,1 0 0,0 1 0,-1-1 0,1 0 0,0 0 0,-1 0 0,1 0 0,-1 0 0,0 0 0,1 0 0,-1 0 0,0 0 0,1 0 0,-1-1 0,0 1 0,0 0 0,0 0 0,0 0 0,0 0 0,0 0 0,0 0 0,-1 0 0,1 0 0,0 0 0,-1 0 0,0-2 0,-2-3 0,-1-1 0,0 1 0,-1 0 0,1 0 0,-8-8 0,-5-6 0,16 18 0,-1 0 0,0 0 0,0 0 0,-1 0 0,1 0 0,0 0 0,-6-3 0,-10-9 0,16 12 0,-1-1 0,0 1 0,1 0 0,-1 1 0,0-1 0,0 0 0,0 1 0,0-1 0,0 1 0,0 0 0,0 0 0,-1 0 0,1 1 0,0-1 0,0 1 0,-1 0 0,1 0 0,-5 0 0,-1 0 0,0-1 0,1-2 0,6 2-124,0 0 1,1 1-1,-1 0 1,0-1-1,1 1 1,-1 0-1,0 0 0,1 0 1,-1 0-1,0 0 1,0 0-1,1 0 0,-1 0 1,0 1-1,1-1 1,-1 1-1,0-1 1,-1 2-1,-8 2-1171,-3 0-611,-13 2-5754</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4:57.005"/>
    </inkml:context>
    <inkml:brush xml:id="br0">
      <inkml:brushProperty name="width" value="0.035" units="cm"/>
      <inkml:brushProperty name="height" value="0.035" units="cm"/>
    </inkml:brush>
  </inkml:definitions>
  <inkml:trace contextRef="#ctx0" brushRef="#br0">503 11 360,'-10'-1'5971,"0"-1"-2040,-3 0-218,1 2 1620,-13-6 6646,24 16-11140,-67 45-382,23-28-420,2 3 0,1 1-1,2 2 1,-51 51 0,75-66-283,1 0-1,-14 22 1,8-10-1704,0-9-3687,22-18 2171,6-7-279,10-10-2987,-15 13 6089,1-1 0,-1 0 0,1 0 0,-1 0 0,0 0 0,0 0 0,0-1 1,0 1-1,2-4 0,-3-5-1578</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4:57.338"/>
    </inkml:context>
    <inkml:brush xml:id="br0">
      <inkml:brushProperty name="width" value="0.035" units="cm"/>
      <inkml:brushProperty name="height" value="0.035" units="cm"/>
    </inkml:brush>
  </inkml:definitions>
  <inkml:trace contextRef="#ctx0" brushRef="#br0">32 12 1664,'3'-10'6692,"3"9"-4094,-33 1 4460,26 0-6896,1 0 1,-1 0 0,1 0-1,-1 0 1,1 0-1,-1 0 1,1 0-1,-1 0 1,0 0 0,1 0-1,-1 0 1,1 0-1,-1 0 1,1 0 0,-1 0-1,1 1 1,-1-1-1,1 0 1,-1 0-1,1 1 1,0-1 0,-1 0-1,1 0 1,-1 1-1,8 8 1106,2 1-1294,-6-6 84,1 0 0,1-1 1,-1 1-1,8 4 0,-7-5-8,0 1 0,-1-1 0,1 1-1,7 8 1,31 31 96,27 39-1236,-68-80 706,0 0-1,1 1 0,-1-1 0,1 0 1,-1 0-1,1 0 0,0 0 1,0-1-1,0 1 0,0-1 0,0 0 1,0 1-1,0-1 0,0-1 1,7 2-1,-4-2-898,1 1-1,-1-1 1,1-1-1,-1 1 1,0-1 0,1 0-1,10-4 1,-10 1-1791,-6-2-288</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4:57.898"/>
    </inkml:context>
    <inkml:brush xml:id="br0">
      <inkml:brushProperty name="width" value="0.035" units="cm"/>
      <inkml:brushProperty name="height" value="0.035" units="cm"/>
    </inkml:brush>
  </inkml:definitions>
  <inkml:trace contextRef="#ctx0" brushRef="#br0">547 23 2481,'0'-1'321,"0"0"0,0 0 0,0 0 1,-1 0-1,1 1 0,-1-1 0,1 0 1,0 0-1,-1 1 0,1-1 0,-1 0 1,0 1-1,1-1 0,-1 1 0,1-1 1,-1 1-1,0-1 0,1 1 0,-1-1 1,0 1-1,0-1 0,0 1 0,1 0 1,-1 0-1,0-1 0,0 1 0,-1 0 1,-7-5 2438,-18 4 5393,15 2-7485,1 1 0,-1 1-1,1-1 1,0 2 0,0 0 0,0 0 0,0 1 0,1 0 0,-16 11 0,-13 5 310,25-12-685,1 0-1,-15 15 1,9-9-146,13-10-96,0 1 0,0 0 0,1 0 0,0 1 0,-6 8 0,-3 6 23,11-17-65,0 0 1,0 1 0,0-1 0,1 1-1,0-1 1,0 1 0,0 0 0,0 0-1,-1 10 1,1-1 23,1 1-1,1 17 1,0-18-2,0-12-33,1 1 0,-1 0-1,0-1 1,1 1-1,0-1 1,-1 0-1,1 1 1,0-1-1,0 1 1,0-1-1,1 0 1,-1 0 0,1 0-1,-1 0 1,1 0-1,0 0 1,-1 0-1,1 0 1,0-1-1,0 1 1,0 0-1,1-1 1,-1 0 0,0 0-1,0 0 1,3 1-1,1 1-37,0-2-1,-1 1 1,1 0-1,0-1 1,0 0-1,0-1 0,0 1 1,0-1-1,1-1 1,6 0-1,2-1-38,-1-1 0,0 0 0,1-1 0,-2 0 0,1-2 0,21-10 0,-29 12 57,-1-1 1,0 0-1,-1 0 1,1 0-1,-1-1 1,0 1-1,0-1 1,3-6-1,-7 10 21,0 0 0,0 1-1,-1-1 1,1 0 0,0 0-1,-1 1 1,1-1 0,-1 0-1,1 0 1,-1 1 0,0-1-1,0 1 1,1-1-1,-1 1 1,0-1 0,0 1-1,-1-1 1,-1-1 0,-1-2-12,0 1 0,-1-1 0,1 1 0,-9-6 0,5 6 3,0 1-1,0 0 1,0 0 0,0 0 0,-1 1-1,1 0 1,-1 1 0,1 0 0,-14 0 0,0 1-101,0 1 1,-37 6-1,-57 18-2482,43-1-4128,57-14 946,14 0-2653</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5:01.176"/>
    </inkml:context>
    <inkml:brush xml:id="br0">
      <inkml:brushProperty name="width" value="0.035" units="cm"/>
      <inkml:brushProperty name="height" value="0.035" units="cm"/>
    </inkml:brush>
  </inkml:definitions>
  <inkml:trace contextRef="#ctx0" brushRef="#br0">233 84 312,'0'0'5006,"9"4"626,-9-3-4765,-10 0 3313,10-1-3936,-1 0 1,1 0 0,-1 0 0,1 1 0,-1-1 0,1 0 0,0 0 0,-1 0 0,1 0 0,-1 0-1,1 0 1,-1 0 0,1 0 0,-1 0 0,1 0 0,-1 0 0,1 0 0,-1 0 0,1 0 0,-1-1-1,1 1 1,0 0 0,-1 0 0,1 0 0,-1-1 0,1 1 0,0 0 0,-1-1 0,1 1 0,-1 0-1,1-1 1,0 1 0,0 0 0,-1-1 0,1 1 0,0-1 0,0 1 0,-1 0 0,1-1 0,0 1-1,0-1 1,0 1 0,0-1 0,0 1 0,0-1 0,-1 1 0,1-1 0,1 0 0,-19-6 2914,18 6-3104,1 0 1,-1 0-1,0-1 1,1 1-1,-1 0 1,1 0-1,0 0 1,-1 0-1,1 0 1,0 0-1,-1 0 1,1 0-1,0 0 1,0 1-1,0-1 1,0 0-1,0 0 1,0 1-1,0-1 0,0 1 1,0-1-1,0 1 1,2-1-1,34-12-144,-24 10 149,17-5-76,1 2 0,39-4 0,-10 2 41,-51 7-20,1 0 1,-1 1-1,1 0 1,0 0-1,-1 1 1,1 0-1,18 5 1,-27-6-6,-1 0-1,1 0 1,0 0-1,-1 0 1,1 0 0,0 0-1,-1 0 1,1 1-1,0-1 1,-1 0 0,1 0-1,-1 1 1,1-1-1,0 1 1,-1-1 0,1 0-1,-1 1 1,1-1-1,-1 1 1,0-1-1,1 1 1,-1-1 0,1 1-1,-1-1 1,0 1-1,1 0 1,-1-1 0,0 1-1,0-1 1,1 1-1,-1 0 1,0 1 0,-10 10-4,5-7 5,2-1 1,-1 0 0,0 0 1,-1 0-1,1 0 0,-1-1 0,0 1 1,0-1-1,0 0 0,0-1 0,-11 5 1,-2 1-4,-52 24 8,46-22 7,0 1 0,1 1 0,-28 20 0,27-16-14,16-11 2,0 0 1,1 1-1,0-1 0,0 1 0,-9 11 0,15-16-6,-1 0 1,1 1-1,0-1 1,0 0-1,0 1 0,0-1 1,0 1-1,0 0 1,1-1-1,-1 1 0,0 0 1,0 2-1,2-3 4,-1 0 1,1 0-1,-1-1 1,1 1-1,-1 0 0,1 0 1,0 0-1,-1 0 1,1-1-1,0 1 0,0 0 1,0-1-1,-1 1 0,1-1 1,0 1-1,0-1 1,0 1-1,0-1 0,0 0 1,0 1-1,0-1 0,0 0 1,0 0-1,2 1 1,8 1 1,1 0 0,-1-1 1,23 0-1,15-2-1,-13 0-17,71 8 0,-90-6 20,-12-1-2,-1 1-1,0-1 0,0 1 0,0-1 0,0 1 0,0 0 1,0 1-1,7 2 0,-8-2-2,0 0 0,0 0 0,0 1 1,0-1-1,-1 1 0,1-1 0,-1 1 0,3 4 1,1 0-1,-5-6 1,-1 0-1,1 0 1,-1 0-1,1 0 1,-1 0 0,0 0-1,0 0 1,1 0-1,-1 0 1,0 0 0,0 0-1,0 1 1,0-1-1,0 0 1,0 0 0,0 0-1,0 0 1,-1 0-1,1 0 1,-1 2 0,-10 22-15,5-15 14,2 4 2,3-11-5,0 0 0,0 0 0,-1 0 0,1 0 0,-1 0 0,1-1 0,-1 1 0,0 0 0,0-1 0,0 1 0,-4 2 0,-3 2-2,1-1 0,-2 0-1,1 0 1,0-1 0,-1 0-1,-14 4 1,15-5 40,-1-1-19,0 0 1,0-1 0,-14 2-1,-8 0-76,-21 5-887,-59 1 1,-18 3-4610,112-12 3721,15-1 1386,1 0 1,0 0-1,0 0 0,-1 0 0,1 1 0,0-1 1,0 1-1,-1-1 0,-3 2 0,6-1 339,0-1-1,0 0 0,-1 1 0,1-1 1,0 0-1,0 0 0,-1 0 0,1 1 1,0-1-1,-1 0 0,1 0 1,0 0-1,-1 0 0,1 0 0,0 0 1,-1 0-1,1 1 0,0-1 0,-1 0 1,1 0-1,0 0 0,-1 0 1,1-1-1,0 1 0,-1 0 0,1 0 1,0 0-1,-1 0 0,1 0 0,0 0 1,-1 0-1,1-1 0,0 1 0,-1 0 1,1 0-1,0 0 0,0-1 1,-1 1-1,1 0 0,0 0 0,0-1 1,-1 1-1,1-1-152,0 0 1,0 1-1,0-1 1,0 0-1,0 1 0,0-1 1,0 0-1,0 1 1,0-1-1,1 0 1,-1 1-1,0-1 0,0 0 1,1 1-1,-1-1 1,0 0-1,1 1 0,-1-1 1,0 1-1,1-1 1,-1 1-1,1-1 1,0 0-1,9-8-2286,6 3-439</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5:01.538"/>
    </inkml:context>
    <inkml:brush xml:id="br0">
      <inkml:brushProperty name="width" value="0.035" units="cm"/>
      <inkml:brushProperty name="height" value="0.035" units="cm"/>
    </inkml:brush>
  </inkml:definitions>
  <inkml:trace contextRef="#ctx0" brushRef="#br0">521 9 1400,'9'-8'15800,"-9"11"-14049,-8-1-1203,1 0 1,-1 1 0,1 0-1,0 0 1,0 0 0,-10 8 0,7-5-380,0 1 0,1 1 1,0 0-1,0 0 0,1 0 1,0 1-1,0 1 0,-8 12 1,-36 45-69,45-58-432,0-1-1,0 0 1,-1 0 0,0 0-1,0-1 1,-1 0-1,0-1 1,0 0 0,-1 0-1,0-1 1,-19 8-1,9-8-1525,1-1 0,-1-1 0,1 0 0,-1-2 0,-29-1 0,45 0 1423,0 0-1,0-1 1,0 0-1,1 0 1,-1 0 0,0-1-1,0 1 1,-4-3-1,7 3 240,-1 1-1,1-1 1,-1 0-1,1 1 0,0-1 1,-1 0-1,1 0 0,0 0 1,0 0-1,0-1 1,0 1-1,0 0 0,0 0 1,0-1-1,0 1 0,0 0 1,1-1-1,-1 1 1,0-1-1,0-2 0,1-2-892</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5:01.775"/>
    </inkml:context>
    <inkml:brush xml:id="br0">
      <inkml:brushProperty name="width" value="0.035" units="cm"/>
      <inkml:brushProperty name="height" value="0.035" units="cm"/>
    </inkml:brush>
  </inkml:definitions>
  <inkml:trace contextRef="#ctx0" brushRef="#br0">0 67 616,'1'-2'376,"-1"-1"1,1 0-1,-1 1 0,1-1 0,0 1 0,0-1 1,0 1-1,0 0 0,1-1 0,-1 1 0,0 0 1,1 0-1,0 0 0,0 0 0,-1 0 0,1 0 1,0 0-1,1 1 0,-1-1 0,4-2 0,13-15 11556,-17 20-11585,2 1-178,-1-1 1,1 0-1,0-1 0,0 1 0,0 0 1,7-1-1,5 1 201,5 4 122,0 0 0,24 11 1,6 0-101,20 7-243,80 36 1,-111-42-283,11 11-1029,-42-22 102,1-1 0,-1 1-1,1-2 1,0 1-1,19 5 1,-20-6-1893,-8-4 2617,-1 0 0,0 0 0,1 1 0,-1-1 0,1 0 0,-1 0 0,0 0 0,1 0 0,-1 1 0,1-1 0,-1 0 0,0 0 0,1 0 0,-1 0 0,1 0 0,-1 0 0,1 0 0,-1 0 0,0 0 0,1 0 0,-1-1 0,1 1 0,8-4-3331</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5:02.268"/>
    </inkml:context>
    <inkml:brush xml:id="br0">
      <inkml:brushProperty name="width" value="0.035" units="cm"/>
      <inkml:brushProperty name="height" value="0.035" units="cm"/>
    </inkml:brush>
  </inkml:definitions>
  <inkml:trace contextRef="#ctx0" brushRef="#br0">252 61 1288,'60'-33'12968,"-51"29"-12319,1 1 1,-1 0-1,1 0 0,-1 0 1,1 1-1,0 1 0,18-1 1,96-3 1857,-110 4-2362,-5 1-42,-1-1 0,1 1-1,0 1 1,0 0 0,0 0 0,0 1-1,17 5 1,-26-7-99,0 0 1,0 0-1,1 0 1,-1 1 0,0-1-1,0 0 1,1 1-1,-1-1 1,0 0-1,0 1 1,0-1-1,1 0 1,-1 1-1,0-1 1,0 0-1,0 1 1,0-1-1,0 0 1,0 1-1,0-1 1,0 1-1,0-1 1,0 0-1,0 1 1,0-1-1,0 0 1,0 1-1,0-1 1,0 0-1,0 1 1,-1-1 0,1 0-1,0 1 1,0-1-1,0 0 1,-1 1-1,1-1 1,-10 11 111,-39 16 25,-2-2 1,-63 21-1,36-15-118,76-30-26,0-1 1,1 1 0,-1-1 0,1 1-1,-1-1 1,1 1 0,0 0-1,-1 0 1,1-1 0,0 1-1,-1 0 1,1 0 0,0 0-1,0 0 1,0 1 0,0-1 0,0 0-1,0 0 1,0 1 0,1-1-1,-2 2 1,3-2 3,-1-1 1,1 1-1,-1-1 1,1 1-1,-1-1 1,1 0-1,-1 1 1,1-1-1,-1 1 0,1-1 1,0 0-1,-1 0 1,1 1-1,0-1 1,-1 0-1,1 0 0,0 0 1,0 0-1,-1 0 1,1 0-1,0 0 1,-1 0-1,1 0 0,0 0 1,27 0 32,-20-1-24,166 1 41,-158 2-54,0-1 1,0 2-1,0 0 1,0 1 0,17 6-1,-32-9 1,1-1 0,-1 1 0,0 0 0,1-1 0,-1 1 0,0 0 0,1 0 0,-1 0 0,0 0 0,0 0 0,0 0 0,0 0 0,0 1 0,0-1 0,0 0 0,0 1 0,-1-1 0,1 0 0,0 1 0,-1-1 0,1 1 0,-1-1 0,0 1 0,1-1 0,-1 3 0,0 0 3,0-1 0,0 1 0,0-1 0,0 0 0,-1 1 0,1-1 0,-1 0 0,0 1 0,0-1 0,0 0 0,-2 4 0,-1 0 0,1-1 0,-1 0 1,0 0-1,-1 0 0,1 0 0,-1-1 0,-7 6 0,-3 2 4,9-7 1,-1 0 1,1-1-1,-1 0 1,0-1-1,0 0 1,0 0-1,-12 5 0,-12 2-255,-1-1 0,0-2-1,-1 0 1,-53 3-1,38-6-978,27-3-122,-40 0 1,-97-17-11551,123 10 8520</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5:03.809"/>
    </inkml:context>
    <inkml:brush xml:id="br0">
      <inkml:brushProperty name="width" value="0.035" units="cm"/>
      <inkml:brushProperty name="height" value="0.035" units="cm"/>
    </inkml:brush>
  </inkml:definitions>
  <inkml:trace contextRef="#ctx0" brushRef="#br0">36 55 3329,'3'-13'10714,"10"0"-4867,-12 12-5308,0 0 1,-1 0 0,1 0 0,0 0-1,0 0 1,0 0 0,-1 0-1,1-1 1,-1 1 0,1 0 0,-1 0-1,1-1 1,-1 1 0,0 0 0,1-1-1,-1 1 1,0 0 0,0-1 0,0 1-1,0-2 1,0 2 275,-2 1-271,-5 0-377,1 0-150,11 1-17,-4 0 0,1 0 0,-1 0 0,0 0 0,1 0 0,-1 0 0,0 1 0,0-1 0,1 0 0,-1 1 0,0-1 0,0 1 0,-1-1 0,1 1 0,0 0 0,0-1 0,-1 1 0,1 0 0,-1-1 0,0 1 0,1 0 0,-1 0 0,0-1 0,0 1 0,0 0 0,0 0 0,0 0 0,-1 3 0,0 8 0,1-8 0,-1 1 0,0 0 0,0 0 0,-1-1 0,1 1 0,-1-1 0,-1 1 0,1-1 0,-4 6 0,-11 26 0,7-17 0,8-18 0,0 1 0,1-1 0,-1 1 0,1 0 0,0-1 0,-1 1 0,1 0 0,1 0 0,-1 0 0,0 3 0,-8 37 0,9-26 0,1-12 0,7-4 0,44 4 0,224-5 0,-272 0 0,0 0 0,-1 0 0,0-1 0,1 1 0,-1-1 0,1 1 0,-1-1 0,5-2 0,23-10 0,-27 10 0,-1 1 0,0-1 0,0 0 0,0 0 0,-1 0 0,1 0 0,-1 0 0,0 0 0,1-1 0,-2 1 0,4-8 0,-3 7 0,0-1 0,1 1 0,-1 0 0,1 0 0,0 0 0,4-5 0,-6 8 0,0 1 0,0-1 0,0 0 0,0 0 0,-1 0 0,1 0 0,0 0 0,-1-1 0,1 1 0,-1 0 0,1 0 0,-1 0 0,1 0 0,-1-1 0,0 1 0,1 0 0,-1 0 0,0-1 0,0 1 0,0 0 0,0-1 0,0 1 0,0 0 0,-1 0 0,1-2 0,-1-26 0,-25 61 0,22-28 0,1 1 0,-1-1 0,1 0 0,0 1 0,0 0 0,0 0 0,-2 7 0,-10 11 0,-2 2 0,9-7 3,-2 3-3,10-20 0,0 0-1,0-1 0,0 1 0,0 0 0,0-1 1,0 1-1,0 0 0,0-1 0,0 1 0,0 0 1,1-1-1,-1 1 0,0 0 0,0-1 0,1 1 1,-1-1-1,0 1 0,1-1 0,-1 1 0,0 0 0,1-1 1,-1 1-1,1-1 0,-1 0 0,1 1 0,-1-1 1,1 1-1,0-1 0,0 1-45,-1-1 0,0 0 0,1 0-1,-1 0 1,1 1 0,-1-1 0,0 0 0,1 0 0,-1 1 0,0-1 0,1 0-1,-1 0 1,0 1 0,0-1 0,1 1 0,-1-1 0,0 0 0,0 1-1,0-1 1,1 0 0,-1 1 0,0-1 0,0 1 0,0-1 0,0 0 0,0 1-1,0-1 1,0 1 0,0-1 0,0 1 0,0-1 0,0 0 0,0 1-1,0-1 1,0 1 0,0-1 0,0 1 0,-1-1 0,1 0 0,0 1 0,0-1-1,0 0 1,-1 1 0,1-1 0,0 0 0,-1 1 0,1 0 0,-22 13-7171,16-10 2777,-4-1-3087,-9-1 2782,10-2 2699,-16 1-2024</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5:04.195"/>
    </inkml:context>
    <inkml:brush xml:id="br0">
      <inkml:brushProperty name="width" value="0.035" units="cm"/>
      <inkml:brushProperty name="height" value="0.035" units="cm"/>
    </inkml:brush>
  </inkml:definitions>
  <inkml:trace contextRef="#ctx0" brushRef="#br0">346 12 1040,'-2'-9'12174,"-8"7"-8085,6 2-2644,-24 14 5492,13-7-5762,3-1-582,1 0-1,0 0 1,0 1-1,-16 14 1,-17 10-215,0 3-309,33-25-476,0-1 0,0 0 0,-23 13 0,12-7-1584,20-12 1114,-1 0 0,1 0 0,-1 0 0,0 0-1,0 0 1,0-1 0,0 1 0,0-1 0,0 0-1,-7 1 1</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5:04.445"/>
    </inkml:context>
    <inkml:brush xml:id="br0">
      <inkml:brushProperty name="width" value="0.035" units="cm"/>
      <inkml:brushProperty name="height" value="0.035" units="cm"/>
    </inkml:brush>
  </inkml:definitions>
  <inkml:trace contextRef="#ctx0" brushRef="#br0">0 48 1608,'1'-1'423,"0"-1"-1,-1 1 0,1 0 0,0-1 0,0 1 0,0 0 0,0 0 1,0-1-1,0 1 0,0 0 0,0 0 0,1 0 0,-1 1 1,0-1-1,0 0 0,1 0 0,-1 1 0,2-2 0,28-10 3108,-18 8-2502,0 1 0,0 0 0,0 1 1,1 0-1,-1 1 0,1 1 0,0 0 1,19 4-1,-8-2 58,-20-2-907,0 0 0,0 0 1,-1 1-1,1 0 0,5 1 1,-9-2-155,88 32 1676,-80-28-1638,1 0 0,-1 1 1,0 0-1,-1 1 1,1-1-1,14 15 0,-8-5-168,-10-12-139,-1 1 1,0 0 0,-1 0 0,1 0 0,-1 0 0,1 1 0,-1-1 0,4 9 0,-5-9-213,0-1 1,0 1 0,1-1 0,-1 1 0,1-1 0,0 0 0,0 0 0,0 0 0,0-1 0,1 1 0,-1-1 0,1 0-1,0 0 1,-1 0 0,1 0 0,0 0 0,6 1 0,6 1-992,1 0-1,-1 0 0,19 0 1,17 1-3005,-26-5 1612</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5:04.883"/>
    </inkml:context>
    <inkml:brush xml:id="br0">
      <inkml:brushProperty name="width" value="0.035" units="cm"/>
      <inkml:brushProperty name="height" value="0.035" units="cm"/>
    </inkml:brush>
  </inkml:definitions>
  <inkml:trace contextRef="#ctx0" brushRef="#br0">1 63 896,'0'-1'421,"1"1"-1,0-1 1,0 0 0,0 0-1,-1 0 1,1 0 0,0 0-1,-1 0 1,1 0 0,0 0-1,-1 0 1,0 0 0,1 0-1,-1 0 1,0 0-1,1-2 1,4-11 3237,-4 13-3327,-1 0-1,1 0 0,-1 0 1,0 0-1,0 0 0,0 0 1,1 1-1,-1-1 1,0 0-1,0 0 0,0 0 1,0 0-1,0 0 1,-1 0-1,1 0 0,0 0 1,0 0-1,-1 1 0,1-1 1,0 0-1,-1 0 1,1 0-1,-1 0 0,1 1 1,-1-1-1,1 0 0,-1 0 1,0 1-1,0-2 1,0 2 29,-7-4 7908,7 14-5616,1-5-3231,0 0 641,0-1 1,0 0 0,1 1-1,0-1 1,0 0 0,3 7-1,7 33-51,-9-41-11,-1 0 0,0 0 0,0 0 0,0 0 0,-1 0 0,1 1 0,-1-1 0,1 4 0,-1-4 0,0-1 0,1 0 0,-1 1 0,1-1 0,0 0 0,0 0 0,0 0 0,0 1 0,0-1 0,0 0 0,1 0 0,-1 0 0,1-1 0,-1 1 0,1 0 0,0-1 0,2 3 0,-2-3 0,-1 0 0,0 0 0,1 0 0,-1 0 0,1 0 0,-1 0 0,1-1 0,0 1 0,-1-1 0,1 1 0,0-1 0,-1 1 0,1-1 0,0 0 0,0 0 0,-1 0 0,1 0 0,0 0 0,0 0 0,-1-1 0,1 1 0,0 0 0,-1-1 0,1 0 0,0 1 0,2-2 0,37-18 0,-33 16 0,1 1 0,-1-1 0,0-1 0,12-8 0,26-25 0,-39 33 0,-5 3 0,0 0 0,0 1 0,0-1 0,0 0 0,0 0 0,0-1 0,0 1 0,1-3 0,5 0 0,-8 5 0,1 0 0,-1 0 0,1 0 0,-1 0 0,0 0 0,1-1 0,-1 1 0,1 0 0,-1 0 0,0 0 0,1-1 0,-1 1 0,0 0 0,1 0 0,-1-1 0,0 1 0,0 0 0,1 0 0,-1-1 0,0 1 0,0 0 0,1-1 0,-1 1 0,0-1 0,0 1 0,0 0 0,0-1 0,1 1 0,-1-1 0,0 1 0,0 0 0,0-1 0,0 1 0,0-1 0,0 1 0,0 0 0,0-1 0,0 1 0,0-1 0,-1 0 0,1-2 0,0 12 0,0 185 0,1-174 0,1-1 0,4 20 0,-3-20 0,3 37 0,-6 31-11384,0-86 10698,0 1-1,-1-1 1,1 0-1,0 0 1,0 1-1,-1-1 1,1 0-1,-1 1 1,1-1-1,-1 0 1,1 0-1,-1 0 1,0 1 0,0-1-1,-1 2 1,-7 7-5193</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4:56.499"/>
    </inkml:context>
    <inkml:brush xml:id="br0">
      <inkml:brushProperty name="width" value="0.035" units="cm"/>
      <inkml:brushProperty name="height" value="0.035" units="cm"/>
    </inkml:brush>
  </inkml:definitions>
  <inkml:trace contextRef="#ctx0" brushRef="#br0">807 13 1208,'-16'6'6977,"-3"-5"-3842,-6 2-1024,0-1-388,24-2-1599,0 0 0,0 0-1,0 0 1,0 0-1,0 0 1,0 0 0,0 0-1,0 0 1,0 0-1,0-1 1,0 1 0,1 0-1,-1-1 1,0 1-1,0 0 1,0-1 0,-2-2 3574,2-13 4150,-2 15-7286,3 1-428,-1 0 0,1-1-1,-1 1 1,1 0-1,-1 0 1,1 0 0,-1 0-1,1-1 1,-1 1-1,1 0 1,-1 0 0,1 0-1,-1 0 1,0 0-1,1 0 1,-1 1 0,1-1-1,-1 0 1,1 0-1,-1 0 1,1 0 0,-1 1-1,1-1 1,-1 1-1,-1 3-70,2-4-63,0 1 0,0-1 0,-1 0 0,1 0 0,0 1 0,0-1 0,-1 0 0,1 0 0,0 1 0,-1-1 0,1 0 0,0 0 0,-1 0 0,1 0 0,0 0 0,-1 1 0,1-1 0,0 0 0,-1 0 0,1 0 0,0 0 0,-1 0 0,1 0 0,0 0 0,-1 0 0,1 0 0,0 0 0,-1 0 0,1-1 0,-1 1 0,1 0 0,0 0 0,0 0 0,-1 0 0,0-1 0,-1 1 0,-7 4 0,0 0 0,0-1 0,0 1 0,0-2 0,-1 0 0,1 0 0,-11 1 0,-36 8 0,-3 5 0,29-9 0,-38 15 0,27-5 0,-74 42 0,94-46 0,0 2 0,0 0 0,2 0 0,-29 31 0,31-28 0,4-5 0,-21 30 0,31-39 0,0 1 0,0-1 0,1 1 0,0 0 0,0-1 0,0 1 0,0 0 0,1 0 0,0 0 0,0 1 0,0 7 0,1-8 0,1-1 0,0 1 0,0-1 0,0 0 0,0 1 0,1-1 0,0 0 0,0 0 0,0 0 0,0 0 0,0 0 0,1-1 0,0 1 0,-1-1 0,2 1 0,-1-1 0,0 0 0,6 4 0,-1-1 0,0 0 0,1-1 0,0 0 0,0-1 0,0 1 0,0-2 0,15 5 0,2 0 0,10 1 0,0-4 0,-20-3 0,0 1 0,0-2 0,0 0 0,0-1 0,1 0 0,-1-2 0,26-4 0,-41 6 0,0-1 0,0 1 0,0 0 0,0 0 0,0-1 0,0 1 0,0 0 0,1-1 0,-2 1 0,1-1 0,0 1 0,0-1 0,0 0 0,0 1 0,0-1 0,0 0 0,-1 0 0,1 0 0,0 1 0,-1-1 0,1 0 0,0 0 0,-1 0 0,1 0 0,-1 0 0,0 0 0,1 0 0,-1 0 0,0 0 0,1 0 0,-1-1 0,0 1 0,0 0 0,0 0 0,0 0 0,0 0 0,0 0 0,0 0 0,-1 0 0,1 0 0,0 0 0,-1 0 0,0-2 0,-2-3 0,-1-1 0,0 1 0,-1 0 0,1 0 0,-8-8 0,-5-6 0,16 18 0,-1 0 0,0 0 0,0 0 0,-1 0 0,1 0 0,0 0 0,-6-3 0,-10-9 0,16 12 0,-1-1 0,0 1 0,1 0 0,-1 1 0,0-1 0,0 0 0,0 1 0,0-1 0,0 1 0,0 0 0,0 0 0,-1 0 0,1 1 0,0-1 0,0 1 0,-1 0 0,1 0 0,-5 0 0,-1 0 0,0-1 0,1-2 0,6 2-124,0 0 1,1 1-1,-1 0 1,0-1-1,1 1 1,-1 0-1,0 0 0,1 0 1,-1 0-1,0 0 1,0 0-1,1 0 0,-1 0 1,0 1-1,1-1 1,-1 1-1,0-1 1,-1 2-1,-8 2-1171,-3 0-611,-13 2-5754</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4:57.005"/>
    </inkml:context>
    <inkml:brush xml:id="br0">
      <inkml:brushProperty name="width" value="0.035" units="cm"/>
      <inkml:brushProperty name="height" value="0.035" units="cm"/>
    </inkml:brush>
  </inkml:definitions>
  <inkml:trace contextRef="#ctx0" brushRef="#br0">503 11 360,'-10'-1'5971,"0"-1"-2040,-3 0-218,1 2 1620,-13-6 6646,24 16-11140,-67 45-382,23-28-420,2 3 0,1 1-1,2 2 1,-51 51 0,75-66-283,1 0-1,-14 22 1,8-10-1704,0-9-3687,22-18 2171,6-7-279,10-10-2987,-15 13 6089,1-1 0,-1 0 0,1 0 0,-1 0 0,0 0 0,0 0 0,0-1 1,0 1-1,2-4 0,-3-5-1578</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4:57.338"/>
    </inkml:context>
    <inkml:brush xml:id="br0">
      <inkml:brushProperty name="width" value="0.035" units="cm"/>
      <inkml:brushProperty name="height" value="0.035" units="cm"/>
    </inkml:brush>
  </inkml:definitions>
  <inkml:trace contextRef="#ctx0" brushRef="#br0">32 12 1664,'3'-10'6692,"3"9"-4094,-33 1 4460,26 0-6896,1 0 1,-1 0 0,1 0-1,-1 0 1,1 0-1,-1 0 1,1 0-1,-1 0 1,0 0 0,1 0-1,-1 0 1,1 0-1,-1 0 1,1 0 0,-1 0-1,1 1 1,-1-1-1,1 0 1,-1 0-1,1 1 1,0-1 0,-1 0-1,1 0 1,-1 1-1,8 8 1106,2 1-1294,-6-6 84,1 0 0,1-1 1,-1 1-1,8 4 0,-7-5-8,0 1 0,-1-1 0,1 1-1,7 8 1,31 31 96,27 39-1236,-68-80 706,0 0-1,1 1 0,-1-1 0,1 0 1,-1 0-1,1 0 0,0 0 1,0-1-1,0 1 0,0-1 0,0 0 1,0 1-1,0-1 0,0-1 1,7 2-1,-4-2-898,1 1-1,-1-1 1,1-1-1,-1 1 1,0-1 0,1 0-1,10-4 1,-10 1-1791,-6-2-288</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44:57.898"/>
    </inkml:context>
    <inkml:brush xml:id="br0">
      <inkml:brushProperty name="width" value="0.035" units="cm"/>
      <inkml:brushProperty name="height" value="0.035" units="cm"/>
    </inkml:brush>
  </inkml:definitions>
  <inkml:trace contextRef="#ctx0" brushRef="#br0">547 23 2481,'0'-1'321,"0"0"0,0 0 0,0 0 1,-1 0-1,1 1 0,-1-1 0,1 0 1,0 0-1,-1 1 0,1-1 0,-1 0 1,0 1-1,1-1 0,-1 1 0,1-1 1,-1 1-1,0-1 0,1 1 0,-1-1 1,0 1-1,0-1 0,0 1 0,1 0 1,-1 0-1,0-1 0,0 1 0,-1 0 1,-7-5 2438,-18 4 5393,15 2-7485,1 1 0,-1 1-1,1-1 1,0 2 0,0 0 0,0 0 0,0 1 0,1 0 0,-16 11 0,-13 5 310,25-12-685,1 0-1,-15 15 1,9-9-146,13-10-96,0 1 0,0 0 0,1 0 0,0 1 0,-6 8 0,-3 6 23,11-17-65,0 0 1,0 1 0,0-1 0,1 1-1,0-1 1,0 1 0,0 0 0,0 0-1,-1 10 1,1-1 23,1 1-1,1 17 1,0-18-2,0-12-33,1 1 0,-1 0-1,0-1 1,1 1-1,0-1 1,-1 0-1,1 1 1,0-1-1,0 1 1,0-1-1,1 0 1,-1 0 0,1 0-1,-1 0 1,1 0-1,0 0 1,-1 0-1,1 0 1,0-1-1,0 1 1,0 0-1,1-1 1,-1 0 0,0 0-1,0 0 1,3 1-1,1 1-37,0-2-1,-1 1 1,1 0-1,0-1 1,0 0-1,0-1 0,0 1 1,0-1-1,1-1 1,6 0-1,2-1-38,-1-1 0,0 0 0,1-1 0,-2 0 0,1-2 0,21-10 0,-29 12 57,-1-1 1,0 0-1,-1 0 1,1 0-1,-1-1 1,0 1-1,0-1 1,3-6-1,-7 10 21,0 0 0,0 1-1,-1-1 1,1 0 0,0 0-1,-1 1 1,1-1 0,-1 0-1,1 0 1,-1 1 0,0-1-1,0 1 1,1-1-1,-1 1 1,0-1 0,0 1-1,-1-1 1,-1-1 0,-1-2-12,0 1 0,-1-1 0,1 1 0,-9-6 0,5 6 3,0 1-1,0 0 1,0 0 0,0 0 0,-1 1-1,1 0 1,-1 1 0,1 0 0,-14 0 0,0 1-101,0 1 1,-37 6-1,-57 18-2482,43-1-4128,57-14 946,14 0-2653</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44.521"/>
    </inkml:context>
    <inkml:brush xml:id="br0">
      <inkml:brushProperty name="width" value="0.035" units="cm"/>
      <inkml:brushProperty name="height" value="0.035" units="cm"/>
    </inkml:brush>
  </inkml:definitions>
  <inkml:trace contextRef="#ctx0" brushRef="#br0">45 327 2921,'2'11'29823,"-2"-11"-29822,1 0 0,0 0 0,0 0 0,-1 0-1,1 1 1,0-1 0,0 0 0,-1 0 0,1 1-1,0-1 1,-1 0 0,1 1 0,0-1 0,-1 1-1,1-1 1,-1 1 0,1-1 0,0 1 0,-1-1-1,1 1 1,-1 0 0,0-1 0,1 1 0,-1 0-1,1-1 1,-1 1 0,0 0 0,0 0-1,1-1 1,-1 1 0,0 0 0,0 0 0,0-1 0,0 2-1,-1 26-4,1-24 3,0 185 1,-1-183 0,0 0 0,0 0 0,0 1 0,0-1 0,-3 6 0,2-6 0,0 0 0,1 0 0,-1 0 0,1 1 0,0 5 0,1-7 0,-1 0 0,0 0 0,0 0 0,0 0 0,-1 0 0,-2 7 0,-5 12 0,-2 5 0,9-24 0,0 0 0,0-1 0,0 1 0,1 0 0,0 0 0,0 1 0,0-1 0,0 7 0,0-9 0,1-3 0,0 1 0,0-1 0,-1 1 0,1 0 0,0-1 0,0 1 0,0 0 0,0-1 0,0 1 0,0 0 0,0-1 0,1 1 0,-1-1 0,0 1 0,0 0 0,0-1 0,1 1 0,-1-1 0,0 1 0,0-1 0,1 1 0,-1 0 0,1-1 0,-1 0 0,0 1 0,1-1 0,-1 1 0,1-1 0,-1 1 0,1-1 0,-1 0 0,1 1 0,-1-1 0,1 0 0,0 1 0,4 0 0,-1 1 0,0 0 0,0-1 0,1 0 0,-1 0 0,0-1 0,1 1 0,-1-1 0,1 0 0,-1 0 0,1 0 0,4-1 0,61-13 0,-42 6 0,-1-2 0,0 0 0,0-2 0,-1-1 0,37-26 0,-21 11 0,48-42 0,-77 60 0,-7 7 0,-1-1 0,0 0 0,-1-1 0,1 1 0,6-9 0,-10 10 0,-1 2 0,1 1 0,-1 0 0,0 0 0,0 0 0,0 0 0,0-1 0,0 1 0,1 0 0,-1 0 0,0 0 0,0 0 0,0 0 0,1 0 0,-1 0 0,0 0 0,0-1 0,1 1 0,-1 0 0,0 0 0,0 0 0,0 0 0,1 0 0,-1 0 0,0 0 0,0 0 0,1 0 0,-1 0 0,0 0 0,0 1 0,0-1 0,1 0 0,-1 0 0,0 0 0,0 0 0,0 0 0,1 0 0,-1 1 0,0-1 0,1 1 0,-1-1 0,0 1 0,0-1 0,1 1 0,-1-1 0,0 1 0,0-1 0,0 1 0,0-1 0,0 1 0,0-1 0,0 1 0,0-1 0,0 1 0,0 0 0,0-1 0,0 1 0,0-1 0,0 1 0,0-1 0,-1 1 0,1-1 0,0 1 0,0-1 0,-1 1 0,1 0 0,-2 1 0,1 0 0,0 1 0,0-1 0,0 0 0,0 1 0,0-1 0,1 1 0,-1-1 0,1 1 0,-1-1 0,1 1 0,0-1 0,0 1 0,0 0 0,0-1 0,1 1 0,-1-1 0,1 1 0,0 2 0,1 1 0,0 0 0,0 0 0,1 0 0,0-1 0,0 1 0,0-1 0,5 6 0,-3-5 0,3 6 0,1-2 0,0 1 0,1-1 0,0 0 0,1-1 0,13 10 0,-4-7 0,27 12 0,-40-21 0,0 0 0,1 0 0,-1-1 0,1 0 0,0 0 0,0-1 0,11 1 0,8 0 0,-21-1 0,-1-1 0,1 0 0,-1 0 0,0 0 0,1 0 0,5-2 0,-1 0 0,17-4 0,-27 6 0,1 0 0,0-1 0,0 1 0,0-1 0,0 1 0,-1-1 0,1 1 0,0-1 0,-1 0 0,1 1 0,0-1 0,-1 0 0,1 1 0,-1-1 0,1 0 0,-1 0 0,1 0 0,-1 0 0,1 1 0,-1-1 0,0 0 0,0 0 0,0 0 0,1 0 0,-1 0 0,0-1 0,-1-2 0,1 1 0,-1-1 0,0 1 0,0-1 0,0 1 0,0 0 0,0-1 0,-1 1 0,0 0 0,0 0 0,0 0 0,0 0 0,0 0 0,0 1 0,-1-1 0,-4-4 0,-6-4 0,-1 1 0,-18-11 0,26 18 0,-166-117 0,151 99 0,-3-1 0,17 16 0,0 0 0,0-1 0,0 0 0,1 0 0,-9-12 0,5 6 0,10 11 0,0 1 0,0-1 0,0 1 0,0-1 0,0 1 0,0 0 0,1-1 0,-1 1 0,0-1 0,1 1 0,0-1 0,-1 1 0,1 0 0,0-1 0,-1 1 0,1 0 0,2-2 0,0 1 0,1-1 0,-1 2 0,1-1 0,0 0 0,0 1 0,-1 0 0,1 0 0,0 0 0,0 0 0,0 0 0,6 1 0,-2-1 0,39-7 0,0-2 0,-1-2 0,0-2 0,-1-2 0,0-2 0,80-45 0,-102 49 0,-8 5 0,0 0 0,26-23 0,14-20 0,58-70 0,-66 67 0,-45 45 0,-2 10 0,0-1 0,0 1 0,0 0 0,-1 0 0,1 0 0,0 0 0,0 0 0,0 0 0,0 0 0,0 0 0,0 0 0,0 0 0,0 0 0,0 0 0,-1 0 0,1 0 0,0 0 0,0 0 0,0 0 0,0-1 0,0 1 0,0 0 0,0 0 0,-1 1 0,1-1 0,0 0 0,0 0 0,0 0 0,0 0 0,0 0 0,0 0 0,0 0 0,-1 0 0,1 0 0,0 0 0,0 0 0,0 0 0,0 0 0,0 0 0,0 0 0,0 0 0,0 0 0,0 1 0,0-1 0,0 0 0,-1 0 0,1 0 0,0 0 0,0 0 0,0 0 0,0 0 0,0 0 0,0 1 0,0-1 0,0 0 0,0 0 0,0 0 0,0 0 0,0 0 0,0 0 0,0 0 0,0 1 0,0-1 0,-9 12 0,4-5 0,-28 53 0,29-54 0,0 0 0,1 1 0,-1-1 0,2 1 0,-1 0 0,-2 11 0,-5 12 0,0-5 0,2 1 0,-10 47 0,13-54 0,0 0 0,-14 32 0,12-34 0,0 0 0,2 1 0,-5 21 0,8-30 0,-1 1 0,0 0 0,-1-1 0,-6 13 0,5-12 0,1 1 0,0-1 0,-4 18 0,2-6 0,-16 40 0,6-17 0,-1-5 0,16-39 0,1-1 0,0 1 0,0-1 0,-1 1 0,1-1 0,0 1 0,0-1 0,0 1 0,0-1 0,-1 1 0,1 0 0,0-1 0,0 1 0,0-1 0,0 1 0,0 0 0,0-1 0,1 1 0,-1-1 0,0 1 0,0 0 0,0 1 0,-7-2 0,6 0 0,0 0 0,0 0 0,0 0 0,0 0 0,0 0 0,0 0 0,0-1 0,0 1 0,0 0 0,0-1 0,0 1 0,0-1 0,0 1 0,0-1 0,1 1 0,-1-1 0,0 0 0,0 1 0,1-1 0,-1 0 0,0 0 0,1 0 0,-1 1 0,1-1 0,-1 0 0,1 0 0,-1-2 0,-3-19 0,4 11 0,0-1 0,1 1 0,0 0 0,4-14 0,0-1 0,-5 22 0,1 0 0,-1 0 0,1-1 0,0 1 0,1 0 0,-1 0 0,1 0 0,4-7 0,4-9 0,-9 17 0,0 1 0,0-1 0,0 1 0,0-1 0,1 1 0,-1 0 0,1 0 0,-1 0 0,1 0 0,0 0 0,0 0 0,0 0 0,0 1 0,3-3 0,0 1 0,0 0 0,1 0 0,-1 1 0,1 0 0,0 0 0,0 0 0,0 1 0,0-1 0,0 1 0,0 1 0,0-1 0,0 1 0,0 0 0,0 1 0,0-1 0,0 1 0,0 0 0,0 1 0,0 0 0,-1 0 0,12 5 0,-8-4 0,-2 0 0,0 0 0,0 0 0,-1 1 0,1 0 0,11 8 0,13 12 0,41 24 0,-55-38 0,-10-7 0,0 1 0,0-1 0,0 0 0,1-1 0,-1 0 0,1 0 0,0-1 0,-1 0 0,1 0 0,0 0 0,9-2 0,-1 0 0,0 0 0,1-2 0,-1 0 0,19-6 0,-7 1 0,-13 4 0,0-1 0,0 0 0,-1-1 0,19-10 0,-26 10 0,-1 0 0,0 0 0,0 0 0,0-1 0,-1 1 0,0-1 0,6-13 0,-10 17 0,0 0 0,0 1 0,-1-1 0,1 0 0,-1 1 0,0-1 0,0 0 0,0 1 0,0-1 0,0 0 0,0 0 0,-1 1 0,0-1 0,1 0 0,-1 1 0,0-1 0,0 1 0,0-1 0,-1 1 0,1 0 0,-2-3 0,2 4 0,1 1 0,0-1 0,0 1 0,-1 0 0,1-1 0,0 1 0,-1-1 0,1 1 0,0 0 0,-1-1 0,1 1 0,-1 0 0,1-1 0,-1 1 0,1 0 0,0 0 0,-1-1 0,1 1 0,-1 0 0,1 0 0,-1 0 0,1 0 0,-1 0 0,0 0 0,1 0 0,-1 0 0,1 0 0,-1 0 0,1 0 0,-1 0 0,1 0 0,-1 0 0,0 1 0,-8-2 0,1 0 0,-1 1 0,1 0 0,-1 1 0,0 0 0,1 0 0,-13 4 0,16-4 0,-20 10 0,6-1 0,10-7 0,0 1 0,0 0 0,1 0 0,0 1 0,0 0 0,0 1 0,1-1 0,-1 2 0,1-1 0,1 1 0,-12 13 0,-2 5 0,17-23 0,0 1 0,1-1 0,-1 1 0,1 0 0,-1 0 0,1 0 0,0 0 0,0 1 0,0-1 0,1 1 0,-1-1 0,1 1 0,0-1 0,0 1 0,-1 4 0,2-4 0,0-1 0,0 1 0,0-1 0,1 1 0,-1-1 0,1 1 0,0-1 0,0 0 0,0 1 0,0-1 0,3 5 0,-2-6 0,0 0 0,-1-1 0,1 1 0,0 0 0,0-1 0,0 1 0,0-1 0,0 0 0,1 0 0,-1 0 0,0 0 0,1 0 0,-1 0 0,0-1 0,1 1 0,-1-1 0,1 0 0,-1 0 0,0 1 0,1-2 0,2 1 0,1-1 0,-1 0 0,1-1 0,-1 1 0,1-1 0,-1 0 0,0-1 0,8-4 0,4-1 0,-13 6 0,0 0 0,-1-1 0,1 1 0,-1-1 0,0 1 0,1-1 0,-1 0 0,-1 0 0,1-1 0,0 1 0,2-6 0,-2 5 0,0 0 0,0 0 0,0 1 0,0-1 0,0 1 0,1 0 0,4-4 0,2-2 0,1-3 0,-11 12 0,0 0 0,0 0 0,0 0 0,0 0 0,0 0 0,0 0 0,0 0 0,0-1 0,0 1 0,0 0 0,0 0 0,0 0 0,0 0 0,0 0 0,0 0 0,1 0 0,-1 0 0,0 0 0,0-1 0,0 1 0,0 0 0,0 0 0,0 0 0,0 0 0,0 0 0,0 0 0,1 0 0,-1 0 0,0 0 0,0 0 0,0 0 0,0 0 0,0 0 0,0 0 0,1 0 0,-1 0 0,0 0 0,0 0 0,0 0 0,0 0 0,0 0 0,0 0 0,0 0 0,1 0 0,-1 0 0,0 0 0,0 0 0,0 0 0,0 0 0,0 0 0,0 0 0,0 1 0,0-1 0,0 0 0,1 0 0,-1 0 0,0 0 0,0 0 0,0 0 0,0 0 0,0 0 0,0 1 0,1 5 0,1-1 0,0 1 0,0 0 0,1 0 0,-1-1 0,7 10 0,-2-4 0,1 7 0,-7-15 0,0 1 0,0-1 0,1 0 0,-1-1 0,1 1 0,0 0 0,-1 0 0,2-1 0,-1 1 0,4 3 0,-4-5 0,1 0 0,-1 0 0,1 0 0,-1 0 0,1 0 0,-1-1 0,1 1 0,0-1 0,-1 0 0,1 0 0,-1 0 0,1 0 0,0 0 0,-1 0 0,1-1 0,0 1 0,-1-1 0,1 0 0,3-1 0,23-6 0,-21 7 0,-1-1 0,1 0 0,-1-1 0,0 0 0,14-7 0,12-10 0,-18 12 0,0 0 0,-1-2 0,-1 1 0,1-2 0,-2 0 0,19-20 0,-6 0 0,25-42 0,-42 60 0,-1-1 0,-1 0 0,0 0 0,0-1 0,-2 1 0,4-20 0,-5 22 0,0 0 0,8-18 0,-2 3 0,-7 20 0,-2-1 0,1 0 0,-1 1 0,-1-13 0,-8 47 0,9-16 0,-2-1 0,1 0 0,-5 15 0,4-16 0,0 1 0,0 0 0,0 13 0,-7 59 0,0-17 0,9-56 0,-1 0 0,0 0 0,-5 15 0,3-15 0,1 0 0,1 0 0,-2 17 0,-6 44 0,10-65 0,-2-1 0,1 1 0,0-1 0,-1 0 0,0 1 0,0-1 0,-3 8 0,3-9 0,1-1 0,-1 0 0,1 0 0,0 0 0,-1 0 0,1 1 0,0-1 0,0 0 0,1 3 0,0 14 0,-1-19-3,0 0-1,0 0 1,0 1 0,1-1-1,-1 0 1,0 0 0,0 0-1,0 0 1,1 0 0,-1 1-1,0-1 1,0 0 0,0 0-1,1 0 1,-1 0 0,0 0-1,0 0 1,1 0 0,-1 0-1,0 0 1,0 0 0,1 0-1,-1 0 1,0 0 0,0 0-1,1 0 1,-1 0 0,0 0-1,0 0 1,1 0 0,-1-1-1,0 1 1,0 0 0,0 0-1,1 0 1,-1 0 0,0 0-1,0-1 1,1 1 0,7-5-707,-6 5 313,0-1 0,-1 1-1,1-1 1,0 0 0,-1 0-1,1 0 1,-1 0 0,1 0 0,-1 0-1,1 0 1,-1 0 0,0-1-1,0 1 1,1 0 0,-1-1 0,0 1-1,0-1 1,0 1 0,0-1-1,-1 0 1,1 1 0,0-1 0,-1 0-1,1 0 1,-1 1 0,0-1-1,0 0 1,1 0 0,-1 0-1,0 1 1,0-1 0,-1 0 0,1 0-1,0 0 1,-1 1 0,1-1-1,-1 0 1,1 0 0,-1 1 0,-1-3-1,0 0-377,0 1 1,1-1-1,-1 0 0,1 0 0,-2-8 0,2 8 264,0 1-1,0-1 1,0 0-1,0 0 1,-1 1-1,0-1 1,1 0-1,-5-5 1,-10-7-1611,-2 0-51</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44.835"/>
    </inkml:context>
    <inkml:brush xml:id="br0">
      <inkml:brushProperty name="width" value="0.035" units="cm"/>
      <inkml:brushProperty name="height" value="0.035" units="cm"/>
    </inkml:brush>
  </inkml:definitions>
  <inkml:trace contextRef="#ctx0" brushRef="#br0">22 32 248,'10'-7'2164,"7"-3"754,4-1 257,-15 8 2186,-58 28 9116,50-24-14136,1 0 0,-1-1 0,1 1 0,-1 0 0,0-1 0,1 1 0,-1-1 0,0 0 0,1 0 0,-4 1 0,2-1-69,10 5 94,35 0-331,-14-2-35,1-1 0,39-4 0,-13 0 0,25-3 0,-98 3-3551,-38-9-16125,36 7 15541,10-1 386</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49.514"/>
    </inkml:context>
    <inkml:brush xml:id="br0">
      <inkml:brushProperty name="width" value="0.035" units="cm"/>
      <inkml:brushProperty name="height" value="0.035" units="cm"/>
    </inkml:brush>
  </inkml:definitions>
  <inkml:trace contextRef="#ctx0" brushRef="#br0">78 3 1736,'5'-2'31112,"-10"4"-32345,5 5 2380,0-3-1142,0-2-5,1-1 0,-1 1 0,0 0 0,0-1 0,0 1 0,0-1 0,-1 1 0,1-1 0,0 1 0,-1 0 0,1-1 0,-1 1 0,1-1 0,-1 0 0,0 1 0,0-1 0,0 1 0,1-1 0,-1 0 0,-3 2 0,4-2 0,-1-1 0,1 1 0,-1-1 0,1 1 0,-1-1 0,1 1 0,-1 0 0,1-1 0,0 1 0,-1 0 0,1-1 0,0 1 0,0 0 0,-1-1 0,1 1 0,0 0 0,0-1 0,0 1 0,0 0 0,0 0 0,0 0 0,0 0 0,0 0 0,-1 0 0,1 0 0,0 0 0,-1-1 0,1 1 0,0 0 0,-1 0 0,1 0 0,-1-1 0,1 1 0,-1 0 0,1-1 0,-1 1 0,0 0 0,1-1 0,-2 2 0,-5 6 0,-2 6 0,8-13 0,0 1 0,0-1 0,0 0 0,0 1 0,0-1 0,1 1 0,-1-1 0,0 1 0,1-1 0,-1 1 0,1 0 0,0-1 0,-1 4 0,1-1 0,-1 1 0,0-1 0,1 1 0,-2-1 0,1 1 0,-1-1 0,1 0 0,-3 5 0,1-5 0,1 1 0,0-1 0,1 1 0,-1 0 0,1 0 0,0 0 0,0 0 0,0 6 0,1 31 0,1-41 0,0-1 0,1 0 0,-1-1 0,0 1 0,0 0 0,0 0 0,0 0 0,1-1 0,-1 1 0,0-1 0,0 1 0,0-1 0,1 0 0,9-4 0,6-3 0,-9 5 0,1-1 0,-1 0 0,0 0 0,12-10 0,-7 5 0,41-28 0,-19 10 0,-27 23 0,0 2 0,-5-2 0,4 4 0,6 3 0,-8 1 0,1 5 0,0-2 0,-1-1 0,0 0 0,0 1 0,1-2 0,0 1 0,0-1 0,9 7 0,-10-9 0,0 1 0,0 1 0,-1-1 0,1 0 0,-1 1 0,6 8 0,-6-8 0,-4-2 0,19 4 0,-18-7 0,1 0 0,0-1 0,-1 1 0,1 0 0,0-1 0,-1 1 0,1-1 0,-1 0 0,1 0 0,-1 1 0,0-1 0,1 0 0,1-2 0,-2 2 0,4-4 0,0 0 0,0-1 0,0 0 0,-1 0 0,0 0 0,3-7 0,-5 9 0,0-1 0,-1 1 0,1-1 0,-1 0 0,0 1 0,0-7 0,-1 7 0,0-1 0,0 1 0,0-1 0,-1 1 0,0 0 0,0-1 0,0 1 0,-2-5 0,2-11 0,2 19 0,-1 0 0,0-1 0,1 1 0,-1-1 0,0 1 0,0 0 0,0-1 0,-1 1 0,1-1 0,0 1 0,0 0 0,-1-1 0,1 1 0,-1 0 0,0-2 0,-8-13 0,2 10 0,6 6 0,-4-2 0,2-12 0,6 9-1914,9-2-5934,12-1-6782,-19 7 12646,3 0-2615</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0.132"/>
    </inkml:context>
    <inkml:brush xml:id="br0">
      <inkml:brushProperty name="width" value="0.035" units="cm"/>
      <inkml:brushProperty name="height" value="0.035" units="cm"/>
    </inkml:brush>
  </inkml:definitions>
  <inkml:trace contextRef="#ctx0" brushRef="#br0">1 131 1088,'8'5'13746,"-8"-5"-13710,0 0 1,0 0-1,0 1 0,0-1 1,-1 0-1,1 0 0,0 0 1,0 0-1,0 1 1,0-1-1,0 0 0,0 0 1,0 0-1,0 0 0,0 1 1,0-1-1,0 0 1,0 0-1,0 0 0,0 1 1,0-1-1,0 0 0,0 0 1,0 0-1,0 1 1,0-1-1,0 0 0,0 0 1,0 0-1,0 0 0,0 1 1,0-1-1,0 0 1,0 0-1,1 0 0,-1 0 1,0 1-1,0-1 0,0 0 1,0 0-1,0 0 1,1 0-1,-1 0 0,0 0 1,0 1-1,9 8 1484,0-5-952,-1-1 0,0-1 1,1 0-1,0 0 1,0 0-1,-1-1 1,1 0-1,0-1 0,16-1 1,-9 1-343,-5-1 9,0 0 0,-1 0-1,1-1 1,0-1 0,-1 1-1,0-2 1,12-4 0,-19 6-43,1-1 0,-1 1 0,0-1 0,1 1 0,-1-1 0,0 0 0,-1 0 0,1-1 0,3-5 0,-5 6-93,0-1 0,0 1 0,-1-1 0,1 0 0,-1 0 0,0 1 1,0-1-1,-1-5 0,0-7 246,-8-21 316,9 36-647,-1 0 0,1 0 0,0 1 0,-1-1 0,1 0 0,0 0 0,-1 0 0,0 0 0,1 1 0,-1-1 0,1 0 0,-1 0 0,0 1 0,1-1 0,-1 1 1,0-1-1,0 0 0,0 1 0,1 0 0,-1-1 0,0 1 0,-2-1 0,0-2 23,3 3-38,0 0 0,0 0 0,0 0 1,0-1-1,0 1 0,0 0 0,0 0 1,0 0-1,0 0 0,-1 0 0,1 0 1,0-1-1,0 1 0,0 0 1,0 0-1,0 0 0,0 0 0,0 0 1,0 0-1,-1 0 0,1 0 0,0 0 1,0 0-1,0-1 0,0 1 0,0 0 1,0 0-1,-1 0 0,1 0 0,0 0 1,0 0-1,0 0 0,0 0 1,0 0-1,-1 0 0,1 0 0,0 0 1,0 0-1,0 0 0,0 1 0,0-1 1,-1 0-1,1 0 0,0 0 0,0 0 1,0 0-1,0 0 0,0 0 0,-1 0 1,-14 6-28,13-5 28,-1-1 0,1 1 0,0 0-1,0 0 1,-1 0 0,1 0 0,0 0 0,0 0 0,0 1 0,0-1 0,-2 3-1,1-1 2,1-1 0,-1 0 0,0 0 0,0 0 0,0 0 0,-6 3 0,6-4 0,0 0-1,0 1 1,0-1 0,0 1 0,0 0 0,1 0-1,-1 0 1,1 0 0,0 1 0,-1-1 0,-2 4-1,-22 32 0,24-35-1,1 0 0,0 1 0,0 0 0,1-1 0,-1 1 0,1 0 0,-2 6 0,-6 13 0,9-21 1,-1-1 0,1 0 0,0 0 0,-1 1 0,1-1 0,0 0 0,0 1 0,0-1 0,0 1 0,0-1 0,0 0 0,0 1 0,0-1 0,1 0 1,-1 1-1,1-1 0,-1 0 0,1 0 0,-1 1 0,2 0 0,2 13 4,-3-14-2,-1 0 1,1 1-1,0-1 0,-1 0 0,1 1 0,0-1 0,0 0 0,0 0 0,0 0 0,0 0 0,0 0 1,0 0-1,0 0 0,1 0 0,-1 0 0,0 0 0,0-1 0,1 1 0,-1 0 0,0-1 0,1 1 0,1 0 1,32 8 23,-24-7-21,1 0-1,-1-1 1,0-1-1,1 0 1,-1 0 0,15-3-1,26-2-92,-37 3-114,-1-2-795,-6 3-189,-8 1 1109,0 0 0,0 1 1,1-1-1,-1 0 0,0 0 1,0 0-1,1 0 0,-1 0 1,0 0-1,0 0 0,1 0 1,-1 0-1,0 0 0,0 0 1,1 0-1,-1 0 0,0 0 1,0-1-1,1 1 0,-1 0 0,0 0 1,0 0-1,1 0 0,-1 0 1,0 0-1,0-1 0,0 1 1,1 0-1,-1 0 0,0 0 1,0-1-1,0 1 0,0 0 1,0 0-1,1-1 0,-1 1 1,0 0-1,0 0 0,0-1 1,0 1-1,26-11-11594,-1 4 4655,-24 2 4116</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0.775"/>
    </inkml:context>
    <inkml:brush xml:id="br0">
      <inkml:brushProperty name="width" value="0.035" units="cm"/>
      <inkml:brushProperty name="height" value="0.035" units="cm"/>
    </inkml:brush>
  </inkml:definitions>
  <inkml:trace contextRef="#ctx0" brushRef="#br0">53 6 1352,'-3'-5'7706,"-6"4"-4419,4 1 1513,-16 5 7019,14-4-9580,7-1-2214,-1 0 1,1 0-1,-1 1 1,1-1 0,-1 0-1,1 1 1,0-1-1,-1 0 1,1 1 0,-1-1-1,1 0 1,0 1-1,-1-1 1,1 1-1,0-1 1,0 0 0,-1 1-1,1-1 1,0 1-1,0-1 1,0 1 0,-1-1-1,1 1 1,0-1-1,0 1 1,0-1 0,0 1-1,0-1 1,0 1-1,0 0 1,1 23 655,-1-18-591,0 134-90,0-139 0,0 0 0,0 0 0,0 0 0,0 0 0,1 0 0,-1 0 0,0 0 0,1 0 0,-1 0 0,0 0 0,1-1 0,-1 1 0,1 0 0,0 0 0,-1-1 0,1 1 0,1 1 0,-1-1 0,-1 0 0,1 0 0,0 0 0,0 0 0,0 0 0,-1 0 0,1 0 0,-1 0 0,1 0 0,-1 0 0,1 0 0,-1 0 0,0 1 0,1-1 0,-1 0 0,0 0 0,0 1 0,0 0 0,2 4 0,3-3 0,-2-6 0,5-7 0,-1 0 0,0-1 0,-1 1 0,-1-1 0,6-13 0,6-13 0,-15 31 0,1 1 0,0 0 0,0 0 0,0 0 0,6-8 0,12-20 0,-20 31 0,0 0 0,0 0 0,0 0 0,1 0 0,-1 0 0,1 0 0,0 0 0,0 0 0,-1 1 0,1-1 0,0 1 0,0-1 0,1 1 0,-1 0 0,0 0 0,3-1 0,40-11 0,-44 13 0,10-1 0,1 0 0,-1 1 0,1 0 0,-1 1 0,0 1 0,13 2 0,-16-1 0,0 1 0,0-1 0,-1 1 0,11 7 0,-15-9 0,-1 0 0,0-1 0,0 0 0,0 1 0,0-1 0,-1 1 0,1 0 0,-1 0 0,1-1 0,-1 1 0,1 0 0,-1 0 0,0 0 0,0 1 0,0-1 0,0 0 0,-1 0 0,1 0 0,0 5 0,0-3 0,-1 1 0,0 0 0,0-1 0,-1 1 0,1 0 0,-1-1 0,0 1 0,-2 5 0,0 4 0,3-12 0,0-1 0,0 1 0,0 0 0,-1-1 0,1 1 0,-1 0 0,1-1 0,-1 1 0,0 0 0,1-1 0,-1 1 0,-2 1 0,1 1 0,0-1 0,0 1 0,0 0 0,1-1 0,-1 1 0,1 0 0,-1 5 0,1-6 0,0 1 0,0-1 0,0 1 0,0-1 0,-1 0 0,0 1 0,1-1 0,-1 0 0,0 0 0,-4 4 0,-6 10-1332,11-16 1086,0 1 1,0 0-1,1-1 0,-2 0 1,1 1-1,0-1 0,0 1 1,0-1-1,-3 2 0,20-9-10955,-8 3 9180,0 0-1,0-1 0,10-6 0,-6 0-1292,3 3-325</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2.524"/>
    </inkml:context>
    <inkml:brush xml:id="br0">
      <inkml:brushProperty name="width" value="0.035" units="cm"/>
      <inkml:brushProperty name="height" value="0.035" units="cm"/>
    </inkml:brush>
  </inkml:definitions>
  <inkml:trace contextRef="#ctx0" brushRef="#br0">115 394 320,'-10'5'8022,"0"0"-6315,0 0-1,-1-1 1,-17 5 0,28-9-1678,-25 15 1763,22-9-1053,2-6-727,1 0 1,0 1-1,0-1 1,0 0-1,0 1 0,0-1 1,0 0-1,0 0 1,0 1-1,-1-1 0,1 0 1,0 0-1,0 0 1,0 1-1,0-1 0,-1 0 1,1 0-1,0 0 1,0 1-1,-1-1 0,1 0 1,0 0-1,0 0 1,-1 0-1,1 0 0,0 1 1,0-1-1,-1 0 1,1 0-1,0 0 0,-1 0 1,1 0-1,0 0 1,0 0-1,-1 0 0,1 0 1,-7 4 204,7-4-206,0 0 1,0 0 0,-1 0 0,1 0-1,0 0 1,0 0 0,0 0-1,0 0 1,0 1 0,0-1-1,-1 0 1,1 0 0,0 0-1,0 0 1,0 0 0,0 0-1,0 1 1,0-1 0,0 0-1,0 0 1,0 0 0,0 0 0,0 0-1,0 1 1,-1-1 0,1 0-1,0 0 1,0 0 0,0 0-1,0 1 1,0-1 0,0 0-1,1 0 1,-1 0 0,0 0-1,0 0 1,0 1 0,0-1 0,0 0-1,0 0 1,0 0 0,0 0-1,0 0 1,0 1 0,0-1-1,0 0 1,1 0 0,-1 0-1,0 0 1,0 0 0,0 0-1,0 1 1,5-1 148,0 1 0,0-1 0,0 1 0,0-1 0,-1-1 0,1 1 0,0-1-1,0 1 1,0-2 0,-1 1 0,6-2 0,49-14 278,-52 14-353,0 1-1,-1-2 1,1 1 0,8-7 0,-13 9-19,0 0-1,0 0 0,0-1 0,0 1 1,-1-1-1,1 0 0,0 1 0,-1-1 1,1 0-1,-1 0 0,0 0 0,0 0 0,1 0 1,-1 0-1,0-1 0,-1 1 0,1 0 1,0-4-1,0 4 13,-1 0 0,0 0 0,1 0 0,-1 0 0,1 0 0,0 0-1,0 0 1,0 0 0,1-2 0,-1 1 60,1 1-1,-1-1 0,0 1 0,0-1 1,0 0-1,0 1 0,-1-1 1,1 0-1,0-5 0,-1 8-110,0-1-1,0 1 0,0 0 0,0 0 0,0-1 0,0 1 0,0 0 0,0-1 0,0 1 1,0 0-1,0-1 0,0 1 0,0 0 0,0 0 0,0-1 0,0 1 0,0 0 0,0-1 1,0 1-1,0 0 0,0 0 0,-1-1 0,1 1 0,0 0 0,0 0 0,0-1 1,-1 1-1,1 0 0,0 0 0,0-1 0,-1 1 0,1 0 0,0 0 0,0 0 0,-1 0 1,1 0-1,0-1 0,0 1 0,-1 0 0,1 0 0,0 0 0,-1 0 0,1 0 1,0 0-1,-1 0 0,1 0 0,0 0 0,-2 0 45,1 0-23,-5 0-27,4 0-32,-32 15 1,12-7 162,1 1 1,1 1 0,-30 19-1,47-28-149,0 1-1,1-1 1,-1 1-1,1 0 0,-1 0 1,1 0-1,0 0 0,0 1 1,0-1-1,0 0 0,0 1 1,0 0-1,1-1 0,0 1 1,-1 0-1,1 0 0,0 0 1,0 0-1,0 0 1,1 0-1,-1 0 0,1 0 1,-1 0-1,1 0 0,0 0 1,0 0-1,1 0 0,-1 0 1,1 0-1,-1 1 0,1-1 1,0-1-1,2 5 0,0-1-1,-2-4-1,0 0 1,0 0 0,0 0 0,0 0 0,0 0-1,1 0 1,-1-1 0,1 1 0,0 0 0,-1-1 0,1 1-1,3 1 1,5 3-55,1-2-1,0 1 1,-1-2 0,1 1-1,1-2 1,-1 1-1,0-1 1,1-1 0,-1 0-1,1-1 1,-1 0-1,1-1 1,17-2 0,65-15-2976,-68 10 1027,42-19 0,-41 15 1084,-17 8 401,0-2 1,15-10 0,-9 5 266,-11 8 209,-1 1 109,-10 1 16,5 1-21,-26 10 789,26-9-783,-1-1-1,0 1 1,0 0-1,0 0 1,0 1-1,1-1 0,-1 0 1,0 0-1,1 1 1,-1-1-1,1 1 1,0-1-1,-1 1 1,-1 3-1,3-4-23,0 8 1347,2-9-1337,-1-1-1,0 0 1,0 0-1,1 0 1,-1 1-1,0-1 0,1 1 1,-1-1-1,1 1 1,-1 0-1,1-1 1,-1 1-1,2 0 1,0 0-7,-1-1 0,1 1 0,-1-1 0,1 0 0,-1 0 1,1 0-1,3-2 0,9-6 182,-13 8-182,0 0 0,0 1 0,0-1 0,0 0 1,0 0-1,-1-1 0,1 1 0,0 0 0,1-3 0,20-22 1176,-17 16-617,-4 7-503,-1 1-1,1-1 1,-1 1 0,1-1-1,-1 0 1,0 1-1,0-1 1,-1 0 0,1 0-1,0-3 1,-1 3-6,1 1 0,-1-1 0,1 1-1,-1-1 1,1 1 0,0-1 0,0 1 0,0-1-1,2-2 1,-2 3 5,0 0 0,0 0 0,0-1-1,0 1 1,0 0 0,0-1 0,-1 1-1,1-1 1,-1-2 0,0 3-25,1 1 0,-1 0 0,0 0 0,0 0 0,0 0 0,-1 0 0,1 0 0,0 0 0,0 0 0,-1 0 0,1 0 0,0 0 0,-1 0 0,1 0 0,-1 0 0,1 0 0,-1 0 0,0 0 0,1 1 0,-1-1 0,-1-1 0,1 2-47,-1-1 0,1 1 1,0-1-1,-1 1 0,1 0 0,-1 0 1,1 0-1,-1 0 0,1 0 0,0 0 1,-1 0-1,1 0 0,-1 1 0,1-1 1,0 0-1,-3 2 0,-5 0-11,5-1-12,-1 0 0,1 1 0,0-1 0,0 1 1,0-1-1,1 1 0,-1 0 0,0 1 0,1-1 1,-1 1-1,1-1 0,-5 5 0,-11 11-18,16-16 10,0 1 0,0-1 0,1 1 0,-1-1 1,0 1-1,1 0 0,-3 4 0,-30 36 38,9 2-62,25-42 28,0 0 0,0 0 1,0 0-1,0 0 0,1 0 1,-1 0-1,1 0 0,0 1 1,0-1-1,0 0 0,0 0 1,0 0-1,1 1 1,-1-1-1,1 0 0,0 0 1,0 0-1,0 0 0,1 0 1,-1 0-1,1 0 0,-1-1 1,1 1-1,0 0 0,0-1 1,0 0-1,0 1 0,1-1 1,-1 0-1,1 0 1,-1 0-1,1 0 0,0-1 1,2 2-1,2 1-27,0-1 1,0 0-1,0-1 1,1 1-1,-1-2 1,12 3-1,15 3-127,-22-3 11,0-2 0,0 0 1,0 0-1,1-1 0,18-1 0,62-9-1369,-71 7 1103,4-3-372,39-12 1,-26 7 325,-4-2 240,0-1 0,0-2 0,-2-1 0,0-1 0,37-27 0,-68 42 210,12-5 3,-13 6 2,0 1 0,0-1 0,0 1 1,0-1-1,0 1 0,0-1 0,0 1 0,0-1 0,-1 0 0,1 0 1,0 1-1,0-1 0,-1 0 0,1 0 0,-1 0 0,1 0 0,0-1 1,-1 1 9,1 0 0,0 0 1,-1 0-1,1 0 1,0 1-1,0-1 0,-1 0 1,1 0-1,0 1 1,0-1-1,0 0 0,0 1 1,1-1-1,-1 0 76,0 1 0,0-1-1,0 1 1,-1-1 0,1 1-1,0-1 1,-1 1 0,1-1 0,0 1-1,-1-1 1,1 0 0,-1 1 0,1-1-1,-1 0 1,1 0 0,-1 1-1,0-1 1,1 0 0,-1 0 0,0 0-1,1 1 1,-1-1 0,0 0 0,0 0-1,0 0 1,0 0 0,0 0-1,0 0 1,0 1 0,0-3 0,-1 3 50,1-1 0,0 0 0,0 0 1,0 0-1,-1 1 0,1-1 1,0 0-1,-1 0 0,1 1 0,-1-1 1,1 0-1,-1 1 0,1-1 1,-1 1-1,1-1 0,-1 0 0,1 1 1,-1-1-1,0 1 0,0-1 1,1 1-1,-1 0 0,0-1 0,1 1 1,-3-1-1,-24-3 1901,6-2-1107,-2 6-911,0 0-1,0 2 0,0 0 1,-39 10-1,27-3-21,26-7 0,-1 0 0,1 1 0,0-1 0,0 2 0,0-1 0,0 1 0,1 1 0,-16 9 0,5 0 0,-9 8 0,27-21 0,0 0 0,0 0 0,0 0 0,0 1 0,0-1 0,0 0 0,0 1 0,0-1 0,0 1 0,1-1 0,-1 1 0,0-1 0,1 1 0,-1-1 0,1 1 0,0 2 0,-5 16 0,5-19 0,-1 0 0,1 1 0,-1-1 0,1 0 0,-1 0 0,1 1 0,0-1 0,0 0 0,0 1 0,0-1 0,0 0 0,0 0 0,0 1 0,0-1 0,0 0 0,0 1 0,1-1 0,-1 0 0,1 0 0,-1 1 0,1-1 0,-1 0 0,1 0 0,1 2 0,2 8 0,-4-11 0,0 1 0,0-1 0,0 1 0,0-1 0,0 1 0,0-1 0,0 1 0,0-1 0,0 1 0,0-1 0,1 0 0,-1 1 0,0-1 0,0 1 0,1-1 0,-1 0 0,0 1 0,0-1 0,1 1 0,-1-1 0,1 0 0,-1 1 0,0-1 0,1 0 0,-1 0 0,1 1 0,10 8 0,-10-8 0,-1 0 0,1 0 0,0 0 0,0 0 0,0 0 0,1 0 0,-1-1 0,0 1 0,0 0 0,0-1 0,0 1 0,1 0 0,-1-1 0,0 0 0,1 1 0,-1-1 0,0 0 0,3 1 0,23 1 0,-22-1 0,1 0 0,0 0 0,0-1 0,-1 0 0,8-1 0,-4-1 0,-1 1 0,0 0 0,-1-1 0,1 0 0,-1 0 0,1-1 0,-1 0 0,0 0 0,0-1 0,0 1 0,7-7 0,-8 5 0,0-1 0,0 0 0,-1 0 0,1 0 0,-1 0 0,-1-1 0,1 0 0,-1 0 0,-1 0 0,1-1 0,4-14 0,-1 2 0,-5 17 0,-1 0 0,0 0 0,1-1 0,-2 1 0,1 0 0,0-1 0,-1 1 0,1-6 0,0-11 0,7-34 0,-5 34 0,2-37 0,-5-67 0,-8 75 0,4 31 0,3 14 0,0 0 0,0 1 0,0-1 0,1-1 0,-1 1 0,1 0 0,0 0 0,0-5 0,-19 30 0,4 2 0,12-19 0,0 0 0,0 1 0,1-1 0,-1 0 0,1 1 0,0-1 0,0 1 0,0 0 0,1 0 0,-1-1 0,0 9 0,2-9 0,0-1 0,-1 1 0,0-1 0,1 1 0,-1-1 0,-1 1 0,-1 4 0,1-4 0,1-1 0,-1 0 0,1 1 0,0-1 0,1 1 0,-1-1 0,0 7 0,0-4 0,1 0 0,-1 0 0,-1 0 0,-3 11 0,3-12 0,0 1 0,1 0 0,0-1 0,-1 11 0,0-3 0,1 0 0,-2 0 0,1-1 0,-9 21 0,2-2 0,-1 14 0,6-24 0,-14 38 0,17-54 0,0 1 0,0-1 0,1 1 0,-1-1 0,1 1 0,0-1 0,2 8 0,-1 7 0,-1-17 0,1 0 0,0 1 0,0-1 0,0 0 0,1 0 0,-1 0 0,1 1 0,3 4 0,0 0 0,2-2 0,-6-3 0,0-3 0,-1 1 0,1 0 0,-1-1 0,1 1 0,0-1 0,-1 1 0,1-1 0,-1 1 0,1-1 0,0 0 0,-1 1 0,1-1 0,0 0 0,0 1 0,-1-1 0,1 0 0,0 0 0,0 0 0,-1 0 0,1 0 0,0 1 0,0-1 0,1-1 0,6 2-466,0-1-1,0-1 1,0 0 0,0 0-1,0 0 1,0-1 0,0 0-1,14-7 1,107-33-17411,-104 32 13291,-6 3 39</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2.982"/>
    </inkml:context>
    <inkml:brush xml:id="br0">
      <inkml:brushProperty name="width" value="0.035" units="cm"/>
      <inkml:brushProperty name="height" value="0.035" units="cm"/>
    </inkml:brush>
  </inkml:definitions>
  <inkml:trace contextRef="#ctx0" brushRef="#br0">105 12 896,'-17'-11'29476,"6"11"-27144,11 0-2330,-1 0-1,0 0 1,0 0 0,0 0-1,0 0 1,0 0-1,0 0 1,0 0-1,0 0 1,1 1 0,-1-1-1,0 0 1,0 1-1,0-1 1,0 0-1,1 1 1,-1-1 0,0 1-1,0-1 1,1 1-1,-1 0 1,0-1-1,1 1 1,-1 0-1,1-1 1,-1 1 0,1 0-1,-1 0 1,1-1-1,-1 1 1,1 0-1,0 0 1,0 0 0,-1 0-1,1 0 1,0-1-1,0 1 1,0 0-1,0 2 1,0 1-2,0-1 0,-1 1 0,1 0 0,-1 0 0,1-1 0,-1 1 0,0 0 0,-2 4 0,-9 35 0,7-31 0,3-9 0,0 0 0,1 0 0,0 0 0,0 0 0,0 0 0,0 0 0,0 0 0,0 5 0,1-7 0,0 0 0,0 1 0,0-1 0,-1 0 0,1 1 0,-1-1 0,1 0 0,0 1 0,-1-1 0,0 0 0,1 0 0,-1 1 0,0-1 0,-1 2 0,1-2 0,0 0 0,0 0 0,0 0 0,0 1 0,1-1 0,-1 0 0,0 1 0,1-1 0,-1 1 0,1-1 0,0 1 0,-1-1 0,1 0 0,0 4 0,0-4 1,-1 0-1,1 0 1,0 0 0,0 0-1,0 0 1,0 0 0,0 0 0,1 0-1,-1-1 1,0 1 0,0 0-1,1 0 1,-1 0 0,0 0-1,1 0 1,-1 0 0,1 0 0,-1-1-1,1 1 1,-1 0 0,1 0-1,0-1 1,-1 1 0,1 0-1,0-1 1,0 1 0,0-1 0,1 2-1,0-2-8,0 0-1,0 0 1,0 0-1,1 0 1,-1 0-1,0 0 1,0 0 0,0-1-1,1 1 1,-1-1-1,2 0 1,1-2-1580,-1 1 0,1-1 1,-1 0-1,0 0 1,0 0-1,0 0 1,0-1-1,5-6 0,13-12-3537,-18 19 4435,-1 1 94,-1 0 1,1 0-1,-1 0 0,0 0 1,1 0-1,-1-1 1,0 1-1,-1-1 1,1 1-1,0-1 1,-1 0-1,2-4 1,-1-9-2597</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3.368"/>
    </inkml:context>
    <inkml:brush xml:id="br0">
      <inkml:brushProperty name="width" value="0.035" units="cm"/>
      <inkml:brushProperty name="height" value="0.035" units="cm"/>
    </inkml:brush>
  </inkml:definitions>
  <inkml:trace contextRef="#ctx0" brushRef="#br0">155 60 1376,'-12'-5'4702,"-2"0"-1107,-42 8 1339,53-2-4771,-1-1 0,1 1 0,0 0 1,0 0-1,0 0 0,0 0 1,0 1-1,0-1 0,0 1 0,0 0 1,0 0-1,0 0 0,1 0 0,-3 3 1,-2 1 520,6-6-633,0 1-1,0-1 1,1 1-1,-1-1 1,0 1-1,0 0 0,1-1 1,-1 1-1,0 0 1,1 0-1,-1-1 0,1 1 1,-1 0-1,1 0 1,-1 0-1,1 0 1,-1 1-1,1-1-35,0-1-1,0 0 1,0 1-1,0-1 1,0 0 0,0 1-1,0-1 1,0 0-1,0 0 1,0 1 0,0-1-1,0 0 1,-1 0-1,1 1 1,0-1 0,0 0-1,0 0 1,0 1 0,-1-1-1,1 0 1,0 0-1,0 1 1,-1-1 0,1 0-1,0 0 1,0 0-1,-1 0 1,1 0 0,0 1-1,0-1 1,-1 0-1,1 0 1,-2 1 104,8 3 13,1-1 127,5 3 192,-11-6-377,1 0 1,0 1-1,0-2 1,0 1-1,0 0 0,0 0 1,0-1-1,0 1 1,0-1-1,-1 1 0,4-2 1,-4 2-60,1-1 4,0 1 0,1 0 0,-1-1 0,0 1 0,1-1-1,-1 1 1,0-1 0,0 0 0,0 0 0,0 0 0,0-1 0,4-1 0,14-8 61,-17 9-63,0 0 1,0 0 0,1 0-1,-1-1 1,-1 1-1,1-1 1,0 1 0,-1-1-1,1 0 1,-1 0 0,0-1-1,0 1 1,0 0 0,0-1-1,-1 1 1,2-5 0,1-4 107,1-5 96,-4 14-202,-4-3 30,-2 5-45,3 1-17,1 1-1,-1-1 0,1 1 0,-1 0 1,1-1-1,0 1 0,-1 0 1,1 0-1,0 0 0,0 0 0,0 0 1,0 0-1,0 0 0,0 0 0,0 1 1,0-1-1,0 0 0,0 1 1,1-1-1,-1 0 0,0 1 0,1-1 1,0 1-1,-1 2 0,-2 4-237,0-5-81,1 1 0,1 0 0,-1 0 0,0 0 0,1 0 0,-2 6 0,3-8 119,0 0 0,0-1 0,0 1 0,1 0 0,-1-1 0,0 1 0,1 0-1,-1-1 1,1 1 0,-1-1 0,1 1 0,0-1 0,0 1 0,-1-1 0,1 1-1,0-1 1,0 0 0,1 1 0,-1-1 0,2 2 0,9 11-2294,-10-11 1656,0 0 0,1-1 0,-1 1 0,1 0 0,0-1 1,5 5-1,-1-2-1647,-6 1-295</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3.831"/>
    </inkml:context>
    <inkml:brush xml:id="br0">
      <inkml:brushProperty name="width" value="0.035" units="cm"/>
      <inkml:brushProperty name="height" value="0.035" units="cm"/>
    </inkml:brush>
  </inkml:definitions>
  <inkml:trace contextRef="#ctx0" brushRef="#br0">218 1 248,'-18'15'6285,"14"-12"-5591,0-1 0,0 0 0,0 1-1,0 0 1,0 0 0,1 0-1,-1 1 1,1-1 0,0 1 0,0-1-1,0 1 1,0 0 0,-3 8 0,-11 12 2335,2 2-605,12-21-1967,1 1 0,-1-1 0,-1-1 0,-5 9 0,-3-1 260,6-6-410,-1 0 0,2 1 0,-1-1 1,1 1-1,-1 1 0,2-1 0,-6 11 0,-13 13 100,17-22-337,6-8-49,-1-1-1,1 1 1,0-1-1,-1 1 1,1 0 0,-1-1-1,1 1 1,0 0-1,0 0 1,-1-1-1,1 1 1,0 0-1,0 0 1,0 0 0,0-1-1,0 2 1,26-2 1764,-16-3-1578,0 0 0,0 0 0,0-2 0,-1 1 0,1-1 0,-1 0 0,-1-1 0,1 0 0,-1-1 0,12-10 0,-9 5 1,0 0 0,26-18 0,-17 13-120,31-15-80,-45 28-8,-5 3 0,1-1 0,0 1 0,0 0 0,0 0 0,1-1 0,-1 1 0,0 1 0,0-1 0,1 0 0,-1 1 0,4-1 0,-4 1 0,1 0 0,0 0 0,0 1 0,0-1 0,0 1 0,-1 0 0,1-1 0,0 1 0,-1 1 0,1-1 0,-1 0 0,1 1 0,-1-1 0,1 1 0,-1 0 0,0 0 0,0-1 0,0 2 0,0-1 0,0 0 0,-1 0 0,1 1 0,2 4 0,-3-4 0,0 1 0,0-1 0,-1 1 0,1-1 0,-1 1 0,0-1 0,0 1 0,0-1 0,-2 6 0,1 7 0,1 90-7003,19-106-98,-3-5 3618,1-5-3413,-8 5 2581</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4.614"/>
    </inkml:context>
    <inkml:brush xml:id="br0">
      <inkml:brushProperty name="width" value="0.035" units="cm"/>
      <inkml:brushProperty name="height" value="0.035" units="cm"/>
    </inkml:brush>
  </inkml:definitions>
  <inkml:trace contextRef="#ctx0" brushRef="#br0">313 94 2016,'-7'-3'2748,"0"0"0,1 1-1,-1 0 1,0 0 0,0 0-1,0 1 1,-1 0-1,1 1 1,0-1 0,-9 2-1,-3 5-2220,17-5-527,0 0 0,0 0 0,1 0 0,-1 0 0,0 1 0,0-1 0,1 1 0,-4 2 0,0 3 0,2 15 0,-14 23 0,14-35 0,-1 0 0,0 0 0,-10 19 0,-34 59 0,27-47 0,10-21 0,-1-1 0,-18 23 0,28-38 0,-1 1 0,1-1 0,-1 1 0,1-1 0,0 1 0,-1 6 0,5-6 0,6-4 0,-3-2-498,0 1 0,-1-1 0,1 0 0,0 0 0,-1-1 0,1 1 0,-1-1 0,1 0-1,-1 0 1,0 0 0,0-1 0,0 1 0,0-1 0,3-4 0,-2 3-271,0 0-1,-1-1 1,0 0 0,0 0-1,0 0 1,0 0-1,-1-1 1,0 0 0,0 1-1,2-8 1,12-30-4300,9-28 423,9-15 1573,-24 55 2753,-8 26 642,-1-1 0,0 0 0,0 0 0,-1 0-1,0 0 1,0 0 0,1-9 0,-2 12 49,1 0-1,0 0 1,0 0-1,0 0 1,1 0-1,-1 0 1,1 0-1,-1 0 1,1 1 0,0-1-1,0 1 1,0-1-1,4-3 1,-5 6-298,-1 0-1,0 0 1,0-1 0,0 1 0,1 0 0,-1 0 0,0-1 0,0 1-1,0 0 1,0-1 0,0 1 0,0 0 0,1-1 0,-1 1-1,0 0 1,0-1 0,0 1 0,0 0 0,0-1 0,0 1-1,0 0 1,0-1 0,-1 1 0,1 0 0,0-1 0,0 1-1,0-1 1,0 1 19,0 0-1,-1-1 0,1 1 1,0 0-1,0-1 1,0 1-1,0 0 0,0-1 1,0 1-1,0 0 1,0-1-1,0 1 0,0 0 1,0-1-1,0 1 0,0 0 1,0-1-1,0 1 1,1 0-1,-1 0 0,0-1 1,0 1-1,0 0 1,0-1-1,1 1 0,-1 0 1,0-1-1,41-24 7857,-36 22-7311,1 1-1,-1-1 1,1 1-1,-1 0 1,1 1-1,0-1 1,0 1-1,10-1 1,54 2-625,-36 1 325,-25-1-324,-1 0 0,1 1 0,0 0 1,-1 0-1,1 1 0,0 1 0,-1-1 0,10 5 0,-18-7-4,1 1 0,0-1 0,0 1 0,-1-1 0,1 1 0,0 0-1,0-1 1,-1 1 0,1 0 0,-1-1 0,1 1 0,0 0-1,-1 0 1,0-1 0,1 1 0,-1 0 0,1 0 0,-1 0-1,0 0 1,0 0 0,1 0 0,-1-1 0,0 1 0,0 0-1,0 0 1,0 2 0,-1-1 14,1 0 0,-1-1 0,0 1 0,0 0-1,0 0 1,0 0 0,0-1 0,0 1 0,0 0 0,0-1 0,-3 3 0,-2 2 27,-1-1 0,1 0 0,-1 0 0,0 0 0,-9 4 0,-16 6 50,-33 15-8,-19 8-73,44-21-15,28-11-5,-2 0 0,-24 6 0,30-9-796,23-5-7648,-5-3 6247,0 0-1,1 1 1,-1-1 0,16-2 0,13-6-3088,-15 3 2110</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5.125"/>
    </inkml:context>
    <inkml:brush xml:id="br0">
      <inkml:brushProperty name="width" value="0.035" units="cm"/>
      <inkml:brushProperty name="height" value="0.035" units="cm"/>
    </inkml:brush>
  </inkml:definitions>
  <inkml:trace contextRef="#ctx0" brushRef="#br0">331 11 1688,'16'-6'5986,"-15"6"-4423,-11-5 7216,-21 10-1048,-12 2-2312,23-4-4381,3-1-747,12-2-261,1 1 1,0-1-1,0 1 0,-1 0 0,1 0 0,0 0 1,0 0-1,-5 3 0,6-2-30,0-1 0,0 0 0,0 0 0,0 0 0,0 0 0,-6 1 0,6-2 0,1 0 0,-1 1 0,0 0 0,1-1 0,-1 1 0,1 0 0,-1 0 0,1 1 0,-1-1 0,1 0 0,-4 4 0,-21 13 0,22-16 0,1 0 0,0 0 0,1 1 0,-1 0 0,0-1 0,1 1 0,-4 4 0,-14 13 0,18-18 0,0 1 0,-1 0 0,1 0 0,0 0 0,-3 6 0,3-6 0,1 1 0,0-1 0,0 1 0,0 0 0,1 0 0,-1 0 0,1-1 0,0 2 0,0-1 0,1 0 0,-1 0 0,1 0 0,0 0 0,0 8 0,0-10 0,0-2 0,0 0 0,0 1 0,0-1 0,0 0 0,0 1 0,1-1 0,-1 1 0,0-1 0,0 0 0,0 1 0,0-1 0,0 0 0,1 0 0,-1 1 0,0-1 0,0 0 0,0 1 0,1-1 0,-1 0 0,0 0 0,1 1 0,-1-1 0,0 0 0,0 0 0,1 0 0,-1 0 0,0 1 0,1-1 0,-1 0 0,0 0 0,1 0 0,-1 0 0,1 0 0,9 6 0,-6-3 0,-3-2 0,0 0 0,0-1 0,0 0 0,0 1 0,0-1 0,0 0 0,1 1 0,-1-1 0,0 0 0,0 0 0,0 0 0,1 0 0,-1 0 0,0 0 0,0-1 0,2 1 0,6 0 0,7-2 0,0 0 0,0-1 0,-1-1 0,30-10 0,-20 6 0,-3 0 0,35-19 0,-17 7 0,-1-5 0,-30 19 0,-1 0 0,1 0 0,11-5 0,17-10 0,-32 19 0,-11 10 0,-11 7 0,13-11 0,0-1 0,0 0 0,0 1 0,0 0 0,0 0 0,-3 6 0,-14 14 0,19-22-365,1-1 0,-1 2-1,0-1 1,1 0 0,-1 0 0,1 0 0,0 1-1,0-1 1,0 1 0,0-1 0,0 1-1,1-1 1,-1 1 0,1 0 0,-1-1 0,1 1-1,0-1 1,0 1 0,1 4 0,6-10-6014,15-3 2116,-16 5 2812,30-10-5911,-12 6 3362</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5.793"/>
    </inkml:context>
    <inkml:brush xml:id="br0">
      <inkml:brushProperty name="width" value="0.035" units="cm"/>
      <inkml:brushProperty name="height" value="0.035" units="cm"/>
    </inkml:brush>
  </inkml:definitions>
  <inkml:trace contextRef="#ctx0" brushRef="#br0">652 196 2144,'0'0'2320,"-10"-7"2955,4 5-4102,-1 0 0,0 0 0,1 0 0,-1 1 0,-12-1 0,-4-1 1171,12 1-198,0 1 0,-1 0 0,-19 2-1,21 0-1047,-1-1 0,1 0-1,-19-3 1,15 1-986,-1 0 1,0 2-1,0 0 1,-29 4-1,-16 0-2,47-3-110,1 0 0,-1 1 0,-19 6 0,-21 3 0,42-10 0,0 2 0,0-1 0,0 2 0,0-1 0,1 1 0,-1 1 0,1 0 0,0 1 0,1 0 0,-1 0 0,-12 12 0,20-17 0,0 0 0,1 1 0,0-1 0,-1 0 0,1 1 0,0-1 0,0 1 0,0 0 0,0-1 0,0 1 0,0 0 0,0 0 0,1-1 0,-1 1 0,1 0 0,-1 0 0,1 0 0,0 0 0,-1 0 0,1 0 0,0 0 0,0 0 0,1 3 0,-1 0 0,1-3 0,-1-1 0,0 1 0,1 0 0,0-1 0,-1 1 0,1-1 0,0 1 0,0-1 0,0 1 0,0-1 0,0 0 0,0 1 0,1-1 0,-1 0 0,0 0 0,1 0 0,-1 0 0,1 0 0,-1 0 0,1 0 0,-1 0 0,3 0 0,4 3 0,-1-1 0,1 0 0,13 2 0,-7-2 0,0-1 0,1 0 0,-1-1 0,0 0 0,1-2 0,19-2 0,-8 0 0,-19 2 0,1 1 0,-1-2 0,1 1 0,-1-1 0,1 0 0,-1 0 0,0-1 0,0 0 0,7-5 0,10-3 0,-19 9 0,0 0 0,0 0 0,0 0 0,9-7 0,-2-2 0,-1-1 0,0 0 0,13-20 0,-4 7 0,-16 19 0,0 0 0,0-1 0,-1 0 0,0 1 0,0-1 0,-1 0 0,3-10 0,12-28 0,-2 2 0,-6 15 0,-7 10 0,-2 3 0,-28 53 0,13-12 0,11-21 0,1-1 0,1 1 0,-1-1 0,1 1 0,-4 7 0,5-9 0,0-1 0,0 0 0,-1 1 0,1-1 0,-1 0 0,1 1 0,-5 3 0,4-5 0,0 1 0,1 0 0,-1 1 0,0-1 0,1 0 0,-1 0 0,1 1 0,0-1 0,-1 4 0,-2 6 0,1-1 0,-1 0 0,-1 0 0,0 0 0,-1 0 0,0-1 0,-8 11 0,-4 13 0,3-4 0,13-26-78,-1-1-1,1 1 1,0 1 0,1-1 0,-1 0-1,1 0 1,0 0 0,0 1 0,0-1-1,0 1 1,1-1 0,0 6-1,0-9-127,0 0 0,0 0-1,1 0 1,-1 0-1,0-1 1,1 1-1,-1 0 1,1 0-1,-1-1 1,1 1 0,0 0-1,-1-1 1,1 1-1,0 0 1,-1-1-1,1 1 1,0-1-1,-1 1 1,1-1 0,0 1-1,0-1 1,0 0-1,0 1 1,-1-1-1,1 0 1,0 0-1,0 0 1,0 0-1,0 0 1,0 0 0,1 0-1,36 1-4682,-29-1 3032,15-1-1463,-1-1-1,1-1 1,23-7 0,-43 9 2906,22-4-2848</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6.492"/>
    </inkml:context>
    <inkml:brush xml:id="br0">
      <inkml:brushProperty name="width" value="0.035" units="cm"/>
      <inkml:brushProperty name="height" value="0.035" units="cm"/>
    </inkml:brush>
  </inkml:definitions>
  <inkml:trace contextRef="#ctx0" brushRef="#br0">375 277 408,'3'-1'603,"0"1"-1,0-1 1,0 0 0,0 1-1,-1-1 1,1-1 0,0 1-1,-1 0 1,1-1 0,0 1-1,-1-1 1,0 0 0,3-2-1,6-4 1486,-12 7-1467,1-1-1,-1 0 1,0 1-1,0-1 1,0 0 0,0 1-1,0-1 1,-1 1 0,1 0-1,0-1 1,-3-1-1,2 1 811,0 1-1075,0 0 1,1 0-1,-1 0 0,0 0 1,1 0-1,-1 0 0,0 1 1,0-1-1,0 1 1,0-1-1,0 1 0,-2 0 1,-21-7 4107,20 4-4201,0 1 0,1 0 0,-1 0 0,0 1 0,-1-1 0,1 1 0,-10-1 0,-40 0 1444,47 2-1659,-7 1-48,-1 1 0,0 0 0,1 1 0,-18 6 0,22-7 0,0 2 0,0-1 0,1 2 0,0-1 0,0 1 0,0 1 0,0 0 0,1 0 0,0 1 0,0 0 0,-12 13 0,19-16 0,0 0 0,-1 0 0,1 0 0,1 0 0,-1 0 0,1 0 0,-1 1 0,1-1 0,0 0 0,0 6 0,1-7 0,-1 1 0,1-1 0,0 0 0,0 0 0,0 0 0,1 1 0,-1-1 0,1 0 0,0 0 0,0 0 0,0 0 0,0 0 0,0 0 0,1 0 0,1 3 0,3 1 0,-5-5 0,0-1 0,0 1 0,0-1 0,1 1 0,-1-1 0,0 1 0,1-1 0,-1 0 0,1 0 0,-1 0 0,1 0 0,0 0 0,0 0 0,-1 0 0,1-1 0,2 2 0,8 2 0,-9-3 0,0 0 0,1 0 0,-1 0 0,1-1 0,-1 1 0,0-1 0,7 1 0,-9-1 0,61-3 0,-56 2 0,1 0 0,-1 0 0,0 0 0,0-1 0,0 0 0,0 0 0,10-6 0,9-4 0,-21 10 0,0 1 0,0-1 0,0 0 0,0 0 0,-1 0 0,1 0 0,-1-1 0,1 1 0,5-7 0,10-12 0,5-6 0,-7 7 0,-15 17 0,1 1 0,-1-1 0,0 1 0,0-1 0,0 0 0,0 0 0,1-3 0,7-15 0,22-34 0,-26 45 0,-1 1 0,-1-1 0,7-19 0,8-15 0,-16 37 0,0 0 0,-1 1 0,1-1 0,-1 0 0,-1 0 0,1 0 0,-1 0 0,-1 0 0,1-1 0,-1 1 0,-1-9 0,1 16 0,0 0 0,0 0 0,0 0 0,0 0 0,0-1 0,0 1 0,0 0 0,0 0 0,0 0 0,0 0 0,0-1 0,0 1 0,0 0 0,0 0 0,0 0 0,0 0 0,0-1 0,0 1 0,0 0 0,0 0 0,0 0 0,-1 0 0,1 0 0,0 0 0,0-1 0,0 1 0,0 0 0,0 0 0,0 0 0,0 0 0,-1 0 0,1 0 0,0 0 0,0 0 0,0 0 0,0 0 0,-1 0 0,1-1 0,0 1 0,0 0 0,0 0 0,0 0 0,-1 0 0,1 0 0,0 0 0,0 0 0,0 0 0,0 1 0,0-1 0,-1 0 0,1 0 0,0 0 0,0 0 0,0 0 0,0 0 0,-1 0 0,1 0 0,0 0 0,0 0 0,0 0 0,0 1 0,0-1 0,-10 8 0,9-7 0,-59 43 0,57-42 0,0 1 0,0 0 0,0-1 0,1 1 0,-1 0 0,1 1 0,-4 4 0,-15 17 0,13-17 0,0 1 0,0-1 0,1 1 0,0 0 0,-10 18 0,-28 61 0,16-29 0,-5 19 0,26-58 0,8-19 0,-1 1 0,1-1 0,0 1 0,-1-1 0,1 0 0,0 1 0,0-1 0,0 1 0,0-1 0,0 1 0,0-1 0,0 1 0,1-1 0,-1 0 0,0 1 0,1-1 0,-1 0 0,1 1 0,0-1 0,-1 0 0,1 1 0,0-1 0,0 0 0,0 0 0,0 0 0,0 0 0,1 2 0,1-1 0,-1-1 0,0 1 0,1-1 0,-1 1 0,1-1 0,-1 0 0,1 0 0,0 0 0,-1 0 0,1 0 0,0-1 0,0 1 0,0-1 0,3 0 0,47-2-2702,-28-2-2404,0 0 0,-1-1 0,48-18 0,-11-4-18,-36 16 1375</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6.802"/>
    </inkml:context>
    <inkml:brush xml:id="br0">
      <inkml:brushProperty name="width" value="0.035" units="cm"/>
      <inkml:brushProperty name="height" value="0.035" units="cm"/>
    </inkml:brush>
  </inkml:definitions>
  <inkml:trace contextRef="#ctx0" brushRef="#br0">200 7 2024,'0'-1'150,"1"1"0,-1 0-1,0-1 1,0 1 0,0 0-1,0 0 1,0-1 0,0 1-1,0 0 1,0 0 0,0 0-1,1-1 1,-1 1 0,0 0-1,0 0 1,0 0 0,0-1-1,1 1 1,-1 0 0,0 0-1,0 0 1,1 0 0,-1-1-1,0 1 1,0 0 0,0 0-1,1 0 1,-1 0 0,1 0-1,-8 0 7809,-1 2-5339,0 0 0,0 0-1,1 1 1,-1 0-1,-14 8 1,21-10-2493,0 1 0,0 0-1,0-1 1,0 1 0,0 0 0,0 0 0,1 0 0,-1-1 0,1 1-1,-1 0 1,1 0 0,-1 0 0,1 2 0,-7 23 695,-12-6-821,16-18 0,1-1 0,-1 0 0,1 1 0,-1 0 0,1 0 0,0 0 0,-3 5 0,2-2 0,0-1 0,-1 1 0,1-1 0,-1 1 0,-8 6 0,-11 17 0,22-27-25,0-1-1,0 1 1,0-1-1,0 0 1,-1 0-1,1 0 1,0 1 0,-1-1-1,1-1 1,-1 1-1,1 0 1,-1 0 0,1 0-1,-1-1 1,0 1-1,-2 0 1,4-1-48,0 0 0,0 0 0,0 0 0,0 0 0,0-1 0,0 1 0,-1 0 0,1 0 0,0 0 0,0 0 0,0 0 0,0 0 1,0 0-1,0 0 0,0 0 0,0 0 0,0 0 0,0 0 0,0 0 0,0-1 0,-1 1 0,1 0 0,0 0 0,0 0 0,0 0 0,0 0 0,0 0 0,0 0 0,0 0 0,0-1 0,0 1 0,0 0 0,0 0 1,0 0-1,0 0 0,0 0 0,0 0 0,0 0 0,0-1 0,0 1 0,0 0 0,1 0 0,-1 0 0,0 0 0,0 0 0,0 0 0,0 0 0,0 0 0,0 0 0,0 0 0,0-1 0,0 1 0,0 0 0,0 0 1,0 0-1,1 0 0,-1 0 0,0 0 0,0 0 0,0 0 0,0 0 0,0 0 0,0 0 0,0 0 0,0 0 0,1 0 0,5-6-2697,-5 6 2686,4-4-2211,1-1 0,-1 1 0,0-1 0,0 0 0,0 0 0,4-7 0,-6 8 1081,6-6-3019</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7.004"/>
    </inkml:context>
    <inkml:brush xml:id="br0">
      <inkml:brushProperty name="width" value="0.035" units="cm"/>
      <inkml:brushProperty name="height" value="0.035" units="cm"/>
    </inkml:brush>
  </inkml:definitions>
  <inkml:trace contextRef="#ctx0" brushRef="#br0">1 5 1848,'0'-4'10057,"0"6"-10186,-1 15 1089,4-9-8787,4-4 4870</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8.129"/>
    </inkml:context>
    <inkml:brush xml:id="br0">
      <inkml:brushProperty name="width" value="0.035" units="cm"/>
      <inkml:brushProperty name="height" value="0.035" units="cm"/>
    </inkml:brush>
  </inkml:definitions>
  <inkml:trace contextRef="#ctx0" brushRef="#br0">175 72 976,'0'10'1932,"0"-8"-1476,0 1 1,1-1-1,-1 0 1,0 1-1,-1-1 1,1 1 0,0-1-1,-1 1 1,1-1-1,-1 0 1,0 1-1,1-1 1,-1 0 0,-1 0-1,1 0 1,0 0-1,0 1 1,-1-2-1,1 1 1,-1 0 0,-2 2-1,-39 44 5100,33-37-4099,-1 0 0,-14 12 0,2-2 427,7-4-1003,-10 8 5,25-25-872,1 0 1,0 0-1,0 0 1,0 1-1,-1-1 0,1 0 1,0 0-1,0 0 1,0 1-1,0-1 1,0 0-1,-1 1 1,1-1-1,0 0 1,0 0-1,0 1 1,0-1-1,0 0 1,0 0-1,0 1 0,0-1 1,0 0-1,0 1 1,0-1-1,0 0 1,0 0-1,0 1 1,1-1-1,-1 0 1,0 1-1,0-1 1,0 0-1,0 0 1,0 1-1,1-1 1,-1 0-1,0 0 0,0 0 1,0 1-1,1-1 1,-1 0-1,0 0 1,0 0-1,1 0 1,-1 0-1,0 1 1,0-1-1,1 0 1,-1 0-1,0 0 1,0 0-1,1 0 0,-1 0 1,0 0-1,1 0 1,-1 0-1,0 0 1,0 0-1,1 0 1,-1 0-1,0 0 1,1 0-1,-1 0 1,0 0-1,1-1 1,50-15 537,79-37 0,61-51 821,-148 78-922,-29 16-298,-13 10-130,-1-1 1,1 0-1,0 1 1,-1-1-1,1 1 1,0-1-1,-1 1 1,1-1-1,0 1 1,0 0-1,0-1 0,0 1 1,-1 0-1,1 0 1,1-1-1,7 18 312,-10-12-294,0-1 0,0 0-1,0 1 1,-1-1 0,1 0 0,-1 0-1,0 0 1,0 0 0,-6 6 0,-7 17 143,13-20-136,0-1 0,1 1 0,0 0 0,0-1 0,1 1 0,0 12 0,0-18-46,0 0 3,1 1 0,-1-1 0,1 0 0,0 0 1,-1 0-1,1 0 0,0 0 0,0 0 1,0 0-1,0 0 0,0 0 0,0 0 1,0 0-1,0 0 0,0-1 0,0 1 1,0 0-1,1-1 0,-1 1 0,0-1 0,0 1 1,1-1-1,1 0 0,34 7 199,-27-7-188,0-1 0,1-1 1,-1 1-1,0-2 0,-1 1 0,1-1 1,14-7-1,4-4 35,31-20 0,-56 31-51,1 1 0,-1-1 0,1 1 0,-1-1 0,0 0 0,0-1 0,-1 1 0,1 0 0,-1-1 0,1 1 0,-1-1 0,0 0 0,-1 0 0,1 0 0,-1 0 0,1 0 0,0-4 0,9-17 0,-9 23 0,0 0 0,-1-1 0,0 1 0,1-1 0,-1 0 0,0 1 0,0-1 0,-1 0 0,1 1 0,0-1 0,-1-3 0,9-38 0,-9 42 0,1 2 0,-1-1 0,0 1 0,0-1 0,0 0 0,1 1 0,-1-1 0,0 0 0,0 1 0,0-1 0,0 0 0,0 1 0,-1-1 0,1 0 0,0 1 0,0-1 0,0 1 0,0-1 0,-1 0 0,1 1 0,0-1 0,-1 1 0,0-2 0,1 2 0,0-1 0,0 1 0,0 0 0,0-1 0,-1 1 0,1 0 0,0-1 0,-1 1 0,1 0 0,0-1 0,0 1 0,-1 0 0,1-1 0,-1 1 0,1 0 0,0 0 0,-1 0 0,1-1 0,0 1 0,-1 0 0,1 0 0,-1 0 0,1 0 0,-1 0 0,1 0 0,-1 0 0,1 0 0,0 0 0,-1 0 0,1 0 0,-1 0 0,1 0 0,-1 0 0,1 0 0,0 0 0,-1 0 0,1 0 0,-1 1 0,1-1 0,0 0 0,-1 1 0,-7 2 0,1 1 0,0-1 0,0 1 0,1 1 0,-7 5 0,-7 4 0,17-12 0,1 0 0,0-1 0,0 1 0,1 0 0,-1 0 0,0 0 0,1 1 0,-1-1 0,-1 4 0,1-2 0,0-1 0,1-1 0,-1 1 0,-1 0 0,1 0 0,-4 3 0,2-3 0,-1 1 0,1-1 0,0 1 0,0 0 0,1 0 0,-1 1 0,1-1 0,0 1 0,-4 7 0,-1 7 0,6-17 0,1 1 0,0-1 0,0 0 0,0 1 0,0 0 0,0-1 0,0 1 0,1-1 0,-1 1 0,1 3 0,0-5 0,0 0 0,0 0 0,0 0 0,1 0 0,-1 0 0,1 0 0,-1 0 0,1 0 0,-1 0 0,1 0 0,-1 0 0,1 0 0,0-1 0,-1 1 0,1 0 0,0 0 0,0-1 0,0 1 0,-1 0 0,1-1 0,0 1 0,0-1 0,0 1 0,0-1 0,0 1 0,0-1 0,0 0 0,0 0 0,0 1 0,0-1 0,1 0 0,-1 0 0,0 0 0,0 0 0,0 0 0,2-1 0,7 1 0,-1-1 0,1 0 0,10-3 0,-1-1 0,-1-1 0,34-16 0,14-5 0,-52 18 0,-14 7 0,-7 9 0,5-4 0,-1 0 0,0-1 0,0 1 0,-1-1 0,1 0 0,0 0 0,-5 2 0,4-2 0,1 0 0,-1 0 0,1 0 0,0 1 0,-1-1 0,1 1 0,-3 3 0,4-3 0,-1 0 0,1-1 0,0 0 0,0 1 0,0 0 0,0-1 0,1 1 0,-1 0 0,1 0 0,-1 0 0,1 0 0,0 0 0,0 0 0,0 1 0,1-1 0,-1 0 0,1 0 0,0 4 0,0-1 0,1 1 0,0-1 0,0 0 0,0 0 0,4 8 0,-3-8 0,-1 0 0,1-1 0,-1 1 0,0 0 0,0 8 0,0-9 0,-1 1 0,1 0 0,0-1 0,1 1 0,2 7 0,-2-8 0,0 0 0,-1 1 0,0-1 0,0 1 0,1 7 0,2 16 0,-3-26 0,0 0 0,0 0 0,0 1 0,-1-1 0,0 0 0,1 0 0,-1 1 0,0-1 0,-1 0 0,0 7 0,-25 81 0,24-86 0,0 0 0,0 0 0,0 0 0,-1 0 0,1-1 0,-1 1 0,-4 4 0,-5 9 0,-18 19 0,9-15 0,9-8 0,-2-1 0,1 0 0,-25 16 0,-5 4 0,-69 61 0,70-58 0,30-25 0,1-1 0,-21 14 0,21-9 0,4-14 0,6-1 0,0-1 0,0 1 0,0-1 0,0 1 0,0-1 0,0 0 0,0 0 0,0 1 0,1-1 0,-1 0 0,0 0 0,0 0 0,1 0 0,-1 0 0,1 0 0,-1 0 0,0 0 0,0-2 0,0-2 0,0-1 0,0 1 0,1-1 0,-1 0 0,1 1 0,1-1 0,0-7 0,0-4 0,-1 4 0,0 0 0,1 0 0,3-15 0,-2 22 0,-1 0 0,2 0 0,-1 1 0,0-1 0,1 0 0,0 1 0,1 0 0,6-8 0,3-4 0,0 1 0,2 1 0,0 0 0,1 1 0,0 0 0,1 2 0,34-20 0,-2 10 0,1 2 0,1 3 0,54-12 0,-46 13 0,89-17 0,-18 6 0,-96 22 0,-27 5 0,0 0 0,0-1 0,-1 0 0,1-1 0,-1 1 0,1-1 0,-1-1 0,9-3 0,1-3-1711,-1-1-4884,-17 6 3320,-9-1 1146,-15-10-9362,17 14 7158</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4:59.769"/>
    </inkml:context>
    <inkml:brush xml:id="br0">
      <inkml:brushProperty name="width" value="0.035" units="cm"/>
      <inkml:brushProperty name="height" value="0.035" units="cm"/>
    </inkml:brush>
  </inkml:definitions>
  <inkml:trace contextRef="#ctx0" brushRef="#br0">70 0 776,'0'0'1386,"28"5"6218,-26-4-7677,-1-1 223,-1 1 0,0-1 1,1 0-1,-1 0 1,0 0-1,0 0 0,1 1 1,-1-1-1,0 0 1,0 0-1,1 0 0,-1 1 1,0-1-1,0 0 0,0 1 1,0-1-1,1 0 1,-1 0-1,0 1 0,0-1 1,0 0-1,0 1 1,0-1-1,0 0 0,0 1 1,0-1-1,0 0 1,0 1-1,0-1 0,0 0 1,0 1-1,0-1 0,0 0 1,0 1 794,-2 15 8259,-32-5-2412,25-11-5781,5 0-1002,8 0-9,-3-3 0,-1 6 0,0 3 0,-1-1 0,-6 1 0,0-1 0,3 1 0,5-5 0,-7 4 0,6-5 0,-2 3 0,2-4 0,1 1 0,-1 0 0,0-1 0,0 1 0,0 0 0,0-1 0,0 1 0,1 0 0,-1-1 0,0 1 0,0 0 0,1 0 0,-1-1 0,0 1 0,0 0 0,1 0 0,-1-1 0,0 1 0,1 0 0,-1 0 0,0 0 0,1 0 0,-1-1 0,0 1 0,1 0 0,-1 0 0,0 0 0,1 0 0,0 0 0,0 0 0,-1 0 0,1-1 0,0 1 0,0 0 0,0 0 0,0-1 0,0 1 0,-1-1 0,1 1 0,0-1 0,0 1 0,-1-1 0,1 1 0,0-1 0,-1 0 0,1 1 0,0-1 0,-1 0 0,1 0 0,-1 0 0,0 1 0,1-1 0,-1 0 0,1 0 0,-1 0 0,0 0 0,0 0 0,0 1 0,1-1 0,-1 0 0,0 0 0,0 0 0,0 0 0,-1-1 0,0-2 0,-2 5 0,1 0 0,0 0 0,-1 0 0,1 0 0,0 0 0,-1 0 0,1 1 0,0-1 0,0 1 0,0-1 0,0 1 0,0 0 0,-1 2 0,3-4 0,0-1 0,0 5 0,0 1 0,-10 2 0,9-6 0,-1 0 0,1 1 0,0-1 0,-1 0 0,1 0 0,0 0 0,0 1 0,0-1 0,0 1 0,0-1 0,1 0 0,-1 1 0,0 0 0,1-1 0,-1 1 0,1-1 0,-1 1 0,1 0 0,0-1 0,-1 1 0,1 0 0,0 0 0,1 2 0,-1-3 0,0 0 0,1-1 0,-1 1 0,0 0 0,1-1 0,-1 1 0,1-1 0,-1 1 0,0-1 0,1 1 0,0-1 0,-1 1 0,1-1 0,-1 1 0,1-1 0,0 0 0,-1 1 0,1-1 0,-1 0 0,1 1 0,0-1 0,0 0 0,-1 0 0,1 0 0,0 0 0,-1 0 0,1 0 0,1 0 0,1 0 0,-1 0 0,1 0 0,0 0 0,-1-1 0,1 1 0,0-1 0,-1 0 0,1 0 0,-1 0 0,1 0 0,-1 0 0,0 0 0,1-1 0,3-3 0,4-1 0,-9 5 0,1 0 0,-1 0 0,0 0 0,0 0 0,0 0 0,0 0 0,0 0 0,0 0 0,0 0 0,0 0 0,-1-1 0,1 1 0,0 0 0,-1-1 0,1 1 0,-1 0 0,1-2 0,1-30 0,-3 17 0,0 12 0,1 4 1,-1 0 0,1 0 0,0 0 0,0 0 0,-1 0 0,1 0 0,0 1 0,-1-1 0,1 0 0,0 0 0,-1 0 0,1 0 0,0 0 0,0 0 0,-1 0 0,1 1 0,0-1 0,0 0 0,-1 0 0,1 0 0,0 1 0,0-1 0,0 0 0,-1 0 0,1 0 0,0 1 0,0-1 0,0 0 0,0 1 0,0-1 0,0 0 0,-1 0 0,1 1 0,0-1 0,1 3-176,-5 4-1851,1-4-1085,1 4-5396</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00.841"/>
    </inkml:context>
    <inkml:brush xml:id="br0">
      <inkml:brushProperty name="width" value="0.035" units="cm"/>
      <inkml:brushProperty name="height" value="0.035" units="cm"/>
    </inkml:brush>
  </inkml:definitions>
  <inkml:trace contextRef="#ctx0" brushRef="#br0">218 222 864,'8'-4'1362,"-7"4"-1251,-1 0 0,1 0 1,-1 0-1,1 0 0,-1-1 0,0 1 0,1 0 0,-1 0 0,1 0 0,-1-1 0,1 1 0,-1 0 0,0 0 0,1-1 0,-1 1 0,0 0 1,1-1-1,-1 1 0,0-1 0,1 1 0,-1 0 0,0-1 0,26-6 4097,-24 7-3907,0 0 0,-1 0 1,1 0-1,-1 0 1,1-1-1,0 1 0,-1-1 1,1 1-1,-1-1 1,1 0-1,-1 1 0,6-6 8192,-34-10 463,26 15-8880,0 1 0,0-1 1,0 0-1,0 0 0,0 0 0,0 0 0,0 0 0,0 0 0,0 0 0,0 0 0,1 0 0,-1 0 0,1-1 0,-1 1 0,1 0 0,-1 0 0,1-2 0,-2-27 1173,2 19-1154,0 9-95,0 1 0,1 0 0,-1 0 0,0 0 0,1-1 0,-1 1 0,1 0 0,-1 0 0,1 0 0,-1 0 0,1 0 0,0 0 0,0 0 0,1-1 0,-2 1 0,1 0 0,0 0 0,0 0 0,0 0 0,-1 0 0,1 0 0,-1 0 0,1-1 0,-1 1 0,1 0 0,-1 0 0,1 0 0,-1-1 0,0 0 0,1 0 0,-1 0 0,0 0 0,1 0 0,0 0 0,-1 0 0,1 0 0,0 1 0,0-1 0,0 0 0,0 1 0,0-1 0,1 1 0,-1-1 0,0 1 0,1-1 0,-1 1 0,3-2 0,27-15 0,-30 17 0,0 1 0,0-1 0,1 1 0,-1-1 0,0 1 0,0-1 0,0 0 0,0 0 0,0 1 0,0-1 0,0 0 0,-1 0 0,2-1 0,0 0 0,0 0 0,0 0 0,0 0 0,0 1 0,0-1 0,0 1 0,0-1 0,1 1 0,-1 0 0,0 0 0,1 0 0,-1 0 0,1 1 0,4-2 0,2 2 0,-8 0 0,0 1 0,0-1 0,0 1 0,0-1 0,0 1 0,0-1 0,0 1 0,0 0 0,0-1 0,0 1 0,0 0 0,0 0 0,-1 0 0,1 0 0,0-1 0,-1 1 0,1 0 0,0 0 0,-1 0 0,1 0 0,-1 1 0,0-1 0,1 0 0,-1 0 0,0 0 0,0 0 0,0 0 0,0 0 0,0 1 0,0 1 0,0 2 0,-1 1 0,0-1 0,-1 1 0,-2 9 0,0-6 0,1 1 0,-2-1 0,1 1 0,-1-1 0,-1 0 0,1-1 0,-2 1 0,1-1 0,-1 0 0,-13 11 0,9-8 0,0 1 0,1 1 0,-11 15 0,-23 32 0,36-47 4,-2-1 0,0 0 0,0 0 1,-14 11-1,11-10-39,0-1 0,-17 25 0,21-24-1725,-1-1 0,-21 21 1,12-17-5060,0-2-6362,10-9 7841</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02.809"/>
    </inkml:context>
    <inkml:brush xml:id="br0">
      <inkml:brushProperty name="width" value="0.035" units="cm"/>
      <inkml:brushProperty name="height" value="0.035" units="cm"/>
    </inkml:brush>
  </inkml:definitions>
  <inkml:trace contextRef="#ctx0" brushRef="#br0">196 0 1832,'-43'16'6308,"12"-5"-3414,11-5-1380,-9 0 754,26-6-1739,-1 1 0,1 0 0,0-1 0,-1 1 0,1 0 0,0 0-1,-1 1 1,-4 2 0,-15 6 6355,22-10-5737,-9 1 1440,9-1-2573,1 0 0,0 0-1,0 0 1,0 0 0,-1 0-1,1 1 1,0-1-1,0 0 1,0 0 0,0 0-1,-1 0 1,1 1-1,0-1 1,0 0 0,0 0-1,0 0 1,0 1-1,0-1 1,0 0 0,0 0-1,0 1 1,0-1 0,0 0-1,0 0 1,0 1-1,0-1 1,0 0 0,0 0-1,0 0 1,0 1-1,0-1 1,0 0 0,0 0-1,0 1 1,0-1 0,0 0-1,0 0 1,0 0-1,1 1 1,-1-1 0,0 0-1,0 0 1,14 11 850,-8-8-640,0 0 1,1 0 0,-1 0-1,12 2 1,85 11-225,195 4 0,-195-16 0,685 11 0,-495-10 0,260 19 0,-436-16 0,49-3 0,24-2 0,-1 0 0,-17 0 0,57 6 0,13 2 0,-84-7 0,119 3 0,209 13 0,29-13 0,-386-8 0,146 7 0,-83-1 0,25 1 0,122 5 0,114-6 0,-229 0 0,3 1 0,-96-7 0,240 6 0,-128 1 0,96-1 0,-89 1 0,165-3 0,-20-1 0,-178-4 0,-71 0 0,124-4 0,136 1 0,-135-1 0,-263 5 0,-14-1 0,0 0 0,-1 0 0,1 1 0,-12-2 0,5 3-1388,1-1-1,0 0 1,-1-1-1,1-1 1,0 0-1,-20-7 1,21 6-1270,0 1 1,0 1 0,-14-2 0,-4-1-3055,-4 0-67</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04.937"/>
    </inkml:context>
    <inkml:brush xml:id="br0">
      <inkml:brushProperty name="width" value="0.035" units="cm"/>
      <inkml:brushProperty name="height" value="0.035" units="cm"/>
    </inkml:brush>
  </inkml:definitions>
  <inkml:trace contextRef="#ctx0" brushRef="#br0">140 11 72,'0'-10'32695,"0"11"-32695,0 1 0,-1-1 0,1 1 0,0-1 0,-1 1 0,1-1 0,-1 1 0,1-1 0,-1 1 0,0-1 0,0 0 0,1 1 0,-1-1 0,0 0 0,0 0 0,0 1 0,-1-1 0,0 1 0,1-1 0,0-1 0,0 1 0,0 0 0,0 0 0,0 0 0,0 0 0,1 0 0,-1 0 0,0 1 0,1-1 0,-1 0 0,1 0 0,-1 0 0,1 1 0,0-1 0,-1 0 0,1 2 0,-1 4 0,-1 0 0,0-1 0,0 1 0,0-1 0,-1 1 0,0-1 0,0 0 0,0 0 0,-8 8 0,8-9 0,-3 4 0,1 0 0,0 0 0,-6 17 0,9-22 0,0 0 0,0-1 0,0 1 0,0 0 0,-6 6 0,-9 16 0,10-15 0,6-9 0,0 0 0,0 0 0,0 0 0,0-1 0,0 1 0,0 0 0,0 0 0,1 1 0,-1-1 0,1 0 0,0 0 0,-1 0 0,1 0 0,0 0 0,0 0 0,1 4 0,-1-6 0,0 0 0,0 1 0,0-1 0,1 0 0,-1 0 0,0 1 0,0-1 0,0 0 0,1 0 0,-1 1 0,0-1 0,0 0 0,0 0 0,1 0 0,-1 1 0,0-1 0,0 0 0,1 0 0,-1 0 0,0 0 0,1 0 0,-1 0 0,0 0 0,0 1 0,1-1 0,-1 0 0,0 0 0,1 0 0,-1 0 0,0 0 0,1 0 0,-1 0 0,0 0 0,0-1 0,1 1 0,-1 0 0,0 0 0,1 0 0,-1 0 0,0 0 0,15-5 0,-14 5 0,62-22 0,98-48 0,-119 48 0,54-42 0,-14 9 0,-76 51 0,0 0 0,0 0 0,0 1 0,0 0 0,0 0 0,1 1 0,-1 0 0,1 0 0,0 0 0,-1 1 0,1 0 0,11 0 0,-15 1 0,-1 0 0,0 0 0,1 0 0,-1 1 0,0-1 0,1 1 0,-1-1 0,0 1 0,1 0 0,-1 0 0,0 0 0,0 0 0,0 0 0,4 3 0,0 0 0,-2 0 0,0 0 0,0 0 0,0 0 0,0 1 0,-1-1 0,4 7 0,6 7 0,-11-14 0,0-1 0,-1 1 0,1-1 0,-1 1 0,0 0 0,0-1 0,0 1 0,1 6 0,1 6 0,6 32 0,-8-38 0,1 1 0,-2-1 0,1 0 0,-3 19 0,1-1 0,1-25-13,1 0 1,-1 0-1,1 0 0,0 0 1,0 0-1,0 0 1,0-1-1,0 1 0,1 0 1,-1-1-1,1 1 0,0-1 1,-1 1-1,1-1 1,0 0-1,4 3 0,-4-5-531,0 0-1,0 0 0,0 0 0,0 0 1,0 0-1,0-1 0,0 1 0,-1-1 0,1 1 1,0-1-1,0 0 0,0 1 0,0-1 1,-1 0-1,3-2 0,0 1-593,48-24-12985,-35 15 8837</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05.415"/>
    </inkml:context>
    <inkml:brush xml:id="br0">
      <inkml:brushProperty name="width" value="0.035" units="cm"/>
      <inkml:brushProperty name="height" value="0.035" units="cm"/>
    </inkml:brush>
  </inkml:definitions>
  <inkml:trace contextRef="#ctx0" brushRef="#br0">1 39 904,'11'-6'21291,"-10"6"-20771,3 0 1908,-3 0-1747,9 0 1689,41 6-206,243-6-1430,-293 0-997,-11-1-3839,1-3 1569,7 3 1896,1 1 0,0-1 1,-1 0-1,1 1 1,0-1-1,-1 0 0,1 0 1,0 0-1,0 0 0,0 0 1,-2-1-1,-3-3-2444,5 5 2717,0-1 1,1 1 0,-1 0 0,1 0-1,-1-1 1,1 1 0,-1-1 0,1 1-1,-1 0 1,1-1 0,0 1 0,-1-1-1,1 1 1,-1-1 0,1 1-1,0-1 1,-1 1 0,1-1 0,0 1-1,0-1 1,0 0 0,-1 1 0,1-2-1,0-3-3974</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05.921"/>
    </inkml:context>
    <inkml:brush xml:id="br0">
      <inkml:brushProperty name="width" value="0.035" units="cm"/>
      <inkml:brushProperty name="height" value="0.035" units="cm"/>
    </inkml:brush>
  </inkml:definitions>
  <inkml:trace contextRef="#ctx0" brushRef="#br0">409 66 1848,'1'-1'259,"1"1"-1,-1 0 1,1-1-1,-1 1 1,1-1-1,-1 0 1,0 1-1,1-1 1,-1 0-1,0 0 1,1 0-1,-1 0 0,0 0 1,0 0-1,0 0 1,0 0-1,0-1 1,0 1-1,0 0 1,1-3-1,6-6 1561,-7 10-1592,0-1-1,-1 1 1,1-1 0,-1 0-1,1 1 1,-1-1 0,1 0 0,-1 1-1,1-1 1,-1 0 0,1 0 0,-1 1-1,0-1 1,0 0 0,1 0 0,-1 0-1,0 1 1,0-1 0,0 0-1,0 0 1,0 0 0,0 0 0,0 1-1,0-2 1,0 1 11,0 1 0,-1-1 0,1 1 0,0-1-1,0 1 1,-1-1 0,1 1 0,0-1 0,-1 1 0,1-1 0,0 1-1,-1-1 1,1 1 0,-1 0 0,1-1 0,0 1 0,-1 0 0,1-1-1,-1 1 1,0 0 0,1-1 0,-1 1 0,1 0 0,-1 0 0,1 0-1,-1 0 1,1 0 0,-1 0 0,0 0 0,1 0 0,-1 0-1,1 0 1,-2 0 0,-8-6 4326,-1 6-3204,4 0-948,0 0 0,0 0-1,0 1 1,1 0 0,-10 2 0,6-1-144,-7 3 172,0 4-226,13-7-170,1-1 1,0 1-1,-1 0 1,1 0-1,0 0 1,0 0-1,1 1 1,-6 4-1,2 1-6,4-6-27,0 0 0,0 0 0,0 0-1,0 0 1,1 0 0,-1 1 0,1-1 0,0 1-1,0-1 1,0 1 0,0-1 0,0 1-1,0 0 1,0 5 0,0-4-11,1 1 0,-1 0 0,0-1 0,-1 1 0,1-1 0,-1 0 0,-3 7 0,3-7 0,0 1 0,0-1 0,0 1 0,1-1 0,0 1 0,0 0 0,-1 7 0,1-5 0,0 0 0,0 0 0,0 0 0,-1 0 0,-3 7 0,-3 14 0,-27 80 0,32-98 0,-1-1 0,0 1 0,-1-1 0,-7 11 0,6-10 0,1-1 0,0 1 0,0 0 0,-3 12 0,-13 27 0,-2 5 0,21-48-300,0-1 0,1 0 0,-1 1 0,1-1 1,0 1-1,1 0 0,-1 9 0,-33-36-19231,14 11 15289,5 4 904</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06.247"/>
    </inkml:context>
    <inkml:brush xml:id="br0">
      <inkml:brushProperty name="width" value="0.035" units="cm"/>
      <inkml:brushProperty name="height" value="0.035" units="cm"/>
    </inkml:brush>
  </inkml:definitions>
  <inkml:trace contextRef="#ctx0" brushRef="#br0">48 28 544,'0'0'2095,"7"-11"6267,-50 5-2582,31 7-4347,16 1 271,24 1-159,104-3 786,-21 0-4755,-111 0 2346,0-1 1,0 1-1,0 0 0,0 0 1,0 0-1,0 0 1,0 0-1,0 0 0,0-1 1,0 1-1,0 0 0,0 0 1,0 0-1,0 0 1,-1 0-1,1-1 0,0 1 1,0 0-1,1 0 0,-1 0 1,0 0-1,0 0 1,0 0-1,0-1 0,0 1 1,0 0-1,0 0 0,0 0 1,0 0-1,0 0 1,0 0-1,0-1 0,0 1 1,0 0-1,1 0 0,-1 0 1,0 0-1,0 0 1,0 0-1,0 0 0,0 0 1,0 0-1,0-1 0,1 1 1,-1 0-1,0 0 1,0 0-1,0 0 0,0 0 1,0 0-1,1 0 1,-1 0-1,0 0 0,0 0 1,0 0-1,0 0 0,0 0 1,1 0-1,-1 0 1,-13-8-8832,11 6 7250,-5 1-1605</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06.735"/>
    </inkml:context>
    <inkml:brush xml:id="br0">
      <inkml:brushProperty name="width" value="0.035" units="cm"/>
      <inkml:brushProperty name="height" value="0.035" units="cm"/>
    </inkml:brush>
  </inkml:definitions>
  <inkml:trace contextRef="#ctx0" brushRef="#br0">35 17 1464,'0'0'6455,"-35"11"13524,35-6-18723,28 1 163,309-6-2411,-292-3-2291,-37 2 1647,0 0 1,-1 0-1,1-1 0,0 0 1,-1 0-1,13-7 1,-20 9 1459,1 0 1,-1 0 0,0 0-1,0-1 1,0 1 0,1 0 0,-1 0-1,0 0 1,0-1 0,0 1 0,0 0-1,0 0 1,0-1 0,1 1 0,-1 0-1,0 0 1,0-1 0,0 1 0,0 0-1,0 0 1,0-1 0,0 1 0,0 0-1,0 0 1,0-1 0,0 1 0,0 0-1,0 0 1,0-1 0,0 1 0,0 0-1,-1 0 1,1-1 0,0 1 0,0 0-1,0 0 1,0-1 0,0 1-1,-1 0 1,1 0 0,0 0 0,0-1-1,-8-5-2872,-1 5 296</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07.115"/>
    </inkml:context>
    <inkml:brush xml:id="br0">
      <inkml:brushProperty name="width" value="0.035" units="cm"/>
      <inkml:brushProperty name="height" value="0.035" units="cm"/>
    </inkml:brush>
  </inkml:definitions>
  <inkml:trace contextRef="#ctx0" brushRef="#br0">71 18 280,'10'-7'6780,"-4"1"-3319,-6 6-3402,0 0 0,0-1-1,0 1 1,0 0 0,0 0-1,0 0 1,0 0 0,0-1 0,0 1-1,0 0 1,0 0 0,0 0 0,0 0-1,-1-1 1,1 1 0,0 0 0,0 0-1,0 0 1,0 0 0,0 0 0,0 0-1,-1-1 1,1 1 0,0 0-1,0 0 1,0 0 0,0 0 0,-1 0-1,1 0 1,0 0 0,0 0 0,0 0-1,0 0 1,-1 0 0,1 0 0,0 0-1,0 0 1,0 0 0,-1 0-1,1 0 1,0 0 0,0 0 0,0 0-1,-1 0 1,0 0 1251,-12 2 4626,0 1 4509,-3 15-8765,15-15-1666,1-1 0,-1 1 1,1-1-1,0 1 0,0 0 0,0-1 1,0 1-1,0-1 0,1 1 0,-1 0 1,1-1-1,0 1 0,1 2 0,2 20 19,-4 111-33,-1-128-27,0 0-1,-1 1 1,0-1-1,0 0 1,-1 0-1,0 0 1,-1-1 0,-5 11-1,-6 12-273,14-27-209,1-1 1,-1 1-1,1 0 1,0 0-1,-1-1 0,1 1 1,0 0-1,1 5 1,0 1-4709,0-30-10424,5 15 12879,-4-4-375</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07.602"/>
    </inkml:context>
    <inkml:brush xml:id="br0">
      <inkml:brushProperty name="width" value="0.035" units="cm"/>
      <inkml:brushProperty name="height" value="0.035" units="cm"/>
    </inkml:brush>
  </inkml:definitions>
  <inkml:trace contextRef="#ctx0" brushRef="#br0">1 10 144,'19'-10'9091,"5"14"11966,-24-3-20534,0 11 1362,0-8-1827,2 2-49,5-1-9,-6-4 0,0-1 0,-1 1 0,1 0 0,0-1 0,0 1 0,-1 0 0,1 0 0,0 0 0,-1 0 0,1-1 0,-1 1 0,1 0 0,-1 0 0,0 0 0,1 0 0,-1 0 0,0 0 0,1 0 0,-1 0 0,0 0 0,0 1 0,0-1 0,0 0 0,0 0 0,0 0 0,-1 0 0,1 0 0,0 0 0,-1 1 0,1 2 0,0 206 0,-1-204 0,1 0 0,-1 0 0,0-1 0,-1 1 0,-2 8 0,2-9 0,0 0 0,1 0 0,-1 1 0,2-1 0,-2 8 0,2-8-308,-1-1 0,1 1 1,-1 0-1,-1 0 0,1-1 0,-1 1 1,1 0-1,-4 4 0,3-5-125,0 0-1,0 1 1,1-1-1,-1 1 1,1-1 0,0 1-1,0-1 1,0 6-1,1-12-406,0 1 0,1-1-1,-1 0 1,0 1 0,1-1 0,-1 1-1,1-1 1,-1 1 0,1-1 0,0 1-1,0-1 1,0 1 0,-1 0 0,1-1-1,1 1 1,-1 0 0,0 0 0,0 0-1,0 0 1,2-1 0,-2 1 684,7-5-4498</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08.435"/>
    </inkml:context>
    <inkml:brush xml:id="br0">
      <inkml:brushProperty name="width" value="0.035" units="cm"/>
      <inkml:brushProperty name="height" value="0.035" units="cm"/>
    </inkml:brush>
  </inkml:definitions>
  <inkml:trace contextRef="#ctx0" brushRef="#br0">0 1 1336,'13'0'28054,"-16"0"-26711,2 0-577,-4 0-89,10 0-86,19 4-591,-15-2 0,150 3 0,-4 1 0,-144-6-17,-4 0-90,0 0 0,-1 0 0,1-1 0,0 0 0,9-2 0,-4 2-1114,-12 2 1094,0-1-1,1 0 1,-1 0-1,1 0 1,-1 0-1,1 0 1,-1 0 0,1 0-1,-1 0 1,1 0-1,-1 0 1,1 0 0,-1 0-1,1 0 1,-1 0-1,1 0 1,-1 0 0,1 0-1,-1-1 1,0 1-1,1 0 1,-1 0-1,1-1 1,-1 1 0,0 0-1,1-1 1,-1 1-1,0 0 1,1-1 0,-1 1-1,1-1 1</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08.894"/>
    </inkml:context>
    <inkml:brush xml:id="br0">
      <inkml:brushProperty name="width" value="0.035" units="cm"/>
      <inkml:brushProperty name="height" value="0.035" units="cm"/>
    </inkml:brush>
  </inkml:definitions>
  <inkml:trace contextRef="#ctx0" brushRef="#br0">139 2 1224,'-16'-1'3368,"9"1"-2415,0 0 1,1 0-1,-1 1 0,0-1 0,-12 4 1,-25 2 2936,34-5-2759,10-1-1023,-1 0 0,1 0-1,-1-1 1,1 1 0,-1 0 0,1 0 0,-1 0 0,1 0 0,-1 0 0,1 0-1,-1 1 1,1-1 0,-1 0 0,1 0 0,-1 0 0,1 0 0,-1 1 0,1-1-1,-1 0 1,1 0 0,-1 1 0,1-1 0,-1 0 0,1 1 0,0-1 0,-1 1 0,1-1-1,0 0 1,-1 1 0,1-1 0,0 1 0,-1-1 0,1 1 0,0-1 0,0 1-1,0-1 1,-1 2 1523,12 8 1999,-3-8-2918,0 0 0,1-1 0,15 1 0,332-2 1548,-207-6-2284,-29 1-2481,-120 5 2175,0 0 219,0-1 1,0 1 0,0 0-1,0 0 1,0 0 0,0 0 0,0 0-1,0 0 1,0 0 0,0-1-1,0 1 1,0 0 0,0 0-1,0 0 1,0 0 0,0 0 0,0 0-1,0-1 1,0 1 0,0 0-1,0 0 1,0 0 0,0 0 0,0 0-1,0 0 1,0 0 0,0-1-1,0 1 1,0 0 0,0 0-1,0 0 1,-1 0-441,1 0 440,0 0 1,0 0 0,0-1 0,0 1-1,0 0 1,0 0 0,-1 0-1,1 0 1,0 0 0,0 0 0,0 0-1,0 0 1,0 0 0,0 0-1,0 0 1,-1 0 0,1 0-1,0 0 1,0 0 0,0 0 0,0 0-1,0 0 1,0 0 0,-1 1-1,-3-3-465,4 2 161,-1 0 1,0 0 0,0 0-1,0 0 1,0 0 0,1-1-1,-1 1 1,0 0 0,0-1-1,1 1 1,-1 0 0,0-1-1,0 1 1,1-1-1,-1 1 1,0-1 0,1 0-1,-1 0 1,-11-7-7431,4 7 4184</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11.959"/>
    </inkml:context>
    <inkml:brush xml:id="br0">
      <inkml:brushProperty name="width" value="0.035" units="cm"/>
      <inkml:brushProperty name="height" value="0.035" units="cm"/>
    </inkml:brush>
  </inkml:definitions>
  <inkml:trace contextRef="#ctx0" brushRef="#br0">382 1 2577,'-6'7'20260,"-2"-2"-15283,-6 3-2499,0 0-26,13-6-2425,0 0-27,-15 9-4,-20 10 4,30-19 0,1 1 0,0 0 0,1 0 0,-10 8 0,10-8 0,-1 1 0,1-1 0,-1 0 0,-9 4 0,-16 12 0,11-4 0,12-10 0,1 0 0,-1 0 0,1 1 0,0-1 0,1 2 0,-1-1 0,1 0 0,-5 10 0,5-5 0,-1 0 0,1 1 0,1 0 0,1 0 0,-1 0 0,2 0 0,-1 0 0,2 1 0,0-1 0,1 20 0,-1-27 0,2 1 0,-1 0 0,1-1 0,-1 1 0,1 0 0,1-1 0,-1 1 0,1-1 0,0 0 0,1 0 0,-1 0 0,1 0 0,0 0 0,0 0 0,0 0 0,1-1 0,-1 0 0,7 6 0,-6-7 0,0 0 0,0-1 0,0 1 0,0-1 0,0 0 0,1 0 0,-1 0 0,1-1 0,-1 1 0,1-1 0,0 0 0,-1 0 0,1-1 0,0 1 0,0-1 0,-1 0 0,7-1 0,12-2 0,-1-1 0,34-10 0,-25 5 0,91-32 0,-99 32 0,-19 7 0,0 0 0,0 0 0,0-1 0,0 1 0,5-6 0,6-3 0,-15 11 0,1-1 0,-1 1 0,1 0 0,0 0 0,-1-1 0,1 1 0,-1-1 0,1 1 0,-1 0 0,1-1 0,-1 1 0,1-1 0,-1 1 0,1-1 0,-1 1 0,1-1 0,-1 0 0,0 1 0,1-1 0,-1 1 0,0-1 0,0 0 0,0 1 0,1-1 0,-1 0 0,0 1 0,0-1 0,0 0 0,0 1 0,0-1 0,0 0 0,0 1 0,0-1 0,0 0 0,-1 1 0,1-1 0,0 0 0,0 1 0,0-1 0,-1 0 0,1 1 0,-1-2 0,0 1 0,-1 0 0,1-1 0,0 1 0,-1 0 0,1 0 0,-1 0 0,0 0 0,1 0 0,-1 0 0,0 1 0,1-1 0,-4 0 0,-16-2 0,0 1 0,-1 1 0,1 0 0,-1 2 0,-24 4 0,-4-1 0,-200 18-7592,232-22 5592,1-1-2775,0 4-4396,8 1 4071</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19.300"/>
    </inkml:context>
    <inkml:brush xml:id="br0">
      <inkml:brushProperty name="width" value="0.035" units="cm"/>
      <inkml:brushProperty name="height" value="0.035" units="cm"/>
    </inkml:brush>
  </inkml:definitions>
  <inkml:trace contextRef="#ctx0" brushRef="#br0">150 1 1600,'-1'0'377,"0"0"0,0 0-1,0 1 1,0-1 0,0 0-1,0 1 1,0-1 0,0 0-1,0 1 1,0-1 0,0 1-1,0 0 1,0-1 0,1 1-1,-1 0 1,0-1 0,-1 2-1,-5 4 783,6-5-349,-9 9 1236,-4-5-701,14-5-1207,-1 0-1,1 0 1,-1 0 0,1 1 0,-1-1 0,1 0 0,-1 0 0,1 0 0,-1 1 0,1-1-1,-1 0 1,1 0 0,-1 1 0,1-1 0,-1 0 0,1 1 0,0-1 0,-1 1-1,1-1 1,0 0 0,-1 1 0,1-1 0,0 1 0,-1-1 0,1 1 0,0-1 0,0 1-1,0-1 1,0 1 0,-1-1 0,1 1 0,0-1 0,0 1 0,0 0 0,0-1 0,0 1-1,0-1 1,0 1 0,1-1 0,-1 1 0,0 0 0,0 0 523,0-1-603,0 0 0,0 0 0,-1 0-1,1 0 1,0 1 0,0-1 0,0 0-1,0 0 1,0 0 0,-1 1 0,1-1-1,0 0 1,0 0 0,0 0 0,0 1-1,0-1 1,0 0 0,0 0 0,0 0 0,0 1-1,0-1 1,0 0 0,0 0 0,0 1-1,0-1 1,0 0 0,0 0 0,0 0-1,0 1 1,0-1 0,0 0 0,1 0-1,-1 0 1,0 1 0,0-1 0,0 0-1,0 0 1,0 0 0,0 0 0,1 1-1,-1-1 1,0 0 0,0 0 0,0 0 0,1 0-1,-1 0 1,0 0 0,0 1 0,8 7 1742,-8-5-1506,0 0 0,0 1 0,0-1 0,-1 0 1,1 0-1,-1 1 0,0-1 0,0 0 0,0 0 0,0 0 1,-3 5-1,-2 5-32,5-10-218,0 0 0,-1 0 0,1 0 0,-1 0 0,0 0 0,0 0 0,0 0 0,-4 4 1,2-3-14,1 1 0,0 0 1,0 0-1,0 1 1,0-1-1,1 1 0,0-1 1,0 1-1,-2 10 1,0 0 63,-14 45 264,10-33-259,7-26 27,0 0 0,1-1 0,-1 1-1,1 0 1,0 0 0,0 0 0,0 0 0,0 0 0,0 0 0,0 0 0,0 0 0,0 0 0,1-1 0,-1 1 0,2 2 0,4-7 38,-3 2-88,1-1-1,-1 0 1,1-1 0,-1 1 0,1 0 0,-1-1-1,0 0 1,4-4 0,-4 3-77,0 0 0,0 0 0,0 1 0,0 0 0,1-1 0,4-2 0,19-20 0,-8 4 0,1 2 0,1 0 0,1 0 0,0 2 0,39-23 0,-56 38 0,0 1 0,1-1 0,0 1 0,-1 0 0,10-2 0,3-1 0,-15 4 0,-1 1 0,1-1 0,-1 1 0,1-1 0,-1 1 0,1 0 0,-1 0 0,1 0 0,0 0 0,-1 0 0,4 1 0,4 0 0,-7-1 0,0 0 0,0 0 0,1 0 0,-1 1 0,0-1 0,0 1 0,0 0 0,0 0 0,0 0 0,0 0 0,0 0 0,0 1 0,0-1 0,0 1 0,-1 0 0,1 0 0,4 4 0,-5-4 0,-1 0 0,0 0 0,0 1 0,0-1 0,0 0 0,0 0 0,0 1 0,-1-1 0,1 1 0,-1-1 0,0 1 0,1-1 0,-1 1 0,0-1 0,0 0 0,-1 1 0,1-1 0,-1 1 0,1-1 0,-1 1 0,0-1 0,1 0 0,-3 4 0,0 11 0,3-16 0,0 1 0,0-1 0,0 0 0,-1 1 0,1-1 0,0 0 0,0 0 0,-1 1 0,1-1 0,-1 0 0,1 0 0,-1 0 0,0 1 0,1-1 0,-2 1 0,-24 47 0,24-47-91,0 1 1,0 0-1,0 0 0,0 1 1,0-1-1,1 0 0,0 1 1,0-1-1,-2 6 0,-5 11-2858,3-6-1697,5-14 4463,0 0 1,1 1-1,-1-1 1,0 0-1,1 0 1,-1 1-1,0-1 1,1 0-1,-1 0 1,1 0-1,-1 0 0,0 0 1,1 1-1,-1-1 1,1 0-1,-1 0 1,0 0-1,1 0 1,-1 0-1,1 0 0,-1 0 1,1 0-1,-1 0 1,0-1-1,1 1 1,-1 0-1,1 0 1,-1 0-1,0 0 1,1-1-1,-1 1 0,0 0 1,1 0-1,-1-1 1,44-11-10648,-27 7 6449</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19.922"/>
    </inkml:context>
    <inkml:brush xml:id="br0">
      <inkml:brushProperty name="width" value="0.035" units="cm"/>
      <inkml:brushProperty name="height" value="0.035" units="cm"/>
    </inkml:brush>
  </inkml:definitions>
  <inkml:trace contextRef="#ctx0" brushRef="#br0">47 44 208,'-4'0'1627,"-14"1"7012,14 4-6022,-11-4 698,9 10 8592,17-8-5554,1-2-8857,15-1 2640,118-5 53,-51 0-210,-6 0-1220,-65 1-609,-2 1-2529,39-10 1,-51 9 858,1 1 0,-1-1 1,16-10-1,-17 9-210</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0.840"/>
    </inkml:context>
    <inkml:brush xml:id="br0">
      <inkml:brushProperty name="width" value="0.035" units="cm"/>
      <inkml:brushProperty name="height" value="0.035" units="cm"/>
    </inkml:brush>
  </inkml:definitions>
  <inkml:trace contextRef="#ctx0" brushRef="#br0">95 26 1512,'8'-3'2938,"-8"3"-2738,1-1 1,-1 1 0,1 0-1,-1 0 1,1 0 0,-1 0-1,1 0 1,-1-1-1,0 1 1,1 0 0,-1 0-1,1-1 1,-1 1 0,0 0-1,1-1 1,-1 1 0,0 0-1,1-1 1,-1 1 0,0 0-1,0-1 1,1 0 0,3 1 2024,16-1 9912,-17 1-11718,126-10 8022,-92 7-8468,-27 2 11,-1 1 1,1 0 0,-1 0-1,19 3 1,-7-1-5,-18-2 26,-1 0 0,1 1 0,0-1 0,-1 1 0,1-1 0,-1 1 0,1 0 0,-1 0 0,1 0 0,-1 0 0,4 2 0,-4-1 1,1-1-3,-1 0 1,-1 0-1,1 1 1,0-1-1,0 1 1,0-1 0,-1 1-1,3 3 1,-3-4-6,-1-1 1,0 1 0,0 0-1,1 0 1,-1 0 0,0 0 0,0-1-1,0 1 1,0 0 0,0 0-1,0 0 1,-1 0 0,1-1 0,0 1-1,0 0 1,0 0 0,-1 0-1,1-1 1,-1 1 0,1 0-1,0 0 1,-1-1 0,1 1 0,-1 0-1,0-1 1,1 1 0,-1-1-1,1 1 1,-1 0 0,-1 0 0,-11 9 10,0-1 0,0 0 0,-1-1 0,0 0 0,-1-1 0,0-1 0,-28 9 0,16-6 0,-27 14 0,43-19-15,1 0 1,-19 5-1,20-7 4,1 0-1,0 1 0,0 0 0,-15 8 0,-2-1 34,24-9 24,11-2-11,1-4-44,1 1 0,-1 0 0,1 0 0,0 2 0,0-1 0,13 0 1,-9 1-48,16-4-51,-6 1 117,40-2 0,-60 7-21,1 0 0,-1 0 0,1 0 0,0 1 0,-1 0 0,1 1 0,-1-1 0,0 1 0,1 0 0,-1 1 1,8 4-1,-13-7 0,-1 0 0,1 1 0,0-1 0,0 1 0,0-1 0,-1 1 0,1-1 0,0 1 0,0-1 0,-1 1 0,1 0 0,0-1 0,-1 1 0,1 0 0,-1 0 0,1-1 1,-1 1-1,0 0 0,1 0 0,-1 0 0,0 0 0,1 0 0,-1-1 0,0 1 0,0 0 0,0 0 0,0 0 0,0 0 0,0 0 0,0 0 0,0 0 0,0 0 0,0 0 0,-1 0 1,1-1-1,0 1 0,-1 2 0,-3 15 9,4-17-9,0 1 1,-1-1-1,1 1 1,-1-1 0,1 0-1,-1 1 1,0-1 0,1 1-1,-1-1 1,0 0 0,0 1-1,0-1 1,0 0 0,0 0-1,0 0 1,0 0-1,-3 1 1,-25 17 0,21-14 0,-7 3 3,0 0 0,-19 6 0,11-5 12,11-5-3,-1 0 0,0-1 1,0-1-1,0 0 0,-24-1 0,-21-6-1039,3-6-3665,29 5 484,23 5 3422,0 0 1,1 0 0,-1 0-1,1-1 1,-1 1 0,1-1-1,-1 1 1,1-1 0,0 0-1,0 0 1,-3-3 0,-6-5-6156</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1.481"/>
    </inkml:context>
    <inkml:brush xml:id="br0">
      <inkml:brushProperty name="width" value="0.035" units="cm"/>
      <inkml:brushProperty name="height" value="0.035" units="cm"/>
    </inkml:brush>
  </inkml:definitions>
  <inkml:trace contextRef="#ctx0" brushRef="#br0">1 165 992,'3'-1'804,"0"0"-1,0 0 0,0 0 1,0 0-1,0 1 0,1-1 1,-1 1-1,0 0 0,0 0 1,6 0-1,2 1 1403,-10-1-1281,25 0 2647,107-3 3928,5 0-5892,-1 3-1547,-136 0-133,-1 0 0,1 0 0,0 0 0,-1 0 0,1 0 0,-1 0 0,1 0 0,0 0 0,-1 0 0,1 0 0,-1-1-1,1 1 1,0 0 0,-1 0 0,1-1 0,-1 1 0,1 0 0,-1-1 0,1 1 0,-1 0 0,1-1 0,-1 1 0,0-1-1,1 1 1,-1-1 0,1 1 0,-1-2 0,2-19-6278,-2 18 5010,-1 1 1005,0 0 0,0 1 0,0-1 1,0 1-1,-1-1 0,1 1 0,-1 0 1,1 0-1,-1-1 0,0 1 0,1 0 1,-1 0-1,0 1 0,-3-2 0,-14-11-1289,0 4 1139,18 9 483,0-1 0,0 1 0,-1 0 0,1 0 0,0-1 0,0 1 0,0-1 0,0 1 0,0-1 1,0 1-1,0-1 0,0 0 0,0 1 0,0-1 0,0 0 0,0 0 0,0 0 0,1 0 0,-1 0 0,0 0 0,1 0 0,-1 0 0,0-2 0,0 0 197,0 0 0,0 1-1,0-1 1,0 1 0,-1-1-1,1 0 1,-1 1 0,1 0 0,-1-1-1,-2-1 1,2 1 238,-18-12 2559,-2 9 6650,18 6-6711,-7-1-344,11 1-2534,0 0 0,0 0 0,0 0 0,0 0 0,0 0 0,0-1 0,1 1 0,-1 0 0,0 0 0,0 0 0,0 0-1,0 0 1,0 0 0,0 0 0,0 0 0,0 0 0,0 0 0,0 0 0,0-1 0,0 1 0,0 0 0,0 0 0,0 0 0,0 0 0,0 0 0,0 0 0,0 0 0,0 0 0,0 0 0,0 0 0,0-1 0,0 1 0,0 0 0,0 0 0,0 0 0,0 0 0,0 0 0,0 0 0,0 0 0,-1 0 0,1 0 0,0 0 0,0 0 0,0 0 0,0 0 0,0-1 0,0 1 0,0 0 0,0 0 0,0 0 0,0 0-1,0 0 1,0 0 0,-1 0 0,1 0 0,0 0 0,0 0 0,0 0 0,0 0 0,0 0-51,1 0-1,-1-1 0,0 1 0,0 0 1,1 0-1,-1-1 0,1 1 0,-1 0 1,0 0-1,1 0 0,-1 0 1,0 0-1,1 0 0,-1-1 0,1 1 1,-1 0-1,0 0 0,1 0 0,-1 0 1,1 0-1,-1 0 0,0 1 0,1-1 1,-1 0-1,1 0 0,-1 0 1,0 0-1,1 0 0,-1 1 0,0-1 1,1 0-1,-1 0 0,0 0 0,1 1 1,-1-1-1,0 0 0,1 1 0,-1-1 1,0 0-1,0 1 0,1-1 1,-1 0-1,0 1 0,0-1 0,0 1 1,2 11-14,1-9 12,-1 0 0,0 1 0,-1-1 0,1 1 0,-1-1 0,1 1 0,-1 0 0,0 0 0,0 0 0,-1-1 0,1 1 0,-1 0 0,0 0 0,0 0 0,-1 7 0,1-7 0,1 8 0,-1-1 0,-1 1 0,0-1 0,0 1 0,-2-1 0,1 0 0,-7 18 0,1 3 0,-4 7 0,10-34 0,-10 16 0,7-16-65,5-5 46,0 0 0,0 0 0,0 0 0,1 0 0,-1 0 0,0 0 0,0 0 0,0 0 1,0 0-1,0 0 0,1 1 0,-1-1 0,0 0 0,0 0 0,0 0 0,0 0 0,0 0 0,0 0 0,0 1 1,0-1-1,0 0 0,1 0 0,-1 0 0,0 0 0,0 0 0,0 1 0,0-1 0,0 0 0,0 0 0,0 0 1,0 0-1,0 0 0,0 1 0,0-1 0,0 0 0,0 0 0,0 0 0,0 0 0,0 1 0,0-1 0,0 0 1,0 0-1,-1 0 0,1 0 0,0 0 0,0 0 0,0 1 0,0-1 0,0 0 0,0 0 0,17-7-7512,-13 3 5911,1 1-1,0-1 0,-1 0 1,1 0-1,-1 0 0,7-9 0,5-8-4876,-8 15 2846</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1.841"/>
    </inkml:context>
    <inkml:brush xml:id="br0">
      <inkml:brushProperty name="width" value="0.035" units="cm"/>
      <inkml:brushProperty name="height" value="0.035" units="cm"/>
    </inkml:brush>
  </inkml:definitions>
  <inkml:trace contextRef="#ctx0" brushRef="#br0">1 12 2280,'16'-3'2404,"0"0"-1,0 0 0,1 2 1,-1 0-1,20 1 0,-16 0 676,-19 0-2702,1 0 0,-1 0 1,0 0-1,1 0 0,-1 0 0,0 1 1,1-1-1,-1 0 0,0 0 1,1 1-1,-1-1 0,0 1 0,0-1 1,1 1-1,-1 0 0,0 0 0,0-1 1,0 1-1,0 0 0,0 0 0,0 0 1,0 0-1,0 0 0,0 0 1,0 2-1,0 0-28,0 0 1,0 1-1,0-1 0,0 1 1,-1-1-1,0 0 1,0 1-1,0 3 0,4 7-306,1 5-51,-5-14 8,-1 1 0,1 0 0,-1 0 0,0-1 0,-3 10 0,1-1 0,3-12 0,0 1 0,-1-1 0,1 0 0,-1 0 0,1 0 0,-1 0 0,0 0 0,0 0 0,-1 3 0,-24 43 0,22-44-956,1 1 0,0 0 1,1-1-1,-1 1 0,1 0 0,0 0 1,0 0-1,1 1 0,-1-1 0,1 0 1,0 7-1,18-29-10953,-7 11 8479,6 1-249</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2.197"/>
    </inkml:context>
    <inkml:brush xml:id="br0">
      <inkml:brushProperty name="width" value="0.035" units="cm"/>
      <inkml:brushProperty name="height" value="0.035" units="cm"/>
    </inkml:brush>
  </inkml:definitions>
  <inkml:trace contextRef="#ctx0" brushRef="#br0">0 71 760,'35'-5'11161,"0"5"-2894,-3 0-4521,109-5 3084,-21 0-5673,54-6-962,-112 6-394,-2-2-2952,-60 6 2359,0 1-1,0-1 0,1 0 1,-1 0-1,0 0 1,0 0-1,0 0 1,0 0-1,0 0 1,0 0-1,0 0 0,0 0 1,0 0-1,0 0 1,-1 1-1,1-3 1,-34-8-8428,26 7 6364</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2.736"/>
    </inkml:context>
    <inkml:brush xml:id="br0">
      <inkml:brushProperty name="width" value="0.035" units="cm"/>
      <inkml:brushProperty name="height" value="0.035" units="cm"/>
    </inkml:brush>
  </inkml:definitions>
  <inkml:trace contextRef="#ctx0" brushRef="#br0">9 33 296,'-3'5'2594,"-2"2"3009,5-6-5531,0-1-1,0 0 1,0 0 0,0 1 0,0-1 0,0 0 0,1 0 0,-1 0 0,0 1-1,0-1 1,0 0 0,1 0 0,-1 0 0,0 0 0,0 1 0,1-1-1,-1 0 1,0 0 0,0 0 0,1 0 0,-1 0 0,0 0 0,0 0-1,1 0 1,-1 0 0,0 1 0,0-1 0,1 0 0,-1 0 0,2-1 2806,5 5 4482,-4-3-6809,135-6 4889,-58-1-5042,24 1-293,61 0-80,-108-1-2586,-71 2-1429,-13-3-1647,26 7 5584,1 0-108,-1 1-1,0-1 1,0 0 0,0 0 0,1-1 0,-1 1-1,0 0 1,0 0 0,0 0 0,0 0 0,1-1-1,-1 1 1,0 0 0,0-1 0,1 1 0,-1 0-1,-1-2 1,0-5-7396,2 2 4307</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3.346"/>
    </inkml:context>
    <inkml:brush xml:id="br0">
      <inkml:brushProperty name="width" value="0.035" units="cm"/>
      <inkml:brushProperty name="height" value="0.035" units="cm"/>
    </inkml:brush>
  </inkml:definitions>
  <inkml:trace contextRef="#ctx0" brushRef="#br0">426 39 1528,'42'-26'9309,"-45"14"5942,3 12-14818,-6 1 2836,-53 26-292,8-3-2977,-2 0 0,16-2 0,13-7 0,-28 20 0,44-29 0,5-4 0,0 0 0,0 0 0,0 0 0,0 0 0,1 1 0,-1-1 0,1 1 0,0 0 0,0-1 0,0 1 0,0 0 0,-2 4 0,-4 13 0,7-18 0,-1 0 0,1 1 0,0-1 0,0 1 0,0-1 0,1 1 0,-1-1 0,0 1 0,1-1 0,0 1 0,-1 0 0,1-1 0,1 5 0,1 0 0,1 1 0,0-1 0,0 0 0,1 0 0,-1-1 0,2 1 0,-1-1 0,10 11 0,-11-14 0,1 0 0,0 0 0,-1 0 0,1 0 0,0-1 0,1 0 0,-1 1 0,0-2 0,0 1 0,1 0 0,-1-1 0,1 0 0,0 0 0,-1 0 0,1 0 0,7-1 0,17 0 0,0-1 0,0-2 0,0-1 0,0-1 0,-1-1 0,49-18 0,-46 6-313,-30 18 299,0-1 0,-1 1 0,1-1 0,0 1 0,0-1 0,0 1 0,-1-1 0,1 0-1,0 0 1,-1 1 0,1-1 0,0 0 0,-1 0 0,1 0 0,-1 0 0,0 1 0,1-1 0,-1 0 0,0 0-1,1 0 1,-1 0 0,0 0 0,0 0 0,0 0 0,0 0 0,0 0 0,0 0 0,0 0 0,0 0 0,-1-2 0,-1 0-219,0 0 1,-1 0 0,1 0 0,-1 0 0,0 0 0,0 1 0,0-1 0,0 1 0,-1 0 0,1 0 0,0 0 0,-1 0 0,0 1 0,1 0 0,-1-1 0,0 1 0,0 0 0,0 1 0,-5-1-1,-13-2-1670,0 2-1,-30 2 0,20 0 50,-56-2-2640,-109 3-5339,144 2 6277</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4.237"/>
    </inkml:context>
    <inkml:brush xml:id="br0">
      <inkml:brushProperty name="width" value="0.035" units="cm"/>
      <inkml:brushProperty name="height" value="0.035" units="cm"/>
    </inkml:brush>
  </inkml:definitions>
  <inkml:trace contextRef="#ctx0" brushRef="#br0">28 1 840,'-2'0'404,"1"0"0,0 0 0,0 0 0,0 0 0,0 0-1,0 1 1,0-1 0,0 0 0,0 1 0,0-1 0,0 1 0,0-1 0,0 1 0,0 0-1,0-1 1,0 1 0,0 0 0,0 0 0,1-1 0,-1 1 0,0 0 0,0 0 0,1 0-1,-1 0 1,1 0 0,-1 0 0,1 0 0,-1 0 0,1 0 0,0 0 0,-1 0 0,1 1-1,0-1 1,0 0 0,0 0 0,0 0 0,0 0 0,0 0 0,1 2 0,-1-2-200,0-1 0,0 0 1,0 1-1,0-1 1,0 0-1,1 1 1,-1-1-1,0 0 0,0 1 1,0-1-1,1 0 1,-1 0-1,0 1 1,1-1-1,-1 0 0,0 0 1,0 0-1,1 1 1,-1-1-1,0 0 1,1 0-1,-1 0 0,0 0 1,1 0-1,-1 0 1,1 0-1,-1 0 1,0 1-1,1-1 0,-1 0 1,1-1-1,-1 1-89,0 0-1,1 0 1,-1 0-1,0 0 1,1 0-1,-1 0 1,0 0-1,1 1 1,-1-1-1,0 0 1,1 0-1,-1 0 1,0 0-1,0 0 1,1 0-1,-1 1 1,0-1-1,1 0 1,-1 0-1,0 0 1,0 1-1,0-1 1,1 0-1,-1 0 1,0 1-1,0-1 1,0 0-1,1 0 1,-1 1-1,0-1-40,0 0-1,0 0 1,1 0-1,-1 0 0,0 0 1,0 0-1,0 0 1,0 0-1,1 0 0,-1-1 1,0 1-1,0 0 1,0 0-1,0 0 0,1 0 1,-1 0-1,0 0 0,0 0 1,0 1-1,0-1 1,1 0-1,-1 0 0,0 0 1,0 0-1,0 0 1,0 0-1,1 0 0,-1 0 1,0 0-1,0 0 1,0 0-1,0 1 0,0-1 1,0 0-1,1 0 0,-1 0 1,0 0-1,0 0 1,0 1-1,0-1 0,0 0 1,0 0-1,0 0 1,0 0-1,0 1 0,0-1 1,0 0-1,0 0 1,0 0-1,0 0 0,0 1 1,0-1-1,4 7 1647,4-4-1703,-1 0-1,1-1 1,-1 0 0,1-1 0,0 1 0,0-1 0,0-1 0,0 0 0,0 0 0,11-1 0,4 0-18,385-5 1,-289-2-1716,5 0-1098,-118 8 1908,-1 0-1,1-1 1,-1 0 0,1 0 0,-1 0 0,7-2-1,6-9-4843,-18 11 5120,1 0-1,0 1 1,-1-1-1,1 0 1,-1 0-1,1 0 1,-1 0-1,1 0 0,-1 0 1,1-1-1,-1 1 1,0 0-1,0 0 1,0 0-1,1-2 1</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4.539"/>
    </inkml:context>
    <inkml:brush xml:id="br0">
      <inkml:brushProperty name="width" value="0.035" units="cm"/>
      <inkml:brushProperty name="height" value="0.035" units="cm"/>
    </inkml:brush>
  </inkml:definitions>
  <inkml:trace contextRef="#ctx0" brushRef="#br0">10 39 2104,'-4'9'3011,"3"-9"-2754,1 1 0,-1 0 0,1-1-1,0 1 1,-1 0 0,1-1 0,0 1-1,-1 0 1,1-1 0,0 1 0,0 0-1,-1 0 1,1-1 0,0 1 0,0 0-1,0 0 1,0 1 0,0-2-191,0 0 1,0 0 0,0 1 0,0-1-1,0 0 1,-1 1 0,1-1 0,0 0-1,0 1 1,0-1 0,0 0 0,0 0-1,0 1 1,1-1 0,-1 0 0,0 1-1,0-1 1,0 0 0,0 0-1,0 1 1,0-1 0,0 0 0,1 1-1,-1-1 1,0 0 0,0 0 0,0 0-1,1 1 1,-1-1 0,0 0 0,0 0-1,1 0 1,-1 1 0,0-1 0,0 0-1,1 0 1,-1 0 0,0 0-1,1 0 1,-1 0 0,0 0 0,0 0-1,1 1 1,-1-1 0,0 0 0,1 0-1,-1 0 1,3 1 1148,6 3 325,64-3 2113,139-7-1323,-142 4-2188,9-1-133,-2-2-228,-36 1-1117,-33 4 535,0 0 0,0-1 1,0 0-1,15-5 0,-19 5 11,-1-1 1,1 0-1,0 0 0,0 0 1,-1 0-1,0-1 0,6-4 1,-4 2-831,6-7-2772,-10 1 819</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5.006"/>
    </inkml:context>
    <inkml:brush xml:id="br0">
      <inkml:brushProperty name="width" value="0.035" units="cm"/>
      <inkml:brushProperty name="height" value="0.035" units="cm"/>
    </inkml:brush>
  </inkml:definitions>
  <inkml:trace contextRef="#ctx0" brushRef="#br0">51 5 352,'-11'-3'5179,"10"3"-4868,0-1-1,0 1 0,0 0 1,0 0-1,0-1 1,0 1-1,0 0 0,0 0 1,0 0-1,0 0 1,0 0-1,0 0 0,0 0 1,0 1-1,0-1 1,0 0-1,0 0 0,0 1 1,0-1-1,1 1 1,-2 0-1,-15 0 8399,25-1-5682,43 10 5644,-8 8-8671,-19-5 0,-13-6 0,32 15 0,-33-18 0,0 1 0,0 0 0,0 0 0,9 9 0,94 67 0,-109-78 0,-1-1 0,0 1 0,0 1 0,0-1 0,0 0 0,-1 1 0,1-1 0,-1 1 0,0-1 0,0 1 0,0 0 0,-1 0 0,2 5 0,2 11 0,-5-19 0,1 0 0,-1 0 0,1 0 0,-1 1 0,0-1 0,1 0 0,-1 0 0,0 0 0,0 0 0,0 0 0,0 0 0,0 0 0,0 0 0,0 0 0,0 0 0,0 1 0,-1-1 0,1 0 0,0 0 0,-1 0 0,1 0 0,0 0 0,-1 0 0,0 0 0,1 0 0,-2 1 0,-2 2 0,1-1 0,-1 1 0,0-1 0,0 0 0,-1 0 0,1-1 0,0 1 0,-1-1 0,0 0 0,-5 2 0,-4 0 0,0 0 0,-20 3 0,-15-5-127,38-2-21,1 0 1,-1 1-1,-11 1 1,15-1-661,1 0 0,-1 0 0,0-1 1,-9-1-1,-3 0-3430,18 1 4031,1 0 1,-1 0-1,1 0 0,0 0 0,-1 0 1,1 0-1,-1 0 0,1-1 1,0 1-1,-1 0 0,1 0 0,-1 0 1,1-1-1,0 1 0,-1 0 0,1 0 1,0-1-1,0 1 0,-1 0 1,1-1-1,0 1 0,0 0 0,-1-1 1,1 1-1,0-1 0,0 1 0,0 0 1,0-1-1,0 1 0,0-1 1,-1 1-1,1 0 0,0-2 0,0-17-9196,1 11 6420,-1 2-695</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6.039"/>
    </inkml:context>
    <inkml:brush xml:id="br0">
      <inkml:brushProperty name="width" value="0.035" units="cm"/>
      <inkml:brushProperty name="height" value="0.035" units="cm"/>
    </inkml:brush>
  </inkml:definitions>
  <inkml:trace contextRef="#ctx0" brushRef="#br0">88 11 776,'4'0'1447,"-4"0"-1266,1 1 1,-1-1 0,1 0-1,-1 0 1,0 0 0,1 0-1,-1 0 1,1 0 0,-1 0-1,0 0 1,1 0 0,-1 0-1,1 0 1,-1 0 0,1 0-1,-1 0 1,0 0-1,1-1 1,-1 1 0,1 0-1,-1 0 1,0 0 0,1-1-1,-1 1 1,0 0 0,1 0-1,-1-1 1,0 1 0,1 0-1,-1-1 1,0 1 0,0 0-1,1-1 1,-1 0 1476,-25-5 17607,27 7-18284,-6 2 150,-4 4 202,8-5-1333,0-1 0,-1 1 0,1 0 0,-1-1 0,1 1 0,-1 0 0,0-1 0,0 1 0,0-1 0,-1 2 0,1-1 0,0 0 0,0-1 0,0 1 0,0 0 0,0 0 0,1 0 0,-1 0 0,0 0 0,1 0 0,-1 3 0,0 0 0,1 0 0,-1 0 0,-1 0 0,1 0 0,-1 0 0,-4 8 0,4-8 0,0-1 0,0 1 0,0 0 0,1-1 0,-1 1 0,1 0 0,0 5 0,1-6 0,-1-1 0,1 0 0,-1 0 0,0 0 0,0 0 0,0 0 0,0 0 0,-2 4 0,2-4 0,-1 0 0,1-1 0,0 1 0,0 0 0,0 0 0,1 0 0,-1-1 0,1 5 0,-9 32 0,9-13 0,1-21 0,0-5 0,-1 0 0,1 1 0,-1-1 0,1 0 0,-1 0 0,1 1 0,-1-1 0,1 0 0,-1 0 0,1 0 0,-1 0 0,1 0 0,-1 0 0,1 0 0,-1 0 0,1 0 0,-1 0 0,1 0 0,-1 0 0,1 0 0,-1 0 0,1 0 0,-1 0 0,1 0 0,-1-1 0,1 1 0,-1 0 0,1 0 0,-1-1 0,1 1 0,10-4 0,-1 0 0,0 0 0,0-1 0,15-9 0,-23 12 0,27-25 0,-22 21 0,0 0 0,-1 0 0,0 0 0,0-1 0,6-9 0,11-11 0,-13 17 0,-4 3 0,0 1 0,0-1 0,0 0 0,6-11 0,5 7 0,-9 6 0,-8 5 0,1 0 0,-1-1 0,1 1 0,-1 0 0,1 0 0,-1 0 0,1 0 0,-1-1 0,1 1 0,-1 0 0,1 0 0,-1 0 0,1 0 0,-1 0 0,1 0 0,0 0 0,-1 1 0,1-1 0,-1 0 0,1 0 0,-1 0 0,1 0 0,-1 1 0,1-1 0,-1 0 0,1 1 0,-1-1 0,0 0 0,1 1 0,-1-1 0,1 1 0,0 0 0,4 1 0,0 0 0,0 1 0,0 0 0,0 0 0,0 0 0,-1 0 0,0 1 0,1 0 0,-1 0 0,-1 0 0,1 0 0,-1 1 0,1-1 0,3 8 0,10 43 0,-5-12 0,-11-41 0,0 1 0,0 1 0,0-1 0,0 0 0,0 1 0,0-1 0,-1 1 0,0-1 0,1 1 0,-2 6 0,1-9-79,0-1-1,0 0 1,0 1 0,0-1-1,0 0 1,0 1 0,0-1-1,0 0 1,0 0 0,0 1-1,0-1 1,0 0-1,0 1 1,0-1 0,0 0-1,1 0 1,-1 1 0,0-1-1,0 0 1,0 0 0,0 1-1,1-1 1,-1 0 0,0 0-1,0 1 1,0-1 0,1 0-1,-1 0 1,0 0 0,0 0-1,1 1 1,-1-1-1,0 0 1,0 0 0,1 0-1,-1 0 1,0 0 0,1 0-1,-1 0 1,0 0 0,1 0-1,14-6-7517,15-19-5990,-21 15 8306</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6.483"/>
    </inkml:context>
    <inkml:brush xml:id="br0">
      <inkml:brushProperty name="width" value="0.035" units="cm"/>
      <inkml:brushProperty name="height" value="0.035" units="cm"/>
    </inkml:brush>
  </inkml:definitions>
  <inkml:trace contextRef="#ctx0" brushRef="#br0">44 26 2473,'-3'4'6377,"-4"3"-1973,1-7 1884,-12 0 1680,18 0-7804,-1 0 0,1 0 1,0 0-1,-1 0 0,1 0 1,0 0-1,-1 0 0,1 0 0,0 0 1,-1 0-1,1 0 0,-1 0 1,1 0-1,0 1 0,-1-1 1,1 0-1,0 0 0,0 0 1,-1 1-1,1-1 0,0 0 0,-1 0 1,1 1-1,0-1 0,0 0 1,-1 0-1,1 1 0,0-1 1,0 1-1,26 11 164,29-11-328,-29 1 0,1-2 0,38-4 0,-33-3-358,-22 4-77,0 1-1,0 1 0,15-2 1,7-1-4172,-30 3 3749,0 0 0,0 0 0,0 0 0,0 0 0,0 0 0,0-1 1,0 1-1,0-1 0,-1 1 0,1-1 0,0 0 0,-1 1 0,1-1 0,-1 0 1,0 0-1,1-2 0,4-2-2843</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26.788"/>
    </inkml:context>
    <inkml:brush xml:id="br0">
      <inkml:brushProperty name="width" value="0.035" units="cm"/>
      <inkml:brushProperty name="height" value="0.035" units="cm"/>
    </inkml:brush>
  </inkml:definitions>
  <inkml:trace contextRef="#ctx0" brushRef="#br0">0 22 1208,'6'2'1043,"0"0"0,1 0 0,-1-1 0,1 1 0,-1-1 0,1-1-1,9 1 1,52 4 3373,29 0-2798,52-5-1478,-142 0-450,0 0 0,0-1 1,0 1-1,0-2 0,0 1 1,11-5-1,-14 4-598,0 0 0,1 0 0,-1 0-1,0-1 1,-1 1 0,7-6 0,-1 1-2314,-1 2-332</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30.271"/>
    </inkml:context>
    <inkml:brush xml:id="br0">
      <inkml:brushProperty name="width" value="0.035" units="cm"/>
      <inkml:brushProperty name="height" value="0.035" units="cm"/>
    </inkml:brush>
  </inkml:definitions>
  <inkml:trace contextRef="#ctx0" brushRef="#br0">305 95 192,'12'-1'2076,"1"-1"0,-1 0 0,0-1 1,0 0-1,17-7 0,-6 3 1420,-22 6-3159,0 1 0,1-1 0,-1 1 0,0-1 1,0 0-1,0 0 0,1 1 0,-1-1 0,0 0 0,0 0 1,0 0-1,0 0 0,0 0 0,0 0 0,-1 0 0,1-1 0,1-1 1,-1 0 797,0 0 1,0 0 0,0 0-1,-1 0 1,1 0 0,-1 0 0,1 0-1,-1-4 1,-2 3-852,0 3-279,-1 0 0,1-1-1,0 1 1,-1 0 0,1 1 0,-1-1 0,0 0-1,1 1 1,-1-1 0,1 1 0,-6 0 0,-8-2-15,12 1 10,0 1 0,0-1 0,0 1 0,-1 0 0,1 0 0,0 0 0,-1 0 0,1 1 0,-5 1 0,-23 2 0,23-4 0,0 1 0,1-1 0,-1 2 0,0-1 0,1 1 0,-1 1 0,1-1 0,0 2 0,0-1 0,0 1 0,-10 6 0,14-7 0,1-1 0,0 1 0,0-1 0,0 1 0,0 0 0,1 0 0,-5 6 0,6-7 0,0-1 0,0 1 0,0-1 0,0 1 0,1-1 0,-1 1 0,0-1 0,1 1 0,0 0 0,-1-1 0,1 1 0,0 0 0,-1-1 0,1 1 0,0 0 0,0 0 0,1-1 0,-1 1 0,0 0 0,1-1 0,-1 1 0,0 0 0,1-1 0,0 1 0,-1-1 0,1 1 0,0-1 0,0 1 0,0-1 0,0 1 0,0-1 0,0 0 0,1 0 0,-1 1 0,0-1 0,0 0 0,4 1 0,9 14 0,-12-14 0,0 0 0,0 0 0,0 1 0,0-1 0,1 0 0,-1-1 0,0 1 0,5 2 0,-5-3 0,0 0 0,0 0 0,0 0 0,-1 0 0,1 0 0,0 0 0,-1 1 0,1-1 0,-1 1 0,1-1 0,-1 1 0,1 0 0,-1-1 0,0 1 0,0 0 0,0 0 0,0 0 0,0 0 0,-1 0 0,2 2 0,-2-2 0,1 0 0,0 0 0,-1 0 0,1 0 0,0 0 0,1 0 0,-1 0 0,0 0 0,0-1 0,1 1 0,-1 0 0,1-1 0,0 1 0,2 1 0,9 11 0,-10-8 0,1-1 0,0 1 0,0-1 0,8 7 0,-8-8 0,1 1 0,-1 0 0,-1 0 0,6 7 0,-7-9 0,-1 1 0,1-1 0,-1 0 0,0 0 0,0 1 0,0-1 0,0 0 0,-1 1 0,1-1 0,-1 1 0,0-1 0,0 1 0,-1 5 0,1-6 0,-1-2 0,0 0 0,0 0 0,0 0 0,0 0 0,0 0 0,0 0 0,0 0 0,0 0 0,-1 0 0,1-1 0,0 1 0,-1 0 0,1-1 0,0 1 0,-1-1 0,-1 1 0,-26 7 0,-7 1 0,-26 4 0,-58-9 0,113-4 0,0 0 0,1 0 0,0-1 0,0 0 0,-1-1 0,-5-1 0,11 2 0,-1 1 0,1 0 0,-1-1 0,1 1 0,0-1 0,-1 1 0,1-1 0,0 0 0,0 0 0,0 1 0,-1-1 0,1 0 0,0 0 0,0 0 0,0 0 0,0 0 0,0 0 0,1-1 0,-1 1 0,0 0 0,0 0 0,1-1 0,-1 1 0,1 0 0,-1-2 0,1-3 0,0 1 0,1 0 0,0 0 0,0-1 0,0 1 0,1 0 0,0 0 0,0 0 0,0 0 0,0 0 0,1 1 0,0-1 0,0 1 0,0-1 0,7-6 0,1-1 0,-4 4 0,0 1 0,1 0 0,0 0 0,10-7 0,21-11 0,-20 11 0,2 1 0,-1 2 0,27-12 0,129-37 0,-159 54 0,-10 7 0,-8-1-133,0 1 1,0 0-1,0-1 1,0 1-1,0-1 0,0 1 1,-1-1-1,1 0 1,0 1-1,0-1 1,-3 0-1,-8 3-2225,0-1 0,-1-1 0,1 0-1,0-1 1,-1 0 0,1-1 0,0 0 0,-23-5 0,12 2-2977,6 3 1197</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31.139"/>
    </inkml:context>
    <inkml:brush xml:id="br0">
      <inkml:brushProperty name="width" value="0.035" units="cm"/>
      <inkml:brushProperty name="height" value="0.035" units="cm"/>
    </inkml:brush>
  </inkml:definitions>
  <inkml:trace contextRef="#ctx0" brushRef="#br0">53 28 664,'5'0'758,"0"0"-1,0 0 1,0 0-1,0-1 1,0 1-1,0-1 1,0-1-1,0 1 1,-1 0-1,6-3 1,-10 3-658,1 1 1,-1 0 0,0 0 0,0 0-1,0 0 1,0-1 0,1 1 0,-1 0 0,0 0-1,0 0 1,0-1 0,0 1 0,1 0-1,-1 0 1,0-1 0,0 1 0,0 0-1,0 0 1,0-1 0,0 1 0,0 0 0,0 0-1,0-1 1,0 1 0,0 0 0,0-1-1,0 1 1,0 0 0,0 0 0,0-1 0,0 1-1,0 0 1,-1 0 0,1-1 0,0 1-1,0 0 1,0 0 0,0 0 0,0-1-1,-1 1 1,1 0 0,0 0 0,0 0 0,0-1-1,-1 1 1,1 0 0,0 0 0,0 0-1,-1 0 1,1 0 0,0 0 0,0-1-1,-1 1 1,1 0 0,-15-6 3909,-26 6 6634,40 2-9716,4 0 318,2 5 154,-6-2-1400,0-4 0,-1-1 0,1 1 0,0 0 0,-1-1 0,1 1 0,-1-1 0,1 1 0,-1-1 0,1 0 0,-3 1 0,3-1 0,1 0 0,0-1 0,0 1 0,0 0 0,-1 0 0,1 0 0,0 0 0,0 0 0,-1 0 0,1 0 0,0 1 0,0-1 0,0 0 0,-1 0 0,1 0 0,0 0 0,0 0 0,0 0 0,-1 0 0,1 0 0,0 0 0,0 1 0,0-1 0,0 0 0,0 0 0,-1 0 0,1 0 0,0 1 0,0-1 0,0 0 0,0 0 0,0 0 0,0 0 0,0 1 0,-1-1 0,1 0 0,0 0 0,0 0 0,0 1 0,0-1 0,0 0 0,0 0 0,0 1 0,0-1 0,0 0 0,0 1 0,0-1 0,1 0 0,-1 1 0,0-1 0,0 1 0,0-1 0,0 0 0,0 1 0,-1-1 0,1 1 0,0-1 0,0 0 0,0 1 0,0-1 0,0 1 0,0-1 0,-1 0 0,1 1 0,0-1 0,0 0 0,-1 1 0,1-1 0,0 0 0,0 1 0,-1-1 0,1 0 0,0 0 0,-1 1 0,0-1 0,-2 6 0,-6 15 0,9-19 0,-1 0 0,1 0 0,0 1 0,-1-1 0,0 0 0,0 0 0,1 0 0,-1 0 0,-3 4 0,3-4 0,0 0 0,0 0 0,0 0 0,0 0 0,0 0 0,1 0 0,-1 0 0,1 0 0,-1 4 0,1 15 0,1 0 0,1 0 0,5 24 0,2-7 0,10 53 0,-18-78 0,0-1 0,0 1 0,-1-1 0,-1 0 0,-3 20 0,-2-4 0,2-12 0,0 1 0,-1 30 0,-4 7 0,9-46 0,1-6 0,-1 1 0,0-1 0,0 0 0,0 1 0,0-1 0,-1 0 0,1 1 0,0-1 0,-1 0 0,0 1 0,0-1 0,1 0 0,-1 0 0,-2 2 0,3-3 0,0-1 0,0 0 0,0 0 0,0 0 0,0 1 0,0-1 0,0 0 0,0 0 0,0 0 0,0 1 0,0-1 0,0 0 0,0 0 0,0 0 0,0 1 0,0-1 0,1 0 0,-1 0 0,0 0 0,0 0 0,0 1 0,0-1 0,0 0 0,0 0 0,1 0 0,-1 0 0,0 0 0,0 0 0,0 0 0,0 1 0,1-1 0,-1 0 0,0 0 0,0 0 0,0 0 0,0 0 0,1 0 0,-1 0 0,0 0 0,0 0 0,0 0 0,1 0 0,-1 0 0,0 0 0,0 0 0,0 0 0,1 0 0,-1 0 0,0 0 0,0 0 0,1 0 0,8 0 0,-7 0 0,1 1 0,-1-1 0,0 0 0,1 0 0,-1 0 0,0 0 0,1-1 0,-1 1 0,0-1 0,1 1 0,-1-1 0,0 0 0,0 0 0,0 0 0,1 0 0,-1 0 0,0 0 0,-1-1 0,1 1 0,0-1 0,0 1 0,0-1 0,2-3 0,3-1-447,-6 5 374,-1 1 0,1 0 0,-1 0 0,1-1 0,-1 1 0,1 0-1,-1 0 1,0-1 0,1 1 0,-1-1 0,0 1 0,1 0 0,-1-1-1,0 1 1,1-1 0,-1 1 0,0-1 0,0 1 0,1-1 0,-1 1-1,0-1 1,0 1 0,0-1 0,0 0 0,1 0-325,-1 0-1,0-1 1,1 1 0,-1 0 0,1 0 0,-1 0 0,1 0-1,-1 0 1,1 0 0,0 0 0,0 0 0,-1 0 0,1 0-1,0 0 1,2-1 0,-2 1 4,0 0 0,0 0 0,1 0 0,-1-1 0,0 1 0,0 0 0,0-1 0,0 1 0,-1 0 0,1-1 0,0 1 0,-1-1 0,1 1-1,-1-1 1,1 0 0,0-2 0,-1-61-12702,0 49 9338</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32.253"/>
    </inkml:context>
    <inkml:brush xml:id="br0">
      <inkml:brushProperty name="width" value="0.035" units="cm"/>
      <inkml:brushProperty name="height" value="0.035" units="cm"/>
    </inkml:brush>
  </inkml:definitions>
  <inkml:trace contextRef="#ctx0" brushRef="#br0">32 201 1960,'0'0'1673,"0"-10"4612,-2 4-5265,1 5-910,0 0 1,0 1-1,0-1 0,0 0 0,0 0 0,0-1 0,0 1 1,0 0-1,0 0 0,0 0 0,1-1 0,-1 1 0,0 0 1,1-1-1,-1 1 0,1-1 0,-1-1 0,0-31 1751,1 20-929,-4 4-62,1 5 656,2-2 2427,-5 7-1823,10 0-1532,-2 0-470,24 0 458,10 1 252,-16 0-422,0-1 0,0-1 0,24-4 0,-18 1 28,47-1 1,-9 1-201,-47 2-237,183-11 84,-94 7-105,14 1-4,45-1 89,106 1 29,-150-1-24,69 1-80,115 0 35,-133-1-31,-7 1 13,156 5 36,-269-6 6,-35 4-28,-16 1-16,0 1-1,1 0 1,-1-1 0,0 1-1,1 0 1,-1 0 0,0 0 0,1 0-1,-1 0 1,0 0 0,1 0 0,-1 0-1,0 1 1,1-1 0,-1 1 0,0-1-1,2 1 1,-1 0 74,6 4 374,-8-4-75,-8 3 655,8-4-1028,-1 0 1,1 0-1,0 0 0,0 0 0,0 0 1,0 0-1,-1 0 0,1 0 0,0 0 1,0 0-1,0 0 0,0 0 0,-1 0 1,1 0-1,0 0 0,0 0 0,0 0 1,0 0-1,-1 0 0,1 0 0,0 0 1,0 0-1,0 0 0,0 0 0,-1 0 1,1 0-1,0 0 0,0 0 0,0 1 1,0-1-1,0 0 0,-1 0 0,1 0 1,0 0-1,0 0 0,0 0 0,0 1 1,0-1-1,0 0 0,0 0 0,0 0 1,0 0-1,0 1 0,0-1 0,0 0 1,0 0-1,0 0 0,0 0 0,0 1 1,-4 6 408,2-6-420,-2 2 0,2 16 0,3-15 0,-1 0 0,-1 1 0,1-1 0,0 0 0,-1 1 0,0-1 0,0 0 0,0 0 0,-1 0 0,1 1 0,-5 6 0,-5 12 0,8-9 0,2-13 0,1 1 0,0-1 0,0 1 0,-1-1 0,1 0 0,0 1 0,-1-1 0,1 0 0,-1 0 0,0 1 0,1-1 0,-2 2 0,-16 35 0,13-28 0,0-1 0,1 0 0,0 1 0,1 0 0,0 0 0,0 0 0,1 0 0,-1 16 0,0 12 0,3 38 0,1-33 0,-1-30 0,2 0 0,4 21 0,-3-21 0,-1 1 0,2 23 0,-4 125 0,-9-129 0,6-15 0,1-15 0,1 1 0,1-1 0,-1 1 0,0-1 0,1 0 0,0 8 0,1-8 0,-4 4 0,3-7 0,0 0 0,0-1 0,0 1 0,0 0 0,0 0 0,0 0 0,0 0 0,0-1 0,0 1 0,0 0 0,0 0 0,0 0 0,0 0 0,0 0 0,0-1 0,0 1 0,0 0 0,0 0 0,0 0 0,0 0 0,0 0 0,0 0 0,-1-1 0,1 1 0,0 0 0,0 0 0,0 0 0,0 0 0,0 0 0,0 0 0,-1 0 0,1 0 0,0 0 0,0-1 0,0 1 0,0 0 0,0 0 0,0 0 0,-1 0 0,1 0 0,0 0 0,0 0 0,0 0 0,0 0 0,-1 0 0,1 0 0,0 0 0,0 0 0,0 0 0,0 0 0,0 0 0,-1 1 0,1-1 0,0 0 0,0 0 0,0 0 0,0 0 0,0 0 0,-1 0 0,1-1 0,3-1-523,-1-1 1,0 0-1,0 0 0,0 0 1,-1 0-1,3-6 0,-4 8 326,0 0-1,1 0 1,-1 0-1,0 0 1,0-1-1,0 1 1,0 0-1,0 0 1,0 0-1,0 0 1,0-1-1,-1 1 1,1 0-1,0 0 1,-1 0-1,1 0 1,-1 0-1,1 0 1,-1 0-1,1 0 1,-1 0-1,0 0 1,0 0-1,1 0 1,-2-1-1,-12-14-4272,12 14 3755,0-1 1,0 1-1,0-1 1,0 1-1,-1-1 1,1 1-1,-4-2 1,-4-2-1593,-25-13-3947,2 12 1892</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33.605"/>
    </inkml:context>
    <inkml:brush xml:id="br0">
      <inkml:brushProperty name="width" value="0.035" units="cm"/>
      <inkml:brushProperty name="height" value="0.035" units="cm"/>
    </inkml:brush>
  </inkml:definitions>
  <inkml:trace contextRef="#ctx0" brushRef="#br0">122 33 1240,'-35'1'10401,"35"0"-10314,0-1-1,0 1 1,0 0-1,0 0 1,0-1-1,0 1 1,0 0-1,0-1 1,0 1-1,0 0 1,-1 0-1,1-1 1,0 1-1,-1 0 1,1-1-1,0 1 1,-1-1-1,1 1 1,-1 0-1,1-1 1,-1 1-1,1-1 1,-1 1-1,1-1 1,-1 1-1,1-1 1,-1 0-1,0 1 1,1-1-1,-1 0 1,0 1-1,1-1 1,-2 0-1,-9 6 1805,-10 0 1768,14-4-2318,6-2-975,0 0 0,0 0 0,0 0 0,0 1 1,0-1-1,0 0 0,0 0 0,0 1 0,0-1 0,1 1 0,-1-1 1,0 1-1,0-1 0,0 1 0,0 0 0,1-1 0,-2 3 0,-16 4 2990,19-7-3337,-1 1 0,0 0 0,1-1 0,-1 1 0,1 0 0,-1-1 0,1 1 0,-1-1 1,1 1-1,-1-1 0,1 1 0,0-1 0,-1 1 0,1-1 0,0 1 0,-1-1 0,1 0 0,0 0 1,-1 1-1,1-1 0,0 0 0,0 0 0,-1 0 0,1 0 0,0 0 0,0 0 0,0 0 0,-1 0 0,2 0 1,35 0 648,-23 0-561,644 0-107,-510-6 0,-19 1 0,-15-1 0,-3 1 0,56-6 0,-70 6 0,66-1 0,-141 6 0,5 0 0,46 5 0,-57-3 0,0-1 0,0-1 0,1 0 0,-1-1 0,26-5 0,33 1 0,-64 3 0,1 1 0,-1 0 0,0 1 0,14 1 0,19 1 0,-25 2 0,-12-3 0,0 0 0,-1-1 0,1 0 0,0-1 0,0 0 0,0 0 0,7-2 0,27-3 0,-28 8 0,-9-1 0,1 0 0,-1 0 0,1 0 0,-1-1 0,1 0 0,7 0 0,-3 1 0,-1 2 0,1-2 0,44 5 0,-39-6 0,3-1 0,1 2 0,26 3 0,-40-3 0,0-1 0,0 0 0,0 0 0,0 0 0,0 0 0,0 0 0,6-2 0,14-1 0,-19 1 0,-2 0 0,15 0 0,-18 2 0,1 0 0,-1 0 0,0 0 0,0 0 0,1 0 0,-1 0 0,0 0 0,0 0 0,1 0 0,-1 0 0,0 0 0,0 0 0,1 0 0,-1 0 0,0 0 0,0 0 0,1 0 0,-1 0 0,0 0 0,0 0 0,1 0 0,-1 0 0,0 0 0,0 0 0,0 1 0,1-1 0,-1 0 0,0 0 0,0 0 0,0 0 0,1 1 0,-1-1 0,0 0 0,0 0 0,0 0 0,0 1 0,0-1 0,1 0 0,-1 0 0,0 1 0,0-1 0,0 0 0,0 0 0,0 1 0,0-1 0,0 0 0,0 1 0,-1 3 0,-7-3 0,0-1 0,-1-1 0,-24-13-3474,27 12 1644,1 0 0,-1 0 0,1 0 0,0-1 0,0 0 0,0 0 0,0 0 0,0 0 0,1-1 0,-8-7 0,4 4-2964</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38.320"/>
    </inkml:context>
    <inkml:brush xml:id="br0">
      <inkml:brushProperty name="width" value="0.035" units="cm"/>
      <inkml:brushProperty name="height" value="0.035" units="cm"/>
    </inkml:brush>
  </inkml:definitions>
  <inkml:trace contextRef="#ctx0" brushRef="#br0">1 1 1736,'0'0'391,"0"1"-1,0 0 0,0 0 0,0-1 1,0 1-1,1 0 0,-1 0 1,0-1-1,0 1 0,1 0 0,-1-1 1,1 1-1,-1 0 0,1-1 1,-1 1-1,1 0 0,-1-1 0,1 1 1,-1-1-1,1 1 0,1 0 0,19 7 2714,27-4-1529,-12 1-663,25 6-192,0-5-657,-18 0-73,-39-6 2,248 18-2175,-84-22-3634,-109-1 1123,-40 0 1670</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38.605"/>
    </inkml:context>
    <inkml:brush xml:id="br0">
      <inkml:brushProperty name="width" value="0.035" units="cm"/>
      <inkml:brushProperty name="height" value="0.035" units="cm"/>
    </inkml:brush>
  </inkml:definitions>
  <inkml:trace contextRef="#ctx0" brushRef="#br0">86 33 768,'-10'4'2206,"0"0"0,1 0 0,0 1 0,-16 12 0,11-8-653,5-1 1430,9-8-2940,0 0-1,0 0 1,0 0 0,0 1-1,0-1 1,0 0 0,0 0-1,0 0 1,0 0 0,0 1-1,0-1 1,0 0 0,1 0-1,-1 0 1,0 0 0,0 0-1,0 1 1,0-1-1,0 0 1,0 0 0,0 0-1,0 0 1,1 0 0,-1 0-1,0 0 1,0 1 0,0-1-1,0 0 1,0 0 0,1 0-1,-1 0 1,0 0 0,0 0-1,0 0 1,0 0 0,1 0-1,-1 0 1,0 0 0,0 0-1,0 0 1,0 0-1,1 0 1,-1 0 0,0 0-1,0 0 1,0 0 0,0 0-1,0 0 1,1 0 0,-1 0-1,0 0 1,10 5 2344,238-12 1394,1-9-7739,-216 14 1172,60-13 1,-78 11 1017,0-1 1,0 0-1,20-11 0,-9 5-1610,1 0-276</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38.969"/>
    </inkml:context>
    <inkml:brush xml:id="br0">
      <inkml:brushProperty name="width" value="0.035" units="cm"/>
      <inkml:brushProperty name="height" value="0.035" units="cm"/>
    </inkml:brush>
  </inkml:definitions>
  <inkml:trace contextRef="#ctx0" brushRef="#br0">70 1 856,'-26'0'10032,"1"5"-4419,24-5-4472,-16 12 7732,17-10-8768,0-1-1,1 1 1,-1-1 0,1 1-1,-1-1 1,1 1 0,-1-1-1,1 1 1,0-1 0,0 0-1,0 1 1,0-1 0,0 0-1,0 0 1,0 0 0,0 0 0,1 0-1,-1 0 1,0 0 0,2 1-1,37 19 2890,-11-7-1934,-22-10-1060,0-1 0,0 0 0,1 0 0,-1-1 0,1 0 0,8 1 0,-6-1 0,-1 0 0,1 1 0,12 5 0,-1 1 0,-3-1 0,0 0 0,0 2 0,0 0 0,-1 0 0,-1 2 0,22 18 0,-37-28 0,1 1 0,-1-1 0,1 0 0,-1 1 0,0-1 0,0 0 0,0 1 0,0 3 0,7 11 0,-7-15-12,0 0 0,1 1 1,-1-1-1,0 1 0,0-1 0,-1 1 0,1-1 0,0 1 1,-1-1-1,1 1 0,-1 0 0,0-1 0,0 1 0,0 0 1,0-1-1,-1 1 0,1-1 0,-1 1 0,0 0 0,1-1 1,-1 1-1,0-1 0,0 0 0,-1 1 0,1-1 0,0 0 1,-1 0-1,1 1 0,-1-1 0,-2 2 0,1-2-88,-1 3-290,-1-1 0,1 0 0,-1 0 0,0-1 0,0 1 0,0-1 0,-1-1 0,-6 4 0,3-2-754,-15 5-1690,8-6-2547,14-12-1903,4-8 2203,4 11 1838,-5 0-252</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39.486"/>
    </inkml:context>
    <inkml:brush xml:id="br0">
      <inkml:brushProperty name="width" value="0.035" units="cm"/>
      <inkml:brushProperty name="height" value="0.035" units="cm"/>
    </inkml:brush>
  </inkml:definitions>
  <inkml:trace contextRef="#ctx0" brushRef="#br0">33 2 1064,'0'0'8322,"-28"-1"2062,28 1-10257,0 0 0,0 0-1,0 0 1,-1 0 0,1 0 0,0 0 0,0 0-1,0 0 1,0 0 0,0 0 0,0 0 0,-1 0-1,1 0 1,0 0 0,0 0 0,0 0 0,0 0-1,0 0 1,0 0 0,-1 0 0,0 1 1648,1-1-1649,0 0 1,0 0 0,0 0 0,0 0 0,0 0-1,0 0 1,0 1 0,-1-1 0,1 0 0,0 0-1,0 0 1,0 0 0,0 0 0,0 0-1,0 1 1,14 8 6404,-12-4-6531,-2 0 0,-1-3 0,1 0 0,0 1 0,0-1 0,1 0 0,-1 0 0,0 0 0,1 0 0,-1 0 0,1 0 0,-1 0 0,1 0 0,0-1 0,0 1 0,0 0 0,0 0 0,2 2 0,-2-3 0,0-1 0,-1 1 0,1 0 0,-1 0 0,1 0 0,-1 0 0,1 0 0,-1 0 0,1 0 0,-1 0 0,0 0 0,1 1 0,-1-1 0,0 0 0,0 0 0,0 2 0,0 116 0,9-76 0,-9-33 0,1-1 0,1 1 0,0-1 0,0 1 0,1-1 0,0 0 0,8 17 0,-10-25-215,-1 0 1,1 0-1,-1 0 0,1 0 1,-1 0-1,0 0 1,1 0-1,-1 0 0,0 0 1,0 0-1,0 0 0,0 1 1,0-1-1,0 0 0,0 0 1,0 0-1,-1 0 1,1 0-1,0 0 0,-1 0 1,1 0-1,-1 0 0,1 0 1,-1 0-1,1 0 0,-1 0 1,0 0-1,1 0 0,-1 0 1,0-1-1,0 1 1,0 0-1,1 0 0,-1-1 1,0 1-1,0-1 0,0 1 1,0-1-1,-2 1 1,3 0 124,-10-7-10395,-8-3 3940,10 8 2580</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39.795"/>
    </inkml:context>
    <inkml:brush xml:id="br0">
      <inkml:brushProperty name="width" value="0.035" units="cm"/>
      <inkml:brushProperty name="height" value="0.035" units="cm"/>
    </inkml:brush>
  </inkml:definitions>
  <inkml:trace contextRef="#ctx0" brushRef="#br0">105 43 1880,'-2'0'351,"1"1"0,-1-1 0,0 0-1,1 1 1,-1-1 0,0 1-1,1-1 1,-1 1 0,1 0-1,-1-1 1,1 1 0,0 0 0,-1 0-1,1 0 1,-2 2 0,-15 8 2697,1-1-1195,15-9-1657,1 0-1,-1 0 1,1 0 0,-1 0-1,0 0 1,0 0-1,0 0 1,0 0-1,0-1 1,1 1-1,-1-1 1,-3 1-1,4-1-78,1 0 1,-1 0-1,0 0 0,0 0 0,1 0 0,-1 1 0,0-1 0,1 0 1,-1 0-1,0 1 0,1-1 0,-1 1 0,1-1 0,-1 0 1,1 1-1,-1-1 0,0 1 0,1-1 0,0 1 0,-1 0 1,1-1-1,-1 2 0,-2 9 4666,3-10-3896,0 0-725,0-1 1,0 1 0,1-1 0,-1 0-1,0 1 1,0-1 0,1 0 0,-1 0-1,0 1 1,1-1 0,-1 0 0,0 0-1,1 1 1,-1-1 0,1 0 0,-1 0-1,0 0 1,1 1 0,-1-1 0,1 0-1,-1 0 1,0 0 0,1 0 0,-1 0-1,1 0 1,0 0 0,145-11 2908,-77 6-3071,-48 3-198,34-5-1,-35 4-283,-12 2 198,22-4-3903,36-10-1,-57 12 2880,-1 0-1,0 0 1,0-1-1,10-5 0,-16 7 786,0 1 0,-1 0-1,1 0 1,0-1 0,0 1-1,-1-1 1,1 1 0,-1-1 0,1 0-1,-1 0 1,0 0 0,0 0-1,1 0 1,-1 0 0,-1 0-1,1 0 1,0 0 0,0 0-1,-1 0 1,1-1 0,-1-1-1</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0.219"/>
    </inkml:context>
    <inkml:brush xml:id="br0">
      <inkml:brushProperty name="width" value="0.035" units="cm"/>
      <inkml:brushProperty name="height" value="0.035" units="cm"/>
    </inkml:brush>
  </inkml:definitions>
  <inkml:trace contextRef="#ctx0" brushRef="#br0">51 26 1168,'0'0'1634,"-36"0"9612,22 1-9795,25 2-361,27-2 342,-34-2-1089,10-2 1191,-1 1-1,27-2 1,-16-1 640,-22 5-1789,8 0 477,-9 0-817,2-1 33,0 1 0,0 0-1,0 1 1,0-1 0,0 0 0,-1 1 0,1-1-1,5 3 1,-6-2-41,1 0 0,0-1 0,-1 1 0,1-1-1,0 0 1,0 0 0,-1 0 0,1 0 0,0 0 0,3-1-1,7 0 75,89 4 50,1-1-5248,-64-5-243,-37 3 4810,1 0 0,-1-1 1,0 1-1,0-1 1,1 0-1,-1 1 1,0-1-1,0 0 1,0 0-1,0-1 1,0 1-1,3-3 1,-4-6-5436</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1.551"/>
    </inkml:context>
    <inkml:brush xml:id="br0">
      <inkml:brushProperty name="width" value="0.035" units="cm"/>
      <inkml:brushProperty name="height" value="0.035" units="cm"/>
    </inkml:brush>
  </inkml:definitions>
  <inkml:trace contextRef="#ctx0" brushRef="#br0">63 99 1368,'-24'10'8553,"23"-9"-8223,-1 0-1,1-1 1,0 1 0,-1 0-1,1 0 1,0 0-1,-1 0 1,1 0 0,0 0-1,0 0 1,0 0 0,0 0-1,0 0 1,0 1 0,0 1-1,-6 3 2923,6-6-3048,0 1 0,1-1 0,-1 0 0,0 1 1,1-1-1,-1 0 0,1 1 0,-1-1 0,0 1 0,1-1 1,-1 1-1,1-1 0,-1 1 0,1-1 0,-1 1 0,1-1 1,0 1-1,-1 0 0,1-1 0,0 1 0,-1 0 0,1-1 1,0 1-1,0 0 0,0 0 0,0-1 0,0 1 0,-1 0 1,1-1-1,1 1 0,-1 0 0,0 0 0,0-1 0,0 1 1,0 0-1,0 0 0,1-1 0,-1 1 0,0 0 0,0-1 0,1 1 1,0 0-1,2 4 52,0 1 0,0-1 1,0 1-1,-1-1 0,1 1 1,-1 0-1,-1 0 0,1 0 1,-1 0-1,0 0 0,0 0 1,-1 0-1,0 1 0,-1 8 1,-7 18 97,-1 0-59,10-25-186,5-10 104,4-9-63,-5 9-140,0-1-1,0 0 1,-1 0 0,1 0-1,-1 0 1,0-1-1,0 0 1,0 0 0,-1 0-1,5-6 1,18-18 148,-23 25-139,0-1-1,0 1 1,0-1-1,0 1 1,0-1-1,-1 0 1,0 0-1,0 0 1,2-5 0,-2 4-4,0 1 1,0-1 0,0 1-1,1 0 1,0-1 0,0 1-1,5-5 1,18-17-16,-15 15 0,-11 10 0,0 1 0,0-1 0,1 1 0,-1-1 0,0 1 0,1-1 0,-1 1 0,0 0 0,1-1 0,-1 1 0,0 0 0,1-1 0,-1 1 0,1 0 0,-1 0 0,1-1 0,-1 1 0,1 0 0,-1 0 0,1 0 0,-1 0 0,1-1 0,-1 1 0,1 0 0,-1 0 0,1 0 0,-1 0 0,1 0 0,-1 0 0,1 1 0,-1-1 0,2 0 0,-2 0 0,8-1 0,-1-1 0,0 1 0,1 0 0,-1 1 0,13 0 0,-7 1 0,-11-1 0,-1 0 0,1 0 0,0 0 0,0 1 0,-1-1 0,1 1 0,0-1 0,-1 1 0,1 0 0,-1-1 0,1 1 0,-1 0 0,1 0 0,2 2 0,4 3 0,-8-6 0,1 0 0,-1 0 0,1 0 0,-1 1 0,1-1 0,-1 0 0,1 0 0,-1 1 0,1-1 0,-1 0 0,0 0 0,1 1 0,-1-1 0,1 1 0,-1-1 0,0 0 0,1 1 0,-1-1 0,0 1 0,0-1 0,1 1 0,-1-1 0,0 0 0,0 1 0,0-1 0,1 1 0,-1 0 0,0-1 0,0 1 0,0-1 0,0 1 0,0 0 0,0 1 0,8 10 0,-6-10 0,0 0 0,-1 1 0,1-1 0,-1 0 0,1 0 0,-1 1 0,0-1 0,0 1 0,0-1 0,0 1 0,0 5 0,8 17 0,-8-23 0,-1 0 0,1-1 0,0 1 0,0 0 0,0 0 0,0-1 0,0 1 0,0 0 0,0-1 0,0 1 0,1-1 0,-1 0 0,1 1 0,-1-1 0,1 0 0,-1 0 0,1 0 0,0 0 0,0 0 0,-1 0 0,1 0 0,0-1 0,0 1 0,0-1 0,0 1 0,0-1 0,3 0 0,8 0 0,0-1 0,0-1 0,0 0 0,-1-1 0,1-1 0,-1 1 0,0-2 0,13-6 0,-22 10 0,3-3 0,0 0 0,0 0 0,-1 0 0,1 0 0,-1-1 0,0 0 0,-1 0 0,7-9 0,-8 10 0,0-1 0,-1 1 0,1-1 0,-1 1 0,0-1 0,0 0 0,0 0 0,-1 0 0,1 0 0,0-7 0,-1-6 0,0-30 0,-1 27 0,0 21 0,0-1 0,0 1 0,0 0 0,0-1 0,0 1 0,0-1 0,0 1 0,0-1 0,-1 1 0,1-1 0,0 1 0,0-1 0,0 1 0,0 0 0,-1-1 0,1 1 0,0-1 0,-1 1 0,1 0 0,0-1 0,0 1 0,-1-1 0,-5-6 0,5 7 0,1-1 0,0 1 0,0 0 0,0-1 0,-1 1 0,1-1 0,0 1 0,-1 0 0,1-1 0,0 1 0,-1 0 0,1 0 0,0-1 0,-1 1 0,1 0 0,-1 0 0,1-1 0,0 1 0,-1 0 0,1 0 0,-1 0 0,1 0 0,-1 0 0,1 0 0,-1 0 0,1 0 0,-1 0 0,1 0 0,0 0 0,-1 0 0,1 0 0,-1 0 0,0 0 0,-3 5 0,1-4 0,3-1 0,0 0 0,0 0 0,0 0 0,-1 0 0,1 0 0,0 1 0,0-1 0,0 0 0,0 0 0,-1 0 0,1 0 0,0 0 0,0 0 0,0 0 0,0 0 0,-1 0 0,1 1 0,0-1 0,0 0 0,0 0 0,0 0 0,0 0 0,0 1 0,-1-1 0,1 0 0,0 0 0,0 0 0,0 0 0,0 1 0,0-1 0,0 0 0,0 0 0,0 0 0,0 1 0,0-1 0,0 0 0,0 0 0,0 1 0,-25 32 0,14 10 0,3-13 0,7-24 0,-1-1 0,1 1 0,-1 0 0,0-1 0,0 0 0,-5 8 0,4-7 0,0 0 0,1 0 0,-1 0 0,-2 12 0,3-11 0,0-1 0,0 1 0,-1 0 0,-6 11 0,6-14 0,1 0 0,0 0 0,1 0 0,-1 0 0,1 0 0,0 0 0,0 1 0,0-1 0,0 0 0,1 1 0,0-1 0,-1 0 0,2 1 0,0 4 0,0-1 0,1 1 0,0-1 0,0 0 0,1 0 0,0 0 0,6 10 0,0 1 0,-8-15 0,0-1 0,1 0 0,-1 0 0,1 0 0,0 0 0,0 0 0,3 4 0,-1-2 0,0 0 0,0 0 0,-1 1 0,0-1 0,1 1 0,1 8 0,5 7 0,17 10 0,-21-26 0,-7-9 0,0 3 0,-1 0 0,1 0 0,-1 0 0,1 0 0,0-1 0,0 1 0,-1-1 0,1 1 0,0-1 0,0 1 0,0-1 0,1 1 0,-1-1 0,0 0 0,1 0 0,-2-2 0,-5-14 0,4 11-377,-10-13-2369,12 19 2479,1 1 0,-1-1 0,0 0 0,0 0 0,1 0 1,-1 0-1,0 0 0,1 0 0,-1 0 0,1 0 0,-1 0 0,1 0 1,0 0-1,-1 0 0,1 0 0,0 0 0,0 0 0,0 0 1,0 0-1,0 0 0,0 0 0,0-2 0,11-21-5809,-3 8 2636,-5 11 2622,0 0 1,-1 1-1,1-1 1,1 1-1,4-5 1,13-20-2950,-12 15 2682,4-11-36,-12 24 1159,-1 0-1,0 0 1,0 0 0,1 0-1,-1 0 1,0 0 0,0-1 0,0 1-1,0 0 1,-1 0 0,1 0 0,0 0-1,0 0 1,-1 0 0,1-1 0,-1 1-1,1 0 1,-1 0 0,1 0 0,-1 0-1,-1-1 1,-2-6 968,-2 0 31,0 4-242,4 2-490,0 1 0,0-1-1,0 1 1,-1 0 0,1 0 0,0 0-1,0 0 1,-1 1 0,1-1 0,-1 0 0,1 1-1,0 0 1,-1 0 0,-2 0 0,-21-7 5330,19 1-1941,7 6-3614,0 0 0,0 0 0,0 0 0,0 0 0,0 0-1,0 0 1,0 0 0,0 0 0,0 0 0,-1 0 0,1 0 0,0 0 0,0 0 0,0 0 0,0 0 0,0 0 0,0 0 0,0 0 0,0 0-1,0 0 1,0 0 0,0 0 0,-1 0 0,1-1 0,0 1 0,0 0 0,0 0 0,0 0 0,0 0 0,0 0 0,0 0 0,0 0-1,0 0 1,0 0 0,0-1 0,0 1 0,0 0 0,0 0 0,0 0 0,0 0 0,0 0 0,0 0 0,0 0 0,0 0 0,0 0 0,0-1-1,0 1 1,0 0 0,0 0 0,0 0 0,0 0 0,1 0 0,-1 0 0,0 0 0,0 0 0,0 0 0,0 0 0,0 0 0,0-1 0,0 1-1,0 0 1,0 0 0,0 0 0,17-6 4661,-14 5-4517,0-1 1,1 1-1,-1-1 0,1 1 1,-1 0-1,1 1 1,-1-1-1,6 0 0,267-10-13,-276 11-211,1 0 0,0 0 0,-1 0 0,1 0 0,0 0 0,-1 0 0,1 1 0,-1-1 0,1 0 0,0 0 0,-1 0 0,1 1 0,-1-1 0,1 0 0,-1 1 0,1-1 0,-1 0 0,1 1 0,-1-1 0,1 1 0,-1-1 0,0 1 0,1-1 0,0 1 0,2 19 0,-3-18 0,-1-1 0,1 1 0,-1-1 0,1 0 0,-1 1 0,0-1 0,1 0 0,-1 1 0,0-1 0,0 0 0,0 0 0,0 0 0,0 0 0,0 0 0,-2 1 0,-7 11 0,6-9 0,1 0 0,-1 0 0,0 0 0,0 0 0,0-1 0,0 1 0,-1-1 0,-6 3 0,-42 22 0,24-18 0,0 0 0,-43 7 0,69-17-268,-1 0 0,1-1 1,0 1-1,0-1 0,0 1 0,-1-1 0,1 0 1,0-1-1,0 1 0,0 0 0,1-1 0,-1 0 1,0 1-1,0-1 0,-3-4 0,7 3-807,1-1-1,-1 1 1,1-1-1,0 1 1,0 0-1,0 0 1,1-1-1,-1 2 1,1-1-1,3-3 1,13-8-3817,31-18 0,-27 18 1986,-12 4 832</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2.299"/>
    </inkml:context>
    <inkml:brush xml:id="br0">
      <inkml:brushProperty name="width" value="0.035" units="cm"/>
      <inkml:brushProperty name="height" value="0.035" units="cm"/>
    </inkml:brush>
  </inkml:definitions>
  <inkml:trace contextRef="#ctx0" brushRef="#br0">0 308 720,'0'0'3452,"2"11"5243,16-13-966,7-1 1537,-10 7-7319,38 35-989,-52-38-958,0 0 0,0 1 0,0-1 0,0 0 0,0 1 0,0-1 0,-1 0 0,1 1 0,0-1 0,-1 1 0,0-1 0,1 1 0,-1-1 0,0 1 0,1 0 0,-1-1 0,0 3 0,-1 37 0,0-24 0,4-7 0,-2-10 0,-1 1 0,1 0 0,0 0 0,-1-1 0,0 1 0,1 0 0,-1 0 0,1 0 0,-1 0 0,0 0 0,0 0 0,1 0 0,-1 0 0,0-1 0,0 1 0,0 0 0,0 0 0,-1 2 0,3 1 0,5-3 0,2-2 0,-7 1 0,1-1 0,-1 0 0,0 0 0,1 0 0,-1 0 0,0 0 0,0 0 0,0-1 0,0 1 0,3-3 0,3-2 0,-4 3 0,0-1 0,0 1 0,0-1 0,0 1 0,0-1 0,-1 0 0,0 0 0,4-7 0,8-9 0,-2 7 0,-11 12 0,-1 0 0,0 0 0,0 0 0,0 1 0,0-1 0,0-1 0,0 1 0,-1 0 0,1 0 0,0 0 0,0 0 0,-1 0 0,1-1 0,-1 1 0,1-2 0,1-2 0,0 0 0,1 1 0,0-1 0,0 1 0,4-6 0,8-13 0,-13 20 0,0-1 0,1 1 0,-1 0 0,1 0 0,0 0 0,0 0 0,0 1 0,0-1 0,5-2 0,-7 2 0,-1 7 0,0-2 0,0 1 0,0-1 0,0 1 0,1 0 0,-1-1 0,1 1 0,0-1 0,0 1 0,-1-1 0,3 4 0,-2-5 0,0 1 0,-1-1 0,0 0 0,1 1 0,-1-1 0,0 0 0,1 1 0,-1-1 0,0 0 0,0 1 0,0-1 0,0 3 0,-1-3 0,1 0 0,0 0 0,0-1 0,0 1 0,0 0 0,0 0 0,0 0 0,0 0 0,1 0 0,-1 0 0,0 0 0,0-1 0,1 1 0,-1 0 0,0 0 0,1 0 0,-1-1 0,1 1 0,-1 0 0,1 0 0,0-1 0,0 2 0,17 20 0,-16-19 0,0 0 0,0 0 0,1 0 0,-1 0 0,1 0 0,0 0 0,0-1 0,3 3 0,1 0 0,-4-4 0,-1 1 0,1 0 0,-1-1 0,1 1 0,0-1 0,-1 0 0,1 0 0,0 0 0,0 0 0,0-1 0,0 1 0,0-1 0,4 1 0,7-2 0,-1 0 0,0-1 0,0 0 0,0-1 0,0-1 0,0 0 0,-1 0 0,0-1 0,0-1 0,17-10 0,-25 13 0,0 1 0,-1-1 0,1 0 0,0 0 0,-1-1 0,0 1 0,0-1 0,0 1 0,0-1 0,3-6 0,-2 0 0,0 0 0,0 0 0,2-13 0,-3 14 0,-2-2 0,0 0 0,-1 0 0,0 0 0,-1 0 0,0 0 0,0 0 0,-1 0 0,-6-17 0,1-3 0,2 9 0,-13-35 0,13 44 0,5 12 0,0 0 0,0 0 0,-1 0 0,1 0 0,0 0 0,-1 0 0,1 0 0,-1 0 0,1 0 0,-1 1 0,0-1 0,1 0 0,-1 0 0,0 1 0,1-1 0,-1 0 0,0 1 0,0-1 0,-1 0 0,0-4 0,2 2 0,0 12 0,0-6 0,1 0 0,-1 1 0,1-1 0,0 0 0,0 1 0,0-1 0,0 0 0,2 4 0,-2-4 0,1-1 0,-1 1 0,0 0 0,0 1 0,0-1 0,-1 0 0,1 0 0,0 4 0,-1-4 0,0 0 0,1 0 0,-1 0 0,1 0 0,0 0 0,0 0 0,0-1 0,0 1 0,1 0 0,3 4 0,-4-4 0,1-1 0,-1 1 0,1 0 0,-1-1 0,0 1 0,0 0 0,0 0 0,0 0 0,-1 0 0,2 5 0,-2 175 0,-1-179 0,1-1 0,-1 1 0,1 0 0,-1 0 0,0-1 0,-1 1 0,1-1 0,-1 1 0,-3 5 0,3-6 0,1 0 0,-1 1 0,1-1 0,-1 0 0,1 0 0,0 1 0,0-1 0,1 1 0,-1 5 0,1-8-19,0-1-1,0 1 1,0 0 0,0-1-1,0 1 1,0-1 0,1 1-1,-1-1 1,0 1 0,0-1-1,1 1 1,-1-1 0,0 1-1,1-1 1,-1 1 0,0-1-1,1 1 1,-1-1 0,1 0-1,-1 1 1,1-1 0,-1 0-1,1 1 1,-1-1 0,2 0-1,-2 1-36,1-1 1,-1 0-1,1 0 0,-1 0 0,0 1 0,1-1 1,-1 0-1,1 1 0,-1-1 0,0 0 0,1 1 1,-1-1-1,0 1 0,1-1 0,-1 0 0,0 1 1,1-1-1,-1 1 0,0-1 0,0 1 0,0-1 0,1 1 1,-1-1-1,0 1 0,0 0 0,10-2-7176,2-7 3613,1 0 0,-2-1 0,1 0 0,14-16 1,-23 14 91</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2.576"/>
    </inkml:context>
    <inkml:brush xml:id="br0">
      <inkml:brushProperty name="width" value="0.035" units="cm"/>
      <inkml:brushProperty name="height" value="0.035" units="cm"/>
    </inkml:brush>
  </inkml:definitions>
  <inkml:trace contextRef="#ctx0" brushRef="#br0">166 38 1344,'-70'6'8543,"52"-5"-7598,-12 1 5249,-16 0 6186,45-2-11476,11 1 1222,-5 1-2071,1 0 1,-1 0-1,1-1 0,-1 0 0,11 1 0,131-2-55,-132-1-210,0 0 0,0-2-1,22-6 1,-22 6-183,-1-1 0,1 2-1,22-2 1,-29 1-1374,-4-8-8365,-8-2-114,-2 8 8275,-3 5-1305</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3.945"/>
    </inkml:context>
    <inkml:brush xml:id="br0">
      <inkml:brushProperty name="width" value="0.035" units="cm"/>
      <inkml:brushProperty name="height" value="0.035" units="cm"/>
    </inkml:brush>
  </inkml:definitions>
  <inkml:trace contextRef="#ctx0" brushRef="#br0">157 8 48,'-2'-7'586,"-1"10"-182,-2 7-468,-19-5 2007,6 6 12520,46-11-9817,-25 0-4161,-2 0-335,0 1 0,0-1 0,-1 0 1,1 0-1,0 0 0,0 0 0,0 0 0,0 0 1,0 0-1,0 0 0,0 0 0,0-1 1,0 1-1,-1 0 0,1 0 0,0-1 0,0 1 1,0-1-1,0 1 0,-1 0 0,1-1 0,1-1 1,-2 2-48,1 0 0,-1 0 0,0 0 0,0 0 0,0 0 1,1-1-1,-1 1 0,0 0 0,0 0 0,0 0 0,1 0 1,-1 0-1,0 0 0,0 0 0,1 0 0,-1 0 0,0 0 1,0 0-1,1 0 0,-1 0 0,0 0 0,0 0 0,1 0 1,-1 0-1,0 0 0,0 0 0,0 1 0,1-1 0,-1 0 1,0 0-1,0 0 0,0 0 0,1 0 0,-1 1 0,-4 1 2104,-17 0-1223,14-1-984,5 3 0,2 2 0,1-4 0,-1 1 0,0-1 0,0 1 0,0-1 0,0 1 0,-1-1 0,1 1 0,-1-1 0,1 1 0,-1-1 0,0 1 0,0-1 0,-2 4 0,3-5 0,-12 41 0,8-30 0,4-9 0,-1 0 0,-1 0 0,1 0 0,0 0 0,-1 0 0,-3 5 0,-21 41 0,-1-7 0,1-14 0,19-23 0,6-5 0,1 0 0,0 0 0,0 1 0,0-1 0,0 0 0,-1 0 0,1 0 0,0 0 0,0 0 0,-1 0 0,1 0 0,0 1 0,0-1 0,-1 0 0,1 0 0,0 0 0,0 0 0,0 0 0,-1 0 0,1 0 0,0 0 0,0 0 0,-1 0 0,1-1 0,0 1 0,0 0 0,-1 0 0,1 0 0,0 0 0,0 0 0,0 0 0,-1 0 0,1 0 0,0-1 0,0 1 0,0 0 0,-1 0 0,1-1 0,2-3 0,-2 4 0,-1 0 0,2-1-23,1 0-556,-1-1-1,1 0 0,-1 0 0,1 0 0,-1 0 1,0 0-1,0 0 0,0 0 0,0 0 1,-1 0-1,1 0 0,-1 0 0,1 0 1,-1-1-1,1 1 0,-1 0 0,0 0 0,-1-5 1,10-35-13107,-9 31 9636</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4.424"/>
    </inkml:context>
    <inkml:brush xml:id="br0">
      <inkml:brushProperty name="width" value="0.035" units="cm"/>
      <inkml:brushProperty name="height" value="0.035" units="cm"/>
    </inkml:brush>
  </inkml:definitions>
  <inkml:trace contextRef="#ctx0" brushRef="#br0">27 96 984,'-26'1'22589,"25"3"-21289,17-5 613,-13 0-1771,0 0 1,0 0-1,0 0 1,0 0-1,0 1 1,0-1-1,5 0 1,-4 1-107,-1 0 0,0-1 0,1 1 0,-1-1 0,0 0 0,1 0 0,-1 0 0,4-2 0,22-10 166,-26 12-106,1-1 0,-1 1-1,1 0 1,-1-1-1,0 0 1,5-4-1,-7 5-34,1 0 0,-1 0 0,0-1 0,0 1 0,0-1 1,0 1-1,-1-1 0,1 1 0,0-1 0,-1 0 0,1 1 0,-1-1 0,1 0 0,-1 0 0,0 1 0,0-1 0,0 0 0,0-2 0,0 3-40,0 0 0,-1 0-1,1-1 1,-1 1 0,1 0 0,-1 0-1,1 0 1,-1 0 0,1 0 0,-1 0-1,0 0 1,0 0 0,0 0-1,0 0 1,1 0 0,-1 0 0,0 0-1,0 1 1,-1-1 0,1 0 0,0 1-1,0-1 1,0 1 0,0-1 0,0 1-1,-1 0 1,1-1 0,0 1 0,0 0-1,-1 0 1,1 0 0,-2 0 0,-3-1-23,1 1 0,-1 0 0,1 0 1,0 1-1,-1 0 0,-8 2 0,10-2-16,0 1-1,1 0 1,-1 0-1,1 0 1,-6 5-1,-16 7-571,24-13 442,0 0 0,0-1 1,0 1-1,0 0 0,0 0 1,0 0-1,0 0 0,0 0 0,0 0 1,1 0-1,-1 0 0,0 0 1,1 1-1,-1-1 0,1 0 1,-1 0-1,1 3 0,-4 14-4855,8-15 4011,-1-1-1,1 1 1,0-1 0,-1 0-1,1 0 1,0 0 0,0-1-1,8 3 1,1-1-754,0-1-208,-1 1 0,1-1 0,16 0 0,-12-2-463</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6.153"/>
    </inkml:context>
    <inkml:brush xml:id="br0">
      <inkml:brushProperty name="width" value="0.035" units="cm"/>
      <inkml:brushProperty name="height" value="0.035" units="cm"/>
    </inkml:brush>
  </inkml:definitions>
  <inkml:trace contextRef="#ctx0" brushRef="#br0">2 106 1464,'1'0'246,"-1"0"0,1 1 0,-1-1 0,0 0-1,1 0 1,-1 1 0,0-1 0,1 0 0,-1 0-1,0 1 1,1-1 0,-1 0 0,0 1 0,1-1-1,-1 0 1,0 1 0,0-1 0,1 0 0,-1 1-1,0-1 1,0 1 0,0-1 0,0 1 0,0-1-1,1 0 1,-1 1 0,0 0 0,3 21 5778,-3-19-5184,0 0 0,0 0 0,0 0 0,1-1 0,0 1 0,-1 0 0,3 5 0,-2-6-400,0 0 0,-1 0 0,1 0 0,-1 0 1,0 1-1,0-1 0,0 0 0,0 0 0,0 0 0,0 0 0,-1 3 0,1 6 1573,0 59 1383,-4-56-3123,-1 5 48,5 23 71,0-41-392,-1 0 0,1 0 0,-1-1 0,1 1 0,0 0 0,-1-1 0,0 1 0,1-1 0,-1 1 0,1-1 0,-1 1 0,0-1 0,1 1 0,-1-1 0,0 1 0,0-1 0,20-21 0,-17 20 0,0-1 0,1 0 0,-1 0 0,0 0 0,0 0 0,0-1 0,3-4 0,9-10 0,83-79 0,-84 83 0,1 1 0,19-13 0,-25 20 0,-7 4 0,-1 1 0,1 0 0,-1 0 0,1 0 0,-1-1 0,1 1 0,-1 0 0,1-1 0,-1 1 0,0 0 0,1-1 0,-1 1 0,0 0 0,1-1 0,-1 1 0,0-1 0,1 1 0,-1-1 0,0 1 0,0-1 0,0 1 0,1-1 0,-1 0 0,9 0 0,-1 2 0,-6-1 0,-1 0 0,0 1 0,1-1 0,-1 1 0,0-1 0,0 1 0,1-1 0,-1 1 0,0 0 0,0 0 0,0 0 0,0-1 0,0 1 0,0 0 0,0 0 0,0 1 0,0-1 0,-1 0 0,1 0 0,0 0 0,-1 0 0,1 1 0,0-1 0,-1 0 0,0 1 0,1-1 0,-1 0 0,0 1 0,0-1 0,0 0 0,0 2 0,1 1 0,-1 0 0,0 0 0,-1-1 0,1 1 0,-1 0 0,1 0 0,-1-1 0,0 1 0,-3 6 0,1 1 0,3-10 0,0 0 0,0 0 0,0 0 0,0-1 0,0 1 0,-1 0 0,1 0 0,0 0 0,-1 0 0,1-1 0,0 1 0,-1 0 0,1 0 0,-1-1 0,1 1 0,-1 0 0,0-1 0,0 2 0,-32 35 0,28-34 0,5-3 0,-1 1 0,1-1 0,-1 0 0,1 0 0,0 1 0,-1-1 0,1 0 0,0 1 0,-1-1 0,1 0 0,0 1 0,0-1 0,-1 0 0,1 1 0,0-1 0,0 1 0,0-1 0,-1 0 0,1 1 0,0-1 0,0 1 0,0-1 0,0 1 0,0-1 0,0 0 0,0 1 0,0-1 0,0 1 0,0-1 0,0 1 0,0-1 0,1 1 0,-1 3 0,26-24 0,-2 3 0,-1-2 0,26-25 0,-41 36 0,25-23 0,-29 29 0,0-1 0,0 0 0,0 0 0,-1-1 0,1 1 0,-1-1 0,6-7 0,-5 5 0,-3 6 0,13 11 0,-13-9 0,1-1 0,0 1 0,-1-1 0,1 1 0,-1 0 0,0 0 0,0 0 0,0-1 0,1 1 0,-2 0 0,2 3 0,6 9 0,-5 2 0,-2-15 0,0 1 0,0 0 0,0 0 0,0-1 0,-1 1 0,1 0 0,-1 0 0,1 0 0,-1 0 0,0 0 0,0 0 0,0 4 0,2-2 0,-1 0 0,1 0 0,-1 0 0,1 0 0,0 0 0,1 0 0,3 5 0,26-8 0,-23-2 0,0 0 0,0 0 0,-1-1 0,1 0 0,13-5 0,-8 3 0,-8 2 0,20-6 0,1-1 0,-1-1 0,45-25 0,-61 29 0,-2 1 0,0 0 0,0-1 0,8-6 0,-15 11 0,1-1 0,0 0 0,-1 0 0,1 0 0,-1 0 0,1 0 0,-1 0 0,0 0 0,0 0 0,0-1 0,0 1 0,0 0 0,-1 0 0,1-1 0,0 1 0,-1-1 0,0-2 0,5-8 0,-4 13 0,-1-1 0,1 0 0,-1 0 0,1 0 0,-1 1 0,1-1 0,-1 0 0,0 0 0,1 0 0,-1 0 0,0 0 0,0 0 0,0 0 0,0 0 0,0 0 0,0 0 0,0 0 0,0 0 0,0 0 0,0 0 0,-1 0 0,1 0 0,0 1 0,-1-1 0,1 0 0,0 0 0,-1 0 0,1 0 0,-1 0 0,0 1 0,1-1 0,-1 0 0,0 1 0,0-2 0,-1 1 0,1 0 0,-1 0 0,1 1 0,-1-1 0,0 0 0,1 1 0,-1-1 0,0 1 0,1 0 0,-1-1 0,0 1 0,1 0 0,-1 0 0,0 0 0,0 0 0,1 1 0,-1-1 0,0 0 0,-1 1 0,-36 9 0,36-9 0,-17 10 0,15-9 0,0 1 0,1-1 0,0 1 0,-1 0 0,1 0 0,0 0 0,0 0 0,-4 6 0,-19 13 0,25-20 0,0-1 0,0 0 0,1 1 0,-1-1 0,0 1 0,1 0 0,-1 0 0,0-1 0,1 1 0,0 0 0,0 0 0,-1 0 0,1 1 0,0-1 0,1 0 0,-1 0 0,-1 5 0,-6 15 0,9-16 0,-1-6 0,0 0 0,1 1 0,-1-1 0,0 1 0,0-1 0,1 0 0,-1 1 0,0-1 0,1 1 0,-1-1 0,0 0 0,1 0 0,-1 1 0,1-1 0,-1 0 0,0 0 0,1 1 0,-1-1 0,1 0 0,-1 0 0,1 0 0,-1 0 0,1 0 0,-1 1 0,1-1 0,-1 0 0,1 0 0,-1 0 0,1 0 0,-1-1 0,0 1 0,1 0 0,-1 0 0,1 0 0,-1 0 0,1 0 0,0-1 0,9 1 0,0-1 0,0 0 0,0 0 0,0-1 0,-1-1 0,1 0 0,17-7 0,7-2 0,-27 9 0,-1 0 0,0 0 0,1-1 0,5-4 0,-5 3 0,-1 5 0,-3 5 0,20 16 0,-21-17 0,-1-2 0,1 0 0,-1 0 0,0 0 0,0-1 0,1 1 0,0 0 0,-1-1 0,1 1 0,0-1 0,-1 0 0,1 1 0,0-1 0,3 2 0,22-5 0,0-1 0,0-1 0,-1-2 0,1 0 0,-2-2 0,1 0 0,41-21 0,-51 21 0,-1 0 0,0-1 0,0 0 0,-1-1 0,0-1 0,-1 0 0,23-26 0,-28 21 0,-8 16 0,0 0 0,0 0 0,0 0 0,0 0 0,0 0 0,0 0 0,0-1 0,0 1 0,0 0 0,0 0 0,0 0 0,0 0 0,0 0 0,0 0 0,0 0 0,0 0 0,0 0 0,0 0 0,0-1 0,0 1 0,0 0 0,0 0 0,0 0 0,0 0 0,0 0 0,0 0 0,0 0 0,-1 0 0,1 0 0,0 0 0,0 0 0,0 0 0,0 0 0,0 0 0,0 0 0,0 0 0,0 0 0,0 0 0,0 0 0,0 0 0,-1 0 0,1 0 0,0 0 0,0 0 0,0 0 0,0 0 0,0 0 0,0 0 0,0 0 0,0 0 0,0 0 0,0 0 0,-1 0 0,1 0 0,0 0 0,0 0 0,0 0 0,0 0 0,0 0 0,0 0 0,0 0 0,0 0 0,0 0 0,0 0 0,0 0 0,0 1 0,0-1 0,0 0 0,0 0 0,-14 4 0,-9 4 0,-15 19 0,28-21 0,1 0 0,0 0 0,-13 13 0,14-12 0,5-5 0,1 1 0,-1 0 0,0 0 0,1 0 0,0 0 0,0 1 0,-3 6 0,-9 13 0,9-17 0,3-4 0,0 0 0,0 0 0,0 1 0,0-1 0,1 1 0,-1-1 0,1 1 0,0-1 0,0 1 0,-1 0 0,2 0 0,-1-1 0,0 1 0,0 5 0,1-5 0,-1 0 0,1 1 0,-1-1 0,0 1 0,0-1 0,0 0 0,-2 5 0,2-7 0,0 1 0,0 0 0,0-1 0,1 1 0,-1 0 0,1 0 0,-1 0 0,1-1 0,-1 1 0,1 0 0,0 0 0,0 0 0,0 0 0,0 0 0,0 0 0,1 0 0,-1-1 0,1 1 0,-1 0 0,1 0 0,-1 0 0,1-1 0,1 3 0,6 7 0,0-1 0,1 0 0,10 9 0,15 17 0,-16-1 0,-16-31 0,1 0 0,-1 0 0,0 0 0,0 0 0,0 1 0,-1-1 0,2 7 0,-3-9 0,0-1 0,0 0 0,0 0 0,0 0 0,-1 0 0,1 0 0,0 0 0,-1 1 0,1-1 0,-1 0 0,1 0 0,-1 0 0,1 0 0,-1 0 0,0-1 0,1 1 0,-1 0 0,0 0 0,0 0 0,0 0 0,-1 0 0,0 1 0,-1-1 0,0 0 0,1 0 0,-1 0 0,0 0 0,0 0 0,0 0 0,-4 0 0,-2-1 0,-1 1 0,1-1 0,0-1 0,-18-3 0,8 1 0,-20-5 0,12-1 0,22 8 0,1 0 0,-1 0 0,1-1 0,-1 0 0,1 1 0,-5-4 0,7 3 0,-1 1 0,1-1 0,-1 0 0,1 0 0,0 0 0,0 0 0,-4-5 0,6 7 0,-1-1 0,1 0 0,0 1 0,-1-1 0,1 0 0,0 0 0,0 1 0,0-1 0,-1 0 0,1 0 0,0 0 0,0 1 0,0-1 0,0 0 0,0 0 0,1 1 0,-1-1 0,0 0 0,0 0 0,0 0 0,1 1 0,-1-1 0,0 0 0,1 1 0,-1-1 0,0 0 0,1 1 0,-1-1 0,1 0 0,-1 1 0,1-1 0,0 1 0,0-1 0,10-10 0,1 1 0,0 0 0,1 1 0,17-9 0,29-9 0,1 3 0,121-30 0,-55 18 0,-21 3 0,-35 11 0,-49 15 0,-13 5 0,0-1 0,1 0 0,14-9 0,-9 5 0,-1 0 0,19-6 0,-30 13 0,14-5 0,-16 5 0,1 0 0,-1 0 0,0 0 0,0 0 0,0 0 0,1 0 0,-1 0 0,0 0 0,0 0 0,1 0 0,-1 0 0,0 0 0,0 0 0,1 0 0,-1 0 0,0-1 0,0 1 0,0 0 0,1 0 0,-1 0 0,0 0 0,0 0 0,0 0 0,1-1 0,-1 1 0,0 0 0,0 0 0,0 0 0,0-1 0,0 1 0,0 0 0,1 0 0,-1 0 0,0-1 0,0 1 0,0 0 0,0 0 0,0-1 0,0 1 0,0 0 0,0-1 0,-8 2 0,1 1 0,0 0 0,-1 0 0,1 0 0,-8 5 0,-10 3 0,1 1 0,0 1 0,1 2 0,-27 19 0,5 5 0,23-19 0,18-16 0,1-1 0,-1 1 0,1 0 0,0-1 0,0 2 0,0-1 0,1 0 0,-1 0 0,1 1 0,-4 6 0,5-7 0,0-1 0,0 1 0,0 0 0,0 0 0,0 0 0,1 0 0,-1 0 0,1 0 0,0 5 0,0-7 0,1 0 0,-1 0 0,0 1 0,1-1 0,0 0 0,-1 0 0,1 0 0,0 0 0,-1 0 0,1 0 0,0 0 0,0 0 0,0-1 0,0 1 0,0 0 0,0 0 0,0-1 0,0 1 0,0-1 0,0 1 0,0-1 0,0 1 0,0-1 0,0 1 0,2-1 0,2 1-320,0 0 0,0 0 0,0-1 0,0 0 0,0 0 0,0 0 0,0 0 0,9-2-1,40-13-4160,-49 14 4181,176-47-20333,-154 41 16633</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7.640"/>
    </inkml:context>
    <inkml:brush xml:id="br0">
      <inkml:brushProperty name="width" value="0.035" units="cm"/>
      <inkml:brushProperty name="height" value="0.035" units="cm"/>
    </inkml:brush>
  </inkml:definitions>
  <inkml:trace contextRef="#ctx0" brushRef="#br0">298 451 1728,'19'-6'6087,"23"-26"1393,-32 28-5969,-9 4-1311,0 0 1,0 0-1,0 0 1,0-1-1,0 1 1,0 0-1,0-1 1,0 1-1,-1-1 1,1 1-1,0-1 1,0 0 0,0 1-1,0-2 1,4-5 768,-3 4-174,0 0 1,0-1 0,-1 1-1,1 0 1,-1-1-1,0 1 1,0-1 0,1-3-1,-2 6-649,0 0 1,0-1-1,0 1 0,0 0 0,0 0 0,-1 0 0,1-1 1,0 1-1,-1 0 0,1 0 0,-1 0 0,0 0 1,1-1-1,-1 1 0,0 0 0,1 0 0,-1 0 0,0 1 1,0-1-1,0 0 0,0 0 0,0 0 0,0 1 0,0-1 1,0 0-1,0 1 0,0-1 0,0 1 0,-1-1 1,1 1-1,0 0 0,-3-1 0,4 1-146,-14-5 0,-1 1 0,-17-2 0,5 8 0,0 1 0,0 2 0,0 1 0,0 1 0,1 1 0,-45 20 0,65-25 0,1 0 0,0 0 0,0 0 0,1 1 0,-1-1 0,1 1 0,-6 6 0,0 0 0,-15 18 0,25-28 0,0 0 0,-1 1 0,1-1 0,0 0 0,0 1 0,-1-1 0,1 0 0,0 1 0,0-1 0,0 0 0,-1 1 0,1-1 0,0 1 0,0-1 0,0 0 0,0 1 0,0-1 0,0 1 0,0-1 0,0 0 0,0 1 0,0-1 0,0 1 0,0-1 0,0 0 0,0 1 0,0-1 0,0 1 0,0-1 0,1 0 0,-1 1 0,0-1 0,0 0 0,0 1 0,1-1 0,-1 0 0,0 1 0,0-1 0,1 0 0,-1 1 0,0-1 0,1 0 0,-1 0 0,0 1 0,2-1 0,16 6 0,-14-5 0,3 0 0,0 0 0,0 0 0,1 0 0,-1-1 0,0 0 0,0 0 0,0 0 0,1-1 0,-1-1 0,9-2 0,5-2 0,-1-1 0,25-12 0,-38 15 0,1-1 0,-1 0 0,0-1 0,0 0 0,0 0 0,-1 0 0,0-1 0,0 1 0,-1-2 0,7-9 0,-8 10 0,-1-1 0,1 0 0,2-13 0,3-4 0,8-41 0,-11 44 0,5-30 0,-3 13 0,-3 15 0,7-23 0,-11 31 0,-2 14 0,1 1 0,0-1 0,0 1 0,0-1 0,0 1 0,0-1 0,0 1 0,1 0 0,-1-1 0,0 1 0,1-1 0,0-1 0,3 1 0,-8 6 0,2-2 0,0-1 0,0 1 0,0 0 0,1 0 0,-1 0 0,0 0 0,1 0 0,0 0 0,-1 0 0,0 3 0,1-1 0,0 0 0,-1-1 0,1 1 0,-1-1 0,0 0 0,-3 5 0,0 0 0,1 0 0,2-6 0,1 1 0,0-1 0,-1 0 0,1 1 0,0-1 0,0 1 0,0 0 0,1-1 0,-2 6 0,2-4 0,-1-1 0,0 1 0,0-1 0,-1 0 0,1 1 0,-1-1 0,0 0 0,1 0 0,-4 3 0,-6 13 0,1 2 0,8-18 0,0 1 0,0-1 0,1 1 0,-1 0 0,1-1 0,0 1 0,0 0 0,0 0 0,-1 7 0,2-5 0,-1 1 0,0-1 0,-1 1 0,1-1 0,-1 0 0,-4 9 0,4-10 0,-1 1 0,1 0 0,1 0 0,-1 0 0,1 1 0,-1 7 0,-6 40 0,8-47 0,0 0 0,1-1 0,0 1 0,1 0 0,0-1 0,0 1 0,0-1 0,0 1 0,4 5 0,-5-10 0,-1-1 0,1 0 0,-1 0 0,1 0 0,0 1 0,-1-1 0,1 0 0,0 0 0,0 0 0,-1 0 0,1 0 0,0 0 0,0-1 0,0 1 0,2 1 0,1 1 0,-4-2 0,0-1 0,0 0 0,1 1 0,-1-1 0,0 1 0,1-1 0,-1 0 0,0 1 0,0-1 0,1 0 0,-1 1 0,1-1 0,-1 0 0,0 0 0,1 1 0,-1-1 0,1 0 0,-1 0 0,1 0 0,-1 1 0,0-1 0,1 0 0,-1 0 0,1 0 0,-1 0 0,1 0 0,-1 0 0,1 0 0,-1 0 0,1 0 0,-1 0 0,1 0 0,-1 0 0,1-1 0,-1 1 0,1 0 0,0 0 0,11-1 0,-1 0 0,1-1 0,0 0 0,-1-1 0,1 0 0,-1-1 0,0 0 0,0-1 0,0 0 0,12-8 0,9-3 0,-25 13 0,0 0 0,-1-1 0,0 0 0,0 0 0,10-7 0,-13 8 0,0 1 0,0-1 0,0 1 0,0 0 0,0 0 0,1 0 0,3-1 0,26-14 0,-8 22 0,-18-3 0,-1 1 0,1 0 0,0 0 0,-1 1 0,7 4 0,-7-5 0,1 0 0,-6-2 0,1-1 0,-1 0 0,0 1 0,0-1 0,0 1 0,0-1 0,0 1 0,0 0 0,-1-1 0,1 1 0,0 0 0,0 0 0,0-1 0,-1 1 0,1 0 0,0 0 0,0 2 0,11 7 0,-12-9 0,1-1 0,-1 0 0,1 0 0,-1 0 0,1 0 0,-1 0 0,1 1 0,-1-1 0,1 0 0,-1 0 0,1 0 0,-1-1 0,1 1 0,-1 0 0,1 0 0,0 0 0,-1 0 0,0 0 0,1-1 0,-1 1 0,1 0 0,-1 0 0,1-1 0,-1 1 0,1 0 0,-1-1 0,0 1 0,1 0 0,-1-1 0,0 1 0,1-1 0,-1 1 0,1-1 0,-1 1 0,1-1-184,0 0 1,-1 1-1,1-1 0,0 0 0,0 0 1,-1 0-1,1 0 0,0 0 0,-1 0 1,1 0-1,-1 0 0,1-1 0,-1 1 1,0 0-1,1 0 0,-1 0 0,0-2 1,7-15-3632,-4 13 2004,1 0 0,-1 0 0,-1 0 0,1 0-1,-1-1 1,0 1 0,0-1 0,1-9 0,1 1-2124,3-2-715</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8.139"/>
    </inkml:context>
    <inkml:brush xml:id="br0">
      <inkml:brushProperty name="width" value="0.035" units="cm"/>
      <inkml:brushProperty name="height" value="0.035" units="cm"/>
    </inkml:brush>
  </inkml:definitions>
  <inkml:trace contextRef="#ctx0" brushRef="#br0">56 28 1768,'0'-1'303,"0"1"1,0-1-1,0 1 0,0-1 0,0 1 0,0-1 0,0 0 0,1 1 0,-1-1 0,0 1 0,0-1 0,1 1 0,-1 0 0,0-1 0,0 1 0,1-1 0,-1 1 1,0-1-1,2 0 0,15-5 3209,-3 2-903,-1 6 11666,-17 1-14147,-43 17 4285,47-19-4413,0-1 0,0 0 0,0 0 0,-1 1 0,1-1 0,0 0 0,0 0 0,-1 1 0,1-1 0,0 0 0,-1 0 0,1 0 0,0 0 0,-1 1 0,1-1 0,0 0 0,-1 0 0,1 0 0,0 0 0,-1 0 0,1 0 0,-1 0 0,1 0 0,0 0 0,-1 0 0,1 0 0,0 0 0,-1 0 0,1 0 0,0 0 0,-1-1 0,1 1 0,0 0 0,-1 0 0,1-1 0,-3 1 0,0 4 0,-8-1 0,11-3 0,0 0 0,-1 0 0,1 0 0,0 0 0,0 0 0,-1 0 0,1 0 0,0 0 0,0 0 0,-1 1 0,1-1 0,0 0 0,0 0 0,0 0 0,-1 0 0,1 0 0,0 0 0,0 1 0,0-1 0,0 0 0,-1 0 0,1 0 0,0 0 0,0 1 0,0-1 0,0 0 0,0 0 0,0 0 0,0 1 0,-1-1 0,1 0 0,0 0 0,0 1 0,0-1 0,0 0 0,0 0 0,0 1 0,0-1 0,0 0 0,0 0 0,0 0 0,0 1 0,0-1 0,1 0 0,-1 0 0,0 1 0,0-1 0,0 0 0,0 0 0,-1 3 0,11-6 0,-3 3 0,-4-4 0,1 2 0,-8-2 0,4 3 0,0 1 0,0 0 0,0 0 0,-1-1 0,1 1 0,0 0 0,0-1 0,0 1 0,0 0 0,0 0 0,0-1 0,0 1 0,0 0 0,0-1 0,0 1 0,1 0 0,-1 0 0,0-1 0,0 1 0,0 0 0,0 0 0,0-1 0,0 1 0,0 0 0,1 0 0,-1-1 0,0 1 0,0 0 0,0 0 0,1-1 0,3-1 0,-4 1 0,12-9 0,29-5 0,-32 14 0,-3 2 0,-12 2 0,-17 5 0,22-7 0,-1 0 0,0-1 0,1 1 0,-1-1 0,0 0 0,0 1 0,1-1 0,-1 0 0,-3 0 0,-20 7-2532,22-6 1960,-1 1 0,0-1 1,0 1-1,0-1 0,0 0 1,0-1-1,-5 1 0,5-2-2147,8 0-752,16-5-4202,-5 2 2371,-7 0 1687</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9.224"/>
    </inkml:context>
    <inkml:brush xml:id="br0">
      <inkml:brushProperty name="width" value="0.035" units="cm"/>
      <inkml:brushProperty name="height" value="0.035" units="cm"/>
    </inkml:brush>
  </inkml:definitions>
  <inkml:trace contextRef="#ctx0" brushRef="#br0">18 4 712,'-1'-1'457,"0"1"0,0 0-1,0 0 1,0 1 0,0-1-1,0 0 1,0 0 0,0 0 0,0 1-1,0-1 1,0 0 0,0 1-1,0-1 1,-3 8 9239,32 8 5590,5 6-14607,-19-16-679,-12-5 0,-1-1 0,1 1 0,0-1 0,-1 1 0,1 0 0,-1 0 0,1-1 0,-1 1 0,0 0 0,3 3 0,15 9 0,-17-11 0,1-1 0,-1 1 0,1-1 0,-1 1 0,0 0 0,0 0 0,0 0 0,0 0 0,0 0 0,0 0 0,1 3 0,11 12 0,-12-16 0,-1 0 0,1 1 0,-1-1 0,1 0 0,-1 0 0,0 1 0,0-1 0,0 1 0,0-1 0,0 1 0,0 0 0,0-1 0,0 1 0,-1 0 0,1 0 0,0-1 0,-1 1 0,0 0 0,1 0 0,-1 0 0,0 0 0,0-1 0,0 1 0,0 0 0,0 0 0,-1 0 0,0 2 0,-1 1 0,0 1 0,-1-1 0,0 0 0,0 0 0,0 0 0,0 0 0,-1 0 0,0-1 0,0 1 0,-7 4 0,10-8 0,-1 0 0,1 0 0,0 0 0,-1 1 0,1-1 0,0 0 0,0 0 0,0 1 0,0-1 0,0 1 0,0-1 0,0 1 0,1-1 0,-2 3 0,2-4 0,0 0 0,0 1 0,0-1 0,0 0 0,0 0 0,0 0 0,0 0 0,0 1 0,0-1 0,0 0 0,0 0 0,0 0 0,0 0 0,0 0 0,0 1 0,0-1 0,0 0 0,0 0 0,0 0 0,1 0 0,-1 0 0,0 1 0,0-1 0,0 0 0,0 0 0,0 0 0,0 0 0,1 0 0,-1 0 0,0 0 0,0 0 0,0 1 0,0-1 0,0 0 0,1 0 0,-1 0 0,0 0 0,0 0 0,0 0 0,0 0 0,0 0 0,1 0 0,-1 0 0,0 0 0,0 0 0,0 0 0,0 0 0,1 0 0,-1 0 0,0 0 0,0 0 0,0-1 0,0 1 0,0 0 0,1 0 0,-1 0 0,0 0 0,0 0 0,10-7 0,-9 6 0,3-1 0,-1 0 0,1 0 0,-1 0 0,0 0 0,0-1 0,0 1 0,0-1 0,0 0 0,0 1 0,3-7 0,26-39 0,-24 35 0,6-6 0,19-22 0,-10 14 0,-4-10 0,-12 30 0,0 2 0,-5 4 0,-1 0 0,1 0 0,0-1 0,0 1 0,0 0 0,1 0 0,-1 1 0,0-1 0,0 0 0,0 1 0,1-1 0,-1 1 0,0 0 0,0 0 0,5 0 0,10 0 0,0 0 0,-1 2 0,1 0 0,24 6 0,-39-8 0,0 0 0,0 1 0,-1-1 0,1 1 0,0 0 0,-1-1 0,1 1 0,-1 0 0,1 0 0,-1 0 0,1 0 0,-1 0 0,1 1 0,-1-1 0,0 0 0,0 1 0,0-1 0,0 1 0,0-1 0,0 1 0,0-1 0,0 1 0,0-1 0,-1 1 0,1 0 0,0 3 0,-1-2 0,-1-1 0,1 1 0,0 0 0,-1-1 0,0 1 0,0-1 0,0 1 0,0-1 0,0 1 0,0-1 0,-1 0 0,1 0 0,-1 1 0,1-1 0,-1 0 0,0 0 0,-3 2 0,-8 7 0,0 0 0,0-2 0,-18 10 0,14-8 0,17-11 0,-1 0 0,1 1 0,0-1 0,-1 0 0,1 0 0,-1 1 0,1-1 0,-1 0 0,1 0 0,0 0 0,-1 0 0,1 0 0,-1 0 0,1 0 0,-1 0 0,1 0 0,-1 0 0,1 0 0,-1 0 0,1 0 0,-1 0 0,1 0 0,0 0 0,-1 0 0,1-1 0,-1 1 0,1 0 0,-1 0 0,1 0 0,0-1 0,-1 1 0,1 0 0,0-1 0,-1 1 0,1 0 0,0-1 0,-1 1 0,1 0 0,0-1 0,0 1 0,-1-1 0,1 1 0,0-1 0,0 0 0,16-16 0,-12 11 0,0 0 0,1 0 0,0 0 0,0 1 0,0-1 0,1 1 0,-1 0 0,1 1 0,11-7 0,67-32 0,-64 34 0,26-6 0,-23 8 0,-19 6 0,3-1 0,16 5 0,-16-1 0,-1 0 0,1 0 0,0 0 0,-1 0 0,1 1 0,-1 0 0,8 6 0,-12-8 0,0 1 0,0-1 0,0 1 0,0 0 0,0 0 0,0 0 0,0 0 0,-1 0 0,1 0 0,-1 0 0,0 1 0,0-1 0,0 0 0,0 1 0,0-1 0,0 1 0,0-1 0,-1 1 0,0 0 0,1 4 0,-6 12 0,1-6 0,1 2 0,3-14 0,-1-1 0,1 0 0,0 1 0,0-1 0,0 1 0,0-1 0,0 0 0,0 1 0,0-1 0,0 1 0,0-1 0,0 0 0,0 1 0,0-1 0,0 1 0,0-1 0,0 0 0,0 1 0,1-1 0,-1 1 0,0-1 0,0 0 0,0 1 0,1-1 0,-1 0 0,0 1 0,1-1 0,-1 0 0,0 1 0,0-1 0,1 0 0,-1 0 0,0 1 0,1-1 0,0 0 0,2 3-974,9-20-20583,-12 16 21210,0 1-1,0-1 1,1 0-1,-1 1 1,0-1 0,0 0-1,0 1 1,0-2 0,0-4-4491</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9.485"/>
    </inkml:context>
    <inkml:brush xml:id="br0">
      <inkml:brushProperty name="width" value="0.035" units="cm"/>
      <inkml:brushProperty name="height" value="0.035" units="cm"/>
    </inkml:brush>
  </inkml:definitions>
  <inkml:trace contextRef="#ctx0" brushRef="#br0">1 1 312,'17'6'12664,"-8"-4"-11566,0-1-1,1 1 1,-1-2-1,0 1 1,1-1-1,13-2 1,-12 1-277,0 0-1,-1 1 1,1 1 0,13 1 0,-14 0-618,1-1 0,-1 0 0,11 0 0,-21-1-225,0 0 0,0 0 0,0 0 0,0 0 0,0 0 1,0 0-1,0 0 0,0 0 0,0 0 0,0 0 0,-1 0 0,1 0 1,0 0-1,0 0 0,0 0 0,0 0 0,0 0 0,0 0 0,0 0 0,0 0 1,0 0-1,0 0 0,0 0 0,0 1 0,0-1 0,0 0 0,0 0 0,0 0 1,0 0-1,0 0 0,0 0 0,0 0 0,0 0 0,0 0 0,0 0 1,0 0-1,0 0 0,0 0 0,0 0 0,0 0 0,0 1 0,0-1 0,0 0 1,0 0-1,0 0 0,0 0 0,0 0 0,0 0 0,0 0 0,0 0 1,0 0-1,0 0 0,0 0 0,0 0 0,0 0 0,0 0 0,0 0 0,0 0 1,0 0-1,1 1 0,-4 0-2216</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49.657"/>
    </inkml:context>
    <inkml:brush xml:id="br0">
      <inkml:brushProperty name="width" value="0.035" units="cm"/>
      <inkml:brushProperty name="height" value="0.035" units="cm"/>
    </inkml:brush>
  </inkml:definitions>
  <inkml:trace contextRef="#ctx0" brushRef="#br0">26 71 1648,'-5'6'1484,"3"-3"-541,0-1-1,0 1 1,0-1-1,0 0 1,-1 1-1,-5 3 2916,34-6 1809,2-2-2225,46-7 1,-30 3-2988,-37 4-828,0 1 0,0-1-1,0 0 1,13-6 0,25-16-4874,-6 3-1384,-22 11 2654,1-1-289</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50.278"/>
    </inkml:context>
    <inkml:brush xml:id="br0">
      <inkml:brushProperty name="width" value="0.035" units="cm"/>
      <inkml:brushProperty name="height" value="0.035" units="cm"/>
    </inkml:brush>
  </inkml:definitions>
  <inkml:trace contextRef="#ctx0" brushRef="#br0">288 16 144,'12'-5'6936,"10"-6"14226,-35 12-20751,0 1 1,1 0-1,-1 0 0,1 1 1,-1 1-1,1 0 1,0 1-1,1 0 0,-1 1 1,-20 14-1,30-18-411,-1 0 0,1 1 0,0-1 0,0 0 0,0 1 0,1-1 0,-1 1 0,0-1 0,1 1 0,0 0 0,0 0 0,0-1 0,0 1 0,0 0 0,0 0 0,1 0 0,-1 0 0,1 5 0,0 1 0,-1-7 0,1 0 0,0-1 0,0 1 0,0 0 0,0 0 0,0 0 0,0-1 0,0 1 0,1 0 0,-1-1 0,1 1 0,-1 0 0,1-1 0,0 1 0,0 0 0,-1-1 0,1 1 0,3 2 0,6 6 0,-7-6 0,0-1 0,0 0 0,1 0 0,0 0 0,5 3 0,135 74 0,-135-75 0,22 16 0,-31-21 0,1 1 0,0-1 0,-1 1 0,1 0 0,-1-1 0,1 1 0,-1-1 0,1 1 0,-1 0 0,1 0 0,-1-1 0,0 1 0,1 0 0,-1 0 0,0-1 0,0 1 0,1 0 0,-1 0 0,0 0 0,0-1 0,0 1 0,0 0 0,0 0 0,0 0 0,0 0 0,0-1 0,-1 1 0,1 0 0,0 0 0,0-1 0,-1 1 0,1 0 0,0 0 0,-1-1 0,0 2 0,-4 2 0,1-1 0,-1 0 0,0 0 0,0-1 0,0 1 0,0-1 0,0 0 0,0-1 0,0 1 0,-1-1 0,-5 1 0,-17 5 0,8-3 0,0 0 0,1-1 0,-38 0 0,-18 4 0,67-7 0,0 1 0,0-1 0,-14-1 0,19 0 0,1 1 0,-1 0 0,0-1 0,0 1 0,1-1 0,-1 0 0,1 0 0,-1 0 0,1 0 0,-1 0 0,1-1 0,-1 1 0,-3-4 0,6 4 0,0 1 0,-1-1 0,1 0 0,-1 1 0,1-1 0,0 0 0,0 0 0,-1 0 0,1 1 0,0-1 0,0 0 0,0 0 0,0 0 0,0 1 0,0-1 0,0 0 0,0 0 0,1 0 0,-1 1 0,0-1 0,0 0 0,0 0 0,1 1 0,-1-1 0,1 0 0,-1 0 0,0 1 0,1-1 0,-1 0 0,1 1 0,0-1 0,0 0 0,23-19 0,-18 15 0,44-34 0,2 1 0,87-46 0,-109 65 0,-25 15 0,0 0 0,1 0 0,0 1 0,0 0 0,7-3 0,3 4 0,-16-1 0,0 2 0,-1 1 0,1 0 0,-1-1 0,1 1 0,-1 0 0,1 0 0,-1-1 0,1 1 0,-1 0 0,1 0 0,-1 0 0,0 0 0,1 0 0,-1 0 0,1-1 0,-1 2 0,1-1 0,-1 0 0,0 0 0,1 0 0,-1 0 0,1 0 0,-1 0 0,1 0 0,-1 1 0,0-1 0,0 1 0,-8-1 0,7 0-173,0 0 1,0 0-1,0 0 0,0 0 0,0 1 1,0-1-1,0 1 0,0-1 1,0 1-1,0 0 0,-2 1 1,2-1-29,1-1 0,0 1 0,-1-1 0,1 1 0,0-1 0,-1 1 0,1-1 0,0 0 0,-1 0 0,1 1 0,-2-1 0,-7 1-790,9 0 537,0-1 1,0 0-1,0 1 1,0-1-1,0 0 1,0 1-1,0-1 1,0 0-1,0 0 1,0 0-1,0 0 1,0 0-1,0 0 1,0 0-1,0 0 1,0-1-1,0 1 1,0 0-1,0-1 1,0 1-1,0 0 0,-1-2 1,-15-4-16016</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50.628"/>
    </inkml:context>
    <inkml:brush xml:id="br0">
      <inkml:brushProperty name="width" value="0.035" units="cm"/>
      <inkml:brushProperty name="height" value="0.035" units="cm"/>
    </inkml:brush>
  </inkml:definitions>
  <inkml:trace contextRef="#ctx0" brushRef="#br0">477 0 2681,'19'6'19046,"-18"-6"-18914,-1 0 0,1 0-1,-1 0 1,1 0-1,-1 1 1,0-1 0,1 0-1,-1 0 1,1 0-1,-1 1 1,0-1 0,1 0-1,-1 1 1,0-1 0,1 0-1,-1 1 1,0-1-1,1 0 1,-1 1 0,0-1-1,0 0 1,1 1 0,-1-1-1,0 1 1,0-1-1,0 1 1,0-1 0,0 0-1,0 1 1,0-1-1,1 1 1,-1-1 0,0 1-1,-1-1 1,1 1 0,0-1-1,0 1 1,0-1-1,0 0 1,0 1 0,0-1-1,0 1 1,-1-1-1,1 1 1,0-1 0,-1 1-1,-9 20 4723,-32 12-4854,16-12 0,20-16 0,-1 0 0,1 0 0,-9 11 0,12-13 0,0 0 0,0 0 0,-1 0 0,1-1 0,-6 5 0,-8 5 0,2 2 0,0-2 0,-1 0 0,0-1 0,0 0 0,-1-2 0,-20 9 0,26-14-571,-1 0-1,1-1 1,-1-1 0,0 1-1,1-2 1,-1 0 0,0 0-1,-19-2 1,8 0-391,20 1 385,1 0-1,-1 0 1,1-1-1,-1 1 1,1-1-1,0 0 1,-1 0-1,1 0 1,0 0-1,-3-2 1,1 1-852,1 0 0,0-1 0,-1 0 0,1 1 1,0-1-1,1 0 0,-1-1 0,1 1 0,-5-7 1,0 0-1690</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50.884"/>
    </inkml:context>
    <inkml:brush xml:id="br0">
      <inkml:brushProperty name="width" value="0.035" units="cm"/>
      <inkml:brushProperty name="height" value="0.035" units="cm"/>
    </inkml:brush>
  </inkml:definitions>
  <inkml:trace contextRef="#ctx0" brushRef="#br0">1 16 256,'3'-2'1027,"0"0"1,0 0-1,0 1 0,1-1 0,-1 1 0,0 0 1,1 0-1,-1 0 0,1 0 0,-1 0 1,1 1-1,0 0 0,-1 0 0,1 0 1,-1 0-1,1 0 0,0 1 0,-1 0 0,1-1 1,-1 1-1,1 1 0,-1-1 0,0 0 1,1 1-1,-1 0 0,5 3 0,19 11 1361,47 21 0,-22-10-2388,-20-12 0,-24-11 0,0 1 0,0-2 0,1 1 0,-1-1 0,1-1 0,0 1 0,0-1 0,16 1 0,0-2-686,28-1-2159,-28-4-1116,0 0 0,36-11 0,-48 10 1199,0 0-1,0-1 1,17-11 0,-12 7-941</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51.358"/>
    </inkml:context>
    <inkml:brush xml:id="br0">
      <inkml:brushProperty name="width" value="0.035" units="cm"/>
      <inkml:brushProperty name="height" value="0.035" units="cm"/>
    </inkml:brush>
  </inkml:definitions>
  <inkml:trace contextRef="#ctx0" brushRef="#br0">411 1 3441,'0'0'5678,"-15"0"2577,-5 0-3623,16 0-3864,0 0-1,0 0 1,0 1-1,1 0 1,-1-1-1,0 1 1,0 1-1,1-1 1,-1 0 0,0 1-1,1 0 1,-5 3-1,6-3-691,-1 0-1,1-1 1,0 1 0,0-1-1,-1 0 1,1 0-1,0 1 1,-5 0 0,-10 6 26,-7 5-102,18-10 0,0 0 0,0 1 0,0-1 0,1 1 0,0 0 0,0 1 0,0-1 0,-6 7 0,8-7 0,-1 1 0,1-1 0,-1 1 0,1 0 0,0-1 0,-2 7 0,4-9 0,1-1 0,-1 0 0,1 1 0,0-1 0,-1 0 0,1 1 0,0-1 0,0 0 0,0 1 0,0-1 0,0 0 0,0 1 0,1-1 0,-1 0 0,0 1 0,1-1 0,-1 0 0,1 1 0,-1-1 0,1 0 0,-1 0 0,1 0 0,0 1 0,0-1 0,0 0 0,0 0 0,1 1 0,11 9 0,1-1 0,0-1 0,0 0 0,1 0 0,0-2 0,28 10 0,-20-8 0,43 25 0,-63-32 0,0 0 0,-1 0 0,1 0 0,-1 0 0,1 0 0,-1 1 0,2 2 0,-3-4 0,-1-1 0,1 1 0,-1-1 0,0 1 0,1-1 0,-1 1 0,0 0 0,0-1 0,1 1 0,-1-1 0,0 1 0,0 0 0,0-1 0,0 1 0,0 0 0,0-1 0,0 1 0,0 0 0,0-1 0,0 1 0,0 0 0,-1-1 0,1 1 0,0-1 0,0 1 0,0 0 0,-1-1 0,1 1 0,0-1 0,-1 1 0,1-1 0,-1 1 0,1-1 0,-1 1 0,1-1 0,-1 1 0,1-1 0,-1 0 0,1 1 0,-2-1 0,-6 5 0,0-2 0,-1 1 0,1-1 0,-1-1 0,0 1 0,-15 1 0,4 0 0,-29 3 0,0-2 0,-79-1 0,120-4 0,0 0 0,-1 1 0,1-2 0,0 1 0,-1-1 0,1 0 0,0-1 0,0 0 0,-12-4 0,20 5 0,-1 1 0,1-1 0,0 1 0,-1-1 0,1 1 0,0-1 0,-1 0 0,1 1 0,0-1 0,0 0 0,0 1 0,0-1 0,-1 0 0,1 0 0,0 1 0,0-1 0,0 0 0,1 1 0,-1-1 0,0 0 0,0 1 0,0-1 0,0 0 0,1 1 0,-1-1 0,0 0 0,1 1 0,-1-1 0,0 1 0,1-1 0,-1 0 0,1 0 0,16-19 0,28-15 0,79-44 0,-60 41 0,-29 17-203,58-23 1,-78 38-2360,-1 2 0,28-6 0,-26 7 332,-13 2 1478,0 0-1,0 0 1,-1 0-1,1 0 1,0 0-1,-1-1 1,1 1-1,-1-1 1,0 1-1,3-4 1,0-4-5898,-5 4 3264</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54.789"/>
    </inkml:context>
    <inkml:brush xml:id="br0">
      <inkml:brushProperty name="width" value="0.035" units="cm"/>
      <inkml:brushProperty name="height" value="0.035" units="cm"/>
    </inkml:brush>
  </inkml:definitions>
  <inkml:trace contextRef="#ctx0" brushRef="#br0">215 55 888,'-8'-5'2111,"0"1"0,-1 0 0,-10-4 0,10 5-1276,0 1-1,-1 0 1,1 0 0,-1 1 0,-12-1-1,-6 0 3046,-6-1 5827,26 5-7870,7-2-1718,1 0 0,-1 0 0,0 1 0,1-1 0,-1 0 0,1 0 0,-1 0 0,0 0 0,1 0 0,-1 0 0,0 0 0,1 0 0,-1 0 0,0 0 0,1 0 0,-1 0 0,0 0 0,1-1 0,-1 1 0,1 0 1,-1 0-1,-1-1 0,0 0 109,-6 1-191,3 0-37,18-1 0,1 0 0,0 1 0,26 4 0,6-1 0,693-3 0,-402-5 0,28-6 0,-254 5-612,-109 6-623</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5:55.197"/>
    </inkml:context>
    <inkml:brush xml:id="br0">
      <inkml:brushProperty name="width" value="0.035" units="cm"/>
      <inkml:brushProperty name="height" value="0.035" units="cm"/>
    </inkml:brush>
  </inkml:definitions>
  <inkml:trace contextRef="#ctx0" brushRef="#br0">165 71 744,'-87'11'9138,"84"-11"-8884,-5-1 306,1 1 0,0 0 0,-1 1-1,1 0 1,0 0 0,0 0 0,-1 1 0,-8 12 19406,17-12-19196,17 1-3420,8-1 2716,225-14-66,-146 9 0,699-18 0,-683 19-58,-49 2-182,83-10 1,-107 5-1038,-26 3-815,40-8 0,-54 8 386,-1 0-1,1-1 1,-1 0-1,0 0 1,7-5-1,-12 7 903,-1 1 530,-1 0 0,0-1-1,1 1 1,-1 0-1,1 0 1,-1-1 0,0 1-1,1 0 1,-1-1-1,0 1 1,1 0 0,-1-1-1,0 1 1,0 0-1,1-1 1,-1 1 0,0-1-1,0 1 1,0 0-1,0-1 1,1 1-1,-1-1 1,0 1 0,0-1-1,0 1 1,0-1-1,0 0 1,0-9-4360</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37.397"/>
    </inkml:context>
    <inkml:brush xml:id="br0">
      <inkml:brushProperty name="width" value="0.035" units="cm"/>
      <inkml:brushProperty name="height" value="0.035" units="cm"/>
    </inkml:brush>
  </inkml:definitions>
  <inkml:trace contextRef="#ctx0" brushRef="#br0">514 11 600,'-1'-11'30231,"-102"11"-28295,59 6-1936,35-5 0,0 0 0,-1 1 0,1 0 0,-15 5 0,-9 2 0,26-6 0,-1-1 0,0 1 0,1 0 0,-13 8 0,-11 4 0,15-8 0,0 0 0,1 0 0,0 1 0,0 1 0,0 1 0,-20 18 0,27-20 0,-1 1 0,2 0 0,-1 0 0,1 1 0,-9 18 0,14-25 0,1 0 0,0 0 0,0 0 0,0 0 0,0 1 0,1-1 0,-1 0 0,1 1 0,0-1 0,0 0 0,0 1 0,0-1 0,1 0 0,0 1 0,-1-1 0,1 0 0,0 1 0,0-1 0,1 0 0,-1 0 0,1 0 0,-1 0 0,1 0 0,0-1 0,3 4 0,2 2 0,1 1 0,0-1 0,0-1 0,1 0 0,0 0 0,0 0 0,18 8 0,-2-3 0,1-2 0,27 8 0,-39-14 0,1-2 0,-1 0 0,0 0 0,1-2 0,-1 0 0,1 0 0,-1-1 0,1-1 0,-1 0 0,0-1 0,26-10 0,-38 13 0,0-1 0,-1 0 0,1 0 0,-1 0 0,1 0 0,-1 0 0,1 0 0,-1-1 0,0 1 0,0 0 0,0-1 0,0 1 0,0-1 0,0 1 0,0-1 0,0 0 0,0 1 0,-1-1 0,1 0 0,0 1 0,-1-1 0,0 0 0,1 0 0,-1 0 0,0 1 0,0-1 0,0 0 0,0 0 0,-1 0 0,1 1 0,0-1 0,-1 0 0,1 0 0,-1 1 0,1-1 0,-1 0 0,0 1 0,0-1 0,0 1 0,0-1 0,0 1 0,0-1 0,0 1 0,-1-1 0,1 1 0,0 0 0,-1 0 0,1 0 0,-1 0 0,-2-2 0,-4-2 0,0 0 0,-1 0 0,1 0 0,-1 1 0,0 0 0,0 1 0,0 0 0,-1 1 0,1-1 0,-1 2 0,1-1 0,-14 1 0,-30 1 0,-85 10 0,118-9 0,15-1 0,0 0 0,0 0 0,1 1 0,-1 0 0,0 0 0,-7 2 0,12-3 0,-1 0 0,1 0 0,0 0 0,-1 0 0,1 0 0,-1 0 0,1 0 0,0 0 0,-1 1 0,1-1 0,0 0 0,-1 0 0,1 0 0,0 0 0,0 0 0,-1 1 0,1-1 0,0 0 0,-1 0 0,1 1 0,0-1 0,0 0 0,-1 0 0,1 1 0,0-1 0,0 0 0,0 1 0,0-1 0,-1 0 0,1 1 0,0-1 0,0 0 0,0 1 0,0-1 0,2 2 0,3-1 0,0 0 0,1 0 0,-1-1 0,0 0 0,1 0 0,-1-1 0,1 1 0,-1-1 0,6-2 0,-2 2 0,38-5 0,-26 4 0,0-1 0,29-8 0,-26 7 0,-21 4 0,1-1 0,-1 1 0,0-1 0,0 1 0,0-1 0,0 0 0,4-2 0,-6 3 0,-1-1 0,0 1 0,1 0 0,-1 0 0,1-1 0,-1 1 0,1 0 0,-1 0 0,1 0 0,-1 0 0,1-1 0,-1 1 0,1 0 0,0 0 0,-1 0 0,1 0 0,-1 0 0,1 0 0,-1 0 0,1 0 0,-1 1 0,1-1 0,-1 0 0,1 0 0,-1 0 0,1 1 0,-1-1 0,1 0 0,-1 0 0,1 1 0,2 0 0,0-1 0,-1 1 0,1 0 0,0 0 0,-1 0 0,1 1 0,-1-1 0,1 0 0,-1 1 0,0 0 0,1-1 0,2 5 0,2 1 0,-4-3 0,0 1 0,0-1 0,-1 1 0,0-1 0,0 1 0,0 0 0,1 6 0,2 5 0,-3-9 0,-1-1 0,0 1 0,-1 0 0,1 0 0,-1 0 0,-1-1 0,0 9 0,-1 11 0,3-19 0,-1 1 0,0 0 0,-1-1 0,0 1 0,0-1 0,0 1 0,-1-1 0,0 1 0,-1-1 0,-4 9 0,3-8 0,1 0 0,0 0 0,0 0 0,-3 13 0,-11 24 0,15-39 0,0 0 0,1 0 0,0 0 0,0-1 0,-1 10 0,2-14 0,0 1 0,0-1 0,0 0 0,0 0 0,1 0 0,-1 0 0,0 0 0,1 0 0,-1 0 0,0 0 0,1 0 0,-1 1 0,1-2 0,-1 1 0,1 0 0,0 0 0,0 0 0,-1 0 0,1 0 0,0 0 0,0-1 0,0 1 0,0 0 0,0-1 0,-1 1 0,1-1 0,1 1 0,-1-1 0,1 1 0,6 2-986,12-12-11229,-16 7 10515,0 0 1,0 0-1,1-1 1,-1 1-1,-1-1 1,6-4 0,0 1-2778</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38.116"/>
    </inkml:context>
    <inkml:brush xml:id="br0">
      <inkml:brushProperty name="width" value="0.035" units="cm"/>
      <inkml:brushProperty name="height" value="0.035" units="cm"/>
    </inkml:brush>
  </inkml:definitions>
  <inkml:trace contextRef="#ctx0" brushRef="#br0">27 158 224,'-13'-10'8180,"12"10"-7915,1 0-1,0-1 0,-1 1 0,1 0 0,-1-1 1,1 1-1,0 0 0,-1 0 0,1 0 0,-1-1 1,1 1-1,-1 0 0,1 0 0,-1 0 0,1 0 1,-1 0-1,1 0 0,-1 0 0,1 0 0,0 0 1,-1 0-1,1 0 0,-1 0 0,1 0 0,-2 2 2017,12 3 688,6-2-1342,-14-2-1412,1-1-1,-1 1 0,0-1 1,1 1-1,-1-1 0,1 0 0,-1 0 1,1 0-1,2-1 0,46-8 1303,-27 6-1155,39-11 0,-56 12-341,-1 0 1,1-1 0,0 0-1,-1 0 1,1 0 0,-1-1-1,0 1 1,0-2-1,0 1 1,-1-1 0,0 1-1,0-1 1,0-1 0,0 1-1,-1-1 1,5-8 0,-7 11-2,0 0 1,-1 0 0,0 0-1,0 0 1,0-1 0,0 1-1,0 0 1,-1 0 0,0-1-1,1 1 1,-1-5 0,-1 8-17,1-1 1,-1 0 0,1 0 0,-1 1-1,0-1 1,1 0 0,-1 1-1,0-1 1,1 0 0,-1 1 0,0-1-1,0 1 1,1-1 0,-1 1-1,0 0 1,0-1 0,0 1 0,0 0-1,0 0 1,0-1 0,1 1-1,-1 0 1,0 0 0,0 0 0,0 0-1,0 0 1,0 0 0,0 1-1,-1-1 1,-28 5-2,-30 22-11,17-6 8,26-15 3,15-5-3,-1-1 1,1 1-1,0 0 1,0-1-1,0 1 0,0 0 1,0 0-1,0 1 1,0-1-1,-2 2 1,-48 33 29,49-33-26,0-1-1,0 1 0,0 0 1,0 0-1,1 0 0,-1 0 0,1 0 1,0 1-1,0-1 0,0 0 1,1 1-1,-1 0 0,1 0 1,-2 5-1,4-5 3,0 1 0,1-2 0,-1 1 0,1 0 0,0 0 1,0 0-1,0-1 0,1 1 0,-1-1 0,1 0 0,0 1 0,-1-1 0,2 0 0,-1-1 1,0 1-1,5 2 0,5 3-319,1-1 1,0 0-1,0-1 0,1-1 1,-1 0-1,30 5 0,-38-10-480,-1 0 0,1-1 0,-1 1 0,1-1 0,-1 0 0,11-4 0,-4 2-468,-7 1 191,1 0-1,-1 0 0,0 0 1,9-7-1,3 0-1356,-14 8 1717,0-1 1,-1 1-1,1-1 0,-1 0 1,1 0-1,-1 0 0,4-3 1,-2 1-482,4-2-1854</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38.866"/>
    </inkml:context>
    <inkml:brush xml:id="br0">
      <inkml:brushProperty name="width" value="0.035" units="cm"/>
      <inkml:brushProperty name="height" value="0.035" units="cm"/>
    </inkml:brush>
  </inkml:definitions>
  <inkml:trace contextRef="#ctx0" brushRef="#br0">201 14 1080,'4'-14'28937,"-8"21"-27196,3-6-1738,0 0-1,0 0 0,0 0 1,0 1-1,1-1 0,-1 0 1,0 0-1,1 1 1,-1-1-1,1 0 0,-1 3 1,0-1 107,0 0 1,0 1-1,0-1 0,-1 0 1,1 0-1,-1 0 0,-4 5 1,4-4-54,-16 25-22,-24 34-30,37-56-5,0 1 0,1-1 0,-1 1 0,-4 15 0,6-16 0,0 1 0,0-1 0,-1 0 0,0 0 0,0 0 0,-10 11 0,8-11 0,2 0 0,-1 0 0,1 0 0,-5 9 0,-13 21 0,21-32 0,1-4 0,0-1 0,0 0 0,0 0 0,0 0 0,0 0 0,0 1 0,0-1 0,0 0 0,0 0 0,0 0 0,0 0 0,0 1 0,0-1 0,0 0 0,0 0 0,0 0 0,0 0 0,0 1 0,0-1 0,0 0 0,1 0 0,-1 0 0,0 0 0,0 0 0,0 1 0,0-1 0,0 0 0,0 0 0,1 0 0,-1 0 0,0 0 0,0 0 0,0 0 0,0 0 0,1 0 0,-1 0 0,0 0 0,0 1 0,0-1 0,0 0 0,1 0 0,-1 0 0,0 0 0,0 0 0,0 0 0,0 0 0,1-1 0,-1 1 0,0 0 0,0 0 0,0 0 0,0 0 0,1 0 0,-1 0 0,0 0 0,0 0 0,0 0 0,0 0 0,1 0 0,-1-1 0,0 1 0,0 0 0,0 0 0,0 0 0,0 0 0,0 0 0,1-1 0,7-7 0,-8 8 0,21-25 0,38-32 0,-36 36 0,33-39 0,12-9 0,-63 64 0,1 0 0,0 0 0,0 1 0,11-7 0,-12 8 0,-3 2 0,0 1 0,0-1 0,0 1 0,0-1 0,0 1 0,0 0 0,0 0 0,0 0 0,0 0 0,0 0 0,0 1 0,0-1 0,0 1 0,0-1 0,0 1 0,0-1 0,0 1 0,0 0 0,2 2 0,-4-3 0,28 20 0,-27-19 0,0 1 0,0-1 0,-1 0 0,1 0 0,-1 1 0,1-1 0,-1 0 0,1 1 0,-1-1 0,0 1 0,1-1 0,-1 1 0,0-1 0,0 0 0,0 3 0,-1-1 0,1 0 0,-1 0 0,0 0 0,0 0 0,0-1 0,0 1 0,-3 4 0,-5 15 0,-9 20 0,-13 28-28,29-66-310,1 0 0,0 0 0,-1 0 0,1 0 0,-1 0 0,0 0 0,-1-1 0,1 1 0,-1-1 0,1 1 0,-5 3 0,-9 14-5635,15-15 1950,7-5-3403,-5-1 7108,0 0 1,0-1-1,0 1 1,0 0-1,-1 0 1,1 0 0,0-1-1,0 1 1,0 0-1,0-1 1,-1 1-1,1-1 1,0 1-1,0-1 1,0 0-1,13-4-3190</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0.038"/>
    </inkml:context>
    <inkml:brush xml:id="br0">
      <inkml:brushProperty name="width" value="0.035" units="cm"/>
      <inkml:brushProperty name="height" value="0.035" units="cm"/>
    </inkml:brush>
  </inkml:definitions>
  <inkml:trace contextRef="#ctx0" brushRef="#br0">10 235 224,'0'0'1771,"-9"0"4236,26-5-4212,35-12-2,-27 8-1297,41-22 0,-26 11-254,-30 15-106,1-1 1,-1 0-1,0-1 0,0 0 0,-1-1 1,0 0-1,0 0 0,-1-1 1,0 0-1,9-14 0,-15 19 69,0 0 0,-1 0 0,0 0 0,1 0 0,0-8 0,-2 11-171,0 1 0,0-1 0,0 1 0,0-1 0,0 1 0,0 0 0,0-1 0,0 1 0,0-1 0,0 1 0,0-1 0,0 1 0,-1 0 0,1-1 0,0 1 0,0-1 0,0 1 0,-1 0 0,1-1 0,0 1 0,-1 0 0,1-1 0,0 1 0,-1 0 0,1-1 1,0 1-1,-1 0 0,-3-6 717,4 5-676,-1 0 0,0 0 0,0 1 0,0-1 0,0 1 1,0-1-1,0 1 0,0-1 0,0 1 0,0 0 0,0-1 0,0 1 0,0 0 0,0 0 0,0 0 0,0 0 0,0 0 0,0 0 1,-1 0-1,0 0 0,-29 2 666,14 3-315,0 0 1,1 2-1,0 0 1,-30 17-1,41-20-339,0 0 0,1 0 0,-1 0 1,1 1-1,-6 6 0,-9 10 78,18-19-156,-1 0-1,1 0 1,0 0-1,0 0 1,0 0-1,0 0 1,0 0-1,0 0 0,1 0 1,-1 1-1,0 3 1,-5 14 1,3-12-13,1-1 0,0 1 0,1 0 0,0 0 0,0 0-1,0 0 1,1 0 0,2 16 0,-1 4 71,-1-26-66,1-1 0,-1 1 0,0 0 0,1-1 0,-1 1 0,1 0 0,0-1 0,-1 1 0,1-1 0,0 1 0,0-1 0,2 3 0,-3-3-3,1 0 0,0 1 0,0-1-1,0 0 1,-1 1 0,1-1 0,0 0 0,-1 1 0,1-1 0,-1 1-1,0-1 1,1 2 0,-1-1 0,1-1 0,0 0-1,-1 0 1,1 0 0,0 0-1,0 0 1,0 0 0,-1-1 0,1 1-1,0 0 1,0 0 0,1-1 0,-1 1-1,0 0 1,0-1 0,0 1-1,0-1 1,3 1 0,19 6 32,-9-8-3,1-1 0,-1-1 0,0 0 1,0-1-1,0-1 0,21-9 0,-26 9-29,-1 1 0,0-1 0,0-1 0,10-8 0,11-7 0,31-28 17,-23 24 22,-28 18-38,0 0 1,1 1-1,-1 0 1,1 1-1,19-8 1,-13 11-21,-14 2 19,-1 0-1,0 0 1,0 0-1,0 0 1,1 0-1,-1 0 1,0 0-1,0-1 0,0 1 1,0-1-1,0 1 1,0 0-1,1-1 1,0-1-1,2 1-16,0 0-1,1-1 1,-1 1-1,0 1 1,1-1-1,-1 0 1,0 1-1,1 0 1,-1 0-1,7 1 1,3 0-63,-13-1 74,0 0 0,0 1 1,-1-1-1,1 0 0,0 1 0,0-1 0,0 0 0,-1 1 1,1-1-1,0 1 0,-1-1 0,1 1 0,0-1 0,-1 1 1,1 0-1,-1-1 0,1 1 0,-1 0 0,1-1 0,-1 1 1,1 0-1,-1 0 0,0-1 0,1 1 0,-1 1 0,1-1 2,-1 1-1,1-1 0,-1 0 0,0 1 0,0-1 0,1 0 0,-1 1 0,0-1 0,0 0 0,0 1 0,0-1 0,0 0 0,-1 1 0,0 1 0,-7 11-79,0-1 0,-18 21-1,10-10-61,12-18 98,-1 1 0,0-1-1,-8 9 1,12-13 40,0-1 1,0 0-1,0 0 0,0 1 0,0-1 0,1 0 0,-1 1 1,0-1-1,1 1 0,-1-1 0,1 1 0,0-1 0,-1 1 1,1-1-1,0 1 0,0-1 0,0 1 0,0-1 0,0 1 0,0-1 1,0 1-1,1 0 0,-1-1 0,1 1 0,-1-1 0,1 0 1,-1 1-1,1-1 0,0 1 0,0-1 0,-1 0 0,1 0 1,0 1-1,0-1 0,1 0 0,-1 0 0,0 0 0,0 0 0,0 0 1,1 0-1,-1 0 0,0-1 0,1 1 0,-1 0 0,1-1 1,-1 1-1,1-1 0,-1 0 0,1 1 0,-1-1 0,1 0 1,-1 0-1,3 0 0,16 0-333,1-2 0,-1 0 0,1-1 0,-1-2-1,0 0 1,0 0 0,36-17 0,-13-5-337,-30 19 642,0-1-1,-1 0 1,-1 0-1,1-1 1,12-16-1,11-15 181,-24 22-25,-3 4 36,-6 12 136,0-1 0,0 1 0,0-1 0,0 0 1,-1 1-1,1-1 0,-1 0 0,0 0 0,0 0 0,0 0 1,-1 0-1,0 0 0,0-6 0,-34 9 3224,24 2-2983,0 1-1,0 0 0,0 0 1,0 1-1,0 1 1,-10 4-1,13-5-410,-1 1-1,1-1 1,0 1 0,1 1 0,-1 0 0,1-1-1,-1 2 1,2-1 0,-1 1 0,-6 8 0,0 2-96,-2 7-12,11-17-8,0 0 1,1 1 0,0-1 0,0 1 0,1 0 0,0 0 0,0 0 0,0 10 0,3-12-2,6 1-24,-7-5 22,0-1-1,-1 1 0,1 0 1,0-1-1,0 1 1,0-1-1,0 1 0,0-1 1,0 0-1,0 1 1,0-1-1,0 0 0,0 0 1,0 1-1,0-1 1,0 0-1,0 0 0,0 0 1,0 0-1,0 0 1,0-1-1,0 1 1,0 0-1,0 0 0,0-1 1,0 1-1,0-1 1,0 1-1,0 0 0,-1-1 1,1 0-1,1 0 1,69-32 71,-51 22-84,-16 10 6,-1 0 1,0-1 0,0 1-1,0-1 1,0 0 0,0 0-1,-1 0 1,1-1 0,3-3-1,-5 5 2,13-13-15,-7 13 12,-4 13-9,-4-8 24,1-1 1,-1 0-1,0 0 1,0 0-1,0 0 1,-1 0-1,1 0 1,-4 4-1,3-4-5,0 0 0,1 0 0,-1 0 0,1 0 0,0 0 0,0 0 0,0 0-1,-1 6 1,-6 9 145,0 1-1008,6-14-2193,14-10-5489,-7 2 6884,0 0 1,0 0-1,0-1 1,-1 1-1,0-1 0,0 0 1,5-5-1,-1-2-1026</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1.099"/>
    </inkml:context>
    <inkml:brush xml:id="br0">
      <inkml:brushProperty name="width" value="0.035" units="cm"/>
      <inkml:brushProperty name="height" value="0.035" units="cm"/>
    </inkml:brush>
  </inkml:definitions>
  <inkml:trace contextRef="#ctx0" brushRef="#br0">217 26 1520,'-2'-4'5812,"2"3"-5548,-1 1 0,1 0 0,0 0 0,0 0 0,-1 0 1,1 0-1,0 0 0,-1 0 0,-10-1 3475,-10 7 918,11-3-2939,8-3-1256,0 1 0,0-1 0,0 1 0,0-1 0,0 1 0,1 0-1,-1 0 1,0 0 0,0 0 0,-1 1 0,-12 10 1061,13-10-1206,-1 0 0,0 0 0,1 0 0,-1 0 0,1 0 0,-1 1 0,1-1 0,0 1 0,0-1 0,0 1 0,1 0 0,-1 0 0,1 0 0,-1 0 0,1 0 0,0 0 0,0 0 0,0 0 0,0 6 0,0-2-317,0 0 0,0 1 0,-1-1 0,0 0 0,-5 11 0,-4 15 0,-26 80 0,25-86 0,10-25 0,0 1 0,1 1 0,-1-1 0,1 0 0,0 0 0,0 0 0,0 1 0,0-1 0,0 7 0,-8 46 0,9-30 0,1-26-38,-1 1 1,1-1-1,-1 1 1,1-1-1,-1 0 0,1 1 1,-1-1-1,1 0 1,-1 0-1,1 1 0,0-1 1,-1 0-1,1 0 1,-1 0-1,1 0 0,0 0 1,-1 0-1,1 0 1,0 0-1,-1 0 0,1 0 1,-1 0-1,1 0 1,0 0-1,-1 0 0,1-1 1,-1 1-1,1 0 1,0 0-1,0-1 0,22-7-1871,37-25-4386,-39 22 4136,-1 0-1,21-15 0,14-12-729,-34 24 2143,0 0 0,-1-2 0,34-33 0,-8-3 1216,65-95 0,-90 126 527,-8 9 699,-13 12-1661,0-1 1,0 1-1,0 0 1,0 0-1,0 0 1,0 0-1,0 0 1,0 0-1,0 0 0,1 0 1,-1 0-1,0 0 1,0 0-1,0-1 1,0 1-1,0 0 1,0 0-1,0 0 1,0 0-1,0 0 1,0 0-1,0 0 0,0 0 1,0-1-1,0 1 1,0 0-1,0 0 1,0 0-1,0 0 1,0 0-1,0 0 1,0 0-1,0 0 1,0 0-1,0-1 0,-1 1 1,1 0-1,0 0 1,0 0-1,0 0 1,0 0-1,0 0 1,0 0-1,0 0 1,0 0-1,0 0 1,0 0-1,0 0 1,0 0-1,-1 0 0,1-1 1,0 1-1,0 0 1,0 0-1,0 0 1,0 0-1,0 0 1,0 0-1,0 0 1,-1 0-1,-10 1 2637,-8 3 281,17-4-2563,0 1 0,0 0 0,0 0 0,0 0 0,0 0 0,0 0 1,0 1-1,0-1 0,0 1 0,1-1 0,-1 1 0,1-1 0,-1 1 0,1 0 0,0 0 0,-1 0 0,1 0 0,0 0 0,0 0 0,1 0 0,-1 0 0,0 0 0,1 1 0,-1 1 1,0 0-335,0-1-1,0 1 1,0 0 0,0-1 0,-1 0 0,1 1 0,-1-1 0,-2 4 0,-7 14-10,0 44-46,3-45 0,5-11 0,0 0 0,0 0 0,0 0 0,1 0 0,-1 13 0,-6 26 0,9-5 0,0-42 0,0-1 0,0 0 0,1 1 0,-1-1 0,0 1 0,0-1 0,0 0 0,0 1 0,0-1 0,1 0 0,-1 1 0,0-1 0,0 0 0,1 1 0,-1-1 0,0 0 0,0 0 0,1 1 0,-1-1 0,0 0 0,1 0 0,-1 0 0,0 1 0,1-1 0,-1 0 0,0 0 0,1 0 0,-1 0 0,1 0 0,-1 0 0,0 0 0,1 0 0,-1 0 0,1 0 0,-1 0 0,0 0 0,1 0 0,-1 0 0,1 0 0,13-3 0,-14 3 0,44-21 0,-36 18 0,0-1 0,-1 0 0,1-1 0,-1 0 0,1 0 0,8-9 0,16-10 0,4-4 0,-26 18 0,-10 10 0,0 0 0,0 0 0,0 0 0,0 1 0,0-1 0,0 0 0,0 0 0,0 0 0,0 0 0,0 1 0,0-1 0,0 0 0,0 0 0,0 0 0,0 0 0,0 0 0,0 1 0,0-1 0,0 0 0,0 0 0,1 0 0,-1 0 0,0 0 0,0 0 0,0 1 0,0-1 0,0 0 0,0 0 0,0 0 0,1 0 0,-1 0 0,0 0 0,0 0 0,0 0 0,0 0 0,0 0 0,1 0 0,-1 0 0,0 0 0,0 0 0,0 1 0,0-1 0,0 0 0,1 0 0,-1 0 0,0-1 0,0 1 0,0 0 0,0 0 0,0 0 0,1 0 0,-1 0 0,0 0 0,0 0 0,0 0 0,0 0 0,0 0 0,1 0 0,-1 0 0,0 0 0,-1 2 0,0-1 0,0 0 0,0 0 0,0 0 0,0 1 0,0-1 0,0 1 0,1-1 0,-1 0 0,1 1 0,-1-1 0,1 1 0,-1-1 0,1 1 0,0 0 0,0-1 0,0 1 0,0-1 0,0 1 0,0-1 0,0 1 0,1 0 0,-1-1 0,0 1 0,1-1 0,-1 1 0,1-1 0,0 0 0,-1 1 0,1-1 0,0 1 0,0-1 0,0 0 0,0 0 0,0 0 0,0 1 0,0-1 0,0 0 0,3 1 0,5 4 0,0 0 0,1 0 0,0-1 0,18 7 0,-10-5 0,19 9 0,2-2 0,0-1 0,70 13 0,-103-26 0,-1 0 0,1 0 0,0-1 0,0 0 0,0 0 0,-1 0 0,1-1 0,-1 1 0,1-1 0,-1-1 0,0 1 0,1-1 0,-1 0 0,-1 0 0,9-7 0,-10 8 0,-1 0 0,0 0 0,0 0 0,0 0 0,0-1 0,0 1 0,0 0 0,-1-1 0,1 0 0,-1 1 0,0-1 0,0 0 0,0 0 0,1-5 0,-1 5 0,-1 0 0,0 0 0,1 0 0,0 1 0,0-1 0,-1 0 0,2 0 0,1-3 0,-2 3 0,1 0 0,-1 1 0,0-1 0,0 0 0,0 0 0,-1 0 0,1 0 0,0-5 0,-1-30 0,0 38 0,0-1 0,0 1 0,0 0 0,0 0 0,0-1 0,-1 1 0,1 0 0,0 0 0,0 0 0,0-1 0,0 1 0,0 0 0,0 0 0,0-1 0,-1 1 0,1 0 0,0 0 0,0 0 0,0-1 0,0 1 0,-1 0 0,1 0 0,0 0 0,0 0 0,0 0 0,-1-1 0,1 1 0,0 0 0,0 0 0,-1 0 0,1 0 0,0 0 0,0 0 0,-1 0 0,1 0 0,0 0 0,0 0 0,-1 0 0,1 0 0,0 0 0,0 0 0,-1 0 0,1 0 0,0 0 0,0 0 0,-1 0 0,1 1 0,0-1 0,-10 4 0,10-4 0,0 0 0,-26 14 0,18-11 0,1 0 0,0 1 0,0 1 0,-8 5 0,-46 51 0,39-36 0,-15 19 0,20-25 0,0 1 0,-27 40 0,37-49 0,4-6 0,0 0 0,0 1 0,0-1 0,1 1 0,0 0 0,0 0 0,0 0 0,-1 10 0,1 51 0,2-51 0,0 1 0,-4 21 0,0-18 0,0-1 0,-2 1 0,0-1 0,-16 33 0,16-41 0,0 0 0,-1 0 0,0 0 0,-1-1 0,-1 0 0,1-1 0,-1 0 0,-16 13 0,10-11 0,0-1 0,0-1 0,-1 0 0,-1 0 0,-17 5 0,22-10 0,1-1 0,-1 0 0,0-1 0,0 0 0,-1-1 0,1 0 0,0-1 0,-16-1 0,20 0 0,0 1 0,0-1 0,0 0 0,0-1 0,1 0 0,-1 0 0,1-1 0,-1 0 0,1 0 0,0-1 0,0 1 0,0-2 0,-6-4 0,6 3 12,1 2-108,0-1-1,0 0 1,1-1-1,0 1 1,0-1 0,-8-11-1,13 15-831,-1 0 0,1 0-1,-1 0 1,1 0 0,0 0 0,-1 0 0,1-1-1,0 1 1,1 0 0,-1 0 0,0 0-1,0 0 1,1 0 0,0 0 0,-1-1-1,1 1 1,0 0 0,0 1 0,0-1-1,0 0 1,0 0 0,0 0 0,1 1 0,-1-1-1,4-2 1,-5 3 570,1-4-4749</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2.153"/>
    </inkml:context>
    <inkml:brush xml:id="br0">
      <inkml:brushProperty name="width" value="0.035" units="cm"/>
      <inkml:brushProperty name="height" value="0.035" units="cm"/>
    </inkml:brush>
  </inkml:definitions>
  <inkml:trace contextRef="#ctx0" brushRef="#br0">80 54 840,'10'-7'2462,"9"-5"13622,-29 17-6553,11-7-7528,14 1-165,-8 2-1829,-5 6-9,-3-4 0,1 5 0,-1 0 0,0 1 0,0-1 0,-6 14 0,4-11 0,-1 0 0,0 0 0,-1-1 0,0 0 0,0 0 0,-1 0 0,-11 13 0,11-16 0,1 0 0,0 0 0,0 0 0,-5 11 0,-12 18 0,21-35 0,0 0 0,0 0 0,0 0 0,0 1 0,1-1 0,-1 0 0,0 1 0,1-1 0,-1 0 0,0 1 0,1-1 0,0 1 0,-1-1 0,1 1 0,0-1 0,0 1 0,0-1 0,0 1 0,0-1 0,0 1 0,0-1 0,1 2 0,-1 7 0,0-10 0,0 1 0,0-1 0,0 1 0,1-1 0,-1 0 0,0 1 0,0-1 0,1 0 0,-1 1 0,0-1 0,0 0 0,1 1 0,-1-1 0,0 0 0,1 0 0,-1 1 0,0-1 0,1 0 0,-1 0 0,1 1 0,-1-1 0,0 0 0,1 0 0,-1 0 0,1 0 0,-1 0 0,1 0 0,-1 0 0,0 0 0,1 0 0,-1 0 0,1 0 0,-1 0 0,1 0 0,0 0 0,10-2 0,43-15 0,-37 10 0,-1 0 0,18-11 0,-7 3 0,14-8 0,-2-2 0,-1-2 0,44-39 0,-74 56 0,-8 9 0,1 0 0,-1 0 0,1 1 0,-1-1 0,1 0 0,-1 0 0,1 1 0,0-1 0,-1 1 0,1-1 0,0 0 0,-1 1 0,1-1 0,2 0 0,7-4 0,-5 5 0,-2 7 0,-4-4 0,0 3 0,1 1 0,-2-1 0,1 1 0,-1-1 0,1 0 0,-7 12 0,7-15 0,0 0 0,-1-1 0,1 0 0,0 1 0,0-1 0,1 1 0,-1-1 0,0 1 0,1-1 0,0 1 0,-1 0 0,1-1 0,0 1 0,0 0 0,1-1 0,-1 1 0,0-1 0,1 1 0,0-1 0,-1 1 0,1-1 0,0 1 0,0-1 0,1 1 0,-1-1 0,0 0 0,4 4 0,0 3 0,-5-9 0,0 1 0,1 0 0,-1 0 0,1-1 0,-1 1 0,0 0 0,1-1 0,-1 1 0,1-1 0,0 1 0,-1 0 0,1-1 0,-1 1 0,1-1 0,0 1 0,0-1 0,-1 0 0,1 1 0,0-1 0,0 0 0,1 1 0,4 0 0,1 1 0,-1-1 0,1-1 0,0 1 0,0-1 0,-1 0 0,1-1 0,0 0 0,-1 0 0,1 0 0,-1-1 0,1 0 0,-1 0 0,0 0 0,10-6 0,10-6 0,-18 11 0,0-2 0,0 1 0,0-1 0,11-9 0,-18 12 0,1 0 0,0 0 0,-1 0 0,1-1 0,-1 1 0,0 0 0,0-1 0,1 1 0,-2-1 0,1 1 0,0-1 0,0 0 0,-1 1 0,0-1 0,1-4 0,-1 0 0,0 1 0,-1 0 0,0 0 0,0-1 0,-3-10 0,1 0 0,3 15 0,0 1 0,0-1 0,0 0 0,0 1 0,0-1 0,-1 0 0,1 1 0,-1-1 0,1 0 0,-1 1 0,0-1 0,0 1 0,1-1 0,-2-1 0,-25-34 0,23 33-791,1 2-499,0-1 0,0 0 0,0 1-1,1-1 1,-1 0 0,-2-4 0,-1 11-6441</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2.594"/>
    </inkml:context>
    <inkml:brush xml:id="br0">
      <inkml:brushProperty name="width" value="0.035" units="cm"/>
      <inkml:brushProperty name="height" value="0.035" units="cm"/>
    </inkml:brush>
  </inkml:definitions>
  <inkml:trace contextRef="#ctx0" brushRef="#br0">0 163 800,'11'11'4468,"-11"-10"-4208,1 0 0,-1 0 0,1-1 1,-1 1-1,1 0 0,0 0 0,0-1 0,-1 1 1,1 0-1,0-1 0,0 1 0,0-1 1,-1 1-1,1-1 0,0 0 0,2 1 0,7 9 1878,25-4-333,-30-6-1695,0 0 1,0 0 0,1 0 0,-1-1 0,0 0 0,6-1 0,-1 0 3,-1 0-43,-1-1 0,1 0 0,0 0 0,10-7 0,3-1 97,0-4 152,-7 3 34,-13 11-279,0-1 0,0 1 0,-1-1 0,1 1 0,0-1-1,0 0 1,-1 0 0,1 0 0,-1 0 0,0 0 0,0 0 0,1-1 0,-1 1 0,-1 0 0,1-1 0,0 1 0,0 0 0,0-5 0,-1 6-24,0-1 0,0 1 0,0 0 0,1 0 0,-1-1 0,0 1 0,1 0-1,-1 0 1,1 0 0,0-1 0,-1 1 0,1 0 0,0 0 0,1-1 0,-1 1-12,0 0 1,0 0-1,0 0 0,-1 0 1,1-1-1,0 1 0,-1 0 0,1 0 1,-1 0-1,1 0 0,-1-1 1,0 1-1,1 0 0,-1-3 1,9-34 1397,-9 37-1406,0 1 0,0-1 0,0 1 0,0-1 0,0 1 0,0-1 0,0 0 0,0 1 0,0-1 0,0 1 1,0-1-1,0 1 0,-1-1 0,1 1 0,0-1 0,0 1 0,0-1 0,-1 1 0,1-1 0,0 1 0,-1-1 0,1 1 0,-1-1 0,1 1 0,0-1 0,-1 1 0,1 0 0,-1-1 0,1 1 0,-1 0 0,1 0 0,-1-1 0,0 1 0,-19 4 674,14-2-630,1 0 18,0 0 0,0 0 0,1 1 0,-1-1 0,1 1 0,-1 0 0,1 0 0,0 1 0,-7 7 0,2-3 31,-8 24 8,8-19-98,0 0-1,-10 22 1,-5 8 0,22-38-34,0-1 0,0 1 0,1 0 0,-1 0 1,0 9-1,-3 6 1,4-18-1,1 1-1,-1 0 0,1-1 1,0 1-1,0-1 1,-1 1-1,2 0 0,-1-1 1,0 1-1,0-1 0,1 1 1,0-1-1,-1 1 1,1-1-1,0 1 0,0-1 1,0 1-1,1-1 0,-1 0 1,1 0-1,-1 0 1,1 0-1,0 0 0,-1 0 1,1 0-1,0 0 0,0-1 1,0 1-1,1-1 1,-1 1-1,3 0 0,-1 0-192,-1-1 0,1 1-1,0-1 1,-1 0-1,1 0 1,0-1 0,-1 1-1,1-1 1,0 0 0,0 0-1,0 0 1,-1 0-1,1-1 1,0 0 0,0 0-1,-1 0 1,1 0 0,0 0-1,3-3 1,37-18-7672,-44 22 7772,1 0-1,-1 0 0,0 0 0,1-1 0,-1 1 1,0 0-1,0 0 0,1 0 0,-1 0 1,0-1-1,1 1 0,-1 0 0,0 0 0,0 0 1,1-1-1,-1 1 0,0 0 0,0 0 0,0-1 1,1 1-1,-1 0 0,0-1 0,0 1 0,0 0 1,0 0-1,0-1 0,1 1 0,-1 0 0,0-1 1,0 0-1,3-7-3901,4 3 987</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3.327"/>
    </inkml:context>
    <inkml:brush xml:id="br0">
      <inkml:brushProperty name="width" value="0.035" units="cm"/>
      <inkml:brushProperty name="height" value="0.035" units="cm"/>
    </inkml:brush>
  </inkml:definitions>
  <inkml:trace contextRef="#ctx0" brushRef="#br0">313 66 1512,'3'-1'498,"-1"0"-1,0-1 0,0 1 0,1-1 1,-1 1-1,0-1 0,0 0 1,0 0-1,-1 1 0,1-2 1,0 1-1,-1 0 0,1 0 0,1-4 1,-2 4 346,1-1-1,0 0 1,0 1 0,-1-1 0,2 1-1,-1 0 1,4-8 5720,-13 6-4359,-10 0 475,-36 9 2838,44-4-5465,0 0 0,1 0-1,-1 1 1,1 0 0,-1 0-1,1 1 1,0 0-1,0 1 1,0-1 0,-7 6-1,-14 9 113,-33 29 1,45-33-154,11-9-12,-1 0 0,2 0 0,-1 1 0,1 0 0,0 0 0,0 1 0,0-1 0,1 1 0,0 0 0,1 0 0,-4 11 0,-1-2 0,7-14 0,0 0 0,0 0 0,0 0 0,0 0 0,0 0 0,1 0 0,-1 0 0,1 0 0,-1 0 0,1 0 0,0 4 0,-1-1 0,2 5 0,0-9 0,0 1 0,1-1 0,-1 0 0,0 0 0,1 0 0,-1 0 0,1 0 0,-1 0 0,1-1 0,2 2 0,1-1 0,-1 0 0,0 0 0,0 0 0,0-1 0,1 1 0,-1-1 0,0 0 0,1 0 0,-1-1 0,0 0 0,0 1 0,5-3 0,57-20 0,-44 14 0,2 1 0,0-2 0,-1-1 0,-1-1 0,40-28 0,0-10 0,-45 36 0,34-20 0,-44 30 0,-5 13 0,-2-8 0,-1 1 0,1-1 0,0 0 0,-1 0 0,1 1 0,-1-1 0,1 0 0,-1 0 0,0 0 0,1 0 0,-3 2 0,2-1 0,0-1 0,0 0 0,0 1 0,0-1 0,0 1 0,1 0 0,-1-1 0,0 1 0,1 0 0,-1-1 0,1 1 0,-1 3 0,0 2 0,-1 1 0,0 0 0,0-1 0,-1 1 0,1-1 0,-2 0 0,-4 9 0,7-14-163,0 1 1,0 0-1,1 0 1,-1 0-1,1 0 1,0 0-1,0 1 1,0-1-1,0 0 1,1 3-1,0 7-967,0-12 905,-1-1 0,0 1 0,0 0 0,1-1 0,-1 1 0,0-1 0,1 1 1,-1-1-1,0 1 0,1-1 0,-1 1 0,1-1 0,-1 0 0,1 1 0,-1-1 0,1 0 0,-1 1 0,1-1 0,0 0 0,-1 1 0,1-1 0,-1 0 0,1 0 0,0 0 0,-1 0 1,1 0-1,-1 0 0,1 0 0,0 0 0,-1 0 0,1 0 0,0 0 0,-1 0 0,1 0 0,26-3-7839,32-9-1014,-41 6 5836</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3.934"/>
    </inkml:context>
    <inkml:brush xml:id="br0">
      <inkml:brushProperty name="width" value="0.035" units="cm"/>
      <inkml:brushProperty name="height" value="0.035" units="cm"/>
    </inkml:brush>
  </inkml:definitions>
  <inkml:trace contextRef="#ctx0" brushRef="#br0">383 355 1400,'0'-1'229,"1"1"-1,-1-1 1,0 0-1,1 0 0,-1 1 1,0-1-1,1 0 1,-1 0-1,1 1 1,-1-1-1,1 1 0,0-1 1,-1 0-1,1 1 1,0-1-1,-1 1 1,1-1-1,0 1 0,-1 0 1,1-1-1,0 1 1,1-1-1,-1 1-8,-1 0-1,1 0 1,0-1-1,-1 1 1,1 0-1,0-1 1,-1 1-1,1-1 1,0 1-1,-1-1 1,1 1-1,-1-1 1,1 1 0,-1-1-1,1 0 1,1-5 7485,-12 6-2132,-67 6 3634,59-5-9175,-1 2 0,0 0 0,-32 10 0,21-4-45,20-6 13,0 1 0,0 0 0,1 0 0,-15 10 0,-10 4 0,27-14 0,0 0 0,1 0 0,-1 0 0,1 1 0,0 0 0,0 0 0,1 0 0,-1 1 0,1-1 0,0 2 0,1-1 0,0 0 0,-7 14 0,10-18 0,1 1 0,-1-1 0,1 0 0,-1 0 0,1 0 0,0 0 0,0 1 0,0-1 0,0 0 0,1 0 0,-1 0 0,1 0 0,-1 0 0,1 0 0,0 0 0,0 1 0,-1-2 0,3 5 0,3 2 0,-6-7 0,0 0 0,0 0 0,1-1 0,-1 1 0,1 0 0,-1-1 0,1 1 0,-1 0 0,1-1 0,-1 1 0,1-1 0,0 1 0,-1-1 0,1 1 0,0-1 0,-1 1 0,1-1 0,0 0 0,0 1 0,-1-1 0,2 1 0,4 0 0,1 0 0,-1 0 0,0 0 0,1-1 0,-1 0 0,0 0 0,1 0 0,-1-1 0,0 0 0,0 0 0,1-1 0,-1 1 0,7-4 0,0-1 0,-1 0 0,0 0 0,0-1 0,-1 0 0,15-13 0,-21 15 0,0 0 0,-1 0 0,1 0 0,-1-1 0,3-5 0,9-12 0,28-32 0,-31 37 0,21-21 0,-19 24 0,-1-1 0,13-20 0,-15 18 0,2 1 0,18-19 0,-18 22 0,-1-1 0,22-31 0,25-46 0,-56 88 0,-3 3 0,-1 1 0,1-1 0,-1 1 0,1-1 0,-1 1 0,1-1 0,-1 1 0,0-1 0,1 1 0,-1-1 0,0 0 0,1 1 0,-1-1 0,0 0 0,0 1 0,0-1 0,0 0 0,0 1 0,1-2 0,-3-2 0,2 3 0,-1 1 0,1 0 0,-1-1 0,1 1 0,-1 0 0,1 0 0,-1-1 0,1 1 0,-1 0 0,1 0 0,-1 0 0,1 0 0,-1 0 0,1 0 0,-1 0 0,1 0 0,-1 0 0,1 0 0,-1 0 0,0 0 0,1 0 0,-1 0 0,1 0 0,-1 1 0,1-1 0,-1 0 0,1 0 0,0 1 0,-1-1 0,0 1 0,-4 1 0,1 1 0,-1-1 0,1 1 0,0 0 0,0 1 0,-4 3 0,0 0 0,-3 4 0,1 0 0,-13 17 0,15-18 0,1-1 0,1 1 0,-8 17 0,-11 14 0,23-39 0,1 0 0,0 1 0,-1-1 0,1 1 0,0-1 0,0 1 0,0 0 0,0 0 0,1-1 0,-1 4 0,-6 18 0,1-10 0,0 0 0,0 1 0,-3 17 0,4-17 0,0 0 0,-1-1 0,0 0 0,-16 25 0,6-11 0,11-19-122,1-2-269,0 0 1,1 0-1,0 0 0,-3 10 0,5-16 324,1 0 0,0 0-1,0 0 1,-1 0-1,1 0 1,0 0 0,0 0-1,0 0 1,0 0-1,0 0 1,0 1 0,0-1-1,1 0 1,-1 0-1,0 0 1,0 0 0,1 0-1,-1 0 1,1 0-1,-1 0 1,1 0-1,-1 0 1,1-1 0,0 1-1,0 0 1,-1 0-1,1 0 1,0-1 0,0 1-1,0 0 1,-1-1-1,1 1 1,0-1 0,0 1-1,0-1 1,0 1-1,2-1 1,3 1-1585,1-2 0,0 1 0,-1-1 0,1 0 0,0 0 0,-1 0 0,1-1 0,7-3 1,4-1-1062,2 0-697,5-4-241</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4.461"/>
    </inkml:context>
    <inkml:brush xml:id="br0">
      <inkml:brushProperty name="width" value="0.035" units="cm"/>
      <inkml:brushProperty name="height" value="0.035" units="cm"/>
    </inkml:brush>
  </inkml:definitions>
  <inkml:trace contextRef="#ctx0" brushRef="#br0">419 261 2689,'0'0'501,"0"-1"1,0 0 0,0 0 0,0 0 0,0 0-1,0 1 1,-1-1 0,1 0 0,0 0-1,0 0 1,-1 0 0,1 1 0,-1-1 0,1 0-1,0 1 1,-1-1 0,1 0 0,-1 1 0,0-1-1,1 0 1,-1 1 0,1-1 0,-2 0-1,-18-5 7568,-6-2-1919,19 5-5803,0 1 0,-1 0 0,1 0 0,0 1 0,-1 0 0,1 0 0,-1 1 0,1 0 0,-1 0 0,-11 2 0,-3 3-347,0 1 0,1 1 0,0 0 0,0 2 0,0 0 0,1 2 0,-23 15 0,36-20 0,-1 0 0,1 0 0,1 1 0,-1 0 0,1 0 0,-8 12 0,0-1 0,12-15 0,1-1 0,0 1 0,0 0 0,0-1 0,0 1 0,0 0 0,0 0 0,1 0 0,-1 0 0,1 3 0,0-5 0,-1 0 0,1 0 0,0 0 0,0 0 0,0 0 0,0 0 0,0 0 0,0 0 0,0 1 0,1-1 0,-1 0 0,0 0 0,1 0 0,-1 0 0,0 0 0,1 0 0,-1 0 0,1 0 0,0 0 0,-1 0 0,1-1 0,0 1 0,0 0 0,-1 0 0,3 1 0,3 0 0,-2 0 0,1-1 0,-1 0 0,1 0 0,-1 0 0,1 0 0,0 0 0,-1-1 0,1 0 0,9-1 0,25-7 0,55-18 0,-88 24 0,15-6 0,0 0 0,0-2 0,-1 0 0,0-2 0,-1 0 0,0-1 0,-1 0 0,0-2 0,-1 0 0,-1-1 0,17-21 0,-15 9 0,-14 21 0,0 1 0,0-1 0,10-10 0,-2 4 0,-1-1 0,12-20 0,7-8 0,3-2 0,-11 17 0,-23 26 0,-5 5 0,-8 8 0,13-10 0,0 0 0,-1 0 0,0-1 0,1 1 0,-1 0 0,0-1 0,0 0 0,1 1 0,-1-1 0,-3 1 0,-16 14 0,1 9 0,0 1 0,1 1 0,-26 51 0,33-53 0,-30 41 0,8-15 0,10-13 33,14-25-207,1 1-1,1 0 1,0 0 0,-8 24-1,16-36-196,-1-1 0,1 1 0,0-1-1,0 0 1,0 1 0,0-1 0,1 1 0,-1-1-1,0 1 1,1-1 0,-1 0 0,1 1 0,-1-1-1,1 0 1,-1 0 0,1 1 0,0-1 0,0 0-1,0 0 1,0 0 0,0 0 0,0 0 0,0 0-1,0 0 1,0 0 0,0 0 0,0 0 0,1-1-1,1 2 1,3 1-1753,0 0 1,0 0-1,0-1 0,1 0 0,8 3 1,-5-1-2014</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5.727"/>
    </inkml:context>
    <inkml:brush xml:id="br0">
      <inkml:brushProperty name="width" value="0.035" units="cm"/>
      <inkml:brushProperty name="height" value="0.035" units="cm"/>
    </inkml:brush>
  </inkml:definitions>
  <inkml:trace contextRef="#ctx0" brushRef="#br0">10 331 2016,'0'0'170,"-1"0"0,1 0-1,0 0 1,-1 0-1,1 0 1,0 0-1,-1 0 1,1 0-1,0 0 1,-1 0-1,1 0 1,0 0-1,-1 0 1,1 0 0,0-1-1,-1 1 1,1 0-1,0 0 1,-1 0-1,1-1 1,0 1-1,0 0 1,-1 0-1,1-1 1,0 1-1,0 0 1,0 0-1,-1-1 1,1 1 0,0 0-1,0-1 1,0 1-1,0 0 1,0-1-1,0 1 1,0 0-1,-1-1 1,1 1-1,0 0 1,0-1-1,0 1 1,0 0 0,1-1-1,-1 1 1,0 0-1,0-1 1,0 1-1,0 0 1,0-1-1,0-3 1079,2 2-1043,0 0 0,0 0-1,0 1 1,1-1 0,-1 1 0,0-1-1,5-1 1,-3 1 14,8-4-82,-1 0 1,1 1-1,21-6 1,22-10-60,-19 6-74,-28 13-5,0-1-1,0 0 1,0-1 0,-1 1-1,12-10 1,9-5 6,-22 15-3,-1 0 1,0 0-1,-1-1 1,1 1-1,0-1 1,5-7-1,-5 5 27,0 0-1,0-1 0,-1 1 0,0-1 1,-1 1-1,1-1 0,-1 0 0,-1-1 1,1 1-1,-1 0 0,0-1 0,-1 1 1,0-1-1,0 0 0,-1-11 0,-8-2 159,7 20-180,1 1 0,0-1 0,-1 0 0,1 1 0,0-1 0,-1 1 0,1-1 0,-1 1 0,1-1 0,0 1 0,-1-1 0,0 1 0,1-1 0,-1 1 0,1 0 0,-1-1 0,1 1 0,-1 0 0,0-1 0,1 1 0,-1 0 0,0 0 0,1 0 0,-1-1 0,0 1 0,-1 0 0,-17-2 68,-25 14-35,42-11-40,0 0-1,-1 0 1,1 0 0,0 1-1,0-1 1,0 1-1,0-1 1,0 1-1,0 0 1,1 0 0,-1 0-1,0 0 1,-2 4-1,-9 10 13,11-14-12,0 0 0,0 0 1,1 1-1,-1-1 1,1 1-1,0-1 0,-1 1 1,1 0-1,0-1 1,0 1-1,1 0 0,-1 0 1,1 0-1,-1 2 1,1 47 3,1-26-4,0-20 0,0 0 0,1-1 0,0 1 0,0-1 0,0 1 0,1-1 0,0 0 0,0 0 0,0 0 0,7 8 0,1 3 0,-5-8-212,0 0 0,1-1-1,0 1 1,0-2 0,0 1-1,1-1 1,0 0 0,0-1-1,1 1 1,0-2 0,-1 1-1,2-1 1,-1-1 0,0 0-1,1 0 1,-1 0 0,19 1-1,9 0-983,-1-2 0,0-2 0,56-6 0,-62 1-925,-9 0-371</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6.295"/>
    </inkml:context>
    <inkml:brush xml:id="br0">
      <inkml:brushProperty name="width" value="0.035" units="cm"/>
      <inkml:brushProperty name="height" value="0.035" units="cm"/>
    </inkml:brush>
  </inkml:definitions>
  <inkml:trace contextRef="#ctx0" brushRef="#br0">69 23 2272,'-11'-5'2855,"10"5"-2643,0 0-1,0 0 1,1 0 0,-1-1-1,0 1 1,0 0 0,1-1 0,-1 1-1,0 0 1,0-1 0,1 1-1,-1-1 1,1 1 0,-1-1-1,0 1 1,1-1 0,-1 0 0,1 1-1,-1-1 1,0-1 0,1 1 461,12-4 743,124 10 1296,-127-4-2580,1 0 0,-1 0 1,0 1-1,14 5 0,-22-7-116,0 0 0,0 1 1,0-1-1,0 1 0,0-1 0,0 1 0,0-1 0,0 1 1,0-1-1,-1 1 0,1 0 0,0-1 0,-1 1 0,1 0 0,0 0 1,-1 0-1,1 0 0,-1-1 0,1 1 0,-1 0 0,1 0 0,-1 0 1,0 0-1,1 0 0,-1 0 0,0 0 0,0 0 0,0 0 0,0 0 1,0 0-1,0 0 0,0 0 0,0 1 0,-1 0 34,1 0 0,-1 0 0,0 0 0,1-1 0,-1 1 0,0 0 1,0-1-1,0 1 0,0-1 0,-1 1 0,1-1 0,0 1 0,-1-1 0,1 0 0,0 0 0,-1 1 0,0-1 0,1 0 0,-1-1 0,-3 3 1,-14 5 255,-28 11 262,-83 12-117,93-30-409,30-2-47,7-2 1,7-2-6,-7 4 7,86-32-72,53-11 78,-84 23 20,-41 17-8,-4 2 20,0 0-1,-1-1 1,1 0-1,12-6 1,-16 4 498,-6 5-483,0 0 0,0 0 0,0 0 0,0 1 0,0-1 0,0 0 1,0 0-1,0 0 0,0 0 0,0 0 0,0 0 0,0 0 0,0 0 0,1 0 0,-1 0 0,0 0 1,0 0-1,0 0 0,0 0 0,0 1 0,0-1 0,0 0 0,0 0 0,0 0 0,1 0 1,-1 0-1,0 0 0,0 0 0,0 0 0,0 0 0,0 0 0,0 0 0,0 0 0,0 0 1,1 0-1,-1-1 0,0 1 0,0 0 0,0 0 0,0 0 0,0 0 0,0 0 0,0 0 1,0 0-1,0 0 0,0 0 0,0 0 0,1 0 0,-1 0 0,0 0 0,0 0 0,0-1 0,0 1 1,0 0-1,0 0 0,0 0 0,0 0 0,0 0 0,0 0 0,0 1 262,-1-1-232,1 0-1,-1 0 0,0 1 0,1-1 0,-1 1 1,1-1-1,-1 1 0,1-1 0,-1 0 1,1 1-1,-1 0 0,1-1 0,-1 1 0,1-1 1,-1 1-1,1 0 0,0-1 0,-1 1 1,1 0-1,0 0 0,-7 9 951,3-7-790,1-1-1,0 0 0,0 1 0,1 0 0,-1 0 1,0 0-1,1 0 0,0 0 0,0 0 1,0 0-1,0 1 0,-2 6 0,-3 4-33,6-9-165,0-1 1,0 1-1,0 0 1,1-1-1,0 1 0,0 0 1,0-1-1,1 1 1,2 8-1,-2-9-35,1-1 0,0 0 0,0 1 0,0-1 0,1 0 0,-1 0 0,1 0 0,-1-1 0,1 1 0,0 0 0,0-1-1,0 0 1,1 0 0,-1 0 0,5 2 0,-2-1-197,1-1 0,-1 0 0,1 0 0,-1 0 0,1-1 0,-1 0 0,13 0 0,-4-2-1790,0-1 1,0 0 0,0-1 0,0-1-1,27-10 1,14-3-3373,-52 16 4851,-1 0-1,1 0 0,-1-1 0,1 1 1,-1-1-1,0 0 0,1 0 0,3-3 0,3-6-2050</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6.591"/>
    </inkml:context>
    <inkml:brush xml:id="br0">
      <inkml:brushProperty name="width" value="0.035" units="cm"/>
      <inkml:brushProperty name="height" value="0.035" units="cm"/>
    </inkml:brush>
  </inkml:definitions>
  <inkml:trace contextRef="#ctx0" brushRef="#br0">147 10 1768,'-6'-2'1523,"0"0"0,0 1 0,-1-1 0,1 1 0,0 0 0,-1 1 0,1-1-1,-1 1 1,1 1 0,-1-1 0,-10 3 0,5-2 1787,12-1-3136,0-1 0,-1 1 0,1 0 0,-1 0 0,1 0 0,-1 0 0,1 0 0,-1 0 0,1 0-1,-1 0 1,1 0 0,-1 0 0,1 0 0,-1 0 0,1 0 0,-1 0 0,1 1 0,-1-1 0,1 0 0,0 0 0,-1 0 0,1 1 0,-1-1 0,1 0 0,0 1 0,-1-1 0,1 0 0,0 1 0,-1-1 0,1 0 0,-1 2 0,-15 5 3642,15-4-3812,1 0 0,-1 0 0,1 0 0,-1 0-1,1 1 1,0-1 0,0 0 0,1 6 0,0 0-8,-1 320-213,0-326-46,-1-1 0,1 0 1,0 0-1,-1 1 1,1-1-1,-1 0 0,0 0 1,0 0-1,0 0 0,-2 3 1,-3 8-5023,4-6-1729</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7.391"/>
    </inkml:context>
    <inkml:brush xml:id="br0">
      <inkml:brushProperty name="width" value="0.035" units="cm"/>
      <inkml:brushProperty name="height" value="0.035" units="cm"/>
    </inkml:brush>
  </inkml:definitions>
  <inkml:trace contextRef="#ctx0" brushRef="#br0">40 169 496,'-40'-31'20811,"45"29"-19681,80-19 4530,47 4-4039,24 1-196,-150 15-1388,4 0 54,-1 0 0,1 0-1,0 1 1,-1 1-1,17 2 1,-16-2-21,-5 0-23,0 0 0,0 0 0,0 0 0,0 1 0,0-1 0,6 4 1,-10-4-40,0-1 1,-1 1 0,1-1 0,-1 1 0,1-1-1,-1 1 1,1-1 0,-1 1 0,1-1 0,-1 1 0,1 0-1,-1-1 1,0 1 0,1 0 0,-1 0 0,0-1-1,1 1 1,-1 0 0,0-1 0,0 2 0,0 0 2,0-1 1,0 1 0,-1-1 0,1 1-1,-1-1 1,1 0 0,-1 1-1,1-1 1,-1 1 0,0-1-1,1 0 1,-1 0 0,0 1 0,-2 0-1,-7 13 79,7-11-67,0 1-1,-1-1 1,1 0-1,0-1 1,-7 6 0,6-6-12,-21 18-7,-31 20-1,14-19-37,171-82-1487,-53 17 880,30-12-517,-45 22-81,7 0-1114,-46 22 1079,-19 9 987,0 0 1,1 0-1,-1 0 0,0 1 0,1 0 1,-1-1-1,1 1 0,-1 1 0,7-2 1,32-4-1605,-41 6 1840,16-3 838,-6 1 4280,-11 2-5036,0 0-1,0 0 0,0 0 0,1 0 1,-1 0-1,0-1 0,0 1 1,0 0-1,0 0 0,0 0 0,1 0 1,-1 0-1,0 0 0,0 0 0,0 0 1,0 0-1,1 0 0,-1 0 0,0 0 1,0 0-1,0 0 0,0 0 0,1 0 1,-1 1-1,0-1 0,0 0 0,0 0 1,0 0-1,0 0 0,1 0 0,-1 0 1,0 0-1,0 0 0,0 0 0,0 1 1,0-1-1,0 0 0,0 0 0,1 0 1,-1 0-1,0 0 0,0 1 1,0-1-1,0 0 0,0 0 0,0 0 1,0 1-1,-8 4 2413,-18 3 875,-26 3-3318,44-9 0,0 0 0,-1 0 0,1 1 0,0 0 0,1 1 0,-1-1 0,1 2 0,-8 4 0,7-5 0,0 1 0,1 1 0,0-1 0,0 1 0,0 0 0,1 1 0,-1 0 0,-7 11 0,4-3 0,9-13 0,-1 1 0,1-1 0,-1 0 0,1 1 0,0-1 0,0 1 0,0-1 0,0 1 0,0-1 0,0 1 0,1 0 0,-1-1 0,1 1 0,0 3 0,-1-3 0,1-1 0,0 1 0,1-1 0,-1 1 0,0 0 0,1-1 0,-1 1 0,1-1 0,0 1 0,0-1 0,0 0 0,0 1 0,0-1 0,1 0 0,1 3 0,0-3 0,-1 1 0,1-1 0,0 0 0,0 0 0,1 0 0,-1 0 0,0-1 0,1 1 0,-1-1 0,6 1 0,-5-1 0,1 0 0,0 0 0,-1-1 0,1 0 0,0 0 0,-1 0 0,1 0 0,0-1 0,5-1 0,43-13 0,-37 9 0,-9 4 0,-1-1 0,0 0 0,0-1 0,0 1 0,-1-1 0,1 0 0,-1-1 0,0 1 0,0-1 0,-1 0 0,5-6 0,17-16 0,-9 0 0,-8 11 0,-9 15 0,0 0 0,1-1 0,-1 1 0,0 0 0,1 0 0,-1 0 0,1 0 0,0 0 0,-1 0 0,1 0 0,0 0 0,-1 1 0,1-1 0,0 0 0,1-1 0,-2 2 0,0 0 0,1 0 0,-1 0 0,0 0 0,0 0 0,1 0 0,-1 0 0,0 0 0,0 0 0,1 0 0,-1 0 0,0 0 0,0 0 0,1 0 0,-1 0 0,0 0 0,0 0 0,1-1 0,-1 1 0,0 0 0,0 0 0,0 0 0,1 0 0,-1-1 0,0 1 0,0 0 0,0 0 0,0 0 0,0-1 0,1 1 0,-1 0 0,0 0 0,0-1 0,0 1 0,0 0 0,0 0 0,0-1 0,0 1 0,0 0 0,0 0 0,0-1 0,0-3 0,0 8 0,0-4 0,0 0 0,0 1 0,0-1 0,0 0 0,0 0 0,0 0 0,0 0 0,0 1 0,0-1 0,0 0 0,0 0 0,0 0 0,0 1 0,0-1 0,0 0 0,1 0 0,-1 0 0,0 0 0,0 1 0,0-1 0,0 0 0,0 0 0,0 0 0,0 0 0,1 0 0,-1 0 0,0 1 0,0-1 0,0 0 0,0 0 0,1 0 0,-1 0 0,0 0 0,0 0 0,0 0 0,0 0 0,1 0 0,-1 0 0,0 0 0,0 0 0,1 0 0,-1 0 0,0 0 0,0 0 0,1 1 0,-1-1 0,0 0 0,0 0 0,0 0 0,1 0 0,-1 0 0,0 0 0,0 0 0,0 0 0,0 1 0,1-1 0,-1 0 0,0 0 0,0 0 0,0 0 0,0 1 0,0-1 0,0 0 0,1 0 0,-1 0 0,0 1 0,0-1 0,0 0 0,0 0 0,0 0 0,0 1 0,0-1 0,0 0 0,0 0 0,0 1 0,0-1 0,0 0 0,0 0 0,0 1 0,0 4 0,0 0 0,-1 0 0,1 0 0,-1 0 0,0-1 0,-3 9 0,2-10 0,1-1 0,0 0 0,0 1 0,0-1 0,1 1 0,-1-1 0,1 1 0,-1 0 0,1-1 0,0 1 0,0-1 0,0 1 0,0 0 0,0-1 0,1 1 0,-1-1 0,1 1 0,0 0 0,1 2 0,-2-5-207,1 1 1,-1 0-1,0 0 0,1 0 1,-1 0-1,0 0 1,0-1-1,0 1 0,0 0 1,0 0-1,0 0 0,0 0 1,0 0-1,0 0 0,0 0 1,0 0-1,0 0 1,-1-1-1,1 1 0,0 0 1,-1 0-1,1 0 0,0 0 1,-1-1-1,1 1 1,-1 0-1,0 0 0,1-1 1,-1 1-1,0-1 0,1 1 1,-1 0-1,0-1 0,-1 2 1,2-2 149,0-1 1,0 1-1,0 0 0,-1 0 1,1 0-1,0 0 0,0 0 1,0 0-1,0 0 0,0 0 1,0 0-1,0 0 0,0 0 1,-1 1-1,1-1 1,0 0-1,0 0 0,0 0 1,0 0-1,0 0 0,0 0 1,0 0-1,0 0 0,-1 0 1,1 0-1,0 0 0,0 0 1,0 0-1,0 0 1,0 1-1,0-1 0,0 0 1,0 0-1,0 0 0,0 0 1,0 0-1,0 0 0,0 0 1,0 0-1,0 1 1,0-1-1,0 0 0,0 0 1,0 0-1,0 0 0,0 0 1,0 0-1,0 0 0,0 1 1,0-1-1,0 0 0,0 0 1,0 0-1,0 0 1,0 0-1,0 0 0,0 0 1,0 0-1,0 1 0,0-1 1,0 0-1,1 0 0,-1 0 1,11 0-4603,18-4-5262,-13 3 6176</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49.283"/>
    </inkml:context>
    <inkml:brush xml:id="br0">
      <inkml:brushProperty name="width" value="0.035" units="cm"/>
      <inkml:brushProperty name="height" value="0.035" units="cm"/>
    </inkml:brush>
  </inkml:definitions>
  <inkml:trace contextRef="#ctx0" brushRef="#br0">80 292 2785,'-3'0'908,"-1"0"0,1 0 1,0 0-1,0 1 0,-1-1 1,1 1-1,0 0 1,0 0-1,0 0 0,0 0 1,0 1-1,0-1 0,0 1 1,0 0-1,1 0 0,-1 0 1,1 0-1,-1 0 1,1 0-1,0 1 0,0-1 1,0 1-1,-3 5 0,-2 0 1002,7-7-1768,0-1 1,-1 1-1,1-1 1,0 1-1,0 0 1,-1-1-1,1 1 1,0 0-1,0 0 1,0-1-1,0 1 1,0 0-1,0-1 1,0 1-1,0 0 0,0 0 1,0-1-1,0 1 1,0 0-1,1-1 1,-1 1-1,0 0 1,1-1-1,-1 1 1,0 0-1,1 0 1,12 16 1363,-9-13-930,-3-4-559,1 1-1,0-1 0,-1 0 1,1 1-1,0-1 0,0 0 0,-1 0 1,1 0-1,0 0 0,0 0 1,-1-1-1,1 1 0,0 0 1,-1-1-1,1 1 0,0-1 1,-1 0-1,3-1 0,5-1 17,-6 2-33,1 0 0,-1 0 0,0-1 0,0 0 0,0 1 0,0-1 0,0 0 0,0 0 0,0-1 0,-1 1 0,1-1 0,-1 1 0,0-1 0,0 0 0,0 0 0,3-4 0,1-4 0,-1 0 0,0 0 0,5-17 0,-1-16 0,3-28 0,-6 42 0,-4 16 0,1 1 0,0-1 0,1 1 0,9-20 0,-12 32 0,-1 1 0,0-1 0,1 1 0,-1-1 0,0 1 0,1-1 0,-1 1 0,0-1 0,0 0 0,0 1 0,0-1 0,1 1 0,-1-1 0,0 0 0,0 1 0,0-1 0,0 1 0,0-1 0,-1 0 0,0-21 0,1 19 0,0 6 0,0 1 0,-1-1 0,1 0 0,0 0 0,-1 1 0,0-1 0,0 0 0,0 0 0,0 0 0,-1 0 0,1 0 0,-4 5 0,-9 21 0,-9 13 0,16-19 0,-19 39 0,6-17 0,-15 15 0,16-1 0,7-27 0,10-28 0,0-1 0,1 1 0,-1 0 0,1 0 0,0 1 0,0-1 0,0 0 0,0 8 0,0-11 0,1 1 0,0-1 0,0 1 0,0-1 0,0 1 0,0-1 0,0 0 0,1 1 0,-1-1 0,0 1 0,1-1 0,-1 0 0,1 1 0,0-1 0,-1 0 0,1 0 0,0 1 0,0-1 0,0 0 0,0 0 0,0 0 0,0 0 0,0 0 0,0 0 0,0 0 0,0 0 0,0-1 0,1 1 0,-1 0 0,0-1 0,1 1 0,-1-1 0,0 1 0,2-1 0,4 1 0,0-1 0,-1 0 0,1-1 0,0 1 0,-1-1 0,9-3 0,9 0 0,-2 0 0,0-1 0,-1-1 0,1-1 0,-2-1 0,1-1 0,-1-1 0,0 0 0,-1-2 0,27-20 0,-30 17 0,-1-1 0,0-1 0,-2 0 0,21-32 0,-15 10 0,-17 37 0,-2 1 0,0 1 0,0-1 0,0 0 0,1 1 0,-1-1 0,0 0 0,0 1 0,-1-1 0,1 0 0,0 1 0,0-1 0,0 0 0,0 1 0,-1-1 0,1 0 0,0 1 0,0-1 0,-1 0 0,-7-5 0,4 5 0,0 1 0,0 0 0,-1 0 0,1 0 0,0 0 0,0 0 0,-1 1 0,1 0 0,0 0 0,0 0 0,0 0 0,0 1 0,0-1 0,0 1 0,1 0 0,-6 4 0,-11 3 0,16-7 0,0 1 0,0-1 0,1 0 0,-1 1 0,0 0 0,-5 6 0,-14 10 0,17-15 0,1-1 0,-1 2 0,1-1 0,-7 7 0,10-9 0,1-1 0,-1 1 0,1 0 0,-1 1 0,1-1 0,0 0 0,0 0 0,0 1 0,0-1 0,0 0 0,0 1 0,1-1 0,-1 1 0,1-1 0,0 4 0,0 10 0,0-15 0,0-1 0,0 1 0,1-1 0,-1 0 0,0 1 0,1-1 0,-1 1 0,0-1 0,1 0 0,-1 1 0,1-1 0,-1 0 0,1 0 0,-1 1 0,0-1 0,1 0 0,-1 0 0,1 0 0,-1 1 0,1-1 0,-1 0 0,1 0 0,0 0 0,-1 0 0,1 0 0,-1 0 0,1 0 0,-1 0 0,1 0 0,-1 0 0,1 0 0,-1-1 0,1 1 0,0 0 0,1 0 0,92-11 0,-77 8 0,-17 3 0,1 0 0,0-1 0,0 1 0,0 0 0,0 0 0,0 0 0,0-1 0,0 1 0,0 0 0,0 1 0,0-1 0,0 0 0,-1 0 0,1 0 0,0 0 0,0 1 0,0-1 0,0 0 0,0 1 0,1 0 0,7 0 0,-9-1 0,1 0 0,-1 0 0,1 0 0,0 0 0,-1 0 0,1 0 0,-1 0 0,1 0 0,0 0 0,-1 1 0,1-1 0,-1 0 0,1 0 0,0 1 0,-1-1 0,1 0 0,-1 1 0,1-1 0,-1 0 0,1 1 0,-1-1 0,1 1 0,-1-1 0,1 1 0,2 4 0,-1 0 0,0-1 0,1 1 0,-1 0 0,-1 1 0,1-1 0,-1 0 0,0 0 0,0 1 0,0 6 0,-1-6-354,0-1 1,0 1-1,1-1 0,0 1 1,0-1-1,0 0 1,1 1-1,3 6 0,-5-11 200,1 1 0,0 0-1,0 0 1,0-1 0,1 1-1,-1-1 1,0 1 0,1-1-1,-1 0 1,1 1-1,-1-1 1,1 0 0,0 0-1,-1 0 1,1 0 0,0 0-1,0 0 1,0-1 0,-1 1-1,1-1 1,0 1 0,0-1-1,0 0 1,4 1-1,-2-2-334,0 0 0,0 0 0,-1 0-1,1-1 1,0 1 0,-1-1 0,1 0-1,-1 0 1,1 0 0,-1 0-1,0 0 1,0-1 0,0 0 0,0 1-1,4-7 1,12-10-1297,-16 17 1691,3-3-144,0 0 1,0 0 0,0-1-1,-1 0 1,5-7 0,5-7 256,-11 15 218,-1-1-1,1 1 1,-1 0-1,4-9 1,9-5 1347,-14 18-1303,0-1-1,0 0 1,0 0 0,-1 0 0,1 0-1,0 0 1,1-4 0,0-1-30,3-10 5902,-10 13-2349,-8 6-1108,10-2-2681,0 1 0,0-1 0,0 1 0,0 0-1,0 0 1,0 0 0,0 0 0,1 0 0,-1 0 0,0 0 0,1 1 0,-1-1 0,1 1 0,-1-1-1,1 1 1,0-1 0,-1 1 0,0 3 0,0-2-14,1-1 0,-1 1 0,1 0 0,0 0 0,0 0 0,0 0 0,1 0 0,-1 0 0,1 0 0,0 0 0,-1 0 0,1 0 0,1 0 0,-1 1 0,0-1 0,1 0 0,-1 0 0,1 0 0,0 0 0,0 0 0,0 0 0,1-1 0,-1 1 0,1 0 0,-1-1 0,1 1 0,0-1 0,0 1 0,0-1 0,5 4 0,2 5 0,-9-10 0,1 0 0,-1 0 0,1 0 0,0 0 0,-1-1 0,1 1 0,0 0 0,0 0 0,0-1 0,0 1 0,-1-1 0,1 1 0,0-1 0,0 1 0,0-1 0,0 1 0,0-1 0,2 1 0,3 2 0,-3-2 0,-1 1 0,1-1 0,0 0 0,-1 0 0,1 0 0,0 0 0,0 0 0,0 0 0,-1-1 0,1 1 0,4-1 0,1-3 0,0-1 0,-1 1 0,0-2 0,0 1 0,0-1 0,0 0 0,0 0 0,-1-1 0,11-12 0,6-5 0,-5-4 0,6-11 0,-22 33 0,-2 1 0,-2 8 0,-30 32 0,19-23 0,1 1 0,-16 22 0,27-34 0,-1 0 0,1 0 0,0 0 0,0 0 0,0 0 0,1 0 0,-1 1 0,0-1 0,1 0 0,-1 1 0,1-1 0,0 0 0,0 1 0,0-1 0,0 0 0,0 1 0,1-1 0,-1 0 0,1 1 0,-1-1 0,1 0 0,1 3 0,2 2 0,1 1 0,-1-1 0,1 0 0,11 11 0,-10-11 0,0-1 0,-1 1 0,0 0 0,5 9 0,-8-11 0,0-1 0,0 1 0,0 0 0,-1-1 0,0 1 0,0 0 0,0 0 0,0 0 0,-1 0 0,1 0 0,-1 0 0,-1 0 0,1 0 0,-1 0 0,0 0 0,0 0 0,-2 6 0,-4 19 0,0 3 0,-21 61 0,17-58 0,-4 10 0,-4 6 0,17-47 0,-1-1 0,0-1 0,0 1 0,0 0 0,0-1 0,-1 0 0,-7 6 0,1 0 0,7-7 0,0 1 0,0-1 0,-1 0 0,1 0 0,0 0 0,-1 0 0,0-1 0,1 1 0,-1-1 0,0 0 0,0 0 0,0 0 0,0-1 0,0 1 0,-6-1 0,-4-1 0,-1 0 0,-26-7 0,10 2 0,20 4 0,0-1 0,0 0 0,1-1 0,-1 0 0,1-1 0,0 0 0,-11-8 0,19 13 0,1-1 0,0 0 0,0 1 0,0-1 0,0 0 0,0 0 0,0 0 0,0 0 0,0 0 0,0 0 0,0 0 0,0 0 0,0 0 0,1 0 0,-1 0 0,1-1 0,-1 1 0,1 0 0,-1 0 0,1-1 0,-1 1 0,1 0 0,0-1 0,0-1 0,0 2 0,1-1 0,-1 0 0,1 0 0,0 0 0,0 0 0,-1 1 0,1-1 0,0 0 0,1 1 0,-1-1 0,0 0 0,0 1 0,1 0 0,2-3 0,6-4 0,1 1 0,0-1 0,22-9 0,-28 15 0,195-94 0,120-63 0,-263 126 0,62-31 0,-101 57 0,-15 7 0,-1-1 0,1 0 0,0 0 0,-1 0 0,1 0 0,-1 0 0,1 0 0,-1-1 0,0 1 0,1-1 0,1-2 0,-1 0 0,1 4 0,-8 4 0,-1-1 0,5-2 0,-1-1 0,0 1 0,0-1 0,0 1 0,0-1 0,1 1 0,-1-1 0,0 1 0,0 0 0,1-1 0,-1 1 0,1 0 0,-1 0 0,0 0 0,1-1 0,-1 1 0,1 0 0,0 0 0,-1 0 0,1 0 0,0 0 0,0 0 0,-1 1 0,1 3 0,0-4 0,1-1 0,-1 0 0,0 1 0,1-1 0,-1 0 0,0 1 0,1-1 0,-1 0 0,0 0 0,1 1 0,-1-1 0,1 0 0,-1 0 0,0 0 0,1 0 0,-1 0 0,1 1 0,-1-1 0,0 0 0,1 0 0,-1 0 0,1 0 0,-1 0 0,1 0 0,-1 0 0,0-1 0,1 1 0,-1 0 0,1 0 0,-1 0 0,0 0 0,1 0 0,-1-1 0,1 1 0,-1 0 0,0 0 0,1-1 0,0 1 0,9-6 0,-3 4 0,-4 1 0,0 1 0,-1-1 0,1 0 0,0 0 0,-1 0 0,1 0 0,0 0 0,-1 0 0,0-1 0,1 0 0,-1 1 0,0-1 0,0 0 0,0 0 0,0 0 0,0 0 0,0 0 0,2-4 0,22-23 0,-24 26 0,-1 1 0,0 1 0,-1 0 0,1 0 0,-1 0 0,1-1 0,-1 1 0,1 0 0,-1-1 0,0 1 0,0 0 0,0-1 0,1 1 0,-1 0 0,-1-1 0,1-1 0,0 2 0,0 1 0,0-1 0,0 0 0,0 1 0,0-1 0,0 0 0,-1 1 0,1-1 0,0 0 0,0 1 0,-1-1 0,1 1 0,0-1 0,-1 0 0,1 1 0,-1-1 0,1 1 0,-1-1 0,1 1 0,-1-1 0,1 1 0,-1 0 0,1-1 0,-1 1 0,0 0 0,1-1 0,-1 1 0,1 0 0,-1 0 0,0-1 0,1 1 0,-2 0 0,-21 0 0,18 0 0,-5-1 0,-1 2 0,1-1 0,-1 1 0,1 1 0,-1 0 0,1 0 0,0 1 0,0 0 0,-11 6 0,10-4 0,-11 8 0,21-12 0,1-1 0,0 1 0,-1-1 0,1 0 0,0 1 0,0-1 0,0 1 0,-1-1 0,1 1 0,0-1 0,0 1 0,0-1 0,0 1 0,0-1 0,0 1 0,0-1 0,0 1 0,0-1 0,0 1 0,0-1 0,0 1 0,0-1 0,1 1 0,-1-1 0,0 1 0,0-1 0,0 1 0,1-1 0,-1 1 0,0-1 0,1 0 0,-1 1 0,0-1 0,1 1 0,-1-1 0,1 0 0,-1 1 0,0-1 0,1 0 0,-1 0 0,1 1 0,-1-1 0,1 0 0,-1 0 0,1 0 0,0 1 0,13 10 0,-12-9 0,0 0 0,0 0 0,1 0 0,-1 0 0,0-1 0,1 1 0,3 1 0,53 30 0,-53-30 0,0-1 0,0 1 0,-1 1 0,1-1 0,-1 1 0,0 0 0,0 0 0,0 1 0,-1-1 0,1 1 0,-1 0 0,5 8 0,-2-3 0,-6-9 0,0 0 0,-1-1 0,1 1 0,0 0 0,0 0 0,-1 0 0,1 0 0,-1 0 0,1 0 0,-1 0 0,1 0 0,-1 0 0,0 0 0,1 0 0,-1 0 0,0 0 0,0 0 0,0 0 0,0 0 0,0 0 0,0 0 0,0 0 0,0 0 0,0 0 0,0 1 0,-1-1 0,1 1 0,-2 2 0,-1 1 0,1-1 0,-1 0 0,0 0 0,0 0 0,0 0 0,0 0 0,0-1 0,-1 1 0,0-1 0,0 0 0,0 0 0,0 0 0,0-1 0,-7 3 0,1 0 0,0-1 0,-1 0 0,1 0 0,-1-1 0,0-1 0,0 0 0,0 0 0,0-1 0,0-1 0,-12 0 0,23 0 0,0 0 0,-1 0 0,1 0 0,0 0 0,0 0 0,-1 0 0,1 0 0,0 0 0,-1 0 0,1 0 0,0 0 0,0 0 0,-1 0 0,1 0 0,0-1 0,0 1 0,-1 0 0,1 0 0,0 0 0,0 0 0,0 0 0,-1-1 0,1 1 0,0 0 0,0 0 0,0 0 0,-1 0 0,1-1 0,0 1 0,0 0 0,0 0 0,0-1 0,0 1 0,0 0 0,-1 0 0,1-1 0,0 1 0,0-1 0,5-10 0,14-9 0,52-29 0,113-56 0,-66 41 0,-28 14-3571,-87 48 6021</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1.058"/>
    </inkml:context>
    <inkml:brush xml:id="br0">
      <inkml:brushProperty name="width" value="0.035" units="cm"/>
      <inkml:brushProperty name="height" value="0.035" units="cm"/>
    </inkml:brush>
  </inkml:definitions>
  <inkml:trace contextRef="#ctx0" brushRef="#br0">64 12 64,'-1'-10'32111,"-5"9"-31703,6 2-398,1-1-1,0 1 1,0 0 0,-1 0-1,1 0 1,-1 0 0,1 0-1,-1 0 1,1 0 0,-1 0 0,0 0-1,0 0 1,1 0 0,-1 0-1,0 0 1,0 0 0,0 0-1,0 3 1,0-4-10,-1 3 0,0 0 0,0 0 0,0 0 0,-1 0 0,1 0 0,-1 0 0,-3 5 0,-6 9 0,9-9 0,-6 9 0,-9 22 0,15-35 0,0-1 0,1 1 0,0 0 0,-1 0 0,1 0 0,1 0 0,-1 0 0,0 0 0,1 5 0,1 43 0,0-25 0,-1-24 0,1 0 0,-1 0 0,1-1 0,-1 1 0,1 0 0,0 0 0,0-1 0,1 1 0,1 3 0,-2-4 0,0 0 0,0 0 0,0 0 0,0 0 0,-1 0 0,1 1 0,0-1 0,0 4 0,-2-5 0,1 0 0,1 0 0,-1 0 0,0 0 0,0 0 0,0 0 0,0-1 0,1 1 0,-1 0 0,0 0 0,1 0 0,-1 0 0,1-1 0,-1 1 0,1 0 0,-1 0 0,1-1 0,-1 1 0,1 0 0,0-1 0,-1 1 0,1 0 0,0-1 0,0 1 0,-1-1 0,1 0 0,0 1 0,0-1 0,0 0 0,0 1 0,-1-1 0,1 0 0,0 0 0,0 0 0,0 1 0,0-1 0,2 0 0,0-1 0,0 1 0,0 0 0,0-1 0,0 1 0,0-1 0,0 0 0,0 0 0,0 0 0,0 0 0,4-3 0,2-1 0,0 1 0,1 0 0,10-3 0,-10 4 0,-1 0 0,0-1 0,9-5 0,63-39 0,-41 24 0,-27 16 0,0 0 0,14-6 0,9-13 0,-36 24 0,0 2 0,0 1 0,0 0 0,0 0 0,0 0 0,1 0 0,-1-1 0,0 1 0,0 0 0,0 0 0,0 0 0,0 0 0,0 0 0,0 0 0,1-1 0,-1 1 0,0 0 0,0 0 0,0 0 0,0 0 0,0 0 0,1 0 0,-1 0 0,0 0 0,0 0 0,0 0 0,0 0 0,1 0 0,-1 0 0,0 0 0,0 0 0,0 0 0,0 0 0,1 0 0,-1 0 0,0 0 0,0 0 0,0 0 0,0 0 0,1 0 0,-1 0 0,0 0 0,0 0 0,0 0 0,0 0 0,1 0 0,-1 1 0,0-1 0,0 0 0,0 0 0,0 0 0,2 5 0,-2-2 0,0 1 0,0-1 0,0 1 0,1 0 0,0-1 0,2 7 0,0 14 0,-2-21 0,-1 0 0,1 1 0,0-1 0,0 0 0,0 0 0,2 5 0,-1-4 0,-1 0 0,1 0 0,-1 0 0,0 0 0,0 0 0,0 1 0,0 4 0,-1-8 0,0 0 0,0 0 0,0-1 0,0 1 0,0 0 0,1 0 0,-1 0 0,0 0 0,0-1 0,1 1 0,-1 0 0,0 0 0,1-1 0,-1 1 0,1 0 0,-1 0 0,1-1 0,0 1 0,-1-1 0,1 1 0,0-1 0,-1 1 0,1-1 0,0 1 0,-1-1 0,1 1 0,0-1 0,0 0 0,1 1 0,1 0 0,1 0 0,0-1 0,-1 0 0,1 1 0,0-1 0,0 0 0,5-1 0,9-2 0,-1-1 0,19-6 0,-36 10 0,5-3 0,0 1 0,0-1 0,0 0 0,-1 0 0,1 0 0,-1 0 0,0-1 0,0 0 0,0 0 0,3-5 0,11-9 0,-17 16 0,1 0 0,-1 0 0,0 0 0,0 0 0,0 0 0,0 0 0,0 0 0,-1 0 0,1-1 0,-1 1 0,1 0 0,-1 0 0,0-1 0,0 1 0,0 0 0,0 0 0,0-1 0,0 1 0,-1 0 0,1 0 0,-1-1 0,0-2 0,-1-1 0,0 0 0,-1 0 0,1-1 0,-1 2 0,-1-1 0,-6-9 0,-5-13 0,14 25 0,0 0 0,-1 0 0,1 0 0,-1 0 0,0 1 0,1-1 0,-1 0 0,0 1 0,-1-1 0,1 1 0,0 0 0,-5-3 0,1-1 0,-4-10 0,9 11 0,0 5-290,1 0-1,0 0 1,-1 0-1,1 0 1,0 0 0,-1 0-1,1 0 1,0 0 0,-1 0-1,1 0 1,0 0-1,-1 0 1,1 1 0,0-1-1,-1 0 1,1 0 0,0 0-1,-1 1 1,1-1-1,0 0 1,0 0 0,-1 1-1,1-1 1,0 0 0,0 1-1,0-1 1,0 0-1,-1 0 1,1 1 0,0-1-1,0 1 1,0-1-1,0 0 1,0 1 0,0-1-1,0 0 1,0 1 0,0-1-1,0 0 1,0 1-1,0 0 1,18-4-7134,-10 1 4549,9-3-3269,-8 5 2656</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1.412"/>
    </inkml:context>
    <inkml:brush xml:id="br0">
      <inkml:brushProperty name="width" value="0.035" units="cm"/>
      <inkml:brushProperty name="height" value="0.035" units="cm"/>
    </inkml:brush>
  </inkml:definitions>
  <inkml:trace contextRef="#ctx0" brushRef="#br0">63 6 1784,'-18'-6'15390,"-18"12"-8,36-6-15371,-1 1 0,0 0-1,0-1 1,1 1 0,-1 0 0,1 0-1,-1 0 1,1 0 0,-1-1-1,1 1 1,-1 0 0,1 0 0,0 0-1,0 0 1,-1 0 0,1 0 0,0 0-1,0 0 1,0 0 0,0 0-1,0 0 1,0 0 0,1 1 0,-1 39-42,0-27 15,1-10 16,-1 1 0,1 0 0,0 0 0,0 0 0,4 7 0,-4-7 0,1-1 0,0 1 0,-1 0 0,0 0 0,0 9 0,0-8 0,0 1 0,0-1 0,0 0 0,0 1 0,3 5 0,-2-6 0,0 0 0,0 0 0,-1 0 0,1 13 0,-11 25 0,9-44-83,0-1 0,0 1 0,0 0 0,0 0 1,1 0-1,-1 0 0,0-1 0,0 1 0,0 0 0,0 0 0,0 0 0,0 0 1,1-1-1,-1 1 0,0 0 0,0 0 0,0 0 0,0 0 0,1 0 0,-1 0 1,0 0-1,0 0 0,0-1 0,0 1 0,1 0 0,-1 0 0,0 0 0,0 0 1,0 0-1,1 0 0,-1 0 0,0 0 0,0 0 0,0 0 0,1 0 0,-1 0 1,0 0-1,0 1 0,0-1 0,1 0 0,-1 0 0,0 0 0,0 0 0,0 0 0,0 0 1,1 0-1,-1 1 0,0-1 0,0 0 0,0 0 0,0 0 0,0 0 0,1 0 1,-1 1-1,0-4-1084,0 1 539,-1 0 0,1 0 0,0 0 0,1 0 0,-1 0 0,0-1 0,1 1 0,-1 0 0,1 0 0,-1 0 0,1 0 0,0 1 0,0-1 0,0 0 0,1-2 0,23-39-7619,-24 42 7985,0 0 0,0 0 0,0 0 0,0 0 0,-1 0 0,1-1 0,0 1 0,-1 0 0,1-1 0,-1 1 0,1 0 0,-1-1 0,1 1 0,-1-2 0,2-5-928,5-8-1485</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1.554"/>
    </inkml:context>
    <inkml:brush xml:id="br0">
      <inkml:brushProperty name="width" value="0.035" units="cm"/>
      <inkml:brushProperty name="height" value="0.035" units="cm"/>
    </inkml:brush>
  </inkml:definitions>
  <inkml:trace contextRef="#ctx0" brushRef="#br0">61 33 1704,'0'-2'297,"0"1"0,0-1 0,0 1 0,-1-1-1,1 1 1,-1-1 0,1 1 0,-1 0 0,0-1-1,1 1 1,-1-1 0,0 1 0,0 0 0,0 0-1,0-1 1,0 1 0,0 0 0,0 0 0,0 0-1,-1 0 1,1 0 0,0 1 0,0-1 0,-1 0-1,1 1 1,-2-2 0,1 2 158,-15 1 464,17 0-922,0-1 0,0 0 0,0 1 0,-1-1 1,1 0-1,0 0 0,0 1 0,0-1 0,0 0 0,-1 0 1,1 1-1,0-1 0,0 0 0,0 0 0,-1 0 1,1 1-1,0-1 0,0 0 0,-1 0 0,1 0 0,0 0 1,-1 0-1,1 1 0,0-1 0,-1 0 0,1 0 0,0 0 1,0 0-1,-1 0 0,0 0 0,1 0-48,0 0-1,-1 0 1,1 0 0,-1 0-1,1 0 1,0 0-1,-1 0 1,1 0 0,-1 1-1,1-1 1,0 0 0,-1 0-1,1 0 1,0 1-1,-1-1 1,1 0 0,0 0-1,-1 1 1,1-1 0,0 0-1,-1 1 1,1-1-1,0 0 1,0 1 0,0-1-1,-1 1 1,1-1 0,0 0-1,0 1 1,0-1-1,0 1 1,0 0 0,0 0-976,8-6-2315,1 4 827</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2.382"/>
    </inkml:context>
    <inkml:brush xml:id="br0">
      <inkml:brushProperty name="width" value="0.035" units="cm"/>
      <inkml:brushProperty name="height" value="0.035" units="cm"/>
    </inkml:brush>
  </inkml:definitions>
  <inkml:trace contextRef="#ctx0" brushRef="#br0">89 61 2801,'-2'-2'7074,"-5"-1"-2835,6 14 3449,-2-1-3399,-1 18 1874,4-19-6037,-1 1-61,1 0-1,1 0 1,0 0-1,0 0 1,4 12-1,-4-13-64,1 0 0,-2 0 0,1 0 0,-1 0 0,-2 12 0,1 5 0,0-11 0,0 0 0,-6 24 0,4-25 0,1 1 0,-1 22 0,3-24-468,-1 0 0,-1-1 0,0 1 0,0-1 0,-1 1-1,-1-1 1,-8 20 0,10-29-292,0 1 0,1 0 0,0 0 0,0 1 0,0-1 0,0 0 0,0 9-1,2 16-11156,-1-29 11823,1 0 1,-1 1-1,0-1 1,0 0-1,0 0 1,1 0 0,-1 0-1,0 0 1,0 0-1,0 0 1,1 0-1,-1 0 1,0 0-1,0 0 1,1 0 0,-1 0-1,0 0 1,0 0-1,1 0 1,-1 0-1,0 0 1,0 0-1,1 0 1,-1 0 0,0 0-1,0 0 1,0 0-1,1 0 1,-1 0-1,0-1 1,0 1-1,0 0 1,1 0 0,-1 0-1,0 0 1,0-1-1,0 1 1,0 0-1,1 0 1,-1 0-1,0-1 1,0 1 0,0 0-1,10-9-2310,-9 9 2375,-1-1 1,1 0 0,-1 1-1,0-1 1,1 0-1,-1 1 1,1-1 0,-1 0-1,0 1 1,1-1 0,-1 0-1,0 0 1,0 0-1,0 1 1,0-1 0,0 0-1,0 0 1,0 0 0,0 1-1,0-1 1,0 0-1,0 0 1,0 0 0,0 1-1,-1-1 1,1 0 0,0 0-1,-1 1 1,1-1-1,0 0 1,-1 1 0,1-1-1,-1 0 1,0 0 0,1 1 30,-12-33 1706,10 28-1273,1 5-299,0-1 0,1 0-1,-1-1 1,1 1 0,-1 0-1,1 0 1,0 0 0,0 0-1,-1 0 1,1 0-1,0 0 1,0-1 0,0 1-1,0-1 1,-1 0 274,1-1-1,-1 1 1,0 0 0,0 0-1,0 0 1,-1 0 0,1 0-1,0 0 1,-1 1 0,1-1-1,-1 0 1,0 1 0,1-1-1,-1 1 1,-3-3 0,4 4-267,1 0 1,0 0 0,0 0 0,0-1 0,-1 1-1,1 0 1,0 0 0,0 0 0,0 0-1,0-1 1,-1 1 0,1 0 0,0 0 0,0-1-1,0 1 1,0 0 0,0 0 0,0-1-1,0 1 1,0 0 0,0 0 0,0-1-1,0 1 1,0 0 0,0 0 0,0-1 0,0 1-1,0 0 1,0 0 0,0-1 0,0 1-1,0 0 1,0 0 0,0 0 0,0-1-1,1 1 1,-1 0 0,0 0 0,0-1 0,0 1-1,0 0 1,1 0 0,-1 0 0,0 0-1,0-1 1,0 1 0,1 0 0,7-6 2621,3 1-1860,0 0 1,0 0-1,1 1 1,22-4 0,25-9-639,29-11-149,-53 12-99,-1-2 1,59-40 0,-83 49-17,0 0 0,-1 0 1,-1-1-1,1-1 0,-1 0 1,-1 0-1,0 0 0,-1-1 1,8-20-1,-11 25-2,0 0 1,-1-1-1,0 0 0,0 0 1,-1 1-1,0-1 1,0 0-1,-1 0 1,0 0-1,0 0 0,-1 0 1,0 0-1,-1 0 1,0 0-1,0 1 0,-3-10 1,3 13-1,1 2 7,1 1 1,0-1-1,-1 1 0,0-1 0,1 1 0,-1 0 1,0-1-1,0 1 0,1 0 0,-1 0 1,0-1-1,0 1 0,-1 0 0,1 0 1,0 0-1,0 0 0,0 0 0,-1 1 0,1-1 1,0 0-1,-1 1 0,1-1 0,-3 0 1,0 0 124,1 1 0,-1 0 1,0 0-1,0 0 1,0 0-1,1 1 0,-1-1 1,0 1-1,0 0 1,1 0-1,-6 3 0,-2 0 271,7-3-273,0 1 0,-1 0 0,1 0 0,0 1 0,0-1 0,-4 4 1,7-5-94,-1 0 1,1 0 0,-1 1 0,1-1 0,0 0 0,0 1 0,-1-1 0,1 1 0,0-1 0,0 1 0,0-1 0,1 1 0,-1 0 0,0 0 0,1-1 0,-1 1 0,0 3 0,-7 49-39,9-37 0,1 1 0,1-1 0,1 0 0,0 0 0,1 0 0,9 20 0,-4-10 0,7 44 0,-13-56 0,-1 0 0,-1 0 0,0 0 0,-1 1 0,0-1 0,-4 25 0,2 4 0,1 3 0,0-42 0,0-14 0,0 6 0,0 1 0,1 0 0,-1 0 0,1 0 0,-1 1 0,1-1 0,0 0 0,0 0 0,-1 0 0,1 0 0,1 1 0,-1-1 0,0 0 0,2-1 0,9-17 0,-11 16 0,0 0 0,0 0 0,1 1 0,-1-1 0,1 0 0,0 1 0,0 0 0,1-1 0,-1 1 0,0 0 0,1 0 0,4-3 0,15-16 0,13-9 0,-27 27 0,-1 0 0,1 1 0,0 0 0,-1 0 0,1 1 0,0 0 0,1 1 0,-1 0 0,0 0 0,0 0 0,1 1 0,-1 0 0,0 1 0,0 0 0,0 0 0,1 1 0,-1 0 0,-1 1 0,15 5 0,-19-6-5,1 0 0,-1 0 0,0 0 0,0 0 0,0 0-1,0 1 1,0-1 0,-1 1 0,1 0 0,-1 0 0,0 0 0,0 0 0,0 0 0,0 0 0,0 1-1,1 3 1,6 30-5140,-9-33 4182,-1-3 635,1 0 0,0-1-1,0 1 1,0 0-1,0 0 1,0-1 0,0 1-1,0 0 1,0-1 0,0 1-1,0 0 1,0-1-1,0 1 1,1 0 0,-1 0-1,0-1 1,1 1 0,-1-1-1,0 1 1,1 0-1,-1-1 1,0 1 0,1-1-1,-1 1 1,1-1-1,-1 1 1,1-1 0,0 1-1,0 0 1,1 2-1901</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3.044"/>
    </inkml:context>
    <inkml:brush xml:id="br0">
      <inkml:brushProperty name="width" value="0.035" units="cm"/>
      <inkml:brushProperty name="height" value="0.035" units="cm"/>
    </inkml:brush>
  </inkml:definitions>
  <inkml:trace contextRef="#ctx0" brushRef="#br0">140 6 344,'-97'0'14012,"55"0"-1916,50 5-9247,251-16-75,-252 11-2779,-1 1-1,0-1 1,1 1 0,-1 0-1,0 0 1,0 1 0,0 0-1,0 0 1,8 4 0,-14-6 4,0 0 1,1 1 0,-1-1 0,0 1 0,1-1-1,-1 0 1,0 1 0,0-1 0,1 1 0,-1-1-1,0 0 1,0 1 0,0-1 0,0 1 0,0-1 0,0 1-1,0-1 1,0 1 0,0-1 0,0 1 0,0-1-1,0 1 1,0-1 0,0 0 0,0 1 0,0-1-1,0 1 1,0-1 0,-1 1 0,1 0 0,-7 12 12,6-11-9,0-1-2,0 2-1,0-1 1,0 1-1,-1-1 0,1 1 1,-1-1-1,1 0 1,-1 0-1,0 0 1,0 0-1,0 0 0,0 0 1,-1 0-1,1 0 1,0-1-1,-1 1 0,-3 1 1,-98 56 15,17-12 16,1 2-47,85-48-1,1 0 7,1 0 8,0-1 1,0 1-1,0 0 1,-1-1-1,1 1 1,0-1-1,0 0 1,1 1-1,-1-1 1,0 0-1,0 1 1,0-1-1,0 0 1,0 0-1,0 0 1,0 0-1,0 0 1,0 0-1,0 0 1,0-1-1,2 1 1,0 0 4,28-2 18,57-10-1,-27 3-265,18-7-2419,-71 14 1347,0 0 1,0 0 0,-1-1 0,14-6 0,-13 5-725,-1 0 1,0 0 0,0-1 0,8-7 0,-7 1-1617,1-1-1363,0 7 1602</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3.541"/>
    </inkml:context>
    <inkml:brush xml:id="br0">
      <inkml:brushProperty name="width" value="0.035" units="cm"/>
      <inkml:brushProperty name="height" value="0.035" units="cm"/>
    </inkml:brush>
  </inkml:definitions>
  <inkml:trace contextRef="#ctx0" brushRef="#br0">61 115 2433,'-10'3'2313,"-22"7"4388,30-10-6371,1 1-1,0-1 0,0 0 1,0 1-1,0-1 1,1 0-1,-1 1 1,0 0-1,0-1 0,0 1 1,0-1-1,0 1 1,1 0-1,-1 0 1,0-1-1,0 1 1,1 0-1,-1 0 0,1 0 1,-1 1-1,1-1-130,0 0 0,1 0 0,-1 0 0,1 0-1,0 0 1,-1-1 0,1 1 0,0 0 0,-1 0 0,1 0-1,0-1 1,0 1 0,0-1 0,0 1 0,0 0 0,0-1 0,-1 0-1,1 1 1,0-1 0,0 1 0,0-1 0,0 0 0,1 0-1,-1 0 1,0 0 0,0 0 0,0 0 0,2 0 0,40 2 1368,-36-3-1366,15 2 66,1-1-273,0 0 0,39-7-1,-52 4-366,0 0-1,0 0 1,0-1-1,9-5 1,12-6-1705,-29 14 1962,0 0-1,0 0 1,0 0-1,-1 0 0,1 0 1,0 0-1,-1 0 1,1-1-1,-1 1 1,1-1-1,-1 1 0,0-1 1,0 0-1,0 1 1,0-1-1,0 0 0,1-2 1,0-1-73,-1 0 0,0 0 1,0 0-1,0 0 0,-1 0 1,0-9-1,-1 12 177,0-1 0,0 0 0,0 0 0,-1 0 0,1 1 0,-1-1 1,0 1-1,1-1 0,-1 1 0,-1 0 0,1 0 0,0 0 0,0 0 0,-1 0 0,1 0 0,-6-2 0,5 3 12,0 1-1,0-1 0,0 1 1,1 0-1,-1 0 0,0 0 0,0 1 1,0-1-1,0 0 0,0 1 1,0 0-1,0 0 0,-4 2 1,-9 1 69,-1 1 475,1 1-1,-1 0 0,1 2 0,0 0 0,-29 19 1,39-23-431,-1 1-1,1 0 1,0 1 0,0 0 0,0 0 0,1 0-1,0 0 1,1 1 0,-6 8 0,9-13-117,1 1-1,-1 0 1,0-1 0,1 1 0,-1 0 0,1 0-1,0-1 1,0 1 0,0 0 0,0 0 0,1 0-1,-1-1 1,1 1 0,-1 0 0,1-1-1,0 1 1,0 0 0,0-1 0,1 1 0,-1-1-1,1 0 1,-1 1 0,1-1 0,0 0 0,-1 0-1,1 0 1,0 0 0,1 0 0,-1 0-1,3 1 1,2 2-257,0-1 0,1 1 0,0-1 0,0-1 1,0 0-1,0 0 0,0 0 0,15 2 0,-11-4-434,-1 0 1,1-1-1,0 0 0,0-1 1,0 0-1,14-4 0,0-1-2457,40-16 0,-55 17 1711,0 0 0,-1-1-1,0 0 1,18-14-1,-18 9-398</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4.119"/>
    </inkml:context>
    <inkml:brush xml:id="br0">
      <inkml:brushProperty name="width" value="0.035" units="cm"/>
      <inkml:brushProperty name="height" value="0.035" units="cm"/>
    </inkml:brush>
  </inkml:definitions>
  <inkml:trace contextRef="#ctx0" brushRef="#br0">1 82 1136,'4'-12'2000,"0"3"-200,15-8 3898,-17 17-5538,0 0-1,-1 1 1,1-1-1,0 1 1,-1 0-1,1-1 1,0 1-1,-1 0 1,1 0-1,-1 0 1,1 0-1,-1 0 1,0 0-1,2 3 1,0-1 29,1-1 0,-1 1 0,0-1-1,1 1 1,6 2 0,-5-2-145,1 0 0,-2 0-1,1 0 1,0 0 0,-1 1-1,1 0 1,-1 0 0,0 0-1,0 1 1,-1-1 0,6 10-1,0 18 13,-9-30-53,1-1-1,-1 0 0,0 1 0,0-1 0,0 1 0,0-1 1,0 1-1,0-1 0,0 1 0,0-1 0,0 1 0,-1-1 1,1 1-1,-1-1 0,1 0 0,-2 3 0,-2 13 19,3-14-18,0-1 1,1 0-1,-1 0 1,0 1-1,0-1 1,0 0-1,0 0 1,0 0-1,-1 0 1,1-1-1,-1 1 1,1 0-1,-1 0 1,1-1-1,-1 1 1,0-1-1,-4 3 1,3-2 4,0 0 1,0 0-1,-1 0 1,1 0 0,0-1-1,-1 1 1,0-1-1,1 0 1,-1 0 0,-6 1-1,-2-9 3,11 6-12,1 1 0,-1 0 0,1-1 0,0 1 0,0 0 1,-1-1-1,1 1 0,0 0 0,0-1 0,-1 1 0,1-1 0,0 1 1,0-1-1,0 1 0,0 0 0,-1-1 0,1 1 0,0-1 0,0 1 1,0-1-1,0 1 0,0-1 0,0 1 0,0-1 0,0 1 0,1 0 1,-1-1-1,0 1 0,0-1 0,0 1 0,0-1 0,1 1 0,-1-1 1,13-17-42,-10 13 36,0 1 1,0-1 0,1 0-1,0 1 1,0 0-1,0 0 1,9-7-1,21-13-36,10-7-72,12 0-118,-33 17-2,0 1-1,1 2 0,32-12 0,-28 14 35,-15 4 115,0 0 1,0 2-1,1 0 0,-1 0 1,22-1-1,-34 4 201,-27 7 1271,21-5-902,1 0-1,-1 0 0,0 1 1,1 0-1,-7 5 1,-15 10 1856,8-10-1207,0 1 0,0 0-1,1 2 1,1 0 0,0 0 0,1 2 0,0 0 0,-17 20 0,30-31-1103,0 0 0,1 0 1,-1 0-1,1 0 0,0 0 0,0 0 1,0 1-1,0-1 0,0 0 0,0 1 1,0-1-1,1 0 0,-1 1 0,1-1 1,0 1-1,0-1 0,0 1 1,0-1-1,0 1 0,0-1 0,1 1 1,-1-1-1,1 1 0,0-1 0,0 0 1,-1 1-1,2-1 0,-1 0 1,0 0-1,0 0 0,1 0 0,-1 0 1,1 0-1,-1 0 0,1 0 0,0 0 1,3 2-1,2-1-31,0 1 1,0-1-1,1-1 1,-1 1-1,0-1 1,1-1-1,0 1 0,-1-1 1,1-1-1,0 1 1,-1-1-1,1 0 0,0-1 1,9-2-1,3-1-118,0-1-1,-1 0 0,0-2 1,24-11-1,-39 16 87,-1 1 0,0-1 0,0-1 0,0 1 0,0 0 0,0-1 0,0 1 0,0-1 0,-1 0 0,0 0 0,1 0 0,-1 0 0,2-4 0,-3 5 27,0 0 0,-1 0 0,1 0 0,0 0 0,-1 0 0,1 0 0,-1 0 1,0-1-1,0 1 0,0 0 0,0 0 0,0 0 0,0 0 0,0 0 0,-1 0 0,1 0 0,-1 0 1,1-1-1,-1 2 0,0-1 0,0 0 0,0 0 0,0 0 0,-3-3 0,-8-16-21,11 18 16,0 0 1,0 0-1,-1 1 0,1-1 0,-1 1 0,1-1 0,-1 1 0,0 0 0,0 0 1,0 0-1,0 0 0,0 0 0,-1 0 0,1 0 0,-5-2 0,-9-3-337,12 4 14,0 1 0,0 0 0,0 1 0,0-1 1,0 1-1,0 0 0,0 0 0,0 0 0,-1 0 1,1 1-1,0 0 0,-1 0 0,1 0 0,-8 1 1,-31 8-3576,-61 14-8100,88-18 9210,6-5-414</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5.021"/>
    </inkml:context>
    <inkml:brush xml:id="br0">
      <inkml:brushProperty name="width" value="0.035" units="cm"/>
      <inkml:brushProperty name="height" value="0.035" units="cm"/>
    </inkml:brush>
  </inkml:definitions>
  <inkml:trace contextRef="#ctx0" brushRef="#br0">0 31 616,'16'-7'4122,"19"-8"17062,-35 15-21096,0 0 0,0 0 0,0-1 0,0 1 1,0 0-1,0 0 0,0 0 0,0 0 1,0 0-1,0-1 0,0 1 0,1 0 0,-1 0 1,0 0-1,0 0 0,0 0 0,0-1 1,-1 1-1,1 0 0,0 0 0,0 0 0,0 0 1,0 0-1,0 0 0,0-1 0,0 1 1,0 0-1,0 0 0,0 0 0,0 0 0,0 0 1,0 0-1,-1-1 0,1 1 0,0 0 1,0 0-1,0 0 0,0 0 0,0 0 0,0 0 1,0 0-1,-1 0 0,1 0 0,1 0 11,0 0 0,-1 0 0,1 0 0,0 0-1,0 0 1,-1 0 0,1 0 0,0 0-1,0 0 1,-1 1 0,1-1 0,0 0 0,0 0-1,-1 1 1,1-1 0,0 1 0,-1-1 0,1 1-1,-1-1 1,1 1 0,-1-1 0,1 1-1,0-1 1,-1 1 0,0 0 0,1-1 0,-1 1-1,1 0 1,-1 0 0,36 70-99,1-1 0,13 28 0,-25-40 0,-23-51 0,-3 3 0,1-6 0,2-8 0,1-1 0,0 0 0,0 0 0,-1 0 0,4-12 0,13-23 0,92-121 0,-106 155 0,0 1 0,0-1 0,1 1 0,10-8 0,-11 9 0,-1 0 0,1 0 0,-1 0 0,1 0 0,-1-1 0,0 0 0,3-6 0,-5 10-173,-1-1 0,0 1 0,1 0 1,-1 0-1,1 0 0,-1 0 0,1 0 0,-1 0 0,1 0 0,0 0 1,-1 1-1,1-1 0,0 1 0,0-1 0,0 1 0,-1-1 0,1 1 1,0 0-1,0 0 0,0 0 0,0 0 0,-1 1 0,1-1 0,0 0 1,3 2-1,-2-2-1061,-1 1 0,1 0 0,0-1 1,0 0-1,0 1 0,0-1 0,0 0 0,0-1 1,5 0-1,-3 1-783,-1-1 1,0 1-1,0 0 1,1 0-1,7 1 0,-4 4-1602</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6.575"/>
    </inkml:context>
    <inkml:brush xml:id="br0">
      <inkml:brushProperty name="width" value="0.035" units="cm"/>
      <inkml:brushProperty name="height" value="0.035" units="cm"/>
    </inkml:brush>
  </inkml:definitions>
  <inkml:trace contextRef="#ctx0" brushRef="#br0">357 367 1560,'-18'1'7572,"-34"5"-1,17 1-1979,-34 12 0,55-15-4926,-1 1 0,1 1-1,0 0 1,0 1 0,0 0-1,-15 12 1,10-6-539,15-11-114,0 1 0,0-1 1,0 1-1,1 0 0,-1 0 1,-5 6-1,7-6-13,0 0 0,0 0 0,1 0 0,-1 0 0,0 1 0,1-1 0,0 1 0,0-1 0,0 1 0,0-1 0,1 1 0,-1-1 0,1 1 0,0 4 0,0-5 0,0-1 0,0 1 0,1-1 0,-1 0 0,1 1 0,-1-1 0,1 1 0,0-1 0,0 0 0,0 0 0,0 1 0,1-1 0,-1 0 0,1 0 0,-1 0 0,1-1 0,-1 1 0,1 0 0,0 0 0,3 1 0,5 3 0,0 0 0,1-1 0,-1 0 0,1-1 0,0 0 0,1 0 0,-1-1 0,1-1 0,-1 0 0,1-1 0,0 0 0,-1-1 0,1 0 0,0-1 0,0 0 0,-1 0 0,1-2 0,21-6 0,-24 5 0,0 0 0,0-1 0,0 0 0,0-1 0,-1 0 0,0 0 0,0-1 0,8-9 0,-15 15 0,2-4 0,-1 1 0,0 0 0,0-1 0,0 1 0,0-1 0,-1 0 0,0 0 0,0 1 0,1-9 0,-2-106 0,0 119 0,0-1 0,0 1 0,-1 0 0,1-1 0,0 1 0,0 0 0,0-1 0,0 1 0,0 0 0,-1-1 0,1 1 0,0 0 0,0 0 0,0-1 0,-1 1 0,1 0 0,0 0 0,0-1 0,-1 1 0,1 0 0,0 0 0,-1 0 0,1 0 0,0-1 0,-1 1 0,1 0 0,0 0 0,-1 0 0,1 0 0,0 0 0,-1 0 0,1 0 0,0 0 0,-1 0 0,1 0 0,0 0 0,-1 0 0,1 0 0,0 0 0,-1 0 0,1 0 0,0 0 0,0 1 0,-1-1 0,1 0 0,0 0 0,-1 0 0,1 1 0,-1-1 0,0 1 0,0-1 0,1 0 0,-1 1 0,0-1 0,0 1 0,1-1 0,-1 1 0,0 0 0,1-1 0,-1 1 0,1-1 0,-1 1 0,1 0 0,-1 0 0,1-1 0,-1 1 0,1 0 0,0 0 0,-1 0 0,1-1 0,0 1 0,0 2 0,-1-1 0,1-1 0,0 1 0,-1 0 0,1 0 0,-1 0 0,0 0 0,0 0 0,1-1 0,-3 4 0,1-3 0,1 0 0,0 0 0,0 0 0,0 0 0,0 0 0,1 1 0,-1-1 0,0 0 0,1 0 0,-1 4 0,1-2 0,-1 1 0,1 0 0,-1-1 0,0 1 0,-1-1 0,-1 6 0,1-7 0,1-1 0,0 1 0,0-1 0,0 1 0,0 0 0,1 0 0,-1 0 0,1-1 0,0 1 0,0 0 0,0 0 0,0 0 0,0 0 0,1-1 0,-1 1 0,1 0 0,-1 0 0,1-1 0,2 5 0,5 10 0,-8-15 0,0-1 0,1 1 0,-1-1 0,1 0 0,-1 1 0,1-1 0,-1 0 0,1 0 0,0 1 0,0-1 0,0 0 0,0 0 0,0 0 0,0 0 0,0 0 0,0 0 0,0 0 0,0 0 0,0-1 0,0 1 0,1 0 0,-1-1 0,0 1 0,1-1 0,-1 1 0,0-1 0,1 0 0,-1 1 0,1-1 0,-1 0 0,1 0 0,-1 0 0,3 0 0,12-2 0,0 0 0,-1 0 0,1-2 0,-1 0 0,27-10 0,-34 10 0,-1 1 0,1-1 0,-1-1 0,0 1 0,0-1 0,0-1 0,-1 1 0,9-11 0,-5 5 0,0-1 0,-1-1 0,13-23 0,-19 28 0,-1 1 0,0-1 0,0 1 0,-1-1 0,0 0 0,0 1 0,-1-1 0,0 0 0,-2-14 0,1-8 0,1-206 0,8 170 0,-8 55 0,0 7 0,0 13 0,1-3 0,-1 0 0,-1 0 0,1 0 0,-1 0 0,0 0 0,0 0 0,-3 6 0,3-7 0,0 0 0,0 0 0,0-1 0,1 1 0,0 0 0,0 0 0,0 0 0,2 8 0,-1-7 0,-1-1 0,0 1 0,1 0 0,-2-1 0,1 1 0,-2 6 0,-1 0 0,0-1 0,0 0 0,1 0 0,0 1 0,-1 19 0,3-22 0,-1 1 0,-1 0 0,-3 13 0,2-13 0,1 0 0,0 0 0,0 15 0,-7 40 0,1 16 0,8-70 0,-1-5 0,1 1 0,0 0 0,1-1 0,0 1 0,0 0 0,0-1 0,3 8 0,0 3 0,-4-15 0,0 0 0,1-1 0,-1 1 0,0-1 0,1 1 0,-1 0 0,1-1 0,0 1 0,-1-1 0,1 1 0,0-1 0,0 1 0,0-1 0,0 0 0,0 1 0,0-1 0,0 0 0,1 0 0,-1 0 0,0 0 0,1 0 0,-1 0 0,1 0 0,-1-1 0,1 1 0,-1 0 0,1-1 0,-1 1 0,3 0 0,0-1 0,0-1 0,0 1 0,1 0 0,-1-1 0,0 0 0,0 0 0,6-3 0,2 1 0,-11 3 0,0-1 0,0 1 0,0-1 0,0 1 0,0-1 0,0 1 0,0-1 0,0 1 0,0-1 0,0 0 0,0 1 0,-1-1 0,1 0 0,1-1 0,12-9 0,-9 8 0,0 0 0,0 0 0,0 0 0,0-1 0,0 0 0,0 0 0,-1 0 0,0 0 0,0-1 0,0 1 0,4-8 0,9-7 0,-14 17 0,-1 0 0,0 0 0,0 0 0,0 0 0,-1 0 0,1-1 0,2-2 0,17-30 0,-13 23 0,-1 0 0,7-16 0,-12 16 0,-2 11 0,0 1 0,0-1 0,0 0 0,0 1 0,1-1 0,-1 0 0,0 1 0,0-1 0,0 0 0,0 1 0,1-1 0,-1 1 0,0-1 0,1 0 0,-1 1 0,0-1 0,1 1 0,-1-1 0,0 1 0,1-1 0,-1 1 0,1-1 0,-1 1 0,1 0 0,0-1 0,15-16 0,-14 12 0,-2 2 0,0 6 0,0-1 0,0-1 0,-1 0 0,1 1 0,0-1 0,0 0 0,-1 1 0,1-1 0,-1 0 0,1 0 0,-1 1 0,0-1 0,1 0 0,-3 2 0,2-1 0,1 155 0,1-157 0,0 0 0,0 0 0,0 0 0,0 0 0,0 0 0,0-1 0,0 1 0,0 0 0,-1 0 0,1-1 0,0 1 0,0-1 0,0 1 0,0-1 0,-1 1 0,1-1 0,0 1 0,0-1 0,1-1 0,23-18 0,-8 2 0,0-2 0,-1 0 0,20-34 0,-23 40 0,-12 13 0,0 0 0,0 0 0,0 0 0,0 0 0,0 0 0,0 0 0,0 0 0,-1 0 0,1 0 0,0 0 0,-1-1 0,1 1 0,-1 0 0,1-1 0,-1 1 0,1 0 0,-1-1 0,0-1 0,0 3 0,0-1 0,0 1 0,0-1 0,0 1 0,0 0 0,0-1 0,0 1 0,0-1 0,0 1 0,0-1 0,1 1 0,-1 0 0,0-1 0,0 1 0,0 0 0,0-1 0,1 1 0,-1-1 0,0 1 0,0 0 0,1-1 0,-1 1 0,0 0 0,1 0 0,0-1 0,10-12 0,-9 10 0,-2 5 0,-1 1 0,1 0 0,0-1 0,-1 1 0,0-1 0,1 1 0,-1-1 0,0 1 0,0-1 0,-2 3 0,2-3 0,-1 0 0,1 0 0,0 1 0,1-1 0,-1 1 0,0-1 0,1 0 0,-1 1 0,1-1 0,-1 4 0,1-1 0,-1 0 0,0 0 0,0 0 0,0 0 0,-1 0 0,1 0 0,-4 7 0,2-7 0,1 0 0,0 0 0,0 0 0,1 0 0,0 0 0,0 1 0,-1 7 0,2-5 0,0 0 0,0-1 0,0 0 0,1 0 0,2 13 0,-2-18 0,0-1 0,-1 1 0,1 0 0,0-1 0,0 1 0,0 0 0,0-1 0,0 1 0,0-1 0,1 0 0,-1 1 0,0-1 0,1 0 0,-1 0 0,1 0 0,-1 0 0,1 0 0,0 0 0,-1 0 0,1 0 0,3 0 0,2 1 0,-1-1 0,1 1 0,0-2 0,-1 1 0,1-1 0,0 0 0,0 0 0,0-1 0,6-1 0,10-3 0,28-11 0,-25 8 0,-17 4 0,1 1 0,-1-2 0,1 0 0,-2 0 0,1 0 0,14-13 0,-19 16 0,-1-1 0,1 0 0,-1-1 0,0 1 0,0-1 0,0 1 0,0-1 0,-1 0 0,0 0 0,1 0 0,-1 0 0,-1-1 0,1 1 0,-1 0 0,1-1 0,-1 1 0,0-6 0,0 3 0,-1-1 0,2 1 0,-1 0 0,4-11 0,-3 12 0,0-1 0,-1 0 0,1 0 0,0-11 0,-2-31 0,-1 48 0,1 0 0,0 0 0,0 0 0,0 1 0,-1-1 0,1 0 0,0 0 0,-1 1 0,1-1 0,-1 0 0,1 0 0,-1 1 0,1-1 0,-1 1 0,0-2 0,-3-2 0,-3-1 0,6 4 0,-1 0 0,0 0 0,1 0 0,-1 0 0,0 0 0,0 0 0,1 1 0,-1-1 0,0 1 0,0 0 0,0-1 0,0 1 0,-2 0 0,-4-1 0,8 1 0,-1-1 0,1 1 0,-1 0 0,1 0 0,-1 0 0,1-1 0,-1 1 0,1 0 0,-1 0 0,1 0 0,-1 0 0,1 0 0,-1 0 0,1 0 0,-1 0 0,0 0 0,1 0 0,-1 0 0,1 1 0,-1-1 0,1 0 0,-1 0 0,1 0 0,-1 1 0,1-1 0,-1 0 0,1 1 0,0-1 0,-1 0 0,1 1 0,-1 0 0,0 0 0,-42 10 0,37-8 0,1 0 0,0 1 0,0-1 0,0 1 0,1 0 0,-1 1 0,1-1 0,0 1 0,0-1 0,1 1 0,-1 0 0,1 1 0,-3 4 0,-9 15 0,13-23 0,1 0 0,-1 0 0,0 1 0,1-1 0,-1 1 0,1-1 0,0 1 0,-1 0 0,1 0 0,1-1 0,-1 1 0,0 0 0,0 5 0,-7 51 0,7-44 0,2 16 0,-1-29 0,1-1 0,-1 1 0,1-1 0,-1 1 0,1-1 0,0 1 0,-1-1 0,1 0 0,0 1 0,0-1 0,0 0 0,0 0 0,0 1 0,0-1 0,1 0 0,-1 0 0,2 1 0,6 8-1045,-9-9 912,1-1 0,-1 1 0,0 0 0,1 0 0,-1-1 0,1 1 0,0-1 0,-1 1 0,1 0 0,-1-1 0,1 1 0,0-1 0,-1 1 0,1-1 0,0 0-1,0 1 1,-1-1 0,1 0 0,0 1 0,0-1 0,0 0 0,-1 0 0,1 0 0,0 0 0,1 0 0,-1 0 100,8 1-2031,0-1 0,0-1 1,1 0-1,-1 0 1,0-1-1,13-3 0,20-7-5188,-24 6 3305</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7.105"/>
    </inkml:context>
    <inkml:brush xml:id="br0">
      <inkml:brushProperty name="width" value="0.035" units="cm"/>
      <inkml:brushProperty name="height" value="0.035" units="cm"/>
    </inkml:brush>
  </inkml:definitions>
  <inkml:trace contextRef="#ctx0" brushRef="#br0">69 141 1416,'-3'0'761,"0"0"0,0 0 0,1 0 0,-1 0 0,0 1 0,0-1 1,1 1-1,-1 0 0,1 0 0,-1 0 0,0 0 0,1 0 0,0 0 0,-1 1 0,1-1 0,0 1 0,0-1 0,-1 1 0,-2 4 0,-1 1 2293,6-7-2831,-1 1 0,0-1-1,1 1 1,-1-1 0,1 1-1,-1-1 1,0 1 0,1 0-1,0-1 1,-1 1 0,1 0 0,-1 0-1,1-1 1,0 1 0,0 0-1,-1 0 1,1-1 0,0 1-1,0 0 1,0 0 0,0 0-1,0-1 1,0 1 0,0 0-1,0 0 1,0 0 0,0-1-1,0 1 1,1 0 0,-1 0-1,0-1 1,1 1 0,-1 0-1,0 0 1,1-1 0,-1 1-1,1 0 1,-1-1 0,1 1-1,-1-1 1,1 1 0,-1-1-1,2 2 1,4 1 193,-1 0 0,1 0 0,-1 0 0,1-1 0,0 0 1,11 3-1,5-2-586,0-1 0,0-1-1,0-1 1,0-1 0,0-1 0,0 0 0,-1-2 0,1-1 0,40-14 0,-55 17-681,-1-1-1,0-1 0,1 1 1,-1-1-1,0 0 0,-1 0 0,8-8 1,-10 10 484,-1-1-1,0 0 1,0 1 0,0-1-1,0 0 1,-1 0 0,1 0-1,-1 0 1,1-1 0,-1 1 0,0 0-1,0-1 1,-1 1 0,1 0-1,-1-1 1,0-3 0,1 4 283,-1 0 0,0-1 0,0 1 0,-1 0 1,1 0-1,-1-1 0,0 1 0,0 0 0,0 0 1,0 0-1,0 0 0,0 0 0,-1 0 0,0 0 0,1 0 1,-1 1-1,0-1 0,-1 1 0,1-1 0,-3-1 0,-6-8 114,9 9 42,1 1 0,-1 1 0,0-1 0,0 0 0,0 0 0,0 1-1,0-1 1,0 1 0,0 0 0,-1-1 0,1 1 0,0 0 0,-4 0 0,-16-3 3559,21 4-3539,1 0 1,-1 0-1,1 0 1,0 0-1,-1 0 1,1 0-1,-1 0 1,1 0-1,-1 0 0,1 0 1,-1 0-1,1 1 1,0-1-1,-1 0 1,1 0-1,-1 0 1,1 1-1,0-1 1,-1 0-1,1 0 1,-1 1-1,1-1 1,0 0-1,0 1 1,-1-1-1,1 0 1,0 1-1,0-1 0,-1 1 1,1-1-1,0 1 1,0-1-1,0 0 1,-1 1-1,1 0 1,1 0 16,-1 0 0,1 0 1,0 0-1,-1 0 0,1-1 0,0 1 1,0 0-1,0 0 0,0-1 1,0 1-1,-1 0 0,1-1 0,0 1 1,0-1-1,2 1 0,0 1 109,14 17 343,-12-15-545,-1 1 1,1-1-1,-1 1 1,0 0-1,0-1 0,-1 2 1,0-1-1,0 0 1,0 1-1,0-1 0,-1 1 1,0 0-1,0 0 1,0 0-1,-1 0 0,1 8 1,-2-9-16,-1 0 1,1 0-1,-1 0 1,0 0 0,-1 0-1,1 0 1,-1-1-1,0 1 1,0 0-1,-1-1 1,1 1 0,-1-1-1,0 0 1,0 0-1,0 0 1,-5 3-1,1 0-16,-1 0 0,1-1 0,-2 0 0,1-1 0,-1 0 0,-17 8 0,4-3-481,-11 4-1198,7-11-2819,26-3 4440,0 0 0,0 0 1,0 0-1,0 0 0,0 0 0,0 0 0,0 0 0,0 0 0,1 0 0,-1 0 0,0 0 1,0 0-1,0 0 0,0 0 0,0-1 0,0 1 0,0 0 0,0 0 0,0 0 0,0 0 1,0 0-1,0 0 0,0 0 0,0 0 0,0 0 0,0-1 0,0 1 0,0 0 0,0 0 1,0 0-1,0 0 0,0 0 0,0 0 0,0 0 0,0 0 0,0-1 0,0 1 0,0 0 1,0 0-1,0 0 0,0 0 0,0 0 0,0 0 0,0 0 0,0 0 0,0 0 0,0 0 1,-1 0-1,1-1 0,0 1 0,0 0 0,0 0 0,0 0 0,0 0 0,0 0 0,0 0 1,0 0-1,0 0 0,0 0 0,-1 0 0,1 0 0,0 0 0,0 0 0,0 0 0,11-9-6145,-3 2 3369,1 0-1066</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7.876"/>
    </inkml:context>
    <inkml:brush xml:id="br0">
      <inkml:brushProperty name="width" value="0.035" units="cm"/>
      <inkml:brushProperty name="height" value="0.035" units="cm"/>
    </inkml:brush>
  </inkml:definitions>
  <inkml:trace contextRef="#ctx0" brushRef="#br0">87 45 1960,'0'0'271,"0"-1"-1,-1 0 1,1 1-1,0-1 1,-1 0-1,1 1 1,-1-1-1,1 1 0,-1-1 1,1 0-1,-1 1 1,1-1-1,-1 1 1,0 0-1,1-1 1,-1 1-1,0-1 0,1 1 1,-1 0-1,0 0 1,1-1-1,-1 1 1,0 0-1,0 0 1,1 0-1,-1 0 0,0 0 1,0 0-1,1 0 1,-1 0-1,0 0 1,0 0-1,0 0 1,0 1-1,-1-1 640,1 0-821,1 0-1,0-1 1,0 1 0,0 0 0,0 0-1,0 0 1,0 0 0,0 0 0,0 0-1,0 0 1,-1 0 0,1 0 0,0 0-1,0 0 1,0 0 0,0-1 0,0 1-1,0 0 1,0 0 0,0 0 0,0 0-1,0 0 1,0 0 0,0 0 0,0 0-1,0-1 1,0 1 0,0 0 0,0 0-1,0 0 1,0 0 0,0 0 0,0 0-1,0 0 1,0-1 0,0 1 0,0 0-1,0 0 1,0 0 0,0 0 0,0 0-1,0 0 1,0 0 0,0 0 0,0-1-1,0 1 1,1 0 0,-1 0 0,0 0-1,0 0 1,0 0 0,0 0 0,0 0-1,0 0 1,0 0 0,0 0 0,0 0-1,1 0 1,-1 0 0,0 0-1,0 0 1,0 0 0,0 0 0,0 0-1,0 0 1,1 0 0,5-5 1456,35-5 2667,23 2-2341,-20 4-909,-21 2-782,0 2 0,0 0-1,0 2 1,0 0-1,24 7 1,-46-9-176,1 0 0,0 1 0,-1-1 0,1 1 0,0-1 0,-1 1 1,1-1-1,-1 1 0,1 0 0,-1 0 0,0 0 0,1 0 0,-1 0 0,0 0 0,2 1 0,-3-1 0,0 0 1,1 0-1,-1-1 0,0 1 0,1 0 0,-1 0 0,0-1 0,0 1 0,0 0 0,0 0 0,0-1 1,0 1-1,0 0 0,0 0 0,0 0 0,0-1 0,0 1 0,0 0 0,-1 0 0,1-1 1,0 1-1,-1 1 0,-1 1 7,0 0 0,0 0 0,-1 0 0,1 0 1,-1 0-1,0 0 0,1 0 0,-1-1 0,0 0 1,-4 3-1,-22 11 95,-56 23 1,55-27-39,-52 30 0,39-19-45,30-16-27,0 0 0,0 1-1,1 0 1,-16 14-1,21-17 5,6-5 2,1 0-1,-1 1 1,1-1-1,-1 0 1,0 0-1,1 1 1,-1-1 0,1 1-1,-1-1 1,1 0-1,0 1 1,-1-1-1,1 1 1,-1-1 0,1 1-1,0 0 1,-1-1-1,1 1 1,0-1-1,0 1 1,0-1 0,-1 1-1,1 1 1,-4 8 161,4-8-25,-1-1 0,0 0 0,1 0 1,-1 1-1,1-1 0,-1 0 0,1 0 1,0 1-1,0-1 0,-1 1 0,1 1 1,1-3-81,-1 1 0,1-1 1,-1 1-1,1-1 1,-1 1-1,1-1 1,-1 0-1,1 1 1,-1-1-1,1 0 0,-1 1 1,1-1-1,0 0 1,-1 0-1,1 1 1,0-1-1,-1 0 1,1 0-1,-1 0 1,1 0-1,0 0 0,-1 0 1,1 0-1,0 0 1,-1 0-1,1 0 1,0-1-1,-1 1 1,2 0-1,23-5 442,17-7-488,1 2 0,0 1 0,0 3-1,1 2 1,53 0 0,-94 4-12,0 1 0,-1-1 0,1 0 0,0 1 0,-1-1 0,1 1 0,-1 0 0,1 0 0,-1 0 0,5 2 0,-6-2 0,-1-1 0,1 0 0,-1 1 0,1-1 0,-1 0 0,1 1 0,-1-1 0,0 1 0,1-1 0,-1 1 0,1-1 0,-1 1 0,0-1 0,1 1 0,-1 0 0,0-1 0,0 1 0,0-1 0,1 1 0,-1 0 0,0-1 0,0 1 0,0 0 0,0-1 0,0 1 0,0 0 0,0-1 0,0 1 0,0-1 0,0 1 0,-1 0 0,1-1 0,0 1 0,0-1 0,-1 1 0,1 0 0,0-1 0,-1 1 0,1-1 0,0 1 0,-2 0 0,-3 7 0,4-7 0,0 1 0,1-1 0,-1 0 0,0 0 0,0 0 0,0 0 0,0 0 0,0 0 0,-1 0 0,1 0 0,0 0 0,-2 1 0,-11 6 0,0 1 0,0-2 0,-29 11 0,-96 31 0,127-45 0,0 0 0,0-1 0,-1 1 0,0-2 0,1 0 0,-1 0 0,-22-1 0,33-1 0,-7-4 0,4 1 0,5 3 0,0 0 0,0 0 0,0-1 0,-1 1 0,1 0 0,0 0 0,0-1 0,0 1 0,-1 0 0,1-1 0,0 1 0,0 0 0,0 0 0,0-1 0,0 1 0,0 0 0,0-1 0,0 1 0,0 0 0,0-1 0,0 1 0,0 0 0,0-1 0,0 1 0,0 0 0,0-1 0,0 1 0,0 0 0,0-1 0,1-5 0,-1 1 0,0-1 0,0 1 0,0 4-2,0 1 0,0 0 0,0-1 0,1 1 0,-1 0 0,0-1 0,0 1-1,0 0 1,0 0 0,1-1 0,-1 1 0,0 0 0,0 0 0,0-1 0,1 1 0,-1 0 0,0 0 0,1 0 0,-1-1 0,0 1 0,0 0-1,1 0 1,-1 0 0,0 0 0,1 0 0,-1 0 0,0 0 0,1 0 0,-1-1 0,0 1 0,1 0 0,-1 0 0,1 1 0,6-1-183,-6 0-100,17-1-9535,51-25-5823,-51 21 11728</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9.127"/>
    </inkml:context>
    <inkml:brush xml:id="br0">
      <inkml:brushProperty name="width" value="0.035" units="cm"/>
      <inkml:brushProperty name="height" value="0.035" units="cm"/>
    </inkml:brush>
  </inkml:definitions>
  <inkml:trace contextRef="#ctx0" brushRef="#br0">26 174 3081,'-1'0'470,"0"0"0,0 0 0,0 1 1,-1-1-1,1 0 0,0 1 0,0-1 0,0 1 1,0-1-1,0 1 0,0-1 0,1 1 0,-1 0 1,0 0-1,0-1 0,-1 2 0,-5 4 1173,7-6-1585,0 0-1,0 1 0,0-1 0,0 0 0,0 0 1,0 1-1,0-1 0,0 0 0,0 0 0,0 0 0,0 1 1,0-1-1,0 0 0,0 0 0,0 0 0,0 1 1,0-1-1,0 0 0,0 0 0,0 0 0,0 1 0,0-1 1,1 0-1,-1 0 0,0 0 0,0 1 0,0-1 1,0 0-1,0 0 0,1 0 0,-1 0 0,0 0 1,0 1-1,0-1 0,0 0 0,1 0 0,-1 0 0,0 0 1,0 0-1,0 0 0,1 0 0,-1 0 0,0 0 1,0 0-1,1 0 0,10 5 605,3-6-433,-1-1 0,0 0-1,1-1 1,-1 0 0,0-1 0,18-8-1,15-5-179,-38 15-35,0-1 1,-1 0 0,1 0-1,0-1 1,-1 0 0,0 0-1,0-1 1,0 0 0,-1 0-1,1 0 1,8-11 0,-10 9 17,9-13 229,-3-3 83,-9 21-236,0-1 0,-1 0-1,1 0 1,-1 0 0,0 0-1,0 0 1,0 0 0,0 0 0,-1 0-1,1 0 1,-1-7 0,-26 10 274,20 0-184,-1 1 0,0 0 0,0 0 0,1 1 0,-1 0 0,0 0 0,1 1 0,0 0 0,0 0-1,-8 5 1,-6 5 912,-27 23 0,36-23-868,-7 3 28,12-11-224,1 1 0,-1 0 0,1 1 0,0-1 0,1 1 0,-5 8 0,8-13-50,0 0 0,1 0 0,-1 0 0,1 1 0,-1-1 0,1 0 0,0 0 0,0 0 0,0 1 1,0-1-1,0 0 0,0 0 0,1 1 0,-1-1 0,1 0 0,-1 0 0,1 0 0,0 0 0,0 0 0,0 0 0,0 0 0,0 0 1,1 0-1,-1-1 0,1 1 0,-1 0 0,1-1 0,-1 1 0,1-1 0,0 1 0,0-1 0,0 0 0,3 2 0,4-1-118,-1 0-215,-1-1-1,0 1 1,0-1-1,1-1 0,-1 1 1,0-1-1,1-1 1,-1 1-1,13-4 0,74-16-4493,-63 11 3451,-17 5 687,0 0 1,0-1-1,0-1 1,21-11-1,-9 3-154,-19 10 709,0 0 0,0 0 0,0 0 0,0-1 0,-1 0 0,0-1 0,8-7 0,16-16 332,-25 24-11,0 1 0,0-1 1,0 1-1,0-1 1,-1-1-1,5-6 1,-8 11-77,-1-1 0,1 1 0,0 0 0,0 0 0,0 0 0,0 0 0,1 0 0,-1 0 0,0 0 1,0 0-1,0 0 0,1 1 0,-1-1 0,1 0 0,-1 1 0,0-1 0,3 0 0,7-4 869,-8 6-710,-1-1-1,1 0 1,-1 1-1,1 0 1,-1 0-1,0-1 1,5 4-1,-3-3 248,-1 1-179,1-1 0,-1 1 0,0 0 0,1 0 0,-1 0 0,0 0 0,-1 1 0,1-1 0,0 1 0,-1 0 0,1 0-1,-1-1 1,3 7 0,-3-8-271,-1 1 0,0 0-1,0 0 1,0 0-1,-1 0 1,1 0 0,0 0-1,-1 0 1,1 0-1,-1 0 1,0 0-1,0 0 1,0 0 0,0 0-1,0 0 1,0 0-1,0 0 1,-1 0-1,1 0 1,-1 0 0,1 0-1,-1 0 1,0 0-1,0 0 1,0 0-1,-2 2 1,-3 3 7,0 0 1,-1-1-1,0 0 1,-1 0-1,1 0 1,-1-1-1,0-1 1,-13 6-1,-9 3 15,-32 8 0,59-20-75,-18 5 34,-1-1 1,1-1 0,-1-1 0,-38 1 0,59-3-43,1-1 1,0 0 0,-1 0 0,1 0 0,0 0-1,0 0 1,-1 0 0,1 0 0,0 0 0,-1 0-1,1 0 1,0 0 0,-1 0 0,1 0 0,0 0-1,0-1 1,-1 1 0,1 0 0,0 0 0,0 0-1,-1 0 1,1 0 0,0-1 0,0 1 0,-1 0-1,1 0 1,0 0 0,0-1 0,0 1 0,-1 0-1,1 0 1,0-1 0,0 1 0,0 0 0,-1-1 0,8-9 71,13-7 37,19-5-4,1 1 1,69-24-1,91-15-4208,-61 27-3809,-136 32 7780,0 1 0,1-1 0,-1 0 0,0 0 0,0 0 0,0-1 0,0 1 0,0-1 0,5-3 0,-8 5 162,-10-6 1675,4 6-440,0 1 0,0 0 0,0 0 1,0 0-1,1 1 0,-1 0 0,0 0 0,1 0 1,-6 4-1,-29 18 4300,30-18-5025,0-1-304,7-3-219,1-1 0,-1 0-1,1 1 1,0 0 0,-1-1 0,1 1-1,0 0 1,-2 3 0,-49 43-19,51-44 0,-1-1 0,1 0 0,-1 0 0,1 1 0,0-1 0,1 1 0,-1 0 0,0 0 0,1-1 0,-1 6 0,2-8 0,0 1 0,0 0 0,0-1 0,0 1 0,0 0 0,1-1 0,-1 1 0,1 0 0,-1-1 0,1 1 0,0-1 0,-1 1 0,1-1 0,0 1 0,0-1 0,0 0 0,0 1 0,0-1 0,0 0 0,1 0 0,-1 0 0,0 1 0,0-2 0,1 1 0,-1 0 0,2 1 0,1-1 0,-1 1 0,1-1 0,-1 0 0,1 0 0,-1 0 0,1-1 0,-1 1 0,1-1 0,7 0 0,35-4 0,-19-1-24,1-2-1,-1 0 1,43-19-1,-34 12-26,-28 9-16,0 1 1,0-1 0,-1-1-1,1 0 1,12-12-1,-17 15 59,-2 2 7,0 0 0,-1 0 1,1 1-1,0-1 0,-1 0 0,1 0 0,-1 0 1,1 0-1,-1 0 0,1 0 0,-1 0 1,1 0-1,-1 0 0,0 0 0,0 0 1,1 0-1,-1 0 0,0 0 0,0 0 0,0 0 1,0-1-1,-1 1 0,1-2 0,-1 1 3,0-1 0,0 1-1,0-1 1,0 1 0,-1 0-1,1-1 1,-1 1-1,0 0 1,-2-3 0,-1 0-15,0 1 0,0 0 1,0 0-1,0 0 0,-1 1 0,1 0 1,-12-5-1,10 7-403,-1 1-1,0-1 1,0 2 0,1-1 0,-1 1 0,0 0 0,1 1-1,-15 4 1,0-1-2498,16-4 2086,-2 2-1165,6 4-4147,18-6-3031</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7:59.733"/>
    </inkml:context>
    <inkml:brush xml:id="br0">
      <inkml:brushProperty name="width" value="0.035" units="cm"/>
      <inkml:brushProperty name="height" value="0.035" units="cm"/>
    </inkml:brush>
  </inkml:definitions>
  <inkml:trace contextRef="#ctx0" brushRef="#br0">41 11 2328,'-9'-1'4642,"-14"-5"13733,20 3-16117,-2 2 928,4 3-1788,7 2-818,74 55-580,247 179 0,-307-220 0,-1 1 0,-1 1 0,0 0 0,28 45 0,-42-60 0,-1 1 0,0 0 0,0 0 0,-1 0 0,1 0 0,0 9 0,2 1 0,-4-14 0,-1-1 0,0 0 0,0 0 0,1 0 0,-1 1 0,0-1 0,0 0 0,0 0 0,-1 1 0,1-1 0,0 0 0,0 0 0,-1 0 0,1 1 0,0-1 0,-1 0 0,0 0 0,1 0 0,-1 0 0,1 0 0,-1 0 0,0 0 0,0 0 0,0 0 0,1 0 0,-1-1 0,0 1 0,0 0 0,0 0 0,0-1 0,-2 1 0,1 0 0,0 0 0,0 0 0,0 0 0,0 0 0,0-1 0,0 1 0,0-1 0,0 1 0,-1-1 0,1 0 0,0 0 0,0 0 0,0 0 0,-1-1 0,1 1 0,0 0 0,0-1 0,-3 0 0,1-2 0,-1 0 0,0 1 0,1-1 0,0-1 0,-1 1 0,1-1 0,0 1 0,1-1 0,-1 0 0,1 0 0,-4-6 0,-3-3 0,6 6 0,1 0 0,-1 0 0,1-1 0,1 1 0,-1-1 0,1 1 0,1-1 0,-1 0 0,1 0 0,0-10 0,1 9 0,0 1 0,0-1 0,0 1 0,1 0 0,0-1 0,0 1 0,5-14 0,3-3 0,-7 17 0,0 1 0,1 0 0,5-11 0,4-2 0,-10 15 0,1-1 0,0 1 0,1 0 0,-1 0 0,1 0 0,0 0 0,5-4 0,19-21 0,-26 27 0,1-1 0,0 0 0,0 1 0,0 0 0,0 0 0,0 0 0,1 0 0,0 1 0,-1-1 0,1 1 0,0 0 0,8-4 0,9 0 0,32-11 0,82-15 0,-100 26 0,-22 3 0,1 0 0,-1 1 0,1 1 0,0 0 0,0 0 0,24 4 0,-37-3 0,1 0 0,0 1 0,-1-1 0,1 1 0,-1-1 0,1 1 0,0 0 0,-1-1 0,1 1 0,-1 0 0,0 0 0,1 0 0,-1 0 0,2 2 0,-3-2 0,1-1 0,-1 1 0,0 0 0,1-1 0,-1 1 0,0 0 0,0 0 0,1-1 0,-1 1 0,0 0 0,0 0 0,0-1 0,0 1 0,0 0 0,0 0 0,0-1 0,0 1 0,-1 0 0,1 0 0,0-1 0,0 1 0,-1 1 0,-1 1 0,0 0 0,0 0 0,0 1 0,-1-1 0,1-1 0,-1 1 0,0 0 0,0-1 0,0 1 0,-6 3 0,-28 15 0,-1-2 0,-1-2 0,-1-2 0,0-1 0,-1-2 0,-79 13 0,113-24-737,-1 0-1,0-1 1,0 0-1,0-1 1,0 1-1,0-1 1,-15-4-1,23 5 582,0-1-1,-1 1 1,1 0-1,0 0 1,0 0-1,-1 0 1,1 0-1,0 0 1,-1 0-1,1 0 1,0 0-1,0-1 1,-1 1-1,1 0 1,0 0-1,0 0 1,-1-1-1,1 1 1,0 0-1,0 0 1,0-1-1,0 1 1,-1 0 0,1 0-1,0-1 1,0 1-1,0 0 1,0 0-1,0-1 1,0 1-1,0 0 1,0-1-1,0 0 1,7-8-4112,24-11-2321,-21 14 3470,0-5-995</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0.211"/>
    </inkml:context>
    <inkml:brush xml:id="br0">
      <inkml:brushProperty name="width" value="0.035" units="cm"/>
      <inkml:brushProperty name="height" value="0.035" units="cm"/>
    </inkml:brush>
  </inkml:definitions>
  <inkml:trace contextRef="#ctx0" brushRef="#br0">296 1 2777,'3'1'1348,"0"1"1,1-1 0,-1 0-1,0 0 1,1 0-1,6 1 1,16 8 17074,-26-10-18311,-2 2-552,0-1 1821,-14 5-307,10-3-1074,-1-1 0,0 1 0,0-2 0,-12 3 0,-14 4 0,28-7 0,-106 38 0,96-33 0,-1 1 0,1 1 0,1 1 0,-26 18 0,37-24 0,0-1 0,0 1 0,1-1 0,-1 1 0,1 0 0,-1 0 0,1 0 0,0 0 0,0 0 0,0 0 0,1 1 0,-1-1 0,1 1 0,0-1 0,0 1 0,0 0 0,0-1 0,0 7 0,1-10 0,0 1 0,1 0 0,-1 0 0,1-1 0,-1 1 0,0 0 0,1-1 0,-1 1 0,1 0 0,-1-1 0,1 1 0,0-1 0,-1 1 0,1-1 0,0 1 0,-1-1 0,1 1 0,0-1 0,-1 1 0,1-1 0,0 0 0,0 0 0,-1 1 0,2-1 0,24 7 0,-22-7 0,5 1 0,1-1 0,-1 0 0,0-1 0,1 0 0,14-3 0,8-2 0,0 1 0,0-3 0,0-1 0,-1-1 0,0-1 0,36-20 0,-48 22 0,31-24 0,-15 9 0,-24 13 0,-6 8 0,-3 12 0,-10 6 0,7-14 0,0 0 0,0 0 0,1-1 0,-1 1 0,0 0 0,1 0 0,-1 0 0,0 0 0,1 0 0,-1 0 0,1 0 0,0 0 0,-1 0 0,1 0 0,0 0 0,0 0 0,-1 0 0,1 0 0,0 0 0,0 0 0,0 0 0,0 0 0,1 1 0,-1-1 0,0 0 0,1 1 0,2 3-384,-1-4-65,-1 0 1,0 0-1,0 1 1,0-1-1,0 1 1,0-1-1,0 1 1,0 0-1,0-1 1,-1 1-1,1 0 1,0 2-1,7-6-6966,8-3 3288,22-15-5877,-22 15 6302</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0.735"/>
    </inkml:context>
    <inkml:brush xml:id="br0">
      <inkml:brushProperty name="width" value="0.035" units="cm"/>
      <inkml:brushProperty name="height" value="0.035" units="cm"/>
    </inkml:brush>
  </inkml:definitions>
  <inkml:trace contextRef="#ctx0" brushRef="#br0">434 147 1488,'13'-11'6251,"-13"11"-5987,1-1-1,-1 1 0,0 0 1,0 0-1,0-1 0,0 1 1,0 0-1,0 0 0,0-1 1,0 1-1,0 0 0,0-1 1,0 1-1,0 0 0,0 0 1,0-1-1,0 1 1,0 0-1,0 0 0,0-1 1,0 1-1,0 0 0,0 0 1,-1-1-1,1 1 0,0 0 1,0-1 526,-1 1-527,-2-2 1458,1 1 1,-1-1-1,0 1 0,0 0 1,0 0-1,0 0 0,-4-1 1,-4-1-316,-6-1-1071,0 1 0,0 1 0,-1 1 0,-25 1 0,34 0-323,-20 1-12,1 2 0,-1 1 0,1 1 0,0 2 0,-30 11 0,53-16 0,0 0 0,0 0 0,1 1 0,-1-1 0,1 1 0,-1 0 0,1 0 0,0 1 0,0-1 0,1 1 0,-1 0 0,1 0 0,0 0 0,0 1 0,0-1 0,-4 9 0,0 0 0,6-11 0,0-1 0,0 1 0,0-1 0,0 1 0,0 0 0,1-1 0,-1 1 0,1 0 0,-1-1 0,1 1 0,0 0 0,-1 2 0,1 2 0,0 0 0,1 0 0,-1 1 0,1-1 0,0 0 0,1 0 0,-1 0 0,1 0 0,4 7 0,-4-10 0,0 0 0,-1-1 0,1 1 0,0-1 0,1 1 0,-1-1 0,0 0 0,1 0 0,-1 0 0,1 0 0,-1-1 0,1 1 0,0-1 0,0 0 0,0 1 0,0-1 0,0 0 0,0-1 0,6 2 0,7 0 0,-1-1 0,1-1 0,0-1 0,0 0 0,0-1 0,0 0 0,-1-1 0,1-1 0,-1-1 0,0 0 0,0-1 0,15-8 0,-26 11 0,1 0 0,0 0 0,-1-1 0,8-7 0,8-6 0,-17 14 0,0 1 0,0-1 0,-1 1 0,1-1 0,-1 0 0,1 0 0,-1 0 0,0 0 0,0 0 0,1-5 0,13-32 0,-5-21 0,-6 43 0,-1 0 0,-1 0 0,-1-1 0,0-33 0,-3 48 0,1 4 0,-1-1 0,1 1 0,0 0 0,0 0 0,-1 0 0,1 0 0,0 0 0,0 0 0,-1 0 0,1 0 0,0 0 0,0 0 0,-1 0 0,1 0 0,0 0 0,0 0 0,-1 0 0,1 0 0,0 0 0,0 0 0,-1 0 0,1 0 0,0 0 0,0 0 0,0 0 0,-1 1 0,1-1 0,0 0 0,0 0 0,-1 0 0,0 3 0,0-1 0,0-1 0,0 1 0,0 0 0,0-1 0,0 1 0,1 0 0,-1-1 0,1 1 0,-1 0 0,1 0 0,-1 0 0,1 0 0,0-1 0,0 1 0,0 3 0,1 43 0,0-27 0,-10 21 0,9-35 0,-1-1 0,0 0 0,-1 0 0,1 0 0,-4 7 0,3-9 0,1 0 0,-1 0 0,1 0 0,0 1 0,0-1 0,1 0 0,-1 1 0,1-1 0,0 0 0,0 1 0,0-1 0,0 0 0,1 1 0,1 5 0,0-7-451,-1 0-1,0 1 1,0-1 0,0 0 0,-1 1-1,1-1 1,-1 6 0,1-8 99,-1 0-1,0 0 1,0 0-1,1-1 1,-1 1 0,1 0-1,-1 0 1,1 0-1,-1 0 1,1-1 0,-1 1-1,1 0 1,-1 0 0,1-1-1,0 1 1,0-1-1,-1 1 1,1 0 0,0-1-1,0 1 1,0-1 0,0 0-1,-1 1 1,1-1-1,2 1 1,-1 0-413,1-1 0,0 1 1,0 0-1,-1-1 0,1 0 0,0 1 0,5-1 0,60-16-8671,-42 11 6292</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1.499"/>
    </inkml:context>
    <inkml:brush xml:id="br0">
      <inkml:brushProperty name="width" value="0.035" units="cm"/>
      <inkml:brushProperty name="height" value="0.035" units="cm"/>
    </inkml:brush>
  </inkml:definitions>
  <inkml:trace contextRef="#ctx0" brushRef="#br0">469 260 720,'1'0'423,"0"0"1,0 0-1,0 0 0,0-1 1,-1 1-1,1 0 0,0-1 0,0 1 1,0-1-1,-1 1 0,1-1 0,0 1 1,0-1-1,-1 1 0,1-1 0,-1 0 1,1 1-1,-1-1 0,1 0 1,-1 0-1,1 1 0,-1-1 0,1 0 1,-1 0-1,1-1 0,-1 1-58,-1 1-1,1-1 0,0 1 1,0-1-1,-1 1 1,1-1-1,0 1 1,0-1-1,-1 1 0,1-1 1,-1 1-1,1-1 1,0 1-1,-1 0 0,1-1 1,-1 1-1,1 0 1,-1-1-1,1 1 1,-1 0-1,1 0 0,-2-1 1,2 1-114,-1 0 0,1 0 1,-1-1-1,1 1 0,-1 0 0,1 0 0,0-1 1,-1 1-1,1 0 0,-1 0 0,1-1 0,0 1 1,-1-1-1,1 1 0,0 0 0,0-1 0,-1 1 1,1 0-1,0-1 0,0 1 0,-1-2 525,2 2-634,-1 0-1,0-1 1,0 1 0,0-1 0,0 1 0,1-1 0,-1 1 0,0 0-1,0-1 1,0 1 0,0-1 0,0 1 0,0-1 0,0 1 0,0-1-1,-1 1 1,1 0 0,0-1 0,0 1 0,0-1 0,0 1 0,-1 0-1,1-1 1,0 1 0,0-1 0,-1 1 0,1 0 0,0-1 0,0 1-1,-1 0 1,1 0 0,0-1 0,-1 1 0,1 0 0,-1 0-1,1-1 1,0 1 0,-1 0 0,1 0 0,-1 0 0,1 0 0,-1-1-1,1 1 1,0 0 0,-1 0 0,-6-1-126,0 0 1,0 0-1,-1 1 0,1 0 1,-12 1-1,-4 0-30,-34 6 14,28-2 0,10-1 0,1 0 0,-1 1 0,1 1 0,-21 10 0,5-2 0,19-8 0,2 2 0,-1-1 0,-19 16 0,2-3 0,28-18 0,0-1 0,0 1 0,1 0 0,-1 0 0,0 0 0,1 0 0,0 0 0,-1 1 0,1-1 0,0 1 0,0-1 0,0 1 0,1 0 0,-1 0 0,1 0 0,-1 0 0,1 0 0,0 0 0,0 0 0,0 0 0,1 1 0,-1 4 0,1-6 0,0-1 0,0 0 0,0 1 0,1-1 0,-1 0 0,1 0 0,-1 0 0,1 1 0,-1-1 0,1 0 0,0 0 0,-1 0 0,1 0 0,0 0 0,0 0 0,0 0 0,0 0 0,0 0 0,0 0 0,0-1 0,0 1 0,0 0 0,0-1 0,0 1 0,1-1 0,-1 1 0,0-1 0,0 0 0,2 1 0,6 1 0,-1-1 0,0 1 0,13-1 0,-7 0 0,5 0 0,1 0 0,-1-2 0,0 0 0,0-1 0,0-1 0,0 0 0,31-11 0,-23 7 0,-21 6 0,1-1 0,-1 1 0,0-1 0,1 0 0,-1-1 0,0 1 0,-1-1 0,1 0 0,0-1 0,-1 1 0,0-1 0,10-9 0,5-8 0,-17 17 0,1 1 0,-1-1 0,0 1 0,0-1 0,0 0 0,0 0 0,-1 0 0,1-1 0,-1 1 0,2-7 0,11-23 0,-11 26 0,0 1 0,0-1 0,4-16 0,18-72 0,-22 79 0,-1 3 0,0 0 0,-1 0 0,2-26 0,-4 29 0,0 11 0,0 0 0,0 0 0,0-1 0,0 1 0,0 0 0,0 0 0,-1 0 0,1-1 0,0 1 0,0 0 0,0 0 0,0 0 0,0-1 0,0 1 0,0 0 0,0 0 0,-1 0 0,1 0 0,0 0 0,0-1 0,0 1 0,0 0 0,-1 0 0,1 0 0,0 0 0,0 0 0,0 0 0,-1 0 0,1 0 0,0-1 0,0 1 0,0 0 0,-1 0 0,1 0 0,0 0 0,0 0 0,0 0 0,-1 0 0,1 0 0,0 0 0,0 0 0,0 1 0,-1-1 0,1 0 0,0 0 0,0 0 0,0 0 0,-1 0 0,1 0 0,0 0 0,0 0 0,-1 1 0,-6 3 0,-12 17 0,14-16 0,1 1 0,-1 0 0,1 0 0,0 0 0,-5 13 0,5-13 0,-39 86 0,40-84 0,1 0 0,0 0 0,0 0 0,1 1 0,0-1 0,0 0 0,1 1 0,0-1 0,2 13 0,-1 9 0,-1-24 0,0 0 0,1-1 0,0 1 0,0 0 0,0-1 0,1 1 0,-1-1 0,1 1 0,0-1 0,1 0 0,0 0 0,-1 0 0,2 0 0,-1 0 0,0 0 0,1-1 0,0 0 0,0 0 0,7 6 0,-9-9 0,0 1 0,0-1 0,0 0 0,1 0 0,-1 0 0,0 0 0,0-1 0,1 1 0,-1 0 0,0-1 0,5 1 0,32 0 0,-29-1 0,9-1 0,0-1 0,0-1 0,0 0 0,0-1 0,0-1 0,-1-1 0,0-1 0,0 0 0,-1-1 0,0-1 0,0-1 0,-1 0 0,15-13 0,12-15 0,-39 34 0,0 1 0,-1-1 0,0 0 0,0 0 0,4-7 0,6-8 0,29-35 0,-41 48 0,-1 3 0,-1 6 0,-33 46 0,25-36 0,1 0 0,0 0 0,-10 23 0,2-3 0,14-22 18,3 0-153,0-11-235,0 0 0,0 0 0,0 0 0,0 0 0,0 0 0,0-1 0,0 1 0,0 0 0,0 0 1,0-1-1,0 1 0,0-1 0,0 1 0,0-1 0,1 0 0,1-1-931,0 0 0,0 1-1,-1-2 1,1 1 0,-1 0 0,1 0-1,-1-1 1,0 0 0,0 1-1,0-1 1,0 0 0,0 0 0,-1 0-1,3-6 1,3-2-3278</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1.671"/>
    </inkml:context>
    <inkml:brush xml:id="br0">
      <inkml:brushProperty name="width" value="0.035" units="cm"/>
      <inkml:brushProperty name="height" value="0.035" units="cm"/>
    </inkml:brush>
  </inkml:definitions>
  <inkml:trace contextRef="#ctx0" brushRef="#br0">27 23 720,'0'-6'2625,"0"1"-521,-9-1-487,0 1 1135,1 5-1912,8 5-864,0 1-640,0-1-2513,0 1-1488</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2.436"/>
    </inkml:context>
    <inkml:brush xml:id="br0">
      <inkml:brushProperty name="width" value="0.035" units="cm"/>
      <inkml:brushProperty name="height" value="0.035" units="cm"/>
    </inkml:brush>
  </inkml:definitions>
  <inkml:trace contextRef="#ctx0" brushRef="#br0">173 47 1232,'1'1'1052,"0"0"0,0 0-1,0 0 1,0 1 0,0-1 0,-1 0-1,1 0 1,0 0 0,-1 1 0,1-1-1,0 0 1,-1 1 0,0-1 0,1 1-1,-1-1 1,0 3 0,5 11 4336,3 12 1791,-7-24-7116,0-1-1,0 1 1,-1-1 0,1 1 0,-1-1-1,0 1 1,0-1 0,0 1 0,0-1-1,0 1 1,-1-1 0,1 1 0,-1-1-1,0 1 1,-1 4 0,-4 19 21,6-23-84,-1 1 0,0-1 0,0 1 0,0-1 0,0 0 0,0 1 0,-1-1 0,1 0 0,-1 0 0,0 0 0,0 0 0,0 0 0,0-1 0,-1 1 0,-4 4 0,-16 20 0,16-19 0,0 0 0,0-1 0,-1 0 0,1 0 0,-2-1 0,-15 10 0,4-5 0,15-9 0,-1 1 0,1 1 0,0-1 0,-6 6 0,-5 1 0,19-10 0,0 0 0,0-1 0,-1 0 0,1 0 0,0 0 0,0 0 0,0 0 0,-1 0 0,1-1 0,-1 1 0,3-3 0,19-8 0,-6 5 0,1-2 0,-2 0 0,0-1 0,26-19 0,-1 1 0,-17 11 0,0 0 0,29-29 0,-52 44 0,-1 1 0,1 0 0,0 0 0,-1 0 0,1 0 0,0 0 0,-1 1 0,1-1 0,0 0 0,0 1 0,0-1 0,2 1 0,-4 0 0,1 0 0,-1 0 0,0 1 0,0-1 0,1 0 0,-1 1 0,0-1 0,0 0 0,0 1 0,1-1 0,-1 0 0,0 1 0,0-1 0,0 0 0,0 1 0,0-1 0,0 0 0,0 1 0,0-1 0,0 1 0,0-1 0,0 0 0,0 1 0,0 0 0,0 0 0,2 1 0,-1-1 0,1 1 0,-1-1 0,0 1 0,0 0 0,0-1 0,0 1 0,0 0 0,0 0 0,0 0 0,0 0 0,-1 0 0,1 0 0,-1 0 0,0 0 0,1 0 0,-1 4 0,0-5 0,0 0 0,1 1 0,-1-1 0,1 0 0,-1 0 0,1 1 0,-1-1 0,1 0 0,0 0 0,-1 0 0,1 0 0,0 0 0,0 0 0,0 0 0,0 0 0,0 0 0,0 0 0,0 0 0,0 0 0,0-1 0,0 1 0,1-1 0,-1 1 0,0 0 0,3 0 0,38 9 0,-31-8 0,-1-2 0,1 1 0,-1-2 0,0 1 0,1-2 0,-1 1 0,1-1 0,-1-1 0,0 0 0,14-6 0,-4 2 0,-15 5 0,0 0 0,0 0 0,0-1 0,0 0 0,-1 0 0,1 0 0,-1-1 0,0 1 0,0-1 0,0 0 0,0 0 0,-1-1 0,0 1 0,0-1 0,0 1 0,0-1 0,2-6 0,-3 5 0,1-1 0,1 1 0,-1 0 0,7-8 0,11-22 0,-15 24 0,-5 9 0,1 0 0,-1 0 0,1 0 0,-1 0 0,0-1 0,0 1 0,0-6 0,-1 9 0,0 0 0,0 0 0,0-1 0,0 1 0,0 0 0,0-1 0,0 1 0,0 0 0,0-1 0,0 1 0,0 0 0,0-1 0,0 1 0,0 0 0,1 0 0,-1-1 0,0 1 0,0 0 0,0-1 0,0 1 0,1 0 0,-1 0 0,0 0 0,0-1 0,0 1 0,1 0 0,-1 0 0,0 0 0,1-1 0,-1 1 0,1 0 0,-1-1 0,0 1 0,1-1 0,-1 1 0,1 0 0,-1-1 0,0 1 0,1-1 0,-1 1 0,0-1 0,0 1 0,1-1 0,-1 1 0,0-1 0,0 1 0,0-1 0,0 1 0,0-1 0,0 1 0,0-1 0,0 0 0,0 1 0,0-1 0,0 1 0,0-1 0,0 0 0,-2-3 0,-3 8 0,-19 27 0,1 2 0,-19 38 0,-52 75 0,90-138 0,-1 0 0,0 1 0,1 1 0,0-1 0,0 1 0,-3 16 0,6-22 0,1-1 0,0 1 0,0-1 0,0 1 0,0 0 0,1-1 0,0 1 0,-1-1 0,1 1 0,1-1 0,-1 1 0,0-1 0,1 0 0,0 0 0,-1 0 0,1 0 0,0 0 0,1 0 0,-1 0 0,4 3 0,16 14 0,2-1 0,0-1 0,1-1 0,49 24 0,-42-24 0,-1 1 0,54 43 0,-80-57 0,0 1 0,0 0 0,0 1 0,-1-1 0,1 1 0,-1 0 0,5 10 0,-8-14 0,-1-1 0,1 1 0,0-1 0,-1 1 0,1 0 0,-1-1 0,0 1 0,1 0 0,-1 0 0,0-1 0,0 1 0,0 0 0,0 0 0,0-1 0,-1 1 0,1 0 0,-1 0 0,1-1 0,-1 1 0,1-1 0,-1 1 0,0 0 0,0-1 0,0 1 0,0-1 0,0 0 0,0 1 0,0-1 0,0 0 0,0 1 0,-1-1 0,1 0 0,-1 0 0,-1 1 0,-5 1 0,1-1 0,-1 0 0,1 0 0,-1 0 0,0-1 0,0 0 0,0-1 0,0 0 0,-10-1 0,5 1 0,-14-2 0,0-1 0,0 0 0,0-3 0,-29-8 0,46 10 0,0 0 0,0 0 0,1-1 0,0-1 0,-11-7 0,16 10 0,-1 0 0,1 0 0,0-1 0,0 0 0,1 0 0,-1 0 0,1 0 0,0 0 0,0-1 0,0 0 0,-3-7 0,5 10 0,0-1 0,0 0 0,1 0 0,-1 0 0,1 1 0,-1-1 0,1 0 0,0 0 0,0 0 0,1 0 0,-1 0 0,1 1 0,-1-1 0,1 0 0,0 0 0,0 1 0,0-1 0,0 0 0,2-3 0,1 2 0,0-1 0,0 0 0,0 1 0,1 0 0,0 0 0,0 0 0,9-5 0,16-6 0,0 1 0,0 1 0,1 2 0,1 1 0,33-6 0,30-9 0,-64 15-1783,16-6-5312,31-10-4457,-60 24 6293,-1-3 101</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3.479"/>
    </inkml:context>
    <inkml:brush xml:id="br0">
      <inkml:brushProperty name="width" value="0.035" units="cm"/>
      <inkml:brushProperty name="height" value="0.035" units="cm"/>
    </inkml:brush>
  </inkml:definitions>
  <inkml:trace contextRef="#ctx0" brushRef="#br0">208 5 1040,'11'-4'23732,"-10"4"-23167,7 3 7253,-3-1-8321,-2 1 518,0 0 0,0-1 0,-1 1 0,1 1 0,-1-1 0,0 0 0,0 1 0,3 6 0,6 9-35,-7-12 20,-1 0 0,0 0 0,-1 0 0,0 1 0,0-1 0,0 0 0,-1 1 0,0 0 0,0 13 0,-1-8 0,-1 0 0,0 0 0,0 0 0,-2-1 0,-3 15 0,-19 39 0,-36 70 0,25-61 0,-24 44 0,21-49 100,30-56-198,0 1-1,1 0 1,1 1-1,0 0 1,-9 32-1,16-46-313,0 0 1,0 0-1,0 1 0,-1-1 0,2 0 1,-1 0-1,0 0 0,0 0 0,1 1 0,-1-1 1,1 0-1,0 0 0,1 3 0,-1-3-452,0 0 0,1 0 0,-1 0 1,0-1-1,1 1 0,-1 0 0,1-1 0,0 1 0,-1-1 0,1 1 0,0-1 0,0 0 0,0 0 0,0 0 0,0 0 0,0 0 0,0 0 1,1-1-1,1 2 0,14-2-5008</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3.912"/>
    </inkml:context>
    <inkml:brush xml:id="br0">
      <inkml:brushProperty name="width" value="0.035" units="cm"/>
      <inkml:brushProperty name="height" value="0.035" units="cm"/>
    </inkml:brush>
  </inkml:definitions>
  <inkml:trace contextRef="#ctx0" brushRef="#br0">27 157 1424,'0'-2'418,"0"0"-1,0 0 0,0 0 1,1 0-1,-1 0 1,1 0-1,-1 0 0,1 0 1,0 1-1,0-1 1,0 0-1,0 0 0,0 1 1,0-1-1,0 1 1,0-1-1,1 1 0,2-3 1,1 0 476,1 0 1,1 0-1,11-6 1,7-3 724,36-14 1495,-41 17-2079,-17 9-798,0-1 1,1 1-1,-1-1 1,0 0 0,0 1-1,-1-1 1,1-1-1,0 1 1,3-4 0,1 1 261,-7 5-453,1-1 1,0 1-1,-1 0 0,1-1 1,-1 1-1,1 0 0,-1-1 1,1 1-1,-1 0 0,1-1 1,-1 1-1,0-1 0,1 1 1,-1-1-1,0 1 0,1-1 1,-1 1-1,0-1 0,0 0 1,1 1-1,-1-2 0,1 1 24,0 1 0,-1-1 0,1 0 0,0 0-1,0 0 1,0 1 0,0-1 0,0 0-1,0 1 1,0-1 0,0 1 0,0-1 0,1 1-1,-1-1 1,0 1 0,0 0 0,0 0-1,0 0 1,1-1 0,-1 1 0,2 1-1,40 30-115,-39-29 50,0 1 0,-1-1 0,1 1 0,-1 0 0,1 0 0,-1 0 0,0 0 1,0 1-1,0-1 0,-1 1 0,1 0 0,-1 0 0,3 5 0,3 5-17,-6-10-60,0 0 1,0-1-1,0 1 1,0 0-1,0 0 1,-1 0-1,0 0 0,0 0 1,0 1-1,0-1 1,-1 0-1,0 0 1,1 1-1,-1-1 1,-1 0-1,1 0 1,-1 1-1,0-1 1,0 0-1,-2 5 0,-1 1-435,0-1-1,-1-1 0,-1 1 0,1-1 0,-2 1 0,1-2 0,-10 11 0,10-14 179,0 1-1,1 0 1,-2-1 0,1 0-1,0-1 1,-1 0-1,0 1 1,1-2-1,-9 3 1,-4 0-652,0 0 1,-23 2-1,3-1-549,18-3-630,-37 3 0,23-6-1431,25 0 1257</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4.488"/>
    </inkml:context>
    <inkml:brush xml:id="br0">
      <inkml:brushProperty name="width" value="0.035" units="cm"/>
      <inkml:brushProperty name="height" value="0.035" units="cm"/>
    </inkml:brush>
  </inkml:definitions>
  <inkml:trace contextRef="#ctx0" brushRef="#br0">471 66 1760,'2'-2'938,"-1"0"-1,1 0 1,0 0 0,-1-1-1,1 1 1,-1 0-1,0-1 1,0 1-1,2-4 1,-8 2 1046,-21-10 6901,6 8-6081,6 4-2458,-10-3 742,1 1-1,-1 2 0,0 0 1,0 2-1,0 0 1,-27 5-1,-51 21-1087,91-22 0,-1 1 0,1 0 0,-1 1 0,2 0 0,-1 1 0,-13 10 0,22-15 0,-1 0 0,1 0 0,-1 0 0,1 0 0,0 1 0,0-1 0,0 1 0,0-1 0,0 1 0,0 0 0,1 0 0,-1 0 0,1 0 0,0 0 0,0 0 0,0 0 0,1 0 0,-1 0 0,0 0 0,1 1 0,0 3 0,0 2 0,-1-6 0,1-1 0,0 1 0,0-1 0,0 1 0,0-1 0,0 1 0,0-1 0,0 1 0,1-1 0,-1 0 0,1 1 0,0-1 0,0 0 0,0 1 0,0-1 0,0 0 0,0 0 0,1 0 0,-1 0 0,1 0 0,-1 0 0,1 0 0,2 1 0,-1-1 0,5 4 0,0-1 0,1 0 0,-1 0 0,1-1 0,0 0 0,0-1 0,1 0 0,-1-1 0,13 3 0,-5-4 0,1 0 0,-1-2 0,1 0 0,-1 0 0,0-2 0,0 0 0,0-1 0,0-1 0,0 0 0,-1-1 0,0-1 0,30-18 0,-38 19 0,-1 0 0,0 0 0,0 0 0,-1-1 0,0 0 0,6-9 0,22-23 0,-27 27 0,-6 11 0,-1-1 0,1 1 0,-1 0 0,1 0 0,-1 0 0,1 0 0,-1 0 0,1 1 0,0-1 0,0 0 0,0 0 0,-1 0 0,2 0 0,17-20 0,-19 21 0,1 0 0,-1-1 0,0 1 0,0 0 0,0 0 0,0 0 0,0 0 0,1 0 0,-1 0 0,0 0 0,0 0 0,0 0 0,1 0 0,-1 0 0,0 0 0,0 0 0,0 0 0,1 0 0,-1 0 0,0 0 0,0 0 0,0 0 0,0 0 0,1 0 0,-1 0 0,0 0 0,0 0 0,0 0 0,0 0 0,1 0 0,-1 0 0,0 0 0,0 1 0,0-1 0,0 0 0,0 0 0,1 0 0,-1 0 0,0 0 0,0 1 0,0-1 0,0 0 0,0 0 0,0 0 0,0 0 0,0 1 0,0-1 0,0 0 0,1 0 0,-1 0 0,0 1 0,0-1 0,0 0 0,0 0 0,0 1 0,-1 5 0,1-5 0,0 0 0,0 1 0,-1-1 0,1 0 0,-1 0 0,1 1 0,-1-1 0,1 0 0,-1 0 0,0 0 0,-1 2 0,1-2 0,0 1 0,0-1 0,0 1 0,0-1 0,0 1 0,0-1 0,1 1 0,-1 0 0,1-1 0,-1 1 0,1 0 0,-1 3 0,0-2 1,1 1 0,-1-1 0,0 1 0,-1-1 0,1 0 0,-1 1 0,1-1 0,-1 0 0,0 0 0,0 0 0,-3 3 0,-8 14-102,4 9-3403,9-28 3185,-1 0-1,1 0 0,0 0 1,-1 0-1,1 0 0,0 0 1,0-1-1,0 1 0,0 0 1,0 0-1,0 0 1,0 0-1,0 0 0,0 0 1,0 0-1,1 0 0,-1 0 1,0 0-1,1 0 0,-1 0 1,1 0-1,-1 0 1,1 0-1,-1 0 0,1-1 1,-1 1-1,1 0 0,0 0 1,0-1-1,-1 1 0,1 0 1,1 0-1,0 1-839,1-1 1,-1 0-1,0 1 1,1-1-1,-1 0 0,1 0 1,-1 0-1,1-1 0,-1 1 1,1 0-1,5-1 0,7 0-2891</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5.036"/>
    </inkml:context>
    <inkml:brush xml:id="br0">
      <inkml:brushProperty name="width" value="0.035" units="cm"/>
      <inkml:brushProperty name="height" value="0.035" units="cm"/>
    </inkml:brush>
  </inkml:definitions>
  <inkml:trace contextRef="#ctx0" brushRef="#br0">524 469 2937,'-7'-4'1782,"-1"0"1,1 0-1,-1 1 1,0 1-1,1-1 1,-1 1-1,0 1 1,-10-2-1,-8 1 2325,-30 2 0,29 0-1151,-27 6-370,34-5-2577,0 2-1,0 0 1,-34 10 0,29-6-12,16-4 3,0 0 0,0 0 0,1 1 0,-1 0 0,1 0 0,0 1 0,0 0 0,-14 13 0,17-13 0,1 0 0,-1 0 0,1 0 0,-1 1 0,2 0 0,-1 0 0,1 0 0,-1 0 0,2 1 0,-1-1 0,1 1 0,0-1 0,0 1 0,-1 13 0,2-16 0,1 1 0,0-1 0,0 1 0,0-1 0,0 1 0,1-1 0,-1 1 0,1-1 0,0 0 0,1 1 0,-1-1 0,1 0 0,0 0 0,0 0 0,0 0 0,0 0 0,1 0 0,-1-1 0,1 1 0,0-1 0,0 1 0,0-1 0,1 0 0,4 3 0,-2-3 0,0 0 0,0-1 0,0 1 0,0-1 0,0-1 0,0 1 0,0-1 0,1 0 0,-1-1 0,1 1 0,-1-1 0,1 0 0,7-2 0,8-1 0,-1-2 0,32-9 0,-43 10 0,0 0 0,0 0 0,0 0 0,-1-1 0,0-1 0,0 0 0,0 0 0,-1 0 0,1-1 0,-2-1 0,1 1 0,-1-1 0,0-1 0,-1 1 0,0-1 0,8-14 0,-5 2 0,0 0 0,-2 0 0,0-1 0,6-34 0,-7 25 0,15-45 0,-6 24 0,18-51 0,-13 42 0,-14 39 0,13-29 0,-12 26 0,-7 23 0,0-1 0,1 0 0,0 1 0,-1 0 0,1-1 0,0 1 0,0 0 0,3-4 0,-1 0 0,2-1 0,-3 14 0,-11 16 0,2-7 0,-1 30 0,4-16 0,-3 2 0,-17 43 0,5-14 0,-37 92 0,16-51 0,28-74-989,-3 13-2123,7-21 115,7-19 2678,0 1 0,0-1 0,1 0 0,-1 0 0,1 0 0,-1 1 0,1-1-1,-1 0 1,1 1 0,-1-1 0,1 1 0,0-1 0,0 0 0,0 1-1,0-1 1,0 1 0,0-1 0,0 0 0,1 1 0,-1-1 0,0 0-1,1 1 1,-1-1 0,1 0 0,-1 1 0,1-1 0,0 0 0,0 0 0,0 2-1,3 2-1563,4 6-4651,6-6 2073</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5.866"/>
    </inkml:context>
    <inkml:brush xml:id="br0">
      <inkml:brushProperty name="width" value="0.035" units="cm"/>
      <inkml:brushProperty name="height" value="0.035" units="cm"/>
    </inkml:brush>
  </inkml:definitions>
  <inkml:trace contextRef="#ctx0" brushRef="#br0">453 454 2913,'0'-1'443,"0"0"0,0 0 0,0 0 0,0 0 0,-1 0 0,1 0 0,0 0 0,-1 1 0,1-1 0,0 0 0,-1 0 0,1 0 0,-1 1 0,1-1 0,-1 0 0,0 1 0,1-1 0,-1 0 0,0 1 0,1-1 0,-2 0 0,-23-9 5323,15 8-3572,-1 1 0,-19-1 0,2 0 1261,21 1-2764,1 1 0,-1-1 0,0 1 0,1 1 0,-13 1 0,-22 4-532,3 11-159,-73 42 0,107-56 0,1 0 0,-1 1 0,0-1 0,-5 8 0,-10 8 0,14-14 0,-1 0 0,2 0 0,-1 0 0,0 1 0,1 0 0,0 0 0,0 0 0,-4 10 0,7-13 0,-1 0 0,1 0 0,0-1 0,0 1 0,0 0 0,1 0 0,-1 0 0,1 0 0,-1 0 0,1 0 0,0 0 0,0 0 0,0 0 0,1 0 0,-1 0 0,1 0 0,0 0 0,-1-1 0,1 1 0,0 0 0,1 0 0,2 4 0,-2-4 0,0 0 0,1 0 0,-1 0 0,1 0 0,0-1 0,-1 1 0,1-1 0,1 0 0,-1 0 0,0 0 0,0 0 0,1-1 0,-1 1 0,1-1 0,-1 0 0,1 0 0,0 0 0,0 0 0,6 0 0,5 1 0,0-1 0,-1 0 0,1-1 0,0 0 0,0-2 0,0 1 0,-1-2 0,1 0 0,-1-1 0,0 0 0,0-1 0,0-1 0,-1 0 0,1-1 0,-1 0 0,-1-1 0,16-12 0,-22 14 0,0 0 0,-1-1 0,0 1 0,0-1 0,0 0 0,5-12 0,7-10 0,-8 15 0,-2-1 0,8-19 0,-2 5 0,-5 9 0,10-32 0,-1 0 0,-8 26 0,9-48 0,-9 33 0,9-46 0,-14 74 0,0 0 0,-1 0 0,0-1 0,0-14 0,2 16 0,-5 11 0,1 1 0,-1-1 0,0 1 0,1-1 0,-1 1 0,0-1 0,1 1 0,-1-1 0,0 1 0,0-1 0,0 1 0,1-1 0,-1 0 0,0 1 0,0-1 0,0 1 0,0-1 0,0 1 0,0-1 0,0 0 0,0 1 0,-1-1 0,1 1 0,0-1 0,0 1 0,-1-2 0,1 2 0,0 0 0,-1-1 0,1 1 0,-1 0 0,1 0 0,-1 0 0,1-1 0,0 1 0,-1 0 0,1 0 0,-1 0 0,1 0 0,-1 0 0,1 0 0,-1 0 0,1 0 0,-1 0 0,1 0 0,-1 0 0,1 0 0,-1 0 0,1 0 0,-1 1 0,1-1 0,-1 0 0,1 0 0,-1 0 0,1 1 0,-10 5 0,10-6 0,-45 59 0,43-55 0,-1 1 0,1-1 0,0 0 0,0 1 0,-2 7 0,-7 14 0,-9 14 0,-45 73 0,49-88 0,1 1 0,1 1 0,-21 56 0,1-13 0,22-40 0,-9 29 0,20-54 0,0 0 0,0-1 0,0 1 0,1 0 0,0-1 0,0 1 0,0 0 0,0 0 0,1-1 0,1 9 0,-1-11 0,1 1 0,-1 0 0,0-1 0,1 1 0,-1-1 0,1 1 0,0-1 0,-1 0 0,1 1 0,0-1 0,1 0 0,-1 0 0,0 0 0,0-1 0,1 1 0,-1-1 0,1 1 0,0-1 0,-1 0 0,1 0 0,0 0 0,0 0 0,4 0 0,-2 0 0,1 0 0,0-1 0,0 0 0,0 0 0,0 0 0,0-1 0,-1 0 0,1 0 0,0 0 0,0-1 0,6-2 0,56-23-604,53-23-980,44-37 566,-143 76 974,26-11-56,-34 22 151,-11 7 105,-12 14 277,8-20-357,-5 8 107,1-1 0,-2 0 0,1 0 0,-10 9 0,-12 14 32,-5 11-178,26-35-262,7-6 184,0-1-1,-1 0 0,1 0 1,0 1-1,0-1 1,-1 0-1,1 0 0,0 1 1,0-1-1,-1 0 1,1 1-1,0-1 0,0 0 1,0 1-1,0-1 1,0 0-1,-1 1 0,1-1 1,0 0-1,0 1 1,0-1-1,0 0 0,0 1 1,0-1-1,0 1 1,0-1-1,0 1 0,0 0-947,1-2 392,-1 0 0,0 0 1,0 0-1,0 0 0,1 0 1,-1 0-1,1 0 0,-1 0 0,1 0 1,-1 0-1,1 0 0,-1 1 1,1-1-1,0 0 0,1-1 0,-1 1 276,-1 1-1,1-1 0,0 0 0,0 0 0,-1 0 1,1 0-1,-1 1 0,1-1 0,-1 0 0,1 0 1,-1 0-1,1 0 0,-1-1 0,0 1 1,0 0-1,1-1 0,7-31-9136,-8 23 5813</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6.070"/>
    </inkml:context>
    <inkml:brush xml:id="br0">
      <inkml:brushProperty name="width" value="0.035" units="cm"/>
      <inkml:brushProperty name="height" value="0.035" units="cm"/>
    </inkml:brush>
  </inkml:definitions>
  <inkml:trace contextRef="#ctx0" brushRef="#br0">62 28 1680,'-1'-1'478,"1"0"-1,-1 0 1,1 0 0,-1 0-1,1 0 1,-1 0-1,0 1 1,1-1-1,-1 0 1,0 0-1,1 0 1,-1 1 0,0-1-1,-1 0 1,-22-13 5013,22 14-5306,1 0 1,-1-1-1,1 1 0,-1 0 0,1 1 0,-1-1 1,1 0-1,-1 0 0,1 1 0,-1-1 1,1 0-1,-1 1 0,-1 0 0,2 1-615,1-1 0,-1 1-1,1-1 1,-1 0 0,1 1 0,0-1-1,0 1 1,-1-1 0,1 1 0,0-1-1,0 1 1,0-1 0,1 2-1,-1-2 117</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6.979"/>
    </inkml:context>
    <inkml:brush xml:id="br0">
      <inkml:brushProperty name="width" value="0.035" units="cm"/>
      <inkml:brushProperty name="height" value="0.035" units="cm"/>
    </inkml:brush>
  </inkml:definitions>
  <inkml:trace contextRef="#ctx0" brushRef="#br0">314 61 2120,'3'0'682,"0"1"-1,-1-1 1,1 1-1,0 0 1,0 0-1,0 0 1,-1 0-1,1 0 1,0 0 0,-1 1-1,1-1 1,-1 1-1,1 0 1,-1 0-1,3 3 1,-4-4-460,0-1 0,-1 1 1,1 0-1,0 0 1,0 0-1,-1 0 1,1 0-1,-1 0 1,1 0-1,-1 0 0,1 1 1,-1-1-1,0 0 1,1 0-1,-1 0 1,0 0-1,0 1 1,0-1-1,0 0 0,0 0 1,0 0-1,0 1 1,0-1-1,-1 0 1,1 0-1,0 0 1,-1 0-1,1 1 0,-1-1 1,1 0-1,-1 0 1,0 0-1,1 0 1,-1 0-1,0 0 1,0-1-1,1 1 0,-1 0 1,0 0-1,-1 0 1,-25 30 4500,22-24-3711,0-1 0,-1 0 1,-11 10-1,-8 10 35,21-21-913,-1 0 0,0 0 0,0 0-1,0-1 1,-8 6 0,-149 103-134,145-98 0,-11 8 0,21-18 0,7-5 0,0 1 0,0-1 0,0 0 0,0 0 0,0 0 0,0 0 0,-1 0 0,1 0 0,0 0 0,0 0 0,0 0 0,0 1 0,0-1 0,0 0 0,0 0 0,0 0 0,0 0 0,0 0 0,0 0 0,0 0 0,0 1 0,0-1 0,0 0 0,0 0 0,0 0 0,0 0 0,0 0 0,0 0 0,0 0 0,0 0 0,0 1 0,0-1 0,0 0 0,1 0 0,-1 0 0,0 0 0,0 0 0,0 0 0,0 0 0,0 0 0,0 0 0,0 0 0,0 1 0,0-1 0,0 0 0,1 0 0,-1 0 0,0 0 0,0 0 0,0 0 0,0 0 0,0 0 0,0 0 0,5 1 0,0-1 0,0 0 0,0 1 0,0-2 0,0 1 0,0-1 0,0 1 0,0-1 0,5-2 0,44-15 0,-13 1 0,39-24 0,-27 13 0,9-11 0,-37 25 0,27-21 0,2-2 0,-20 21 0,-34 16 0,0 0 0,0 0 0,1 0 0,-1 0 0,0-1 0,0 1 0,1 0 0,-1 0 0,0 0 0,0 0 0,1 0 0,-1 0 0,0 0 0,0 0 0,1 0 0,-1 0 0,0 0 0,0 0 0,1 0 0,-1 0 0,0 0 0,1 0 0,-1 0 0,0 0 0,0 1 0,0-1 0,1 0 0,-1 0 0,0 0 0,0 0 0,1 0 0,-1 1 0,0-1 0,0 0 0,0 0 0,0 0 0,1 1 0,-1-1 0,0 0 0,0 0 0,0 1 0,0-1 0,0 0 0,0 0 0,0 1 0,1-1 0,-1 0 0,0 0 0,0 1 0,0-1 0,0 0 0,0 0 0,0 1 0,0-1 0,0 0 0,-1 1 0,1-1 0,0 0 0,0 0 0,0 1 0,0-1 0,-2 15 0,0-11 0,1 0 0,0 0 0,0 0 0,0 0 0,0 0 0,1 0 0,-1 0 0,1 0 0,0 0 0,1 0 0,-1 1 0,1-1 0,-1 0 0,1 0 0,0 0 0,3 6 0,-1-2 0,-2-6 0,-1 0 0,1 0 0,0-1 0,0 1 0,0 0 0,0 0 0,0 0 0,0-1 0,0 1 0,0-1 0,1 1 0,-1-1 0,1 1 0,-1-1 0,1 0 0,0 0 0,2 2 0,1 0 0,0-1 0,0 0 0,1 0 0,-1 0 0,0-1 0,1 0 0,-1 0 0,1 0 0,-1 0 0,1-1 0,-1 0 0,9-1 0,7-2 0,38-9 0,-44 7 0,1 0 0,-2 0 0,1-2 0,-1 0 0,0-1 0,0 0 0,23-19 0,-27 19 0,-1 0 0,0-1 0,0 0 0,-1 0 0,-1-1 0,0 0 0,0 0 0,0-1 0,-2 0 0,10-22 0,-7-7 0,-7 35 0,0-1 0,0 1 0,-1-1 0,0 1 0,-1-6 0,1-4 0,0 15 0,-1-1 0,1 1 0,0-1 0,0 1 0,0 0 0,-1-1 0,1 1 0,0 0 0,-1-1 0,1 1 0,0 0 0,-1-1 0,1 1 0,0 0 0,-1 0 0,1 0 0,0-1 0,-1 1 0,1 0 0,-1 0 0,1 0 0,0 0 0,-1 0 0,1 0 0,-1-1 0,1 1 0,-1 0 0,1 0 0,-1 0 0,1 1 0,0-1 0,-2 0 0,-11 1 0,5 2 0,0 1 0,0 0 0,1 0 0,0 0 0,-1 1 0,2 0 0,-1 0 0,-7 7 0,-9 8 0,-20 27 0,33-36 0,0 1 0,1-1 0,-11 18 0,-8 12 0,18-27 0,1 1 0,-10 19 0,12-22 0,-27 58 0,21-46 0,11-19 0,0-1 0,0 1 0,-1 0 0,0-1 0,0 0 0,-6 7 0,-121 119 0,87-88 0,26-23 0,12-14 0,0 1 0,0 0 0,1 0 0,-1 0 0,-5 12 0,2-1 0,-1 0 0,-1-1 0,-1 0 0,0-1 0,-1 0 0,-1-1 0,0 0 0,-18 14 0,11-13 0,0 0 0,-1-1 0,-1-1 0,0-1 0,-40 15 0,55-24 0,-1 0 0,0 0 0,1-1 0,-1 0 0,0 0 0,0-1 0,-1 0 0,-7-1 0,15 0 0,0 0 0,1 0 0,-1 0 0,0 0 0,0 0 0,1 0 0,-1 0 0,0 0 0,1-1 0,-1 1 0,0 0 0,1 0 0,-1-1 0,1 1 0,-1 0 0,0-1 0,1 1 0,-1-1 0,1 1 0,-1-1 0,1 1 0,-1-1 0,1 1 0,0-1 0,-1 1 0,1-1 0,0 0 0,-1 1 0,1-1 0,0 0 0,0 1 0,-1-1 0,1 0 0,0 1 0,0-1 0,0 0 0,0 1 0,0-1 0,0 0 0,0 1 0,0-1 0,0 0 0,0 1 0,1-1 0,-1 0 0,1-1 0,0-1 0,0-1 0,0 1 0,0-1 0,1 1 0,-1 0 0,1-1 0,3-3 0,27-30 0,1 1 0,1 2 0,60-45 0,-30 33 0,96-53 0,-123 78 7,-14 7-27,0 1 0,1 1 0,0 1 0,36-10 0,3 3-3598,13-3-13342,-66 16 12787,-2 0-189</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7.630"/>
    </inkml:context>
    <inkml:brush xml:id="br0">
      <inkml:brushProperty name="width" value="0.035" units="cm"/>
      <inkml:brushProperty name="height" value="0.035" units="cm"/>
    </inkml:brush>
  </inkml:definitions>
  <inkml:trace contextRef="#ctx0" brushRef="#br0">35 868 2160,'-18'3'11691,"2"-1"3826,19-3-15196,-1-1 0,2 1 0,-1 0 0,0 0 1,0 0-1,0 1 0,4-1 0,-1-1-32,100-36 252,-41 12-541,85-40 0,-67 25 0,114-66 0,244-152 0,-307 195 0,-18 10 0,-13 7 0,-58 28 0,121-52 0,-159 68 0,73-38 0,-63 30 0,-7 2 0,-10 9 0,0 0 0,0 0 0,0-1 0,0 1 0,1 0 0,-1 0 0,0 0 0,0-1 0,0 1 0,0 0 0,0 0 0,0 0 0,-1-1 0,1 1 0,0 0 0,0 0 0,0 0 0,0-1 0,0 1 0,0 0 0,0 0 0,0 0 0,0-1 0,0 1 0,-1 0 0,1 0 0,0 0 0,0 0 0,0 0 0,0-1 0,-1 1 0,1 0 0,0 0 0,0 0 0,-2 0 0,1 0 0,0 0 0,-1 0 0,1 0 0,0 1 0,0-1 0,-1 0 0,1 1 0,0-1 0,0 1 0,0-1 0,-1 1 0,1 0 0,0-1 0,0 1 0,-1 1 0,-10 4 0,-24 12 0,29-14 0,-1 1 0,0-1 0,-14 4 0,-24 9-3947,-28 14-8647,32-14 7693,16-5-220,0 3 141</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8.563"/>
    </inkml:context>
    <inkml:brush xml:id="br0">
      <inkml:brushProperty name="width" value="0.035" units="cm"/>
      <inkml:brushProperty name="height" value="0.035" units="cm"/>
    </inkml:brush>
  </inkml:definitions>
  <inkml:trace contextRef="#ctx0" brushRef="#br0">1 11 1288,'0'0'1573,"21"-11"25618,-25 11-24724,5 0-2251,7 0-184,-1 1-32,-7-1 0,0 0 0,0 0 0,1 0 0,-1 0 0,0 1 0,0-1 0,0 0 0,0 0 0,1 0 0,-1 0 0,0 0 0,0 0 0,0 1 0,0-1 0,0 0 0,0 0 0,1 0 0,-1 0 0,0 1 0,0-1 0,0 0 0,0 0 0,0 0 0,0 0 0,0 1 0,0-1 0,0 0 0,0 0 0,0 0 0,0 1 0,0-1 0,0 0 0,0 0 0,0 0 0,0 1 0,0-1 0,0 0 0,0 0 0,0 1 0,0 1 0,24 15 0,-22-15 0,0-1 0,0 1 0,-1-1 0,1 1 0,0-1 0,-1 1 0,0 0 0,1 0 0,0 2 0,-1-2 0,1 0 0,-1 0 0,0 0 0,1 0 0,0-1 0,-1 1 0,1 0 0,0-1 0,2 2 0,41 31 0,36 11 0,111 46 0,-109-55 0,222 77 0,-107-46 0,336 122 0,-484-171 0,-34-14 0,1 2 0,0 0 0,-1 0 0,0 2 0,-1 0 0,0 1 0,26 20 0,-38-27 0,1 5 0,-3 15 0,-2-17 0,-6-4 0,-1-2 0,7-1 0,0 0 0,-7 1 0,5 1 0,0 0 0,0 0 0,-1 0 0,1-1 0,0 1 0,0-1 0,-5-2 0,4 2 0,2 0 0,1 0 0,0 0 0,-1 0 0,1 0 0,0 0 0,0-1 0,0 1 0,0 0 0,0 0 0,0-1 0,0 1 0,-1-3 0,-8-11 0,-2-1-2483,5-14-6753,6 26 7674,0-1 0,0 0 0,-1 0 0,1 0 0,-3-5 0,-11-6-3850,-2-1 164</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09.463"/>
    </inkml:context>
    <inkml:brush xml:id="br0">
      <inkml:brushProperty name="width" value="0.035" units="cm"/>
      <inkml:brushProperty name="height" value="0.035" units="cm"/>
    </inkml:brush>
  </inkml:definitions>
  <inkml:trace contextRef="#ctx0" brushRef="#br0">18 1 328,'0'0'196,"1"1"0,-1 0 1,0-1-1,0 1 0,0-1 0,1 1 0,-1 0 1,0-1-1,1 1 0,-1-1 0,0 1 0,1-1 0,-1 1 1,1-1-1,-1 1 0,1-1 0,-1 1 0,1-1 1,0 1-1,0-1-16,-1 1-1,1-1 1,0 1 0,-1-1-1,1 1 1,0 0 0,-1-1-1,1 1 1,-1 0 0,1-1 0,-1 1-1,1 0 1,-1 0 0,0 0-1,1-1 1,-1 1 0,0 0 0,0 0-1,0 0 1,1 1 0,-4 22 3720,3-23-3770,-1 0 0,0 0-1,1 0 1,-1 0 0,0 0-1,0 0 1,0 0 0,0 0-1,0-1 1,0 1 0,0 0-1,0 0 1,-1 0 0,1-1 124,-1 1 0,1 0 0,0-1 0,0 1 0,0 0 0,0 0 0,0-1 1,0 1-1,0 0 0,0 0 0,0 0 0,0 0 0,0 0 0,1 0 0,-1 1 1,0-1-1,1 0 0,-1 0 0,1 0 0,0 1 0,-1-1 0,1 0 0,0 1 0,0-1 1,-1 0-1,1 1 0,0-1 0,0 0 0,1 0 0,-1 2 0,2-1-39,0-1 0,0 1-1,0-1 1,0 0 0,0 0-1,0 0 1,0 0 0,0 0-1,1 0 1,2 0 0,2 2 156,2 0-91,0-1 1,0 0-1,1 0 1,-1-1-1,11 0 0,20 4 76,-20-2-239,36 1 1,-11-1-104,52-2-1,-53-1 50,-4-6 98,-40 6-154,1 0 0,-1 0 0,0-1 0,0 1 0,0 0 0,0 0 0,0-1 0,1 1 0,-1 0 0,0-1 0,0 1 0,0 0 0,0 0 0,0-1 0,0 1 0,0 0 0,0-1 0,0 1 0,0 0 0,0-1 0,0 1 0,0 0 0,0 0 0,0-1 0,-1 1 0,1 0 0,0-1 0,0 1 0,0 0 0,-1-1 0,1 0 4,-5 0 70,-1 0 0,1 1-1,-1-1 1,1 1 0,-1 0-1,1 1 1,0-1-1,-1 1 1,1 0 0,-9 3-1,-1-1 154,13-3-199,0 0 0,0 0 1,0 0-1,1 1 0,-1-1 0,0 1 1,0-1-1,1 1 0,-1-1 0,0 1 0,1 0 1,-1 0-1,-2 2 0,-13 12 586,13-13-569,1 0 1,0 1-1,0-1 0,0 1 0,1 0 0,-1 0 1,1 0-1,-4 5 0,-6 10 30,9-13-76,0-1 0,0 0 0,0 1 0,1-1-1,-4 9 1,4-8-1,1 0-1,-1 0 0,-1-1 0,1 1 1,-1-1-1,-3 5 0,-11 20-75,-26 47-2655,39-69 1737,2 0-1,-1 1 0,1-1 1,0 0-1,-1 10 0,1 23-12420,2-30 9088</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10.680"/>
    </inkml:context>
    <inkml:brush xml:id="br0">
      <inkml:brushProperty name="width" value="0.035" units="cm"/>
      <inkml:brushProperty name="height" value="0.035" units="cm"/>
    </inkml:brush>
  </inkml:definitions>
  <inkml:trace contextRef="#ctx0" brushRef="#br0">366 10 632,'-15'-5'6390,"14"4"-6192,1 1 0,-1-1 0,0 1 0,1 0 0,-1-1 0,0 1 0,1 0 1,-1-1-1,0 1 0,0 0 0,1 0 0,-1 0 0,0 0 0,0-1 0,1 1 0,-1 0 0,0 0 1,0 1-1,1-1 0,-1 0 0,0 0 0,0 0 0,1 0 0,-1 1 0,0-1 0,0 0 1,1 1-1,-2-1 0,-4 4 1302,6-4-1275,-1 0 0,0 1-1,1-1 1,-1 0 0,0 1-1,1-1 1,-1 1 0,1-1-1,-1 1 1,1-1 0,-1 1-1,1-1 1,0 1 0,-1-1-1,1 1 1,-1 0 0,1-1-1,0 1 1,0 0 0,-1-1-1,1 1 1,0 0 0,0-1-1,0 1 1,0 0 0,0-1-1,0 1 1,0 0 0,0 0-1,0-1 1,0 1 0,0 0-1,0 0 1,4 3 1058,0 0 0,1 0 0,-1-1 0,0 0 0,9 5 0,-2 9 248,-6-10-1197,6 7 256,-10-13-570,0 0 1,0-1-1,0 1 0,-1 0 1,1 0-1,0 0 0,0 0 1,-1 0-1,1 0 0,-1 0 1,1 0-1,-1 0 0,1 1 1,7 10 135,13 16-16,-18-24-124,-1-1 0,1 1 0,0 0 0,0-1-1,0 0 1,0 1 0,6 3 0,43 38-16,-8-12 0,18 4 0,-46-25 0,-32-3 0,-36 2 0,-157 44 0,170-49 0,32-5 0,-1 0 0,1 0 0,0 0 0,-13 5 0,13-4 1,1 0-1,-1-1 1,-1 0-1,1 0 1,-11 0-1,-14 1-20,22-1-318,0-1 0,0 0 0,0 0 0,-13-2 1,-18-2-2799,36 4 1922,0 0 1,0-1-1,0 0 1,0 0 0,-9-4-1,12 4-177,0 0 0,0 0 0,0 0 1,0 0-1,0 0 0,0 0 0,0-1 0,-3-2 0,4-1-2478</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14.290"/>
    </inkml:context>
    <inkml:brush xml:id="br0">
      <inkml:brushProperty name="width" value="0.035" units="cm"/>
      <inkml:brushProperty name="height" value="0.035" units="cm"/>
    </inkml:brush>
  </inkml:definitions>
  <inkml:trace contextRef="#ctx0" brushRef="#br0">18 53 2489,'-3'0'5146,"-12"-5"8518,15 4-13566,0 1 1,0 0-1,0 0 0,0 0 0,0 0 1,0 0-1,0 0 0,0 0 0,0-1 1,0 1-1,0 0 0,0 0 0,0 0 1,0 0-1,0 0 0,0 0 0,1-1 688,-1 1-688,0 0 1,0 0-1,0 0 0,0 0 0,1 0 1,-1 0-1,0 0 0,0 0 0,0 0 0,0 0 1,0 0-1,0 0 0,0 0 0,0 0 1,1 0-1,-1 0 0,0 0 0,0 0 1,0 0-1,0 0 0,0 0 0,0 0 1,0 0-1,0 0 0,1 0 0,-1 0 0,0 0 1,0 0 687,0 1-688,0-1 0,1 0 0,3 7 5083,-4-6-5181,0-1 0,0 1 0,0 0 0,0-1 0,0 1 0,0 0 0,0-1 0,1 1 0,-1-1 0,0 1 0,0 0 0,1-1 0,-1 1 0,0-1 0,1 1 0,-1-1 0,0 1 0,1 0 0,4 10 0,-5-10 0,0 0 0,0 0 0,1 0 0,-1 0 0,0 1 0,1-1 0,-1 0 0,1 0 0,-1 0 0,1 0 0,0 0 0,-1 0 0,3 1 0,-2-1 0,-1 0 0,1 1 0,0-1 0,0 0 0,0 0 0,-1 1 0,1-1 0,0 0 0,-1 1 0,1-1 0,-1 0 0,0 1 0,1-1 0,-1 3 0,1 0 0,1 1 0,-1 0 0,1-1 0,0 1 0,0-1 0,1 0 0,-1 0 0,1 0 0,6 7 0,7 14 0,-5-5 0,0 0 0,-2 1 0,-1 0 0,7 26 0,-12-35 0,1 0 0,10 20 0,5 16 0,-16-38 0,-2-5 0,0 0 0,0-1 0,0 1 0,0-1 0,1 1 0,0-1 0,0 0 0,0 1 0,0-1 0,1 0 0,5 6 0,-7-9 0,-1-1 0,1 1 0,-1-1 0,1 0 0,-1 0 0,1 1 0,-1-1 0,1 0 0,-1 0 0,1 0 0,-1 0 0,1 0 0,0 1 0,-1-1 0,1 0 0,-1 0 0,1 0 0,-1 0 0,1-1 0,0 1 0,-1 0 0,1 0 0,-1 0 0,1 0 0,-1-1 0,2 1 0,-2-1 0,6 1 0,0-1 0,0 0 0,-1 0 0,1-1 0,0 1 0,-1-1 0,1-1 0,-1 1 0,0-1 0,0 0 0,0 0 0,0 0 0,5-5 0,-2 1 0,-1 0 0,1 0 0,-1-1 0,-1 0 0,0 0 0,10-17 0,1-24 0,10-37 0,-1-7 0,-1 47 0,-7 16 0,-15 26 0,0 0 0,0 0 0,0 0 0,1 0 0,5-5 0,9-10 0,-7 9 0,-10 10 0,0-1 0,1 0 0,-1 0 0,0 0 0,0 0 0,0 0 0,0-1 0,0 1 0,0 0 0,0 0 0,0-1 0,0 1 0,0-2 0,-1 2 0,1 1 0,-1-1 0,0 1 0,0-1 0,0 1 0,0 0 0,0-1 0,1 1 0,-1-1 0,0 1 0,0 0 0,0-1 0,1 1 0,-1 0 0,0-1 0,1 1 0,-1 0 0,0 0 0,1-1 0,-1 1 0,0 0 0,1 0 0,-1-1 0,1 1 0,-1 0 0,0 0 0,1 0 0,-1 0 0,1 0 0,-1 0 0,1 0 0,0-1 0,-1 1-5,0 0 1,0 0-1,1 0 1,-1 0-1,0 0 1,1 1-1,-1-1 1,0 0-1,1 0 1,-1 0-1,0 0 1,0 0-1,1 0 1,-1 0-1,0 0 0,0 1 1,1-1-1,-1 0 1,0 0-1,0 0 1,1 1-1,-1-1 1,0 0-1,0 0 1,0 1-1,0-1 1,1 0-1,-1 0 0,0 1 1,0-1-1,0 0 1,0 0-1,0 1 1,0-1-1,0 4-962,0-4 681,0 0 0,0 1 0,0-1-1,0 1 1,0-1 0,0 0-1,0 1 1,0-1 0,0 1 0,0-1-1,0 1 1,0-1 0,1 0-1,-1 1 1,0-1 0,0 0 0,0 1-1,1-1 1,-1 0 0,0 1 0,0-1-1,1 0 1,-1 1 0,0-1-1,1 0 1,-1 0 0,0 1 0,1-1-1,-1 0 1,1 0 0,15 0-3756,-4 0 341,0 1-3311,3 4 2337</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15.496"/>
    </inkml:context>
    <inkml:brush xml:id="br0">
      <inkml:brushProperty name="width" value="0.035" units="cm"/>
      <inkml:brushProperty name="height" value="0.035" units="cm"/>
    </inkml:brush>
  </inkml:definitions>
  <inkml:trace contextRef="#ctx0" brushRef="#br0">429 418 1328,'-1'-16'9924,"0"15"-9269,0-1 0,0 1-1,0 0 1,1-1 0,-1 1 0,0-1 0,1 1 0,-1-1 0,1 1 0,0-1-1,-1 1 1,1-1 0,0 1 0,0-1 0,0 0 0,0-2 0,0 3-423,0 0 0,0 0-1,0 0 1,0 0 0,0 0 0,-1 1 0,1-1 0,0 0 0,-1 0 0,1 0-1,-1 1 1,1-1 0,-1 0 0,1 0 0,-1 1 0,1-1 0,-1 0 0,0 1-1,1-1 1,-1 1 0,-1-1 0,-23-9 2466,14 8-2095,0 1 1,-20-1 0,-3 4-450,1 1 1,-1 1-1,0 2 1,-55 17-1,79-19-154,0 0 0,0 0 0,-18 12 0,23-13 0,1 0 0,-1 1 0,0-1 0,1 1 0,0 0 0,0 1 0,0-1 0,-6 10 0,10-13 0,-1 0 0,0 0 0,1 0 0,0 0 0,-1 0 0,1 0 0,0 0 0,-1 0 0,1 1 0,0-1 0,0 0 0,0 0 0,0 0 0,0 1 0,0-1 0,0 0 0,0 0 0,1 0 0,-1 0 0,0 1 0,1-1 0,-1 0 0,1 0 0,1 2 0,-1-1 0,1 0 0,0 0 0,0 0 0,0-1 0,0 1 0,1 0 0,-1-1 0,0 0 0,1 1 0,3 0 0,2 2 0,0-2 0,0 1 0,1-1 0,-1-1 0,17 2 0,2-3 0,-13 1 0,-1-1 0,1 0 0,0-1 0,-1-1 0,1 0 0,-1 0 0,23-9 0,-17 5 0,-16 6 0,-1-1 0,1 1 0,-1-1 0,1 0 0,-1 0 0,1 0 0,-1 0 0,0 0 0,1-1 0,-1 1 0,0-1 0,0 1 0,0-1 0,0 0 0,0 0 0,-1 0 0,3-2 0,3-6 0,-6 9 0,0 0 0,-1 0 0,1-1 0,0 1 0,0 0 0,-1 0 0,1-1 0,-1 1 0,1 0 0,-1-1 0,1 1 0,-1 0 0,0-1 0,1 1 0,-1-1 0,0-2 0,-1-2 0,1 3 0,-1 1 0,1-1 0,0 0 0,0 1 0,0-1 0,0 0 0,1 1 0,-1-1 0,2-4 0,-2 7 0,1-1 0,-1 1 0,1-1 0,-1 1 0,0-1 0,1 1 0,-1-1 0,1 1 0,-1 0 0,1-1 0,0 1 0,-1 0 0,1-1 0,-1 1 0,1 0 0,-1 0 0,1-1 0,0 1 0,-1 0 0,2 0 0,1-2 0,-2-10 0,-1 9 0,-6 6 0,5-2 0,1 3 0,1 0 0,1-1 0,-1 1 0,1 0 0,-1-1 0,0 1 0,-1 0 0,1 0 0,-1 0 0,0-1 0,0 8 0,0-6 0,0 1 0,1 0 0,0-1 0,0 1 0,1 5 0,2-2 0,12 28 0,-15-36 0,-1 1 0,1 0 0,1-1 0,-1 1 0,0 0 0,0-1 0,1 0 0,-1 1 0,0-1 0,1 0 0,0 1 0,-1-1 0,1 0 0,0 0 0,-1-1 0,5 3 0,7-1-18,0-1 0,0 0 1,0-1-1,0 0 0,1-1 0,-1-1 1,17-3-1,-7-1-31,0-1 1,0 0-1,24-13 1,-42 17 17,0 0 1,0 0-1,0 0 1,-1-1-1,0 1 1,1-1-1,-1 0 1,-1-1-1,5-5 1,25-45-88,-30 50 112,-1 0-1,-1 0 1,1-1-1,-1 1 1,0-1 0,1-10-1,2-12 12,-2 14 49,-1 1-1,0 0 1,-1-1-1,-1-14 1,0-10 136,-1 18-122,-1 1 0,0-1 0,-2 1 1,-10-31-1,7 34-68,7 15 0,0 0 0,0-1 0,1 1 0,-1-1 0,0 1 0,1-1 0,-1 1 0,1-1 0,-1 1 0,1-1 0,0 1 0,-1-1 0,1-2 0,-4-18 0,0 11 0,4 14 0,0-1 0,0 1 0,0-1 0,-1 1 0,1-1 0,0 0 0,-1 1 0,0-1 0,1 1 0,-1-1 0,0 0 0,-2 3 0,2-1 0,0 0 0,0 0 0,1 1 0,-1-1 0,1 0 0,0 1 0,0-1 0,2 8 0,-1 7 0,-1 94 0,0-105 0,1 1 0,1 0 0,3 15 0,-2-15 0,-1 0 0,0 0 0,0 18 0,-2-4 0,-1 0 0,-5 28 0,-3 7 0,8-50 0,0-1 0,1 0 0,0 1 0,0-1 0,0 1 0,1-1 0,0 0 0,1 1 0,-1-1 0,1 0 0,1 0 0,4 9 0,-5-4 0,-2-11 0,0 0 0,0-1 0,0 1 0,0 0 0,0-1 0,0 1 0,0 0 0,0-1 0,1 1 0,-1 0 0,0-1 0,0 1 0,1-1 0,-1 1 0,0 0 0,1-1 0,-1 1 0,1-1 0,-1 1 0,0-1 0,1 0 0,-1 1 0,1-1 0,-1 1 0,2 0 0,8 6 0,-8-6 0,0 1 0,-1-1 0,1 0 0,0 0 0,-1 0 0,1 0 0,0 0 0,0 0 0,0 0 0,0 0 0,0-1 0,0 1 0,0-1 0,0 0 0,0 1 0,1-1 0,-1 0 0,4-1 0,2 0 0,0-1 0,0 0 0,0 0 0,-1-1 0,1 0 0,0-1 0,-1 0 0,0 0 0,0 0 0,0-1 0,-1 0 0,10-9 0,3-6 0,6-8 0,-18 17 0,-5 8 0,0 1 0,0-1 0,0 0 0,0 0 0,-1 0 0,1 0 0,-1 0 0,0-1 0,0 1 0,0 0 0,1-7 0,-2 5 0,1 0 0,0 0 0,0 0 0,0 0 0,1 1 0,-1-1 0,1 0 0,1 1 0,-1-1 0,4-4 0,7-16 0,-10 12 0,-2 11 0,-1 0 0,1 0 0,-1 0 0,1 1 0,0-1 0,0 0 0,-1 0 0,1 1 0,1-1 0,-1 1 0,0-1 0,0 1 0,2-2 0,-3 2 0,0 1 0,0 0 0,0 0 0,0-1 0,0 1 0,0 0 0,0 0 0,0-1 0,1 1 0,-1 0 0,0 0 0,0-1 0,0 1 0,0 0 0,0 0 0,0-1 0,0 1 0,1 0 0,-1 0 0,0 0 0,0 0 0,0-1 0,1 1 0,-1 0 0,0 0 0,0 0 0,0 0 0,1 0 0,-1-1 0,0 1 0,0 0 0,1 0 0,-1 0 0,0 0 0,0 0 0,1 0 0,-1 0 0,0 0 0,0 0 0,1 0 0,-1 0 0,0 0 0,0 0 0,1 0 0,-1 0 0,0 1 0,0-1 0,1 0 0,-1 0 0,0 0 0,0 0 0,1 0 0,-1 0 0,0 1 0,0-1 0,1 0 0,0 0 0,0 0 0,-1 0 0,1 1 0,0-1 0,0 0 0,-1 0 0,1 1 0,0-1 0,-1 0 0,1 1 0,0-1 0,-1 0 0,1 1 0,-1-1 0,1 1 0,0 0 0,-1-1 0,1 1 0,-1-1 0,0 1 0,1 0 0,-1-1 0,1 1 0,-1 0 0,0-1 0,0 1 0,1 0 0,-1 1 0,2 4 0,7 15 0,0 2 0,-7-17 0,1 0 0,0 0 0,-1 0 0,0 0 0,1 12 0,-3 35 0,1-51-68,0-1 1,-1 0-1,1 0 1,0 0-1,0 0 1,0 0-1,0 0 1,0 0-1,0 0 1,0 0-1,0-1 1,0 1-1,0 0 1,0-1-1,0 1 1,0-1-1,1 1 1,-1-1-1,0 1 1,1-1-1,-1 0 1,0 0-1,3 1 1,1-3-1689,-1 1 1,1-1-1,-1 0 0,1 0 1,-1 0-1,0 0 1,0-1-1,0 0 1,0 0-1,-1 0 1,1 0-1,5-7 0,0-1-2823</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15.869"/>
    </inkml:context>
    <inkml:brush xml:id="br0">
      <inkml:brushProperty name="width" value="0.035" units="cm"/>
      <inkml:brushProperty name="height" value="0.035" units="cm"/>
    </inkml:brush>
  </inkml:definitions>
  <inkml:trace contextRef="#ctx0" brushRef="#br0">51 55 504,'-4'0'1324,"1"0"0,-1 0-1,1 1 1,-1-1 0,1 1 0,-8 2 0,-8 7 1353,21-8-2468,-1 0 0,0 0 1,1 0-1,-1 0 0,1-1 0,-1 1 1,1-1-1,0 1 0,2 0 0,19 14 417,-22-16-337,15-1 818,-15 1-1079,23-15 425,-1-1-1,26-24 1,-24 15 263,-25 25-707,0 0 1,0 0-1,-1 0 1,1 0-1,0 0 1,0 0-1,0 0 1,0 0-1,0 0 1,0 0-1,0 0 0,-1 0 1,1 0-1,0 0 1,0-1-1,0 1 1,0 0-1,0 0 1,0 0-1,0 0 0,0 0 1,0 0-1,0 0 1,0 0-1,0 0 1,0-1-1,0 1 1,-1 0-1,1 0 1,0 0-1,0 0 0,0 0 1,0 0-1,0 0 1,0-1-1,0 1 1,0 0-1,0 0 1,0 0-1,0 0 1,0 0-1,1 0 0,-1 0 1,0 0-1,0-1 1,0 1-1,0 0 1,0 0-1,0 0 1,0 0-1,0 0 1,0 0-1,0 0 0,0 0 1,0 0-1,0 0 1,0-1-1,1 1 1,-1 0-1,0 0 1,0 0-1,0 0 1,0 0-1,0 0 0,0 0 1,0 0-1,1 0 1,-1 0-1,-9-1 194,2 2-330,-1 1 1,1 0 0,0 0-1,0 1 1,0 0-1,0 0 1,0 1-1,0-1 1,-6 6 0,0 3-1782,13-12 1850,0 0-1,-1 1 0,1-1 1,0 0-1,0 0 0,0 1 1,0-1-1,0 0 0,0 0 1,0 1-1,0-1 0,0 0 1,0 0-1,0 1 0,0-1 1,0 0-1,0 0 0,0 1 1,0-1-1,0 0 0,0 0 1,0 0-1,0 1 0,0-1 1,1 0-1,-1 0 0,0 1 1,0-1-1,0 0 0,0 0 1,0 0-1,1 0 0,-1 1 1,3 0-532,0 1 0,-1-1 0,1 0 0,0 0 0,0 0 0,0 0 0,4 0 0,15 5-3767,-6 3 1089</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16.445"/>
    </inkml:context>
    <inkml:brush xml:id="br0">
      <inkml:brushProperty name="width" value="0.035" units="cm"/>
      <inkml:brushProperty name="height" value="0.035" units="cm"/>
    </inkml:brush>
  </inkml:definitions>
  <inkml:trace contextRef="#ctx0" brushRef="#br0">437 283 1696,'-5'-2'1180,"0"0"0,0 1 0,0 0 0,-1 0-1,1 0 1,0 1 0,-10-1 0,-40 5 7240,0 5-1745,32-5-4600,0 0-1,-38 12 1,-26 20-1762,81-33-313,0 1 0,0 0 0,0 0 0,0 0 0,1 0 0,0 1 0,0 0 0,0 0 0,1 0 0,-1 1 0,1 0 0,0 0 0,1 0 0,-5 10 0,7-12 0,0-1 0,1 1 0,-1 0 0,1-1 0,0 1 0,0 0 0,0-1 0,0 1 0,1-1 0,-1 1 0,1 0 0,0-1 0,0 1 0,0-1 0,1 0 0,-1 1 0,1-1 0,0 0 0,0 0 0,4 5 0,-3-5 0,0 1 0,0 0 0,1-1 0,-1 0 0,1 0 0,0 0 0,0 0 0,0-1 0,1 1 0,-1-1 0,1 0 0,-1 0 0,1-1 0,8 3 0,-1-3 0,-1 0 0,1-1 0,0 0 0,-1-1 0,1 0 0,12-4 0,-5 2 0,-10 1 0,-1-1 0,0 0 0,1 0 0,-1-1 0,-1 0 0,1-1 0,-1 1 0,1-1 0,-1-1 0,-1 0 0,1 0 0,-1 0 0,9-12 0,-10 11 0,0 0 0,-1-1 0,0 1 0,6-17 0,5-9 0,-11 23 0,0 1 0,-1-1 0,-1 0 0,0 0 0,0 0 0,0-15 0,4-16 0,-3 27 0,2-12 0,0 0 0,1-38 0,2-11 0,-4 55 0,-3 16 0,0 1 0,0 0 0,0 0 0,-1-1 0,1 1 0,-1 0 0,0-4 0,0 7 0,0 0 0,0 0 0,0 1 0,0-1 0,0 0 0,0 0 0,0 0 0,-1 0 0,1 1 0,0-1 0,0 0 0,0 0 0,0 0 0,0 0 0,0 0 0,-1 0 0,1 1 0,0-1 0,0 0 0,0 0 0,0 0 0,-1 0 0,1 0 0,0 0 0,0 0 0,0 0 0,-1 0 0,1 0 0,0 0 0,0 0 0,0 0 0,0 0 0,-1 0 0,1 0 0,0 0 0,0 0 0,0 0 0,-1 0 0,1 0 0,0 0 0,0 0 0,0 0 0,0 0 0,-1 0 0,1-1 0,0 1 0,0 0 0,0 0 0,0 0 0,-1 0 0,1 0 0,0 0 0,0-1 0,0 1 0,0 0 0,0 0 0,0 0 0,0-1 0,0 1 0,-1 0 0,-3 10 0,4-9 0,0-1 0,-1 1 0,1-1 0,-1 1 0,1-1 0,0 1 0,-1 0 0,1-1 0,0 1 0,-1-1 0,1 1 0,0 0 0,0-1 0,0 1 0,0 0 0,0-1 0,0 1 0,0 0 0,0 0 0,-1 10 0,-1-1 0,0 1 0,-1-1 0,-3 11 0,-5 18 0,8-10 0,-4 12 0,4-27 0,0 0 0,1 0 0,-1 27 0,-2 12 0,0-3 0,4-34 0,-1 0 0,0 0 0,-7 21 0,1-15 0,-1-1 0,-16 28 0,17-33 0,3-6-117,0 1 0,1 0 0,1 0 0,0 0-1,0 0 1,1 1 0,0-1 0,1 1 0,1-1 0,0 14 0,0-24-271,0 1 0,0 0 1,1 0-1,-1-1 0,0 1 0,1 0 1,-1 0-1,1-1 0,0 1 0,0 0 1,-1-1-1,1 1 0,0-1 0,0 1 1,0-1-1,1 0 0,0 2 0,13 8-5160,2-3-3882,-1-2 3622</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17.432"/>
    </inkml:context>
    <inkml:brush xml:id="br0">
      <inkml:brushProperty name="width" value="0.035" units="cm"/>
      <inkml:brushProperty name="height" value="0.035" units="cm"/>
    </inkml:brush>
  </inkml:definitions>
  <inkml:trace contextRef="#ctx0" brushRef="#br0">474 49 2056,'-12'-17'5642,"11"15"-4605,-1-1-1,1 1 0,-1-1 0,0 1 1,0 0-1,0-1 0,0 1 1,0 0-1,-8-6 9952,4 6-10101,-9 3 205,-1 0 0,-22 6 1,-7 1-508,32-6-585,-1 1 1,1 0 0,0 1-1,0 0 1,0 1 0,1 1-1,-17 9 1,1-1-1,-5 4 0,25-12 0,1 0 0,0 1 0,-13 14 0,18-18 0,0 0 0,0 0 0,0 1 0,0-1 0,1 0 0,-1 1 0,1-1 0,0 1 0,0-1 0,0 1 0,0 0 0,1-1 0,-1 5 0,1-3 0,0-1 0,1 1 0,-1-1 0,1 1 0,0-1 0,0 1 0,0-1 0,1 0 0,-1 1 0,1-1 0,0 0 0,1 0 0,4 7 0,-2-6 0,0 0 0,0 0 0,1 0 0,0 0 0,0-1 0,0 0 0,12 6 0,11 7 0,-20-11 0,1 0 0,18 7 0,148 37 0,-135-40 0,-21-6 0,-10-2 0,0 0 0,0 1 0,0 0 0,-1 1 0,11 5 0,-11 0 0,-12-3 0,-13-1 0,15-4 0,-23 4 0,-46 8 0,-103 7 0,162-19 0,-20 3-5,1-2-1,-1-1 0,-49-4 0,34-9-2008,43 11 1530,1 0 1,0 0-1,-1 0 1,1 0-1,0 0 1,0-1-1,0 1 1,0-1-1,-2-1 1,3 2 322,1 1 0,0 0 0,-1-1 1,1 1-1,0 0 0,0-1 0,0 1 0,-1-1 1,1 1-1,0 0 0,0-1 0,0 1 1,0-1-1,0 1 0,0-1 0,0 1 0,0 0 1,0-1-1,0 1 0,0-1 0,0 1 0,0-1 1,0 1-1,0 0 0,1-1 0,-1 1 0,0-1 1,0 1-1,13-12-3937,30-6-3282,-24 10 3229,4-2 492</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17.958"/>
    </inkml:context>
    <inkml:brush xml:id="br0">
      <inkml:brushProperty name="width" value="0.035" units="cm"/>
      <inkml:brushProperty name="height" value="0.035" units="cm"/>
    </inkml:brush>
  </inkml:definitions>
  <inkml:trace contextRef="#ctx0" brushRef="#br0">433 18 3353,'-5'-3'1912,"0"0"0,0 1 0,-1 0 1,0 0-1,1 0 0,-1 1 0,0 0 1,-10-1-1,-53 2 6371,32 2-5886,24-3-2270,-1 1 0,1 0 0,-1 1 0,1 1 0,0 0 0,0 1 0,0 0 0,0 1 0,0 1 0,1 0 0,-18 9 0,23-10-127,0 1 0,1-1 0,-1 1 0,1 0 0,0 0 0,0 1 0,0 0 0,1 0 0,0 1 0,0-1 0,0 1 0,1 0 0,0 0 0,1 0 0,-1 1 0,-2 10 0,6-12 0,0-1 0,0 0 0,1 0 0,0 0 0,0 0 0,0 0 0,3 9 0,-2-10 0,0 0 0,0-1 0,0 1 0,0 0 0,1-1 0,-1 0 0,1 0 0,0 0 0,0 0 0,0 0 0,0 0 0,1-1 0,-1 1 0,1-1 0,-1 0 0,1 0 0,0-1 0,0 1 0,5 1 0,-1-1 0,-1 0 0,1 0 0,0-1 0,0 0 0,0 0 0,0-1 0,0 0 0,0 0 0,13-3 0,-11 1 0,1-1 0,-1 0 0,0-1 0,0 0 0,0-1 0,-1 0 0,1 0 0,-1-1 0,-1 0 0,1-1 0,-1 0 0,0 0 0,7-9 0,-11 12 0,-1-1 0,0 0 0,-1 1 0,1-1 0,-1 0 0,0 0 0,0-1 0,0 1 0,1-11 0,-2 9 0,1 0 0,0-1 0,0 1 0,0 0 0,1 0 0,0 0 0,0 1 0,1-1 0,7-11 0,-9 7 0,-2 180 0,0-166-117,1 0 0,0-1 0,0 1 0,0-1 0,0 1 0,0 0 0,0-1 0,1 0 0,-1 1 0,1-1 0,-1 0 0,1 0 0,0 0 0,3 3 0,2 2-636,1-1 0,0 1 0,9 5 1,-15-12 203,0 1 1,0 0 0,1-1-1,-1 0 1,0 1 0,0-1-1,0 0 1,1 0 0,-1 0-1,0 0 1,0-1 0,0 1-1,1-1 1,-1 1 0,3-2-1,34-14-8629,-22 10 4457,1 1 57</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18.654"/>
    </inkml:context>
    <inkml:brush xml:id="br0">
      <inkml:brushProperty name="width" value="0.035" units="cm"/>
      <inkml:brushProperty name="height" value="0.035" units="cm"/>
    </inkml:brush>
  </inkml:definitions>
  <inkml:trace contextRef="#ctx0" brushRef="#br0">44 11 2064,'-16'-10'16773,"23"10"-13147,-6 9 6177,1-8-9774,-1 0 1,0 0 0,-1-1 0,1 1 0,0 0 0,0 0 0,0 0 0,0 0 0,-1 0-1,1 0 1,0 0 0,-1 0 0,1 0 0,-1 1 0,1 0 0,4 9-7,10 10-23,-12-18 0,0 1 0,0-1 0,0 1 0,-1 0 0,4 6 0,-5-5 0,0 0 0,0-1 0,0 1 0,0 0 0,-1-1 0,0 1 0,0 0 0,0 0 0,0 0 0,-1-1 0,0 1 0,0 0 0,0-1 0,-1 1 0,-3 7 0,2-2 0,0 7 0,3-15 0,-1 1 0,1-1 0,-1 1 0,1-1 0,-1 1 0,0-1 0,0 0 0,-1 4 0,-13 18 0,11-16 0,-1 0 0,0 0 0,0-1 0,-1 0 0,-6 7 0,-4-1 0,14-11 0,2-5 0,2-3 0,-1 0 0,1 0 0,0 1 0,0-1 0,1 1 0,0-1 0,0 1 0,0 0 0,5-5 0,-2 0 0,27-33 0,-24 33 0,-1-1 0,11-18 0,-15 24 0,-1 0 0,1 0 0,-1 0 0,1 1 0,1 0 0,7-7 0,14-15 0,10-7 0,-31 31 0,0 0 0,1 1 0,-1-1 0,0 1 0,10-1 0,-13 2 0,1 0 0,-1 0 0,0 0 0,0 1 0,1 0 0,-1-1 0,0 1 0,0 0 0,0 0 0,0 0 0,0 0 0,0 0 0,0 1 0,0-1 0,0 0 0,0 1 0,-1 0 0,1-1 0,-1 1 0,1 0 0,-1 0 0,0 0 0,0 0 0,0 0 0,2 3 0,-1 1 0,1 1 0,-1 0 0,0 0 0,-1 0 0,0 1 0,0-1 0,0 13 0,-1-15 0,0 0 0,-1 0 0,1-1 0,-1 1 0,0 0 0,0-1 0,-1 1 0,0-1 0,1 0 0,-6 8 0,1 2 0,6-13 0,0 0 0,-1 0 0,1 0 0,-1 0 0,1 0 0,-1 0 0,1 0 0,-1 0 0,0 0 0,1-1 0,-1 1 0,0 0 0,1 0 0,-1-1 0,0 1 0,-1 0 0,0 4 0,2-9 0,0 3 0,0 0 0,0 0 0,0-1 0,0 1 0,0 0 0,0 0 0,0 0 0,1 0 0,-1 0 0,0 0 0,0 0 0,1 0 0,-1 0 0,1 0 0,-1 0 0,1 0 0,-1 0 0,1 0 0,0 0 0,0 0 0,-1 0 0,2 0 0,15-26 0,10-5 0,-22 26 0,-1 0 0,1 1 0,0-1 0,0 1 0,1 0 0,7-5 0,21-13 0,-23 15 0,0 0 0,1 1 0,-1 0 0,2 1 0,16-6 0,-22 10 0,2-1 0,0 0 0,1 1 0,-1 0 0,13-1 0,-19 3 0,0 0 0,1 0 0,-1 1 0,0-1 0,0 1 0,1-1 0,-1 1 0,0 0 0,0 1 0,0-1 0,0 0 0,0 1 0,-1 0 0,1-1 0,0 1 0,4 4 0,-1 0 0,-1 1 0,0-1 0,0 1 0,-1 0 0,0 0 0,0 0 0,0 1 0,4 14 0,-2-7 0,-5-12-308,0 1 1,-1-1-1,1 1 0,-1 0 1,1-1-1,-1 1 1,0 0-1,-1-1 0,1 1 1,0-1-1,-1 1 0,0 0 1,0-1-1,0 1 0,0-1 1,-1 0-1,1 1 0,-1-1 1,0 0-1,0 0 1,-3 4-1,4-6-217,0 0 0,0 0 0,0 0-1,1-1 1,-1 1 0,0 0 0,1 0 0,-1 0 0,1 0 0,-1 0 0,1 1-1,0-1 1,-1 0 0,1 0 0,0 0 0,0 0 0,0 0 0,0 0 0,0 1 0,0-1-1,0 1 1,0 1-881,7-2-7617</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19.075"/>
    </inkml:context>
    <inkml:brush xml:id="br0">
      <inkml:brushProperty name="width" value="0.035" units="cm"/>
      <inkml:brushProperty name="height" value="0.035" units="cm"/>
    </inkml:brush>
  </inkml:definitions>
  <inkml:trace contextRef="#ctx0" brushRef="#br0">35 169 80,'-8'3'2707,"7"-3"-2427,1 1 0,-1-1 0,0 0 0,1 0 0,-1 1 0,0-1 0,1 0 0,-1 1 0,1-1 0,-1 0-1,1 1 1,-1-1 0,1 1 0,-1-1 0,1 1 0,-1-1 0,1 1 0,-1 0 0,-6 9 1493,6-9-1488,0 0-1,0 0 1,1 0 0,-1 0-1,0 0 1,1 0-1,-1 0 1,1 0 0,-1 0-1,1 1 1,-1-1-1,1 0 1,0 0 0,-1 0-1,1 1 1,0-1-1,0 2 1,1-2-163,0 0 1,0 0 0,0 0-1,0 0 1,0 0 0,1-1-1,-1 1 1,0 0-1,0-1 1,1 1 0,-1 0-1,0-1 1,1 0-1,-1 1 1,0-1 0,2 0-1,29 5 732,-23-5-801,1 0 1,-1-2 0,0 1-1,1-1 1,-1 0 0,0-1-1,0 0 1,0 0 0,0-1-1,-1-1 1,1 1 0,10-9-1,-15 9-22,0 0 0,0 0 0,-1 0 0,1 0 0,-1 0 0,0-1 0,-1 0 0,1 1 0,2-9 0,4-30 684,-9 36-481,0 0 0,-1 0 0,0 0 0,0 1 0,-3-13 0,0 2 425,4 16-602,0 1 0,0-1 0,0 0 0,0 0 0,0 0 1,0 0-1,-1 1 0,1-1 0,0 0 0,0 0 0,0 0 0,-1 1 0,1-1 0,-1 0 1,1 0-1,0 1 0,-1-1 0,1 0 0,-1 1 0,0-1 0,1 0 0,-1 1 1,1-1-1,-1 1 0,0-1 0,0 1 0,1 0 0,-1-1 0,0 1 0,0-1 1,1 1-1,-1 0 0,0 0 0,0 0 0,0-1 0,1 1 0,-1 0 0,0 0 0,0 0 1,0 0-1,-1 1 0,-2-1 163,-1 1 1,1 0-1,-1 1 1,0-1 0,-4 4-1,7-5-123,-29 19 1553,18-10-1027,4-1-259,0 0-1,1 0 1,0 1 0,0 0 0,1 1 0,-12 18 0,11-7-153,5-9-151,1-8-51,0 0 1,1 1-1,0-1 0,-1 1 1,2-1-1,-1 1 1,0-1-1,1 1 1,0 0-1,0-1 1,1 1-1,-1 0 1,1-1-1,0 1 1,0-1-1,0 1 1,1-1-1,-1 0 1,1 1-1,4 6 1,-1-3-219,1-1 0,0 1 1,0-1-1,0 0 0,1 0 1,0-1-1,0 0 0,16 10 1,-16-12-470,0 0 0,1 0 0,-1-1 1,1 0-1,-1-1 0,1 0 1,0 0-1,0 0 0,0-1 1,0 0-1,13-1 0,22-2-3853,62-10-1,-13 0-3140,-65 11 4032</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25.903"/>
    </inkml:context>
    <inkml:brush xml:id="br0">
      <inkml:brushProperty name="width" value="0.035" units="cm"/>
      <inkml:brushProperty name="height" value="0.035" units="cm"/>
    </inkml:brush>
  </inkml:definitions>
  <inkml:trace contextRef="#ctx0" brushRef="#br0">23 28 840,'-14'1'27495,"12"-2"-25945,-1-4 1241,-1 9-2700,10-3-91,3-1 0,9 3 0,-9-1 0,146 4 0,-18-12-2653,-12-16-14252,-101 17 12200,2 0-662</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26.198"/>
    </inkml:context>
    <inkml:brush xml:id="br0">
      <inkml:brushProperty name="width" value="0.035" units="cm"/>
      <inkml:brushProperty name="height" value="0.035" units="cm"/>
    </inkml:brush>
  </inkml:definitions>
  <inkml:trace contextRef="#ctx0" brushRef="#br0">34 27 1240,'-34'6'11235,"34"-6"-11018,0 0 0,0 1 0,0-1 1,0 0-1,0 0 0,1 1 1,-1-1-1,0 0 0,0 0 0,0 0 1,0 1-1,0-1 0,0 0 0,0 0 1,0 1-1,1-1 0,-1 0 1,0 0-1,0 0 0,0 1 0,0-1 1,1 0-1,-1 0 0,0 0 0,0 0 1,0 0-1,1 0 0,-1 1 1,0-1-1,0 0 0,1 0 0,-1 0 1,0 0-1,0 0 0,1 0 0,-1 0 1,0 0-1,0 0 0,1 0 0,-1 0 1,0 0-1,0 0 0,1 0 1,-1 0-1,0 0 0,0 0 0,1 0 1,-1-1-1,93 1 5931,0 0-3345,47 0-3380,1 0-3692,-130 0 2609,0 0 1,-1-2-1,1 1 0,0-1 1,10-4-1,-12 4-1435,-1-2 1,-1 1 0,14-8-1,-10 4-1171</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26.654"/>
    </inkml:context>
    <inkml:brush xml:id="br0">
      <inkml:brushProperty name="width" value="0.035" units="cm"/>
      <inkml:brushProperty name="height" value="0.035" units="cm"/>
    </inkml:brush>
  </inkml:definitions>
  <inkml:trace contextRef="#ctx0" brushRef="#br0">407 45 3153,'-43'-33'16907,"39"31"-16475,1 1 1,0-1-1,-1 1 0,0 0 0,1-1 1,-1 2-1,0-1 0,0 0 0,1 1 0,-1-1 1,0 1-1,-4 1 0,-45 8 6023,38-6-5822,7 0-633,0 1 0,0-1 0,1 1 0,-11 7 0,15-9 0,1 0 0,0 0 0,0 0 0,0 0 0,0 0 0,1 0 0,-1 0 0,1 0 0,-1 0 0,-1 5 0,-4 5 0,6-11 0,1-1 0,0 1 0,-1 0 0,1-1 0,0 1 0,0-1 0,0 1 0,0-1 0,-1 1 0,1 0 0,0-1 0,0 1 0,0-1 0,0 1 0,0 0 0,0-1 0,1 1 0,-1-1 0,0 1 0,0 0 0,0-1 0,1 1 0,-1-1 0,0 1 0,0-1 0,1 1 0,-1-1 0,0 1 0,1-1 0,0 1 0,16 16 0,-12-13 0,2 2 0,0-1 0,0 0 0,0-1 0,1 1 0,-1-1 0,1-1 0,11 4 0,63 15 0,-44-12 0,-18-5 0,8 2 0,-1 1 0,29 13 0,-32-12 0,6 4 0,12 12 0,-35-17 0,-7-7 0,1 0 0,-1 0 0,0 0 0,0 0 0,0 0 0,0 0 0,0 0 0,0 0 0,0 0 0,-1 0 0,1 0 0,0 0 0,0 0 0,-1 0 0,1 0 0,-1 0 0,1 0 0,-1 0 0,1-1 0,-1 1 0,0 0 0,1 0 0,-1 0 0,0-1 0,1 1 0,-1 0 0,0-1 0,0 1 0,0-1 0,-1 2 0,-34 19 0,27-16 0,-218 126 0,149-87 0,49-28 0,0 0 0,-42 33 0,59-39-966,-1 0-1,0 0 1,-1-1 0,-22 11-1,33-19 533,0 1-869,-1-1-1,1 1 1,-1-1-1,0 0 0,1 1 1,-6-1-1</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27.587"/>
    </inkml:context>
    <inkml:brush xml:id="br0">
      <inkml:brushProperty name="width" value="0.035" units="cm"/>
      <inkml:brushProperty name="height" value="0.035" units="cm"/>
    </inkml:brush>
  </inkml:definitions>
  <inkml:trace contextRef="#ctx0" brushRef="#br0">27 11 2857,'-1'0'4328,"-8"-1"4856,-7-9 6810,16 16-15590,0-6-404,0 0 0,0 1 0,0-1 0,0 1 0,0-1 0,0 0 0,0 1 0,0-1 0,0 1 0,0-1 0,0 0 0,0 1 0,0-1 0,0 0 0,1 1 0,-1-1 0,0 1 0,0-1 0,0 0 0,1 1 0,-1-1 0,0 0 0,0 0 0,1 1 0,-1-1 0,0 0 0,1 0 0,0 1 0,-1-1 0,0 0 0,0 0 0,1 0 0,-1 1 0,0-1 0,0 0 0,0 0 0,1 0 0,-1 0 0,0 1 0,0-1 0,0 0 0,1 0 0,-1 1 0,0-1 0,0 0 0,0 0 0,0 1 0,0-1 0,0 0 0,0 0 0,0 1 0,1-1 0,-1 0 0,0 0 0,0 1 0,0-1 0,0 0 0,-1 1 0,1 26 0,-1-10 0,1 1 0,1-1 0,1 1 0,4 20 0,-3-23 0,0 1 0,-1 0 0,-1 0 0,0 18 0,-5-17 0,3-15 0,0 1 0,0 0 0,1-1 0,-1 1 0,1 0 0,-1 0 0,1 5 0,2-4 0,-2-4 0,0 1 0,1-1 0,-1 0 0,0 1 0,1-1 0,-1 0 0,0 0 0,1 1 0,-1-1 0,0 0 0,1 0 0,-1 0 0,1 0 0,-1 0 0,1 0 0,-1 1 0,0-1 0,1 0 0,-1 0 0,1 0 0,-1 0 0,1-1 0,-1 1 0,0 0 0,1 0 0,-1 0 0,1 0 0,-1 0 0,0 0 0,1-1 0,-1 1 0,1 0 0,-1 0 0,0-1 0,1 1 0,-1 0 0,0 0 0,1-1 0,-1 1 0,0 0 0,0-1 0,1 1 0,-1-1 0,0 1 0,0 0 0,0-1 0,1 0 0,-1 1 0,42-38 0,-12 10 0,-7 8 0,95-91 0,-55 54 0,-58 52 0,0 2 0,0-1 0,0 1 0,0-1 0,0 1 0,9-3 0,-6 5 0,-7 1 0,0 0 0,0 0 0,-1 0 0,1 0 0,0 0 0,-1 0 0,1 0 0,0 0 0,0 0 0,-1 0 0,1 0 0,0 0 0,0 0 0,-1 0 0,1 1 0,0-1 0,-1 0 0,1 1 0,0-1 0,-1 0 0,1 1 0,0-1 0,-1 1 0,1-1 0,-1 1 0,1-1 0,-1 1 0,1-1 0,-1 1 0,0 0 0,1-1 0,-1 1 0,1 1 0,2 4 0,-2-4 0,0 1 0,-1-1 0,1 1 0,-1-1 0,0 1 0,1-1 0,-1 1 0,0-1 0,-1 1 0,1-1 0,-1 4 0,0 4 0,1 82 0,-4-80 0,4-11 0,-1 0 0,1 0 0,-1 0 0,1 0 0,-1 0 0,1 0 0,0 0 0,-1 0 0,1 0 0,0 0 0,0 0 0,0 0 0,0 0 0,0 0 0,0 0 0,0 0 0,0 0 0,1 0 0,-1 0 0,0 0 0,0 0 0,1 0 0,-1 0 0,1 0 0,-1 0 0,1 0 0,0 0 0,-1 0 0,2 1 0,-2-2 0,1 1 0,0 0 0,-1-1 0,1 1 0,-1-1 0,1 0 0,0 1 0,-1-1 0,1 1 0,0-1 0,0 0 0,-1 0 0,1 1 0,0-1 0,0 0 0,-1 0 0,1 0 0,0 0 0,0 0 0,-1 0 0,1 0 0,1 0 0,21-4 0,-20 4 0,4-2 0,-1 0 0,0 0 0,-1-1 0,1 0 0,6-4 0,9-3 0,-10 4 0,0 0 0,0-1 0,0 0 0,-1-1 0,0 0 0,0 0 0,-1-1 0,0-1 0,13-17 0,-11 17 0,-9 8 0,1 1 0,-1-1 0,0 1 0,0-1 0,1 0 0,-1 0 0,3-4 0,-4 2 0,-1 13 0,0 6 0,1-10 0,-1 1 0,0 0 0,0 0 0,-1 0 0,1-1 0,-1 1 0,-1 0 0,1 0 0,-5 10 0,5-13 0,-1 1 0,1 0 0,0-1 0,0 1 0,1 0 0,-1 5 0,1-5 0,-1 0 0,1 0 0,-1 0 0,0 0 0,0-1 0,-2 6 0,2-8 0,1-1 0,-1 1 0,1 0 0,0 0 0,0-1 0,-1 1 0,1 0 0,0 0 0,0 0 0,0-1 0,0 1 0,0 0 0,0 0 0,0 0 0,0-1 0,0 1 0,0 0 0,1 0 0,-1 0 0,0-1 0,0 1 0,1 0 0,-1 0 0,1-1 0,-1 1 0,1 0 0,-1-1 0,1 2 0,4 8 0,-5-9 0,0-1 0,0 1 0,0-1 0,0 1 0,0-1 0,0 0 0,0 1 0,1-1 0,-1 1 0,0-1 0,0 0 0,0 1 0,1-1 0,-1 1 0,0-1 0,1 0 0,-1 1 0,0-1 0,1 0 0,-1 0 0,0 1 0,1-1 0,-1 0 0,0 0 0,1 1 0,-1-1 0,1 0 0,0 0 0,17 2 0,17-8 0,-11-2 0,37-16 0,-53 20 0,0 0 0,-1-1 0,1 0 0,-1 0 0,0 0 0,-1-1 0,1 0 0,6-9 0,-11 13 0,-1 0 0,1 0 0,-1 0 0,1 0 0,-1 0 0,0 0 0,0 0 0,0 0 0,0-1 0,0 1 0,0 0 0,-1-1 0,1 1 0,-1-1 0,1 1 0,-1-1 0,0 1 0,0-1 0,0 1 0,-1-1 0,1 1 0,0-1 0,-1 1 0,0 0 0,1-1 0,-1 1 0,0 0 0,0-1 0,-1 1 0,1 0 0,0 0 0,-1 0 0,1 0 0,-3-2 0,-1-3 0,-1 0 0,0 1 0,0 0 0,0 0 0,0 1 0,-11-7 0,16 11 0,0 0 0,0 0 0,-1 1 0,1-1 0,0 0 0,0 1 0,0-1 0,-1 1 0,1-1 0,0 1 0,0 0 0,-1 0 0,1-1 0,0 1 0,-1 0 0,1 0 0,0 0 0,-1 0 0,1 1 0,-2-1 0,-4 1 0,0 0-422,0-1 0,0 1 0,1 0 0,-1 0 0,0 1-1,1 0 1,-1 0 0,1 1 0,-1 0 0,1 0 0,-6 5 0</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28.505"/>
    </inkml:context>
    <inkml:brush xml:id="br0">
      <inkml:brushProperty name="width" value="0.035" units="cm"/>
      <inkml:brushProperty name="height" value="0.035" units="cm"/>
    </inkml:brush>
  </inkml:definitions>
  <inkml:trace contextRef="#ctx0" brushRef="#br0">164 43 1064,'35'0'14134,"-52"-4"-870,22 2-10631,-4 1-1454,-6 4-686,5-3-493,0 0 0,-1 0 0,1 0 0,0 0 0,0 0 0,0 1 0,0-1 0,0 0 0,-1 0 0,1 0 0,0 1 0,0-1 0,0 0 0,0 0 0,0 0 0,0 1 0,0-1 0,0 0 0,0 0 0,0 0 0,0 1 0,0-1 0,0 0 0,0 0 0,0 1 0,0-1 0,0 0 0,0 0 0,0 1 0,0-1 0,0 0 0,0 0 0,0 0 0,0 1 0,0-1 0,0 0 0,1 0 0,-1 0 0,0 1 0,0-1 0,0 0 0,0 0 0,1 0 0,-1 0 0,0 0 0,0 1 0,0-1 0,0 0 0,-5 18 0,2-12 0,0 1 0,1-1 0,0 0 0,1 1 0,-2 9 0,-5 21 0,-1 7 0,0 21 0,9-56 0,-1-1 0,0 1 0,-1-1 0,1 1 0,-2-1 0,1 0 0,-1 0 0,-6 11 0,-4 6 0,-20 27 0,14-24 0,7-13 0,10-13 0,0 0 0,0 0 0,1 1 0,-1-1 0,0 0 0,1 1 0,-2 3 0,-13 14 0,9-13 0,9-9 0,0-1 0,0 0 0,-1 0 0,1 1 0,-1-1 0,1 0 0,-1 0 0,0 0 0,1-4 0,-2 1-464,1 0 0,0 1 0,1 0 0,-1-1 0,1 1 0,0 0 0,4-7 0,6-20-2268,-9 25 1572,0-1 1,0 1-1,8-13 0,-8 16 753,0-1-1,-1 0 0,1 0 0,-1 0 0,0 0 0,0 0 1,-1 0-1,1 0 0,-1-1 0,0-5 0,-1-8-300,1 5 453,-1 1 0,-4-26 0,3 35 480,0-1 1,-1 1-1,1 0 0,-1-1 0,0 1 1,0 0-1,0 0 0,0 1 0,-1-1 1,0 0-1,1 1 0,-7-6 0,7 6 541,0-1 0,0 1 0,0-1-1,0 0 1,1 0 0,-1 0 0,1 1-1,0-1 1,-1-6 0,2 8-636,1 0-1,-1 0 1,1 0-1,-1 0 1,1 0-1,0 1 1,0-1 0,0 0-1,0 1 1,0-1-1,0 0 1,0 1 0,1 0-1,-1-1 1,0 1-1,1 0 1,-1-1-1,1 1 1,0 0 0,-1 0-1,4-1 1,46-20 3035,-32 14-2725,13-2-440,0 1 0,1 1 0,0 1 0,35-1 0,-61 7 0,10-1 0,-1 0 0,1 2 0,0 0 0,29 3 0,-41-2 0,-2-1 0,0 1 0,0-1 0,0 1 0,0 0 0,0-1 0,0 1 0,0 1 0,0-1 0,-1 0 0,1 1 0,0-1 0,-1 1 0,1 0 0,-1 0 0,3 3 0,-5-5 0,1 1 0,-1-1 0,0 1 0,0-1 0,0 1 0,0-1 0,0 1 0,0-1 0,0 0 0,0 1 0,0-1 0,0 1 0,-1-1 0,1 1 0,0-1 0,0 1 0,0-1 0,-1 0 0,1 1 0,0-1 0,0 1 0,-1-1 0,1 0 0,0 1 0,-1-1 0,0 1 0,-13 13 0,8-8 0,-1 1 0,0-1 0,0-1 0,0 1 0,-1-1 0,1 0 0,-1-1 0,-15 7 0,1-1 0,-80 44 0,76-39 0,-48 19 0,25-12 0,-4-6-3361,46-16-1848,11-6 1445,14-11-1489,-15 15 3748,0-1 407,0 0 0,0 1 1,0 0-1,0-1 0,0 1 1,1 0-1,-1 1 0,8-4 0,5 0-2529</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28.952"/>
    </inkml:context>
    <inkml:brush xml:id="br0">
      <inkml:brushProperty name="width" value="0.035" units="cm"/>
      <inkml:brushProperty name="height" value="0.035" units="cm"/>
    </inkml:brush>
  </inkml:definitions>
  <inkml:trace contextRef="#ctx0" brushRef="#br0">409 0 2016,'14'0'6661,"-23"0"3673,-12 0 11,12 0-8765,8 0-569,-1 1-322,-4 3-671,-1-1 0,0 1 0,0-1 0,0-1 0,0 1-1,0-1 1,0-1 0,-11 2 0,10-2-26,-1 1 1,1 0-1,-15 5 1,-2 3 7,-83 39 0,96-43 0,1 1 0,0 0 0,1 1 0,0-1 0,0 2 0,-17 18 0,11-11 0,14-15 0,1 1 0,-1-1 0,1 0 0,0 0 0,-1 1 0,1-1 0,0 1 0,0-1 0,0 1 0,0 0 0,0-1 0,0 1 0,1 0 0,-1-1 0,1 1 0,-1 0 0,1 0 0,-1 0 0,1 0 0,0-1 0,0 5 0,0-6 0,0 1 0,0 0 0,0-1 0,0 1 0,1 0 0,-1 0 0,0-1 0,0 1 0,1 0 0,-1-1 0,0 1 0,1-1 0,-1 1 0,1-1 0,-1 1 0,1 0 0,-1-1 0,1 0 0,-1 1 0,1-1 0,-1 1 0,1-1 0,0 0 0,-1 1 0,1-1 0,0 0 0,-1 1 0,1-1 0,0 0 0,-1 0 0,1 0 0,0 0 0,0 0 0,-1 0 0,1 0 0,0 0 0,-1 0 0,1 0 0,0 0 0,0 0 0,32-8 0,-28 7 0,17-5 0,0-1 0,-1-1 0,1 0 0,21-14 0,-18 9 0,47-16 0,-20 3 0,-43 25 0,-9 1 0,1-1 0,-1 1 0,0 0 0,0 0 0,1 0 0,-1 0 0,0 0 0,0 0 0,1 0 0,-1 0 0,0 0 0,0 0 0,1 0 0,-1 0 0,0 0 0,0 0 0,1 0 0,-1 0 0,0 0 0,1 0 0,-1 0 0,0 0 0,0 1 0,0-1 0,1 0 0,-1 0 0,0 0 0,0 0 0,1 1 0,-1-1 0,0 0 0,0 0 0,0 0 0,0 1 0,0-1 0,1 0 0,-1 0 0,0 1 0,0-1 0,0 0 0,0 0 0,0 1 0,0-1 0,0 0 0,0 0 0,0 1 0,0-1 0,0 0 0,0 0 0,0 1 0,0-1 0,0 0 0,0 0 0,0 1 0,0-1 0,0 0 0,0 0 0,0 1 0,0-1 0,-1 0 0,1 0 0,0 1 0,-6 6 0,-22 26 0,26-31 0,1 0 0,-1 0 0,1 0 0,0 0 0,-1 0 0,1 1 0,-1 3 0,1-3 0,0-1 0,0 1 0,-1-1 0,1 0 0,0 1 0,-1-1 0,1 0 0,-3 2 0,-11 17-5259,13-10 1194,2-11 3985,0 0 1,0 1-1,0-1 0,0 0 0,0 0 1,0 1-1,0-1 0,0 0 0,1 0 0,-1 1 1,0-1-1,0 0 0,0 0 0,0 0 1,1 1-1,-1-1 0,0 0 0,0 0 0,1 0 1,-1 0-1,0 0 0,0 1 0,0-1 1,1 0-1,-1 0 0,0 0 0,1 0 1,-1 0-1,0 0 0,0 0 0,1 0 0,-1 0 1,0 0-1,1 0 0,6-9-9238,-1 6 3638,8-1 1443</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29.501"/>
    </inkml:context>
    <inkml:brush xml:id="br0">
      <inkml:brushProperty name="width" value="0.035" units="cm"/>
      <inkml:brushProperty name="height" value="0.035" units="cm"/>
    </inkml:brush>
  </inkml:definitions>
  <inkml:trace contextRef="#ctx0" brushRef="#br0">391 309 2753,'7'-6'4568,"2"1"4745,-10 5-8714,0 0 1,0 0-1,0-1 0,0 1 0,0 0 0,1-1 1,-1 1-1,0 0 0,0-1 0,0 1 0,1-1 1,-1 1-1,0-1 0,0 0 0,1 1 0,-1-1 1,-1-3 4323,-8 14-3900,1-9-1023,-9 1 0,1 0 0,0 1 0,0 1 0,0 0 0,-22 10 0,-24 6 0,45-14 0,0 1 0,1 1 0,0 1 0,1 1 0,0 0 0,0 1 0,-22 20 0,35-30 0,1 1 0,0 0 0,0-1 0,1 1 0,-1 0 0,0 0 0,0 0 0,1 0 0,-1 0 0,1 0 0,0 0 0,0 1 0,0-1 0,0 0 0,0 1 0,0-1 0,1 1 0,-1-1 0,1 1 0,-1-1 0,1 1 0,0 3 0,0-5 0,1 0 0,-1 0 0,0 0 0,1 0 0,-1 0 0,1 0 0,-1 0 0,1 0 0,-1 0 0,1-1 0,0 1 0,-1 0 0,1 0 0,0-1 0,0 1 0,0 0 0,-1-1 0,1 1 0,0-1 0,0 1 0,0-1 0,0 1 0,0-1 0,0 0 0,0 0 0,0 1 0,2-1 0,27 4 0,-18-5 0,0 0 0,0-1 0,0 0 0,-1-1 0,1 0 0,-1-1 0,0 0 0,0-1 0,0 0 0,-1 0 0,1-2 0,-2 1 0,1-1 0,-1-1 0,1 1 0,-2-2 0,10-10 0,7-12 0,-6 10 0,25-41 0,0-4 0,-37 55 0,1-1 0,0 2 0,12-13 0,13-16 0,-16 15 0,4-5 0,18-32 0,-37 49 0,-3 1 0,0 6 0,-6 5 0,4 2 0,0 0 0,1 0 0,0 0 0,-1 0 0,1 0 0,0 1 0,0-1 0,0 1 0,0-1 0,1 1 0,-1 0 0,1-1 0,-1 1 0,1 0 0,-1 4 0,-10 16 0,5-12 0,0 0 0,1 1 0,0 0 0,0 0 0,-4 16 0,7-17 0,0-1 0,-1 0 0,-7 12 0,-4 11 0,-28 54 0,35-71 0,0 1 0,-1-2 0,-16 21 0,-11 20 0,36-54-333,-1 0-1,1 0 1,-1 0 0,1-1-1,0 1 1,-1 0-1,1 0 1,0 0 0,1 3-1,-1-4 229,0-1 0,0 0-1,-1 1 1,1-1-1,0 0 1,0 1 0,0-1-1,0 0 1,0 1 0,0-1-1,0 0 1,0 1 0,1-1-1,-1 0 1,0 1-1,0-1 1,0 0 0,0 0-1,0 1 1,0-1 0,1 0-1,-1 1 1,0-1 0,0 0-1,0 0 1,1 1-1,-1-1 1,0 0 0,0 0-1,1 1 1,-1-1 0,0 0-1,1 0 1,-1 0 0,0 0-1,0 0 1,1 1-1,-1-1 1,0 0 0,1 0-1,-1 0 1,0 0 0,1 0-1,-1 0 1,0 0 0,1 0-1,51-26-19509,-42 20 15309</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0.544"/>
    </inkml:context>
    <inkml:brush xml:id="br0">
      <inkml:brushProperty name="width" value="0.035" units="cm"/>
      <inkml:brushProperty name="height" value="0.035" units="cm"/>
    </inkml:brush>
  </inkml:definitions>
  <inkml:trace contextRef="#ctx0" brushRef="#br0">150 304 1560,'16'-11'5276,"-11"8"-5069,0 1 0,0 0-1,0 0 1,0 0 0,0 1 0,1 0-1,-1 0 1,9-1 0,51 2 3354,-35 0 1926,-16-4-2707,-12-2 2778,1 4-4796,-1 0 1,1 0-1,0 0 1,0 0-1,0 0 1,0 1-1,3-2 1,20-4-179,-20 3-584,-22 9 0,3-1 0,1 0 0,-21 3 0,-19 6 0,12 1 0,19-7 0,-1 0 0,1 2 0,0 1 0,1 0 0,-34 24 0,46-27 0,1 0 0,0 0 0,-10 13 0,11-12 0,3-5 0,1 0 0,-1 1 0,1 0 0,0-1 0,0 1 0,-2 4 0,4-7 0,0 0 0,-1 0 0,1 0 0,0 0 0,0 0 0,0 0 0,0 0 0,0 0 0,0 0 0,0 0 0,0 0 0,0 0 0,0 0 0,0 0 0,1 0 0,-1 0 0,0 0 0,1 0 0,-1 0 0,1 0 0,-1 0 0,1 0 0,-1-1 0,1 1 0,0 0 0,-1 0 0,1-1 0,0 1 0,0 0 0,0-1 0,1 2 0,0-1 0,0 0 0,0-1 0,1 1 0,-1 0 0,0-1 0,1 1 0,-1-1 0,0 0 0,1 1 0,-1-1 0,1 0 0,2-1 0,6-2 0,-1 0 0,1-1 0,-1-1 0,0 0 0,0 0 0,0-1 0,15-11 0,4-5 0,-20 15 0,1 0 0,-1-1 0,0 0 0,9-10 0,22-22 0,-9 10 0,-3-5 0,-1-1 0,34-61 0,-21 32 0,-34 56 0,-4 7 0,-1 0 0,0 1 0,0-1 0,0 0 0,0 0 0,0 0 0,0 0 0,0-1 0,-1 1 0,1 0 0,-1 0 0,1 0 0,-1 0 0,0-1 0,0 1 0,0 0 0,-1-4 0,1 6 0,1-3 0,-10 1 0,6 2 0,1 1 0,0-1 0,0 1 0,0 0 0,0 0 0,0 0 0,0 0 0,1 0 0,-1 0 0,0 0 0,0 1 0,1-1 0,-1 1 0,1-1 0,-1 1 0,1 0 0,0 0 0,0-1 0,0 1 0,-1 3 0,-6 5 0,-34 44 0,35-45 0,0 1 0,1 1 0,0-1 0,1 1 0,0 0 0,-5 17 0,-3 5 0,-16 33 0,20-46 0,-7 8 0,8-17 0,1 0 0,0 1 0,0-1 0,-7 20 0,13-27 0,0 1 0,0-1 0,1 1 0,0-1 0,0 1 0,1 7 0,-1 4 0,1-15 0,-1 0 0,0-1 0,1 1 0,-1 0 0,1 0 0,-1 0 0,1 0 0,0 0 0,-1-1 0,1 1 0,0 0 0,-1 0 0,1-1 0,0 1 0,0-1 0,0 1 0,0-1 0,-1 1 0,1-1 0,0 1 0,0-1 0,0 0 0,0 1 0,0-1 0,0 0 0,0 0 0,0 0 0,0 0 0,0 0 0,0 0 0,1 0 0,33-1 0,-22-1 0,0 0 0,-1-1 0,0 0 0,1-1 0,-1-1 0,0 0 0,14-8 0,68-37 0,-78 38 0,3-2 0,0 1 0,-9 5 0,-10 8 0,0 0 0,0 1 0,0-1 0,0 0 0,0 0 0,0 0 0,0 0 0,0 1 0,0-1 0,0 0 0,0 0 0,0 0 0,0 0 0,0 0 0,0 1 0,0-1 0,0 0 0,0 0 0,0 0 0,0 0 0,0 0 0,0 1 0,0-1 0,1 0 0,-1 0 0,0 0 0,0 0 0,0 0 0,0 0 0,0 0 0,0 0 0,0 0 0,1 1 0,-1-1 0,0 0 0,0 0 0,0 0 0,0 0 0,0 0 0,1 0 0,-1 0 0,0 0 0,0 0 0,0 0 0,0 0 0,1 0 0,-1 0 0,0 0 0,0 0 0,0 0 0,0 0 0,0 0 0,1-1 0,-1 1 0,0 0 0,0 0 0,0 0 0,0 0 0,0 0 0,1 1 0,-35 48 0,17-23 0,14-21 0,-1 1 0,1-1 0,-1-1 0,0 1 0,-4 4 0,-9 12 0,6-6 0,4-14 0,17-38-5525,-2 26 1479,-7 10 3666,0 0 0,-1 0 0,1 0 0,0 0 0,0 0 0,-1 0 1,1 0-1,-1 0 0,1-1 0,-1 1 0,0 0 0,1 0 0,-1-1 1,0 1-1,0 0 0,0 0 0,0-2 0,0 1-240,0 0 1,1 0-1,-1 0 0,0 0 0,1 0 1,-1 0-1,1 0 0,0 1 0,0-1 1,0 0-1,0 0 0,0 1 0,1-3 0,4-5-2884,-4 2-513</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0.701"/>
    </inkml:context>
    <inkml:brush xml:id="br0">
      <inkml:brushProperty name="width" value="0.035" units="cm"/>
      <inkml:brushProperty name="height" value="0.035" units="cm"/>
    </inkml:brush>
  </inkml:definitions>
  <inkml:trace contextRef="#ctx0" brushRef="#br0">1 61 3417,'6'-5'3200,"0"1"-1,-1 0 1,1-1 0,-1 0 0,9-10 0,0 1 3340,-12 13-6413,-1 0 1,0 0-1,1 0 1,-1 1-1,0-1 1,1 0-1,-1 1 0,1-1 1,0 1-1,-1-1 1,3 1-1,-2 0-227,-2 0 39,0 0-1,-1 0 1,1 0-1,0 1 1,0-1-1,0 0 1,0 0 0,0 0-1,0 0 1,0 1-1,0-1 1,0 0-1,-1 0 1,1 0-1,0 1 1,0-1-1,0 0 1,0 0 0,0 0-1,0 1 1,0-1-1,0 0 1,0 0-1,0 0 1,0 1-1,1-1 1,-1 0-1,0 0 1,0 0-1,0 1 1,0-1 0,0 0-1,0 0 1,0 0-1,0 0 1,1 1-1,-1-1 1,0 0-1,0 0 1,0 0-1,0 0 1,0 0 0,1 0-1,-1 0 1,0 1-1,0-1 1,0 0-1,1 0 1,-1 0-1,0 0 1,0 0-1,0 0 1,1 0 0,-1 0-1,0 0 1,0 0-1,0 0 1,1 0-1,-1 0 1,0 0-1,-4 8-2351,3-7 1907,0 1 1,1-1 0,-1 0 0,0 0-1,0 0 1,0 0 0,0 0-1,-1 0 1,1 0 0,0 0 0,0 0-1,-1 0 1,1-1 0,0 1 0,-2 0-1,1-1-114,1 1 0,-1 0 0,0 0-1,1 0 1,-1 0 0,1 0 0,0 0 0,-1 0-1,1 0 1,0 0 0,-1 0 0,1 1 0,0-1-1,0 1 1,0-1 0,0 1 0,0 1-1,1 3-2088</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1.415"/>
    </inkml:context>
    <inkml:brush xml:id="br0">
      <inkml:brushProperty name="width" value="0.035" units="cm"/>
      <inkml:brushProperty name="height" value="0.035" units="cm"/>
    </inkml:brush>
  </inkml:definitions>
  <inkml:trace contextRef="#ctx0" brushRef="#br0">314 0 1792,'2'2'970,"1"-1"0,-1 1 0,1 0 0,-1 0 0,0 0-1,0 0 1,0 0 0,0 0 0,2 5 0,-3-6-549,-1 0 1,1 0-1,-1 0 1,0 0-1,1 0 1,-1 0 0,0 0-1,0 0 1,0 0-1,0 0 1,0 0-1,0 0 1,0 1-1,0-1 1,0 0-1,-1 0 1,1 0 0,0 0-1,-1 0 1,1 0-1,0 0 1,-1 0-1,1 0 1,-1-1-1,0 1 1,1 0-1,-1 0 1,0 0-1,0-1 1,-1 2 0,-1 2 315,1-3-300,0 0 1,0 1 0,0 0 0,1-1 0,-1 1 0,1 0 0,-1 0 0,1 0-1,0 0 1,-1 0 0,1 0 0,0 0 0,0 0 0,1 0 0,-2 3 0,2-2-410,-1-1 0,1 0 0,-1 0 0,0 0 0,1 1 0,-1-1 0,0 0 0,0 0 0,-1 0 0,1 0 0,0-1 1,-1 1-1,-2 2 0,-21 20 44,24-23-72,-10 11 0,-7 4 0,16-15 0,-6 4 0,1-1 0,0 1 0,0 1 0,1-1 0,-1 1 0,-6 10 0,13-17 0,0 1 0,0 0 0,0 0 0,0 0 0,0 0 0,0 0 0,0 0 0,1 0 0,-1 0 0,0 0 0,0 0 0,0 0 0,0 0 0,0 0 0,0 0 0,1 0 0,-1 0 0,0 0 0,0 0 0,0 0 0,0 0 0,0 0 0,0 0 0,1 0 0,-1 0 0,0 0 0,0 0 0,0 0 0,0 0 0,0 0 0,0 0 0,1 0 0,-1 0 0,0 0 0,0 1 0,0-1 0,0 0 0,0 0 0,0 0 0,0 0 0,0 0 0,0 0 0,0 0 0,1 1 0,-1-1 0,0 0 0,0 0 0,0 0 0,0 0 0,0 0 0,0 0 0,0 1 0,0-1 0,0 0 0,0 0 0,0 0 0,0 0 0,0 0 0,0 0 0,0 1 0,0-1 0,0 0 0,-1 0 0,1 0 0,0 0 0,0 0 0,0 0 0,0 1 0,1-1 0,21-13 0,-11 7 0,0-1 0,0 0 0,14-12 0,3 0 0,-25 18 0,1-1 0,-1 0 0,0 0 0,0 0 0,0 0 0,0-1 0,0 1 0,-1-1 0,5-5 0,-5 6 0,1 0 0,-1 0 0,0 0 0,1 0 0,0 0 0,-1 0 0,7-2 0,-3 1 0,-5 0 0,-1 7 0,0 50 0,1-53 0,-1 0 0,1 0 0,0 0 0,-1 0 0,1 0 0,0 0 0,-1 0 0,1-1 0,0 1 0,0 0 0,0 0 0,0-1 0,0 1 0,0 0 0,0-1 0,0 1 0,0-1 0,0 1 0,0-1 0,0 0 0,1 1 0,-1-1 0,0 0 0,0 0 0,2 0 0,11 1 0,9-1 0,-16-1 0,0-1 0,0 0 0,1 0 0,-1 0 0,0-1 0,-1 0 0,1 0 0,0-1 0,-1 0 0,10-8 0,11-8 0,-24 18 0,0 0 0,1-1 0,-1 1 0,0-1 0,0 1 0,-1-1 0,1 0 0,0 0 0,-1 0 0,4-7 0,-5 9 0,0-1 0,0 0 0,0 0 0,0-1 0,-1 1 0,1 0 0,0-1 0,-1 1 0,1-1 0,-1 1 0,0-1 0,0 1 0,0 0 0,-1-4 0,0 1 0,-6 4 0,-1 2 0,8 0 0,0-1 0,0 0 0,-1 0 0,1 1 0,0-1 0,0 0 0,-1 1 0,1-1 0,0 0 0,0 1 0,0-1 0,0 0 0,0 1 0,-1-1 0,1 0 0,0 1 0,0-1 0,0 1 0,0-1 0,0 0 0,0 1 0,0-1 0,0 0 0,1 1 0,-1 0 0,-3 3 0,0-1 0,0 1 0,1 0 0,0 0 0,0 0 0,0 0 0,0 0 0,0 0 0,1 1 0,0-1 0,-1 7 0,1-1 0,-1 1 0,-1-1 0,1 1 0,-1-1 0,-1 0 0,-7 14 0,8-18 0,-4 9 0,-1-1 0,-1 0 0,0 0 0,-16 17 0,8-13 0,6-4 0,-1-1 0,-26 21 0,19-20 0,-26 19 0,-73 41 0,73-50 0,-56 27 0,90-45 0,10-6 0,0 1 0,0 0 0,0-1 0,-1 1 0,1-1 0,0 1 0,0-1 0,-1 0 0,1 1 0,0-1 0,-3 0 0,-3-1 0,7 1 0,0 0 0,-1 0 0,1 0 0,0 0 0,0-1 0,0 1 0,0 0 0,-1 0 0,1 0 0,0 0 0,0-1 0,0 1 0,0 0 0,0 0 0,0 0 0,0-1 0,0 1 0,-1 0 0,1 0 0,0-1 0,0 1 0,0 0 0,0 0 0,0-1 0,0 1 0,0 0 0,0 0 0,0 0 0,1-1 0,-1 1 0,0 0 0,0 0 0,0 0 0,0-1 0,2-2 0,3-2 0,1-1 0,0 1 0,10-8 0,3-1 0,-9 6 0,1 1 0,-1 1 0,15-7 0,13-7 0,-5 2 0,0 1 0,2 2 0,55-17 0,-38 17 0,-48 14-3350</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2.564"/>
    </inkml:context>
    <inkml:brush xml:id="br0">
      <inkml:brushProperty name="width" value="0.035" units="cm"/>
      <inkml:brushProperty name="height" value="0.035" units="cm"/>
    </inkml:brush>
  </inkml:definitions>
  <inkml:trace contextRef="#ctx0" brushRef="#br0">209 76 576,'-2'-1'582,"-1"0"-1,0-1 1,1 2 0,-1-1-1,0 0 1,0 0 0,-4 0-1,4 1-157,1-1 0,-1 1 1,0-1-1,0 0 0,0 0 0,1 0 0,-5-2 0,-4-3 2470,-1 1-1,1 0 1,-1 1 0,-15-4 0,7 2 615,12 1-771,-2 0-788,-16-6-471,25 9-1479,0 0 0,-16 1 0,17 2 0,-1 0 0,1-1 0,0 1 0,0 0 0,0-1 0,0 1 0,1 0 0,-1-1 0,0 1 0,0 0 0,0-1 0,0 1 0,1 0 0,-1-1 0,0 1 0,1 0 0,-1-1 0,0 1 0,1-1 0,-1 1 0,1-1 0,0 2 0,16 24 0,-13-20 0,7 10 0,2-1 0,28 27 0,-27-27 0,2 0 0,2 5 0,2-1 0,0-1 0,1 0 0,39 23 0,-15-14 0,-31-17 0,1-1 0,1 0 0,26 10 0,-7-6 0,2-2 0,-1-2 0,1-1 0,1-2 0,62 2 0,-73-7 0,38-2 0,-59 1 0,0-1 0,-1 0 0,1 0 0,-1 0 0,1-1 0,-1 0 0,1 0 0,6-4 0,-9 4 0,-1 1 0,0-1 0,0 0 0,0 0 0,0 0 0,0 0 0,0 0 0,-1 0 0,1 0 0,0-1 0,-1 1 0,2-4 0,-3 5 0,1-1 0,-1 1 0,0 0 0,1-1 0,-1 1 0,0 0 0,0-1 0,0 1 0,0 0 0,0-1 0,0 1 0,0 0 0,0-1 0,-1 1 0,1 0 0,0-1 0,-1 1 0,1 0 0,-1-1 0,0 1 0,1 0 0,-1 0 0,0 0 0,0 0 0,0 0 0,-1-2 0,-24-35 0,20 33 0,4 4 0,1 0 0,-1 0 0,1-1 0,-1 1 0,1-1 0,-1 1 0,1-1 0,0 1 0,-1-1 0,1 0 0,0 0 0,0 1 0,1-1 0,-2-4 0,2 6 0,0-1 0,0 1 0,0 0 0,-1-1 0,1 1 0,0-1 0,0 1 0,0 0 0,0-1 0,0 1 0,-1-1 0,1 1 0,0 0 0,0-1 0,-1 1 0,1 0 0,0-1 0,0 1 0,-1 0 0,1 0 0,0-1 0,-1 1 0,1 0 0,-1 0 0,0-1 0,1 1 0,-1-1 0,0 1 0,0-1 0,0 0 0,1 1 0,-1-1 0,0 0 0,1 1 0,-1-1 0,1 0 0,-1 0 0,1 0 0,-1 0 0,1 1 0,-1-1 0,1 0 0,0 0 0,0 0 0,-1 0 0,1 0 0,0 0 0,0 0 0,0 0 0,0 0 0,0 0 0,0-1 0,2-3 0,-2 5 0,1 0 0,-1-1 0,1 1 0,-1 0 0,1-1 0,-1 1 0,1 0 0,-1 0 0,1 0 0,-1-1 0,1 1 0,-1 0 0,1 0 0,0 0 0,-1 0 0,1 0 0,-1 0 0,1 0 0,-1 0 0,1 0 0,0 1 0,-1-1 0,1 0 0,-1 0 0,1 0 0,0 1 0,0-1 0,22 3 0,-1 0 0,1 2 0,-1 0 0,42 17 0,-44-15 0,-2-1 0,-1-1 0,0 2 0,0 1 0,-1 0 0,0 1 0,0 0 0,22 19 0,-35-26 0,-1 0 0,0 0 0,0 0 0,0 0 0,-1 0 0,1 1 0,0-1 0,-1 1 0,0-1 0,1 1 0,-1-1 0,0 1 0,0 0 0,-1 0 0,1-1 0,-1 1 0,1 0 0,-1 0 0,0 5 0,-1-3 0,0-1 0,-1 1 0,1-1 0,-1 0 0,0 1 0,-1-1 0,1 0 0,0 0 0,-1-1 0,0 1 0,0 0 0,0-1 0,-1 0 0,-6 6 0,-16 8 0,17-10 0,-1 0 0,0-1 0,-13 5 0,-14 5 0,-46 12 0,40-11 0,26-12-3953,-11 0-6979</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3.887"/>
    </inkml:context>
    <inkml:brush xml:id="br0">
      <inkml:brushProperty name="width" value="0.035" units="cm"/>
      <inkml:brushProperty name="height" value="0.035" units="cm"/>
    </inkml:brush>
  </inkml:definitions>
  <inkml:trace contextRef="#ctx0" brushRef="#br0">243 184 3305,'-10'-25'29875,"11"22"-30364,-2-1 565,-6 3-76,0-4 0,6 4 0,1 0 0,-1 1 0,1-1 0,-1 0 0,1 0 0,0 0 0,0 0 0,-1 0 0,1 0 0,0 0 0,0 0 0,0 0 0,0 1 0,0-1 0,0 0 0,0 0 0,1 0 0,-1 0 0,0-1 0,1-2 0,-1-64 0,9 34 0,-9 18 0,-2 11 0,-5 5 0,7 0 0,-1 0 0,1 0 0,0 0 0,-1 0 0,1 0 0,-1 0 0,1 0 0,0 0 0,-1 1 0,1-1 0,0 0 0,-1 0 0,1 0 0,0 0 0,-1 0 0,1 1 0,0-1 0,-1 0 0,1 0 0,0 0 0,-1 1 0,1-1 0,0 0 0,0 1 0,-1-1 0,1 0 0,0 0 0,0 1 0,0-1 0,0 0 0,-1 1 0,1-1 0,0 1 0,0-1 0,0 0 0,0 1 0,0-1 0,0 0 0,0 1 0,0 0 0,-4 6 0,0 0 0,1 0 0,-1 0 0,-2 12 0,-6 11 0,-5 6 0,-2-2 0,-32 48 0,7-6 0,39-68 0,-1 1 0,1 0 0,1 0 0,-1 0 0,2 1 0,-1-1 0,1 1 0,-2 12 0,4-15 0,0-1 0,1 1 0,-1 0 0,1-1 0,1 1 0,-1 0 0,1 0 0,1-1 0,-1 1 0,1-1 0,0 1 0,0-1 0,4 7 0,-3-8 0,0 0 0,0 0 0,1-1 0,-1 0 0,1 1 0,0-1 0,0-1 0,0 1 0,0 0 0,1-1 0,0 0 0,-1 0 0,1-1 0,0 1 0,0-1 0,1 0 0,-1 0 0,8 1 0,-5-2 0,0 0 0,1 0 0,-1-1 0,0 0 0,0 0 0,0-1 0,0 0 0,1 0 0,-1-1 0,-1 0 0,14-5 0,-16 4 0,0 0 0,0 0 0,0-1 0,-1 1 0,5-5 0,10-7 0,-15 11 0,1 1 0,-1-1 0,0 0 0,0 0 0,-1 0 0,4-5 0,-4 4 0,1 1 0,-1-1 0,1 1 0,0 0 0,0 1 0,5-4 0,-4 3 0,-2 2 0,0 0 0,0 0 0,-1 0 0,1-1 0,-1 1 0,1-1 0,-1 1 0,4-7 0,-5 7 0,1-2 0,-2 8 0,0-4 0,0 1 0,0-1 0,0 1 0,0-1 0,0 0 0,0 1 0,0-1 0,0 0 0,0 1 0,1-1 0,-1 0 0,0 0 0,0 1 0,0-1 0,1 0 0,-1 1 0,0-1 0,0 0 0,1 0 0,-1 1 0,0-1 0,0 0 0,1 0 0,-1 0 0,0 0 0,1 1 0,-1-1 0,1 0 0,3 2 0,3-1 0,2-1 0,-1-1 0,-4 0 0,-1 1 0,0-1 0,0 0 0,0-1 0,0 1 0,0 0 0,0-1 0,0 0 0,-1 1 0,1-1 0,0 0 0,-1-1 0,0 1 0,3-3 0,5-7 0,-9 12 0,-1-1 0,1 1 0,-1-1 0,1 0 0,-1 1 0,1-1 0,-1 0 0,1 1 0,-1-1 0,0 0 0,1 0 0,-1 0 0,0 1 0,0-1 0,1 0 0,-1 0 0,0 0 0,0 1 0,0-1 0,0 0 0,0 0 0,0 0 0,0 0 0,-1 0 0,1-6 0,-10-9 0,3 16 0,-2 0 0,7-1 0,-1 1 0,1 0 0,0 0 0,-1 1 0,1-1 0,0 0 0,0 1 0,-1 0 0,1-1 0,0 1 0,0 0 0,0 0 0,0 0 0,0 0 0,0 1 0,0-1 0,0 0 0,-1 2 0,-16 9 0,18-11 0,-1-1 0,0 1 0,1 0 0,-1 0 0,1 0 0,-1 1 0,1-1 0,0 0 0,-1 1 0,1-1 0,0 0 0,0 1 0,0-1 0,0 1 0,0 0 0,1-1 0,-1 1 0,0 0 0,1 0 0,-1-1 0,1 1 0,-1 0 0,1 0 0,0 0 0,0-1 0,0 1 0,0 3 0,0 0 0,1-1 0,-1 0 0,0 0 0,1 0 0,0 0 0,0 0 0,1-1 0,-1 1 0,1 0 0,-1 0 0,1-1 0,3 4 0,0-1 0,0 0 0,0 0 0,1-1 0,0 0 0,0 0 0,1 0 0,-1-1 0,1 0 0,0 0 0,0-1 0,0 0 0,0 0 0,16 3 0,-9-2 0,1-1 0,-1 0 0,1-2 0,0 0 0,0 0 0,0-1 0,-1-1 0,1-1 0,0 0 0,15-4 0,-18 3 0,0 0 0,-1-1 0,1 0 0,-1-1 0,0-1 0,0 1 0,-1-1 0,0-1 0,0 0 0,0-1 0,-1 0 0,13-14 0,-13 10 0,-2-1 0,12-22 0,-2 2 0,-14 29 0,-1-1 0,0 0 0,-1 0 0,1 0 0,-1 0 0,1-8 0,4-14 0,35-72 0,-32 71 0,-7 21 0,0 0 0,1-1 0,0 1 0,7-11 0,-9 17 0,0-1 0,0 0 0,0 1 0,-1-1 0,1 0 0,0 0 0,-1 1 0,1-1 0,-1 0 0,1 0 0,-1 0 0,0-3 0,0 5 0,0-1 0,0 1 0,0-1 0,0 1 0,0-1 0,0 1 0,0-1 0,0 1 0,0 0 0,1-1 0,-1 1 0,0-1 0,0 1 0,0 0 0,0-1 0,1 1 0,-1-1 0,0 1 0,1 0 0,-1-1 0,0 1 0,0 0 0,1-1 0,-1 1 0,1 0 0,3-8 0,-4 8 0,0 0 0,0 0 0,0-1 0,0 1 0,0 0 0,0 0 0,0 0 0,0 0 0,0 0 0,0 0 0,0-1 0,0 1 0,0 0 0,0 0 0,0 0 0,0 0 0,0 0 0,0 0 0,0 0 0,0-1 0,0 1 0,0 0 0,0 0 0,0 0 0,0 0 0,-1 0 0,1 0 0,0 0 0,0 0 0,0-1 0,0 1 0,0 0 0,0 0 0,0 0 0,0 0 0,-1 0 0,1 0 0,0 0 0,0 0 0,0 0 0,0 0 0,0 0 0,0 0 0,0 0 0,-1 0 0,1 0 0,0 0 0,0 0 0,0 0 0,-7 5 0,0 4 0,-3 1 0,1 1 0,1 1 0,0-1 0,0 1 0,-7 18 0,-4 4 0,-42 79 0,0 17 0,57-120 0,0 0 0,0 0 0,-2 10 0,3-10 0,-1 0 0,1 0 0,-6 10 0,8-20 0,-3 9 0,-1 0 0,1 0 0,0 0 0,1 1 0,-2 9 0,-6 4-2442,-1 4-3034,12-26 5326,0 0 0,-1-1-1,1 1 1,0 0 0,0-1 0,0 1 0,0 0 0,0 0 0,0-1 0,0 1 0,0 0 0,0-1-1,0 1 1,0 0 0,0 0 0,0-1 0,1 1 0,-1 0 0,0-1 0,1 1 0,-1-1-1,0 1 1,1 0 0,-1-1 0,1 1 0,-1-1 0,0 1 0,1-1 0,0 1 0,1 0-1429</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4.121"/>
    </inkml:context>
    <inkml:brush xml:id="br0">
      <inkml:brushProperty name="width" value="0.035" units="cm"/>
      <inkml:brushProperty name="height" value="0.035" units="cm"/>
    </inkml:brush>
  </inkml:definitions>
  <inkml:trace contextRef="#ctx0" brushRef="#br0">14 130 1992,'0'-4'1229,"0"1"-1,0-1 0,0 0 0,-1 1 1,1-1-1,-1 0 0,0 1 1,0-1-1,-3-5 0,4 8-1019,-1 0-1,0 0 1,1 0-1,-1 0 0,1 0 1,-1 0-1,1 0 1,0 0-1,-1 0 1,1 0-1,0 0 1,0 0-1,-1 0 1,1 0-1,0 0 1,0 0-1,0 0 1,0 0-1,1 0 1,-1-1-1,0 1 1,0 0-1,1 0 1,-1 0-1,0 0 1,1 0-1,-1 0 1,1 0-1,0 1 1,-1-1-1,1 0 1,0 0-1,-1 0 1,1 1-1,0-1 1,0 0-1,0 0 1,1 0-1,2-1 1150,1 0 1,0 0-1,0 1 1,0-1-1,0 1 1,7 0-1,-2-1-506,12-1-852,0 0 0,1 2 0,35 2 0,-6 0 0,-48-1 0,16 5 0,-19-5 0,-1 1 0,1-1 0,-1 0 0,0 0 0,1 1 0,-1-1 0,1 0 0,-1 0 0,1 0 0,0 1 0,-1-1 0,1 0 0,-1 0 0,1 0 0,-1 0 0,1 0 0,-1 0 0,1 0 0,-1 0 0,1 0 0,-1-1 0,1 1 0,-1 0 0,1 0 0,-1 0 0,1-1 0,-1 1 0,1 0 0,-1 0 0,1-1 0,-1 1-21,1 0 1,-1 0-1,0-1 1,0 1-1,0 0 1,0 0-1,1 0 0,-1 0 1,0-1-1,0 1 1,0 0-1,0 0 1,0 0-1,0-1 0,0 1 1,0 0-1,1 0 1,-1-1-1,0 1 1,0 0-1,0 0 0,0 0 1,0-1-1,0 1 1,0 0-1,0 0 1,0-1-1,0 1 0,-1 0 1,1 0-1,0 0 1,0-1-1,0 1 1,0 0-1,0 0 0,0 0 1,0-1-1,0 1 1,-1 0-1,1 0 1,0 0-1,0-1 0,0 1 1,0 0-1,-1 0 1,1 0-1,-4-3-1175,2-1-4095,8-6-3553,-6 10 8835,2-10-8752</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4.809"/>
    </inkml:context>
    <inkml:brush xml:id="br0">
      <inkml:brushProperty name="width" value="0.035" units="cm"/>
      <inkml:brushProperty name="height" value="0.035" units="cm"/>
    </inkml:brush>
  </inkml:definitions>
  <inkml:trace contextRef="#ctx0" brushRef="#br0">1 206 952,'16'-12'28961,"-6"9"-26107,8-5-2854,0 0 0,24-15 0,26-26 0,-56 39 0,0-1 0,17-20 0,5-14 0,-34 44 0,0 1 0,0 0 0,0 0 0,0 0 0,0 0 0,0 0 0,0 0 0,0-1 0,0 1 0,0 0 0,0 0 0,0 0 0,0 0 0,0 0 0,0-1 0,0 1 0,0 0 0,0 0 0,0 0 0,0 0 0,0 0 0,0-1 0,0 1 0,0 0 0,0 0 0,0 0 0,0 0 0,0 0 0,0 0 0,0-1 0,-1 1 0,1 0 0,0 0 0,0 0 0,0 0 0,0 0 0,0 0 0,0 0 0,0 0 0,-1 0 0,1-1 0,0 1 0,-14 1 0,8 2 0,0 0 0,0 0 0,0 0 0,1 1 0,0 0 0,0 0 0,-9 9 0,-4 3 0,-24 27 0,37-39 0,0 1 0,0 0 0,1 1 0,0-1 0,0 1 0,0-1 0,1 1 0,-5 10 0,-17 52 0,24-64 0,0 3 0,0-1 0,0 1 0,0-1 0,1 1 0,1 13 0,0-2 0,0-13 0,0 1 0,1 0 0,-1-1 0,1 1 0,0-1 0,5 10 0,-6-14-30,0 0 0,0 0 0,0 0 0,1 0-1,-1-1 1,0 1 0,0-1 0,0 1 0,1-1 0,-1 1 0,0-1 0,0 1 0,1-1-1,-1 0 1,0 0 0,1 0 0,-1 0 0,0 0 0,1 0 0,-1 0 0,0 0-1,3-1 1,39-8-1907,-27 6 598,7-3-3646,0 0 1,38-18-1,-31 12-180,5 0-689</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5.176"/>
    </inkml:context>
    <inkml:brush xml:id="br0">
      <inkml:brushProperty name="width" value="0.035" units="cm"/>
      <inkml:brushProperty name="height" value="0.035" units="cm"/>
    </inkml:brush>
  </inkml:definitions>
  <inkml:trace contextRef="#ctx0" brushRef="#br0">105 192 928,'-23'-7'6225,"2"-1"-1103,21 7-4517,17-5 845,-11 7-1286,0-1-50,-1 0 0,0 0 0,1 0 0,-1-1 0,0 1 1,0-1-1,0-1 0,1 1 0,-1-1 0,4-1 0,7-4 1445,-15 7-1517,-1 0 0,1 0 0,-1 0 0,1 0 0,-1 0 0,1 0 0,-1-1 0,1 1-1,-1 0 1,1 0 0,-1-1 0,1 1 0,-1 0 0,1 0 0,-1-1 0,1 1 0,-1-1 0,0 1 0,1 0 0,-1-1 0,0 1 0,1-1 0,-1 1 0,0-1 0,0 1 0,1-1 0,-1 1 0,0-1 0,0 1 0,0-1 0,0 0 0,0 1 0,0-1 0,0 1 0,0-1 0,0 1 0,0-1 0,0 1 0,0-2 0,0-79 3727,-9 54-2680,9 27-1061,0-1-1,0 0 0,-1 0 1,1 0-1,0 1 1,-1-1-1,1 0 1,-1 0-1,1 1 1,0-1-1,-1 0 1,0 1-1,1-1 1,-1 1-1,1-1 1,-1 0-1,0 1 0,1-1 1,-1 1-1,0 0 1,0-1-1,1 1 1,-3-1-1,3 1-14,-1 0 0,0 0 1,1-1-1,-1 1 0,0 0 0,1-1 0,-1 1 0,0-1 0,1 1 0,-1 0 0,1-1 0,-1 1 0,1-1 1,-1 0-1,1 1 0,-1-1 0,1 1 0,0-1 0,-1 0 0,1 1 0,0-1 0,-1-1 0,1 2-9,0 0-1,0 0 1,-1-1-1,1 1 0,0 0 1,0 0-1,0 0 1,-1 0-1,1-1 0,0 1 1,-1 0-1,1 0 1,0 0-1,0 0 0,-1 0 1,1 0-1,0 0 1,0 0-1,-1 0 0,1 0 1,0 0-1,-1 0 1,1 0-1,0 0 0,0 0 1,-1 0-1,1 0 1,0 0-1,-1 0 0,1 1 1,0-1-1,0 0 1,-1 0-1,1 1 0,-11 3 8,11-4-7,-2 1-10,-4 0-179,0 1 0,0-1 0,0 2 0,0-1 0,1 1 1,-1-1-1,1 1 0,0 1 0,0-1 0,0 1 0,0 0 0,0 0 1,-6 9-1,-4 1-1320,14-13 1325,-1 0 1,1 0-1,-1 0 1,1 0-1,0 1 1,0-1-1,-1 0 1,1 1 0,0-1-1,0 1 1,0-1-1,1 1 1,-1 0-1,0-1 1,1 1-1,-1 0 1,1 0-1,-1-1 1,1 1 0,0 0-1,-1 2 1,1 0-385,0 1 0,0-1 0,0 0 0,1 0 0,0 0 0,-1 0 0,1 0 0,1 0 0,2 7 0,-3-9 297,0 0-121,0 0 0,0 0 0,0 0 0,0 0 0,-1-1 0,1 1 0,0 0 0,-1 1 0,0-1 0,1 0 0,-1 2 0,0 12-2748</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6.686"/>
    </inkml:context>
    <inkml:brush xml:id="br0">
      <inkml:brushProperty name="width" value="0.035" units="cm"/>
      <inkml:brushProperty name="height" value="0.035" units="cm"/>
    </inkml:brush>
  </inkml:definitions>
  <inkml:trace contextRef="#ctx0" brushRef="#br0">287 49 888,'-19'-12'26845,"11"18"-23329,5-4-3408,1 1 0,-1-1-1,1 1 1,0 0 0,0 0-1,0-1 1,0 1 0,1 0-1,-1 1 1,-2 5 0,-15 26 225,-12 2-333,-21 28 0,5-11 0,40-45 0,0 0 0,-1-1 0,-10 8 0,11-10 0,1 0 0,0 1 0,0-1 0,0 1 0,-7 11 0,12-1 0,1-11 0,0-6 0,0 0 0,1 0 0,-1 0 0,0 1 0,1-1 0,-1 0 0,0 0 0,0 0 0,1 0 0,-1 0 0,0 0 0,1 0 0,-1 0 0,0 0 0,1 0 0,-1 0 0,0 0 0,1 0 0,-1 0 0,0 0 0,1 0 0,-1 0 0,0 0 0,0 0 0,1 0 0,-1-1 0,0 1 0,1 0 0,-1 0 0,0 0 0,0-1 0,1 1 0,-1 0 0,0 0 0,0-1 0,15-7 0,-14 7 0,111-81 0,-111 82 0,43-43 0,-36 33 0,1 1 0,1 0 0,0 0 0,13-8 0,-19 14 0,2 0 0,-1-1 0,1 0 0,-1 0 0,0 0 0,0-1 0,0 0 0,5-7 0,-11 18 0,-6 6 0,-13 15 0,6-6 0,-14 33 0,28-54 0,0 1 0,-1-1 0,1 0 0,0 1 0,0-1 0,0 1 0,-1-1 0,1 1 0,0-1 0,0 1 0,0-1 0,0 1 0,0-1 0,0 1 0,0-1 0,0 1 0,0-1 0,0 1 0,0-1 0,0 0 0,1 1 0,-1-1 0,0 1 0,0-1 0,0 1 0,1-1 0,-1 1 0,0-1 0,0 0 0,1 1 0,-1-1 0,0 0 0,1 1 0,4 10 0,-9-9 0,4 1 0,7-3 0,64-31 0,-57 24 0,26-17 0,9-4 0,13-8 0,-47 27 0,-14 53 0,-1-26 0,1 25 0,-1-40 0,0-1 0,1 1 0,-1-1 0,1 1 0,0-1 0,0 1 0,0-1 0,0 0 0,1 0 0,-1 1 0,0-1 0,1 0 0,2 3 0,0-3 0,-1 0 0,1 0 0,0-1 0,0 1 0,0-1 0,0 0 0,-1 0 0,1 0 0,1 0 0,-1-1 0,0 0 0,0 0 0,0 0 0,0 0 0,8-2 0,6-1 0,1 0 0,21-8 0,4-9 0,-19 7 0,-14 6 0,0 1 0,0-2 0,-1 0 0,-1 0 0,12-12 0,-7 6 0,-12 13 0,-1-1 0,0 0 0,0 0 0,0 0 0,0-1 0,0 1 0,0 0 0,0 0 0,-1 0 0,1-3 0,4-11 0,-4 15 0,-1 0 0,1 0 0,-1 0 0,1 0 0,-1 0 0,0 0 0,1 0 0,-1 0 0,0 0 0,0 0 0,0 0 0,0 0 0,0 0 0,0 0 0,0 0 0,0 0 0,0 0 0,0 0 0,0 0 0,-1 0 0,1 0 0,0 0 0,-1 0 0,1 0 0,-1 0 0,1 0 0,-1 0 0,0 0 0,1 1 0,-1-1 0,0 0 0,1 0 0,-1 1 0,-1-2 0,1 2 0,0-1 0,-1 0 0,1 1 0,0-1 0,-1 1 0,1-1 0,-1 1 0,1 0 0,-1-1 0,1 1 0,0 0 0,-1 0 0,1 0 0,-1 0 0,1 0 0,-1 1 0,1-1 0,0 0 0,-1 1 0,1-1 0,-1 1 0,1-1 0,0 1 0,-2 0 0,-24 12 0,22-11 0,0 0 0,0 1 0,0-1 0,1 1 0,-7 5 0,-3 3 0,8-7 0,1 0 0,0 1 0,0-1 0,0 1 0,0 0 0,1 0 0,0 0 0,0 1 0,0-1 0,-5 12 0,9-15 0,-2 2 0,1-1 0,-1 1 0,1-1 0,0 1 0,0 7 0,0-10 0,1 0 0,0 0 0,0 0 0,0 0 0,1 0 0,-1 1 0,0-1 0,0 0 0,0 0 0,1 0 0,-1 0 0,1 0 0,-1 0 0,1 0 0,-1 0 0,1 0 0,0 0 0,-1-1 0,1 1 0,0 0 0,0 0 0,-1-1 0,1 1 0,0 0 0,0-1 0,0 1 0,0 0 0,0-1 0,0 0 0,0 1 0,2 0 0,3 0 0,1 0 0,0-1 0,0 1 0,0-1 0,0-1 0,0 1 0,-1-1 0,1-1 0,0 1 0,0-1 0,-1 0 0,1 0 0,9-6 0,27-8 0,-1-7 0,-42 24 0,-1 0 0,0-1 0,1 1 0,-1 0 0,0 0 0,1 0 0,-1 0 0,1 0 0,-1 0 0,1 0 0,0 0 0,-1 0 0,1 0 0,0 0 0,0 0 0,-1 0 0,1 0 0,0 0 0,0 1 0,0-1 0,1 0 0,-1 0 0,0 0 0,0 0 0,0 0 0,1 1 0,3 3 0,-1-1 0,0-1 0,1 1 0,0 0 0,0-1 0,0 0 0,0 0 0,1 0 0,-1-1 0,1 1 0,0-1 0,0 0 0,0 0 0,0-1 0,0 1 0,0-1 0,7 0 0,5 1 0,1 0 0,0-2 0,0 0 0,-1-1 0,32-6 0,-14-1 0,63-23 0,-88 26 0,-1 1 0,1-2 0,-1 1 0,0-2 0,-1 1 0,0-1 0,0 0 0,0-1 0,-1 1 0,0-2 0,0 1 0,-1-1 0,-1 0 0,1 0 0,-1-1 0,-1 1 0,1-1 0,3-16 0,9-45 0,-15 66 0,4-23 0,-8 23 0,2 5 0,0 0 0,0 0 0,0 0 0,-1 0 0,1 0 0,0 0 0,0 0 0,-1 0 0,1-1 0,0 1 0,0 0 0,0 0 0,-1 0 0,1 0 0,0 0 0,0 0 0,-1 0 0,1 0 0,0 0 0,0 0 0,0 1 0,-1-1 0,1 0 0,0 0 0,0 0 0,0 0 0,-1 0 0,1 0 0,0 0 0,0 0 0,0 1 0,-1-1 0,1 0 0,0 0 0,0 0 0,0 1 0,-1 2 0,-5 5 0,1 1 0,1-1 0,0 1 0,0 0 0,0 0 0,-1 10 0,5-19 0,-4 16 0,1 0 0,1 0 0,0 0 0,2 0 0,-1 1 0,3 17 0,0-12 0,-2 0 0,-4 36 0,-1-27 0,-1 0 0,-18 49 0,19-66 0,-1-1 0,-1 1 0,0-1 0,-1 0 0,0-1 0,-1 1 0,-19 19 0,12-16 0,-1 0 0,-1-1 0,-20 13 0,34-24 0,-1-1 0,0 0 0,0-1 0,0 1 0,-1-1 0,1 0 0,-1 0 0,1 0 0,-1-1 0,1 0 0,-1 0 0,0-1 0,0 1 0,1-1 0,-1-1 0,0 1 0,0-1 0,-5-1 0,7 1 0,1 0 0,-1 0 0,1-1 0,-1 1 0,1-1 0,-6-4 0,7 5 0,1 0 0,0 0 0,0-1 0,0 1 0,0 0 0,0-1 0,0 1 0,1 0 0,-1-1 0,0 1 0,1-1 0,-1 1 0,1-1 0,-1 0 0,1 1 0,0-1 0,0 0 0,0 1 0,0-3 0,0-3 0,1 1 0,0-1 0,1 0 0,-1 1 0,1-1 0,1 1 0,-1-1 0,1 1 0,0 0 0,0 0 0,1 1 0,8-11 0,6-6 0,38-33 0,-46 45 0,15-12 0,1 2 0,0 0 0,52-27 0,93-35 0,-165 79 0,106-38 0,-45 17 0,-37 13 0,-1-1 0,52-31 0,-80 43 0,1-1 0,-1 0 0,0 0 0,0 0 0,0 0 0,0 0 0,0 0 0,-1 0 0,1 0 0,0 0 0,0 0 0,-1 0 0,1-1 0,0 1 0,-1 0 0,0 0 0,1-1 0,-1 1 0,0 0 0,1-1 0,-1 1 0,0 0 0,0-1 0,0 1 0,0-1 0,0 1 0,-1 0 0,1-1 0,0 1 0,-1 0 0,1-1 0,0 1 0,-1 0 0,0 0 0,1 0 0,-1-1 0,0 1 0,0 0 0,1 0 0,-1 0 0,0 0 0,0 0 0,0 0 0,0 0 0,-3-1 0,-12-9 0,13 9 0,-1-1 0,1 1 0,0 0 0,-1 0 0,1 0 0,-1 1 0,0-1 0,1 1 0,-1 0 0,0 0 0,0 0 0,0 0 0,0 1 0,-7 0 0,8-1 0,0 1 0,0 0 0,-1 0 0,1 1 0,0-1 0,0 1 0,0-1 0,-1 1 0,1 0 0,0 0 0,0 0 0,0 1 0,1-1 0,-1 1 0,0 0 0,0-1 0,1 1 0,-5 4 0,-12 15 0,-5 6 0,16-12 0,0 0 0,1 0 0,1 0 0,0 1 0,1 0 0,-4 26 0,7-35 0,0 6 0,1 0 0,0 0 0,1 0 0,2 16 0,-1 4 0,-1-32 3,1 0 1,0 0-1,-1 0 0,1-1 0,-1 1 1,1 0-1,0 0 0,0-1 0,0 1 1,-1 0-1,1-1 0,0 1 0,0-1 1,0 1-1,0-1 0,0 1 1,0-1-1,0 0 0,0 0 0,0 1 1,0-1-1,0 0 0,0 0 0,0 0 1,0 0-1,0 0 0,0 0 0,1-1 1,33 0-478,5-11-4644,-9 2 625,46-18-7000,-52 18 7341,10-5-1324</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7.167"/>
    </inkml:context>
    <inkml:brush xml:id="br0">
      <inkml:brushProperty name="width" value="0.035" units="cm"/>
      <inkml:brushProperty name="height" value="0.035" units="cm"/>
    </inkml:brush>
  </inkml:definitions>
  <inkml:trace contextRef="#ctx0" brushRef="#br0">400 128 4313,'-3'-2'1165,"1"-1"1,0 1-1,-1 0 0,0 0 1,1 0-1,-1 0 1,-4-1-1,6 2-558,-1 1 0,1-1 0,-1 0 0,0 0 0,1 1 1,0-1-1,-1 0 0,1-1 0,-1 1 0,1 0 0,0 0 0,0 0 0,0-1 0,0 1 0,0-1 1,0 1-1,0-1 0,0 1 0,1-1 0,-1 1 0,0-1 0,1 0 0,0 1 0,-1-1 1,1 0-1,0-2 0,0 2-456,0 0 0,0 0 0,0 0 0,0 0 0,1 0-1,-1 0 1,1 0 0,-1 0 0,1 1 0,0-1 0,0 0 0,0 0 0,0 1 0,0-1 0,0 0 0,0 1 0,2-2 0,0 0-129,-3 0-22,1 0 0,-1 0 0,0 1 0,0-1 0,0 0 0,0 0 0,0 0 0,0 0 0,-1-3 0,0 6 0,1-1 0,-1 1 0,1 0 0,-1 0 0,1-1 0,-1 1 0,1 0 0,-1 0 0,1-1 0,-1 1 0,0 0 0,1 0 0,-1 0 0,1 0 0,-1 0 0,1 0 0,-1 0 0,0 0 0,1 0 0,-1 0 0,1 0 0,-1 1 0,1-1 0,-1 0 0,1 0 0,-2 1 0,2-1 0,-9 1 0,0 1 0,0 0 0,0 0 0,0 0 0,1 1 0,-1 1 0,1-1 0,0 2 0,-14 8 0,-10 4 0,4-1 0,1 1 0,-38 31 0,63-47 0,0 1 0,0-1 0,1 1 0,-1-1 0,0 1 0,1 0 0,0 0 0,-1-1 0,1 1 0,0 0 0,0 0 0,0 0 0,0 1 0,0-1 0,0 0 0,1 0 0,-1 0 0,1 1 0,0-1 0,-1 0 0,1 1 0,0-1 0,0 0 0,1 0 0,-1 1 0,0-1 0,1 0 0,-1 1 0,1-1 0,0 0 0,0 0 0,0 0 0,0 0 0,0 0 0,0 0 0,0 0 0,1 0 0,-1 0 0,3 1 0,5 5 0,1-2 0,1 1 0,-1-1 0,1-1 0,16 7 0,64 16 0,-12-3 0,-73-23 0,-1 0 0,0 0 0,-1 0 0,1 1 0,0 0 0,-1 0 0,1 0 0,-1 0 0,0 1 0,0 0 0,-1 0 0,1 0 0,-1 0 0,6 9 0,-9-12 0,0 0 0,0 0 0,0 0 0,0 0 0,0 0 0,-1 0 0,1 0 0,0 0 0,0-1 0,-1 1 0,1 0 0,-1 0 0,1 0 0,-1 0 0,1 0 0,-1-1 0,1 1 0,-1 0 0,0-1 0,1 1 0,-1 0 0,0-1 0,0 1 0,1-1 0,-1 1 0,0-1 0,-1 1 0,-26 14 0,-1-5 0,17-5 0,0-2 0,0 1 0,-20 2 0,-88 10 0,106-14 0,0-2 0,-1 0 0,1-1 0,0 0 0,-18-4 0,5-6-2560,26 11 2350,0-1 0,0 1 0,0-1 0,0 0 0,-1 0 1,1 1-1,0-1 0,0 0 0,0 0 0,1 0 0,-1 0 0,0 0 0,0 0 0,0 0 0,1 0 0,-1 0 0,0 0 0,0-2 0,2 1-342,0 0 0,0 0 0,-1 0 0,1 0 0,0 0 0,1 0 0,-1 0 0,0 1 0,0-1 0,1 0 0,-1 1 0,1-1 0,0 1 0,-1 0 0,1-1 1,2 0-1,38-25-6621,-31 21 4907,8-6-2257</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7.398"/>
    </inkml:context>
    <inkml:brush xml:id="br0">
      <inkml:brushProperty name="width" value="0.035" units="cm"/>
      <inkml:brushProperty name="height" value="0.035" units="cm"/>
    </inkml:brush>
  </inkml:definitions>
  <inkml:trace contextRef="#ctx0" brushRef="#br0">187 31 2801,'-5'-14'10542,"1"0"6946,4 11-15851,0 7-1338,1 27-299,1-22 0,-2 0 0,1 0 0,-1 0 0,-1-1 0,0 1 0,0 0 0,0 0 0,-1-1 0,-4 12 0,-19 40 0,13-36 0,10-20 0,1 0 0,-1 0 0,0 0 0,-1 0 0,1 0 0,-1 0 0,0-1 0,-5 6 0,-86 83 0,82-83-4218,43-38-18575,-15 23 17317</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7.601"/>
    </inkml:context>
    <inkml:brush xml:id="br0">
      <inkml:brushProperty name="width" value="0.035" units="cm"/>
      <inkml:brushProperty name="height" value="0.035" units="cm"/>
    </inkml:brush>
  </inkml:definitions>
  <inkml:trace contextRef="#ctx0" brushRef="#br0">157 55 2737,'-9'-5'3872,"0"1"1,-1 0-1,-15-5 1,16 6-1221,-1 0 1,1-1-1,-14-7 1,20 9-1982,1 1-454,0-1 1,0 1-1,1 0 0,-1 1 0,0-1 1,0 0-1,0 0 0,0 1 0,0 0 1,0-1-1,0 1 0,-1 0 0,1 0 1,-2 0-1,-5 0-217,2 1 0,6 2-28,1-2-408,0 0-1,1 1 1,-1-1-1,1 0 1,0 0 0,-1-1-1,1 1 1,0 0 0,-1 0-1,1 0 1,0 0-1,0-1 1,0 1 0,0 0-1,0-1 1,0 1-1,0 0 1,0-1 0,0 1-1,0-1 1,0 0-1,0 1 1,0-1 0,1 0-1,-1 0 1,0 0 0,0 0-1,2 0 1,13 5-5218,1 7-3919,-8-2 4884</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8.073"/>
    </inkml:context>
    <inkml:brush xml:id="br0">
      <inkml:brushProperty name="width" value="0.035" units="cm"/>
      <inkml:brushProperty name="height" value="0.035" units="cm"/>
    </inkml:brush>
  </inkml:definitions>
  <inkml:trace contextRef="#ctx0" brushRef="#br0">329 14 3481,'-1'8'7446,"-6"2"-1604,6-9-5377,0-1 0,0 1 1,1 0-1,-1 0 0,0 0 0,1 0 0,-1 0 0,0 1 0,1-1 0,0 0 0,-1 0 0,1 0 1,0 0-1,-1 1 0,1-1 0,0 2 0,4 14 4736,-3-15-4972,0-1 0,1 1 0,-1-1 0,0 1 0,1-1 0,-1 0 0,1 0 1,0 0-1,1 2 0,-1-3-188,0 2 1,-1-1 0,1 0-1,0 0 1,-1 0 0,1 1-1,-1-1 1,1 1 0,-1-1-1,0 1 1,0-1 0,0 1-1,2 3 1,-2-2-41,0 0-1,0 0 1,0 0-1,0 0 1,-1 0 0,1 0-1,-1 1 1,0-1 0,0 0-1,0 0 1,0 0-1,-1 1 1,1-1 0,-1 0-1,0 0 1,0 0-1,0 0 1,0 0 0,0 0-1,-1 0 1,1-1 0,-1 1-1,0 0 1,0-1-1,-3 3 1,-7 8-1,-1-2 0,-1 0 0,1-1 0,-2 0 0,0-1 0,0-1 0,0 0 0,-18 5 0,31-11 0,-137 62 0,129-59 0,5-3 0,0 0 0,1 0 0,-1 1 0,1 0 0,0-1 0,0 2 0,-7 5 0,11-8 0,0-1 0,0 0 0,0 0 0,0 0 0,0 1 0,0-1 0,0 0 0,0 0 0,0 0 0,0 1 0,0-1 0,0 0 0,0 0 0,0 1 0,0-1 0,0 0 0,0 0 0,0 0 0,1 0 0,-1 1 0,0-1 0,0 0 0,0 0 0,0 0 0,1 0 0,-1 1 0,0-1 0,0 0 0,0 0 0,0 0 0,1 0 0,-1 0 0,0 0 0,0 0 0,0 0 0,1 1 0,-1-1 0,0 0 0,0 0 0,1 0 0,-1 0 0,0 0 0,0 0 0,0 0 0,1 0 0,-1-1 0,0 1 0,0 0 0,0 0 0,1 0 0,-1 0 0,0 0 0,1 0 0,18-1 0,76-17 0,120-40 0,-129 29 0,-2-4 0,126-67 0,-206 98 0,79-48 0,-76 45 0,0 0 0,-1 0 0,1-1 0,-1 0 0,0 0 0,0-1 0,-1 0 0,6-9 0,-11 16 0,1-1 0,-1 0 0,0 1 0,1-1 0,-1 1 0,0-1 0,0 0 0,1 1 0,-1-1 0,0 0 0,0 1 0,0-1 0,0 0 0,0 1 0,0-1 0,0 0 0,0 1 0,-1-2 0,-1 0 0,0 0 0,0 1 0,1 0 0,-1-1 0,0 1 0,0 0 0,0 0 0,0 0 0,0 1 0,-1-1 0,1 0 0,0 1 0,0 0 0,0-1 0,-1 1 0,1 0 0,0 0 0,-3 0 0,-51 6 0,39-4 0,3 0 0,0 1 0,0 0 0,0 0 0,1 1 0,-1 1 0,-23 12 0,21-8 0,13-8 0,-1 1 0,1 0 0,-1 0 0,1 0 0,0 1 0,0-1 0,-3 3 0,-13 12 0,15-14 0,0 0 0,0 1 0,0 0 0,0-1 0,1 2 0,-5 5 0,4-5 0,1 0 0,0-1 0,1 1 0,-1 1 0,1-1 0,0 0 0,0 1 0,1-1 0,-1 1 0,1-1 0,0 1 0,1-1 0,0 8 0,-1-9 0,1 1 0,1-1 0,-1 0 0,1 1 0,0-1 0,0 0 0,0 1 0,0-1 0,4 7 0,-3-9 0,-1 1 0,1-1 0,0 1 0,0-1 0,0 0 0,0 0 0,1 0 0,-1 0 0,0-1 0,1 1 0,-1-1 0,1 1 0,0-1 0,-1 0 0,7 2 0,2 0-3,1 0 0,-1 0 0,1-2 0,0 1 0,0-1 0,17-2 0,-7-1-314,0-1 0,36-10 0,20-13-7847,-58 18 3869,-1-2 0,19-10 0,-12 3-1282</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8.836"/>
    </inkml:context>
    <inkml:brush xml:id="br0">
      <inkml:brushProperty name="width" value="0.035" units="cm"/>
      <inkml:brushProperty name="height" value="0.035" units="cm"/>
    </inkml:brush>
  </inkml:definitions>
  <inkml:trace contextRef="#ctx0" brushRef="#br0">87 66 3809,'5'-2'1694,"0"0"-1,0-1 1,0 0 0,-1 0 0,1 0 0,-1 0 0,0-1-1,0 0 1,6-7 0,-7-2 2834,-3 13-4375,0-1 0,0 1 0,0-1-1,0 1 1,0-1 0,0 1 0,0-1 0,0 1 0,0-1 0,0 1 0,0-1 0,0 1 0,0-1-1,1 1 1,-1-1 0,0 1 0,0-1 0,1 1 0,-1-1 0,0 1 0,1 0 0,-1-1 0,0 1-1,1-1 1,-1 1 0,0 0 0,1 0 0,-1-1 0,1 1 0,-1 0 0,1 0 0,-1-1 0,1 1-1,-1 0 1,1 0 0,-1 0 0,1 0 0,-1 0 0,1 0 0,-1-1 0,1 1 0,-1 0 0,1 1-1,-1-1 1,1 0 0,-1 0 0,1 0 0,0 0 0,3 1-153,1-1 0,-1 1 0,0 0 0,0 0 0,1 0 0,-1 1 0,0 0 0,0-1 0,0 1 0,0 1 0,-1-1 0,1 1 0,-1-1 0,1 1 0,-1 0 0,0 0 0,0 0 0,5 7 0,0 2 0,0 0 0,-1 0 0,0 0 0,7 21 0,-11-25 0,-1 0 0,0 0 0,0 1 0,-1-1 0,0 0 0,-1 1 0,0 11 0,-9 59 0,5-63 16,0-2 0,0 1 0,-2 0-1,0-1 1,0 0 0,-1 0 0,-13 18 0,-4 1-349,-44 49 0,61-75-1297,0-1 0,0 0 0,0 0 0,-15 8 0,-33 14-13004,47-24 11989,-9 2-2570</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39.226"/>
    </inkml:context>
    <inkml:brush xml:id="br0">
      <inkml:brushProperty name="width" value="0.035" units="cm"/>
      <inkml:brushProperty name="height" value="0.035" units="cm"/>
    </inkml:brush>
  </inkml:definitions>
  <inkml:trace contextRef="#ctx0" brushRef="#br0">1 206 1232,'13'-18'7245,"13"-14"3178,3 7-5123,4 6-4076,1 1 0,1 3-1,1 0 1,0 2 0,1 2 0,47-8 0,-47 11-1224,0 3 0,0 0 0,0 3 0,0 1 0,64 7 0,-96-5 0,-1-1 0,0 1 0,0 1 0,0-1 0,0 0 0,0 1 0,0 0 0,0 0 0,0 0 0,0 0 0,-1 1 0,7 5 0,-9-7 0,0 0 0,0 1 0,0-1 0,0 0 0,0 1 0,0 0 0,0-1 0,0 1 0,0-1 0,-1 1 0,1 0 0,-1-1 0,1 1 0,-1 0 0,0 0 0,1 0 0,-1-1 0,0 1 0,0 0 0,0 0 0,-1 0 0,1-1 0,0 1 0,-1 0 0,1 0 0,-1-1 0,0 1 0,1 0 0,-1-1 0,0 1 0,-1 1 0,-23 40 0,19-35 0,0 0 0,1 0 0,0 1 0,1-1 0,0 1 0,-4 11 0,1-5 0,6-14 0,0 0 0,0 1 0,0-1 0,0 1 0,0-1 0,1 1 0,-1-1 0,1 1 0,-1 0 0,1-1 0,0 1 0,0 0 0,-1 2 0,1-2 0,1-1 0,-1 1 0,0-1 0,0 0 0,0 1 0,1-1 0,-1 0 0,1 0 0,-1 1 0,1-1 0,0 0 0,-1 0 0,1 1 0,0-1 0,0 0 0,0 0 0,0 0 0,0 0 0,0 0 0,0-1 0,0 1 0,0 0 0,0 0 0,0-1 0,1 1 0,-1 0 0,0-1 0,1 1 0,-1-1 0,0 0 0,1 1 0,-1-1 0,0 0 0,1 0 0,-1 0 0,3 0 0,7 0 0,1-1 0,-1 0 0,19-3 0,-8 0 0,0 1 0,0 0 0,34-11 0,-45 10 0,0 0 0,0 0 0,0-1 0,-1-1 0,0 0 0,15-11 0,-22 15 0,-1 0 0,0 0 0,1 0 0,-1 0 0,0-1 0,0 1 0,-1 0 0,1-1 0,-1 0 0,1 1 0,-1-1 0,0 0 0,0 0 0,0 0 0,0 0 0,0 0 0,-1 0 0,1 0 0,-1 0 0,0 0 0,0 0 0,0 0 0,0 0 0,-1 0 0,1 0 0,-1 0 0,0 0 0,1 0 0,-1 0 0,-1 1 0,1-1 0,0 0 0,-1 1 0,1-1 0,-1 0 0,-3-3 0,0 3-180,1-1-1,0 1 1,-1 0 0,1 0-1,-1 1 1,0-1 0,0 1-1,0 0 1,0 1 0,0-1-1,-1 1 1,1 0-1,0 0 1,-1 1 0,-6-1-1,-8 2-1540,0 1-1,-37 7 0,7 0-188,31-6-1050,-2 0-1903,9-2-1824</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40.756"/>
    </inkml:context>
    <inkml:brush xml:id="br0">
      <inkml:brushProperty name="width" value="0.035" units="cm"/>
      <inkml:brushProperty name="height" value="0.035" units="cm"/>
    </inkml:brush>
  </inkml:definitions>
  <inkml:trace contextRef="#ctx0" brushRef="#br0">0 586 288,'4'-4'2269,"0"0"0,1 1 0,-1-1 0,1 1 0,5-3 0,9-8 3589,-11 9-4925,-1 0 0,1 0 0,0 0 0,1 1-1,-1 1 1,1-1 0,13-2 0,1 0 1839,41-4 0,-45 9-2772,-1 1 0,0 1 0,0 0 0,0 1 0,0 1 0,20 6 0,-34-7 0,0-1 0,-1 1 0,1 0 0,0 0 0,0 0 0,-1 0 0,1 1 0,-1-1 0,0 1 0,5 5 0,-6-6 0,-1-1 0,1 1 0,-1 0 0,1 0 0,-1 0 0,0 0 0,0 0 0,0 0 0,0 0 0,0 0 0,0 0 0,-1 0 0,1 1 0,-1-1 0,1 0 0,-1 1 0,0-1 0,0 0 0,0 1 0,-1 2 0,0 2 0,-1 0 0,-1-1 0,1 1 0,-1-1 0,0 0 0,-1 1 0,1-2 0,-1 1 0,0 0 0,-1-1 0,0 0 0,1 0 0,-1 0 0,-1 0 0,1-1 0,-12 7 0,4-3 0,1 0 0,-1-1 0,0-1 0,0 0 0,-1-1 0,-21 5 0,-7 5 0,42-16 0,-1 1 0,1-1 0,0 1 0,-1-1 0,1 1 0,0-1 0,0 1 0,0-1 0,0 1 0,-1-1 0,1 1 0,0-1 0,0 1 0,0-1 0,0 1 0,0-1 0,0 1 0,0-1 0,1 0 0,-1 1 0,0-1 0,0 1 0,0-1 0,0 1 0,1-1 0,-1 1 0,1-1 0,-1 0 0,6-4 0,0 1 0,0-1 0,0 1 0,1 0 0,0 1 0,-1 0 0,1 0 0,1 0 0,9-2 0,10-5 0,0 0 0,34-18 0,-45 21 0,33-12 0,-1 2 0,23-10 0,1 4 0,87-17 0,-143 36-52,36-5-397,-51 9 407,0 0 0,1 0 0,-1 0 0,0 0 0,0 0 1,1 0-1,-1 1 0,0-1 0,0 0 0,0 1 0,0-1 1,0 1-1,1-1 0,-1 1 0,0-1 0,0 1 0,1 1 1,-2-2 28,0 0 1,0 1-1,1-1 1,-1 1-1,0-1 1,0 1-1,0-1 1,1 1-1,-1-1 1,0 1-1,0-1 1,0 1-1,0-1 1,0 1-1,0-1 1,0 1-1,0-1 1,0 0-1,0 1 1,-1-1 0,1 1-1,0-1 1,0 1-1,0-1 1,0 1-1,-1-1 1,1 1-1,0-1 1,-1 0-1,1 1 1,-1 0-1,-7 17-160,8-16 173,0-1 0,0 0-1,0 0 1,-1 0 0,1 1 0,-1-1-1,1 0 1,-1 0 0,1 0 0,-1 0-1,0 0 1,0 0 0,1 0-1,-1 0 1,-1 1 0,0 1 156,8-1 0,4-1 139,-3-2-191,0 0 0,0 0 0,0 0 0,0-1 0,0 0 0,12-7 1,9-1-7,-12 4-87,1-1 0,18-11 0,1-1-3,6-5 173,-40 23-172,0 0 0,0 0 1,0 0-1,0-1 0,-1 1 0,1-1 0,0 1 1,-1-1-1,1 0 0,-1 0 0,0 0 1,0 0-1,0 0 0,0 0 0,0 0 0,0 0 1,0 0-1,0-3 0,-1 5-9,0-1 0,-1 1 0,1-1 0,0 0 0,-1 1 0,1-1 0,0 1 0,-1-1 0,1 1 0,-1-1 0,1 1 0,-1-1 0,1 1 0,-1 0 0,1-1 0,-1 1 0,1 0 0,-1-1 0,0 1 0,1 0 0,-1 0 0,1 0 0,-1-1 0,0 1 0,1 0 0,-1 0 0,0 0 0,1 0 0,-2 0 0,-27-1 0,22 2 0,-17 0 0,1 2 0,-1 1 0,1 1 0,0 0 0,0 2 0,1 1 0,-1 1 0,-26 15 0,-54 35 0,98-55 0,0-1 0,0 1 0,1 0 0,0 0 0,-1 0 0,1 0 0,1 1 0,-1 0 0,1 0 0,-1 0 0,-3 9 0,6-11 0,0 0 0,0 0 0,0-1 0,0 1 0,0 0 0,1 0 0,-1 0 0,1 1 0,0-1 0,0 0 0,0 0 0,1 0 0,-1 0 0,1 0 0,-1 0 0,1 0 0,0 0 0,0 0 0,0-1 0,1 1 0,-1 0 0,1-1 0,2 5 0,1-3-168,-1 0-1,1 0 1,0 0-1,0 0 1,0-1 0,0 0-1,1 0 1,0-1-1,-1 1 1,1-1-1,0 0 1,0-1 0,0 1-1,0-1 1,10 0-1,10 1-1066,-1-2-1,36-3 1,-11-2-3002,0-3 1,70-20 0,94-44-3032,-69 1 7376,-75 34 1865,-69 36-1881,31-16 1227,-31 17-1079,1-1-1,-1 0 1,1 0-1,0 0 0,-1 0 1,0 0-1,1 0 1,-1-1-1,0 1 0,0 0 1,1-1-1,-1 1 0,0-1 1,1-1-1,3-4 4472,-2 3-1003,-10 3-2407,4 3 2414,-4 2-2200,-2-3-910,0 0-1,1 2 0,-1-1 1,-10 5-1,-23 6 719,18-6-1323,0 1 0,-39 18 0,46-18 0,-69 35 0,-12 6 0,90-46 0,0 1 0,0 1 0,0 0 0,0 0 0,1 0 0,0 1 0,0 0 0,1 0 0,-1 0 0,-7 12 0,11-14 0,1-3 0,1 0 0,-1 1 0,1-1 0,0 1 0,-1-1 0,1 1 0,0 0 0,0-1 0,-1 3 0,2-3 0,0-1 0,0 0 0,0 1 0,0-1 0,0 1 0,0-1 0,0 0 0,0 1 0,0-1 0,0 1 0,0-1 0,0 1 0,0-1 0,0 0 0,1 1 0,-1-1 0,0 0 0,0 1 0,0-1 0,1 1 0,-1-1 0,0 0 0,1 1 0,16 6 0,-10-5 0,1-1 0,0-1 0,0 0 0,-1 0 0,1 0 0,0-1 0,0 0 0,10-3 0,6-3 0,30-13 0,-21 7 0,-21 8 0,-1-1 0,1 0 0,-1-1 0,0-1 0,0 1 0,-1-2 0,18-17 0,-3-2 0,33-47 0,-9 12 0,8-11 0,20-35 0,37-59 0,-113 167 0,11-19 0,15-34 0,-22 45 0,0-10 0,-31 69 0,2 15 0,4-16 0,17-38 0,-1 0 0,-1 0 0,-8 15 0,-31 60 0,26-52 0,-14 20 0,-19 25 0,32-47 0,-24 30 0,14-26 0,-46 79 0,74-114 0,1-1 0,0 1 0,0-1 0,-1 1 0,1-1 0,0 1 0,0 0 0,0-1 0,-1 1 0,1-1 0,0 1 0,0 0 0,0-1 0,0 1 0,0-1 0,0 1 0,0 0 0,1-1 0,-1 1 0,0-1 0,0 1 0,0 0 0,1-1 0,-1 1 0,0-1 0,1 1 0,-1-1 0,0 1 0,1-1 0,-1 1 0,0-1 0,1 1 0,-1-1 0,1 0 0,-1 1 0,1-1 0,-1 1 0,1-1 0,0 0 0,-1 0 0,1 1 0,-1-1 0,1 0 0,-1 0 0,1 0 0,0 0 0,-1 0 0,1 0 0,0 0 0,-1 0 0,2 0 0,3 1 0,1-1 0,-1 0 0,1 0 0,8-1 0,36-10 0,-1-2 0,-1-3 0,-1-1 0,51-26 0,-96 41 0,28-12 0,29-22 0,-52 32 0,63-46 0,-50 26 0,-18 21 0,0-1 0,0 1 0,0 0 0,0 1 0,1-1 0,-1 0 0,1 1 0,3-3 0,-2 3 0,-3 2 0,-1 0 0,0 0 0,0 0 0,0 0 0,1 0 0,-1 0 0,0 0 0,0 0 0,0 0 0,0 0 0,1-1 0,-1 1 0,0 0 0,0 0 0,0 0 0,0 0 0,1 0 0,-1 0 0,0-1 0,0 1 0,0 0 0,0 0 0,0 0 0,0 0 0,0-1 0,0 1 0,0 0 0,1 0 0,-1 0 0,0 0 0,0-1 0,0 1 0,0 0 0,0 0 0,0 0 0,0-1 0,0 1 0,0 0 0,0 0 0,0-1 0,0 1 0,0 0 0,0 0 0,0-1 0,0 1 0,0 0 0,0 0 0,-1-1 0,1 1 0,0 0 0,0 0 0,0 0 0,0-1 0,0 1 0,0 0 0,0 0 0,0 0 0,-1-1 0,1 1 0,0 0 0,0 0 0,0 0 0,0 0 0,-1-1 0,1 1 0,0 0 0,0 0 0,0 0 0,-1 0 0,1 0 0,0 0 0,0 0 0,-1 0 0,1 0 0,0 0 0,0 0 0,0 0 0,-1 0 0,1 0 0,0 0 0,0 0 0,-1 0 0,1 0 0,0 0 0,0 0 0,-1 0 0,1 0 0,0 0 0,0 0 0,0 0 0,-1 0 0,1 0 0,0 1 0,0-1 0,0 0 0,0 0 0,-1 0 0,1 0 0,0 1 0,0-1 0,0 0 0,0 0 0,-9 8 0,0-2 0,2-2 0,0 0 0,1 0 0,-1 0 0,1 1 0,0 0 0,1 1 0,-10 11 0,1-2 0,13-14 0,-1 0 0,1 0 0,0 0 0,0 1 0,-1-1 0,1 0 0,0 1 0,1-1 0,-1 1 0,0-1 0,-1 3 0,-24 34 0,24-33 0,1-4 0,1 0 0,-1 0 0,0 0 0,1 0 0,-1 0 0,1 0 0,-1 0 0,1 0 0,0 0 0,0 0 0,-1 1 0,1-1 0,0 0 0,0 0 0,0 0 0,0 1 0,0-1 0,0 0 0,1 0 0,-1 0 0,0 0 0,1 3 0,0-3 0,0-1 0,-1 1 0,1 0 0,0 0 0,0 0 0,0 0 0,-1-1 0,1 1 0,0 0 0,0-1 0,0 1 0,0-1 0,0 1 0,0-1 0,0 1 0,0-1 0,0 0 0,1 0 0,-1 1 0,0-1 0,0 0 0,0 0 0,0 0 0,0 0 0,0 0 0,1 0 0,0-1 0,4 0 0,15 0 0,-1-2 0,1-1 0,-1 0 0,36-14 0,-30 10 0,14-7 0,46-24 0,-14 7 0,-43 16 0,-25 16 0,-10 6 0,-88 84 0,91-87-267,0 0-1,0 0 1,0 1-1,0-1 1,0 1-1,1-1 1,0 1 0,-1 0-1,2 0 1,-1 0-1,0 0 1,1 1-1,-1-1 1,1 0 0,1 0-1,-2 8 1,3-11 39,-1-1-1,1 1 1,-1-1 0,1 1 0,-1-1 0,1 1 0,-1-1 0,1 0-1,0 0 1,-1 1 0,1-1 0,-1 0 0,1 0 0,0 0-1,-1 1 1,1-1 0,0 0 0,0 0 0,-1 0 0,1 0 0,0 0-1,-1 0 1,1 0 0,0-1 0,-1 1 0,1 0 0,0 0 0,0-1-1,22-3-3093,-23 4 3241,71-18-13072,-45 8 8601</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41.272"/>
    </inkml:context>
    <inkml:brush xml:id="br0">
      <inkml:brushProperty name="width" value="0.035" units="cm"/>
      <inkml:brushProperty name="height" value="0.035" units="cm"/>
    </inkml:brush>
  </inkml:definitions>
  <inkml:trace contextRef="#ctx0" brushRef="#br0">466 69 4721,'-38'-18'18316,"33"16"-16700,0 0 0,0 1 0,0 0 0,-1 0 0,-8-1 1,13 2-1615,0 0 1,0 0-1,0 0 0,0 0 1,0 0-1,0-1 1,1 1-1,-1 0 1,0-1-1,0 1 1,0 0-1,0-1 0,0 1 1,0-1-1,1 0 1,-2 0-1,1 0-2,1 1 0,-1-1-1,1 1 1,-1-1 0,0 1-1,1 0 1,-1-1 0,1 1-1,-1 0 1,0 0 0,1-1 0,-1 1-1,0 0 1,1 0 0,-1 0-1,0 0 1,1 0 0,-1 0-1,0 0 1,1 0 0,-1 0 0,0 0-1,1 0 1,-1 0 0,0 0-1,0 1 1,-24 9 0,0 1 0,1 0 0,0 2 0,1 1 0,-23 19 0,46-33 0,-30 21 0,1 2 0,1 1 0,-38 43 0,61-61 0,1-1 0,0 0 0,0 0 0,1 0 0,-1 0 0,1 0 0,-2 7 0,5-11 0,0 0 0,-1 0 0,1 0 0,0 0 0,0 0 0,0 0 0,0 1 0,0-1 0,0 0 0,0 0 0,0 0 0,1 0 0,-1 0 0,0 0 0,1 0 0,-1 1 0,1-1 0,-1 0 0,1 0 0,-1-1 0,1 1 0,0 0 0,-1 0 0,1 0 0,0 0 0,0 0 0,0-1 0,0 1 0,0 0 0,0-1 0,0 1 0,0-1 0,0 1 0,0-1 0,0 1 0,0-1 0,1 1 0,8 2 0,0 0 0,1-1 0,-1 0 0,0-1 0,1 1 0,-1-2 0,20-1 0,-2-1 0,42-9 0,121-41 0,-93 23 0,-56 15 0,-1-2 0,64-35 0,-76 34 0,32-27 0,-55 40 0,63-56 0,-64 56 0,-1-1 0,0 1 0,0-1 0,5-7 0,0-1 0,-9 12 0,0 1 0,0-1 0,-1 1 0,1-1 0,0 1 0,0-1 0,-1 1 0,1 0 0,0-1 0,-1 1 0,1-1 0,0 1 0,-1 0 0,1-1 0,-1 1 0,1 0 0,0 0 0,-1-1 0,1 1 0,-1 0 0,1 0 0,-1 0 0,1 0 0,-1-1 0,1 1 0,-1 0 0,1 0 0,-1 0 0,1 0 0,-1 0 0,0 0 0,0 0 0,-8 1 0,0 1 0,0 0 0,1 0 0,-1 1 0,1 0 0,0 1 0,0 0 0,-12 8 0,-5 2 0,-33 21 0,29-15 0,9-6 0,1 1 0,-25 24 0,14-11 0,20-20 0,0 1 0,1 0 0,0 1 0,0 0 0,1 1 0,0-1 0,1 2 0,0-1 0,1 1 0,-6 17 0,11-26 0,0 1 0,0-1 0,1 1 0,-1-1 0,1 1 0,0-1 0,0 1 0,0-1 0,1 1 0,-1-1 0,1 1 0,0-1 0,0 1 0,0-1 0,0 0 0,4 6 0,-3-7-76,1 0 0,-1 0 1,1-1-1,0 1 0,0-1 0,0 1 1,0-1-1,0 0 0,0 0 0,0 0 0,0-1 1,4 1-1,2 0-396,-1 0 0,1-1 0,0-1 0,9-1 0,11-3-2165,46-15 1,-74 19 2544,34-10-6180,-1-2-1,35-17 1,-42 13 1392</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42.760"/>
    </inkml:context>
    <inkml:brush xml:id="br0">
      <inkml:brushProperty name="width" value="0.035" units="cm"/>
      <inkml:brushProperty name="height" value="0.035" units="cm"/>
    </inkml:brush>
  </inkml:definitions>
  <inkml:trace contextRef="#ctx0" brushRef="#br0">0 12 2296,'87'-10'22683,"-77"9"-14895,-3 3-7788,-6-3 0,-1 1 0,1 0 0,-1 0 0,0 0 0,1 0 0,-1 0 0,0 0 0,1 1 0,-1-1 0,1 0 0,-1 0 0,0 0 0,1 0 0,-1 0 0,0 0 0,1 1 0,-1-1 0,0 0 0,0 0 0,1 1 0,-1-1 0,0 0 0,1 0 0,-1 1 0,0-1 0,0 0 0,0 1 0,1-1 0,-1 0 0,0 1 0,0-1 0,0 0 0,0 1 0,0-1 0,0 0 0,1 1 0,-1-1 0,0 0 0,0 1 0,0 0 0,17 14 0,-15-14 0,0 0 0,0 0 0,0 1 0,0-1 0,-1 1 0,1 0 0,0-1 0,-1 1 0,1 0 0,-1 0 0,1 0 0,0 2 0,8 12 0,-9-15 0,0 0 0,0 1 0,0-1 0,0 1 0,0-1 0,0 1 0,0-1 0,0 1 0,-1-1 0,1 3 0,14 27 0,-12-26 0,-1-1 0,0 0 0,1 1 0,-2-1 0,1 1 0,0 0 0,-1 0 0,0 0 0,1 7 0,-2-6 0,1 1 0,0-1 0,0 1 0,0-1 0,3 7 0,-2-7 0,0 0 0,0 0 0,-1 0 0,0 0 0,0 7 0,-1-10 0,1 1 0,-1 0 0,1-1 0,0 1 0,0-1 0,1 1 0,-1-1 0,0 0 0,1 1 0,0-1 0,0 0 0,0 0 0,0 0 0,1 0 0,-1 0 0,1-1 0,0 1 0,-1-1 0,6 3 0,-4-1 0,1-1 0,0 0 0,0 0 0,1-1 0,-1 0 0,1 0 0,-1 0 0,1 0 0,0-1 0,-1 0 0,12 1 0,9-2 0,-1-1 0,0-2 0,44-9 0,-51 8-219,1-1-1498,1-1 0,34-15 0,-49 19 1467,-1 0 0,1-1 1,-1 1-1,0-1 0,0 0 0,0 0 0,0-1 1,-1 1-1,1-1 0,-1 0 0,0 0 0,0 0 1,-1 0-1,1-1 0,-1 1 0,4-9 0,-6 11 207,0-1 0,1 1 0,-1-1 0,0 1 0,0-1 0,0 1 0,-1-1 0,1 1 0,0-1 0,-1 1 0,0-1 0,0 1 0,1 0 0,-1-1 0,-1 1 0,1 0 0,0 0 0,-2-2-1,-7-16 1387,6-1 3287,9 14-2416,16-1 27,-15 8-2240,0 1 0,0-1 0,0 1 0,0 0 0,-1 1 0,11 3 0,-15-5-1,4 2 0,0 0 0,0 0 0,0 0 0,0 0 0,-1 1 0,1 0 0,-1 0 0,1 0 0,-1 0 0,0 1 0,0-1 0,-1 1 0,7 8 0,-9-9 0,0-1 0,1 0 0,-1 1 0,0 0 0,-1-1 0,1 1 0,0-1 0,-1 1 0,1 0 0,-1 0 0,0-1 0,0 1 0,0 0 0,0 0 0,-1-1 0,1 1 0,-1 0 0,1-1 0,-1 1 0,0 0 0,0-1 0,0 1 0,0-1 0,-1 1 0,1-1 0,-1 0 0,0 0 0,-2 3 0,-7 6 0,-1 0 0,0-1 0,0 0 0,-1-1 0,-1 0 0,1-2 0,-28 13 0,6-3 0,10-5-1551,-51 15 0,5-2-1608,69-24 2388,1-1 0,0 1 0,-1-1 0,1 0 0,-1 0 0,1 1 0,-1-1 0,1 0 0,-1 0 0,1 0 0,-1-1 0,1 1 0,-1 0 0,1 0 0,0-1 1,-1 1-1,1-1 0,-1 0 0,1 1 0,0-1 0,0 0 0,-3-1 0,3-4-4618</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0.955"/>
    </inkml:context>
    <inkml:brush xml:id="br0">
      <inkml:brushProperty name="width" value="0.035" units="cm"/>
      <inkml:brushProperty name="height" value="0.035" units="cm"/>
    </inkml:brush>
  </inkml:definitions>
  <inkml:trace contextRef="#ctx0" brushRef="#br0">243 81 2160,'1'0'313,"0"0"-1,0 0 1,0 0-1,0 0 1,0 0-1,0 0 1,0 0-1,-1 0 0,1-1 1,0 1-1,0 0 1,0-1-1,0 1 1,1-2-1,0-5 6571,-10-10 8444,8 16-15219,1 0 1,-1 0-1,1 0 1,0-1-1,0 1 0,-1 0 1,1 0-1,0 0 1,0 0-1,0 1 0,0-1 1,0 0-1,0 0 1,1 0-1,-1 1 1,0-1-1,2 0 0,26-12 1574,-26 12-1605,41-17-77,-44 18 0,0 0 0,0 0 0,-1 0 0,1 0 0,0-1 0,0 1 0,0 0 0,0 0 0,0 0 0,0-1 0,0 1 0,0 0 0,0 0 0,-1 0 0,1 0 0,0 0 0,0-1 0,0 1 0,0 0 0,-1 0 0,1 0 0,0 0 0,0 0 0,0 0 0,0 0 0,-1 0 0,1 0 0,0 0 0,0 0 0,0-1 0,-1 1 0,1 0 0,0 0 0,0 0 0,0 0 0,-1 1 0,1-1 0,0 0 0,0 0 0,0 0 0,-1 0 0,1 0 0,-1 0 0,-7 3 0,0 0 0,1 0 0,-1 1 0,1 0 0,-11 7 0,-4 2 0,-17 11 0,-60 45 0,91-63 0,-8 7 0,1 0 0,0 1 0,1 1 0,-13 17 0,16-8 0,4-6 0,6-17 0,0 0 0,0 0 0,1 0 0,-1 0 0,0 0 0,1 0 0,-1 0 0,1 0 0,-1 0 0,1 0 0,0 0 0,-1 0 0,1 0 0,0 0 0,0 0 0,0 0 0,0 0 0,0 1 0,0-1 0,0 0 0,0 0 0,0 0 0,0 0 0,1 0 0,-1 0 0,1 0 0,-1 0 0,0 0 0,1 0 0,0 0 0,-1 0 0,1 0 0,0 0 0,-1 0 0,1 0 0,0 0 0,0-1 0,0 1 0,-1 0 0,1-1 0,0 1 0,0 0 0,0-1 0,0 1 0,0-1 0,2 1 0,2 1 0,0-1 0,0 0 0,0 0 0,1 0 0,-1-1 0,0 1 0,0-1 0,1-1 0,5 0 0,11-2 0,0-1 0,0-2 0,20-7 0,-36 11 0,-1 0 0,1 0 0,-1-1 0,0 0 0,0 0 0,0 0 0,0-1 0,-1 1 0,1-1 0,-1 0 0,0-1 0,0 1 0,0-1 0,-1 1 0,1-1 0,4-10 0,-7 10 0,0 0 0,-1 0 0,1 0 0,-1 0 0,0 0 0,0 0 0,-1-7 0,0-6 0,1 18 0,0 0 0,0 0 0,0-1 0,0 1 0,0 0 0,0 0 0,0-1 0,0 1 0,0 0 0,0 0 0,0-1 0,0 1 0,1 0 0,-1 0 0,0 0 0,0-1 0,0 1 0,0 0 0,0 0 0,1 0 0,-1 0 0,0-1 0,0 1 0,0 0 0,0 0 0,1 0 0,-1 0 0,0 0 0,0 0 0,1-1 0,-1 1 0,0 0 0,0 0 0,0 0 0,1 0 0,-1 0 0,0 0 0,0 0 0,1 0 0,-1 0 0,0 0 0,0 0 0,1 0 0,-1 0 0,0 0 0,0 0 0,1 1 0,-1-1 0,0 0 0,0 0 0,1 0 0,-1 1 0,1-1 0,0 1 0,-1-1 0,1 1 0,-1-1 0,1 1 0,-1-1 0,1 1 0,-1 0 0,1-1 0,-1 1 0,0 0 0,1-1 0,-1 1 0,0 0 0,1-1 0,-1 1 0,0 0 0,0 0 0,0 0 0,0-1 0,0 1 0,0 1 0,1 2 0,-1-1 0,1 1 0,-1-1 0,1 1 0,0-1 0,1 0 0,1 5 0,-1-5 0,-1 1 0,0-1 0,0 0 0,0 1 0,0-1 0,0 1 0,0 4 0,-1-5 10,0 0-1,1-1 1,-1 1 0,1 0-1,0-1 1,-1 1 0,1 0-1,1-1 1,0 3-1,0-2-65,-1-1 0,0 1 0,0-1 0,0 1 0,0 0-1,-1-1 1,1 1 0,-1 0 0,1 3 0,-1-5-346,1 0 0,-1 0 0,0 0 0,1 0 0,-1 0 1,1-1-1,-1 1 0,1 0 0,-1 0 0,1 0 0,0-1 1,-1 1-1,1 0 0,0-1 0,0 1 0,0 0 0,-1-1 1,1 1-1,0-1 0,0 0 0,0 1 0,0-1 1,2 1-1,22 5-14181,-16-6 9085</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2.928"/>
    </inkml:context>
    <inkml:brush xml:id="br0">
      <inkml:brushProperty name="width" value="0.035" units="cm"/>
      <inkml:brushProperty name="height" value="0.035" units="cm"/>
    </inkml:brush>
  </inkml:definitions>
  <inkml:trace contextRef="#ctx0" brushRef="#br0">1 136 3713,'20'-24'5507,"-17"21"-4721,-1 0 0,1 0 0,-1 0 0,1 0 0,-1 0-1,0 0 1,3-6 0,-2 4 517,0 0 0,0 0-1,0 0 1,1 0-1,0 1 1,0 0 0,0 0-1,1 0 1,-1 0 0,1 0-1,6-3 1,5-3 325,-13 1-1628,-3 9 0,1-1 0,0 0 0,-1 1 0,1-1 0,-1 1 0,1 0 0,0-1 0,-1 1 0,1-1 0,0 1 0,0 0 0,-1-1 0,1 1 0,0 0 0,0 0 0,-1 0 0,1 0 0,0 0 0,0 0 0,1 0 0,-1 0 0,1 0 0,-1 0 0,0 0 0,1 1 0,-1-1 0,0 0 0,1 1 0,-1-1 0,0 1 0,0 0 0,0-1 0,1 1 0,-1 0 0,0 0 0,0-1 0,0 1 0,0 0 0,0 0 0,0 2 0,13 21 0,-9-13 0,2 1 0,-1 0 0,0 0 0,-1 1 0,0 0 0,-1 0 0,-1 0 0,3 19 0,-4-13 0,-1 1 0,-1-1 0,-1 0 0,0 1 0,-6 22 0,3-15 0,-2 41 0,5-50 0,-1 0 0,-1 0 0,-6 23 0,-3 15 0,5-26 0,0-1 0,-17 39 0,-5 17 0,27-56 0,2-26 0,0 0 0,0 0 0,-1 1 0,1-1 0,0 0 0,-1 0 0,0 0 0,0 0 0,-1 4 0,0 1 0,2 1 0,-1-5 0,-5-9 0,5 1 0,0 0 0,0 0 0,1 1 0,-1-1 0,1 0 0,0 0 0,0 0 0,2-7 0,-1-7 0,-2 1 0,1 8 0,0 1 0,0-1 0,0 0 0,1 0 0,1 0 0,-1 1 0,4-10 0,3-14 0,-7 26 0,0 1 0,0-1 0,1 1 0,0 0 0,2-6 0,17-31 0,-8 16 0,2 0 0,30-44 0,-36 55 0,-8 13 0,0 0 0,0 0 0,0 0 0,1 0 0,-1 0 0,0 1 0,1-1 0,-1 0 0,1 1 0,-1-1 0,1 1 0,0-1 0,0 1 0,0 0 0,3-2 0,33-20 0,-32 18 0,1 1 0,0 0 0,0 0 0,14-6 0,-2 3 0,-14 5 0,1 0 0,-1 0 0,0 0 0,1 1 0,8-2 0,-12 3 0,-1 0 0,1 0 0,-1 1 0,1-1 0,-1 0 0,1 0 0,-1 1 0,1-1 0,-1 1 0,0-1 0,1 1 0,-1 0 0,0 0 0,1-1 0,-1 1 0,0 0 0,0 0 0,0 0 0,0 0 0,0 0 0,0 1 0,0-1 0,0 0 0,0 0 0,1 3 0,-1-1 0,1 1 0,0-1 0,-1 1 0,0-1 0,0 1 0,0-1 0,0 1 0,-1-1 0,0 1 0,1 0 0,-1 0 0,0-1 0,-1 1 0,1 0 0,-1-1 0,1 1 0,-1-1 0,0 1 0,-1 0 0,0 2 0,-2 1 0,0 0 0,0-1 0,-1 1 0,1-1 0,-2-1 0,1 1 0,0-1 0,-12 9 0,13-11 0,-9 8 0,0-1 0,-1 0 0,0-1 0,-1-1 0,-26 12 0,30-15 0,7-2 0,1-2 0,0 1 0,-1 0 0,1-1 0,-1 1 0,1-1 0,-1 0 0,0 0 0,0-1 0,1 1 0,-7-1 0,10 1 0,0-1 0,0 0 0,0 0 0,0 0 0,0 0 0,-1 0 0,1 0 0,0 0 0,0 0 0,0 0 0,0 0 0,0 0 0,-1 0 0,1 0 0,0 0 0,0 0 0,0 0 0,0 0 0,0 0 0,-1 0 0,1 0 0,0 0 0,0 0 0,0 0 0,0 0 0,0 0 0,-1 0 0,1 0 0,0 0 0,0-1 0,0 1 0,0 0 0,0 0 0,0 0 0,-1 0 0,1 0 0,0 0 0,0 0 0,0-1 0,0 1 0,0 0 0,0 0 0,0 0 0,0 0 0,0 0 0,0-1 0,0 1 0,0 0 0,0 0 0,0 0 0,0 0 0,0-1 0,0 1 0,0 0 0,0 0 0,0 0 0,0 0 0,0 0 0,0-1 0,0 1 0,11-10 0,20-8 0,27-10 0,-22 12 0,-2-1 0,0-2 0,-2-1 0,43-33 0,-41 23 0,-1-1 0,-2-2 0,43-57 0,-43 49 0,-20 28 0,-1 0 0,0-1 0,-1 0 0,0 0 0,-1-1 0,7-17 0,-15 30 0,1 0 0,-1 0 0,1 0 0,-1-1 0,0 1 0,0 0 0,0 0 0,0 0 0,0-3 0,-1-21 0,1 27 0,0-1 0,0 0 0,0 0 0,0 0 0,0 0 0,0 0 0,0 0 0,0 0 0,0 0 0,0 0 0,0 0 0,-1 1 0,1-1 0,0 0 0,0 0 0,0 0 0,0 0 0,0 0 0,0 0 0,0 0 0,0 0 0,0 0 0,0 0 0,0 0 0,-1 0 0,1 0 0,0 0 0,0 0 0,0 0 0,0 0 0,0 0 0,0 0 0,0 0 0,0 0 0,-1 0 0,1 0 0,0 0 0,0 0 0,0 0 0,0 0 0,0 0 0,0 0 0,0 0 0,0 0 0,0 0 0,-1 0 0,1 0 0,0 0 0,0 0 0,0 0 0,0 0 0,0-1 0,0 1 0,0 0 0,0 0 0,0 0 0,0 0 0,0 0 0,0 0 0,-5 10 0,5 12 0,-1 0 0,0 0 0,-7 25 0,7-41 0,-6 24 0,1 0 0,1 0 0,0 33 0,4-51 0,0 0 0,-1 0 0,-5 17 0,-1 9 0,4-21 0,-1-1 0,0 1 0,-1-1 0,-10 19 0,-8 22 0,21-48 0,-2 0 0,1 0 0,-11 14 0,-10 17 0,12-17 0,-1 3 0,-9 12 0,23-38 0,0 0 0,0 0 0,-1-1 0,1 1 0,0 0 0,0 0 0,0 0 0,0-1 0,0 1 0,0 0 0,0 0 0,0 0 0,0 0 0,0-1 0,0 1 0,0 0 0,0 0 0,0 0 0,0-1 0,1 1 0,-1 0 0,0 0 0,0 0 0,0 0 0,0-1 0,0 1 0,0 0 0,0 0 0,0 0 0,1 0 0,-1 0 0,0 0 0,0-1 0,0 1 0,0 0 0,0 0 0,1 0 0,-1 0 0,0 0 0,0 0 0,0 0 0,1 0 0,-1 0 0,0 0 0,0 0 0,0 0 0,0 0 0,1 0 0,-1 0 0,0 0 0,0 0 0,0 0 0,1 0 0,-1 0 0,0 0 0,0 0 0,0 0 0,0 0 0,1 0 0,-1 0 0,0 0 0,0 1 0,0-1 0,0 0 0,0 0 0,1 0 0,-1 0 0,0 1 0,0-3 0,0 1 0,1 0 0,-1-1 0,1 1 0,-1 0 0,1 0 0,-1 0 0,1-1 0,-1 1 0,1 0 0,0 0 0,1-1 0,-1 1 0,0-1 0,0 1 0,0 0 0,0 0 0,-1-1 0,1 1 0,0-1 0,-1 1 0,1-1 0,-1 1 0,1-1 0,-1-2 0,1-2 0,0 0 0,0 0 0,1 0 0,0 0 0,0 1 0,0-1 0,6-10 0,-1 1 0,5-6 0,0 0 0,2 1 0,0 1 0,1 0 0,0 0 0,2 2 0,0 0 0,1 1 0,1 1 0,0 1 0,1 0 0,23-11 0,25-9 0,-35 18 0,-26 13 0,0-1 0,0 1 0,0 0 0,0 1 0,13-3 0,-16 4 0,3 0 0,-1-1 0,1 2 0,-1-1 0,1 1 0,0 0 0,-1 0 0,1 1 0,-1 0 0,9 2 0,-14-3 0,1 1 0,-1 0 0,0 0 0,0 0 0,0 0 0,0 0 0,0 0 0,0 0 0,0 1 0,0-1 0,-1 0 0,1 0 0,0 1 0,-1-1 0,1 0 0,-1 1 0,1-1 0,-1 1 0,0-1 0,1 2 0,-1 1 0,1-1 0,-1 1 0,1 0 0,-1-1 0,0 1 0,-1-1 0,1 1 0,-2 6 0,-2-2 0,0 0 0,-1 0 0,0 0 0,0-1 0,-1 0 0,0 0 0,0 0 0,0-1 0,-1 1 0,0-2 0,-1 1 0,-10 6 0,4-3 0,-18 11 0,-58 28 0,63-31 0,62-34 0,51-32 0,-68 38 0,-2 0 0,1-1 0,-1-1 0,-1 0 0,26-30 0,29-38 0,24-65 0,-87 137 0,-1-1 0,0 1 0,0-1 0,-1 0 0,-1-1 0,7-17 0,-3 11 0,-7 15 0,0 1 0,0-1 0,-1 1 0,1-1 0,0 1 0,-1-1 0,1 0 0,-1 1 0,1-1 0,-1 0 0,1-1 0,-2 2 0,1 1 0,0 0 0,0-1 0,0 1 0,0-1 0,0 1 0,1 0 0,-1-1 0,0 1 0,0-1 0,0 1 0,0 0 0,0-1 0,1 1 0,-1 0 0,0-1 0,0 1 0,0 0 0,1-1 0,-1 1 0,0 0 0,1-1 0,-1 1 0,1-1 0,-1 1 0,1-1 0,-1 1 0,0 0 0,1-1 0,-1 1 0,0-1 0,1 1 0,-1-1 0,0 1 0,1-1 0,-1 0 0,0 1 0,0-1 0,0 1 0,0-1 0,0 1 0,0-1 0,0 0 0,0 1 0,0-1 0,0 1 0,0-2 0,-1-1 0,-5 7 0,-1 11 0,2 0 0,-1 1 0,-4 23 0,3-11 0,3-1 0,4-22 0,0-1 0,-1 0 0,0 1 0,0-1 0,-2 7 0,-4 5 0,4-9 0,0 0 0,0 1 0,1-1 0,-1 1 0,2-1 0,-1 1 0,0 11 0,1-5 0,-1 1 0,-1-1 0,0 0 0,-1 0 0,0 0 0,-7 14 0,-3 11 0,13-34 0,0 0 0,1 0 0,-1 0 0,1 0 0,0 0 0,0 0 0,1 0 0,1 9 0,-2-14 0,1 1 0,-1-1 0,0 1 0,0-1 0,1 0 0,-1 1 0,0-1 0,0 0 0,1 1 0,-1-1 0,0 0 0,1 1 0,-1-1 0,1 0 0,-1 0 0,1 1 0,-1-1 0,0 0 0,1 0 0,-1 0 0,1 1 0,-1-1 0,1 0 0,-1 0 0,1 0 0,-1 0 0,1 0 0,-1 0 0,1 0 0,-1 0 0,1 0 0,-1 0 0,0-1 0,1 1 0,-1 0 0,1 0 0,0-1 0,6 1 0,-1 0 0,1 0 0,-1-1 0,1 0 0,-1 0 0,1 0 0,9-5 0,24-6 0,-27 9 0,0-1 0,-1 0 0,13-7 0,105-64 0,-86 37 0,-36 31 0,-8 6 0,1 1 0,-1-1 0,0 1 0,1-1 0,-1 0 0,1 1 0,-1-1 0,1 1 0,0 0 0,-1-1 0,1 1 0,0-1 0,-1 1 0,1 0 0,0-1 0,-1 1 0,1 0 0,0 0 0,-1 0 0,1 0 0,0 0 0,0-1 0,-1 1 0,2 1 0,1 5 0,-4-2 0,1 5 0,0 1 0,-1 0 0,0 0 0,-1 0 0,-5 17 0,6-23 0,0 0 0,0 0 0,1 0 0,-1-1 0,1 1 0,0 0 0,0 0 0,0 0 0,0 0 0,1 0 0,-1 0 0,3 6 0,-3-8 0,1-1 0,0 1 0,0 0 0,0 0 0,0-1 0,0 1 0,0-1 0,1 1 0,-1-1 0,0 0 0,1 1 0,-1-1 0,1 0 0,-1 0 0,1 0 0,0 0 0,0 0 0,-1 0 0,1 0 0,0-1 0,0 1 0,0-1 0,0 1 0,-1-1 0,1 0 0,0 0 0,0 0 0,2 0 0,5 0 0,-1-2 0,0 1 0,0-1 0,1 0 0,-1-1 0,0 0 0,-1 0 0,1 0 0,-1-1 0,1 0 0,11-10 0,-6 6 0,-8 4 0,0-1 0,0 1 0,0 0 0,-1-1 0,6-8 0,10-10 0,-12 11 0,1 1 0,-8 11 0,0 0 0,-1 0 0,0-1 0,1 1 0,-1 0 0,1 0 0,-1 0 0,0 0 0,1-1 0,-1 1 0,0 0 0,1 0 0,-1-1 0,0 1 0,1 0 0,-1-1 0,0 1 0,0 0 0,1-1 0,-1 1 0,0 0 0,0-1 0,0 1 0,1 0 0,-1-1 0,0 1 0,0-1 0,0 1 0,0 0 0,0-1 0,0 1 0,0-1 0,0 0 0,0-2 0,0 7 0,0 18 0,1-4 0,-1-1 0,0 1 0,-2-1 0,0 1 0,-1-1 0,-8 29 0,2-25 0,-1 0 0,0-1 0,-2 0 0,0 0 0,-1-2 0,-17 20 0,13-18 0,4-4 0,-1 0 0,-29 23 0,2-2 0,-13 9 0,29-29 0,-7 7 0,-1-1 0,-2-2 0,0-2 0,-38 16 0,71-34-148,-1 0-1,1 0 1,-1-1 0,1 1 0,-1-1-1,1 1 1,-1-1 0,1 0-1,-1 0 1,1 0 0,-1 0-1,1 0 1,-1-1 0,1 1-1,-1-1 1,1 0 0,0 0 0,-4-1-1,1-1-772,0-1 0,0 0-1,0 0 1,0 0-1,-6-9 1,-9-7-1603,-9-13-8673,6 17 5306</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5.231"/>
    </inkml:context>
    <inkml:brush xml:id="br0">
      <inkml:brushProperty name="width" value="0.035" units="cm"/>
      <inkml:brushProperty name="height" value="0.035" units="cm"/>
    </inkml:brush>
  </inkml:definitions>
  <inkml:trace contextRef="#ctx0" brushRef="#br0">323 493 1264,'-1'-10'7409,"-5"8"-5884,1 0 0,0 0 0,-1 0 0,-10-1 1,-6-2 3103,13 3-2661,-1 0-1,1 1 1,-1 0-1,-11 1 0,6-3-928,13 2-951,1 1-1,-1-1 1,0 1-1,0 0 1,1-1-1,-1 1 1,0 0-1,0 0 1,0 0 0,-3 1-1,-12 2-87,10-2 0,0 0 0,0 1 0,0-1 0,0 1 0,0 1 0,0-1 0,0 1 0,1 1 0,-1-1 0,-9 8 0,-2 4 0,15-13 0,0 1 0,0-1 0,0 0 0,0 1 0,0 0 0,0 0 0,1 0 0,-1 0 0,1 0 0,0 0 0,0 1 0,0-1 0,0 1 0,1 0 0,0-1 0,-1 1 0,1 0 0,0 0 0,1-1 0,-1 7 0,1-8 0,-1 2 0,1-1 0,0 1 0,0-1 0,0 1 0,0-1 0,1 1 0,-1-1 0,1 1 0,0-1 0,0 0 0,0 1 0,0-1 0,1 0 0,0 0 0,-1 0 0,1 0 0,3 4 0,3 3 0,-7-9 0,0 0 0,0 0 0,-1 1 0,1-1 0,0 0 0,0 0 0,0 0 0,1 0 0,-1 0 0,0 0 0,0-1 0,0 1 0,1 0 0,1 0 0,6 1 0,-1-1 0,0 0 0,1-1 0,-1 1 0,1-2 0,-1 1 0,0-1 0,1-1 0,-1 1 0,0-1 0,14-6 0,1-1 0,0 0 0,-2-2 0,24-14 0,-34 17 0,0-1 0,15-15 0,-13 12 0,-3-4 0,-9 15 0,0-1 0,0 1 0,-1-1 0,1 1 0,0 0 0,0-1 0,1 1 0,-1 0 0,0 0 0,0-1 0,1 1 0,1-1 0,-2 2 0,-1-1 0,1 1 0,0-1 0,-1 1 0,1-1 0,0 0 0,-1 1 0,1-1 0,0 0 0,-1 1 0,1-1 0,-1 0 0,0 0 0,1 0 0,-1 0 0,1 1 0,-1-3 0,-2 18 0,2-3 0,0 3 0,0 1 0,1-1 0,6 29 0,-1-16 0,5 15 0,-2-17 0,-8-22 0,0 0 0,0 1 0,1-1 0,0 0 0,-1 0 0,2 0 0,3 6 0,-6-7 0,0-3 0,0 0 0,0 1 0,0-1 0,0 0 0,0 1 0,0-1 0,0 0 0,0 1 0,0-1 0,0 0 0,1 0 0,-1 1 0,0-1 0,0 0 0,0 1 0,0-1 0,0 0 0,1 0 0,-1 1 0,0-1 0,0 0 0,0 0 0,1 1 0,-1-1 0,0 0 0,0 0 0,1 0 0,-1 0 0,0 1 0,0-1 0,1 0 0,-1 0 0,0 0 0,1 0 0,-1 0 0,0 0 0,0 0 0,1 0 0,-1 0 0,0 0 0,1 0 0,-1 0 0,0 0 0,1 0 0,-1 0 0,0 0 0,1 0 0,-1 0 0,6 0 0,1-1 0,-1 0 0,0 0 0,0 0 0,0-1 0,0 0 0,0 0 0,-1 0 0,1-1 0,0 0 0,-1 0 0,0 0 0,7-6 0,4-2 0,-8 7 0,0-1 0,-1 0 0,0 0 0,0-1 0,-1 0 0,1-1 0,-1 1 0,-1-1 0,1 0 0,5-11 0,33-47 0,-1-12 0,-35 67 0,-6 7 0,0 1 0,0-1 0,0 0 0,0 0 0,-1 0 0,1 0 0,-1 0 0,0 0 0,0 0 0,1-5 0,6-9 0,-7 7 0,-1 11 0,0-1 0,-1 0 0,1 0 0,0 1 0,0-1 0,0 0 0,-1 0 0,1 1 0,0-1 0,0 0 0,-1 0 0,1 0 0,0 0 0,-1 1 0,1-1 0,0 0 0,0 0 0,-1 0 0,1 0 0,0 0 0,-1 0 0,1 0 0,0 0 0,-1 0 0,1 0 0,0 0 0,-1 0 0,1 0 0,0 0 0,-1 0 0,1 0 0,0 0 0,0 0 0,-1-1 0,1 1 0,0 0 0,-1 0 0,1 0 0,0 0 0,0-1 0,-1 1 0,1 0 0,0 0 0,0-1 0,0 1 0,-1 0 0,1 0 0,0-1 0,0 1 0,0 0 0,0-1 0,-1 1 0,1 0 0,0-1 0,0 1 0,0 0 0,0 0 0,0-1 0,0 1 0,0 0 0,0-1 0,0 1 0,0 0 0,0-1 0,0 1 0,0 0 0,0-1 0,1 1 0,-1-1 0,-13 18 0,13-14 0,-1-1 0,1 0 0,-1 0 0,0 1 0,1-1 0,-1 0 0,0 0 0,0 0 0,-2 2 0,2-2 0,0 0 0,0 0 0,0 0 0,0 0 0,0 1 0,0-1 0,1 0 0,-1 0 0,1 3 0,-9 51 0,9 74 0,1-124 0,-1 1 0,2 0 0,-1 0 0,1 0 0,0-1 0,6 12 0,-8-16 0,1 0 0,0-1 0,0 1 0,0 0 0,0-1 0,0 1 0,0-1 0,0 1 0,0-1 0,0 0 0,1 0 0,-1 1 0,1-1 0,-1 0 0,1 0 0,-1 0 0,3 1 0,0-2 0,-1 0 0,1 0 0,-1-1 0,0 1 0,1-1 0,-1 1 0,0-1 0,7-3 0,-8 3 0,13-5 0,0-1 0,-1 0 0,0-2 0,-1 1 0,1-2 0,20-18 0,-33 27 0,28-37 0,-22 31 0,0 1 0,0-1 0,-1 0 0,0-1 0,0 0 0,7-14 0,-11 20 0,0 0 0,0 0 0,0 0 0,0 1 0,0-1 0,0 0 0,5-1 0,-5 1 0,0-2 0,-2 0 0,0 8 0,1-1 0,0 1 0,0 0 0,1-1 0,-1 1 0,1-1 0,3 5 0,1 2 0,1 6 0,-5-12 0,-1 0 0,1 0 0,0 0 0,0-1 0,0 1 0,1 0 0,-1-1 0,1 0 0,0 0 0,0 1 0,6 4 0,1 3 0,-10-10 0,1 0 0,-1 0 0,1 0 0,-1 0 0,1 0 0,-1 0 0,1-1 0,0 1 0,-1 0 0,1-1 0,0 1 0,0 0 0,0-1 0,-1 1 0,1-1 0,0 1 0,0-1 0,0 1 0,0-1 0,0 0 0,0 1 0,1-1 0,4 2 0,0-1 0,0 0 0,0 0 0,0-1 0,0 1 0,0-1 0,0-1 0,0 1 0,0-1 0,9-2 0,47-18 0,-52 17 0,-1 0 0,0 0 0,0-1 0,0-1 0,-1 1 0,0-1 0,0-1 0,-1 1 0,1-1 0,-1-1 0,-1 1 0,1-1 0,-1-1 0,-1 1 0,0-1 0,5-9 0,-5 4 0,0 0 0,-1 0 0,0 0 0,-1-1 0,-1 1 0,1-17 0,-2-93 0,-2 61 0,1 60 0,-1-11 0,1-1 0,1 0 0,1 1 0,4-22 0,19-72 0,-22 94 0,3 0 0,-7 14 0,1 0 0,0 0 0,0 0 0,0 0 0,0 0 0,-1 0 0,1 0 0,0 0 0,0 0 0,0 0 0,0 0 0,-1 0 0,1 0 0,0 0 0,0 0 0,0 0 0,0 0 0,-1 0 0,1 0 0,0 0 0,0 0 0,0 0 0,0 0 0,-1 0 0,1-1 0,0 1 0,0 0 0,0 0 0,0 0 0,0 0 0,0 0 0,-1 0 0,1-1 0,0 1 0,0 0 0,0 0 0,0 0 0,0 0 0,0 0 0,0-1 0,0 1 0,0 0 0,0 0 0,0 0 0,0-1 0,0 1 0,0 0 0,0 0 0,0 0 0,0 0 0,0-1 0,-1 5 0,0 0 0,0 0 0,1 1 0,-1-1 0,1 0 0,0 0 0,0 0 0,1 7 0,0 4 0,-1 331 0,-1-329 0,0 0 0,-2 0 0,0-1 0,-1 0 0,0 1 0,-1-1 0,-1-1 0,-1 1 0,-11 18 0,1 2 0,12-24 0,-1-1 0,-9 15 0,-14 18 0,-12 16 0,40-58-42,-17 17-2643,17-18 2567,1-1-1,-1 1 1,0-1-1,0 0 1,1 1-1,-1-1 1,0 0-1,0 1 1,1-1-1,-1 0 1,0 0-1,0 0 1,0 1 0,1-1-1,-1 0 1,0 0-1,0 0 1,0 0-1,1-1 1,-1 1-1,0 0 1,0 0-1,0 0 1,1-1-1,-1 1 1,0 0-1,-1-1 1,-2-3-3917,1-5 2413,-1-1-957,-13-22-1932,1-2 3332,0 10 1014,-26-45 658,38 63-130,1-1-1,1 0 1,-1 1-1,1-1 1,0 0-1,0-1 1,1 1-1,0-11 0,1 14 106,0 1-1,0-1 0,1 1 1,0-1-1,0 1 0,0 0 0,0-1 1,0 1-1,1 0 0,-1 0 1,1 0-1,4-6 0,10-13 4555,-15 20-4731,0 0 0,0-1-1,1 1 1,-1 0 0,1 0 0,-1 0 0,1 0 0,0 0 0,0 1 0,0-1 0,0 0 0,0 1 0,0 0 0,0-1 0,1 1-1,-1 0 1,4-1 0,6-2-281,1 2-1,0-1 1,0 2-1,0-1 0,21 2 1,66 10-15,-46-3 0,-14-2 5,0 1 0,53 16 0,-84-18 0,0 2 0,-8-6 0,-1 1 0,1 0 0,0-1 0,0 1 0,-1 0 0,1-1 0,0 1 0,-1 0 0,1 0 0,-1 0 0,1 0 0,-1 0 0,1 0 0,-1 0 0,1 0 0,-1 0 0,0 0 0,0 0 0,0 0 0,1 0 0,-1 0 0,0 0 0,0 0 0,0 0 0,-1 0 0,1 0 0,0 0 0,0 0 0,-1 1 0,0 3 0,1 1 0,-1 0 0,0-1 0,0 1 0,0 0 0,-3 5 0,2-5 0,0 1 0,1-1 0,-1 1 0,1-1 0,0 9 0,1 86 0,0-100 0,0 0 0,0-1 0,0 1 0,0 0 0,1-1 0,-1 1 0,0 0 0,0-1 0,1 1 0,-1 0 0,0-1 0,1 1 0,-1 0 0,1-1 0,-1 1 0,0-1 0,1 1 0,0-1 0,-1 1 0,1-1 0,-1 0 0,1 1 0,-1-1 0,1 1 0,0-1 0,-1 0 0,1 0 0,0 1 0,-1-1 0,1 0 0,0 0 0,0 0 0,-1 0 0,1 0 0,0 0 0,-1 0 0,1 0 0,0 0 0,0 0 0,-1 0 0,1 0 0,0-1 0,-1 1 0,1 0 0,0 0 0,-1-1 0,1 1 0,-1 0 0,1-1 0,0 0 0,1-1 0,-1-1 0,1 1 0,-1-1 0,0 1 0,0-1 0,0 0 0,-1 1 0,1-1 0,-1 0 0,1 1 0,-1-1 0,0 0 0,0 0 0,0 1 0,0-1 0,-1 0 0,1 0 0,-2-4 0,0 1 0,0 0 0,0 0 0,-1 0 0,0 0 0,0 0 0,0 1 0,-5-8 0,-37-41 0,36 48 1,8 6-1,0 0 0,0-1-1,0 1 1,1 0 0,-1-1 0,0 1-1,0-1 1,0 1 0,1-1 0,-1 0-1,0 1 1,1-1 0,-1 0 0,1 1 0,-1-1-1,0 0 1,1 0 0,0 0 0,-1 1-1,1-1 1,-1 0 0,1 0 0,0 0 0,0 0-1,0 0 1,-1 0 0,1-1 0,18-4-17594,-10 6 8289</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6.525"/>
    </inkml:context>
    <inkml:brush xml:id="br0">
      <inkml:brushProperty name="width" value="0.035" units="cm"/>
      <inkml:brushProperty name="height" value="0.035" units="cm"/>
    </inkml:brush>
  </inkml:definitions>
  <inkml:trace contextRef="#ctx0" brushRef="#br0">0 537 2889,'0'-1'702,"1"-1"0,-1 1 0,1 0 0,0-1 0,-1 1 0,1 0 0,0 0 1,0-1-1,0 1 0,-1 0 0,1 0 0,1 0 0,-1 0 0,1-1 0,-1 1-49,0 0-1,0 0 0,0 0 0,0 0 0,0 0 0,0 0 0,0 0 0,0 0 0,0-1 0,-1 1 0,1 0 0,0 0 0,-1-1 0,1-1 0,-1 3-539,0-1 1,0 1 0,0-1-1,0 1 1,0 0-1,0-1 1,0 1-1,1-1 1,-1 1-1,0-1 1,0 1-1,0 0 1,1-1 0,-1 1-1,0-1 1,0 1-1,1 0 1,-1-1-1,0 1 1,1 0-1,-1-1 1,0 1-1,1 0 1,-1 0 0,1-1-1,-1 1 1,0 0-1,1 0 1,-1 0-1,1 0 1,-1-1-1,1 1 1,-1 0-1,0 0 1,1 0 0,-1 0-1,1 0 1,-1 0-1,1 0 1,-1 0-1,1 0 1,-1 1-1,1-1 1,-1 0-1,0 0 1,1 0 0,0 1-1,19 7 4003,-13-3-4116,-1 1 0,0 0 0,0 0 0,0 0 0,-1 0 0,0 1 0,0 0 0,-1 0 0,0 0 0,0 1 0,-1-1 0,1 1 0,-2 0 0,1 0 0,-1 0 0,0 0 0,-1 0 0,0 1 0,0 9 0,-1-12 0,-1-1 0,0 0 0,0 1 0,0-1 0,-4 8 0,3-8 0,1 0 0,-1 1 0,1-1 0,0 0 0,0 10 0,-8 29 0,9-43 0,0-1 0,-1 0 0,1 0 0,0 1 0,0-1 0,0 0 0,0 1 0,0-1 0,0 0 0,0 1 0,0-1 0,0 0 0,0 0 0,0 1 0,0-1 0,0 0 0,0 1 0,0-1 0,0 0 0,0 1 0,0-1 0,0 0 0,0 0 0,1 1 0,-1-1 0,0 0 0,0 1 0,0-1 0,0 0 0,1 0 0,-1 0 0,0 1 0,0-1 0,1 0 0,-1 0 0,0 0 0,0 1 0,1-1 0,-1 0 0,0 0 0,1 0 0,-1 0 0,0 0 0,0 0 0,1 0 0,-1 0 0,0 0 0,1 0 0,-1 0 0,0 0 0,1 0 0,-1 0 0,0 0 0,1 0 0,-1 0 0,1 0 0,1-1 0,1 1 0,-1-1 0,0 0 0,1 0 0,-1 0 0,0 0 0,1-1 0,-1 1 0,0-1 0,0 1 0,0-1 0,0 0 0,2-2 0,26-30 0,2 0 0,-13 10 0,5-11 0,-14 19 0,1 1 0,20-24 0,-13 17 0,-7 12 0,-10 9 0,0 0 0,0 1 0,0-1 0,0 0 0,0 0 0,0 1 0,0-1 0,0 0 0,-1 0 0,1 0 0,0 0 0,-1 0 0,1 0 0,0-1 0,-1 1 0,0 0 0,1 0 0,-1 0 0,0 0 0,1-2 0,0-3 0,0 6 0,-1 0 0,0-1 0,0 1 0,0 0 0,0 0 0,1 0 0,-1-1 0,0 1 0,0 0 0,0 0 0,1 0 0,-1 0 0,0-1 0,0 1 0,1 0 0,-1 0 0,0 0 0,0 0 0,1 0 0,-1 0 0,0 0 0,1 0 0,-1 0 0,0 0 0,0 0 0,1 0 0,-1 0 0,0 0 0,0 0 0,1 0 0,-1 0 0,0 0 0,1 0 0,-1 1 0,0-1 0,0 0 0,0 0 0,1 0 0,-1 0 0,0 0 0,0 1 0,1-1 0,-1 0 0,0 0 0,0 0 0,0 1 0,0-1 0,1 0 0,-1 1 0,1-1 0,-17 37 0,13-29 0,0 0 0,1 0 0,0 0 0,0 0 0,1 0 0,0 0 0,0 0 0,1 9 0,-9 21 0,8-25 0,1-12 0,0-1 0,0 1 0,0-1 0,0 1 0,0-1 0,0 1 0,0 0 0,0-1 0,0 1 0,0-1 0,0 1 0,0-1 0,1 1 0,-1-1 0,0 0 0,0 1 0,1-1 0,-1 1 0,0-1 0,1 1 0,-1-1 0,0 0 0,1 1 0,-1-1 0,0 0 0,1 1 0,-1-1 0,1 0 0,-1 0 0,1 1 0,-1-1 0,1 0 0,-1 0 0,2 1 0,6-2 0,-5 0 0,0 0 0,0 0 0,0 0 0,0-1 0,-1 1 0,1-1 0,-1 1 0,1-1 0,-1 0 0,1 0 0,-1 0 0,4-4 0,10-8 0,-7 7 0,1-1 0,-2 0 0,11-11 0,10-9 0,2-4 0,-26 26 0,0 0 0,1 0 0,0 0 0,12-8 0,-8 4 0,-3 10 0,-4 3 0,-1 0 0,0-1 0,0 1 0,0 0 0,0 0 0,0 0 0,0 0 0,-1 0 0,1 1 0,-1-1 0,0 0 0,1 6 0,9 20 0,-6-21 0,0 0 0,0 0 0,-1 0 0,4 14 0,-5-15 0,0-1 0,1 1 0,-1-1 0,6 7 0,4 8 0,-11-19 0,0 0 0,0 1 0,0-1 0,1 0 0,-1 0 0,0 0 0,1 0 0,-1-1 0,1 1 0,0-1 0,0 0 0,-1 1 0,1-1 0,0 0 0,0-1 0,0 1 0,6 0 0,7 3 0,-14-3 0,0-1 0,0 0 0,0 0 0,0 0 0,0 0 0,0 0 0,0 0 0,0-1 0,0 1 0,0-1 0,0 1 0,3-2 0,1 0 0,-5 2 0,-1 0 0,1 0 0,0-1 0,0 1 0,0 0 0,-1 0 0,1-1 0,0 1 0,-1 0 0,1-1 0,0 1 0,-1 0 0,1-1 0,0 1 0,-1-1 0,1 1 0,-1-1 0,1 0 0,-1 1 0,1-1 0,-1 0 0,1 1 0,-1-1 0,0 0 0,1 0 0,0-2 0,14-7 0,-14 9 0,0 1 0,1-1 0,-1 0 0,0 0 0,0 1 0,0-1 0,0 0 0,0 0 0,0 0 0,0 0 0,0 0 0,0 0 0,0 0 0,-1 0 0,1 0 0,0-1 0,-1 1 0,1 0 0,-1 0 0,1-1 0,-1 1 0,0 0 0,1-1 0,-1-2 0,0 1 0,1 0 0,-1 0 0,1 0 0,0-1 0,0 1 0,0 0 0,3-5 0,-3 5 0,1 1 0,-1-1 0,0 0 0,0 0 0,0 0 0,-1 0 0,1-5 0,0 4 0,-1 0 0,1 1 0,-1-1 0,1 0 0,0 1 0,1-1 0,1-4 0,-1 4 0,-1 1 0,0 0 0,0 0 0,0-1 0,0 1 0,0-1 0,0-4 0,7-30 0,-9 33 0,1 5 0,-1 0 0,1-1 0,-1 1 0,1 0 0,-1 0 0,1-1 0,-1 1 0,1 0 0,-1 0 0,1 0 0,-1 0 0,1 0 0,-1 0 0,0 0 0,1 0 0,-1 0 0,1 0 0,-1 0 0,1 0 0,-1 0 0,1 0 0,-1 0 0,1 1 0,-1-1 0,1 0 0,-1 0 0,1 1 0,-1-1 0,1 0 0,0 1 0,-1-1 0,1 0 0,-1 1 0,1-1 0,0 1 0,-1 0 0,-4 10 0,-4 3 0,0 0 0,-13 16 0,-9 11 0,21-17 0,10-21 0,-1 0 0,0 0 0,0 0 0,0 0 0,-1 0 0,1 0 0,-1 0 0,1 0 0,-1-1 0,-4 5 0,3-4 0,0 1 0,-1 0 0,1 0 0,0 0 0,1 1 0,-1-1 0,1 0 0,0 1 0,0 0 0,0 0 0,1-1 0,-2 9 0,3-12 0,1-1 0,-1 1 0,0-1 0,0 1 0,1-1 0,-1 1 0,1 0 0,-1-1 0,0 0 0,1 1 0,-1-1 0,1 1 0,-1-1 0,1 1 0,-1-1 0,1 0 0,0 1 0,-1-1 0,1 0 0,-1 0 0,1 1 0,0-1 0,-1 0 0,1 0 0,0 0 0,-1 0 0,1 0 0,0 0 0,-1 0 0,1 0 0,-1 0 0,2 0 0,24-4 0,14-7 0,-12 3 0,40-17 0,-59 21 0,-1 0 0,0-1 0,0 1 0,0-2 0,-1 1 0,0-1 0,0 0 0,12-14 0,0 8 0,-18 11 0,1 1 0,-1-1 0,1 1 0,-1-1 0,1 0 0,-1 1 0,0-1 0,1 0 0,-1 0 0,0 0 0,0 0 0,0-1 0,1 1 0,-1 0 0,-1 0 0,1-1 0,0 1 0,1-2 0,-3 0 0,1 2 0,1 1 0,-1 0 0,0-1 0,0 1 0,0 0 0,0 0 0,0-1 0,0 1 0,0 0 0,1 0 0,-1-1 0,0 1 0,0 0 0,0 0 0,1-1 0,-1 1 0,0 0 0,0 0 0,1 0 0,-1 0 0,0-1 0,0 1 0,1 0 0,-1 0 0,0 0 0,0 0 0,1 0 0,-1 0 0,0 0 0,1 0 0,-1 0 0,0 0 0,1 0 0,-1 0 0,2 4 0,-1 2 0,0 0 0,1-1 0,-1 1 0,1-1 0,4 8 0,-1 0 0,1-2 0,-4-8 0,-1 0 0,0 0 0,1 0 0,-1 0 0,0 0 0,0 1 0,-1-1 0,1 4 0,0-5 0,-1 0 0,1 0 0,-1 0 0,1 0 0,0 0 0,0-1 0,0 1 0,0 0 0,0 0 0,0-1 0,0 1 0,0-1 0,1 1 0,-1-1 0,1 0 0,-1 1 0,1-1 0,0 0 0,-1 0 0,4 2 0,-2-1 0,1 0 0,0-1 0,0 1 0,-1 0 0,1-1 0,0 0 0,0 0 0,0 0 0,5 0 0,-3-2 0,1 0 0,-1-1 0,0 0 0,1 0 0,-1 0 0,0-1 0,0 0 0,-1 0 0,1 0 0,-1-1 0,1 0 0,-1 0 0,8-7 0,-9 7 0,1 0 0,0-1 0,-1 1 0,0-1 0,1 0 0,-1-1 0,-1 1 0,1-1 0,-1 1 0,3-9 0,2-15 0,21-50 0,5-16 0,10-44 0,-1 4 0,-29 96 0,-10 30 0,0 0 0,-1 0 0,0 0 0,-1 0 0,0 0 0,1-12 0,5-18 0,-9 34 0,1 4 0,0 1 0,-1 0 0,1-1 0,0 1 0,0 0 0,0 0 0,-1-1 0,1 1 0,0 0 0,-1 0 0,1-1 0,0 1 0,0 0 0,-1 0 0,1 0 0,0 0 0,-1-1 0,1 1 0,0 0 0,-1 0 0,1 0 0,0 0 0,-1 0 0,1 0 0,0 0 0,-1 0 0,1 0 0,-1 0 0,1 0 0,0 0 0,-1 0 0,1 0 0,0 0 0,-1 1 0,1-1 0,-1 0 0,-2 4 0,-4 7 0,0 1 0,0 0 0,1 0 0,1 0 0,0 1 0,-6 24 0,-3 6 0,11-31 0,0 0 0,1 0 0,-1 24 0,-2 5 0,-24 117 0,27-143 0,-2 0 0,0 0 0,0 0 0,-1 0 0,-10 19 0,-43 65 0,-2 6 0,33-56-5282,27-48 5159,0-1 1,0 0 0,0 0 0,0 0 0,-1 1 0,1-1 0,0 0-1,0 0 1,0 0 0,0 1 0,0-1 0,0 0 0,0 0 0,0 1 0,0-1-1,1 0 1,-1 0 0,0 0 0,0 1 0,0-1 0,0 0 0,0 0-1,0 0 1,0 1 0,0-1 0,1 0 0,-1 0 0,0 0 0,0 1 0,0-1-1,0 0 1,1 0 0,-1 0 0,0 0 0,0 0 0,0 0 0,0 0-1,1 1 1,-1-1 0,0 0 0,0 0 0,1 0 0,-1 0 0,0 0 0,0 0-1,0 0 1,1 0 0,-1 0 0,0 0 0,0 0 0,1 0 0,-1 0-1,0 0 1,0 0 0,0 0 0,1-1 0,-1 1 0,0 0 0,0 0 0,0 0-1,1 0 1,-1 0 0,0 0 0,0-1 0,18-4-5845,-14 3 4740,0 0-1,0 0 1,0 0 0,0-1 0,-1 1-1,1-1 1,2-3 0,3-4-1870</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6.805"/>
    </inkml:context>
    <inkml:brush xml:id="br0">
      <inkml:brushProperty name="width" value="0.035" units="cm"/>
      <inkml:brushProperty name="height" value="0.035" units="cm"/>
    </inkml:brush>
  </inkml:definitions>
  <inkml:trace contextRef="#ctx0" brushRef="#br0">49 99 768,'-3'-5'1275,"0"1"-1,0-1 1,1 0-1,-1 0 1,1 0 0,0 0-1,0 0 1,-1-8-1,0-11 8382,3 23-9299,0 0-1,0 0 0,-1 0 1,1 0-1,0 1 0,-1-1 1,1 0-1,-1 0 0,1 0 1,-1 1-1,1-1 0,-1 0 1,0 1-1,1-1 0,-1 0 1,0 1-1,0-1 1,1 1-1,-1-1 0,0 1 1,0 0-1,0-1 0,1 1 1,-3-1-1,0-3 1544,-1 3-1837,10 2-63,5 1 0,-1 0 0,1 0 0,0-1 0,0-1 0,14 0 0,35 2 0,-28 2 0,-16-2 0,29 7 0,-39-8 0,-1 1 0,0 0 0,1 1 0,-1-1 0,0 1 0,-1 0 0,1 0 0,8 8 0,-8-6 0,0 0 0,0 0 0,-1 1 0,0-1 0,0 1 0,4 9 0,-6-12 0,-1 1 0,1 0 0,-1-1 0,0 1 0,0 0 0,-1-1 0,1 1 0,-1 0 0,1 0 0,-1 0 0,0 0 0,-1 0 0,1-1 0,-2 6 0,-1 3 0,0 1 0,-1-1 0,0 0 0,-1 0 0,-1-1 0,0 0 0,-13 20 0,3 0 0,23-31 0,13-9-2619,1-11-5582,-8 6 5463,0 2-302,-10 11 2368,-1-1 1,0 0-1,1 1 0,-1-1 0,0-1 1,0 1-1,0 0 0,-1 0 0,1-1 1,0 1-1,-1-1 0,2-3 0,-1-10-3603</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6.988"/>
    </inkml:context>
    <inkml:brush xml:id="br0">
      <inkml:brushProperty name="width" value="0.035" units="cm"/>
      <inkml:brushProperty name="height" value="0.035" units="cm"/>
    </inkml:brush>
  </inkml:definitions>
  <inkml:trace contextRef="#ctx0" brushRef="#br0">67 42 1944,'-1'-15'11387,"-5"5"-4082,1 8-5318,1-1 0,-1 1 1,0 0-1,1 0 0,-9-1 1,13 3-1922,-8-3 85,7 3-126,-7 5-60,2-1 35,12 2-69,8 4-3838,2 1-4689,-3-5 5989,22 5-6570,-18-6 4351</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7.366"/>
    </inkml:context>
    <inkml:brush xml:id="br0">
      <inkml:brushProperty name="width" value="0.035" units="cm"/>
      <inkml:brushProperty name="height" value="0.035" units="cm"/>
    </inkml:brush>
  </inkml:definitions>
  <inkml:trace contextRef="#ctx0" brushRef="#br0">188 12 1704,'4'-2'5663,"15"-7"16735,-16 9-19396,-5 5-3002,0-1 0,-1 0 0,0 0 0,1 0 0,-1 0 0,0 0 0,-1-1 0,-3 4 0,-76 52 0,74-52 0,-3 3 0,-1 1 0,1 0 0,1 0 0,-20 27 0,29-35 0,0 1 0,0 0 0,1 1 0,-1-1 0,1 0 0,0 0 0,0 1 0,0-1 0,1 0 0,0 1 0,-1-1 0,1 1 0,1-1 0,-1 0 0,1 1 0,0-1 0,1 6 0,-1-7 0,1 1 0,-1-1 0,0 0 0,1 0 0,-1 0 0,1 0 0,0 0 0,0-1 0,0 1 0,1 0 0,-1-1 0,0 0 0,1 1 0,0-1 0,0 0 0,-1 0 0,1-1 0,0 1 0,0 0 0,1-1 0,-1 0 0,0 0 0,0 0 0,5 1 0,9 1 0,0-1 0,0-1 0,1 0 0,-1-1 0,0-1 0,26-4 0,24-12 0,-24-5 0,-43 22-21,1 0 0,-1 0-1,0 0 1,0 0 0,0-1 0,0 1 0,0 0 0,1 0-1,-1 0 1,0 0 0,0 0 0,0 0 0,0 0-1,0-1 1,0 1 0,1 0 0,-1 0 0,0 0 0,0 0-1,0 0 1,0-1 0,0 1 0,0 0 0,0 0 0,0 0-1,0 0 1,0-1 0,0 1 0,0 0 0,0 0-1,0 0 1,0 0 0,0-1 0,0 1 0,0 0 0,0 0-1,0 0 1,0 0 0,0 0 0,0-1 0,-8-4-2018,-13 0-2150,19 5 3288,-22 0-3333,13-2-1004</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7.958"/>
    </inkml:context>
    <inkml:brush xml:id="br0">
      <inkml:brushProperty name="width" value="0.035" units="cm"/>
      <inkml:brushProperty name="height" value="0.035" units="cm"/>
    </inkml:brush>
  </inkml:definitions>
  <inkml:trace contextRef="#ctx0" brushRef="#br0">1 141 1008,'12'-17'9487,"-11"14"-7079,0 1-1,0-1 1,-1 0-1,1 0 1,0 0-1,-1 0 1,0 0-1,0-4 1,2 6-1852,0 1-552,0 0 1,0 0-1,0 0 0,0 0 0,0 1 1,0-1-1,-1 0 0,1 1 1,0 0-1,0 0 0,0-1 0,1 2 1,4 2-13,0-1 8,-1 0 0,1 0 0,-1 1 0,0 0 0,0 1 0,0-1 0,0 1 0,-1 1 0,0-1 0,0 0 0,0 1 0,-1 0 0,0 0 0,0 1 0,-1-1 0,1 1 0,-1 0 0,-1 0 0,1 0 0,-1 0 0,0 0 0,-1 0 0,1 14 0,-2-12 0,1 1 0,-1 0 0,0 0 0,-1 0 0,0 0 0,0 0 0,-1 0 0,0 0 0,-1 0 0,-7 15 0,-37 72 0,37-77 0,8-14 0,0-1 0,-1 0 0,0 1 0,-6 7 0,7-11 0,0 1 0,0-1 0,0 1 0,1-1 0,-1 1 0,1 0 0,0 0 0,0 0 0,0 0 0,0 0 0,-1 5 0,3-31 0,0 1 0,8-43 0,-2 31 0,3 0 0,1 0 0,1 1 0,2 0 0,34-58 0,-29 60 0,-11 16 0,1 1 0,0 1 0,1 0 0,13-15 0,0 0 0,-21 24 0,1 0 0,0 0 0,0 1 0,0-1 0,0 1 0,0-1 0,1 1 0,0 0 0,-1 0 0,1 1 0,8-5 0,-9 4 0,-3 3 0,1-1 0,-1 1 0,1-1 0,-1 1 0,0-1 0,1 1 0,-1-1 0,1 1 0,-1 0 0,1-1 0,-1 1 0,1 0 0,-1 0 0,1-1 0,-1 1 0,1 0 0,0 0 0,-1 0 0,1-1 0,-1 1 0,1 0 0,0 0 0,-1 0 0,1 0 0,0 0 0,8 1 0,-9-1 0,1 0 0,-1 1 0,1-1 0,-1 0 0,1 0 0,-1 0 0,1 0 0,-1 1 0,1-1 0,-1 0 0,1 0 0,-1 1 0,0-1 0,1 0 0,-1 1 0,0-1 0,1 1 0,-1-1 0,0 0 0,1 1 0,-1-1 0,1 2 0,-2 1 0,1 8 0,0-6 0,1 0 0,-1 0 0,0 0 0,0 0 0,-1 0 0,0-1 0,1 1 0,-2 0 0,1 0 0,0 0 0,-1-1 0,0 1 0,0-1 0,0 1 0,-1-1 0,0 0 0,0 0 0,-3 4 0,-16 14 0,-1-2 0,-1-1 0,-1 0 0,-1-2 0,0-1 0,-51 22 0,67-32 0,4-1 0,12-1-72,20-19-5871,103-24-13174,-102 29 14715</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8.360"/>
    </inkml:context>
    <inkml:brush xml:id="br0">
      <inkml:brushProperty name="width" value="0.035" units="cm"/>
      <inkml:brushProperty name="height" value="0.035" units="cm"/>
    </inkml:brush>
  </inkml:definitions>
  <inkml:trace contextRef="#ctx0" brushRef="#br0">202 37 2369,'33'-26'22378,"-29"21"-17041,1-1-2807,-11 6-2377,3 5-153,3-5 0,-1 1 0,1 0 0,0-1 0,-1 1 0,1 0 0,-1-1 0,1 1 0,-1-1 0,1 1 0,-1-1 0,0 1 0,1-1 0,-1 1 0,1-1 0,-1 0 0,0 1 0,0-1 0,1 0 0,-2 1 0,-2 1 0,-8 8 0,0 0 0,-16 8 0,16-10 0,0 0 0,0 1 0,-14 14 0,-32 30 0,45-41 0,12-11 0,-1 0 0,1 0 0,-1 1 0,1-1 0,-1 1 0,1 0 0,0-1 0,0 1 0,0 0 0,0 0 0,-1 2 0,-3 5 0,-7 13 0,12-22 0,0 1 0,0-1 0,0 0 0,-1 1 0,1-1 0,0 1 0,0-1 0,0 0 0,0 1 0,0-1 0,0 0 0,0 1 0,0-1 0,0 0 0,0 1 0,0-1 0,0 1 0,0-1 0,1 0 0,-1 1 0,0-1 0,0 0 0,0 1 0,0-1 0,1 0 0,-1 1 0,0-1 0,0 0 0,1 0 0,-1 1 0,0-1 0,0 0 0,1 0 0,-1 1 0,0-1 0,1 0 0,-1 0 0,0 0 0,1 0 0,-1 1 0,0-1 0,1 0 0,-1 0 0,0 0 0,1 0 0,-1 0 0,1 0 0,-1 0 0,0 0 0,1 0 0,0 0 0,15-1 0,1-1 0,0 0 0,-1-1 0,1 0 0,27-11 0,78-39 0,-94 39 0,25-19 0,-44 24 0,-8 8 0,4 1 0,-2 7 0,-4-4 0,-3 14 0,3-15 0,0 0 0,1-1 0,-1 1 0,1 0 0,-1 0 0,1 0 0,-1 0 0,1 0 0,0 3 0,0-3-2,0-1 0,0 1 1,-1 0-1,1 0 0,1 0 0,-1 0 1,0-1-1,0 1 0,1 0 0,-1 0 0,1 0 1,-1-1-1,1 1 0,0 0 0,0-1 1,0 1-1,0-1 0,0 1 0,0-1 0,0 1 1,0-1-1,1 0 0,1 2 0,-3-3-124,1 1 0,-1-1 0,0 0 0,0 0 1,0 0-1,1 0 0,-1 1 0,0-1 0,0 0 0,0 0 0,1 0 0,-1 1 0,0-1 0,0 0 0,0 0 0,0 1 0,0-1 0,0 0 0,1 0 0,-1 1 0,0-1 0,0 0 0,0 0 0,0 1 0,0-1 0,0 0 0,0 0 0,0 1 0,0-1 0,0 0 1,-1 1-1,1-1 64,0 0 0,0 0 1,0 1-1,0-1 0,0 0 1,0 0-1,0 0 1,0 0-1,0 1 0,0-1 1,0 0-1,1 0 0,-1 0 1,0 0-1,0 1 1,0-1-1,0 0 0,0 0 1,0 0-1,0 0 0,0 1 1,0-1-1,1 0 1,-1 0-1,0 0 0,0 0 1,0 0-1,0 0 1,0 1-1,1-1 0,-1 0 1,0 0-1,0 0 0,0 0 1,1 0-1,-1 0 1,0 0-1,0 0 0,0 0 1,0 0-1,1 0 0,-1 0 1,0 0-1,0 0 1,0 0-1,1 0 0,-1 0 1,0 0-1,0 0 0,0 0 1,0 0-1,1 0 1,-1-1-1,0 1 0,0 0 1,5-1-1587,0 0-1,0 0 1,0 0 0,-1-1 0,1 0-1,6-3 1,10-4-1700,-15 7 2469,6-1-990,0-1 1,-1 0 0,19-11-1,-14 5 673</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8.870"/>
    </inkml:context>
    <inkml:brush xml:id="br0">
      <inkml:brushProperty name="width" value="0.035" units="cm"/>
      <inkml:brushProperty name="height" value="0.035" units="cm"/>
    </inkml:brush>
  </inkml:definitions>
  <inkml:trace contextRef="#ctx0" brushRef="#br0">210 433 24,'15'-10'1907,"0"-2"0,-1 1 0,19-20 0,4-16 6357,-28 35-4091,0-1 0,15-13 0,-8 9 112,-16 12-4238,-7 0-47,-2 4 0,0 1 0,4 0 0,-1 1 0,0-1 0,1 1 0,-1 0 0,1 1 0,-1-1 0,1 1 0,-9 4 0,-6 2 0,-2 0 0,-1 2 0,1 0 0,-32 22 0,-36 33 0,76-54 0,-18 20 0,30-28 0,0-1 0,0 0 0,0 1 0,0 0 0,0-1 0,1 1 0,-1 0 0,1 0 0,0 0 0,0 0 0,0 0 0,0 4 0,0-6 0,1 4 0,9 4 0,-6-7 0,-1-1 0,0 1 0,1-1 0,-1 0 0,1 0 0,0 0 0,-1-1 0,1 1 0,0 0 0,0-1 0,-1 0 0,1 0 0,5 0 0,4-1 0,0 0 0,0 0 0,0-2 0,0 1 0,0-2 0,-1 1 0,1-2 0,-1 1 0,0-2 0,0 1 0,-1-2 0,0 1 0,19-16 0,-23 16 0,1-1 0,-1 1 0,0-1 0,0 0 0,-1 0 0,0 0 0,0-1 0,-1 0 0,6-16 0,-6 14 0,0 0 0,0 1 0,0 0 0,12-17 0,-8 14 0,-1 1 0,6-16 0,39-82 0,-50 104 0,1 0 0,0 1 0,0-1 0,7-7 0,-7 8 0,0 1 0,0-1 0,0 0 0,-1 0 0,0 0 0,3-6 0,4-7 0,-8 15 0,0 1 0,0-1 0,0 0 0,0 0 0,0 0 0,0 0 0,0 0 0,-1 0 0,1 0 0,-1 0 0,0 0 0,1-1 0,-1 1 0,0-3 0,0 2 0,-2 6 0,-1 2 0,0 1 0,0-1 0,1 0 0,-1 1 0,-2 8 0,-9 21 0,2-13 0,1 1 0,1 0 0,0 0 0,-9 44 0,3-25 0,13-36 0,1 0 0,-1 0 0,1 0 0,0 0 0,0 0 0,1 1 0,-2 12 0,-1 4 0,3-20 0,0 0 0,1 0 0,-1 0 0,1 0 0,-1-1 0,1 1 0,0 0 0,0 0 0,0 0 0,1 3 0,1 2-444,0-1-1,0 0 1,1 0 0,6 13 0,-8-18 279,0-1 1,1 1-1,-1-1 0,0 1 1,1-1-1,-1 1 1,1-1-1,-1 0 1,1 0-1,-1 0 1,1 0-1,0 0 1,0 0-1,0 0 1,-1 0-1,1-1 1,0 1-1,0-1 1,0 0-1,0 1 1,0-1-1,4 0 1,25-1-6602,0-1 0,54-11 0,-59 7 3295</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9.650"/>
    </inkml:context>
    <inkml:brush xml:id="br0">
      <inkml:brushProperty name="width" value="0.035" units="cm"/>
      <inkml:brushProperty name="height" value="0.035" units="cm"/>
    </inkml:brush>
  </inkml:definitions>
  <inkml:trace contextRef="#ctx0" brushRef="#br0">400 397 3177,'9'-18'5080,"-8"10"-892,0-1-1,-1 0 1,0 1 0,-1-12-1,0 1-615,1 19-3572,0-1 0,0 1 0,0 0 0,0-1 0,0 1 0,0 0 0,0-1 0,0 1 0,0 0 0,-1-1 0,1 1 0,0 0 0,0-1 0,0 1 0,0 0 0,-1 0 0,1-1 0,0 1 0,0 0 0,0 0 0,-1-1 0,1 1 0,0 0 0,-1 0 0,1 0 0,0 0 0,-1-1 0,-4-3 0,5 4 0,0-1 0,-1 1 0,1-1 0,0 1 0,0 0 0,-1-1 0,1 1 0,0 0 0,-1-1 0,1 1 0,0 0 0,-1-1 0,1 1 0,-1 0 0,1 0 0,0-1 0,-1 1 0,1 0 0,-1 0 0,1 0 0,-1-1 0,1 1 0,-1 0 0,1 0 0,-1 0 0,1 0 0,-1 0 0,1 0 0,0 0 0,-1 0 0,1 0 0,-1 0 0,1 1 0,-1-1 0,1 0 0,-1 0 0,0 1 0,-21 1 0,0 0 0,1 2 0,-1 1 0,1 0 0,-39 17 0,2-3 0,41-12 0,1 0 0,0 1 0,0 1 0,0 1 0,1 0 0,-17 15 0,29-23 0,1 0 0,0 0 0,0 0 0,0 0 0,0 1 0,0-1 0,1 0 0,-1 1 0,1 0 0,-1-1 0,1 1 0,-1 3 0,0 1 0,1 0 0,0-1 0,1 1 0,0 8 0,0-14 0,0 3 0,2 2 0,13 5 0,-10-9 0,-1 0 0,1 0 0,0 0 0,0 0 0,-1-1 0,1 0 0,0 0 0,0 0 0,0-1 0,0 0 0,0 0 0,0 0 0,0 0 0,0-1 0,0 0 0,5-1 0,8-3 0,0-1 0,32-16 0,-42 17 0,0 0 0,0 0 0,-1-1 0,1-1 0,-2 1 0,1-1 0,-1 0 0,0-1 0,0 1 0,-1-1 0,7-13 0,23-76 0,-18 26 0,-7 43 0,-2 2 0,2 1 0,21-42 0,-21 50 0,25-36 0,-19 31 0,-16 22 0,0 0 0,0 0 0,-1 0 0,1 0 0,0 0 0,0-1 0,0 1 0,-1 0 0,1 0 0,0 0 0,0 0 0,0 0 0,-1 0 0,1 0 0,0 0 0,0 0 0,0 0 0,-1 0 0,1 0 0,0 0 0,0 0 0,-1 0 0,1 0 0,0 0 0,0 1 0,0-1 0,0 0 0,-1 0 0,1 0 0,0 0 0,0 0 0,0 0 0,-1 1 0,1-1 0,0 0 0,0 0 0,0 0 0,0 0 0,0 1 0,0-1 0,0 0 0,-1 0 0,1 0 0,0 0 0,0 1 0,0-1 0,0 0 0,0 0 0,0 1 0,0-1 0,0 0 0,0 0 0,0 0 0,0 1 0,0-1 0,0 0 0,0 0 0,0 0 0,0 1 0,0-1 0,1 0 0,-1 1 0,-1 1 0,1 1 0,-1 0 0,1 0 0,-1 0 0,0 0 0,0 0 0,-2 3 0,1-3 0,1 0 0,-1 0 0,1 1 0,0-1 0,0 1 0,1-1 0,-2 6 0,2-3 0,-1-1 0,1 1 0,-1-1 0,-1 0 0,1 1 0,-4 5 0,-3 17 0,-13 32 0,14-44 0,1 1 0,-4 19 0,-24 72 0,31-99 0,0 0 0,-1 0 0,-4 10 0,-9 22 0,17-40 0,-2 3 0,1 0 0,0 0 0,1 0 0,-1 0 0,1 0 0,0 7 0,0-10 0,0 0 0,1 0 0,-1 0 0,0 0 0,1 1 0,-1-1 0,1 0 0,-1 0 0,1 0 0,0 0 0,0 0 0,-1 0 0,1 0 0,0-1 0,0 1 0,0 0 0,0 0 0,0-1 0,0 1 0,0 0 0,0-1 0,0 1 0,0-1 0,0 1 0,0-1 0,0 0 0,1 1 0,-1-1 0,1 0 0,8 1 0,-1 0 0,1 0 0,-1-2 0,1 1 0,-1-1 0,0 0 0,1-1 0,-1 0 0,12-4 0,8-4 0,44-23 0,-60 27 0,-1-1 0,-1 1 0,1-2 0,-1 0 0,17-16 0,14-24 0,-28 32 0,-9 11 0,-1-1 0,1 0 0,-1 0 0,0 0 0,5-10 0,7-4 0,-9 12 0,-5 3 0,-4 1 0,2 3 0,0 1 0,0 0 0,-1 0 0,1 0 0,0 0 0,0 0 0,0 0 0,-1 0 0,1 0 0,0-1 0,0 1 0,0 0 0,-1 0 0,1 0 0,0 0 0,0 0 0,-1 0 0,1 0 0,0 0 0,0 0 0,0 1 0,-1-1 0,1 0 0,0 0 0,0 0 0,-1 0 0,1 0 0,0 0 0,0 0 0,0 0 0,0 1 0,-1-1 0,1 0 0,0 0 0,0 0 0,0 1 0,-2 2 0,-11 10 0,11-6 0,2-6 0,-1 1 0,1-1 0,0 1 0,-1 0 0,1 0 0,-1-1 0,1 1 0,-1 0 0,0-1 0,1 1 0,-1 0 0,-2 2 0,2-3 0,0 1 0,0-1 0,0 1 0,0-1 0,0 1 0,1-1 0,-1 1 0,1-1 0,-1 1 0,1 0 0,-1 2 0,-7 29 0,-1 5 0,8-30 0,1-5 0,-1 0 0,1 1 0,0-1 0,0 0 0,0 0 0,1 0 0,0 4 0,-1-6 0,0-1 0,0 0 0,1 1 0,-1-1 0,0 0 0,0 1 0,0-1 0,1 0 0,-1 1 0,0-1 0,1 0 0,-1 1 0,0-1 0,0 0 0,1 0 0,-1 1 0,1-1 0,-1 0 0,0 0 0,1 0 0,-1 0 0,0 1 0,1-1 0,-1 0 0,1 0 0,0 0 0,1 0 0,-1 0 0,0-1 0,1 1 0,-1 0 0,0-1 0,1 1 0,-1-1 0,0 1 0,0-1 0,0 0 0,2 0 0,18-15-4872,30-29-17526,-45 40 21418,3-5-2897</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8:59.807"/>
    </inkml:context>
    <inkml:brush xml:id="br0">
      <inkml:brushProperty name="width" value="0.035" units="cm"/>
      <inkml:brushProperty name="height" value="0.035" units="cm"/>
    </inkml:brush>
  </inkml:definitions>
  <inkml:trace contextRef="#ctx0" brushRef="#br0">15 65 2745,'1'-1'750,"1"-1"1,-1 1-1,-1-1 1,1 1 0,0-1-1,0 1 1,-1-1-1,1 0 1,0-3-1,-1 5-500,1-1 0,-1 1 0,0-1-1,0 0 1,0 1 0,0-1 0,-1 1-1,1-1 1,0 1 0,0-1 0,0 1-1,0-1 1,0 1 0,-1-1-1,1 1 1,0-1 0,0 1 0,-1 0-1,1-1 1,0 1 0,-1-1 0,1 1-1,0 0 1,-1-1 0,1 1-1,-1 0 1,1-1 0,-1 1 0,1 0-1,0 0 1,-1-1 0,1 1 0,-2 0-1,1-1 185,0 1 0,0 0 0,0-1 0,0 1 0,0-1 0,1 1 0,-1-1 0,0 0 0,0 1 0,0-1 0,0 0 0,1 0 0,-1 1 0,0-1 0,0-1 0,1 1-252,0 1 1,0-1 0,-1 1-1,1-1 1,0 1 0,0-1-1,0 1 1,0-1 0,0 1-1,0-1 1,0 1 0,0-1-1,0 1 1,0-1 0,1 1-1,-1-1 1,0 1 0,0-1-1,0 1 1,1-1-1,-1 1 1,0-1 0,0 1-1,1 0 1,-1-1 0,0 1-1,1-1 1,-1 1 0,1 0-1,-1-1 1,0 1 0,1 0-1,-1-1 1,1 1 0,0 0-1,3-4 254,-8 3-524,3 1-800</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0.615"/>
    </inkml:context>
    <inkml:brush xml:id="br0">
      <inkml:brushProperty name="width" value="0.035" units="cm"/>
      <inkml:brushProperty name="height" value="0.035" units="cm"/>
    </inkml:brush>
  </inkml:definitions>
  <inkml:trace contextRef="#ctx0" brushRef="#br0">394 0 2945,'-2'3'8556,"-6"11"-1648,1-7-3296,-4 7 2128,10-10-5220,-2 0 1,1 0-1,0-1 1,-1 1-1,1-1 1,-7 7-1,-11 13 843,-40 64-1363,31-53 0,23-28 0,0 1 0,1-1 0,0 1 0,-5 8 0,4-6 0,1-1 0,-2-1 0,1 1 0,-12 10 0,-8 8 0,26-26 0,0 0 0,1 0 0,-1 0 0,0 0 0,0 0 0,1 0 0,-1 0 0,0 0 0,0 0 0,1 0 0,-1 0 0,0 0 0,0 0 0,0 0 0,1 0 0,-1 0 0,0 1 0,0-1 0,0 0 0,1 0 0,-1 0 0,0 0 0,0 0 0,0 0 0,1 1 0,-1-1 0,0 0 0,0 0 0,0 0 0,0 1 0,0-1 0,1 0 0,-1 0 0,0 0 0,0 1 0,0-1 0,0 0 0,0 0 0,0 1 0,0-1 0,0 0 0,0 0 0,0 0 0,0 1 0,0-1 0,0 0 0,0 0 0,0 1 0,0-1 0,0 0 0,0 0 0,0 1 0,0-1 0,-1 0 0,1 0 0,0 0 0,0 1 0,0-1 0,0 0 0,0 0 0,-1 0 0,1 0 0,0 1 0,-1-1 0,3 0 0,32-19 0,-20 12 0,-1 0 0,24-19 0,-31 22 0,1 0 0,-1 0 0,1 0 0,8-3 0,-7 4 0,-1 0 0,1-1 0,-1 0 0,9-7 0,5-5 0,35-18 0,-22 13 0,-24 10 0,-2 7 0,-8 4 0,1 0 0,-1 0 0,0 0 0,1 0 0,-1 0 0,1 0 0,-1 0 0,0 0 0,1 0 0,-1 1 0,1-1 0,-1 0 0,0 0 0,1 1 0,-1-1 0,0 0 0,1 0 0,-1 1 0,0-1 0,0 0 0,1 1 0,-1-1 0,0 0 0,0 1 0,1-1 0,-1 0 0,0 1 0,0-1 0,0 1 0,0-1 0,0 0 0,0 1 0,0-1 0,0 1 0,1-1 0,-1 1 0,-1-1 0,1 0 0,0 1 0,0-1 0,0 1 0,-1 13 0,1-4 0,2 18 0,-2-27 0,0 0 0,1-1 0,-1 1 0,0 0 0,1 0 0,-1 0 0,1 0 0,-1 0 0,1 0 0,-1-1 0,1 1 0,0 0 0,-1 0 0,1-1 0,0 1 0,0 0 0,-1-1 0,1 1 0,0-1 0,0 1 0,0-1 0,0 0 0,1 1 0,0 1 0,-1-1 0,-1-1 0,1 1 0,-1-1 0,1 1 0,-1-1 0,1 1 0,-1-1 0,1 1 0,-1-1 0,1 0 0,0 1 0,-1-1 0,1 0 0,0 1 0,-1-1 0,1 0 0,0 0 0,-1 0 0,1 0 0,0 0 0,-1 0 0,1 0 0,0 0 0,1 0 0,4 1 0,1 0 0,0-1 0,0 0 0,0 0 0,0-1 0,0 0 0,0 0 0,-1-1 0,11-3 0,9-4 0,26-14 0,-45 20 0,3-3 0,0 0 0,-1-1 0,1 0 0,-2 0 0,1-1 0,-1 0 0,0 0 0,7-10 0,-12 13 0,0 1 0,0-1 0,-1 1 0,1-1 0,-1 0 0,0 0 0,0 0 0,-1 0 0,1 0 0,-1 0 0,0 0 0,-1-1 0,1-6 0,-3 6 0,-5 3 0,2 3 0,0 1 0,-1 0 0,1 0 0,0 0 0,0 1 0,0 0 0,0 0 0,1 0 0,-1 0 0,0 1 0,1 0 0,0 0 0,-8 6 0,3 0 0,0 0 0,0 0 0,1 1 0,-12 17 0,13-15 0,-1-2 0,2 1 0,-1 0 0,1 0 0,1 0 0,0 1 0,-5 17 0,-2 3 0,10-28 0,0 0 0,1 0 0,-1 1 0,1-1 0,0 0 0,0 1 0,0-1 0,0 6 0,0 3 0,-1 0 0,0 0 0,-6 23 0,2-13 0,2-13 0,0 0 0,0 0 0,-1 0 0,0-1 0,-1 1 0,0-1 0,-14 16 0,-4 6 0,15-19 0,-1-1 0,0-1 0,-20 16 0,4-2 0,-25 15 0,41-31 0,1 0 0,-2 0 0,1-1 0,-1 0 0,0 0 0,-1-2 0,-12 6 0,-8 1 0,-46 11 0,72-21 0,0 0 0,0-1 0,0 0 0,-1 0 0,1 0 0,0-1 0,0 0 0,0 0 0,-1-1 0,1 0 0,0 0 0,0 0 0,0-1 0,0 1 0,-8-5 0,13 5 0,0 0 0,0 0 0,0 0 0,0 0 0,0 0 0,1 0 0,-1 0 0,0-1 0,1 1 0,-1 0 0,0 0 0,1-1 0,0 1 0,-1 0 0,1-1 0,0 1 0,0-1 0,0 1 0,-1 0 0,2-1 0,-1 1 0,0-1 0,0 1 0,0 0 0,1-1 0,-1 1 0,0 0 0,1-1 0,-1 1 0,1 0 0,0 0 0,-1-1 0,3-1 0,1-4 0,0-1 0,1 1 0,0 0 0,7-7 0,18-17 0,2 0 0,0 2 0,3 2 0,0 1 0,1 1 0,58-28 0,-65 38 0,0 2 0,2 1 0,0 1 0,0 1 0,36-5 0,-66 15 0,4-1 0,0 0 0,1 0 0,-1 0 0,9-4 0,-13 5-4,-1-1 1,0 1-1,0 0 1,0 0-1,1-1 0,-1 1 1,0 0-1,0 0 1,1-1-1,-1 1 0,0 0 1,1 0-1,-1 0 1,0 0-1,1 0 1,-1 0-1,0-1 0,0 1 1,1 0-1,-1 0 1,0 0-1,1 0 0,-1 0 1,1 0-1,-1 0 1,0 0-1,1 0 0,-1 1 1,0-1-1,0 0 1,1 0-1,-1 0 0,0 0 1,1 0-1,-1 0 1,0 1-1,1-1 0,5 0-1223,4-4-3787</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1.541"/>
    </inkml:context>
    <inkml:brush xml:id="br0">
      <inkml:brushProperty name="width" value="0.035" units="cm"/>
      <inkml:brushProperty name="height" value="0.035" units="cm"/>
    </inkml:brush>
  </inkml:definitions>
  <inkml:trace contextRef="#ctx0" brushRef="#br0">2 111 3809,'-2'12'19473,"8"-10"-17432,16 0 988,27-2 1344,-46 0-4331,107-3-42,-1-6 0,113-22 0,-208 29 0,0-1 0,-1 0 0,0-1 0,1-1 0,14-6 0,-29 10 0,-1 0 0,1 0 0,0 0 0,0 0 0,-1 0 0,1 0 0,0 0 0,-1 1 0,1-1 0,-1 1 0,1-1 0,-1 1 0,1-1 0,-3 1 0,-8-5 0,-20-3 0,26 8 0,1-1 0,0 0 0,0-1 0,0 1 0,0-1 0,-9-4 0,-19-6 0,33 8 0,0 4 0,1 0 0,-1-1 0,1 1 0,-1 0 0,1 0 0,-1-1 0,1 1 0,-1 0 0,1 0 0,-1 0 0,1 0 0,-1-1 0,1 1 0,-1 0 0,1 0 0,-1 0 0,1 0 0,-1 0 0,1 1 0,0-1 0,-1 0 0,1 0 0,-1 0 0,1 0 0,-1 0 0,1 1 0,-1-1 0,0 0 0,1 1 0,0-1 0,12 4 0,-1 0 0,1 1 0,-1 0 0,0 1 0,14 9 0,-23-13 0,0 0 0,-1 0 0,1 0 0,-1 0 0,0 1 0,0-1 0,0 1 0,0-1 0,0 1 0,0 0 0,-1 0 0,1 0 0,-1-1 0,0 1 0,1 1 0,-2-1 0,1 0 0,0 0 0,-1 0 0,1 0 0,-1 1 0,0-1 0,0 0 0,0 0 0,0 1 0,-1-1 0,-1 6 0,0-4 0,0 0 0,-1 0 0,0 0 0,0-1 0,0 1 0,-5 5 0,-3 4 0,0 0 0,-1 0 0,-22 18 0,23-22 0,-9 5 10,17-13-17,0 0-1,0 0 1,0 0-1,0 1 0,1-1 1,-4 4-1,1 0 1813,-2-1-3436,-3 5-10414,25-10-2449,0-4 8871</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3.468"/>
    </inkml:context>
    <inkml:brush xml:id="br0">
      <inkml:brushProperty name="width" value="0.035" units="cm"/>
      <inkml:brushProperty name="height" value="0.035" units="cm"/>
    </inkml:brush>
  </inkml:definitions>
  <inkml:trace contextRef="#ctx0" brushRef="#br0">1 221 816,'26'-4'6131,"87"-30"11841,-107 31-16641,0 0 1,0 0-1,0 0 0,8-6 1,1-1-141,-8 9-1191,1 2 0,-7 3 0,-1-2 0,0-1 0,0 0 0,1 1 0,-1-1 0,0 0 0,1 0 0,-1 1 0,1-1 0,-1 0 0,1 0 0,0 0 0,-1 0 0,1 1 0,0-1 0,0 0 0,0 0 0,1 1 0,3 3 0,3 10 0,-1 0 0,7 19 0,2-5 0,-14-25 0,1 0 0,-1 0 0,1 0 0,-1 1 0,2 5 0,25 60 0,-28-67 0,1 0 0,-1 0 0,1 0 0,0 0 0,0-1 0,4 5 0,-5-6 0,1 1 0,0 0 0,-1 0 0,1 0 0,-1 0 0,0 0 0,0 0 0,0 0 0,0 0 0,0 0 0,0 1 0,0-1 0,0 3 0,-2-4 0,1 1 0,10 6 0,-9-8 0,1 1 0,-1-1 0,1 1 0,-1-1 0,1 0 0,-1 1 0,1-1 0,0 0 0,-1 0 0,1 0 0,-1-1 0,1 1 0,-1 0 0,1 0 0,-1-1 0,1 1 0,-1-1 0,1 0 0,-1 1 0,1-1 0,-1 0 0,0 0 0,1 0 0,-1 0 0,0 0 0,0 0 0,0 0 0,2-2 0,-3 3 0,25-32 0,70-49 0,-78 67 0,26-27 0,-32 28 0,1 1 0,1 0 0,23-15 0,14-12 0,-48 36 0,-2 12 0,0-1 0,0 3 0,0 1 0,0-1 0,-2 1 0,-3 20 0,3-23 0,0 1 0,1-1 0,1 1 0,0-1 0,2 18 0,-1 3 0,-1 8 0,0-35 0,0-3 0,0 0 0,0 1 0,0-1 0,0 0 0,1 0 0,-1 0 0,0 1 0,0-1 0,1 0 0,-1 0 0,0 0 0,0 0 0,0 0 0,1 1 0,-1-1 0,0 0 0,0 0 0,1 0 0,-1 0 0,0 0 0,1 0 0,-1 0 0,0 0 0,0 0 0,1 0 0,-1 0 0,0 0 0,0 0 0,1 0 0,-1 0 0,0-1 0,0 1 0,1 0 0,-1 0 0,0 0 0,0 0 0,1 0 0,3-2 0,0 1 0,0-1 0,0 1 0,0-1 0,0 0 0,4-4 0,2 1 0,51-29 0,-57 32 0,1 0 0,-1 0 0,0-1 0,0 0 0,0 0 0,4-4 0,12-8 0,23-23 0,-35 32 0,0 0 0,-1 0 0,0-1 0,11-12 0,-12 11 0,1 0 0,0 1 0,1 0 0,13-10 0,13-2 0,-24 11 0,-11 5 0,2 0 0,-1 3 0,0 0 0,0 0 0,1 0 0,-1 0 0,0 0 0,0 0 0,1 0 0,-1-1 0,0 1 0,0 0 0,1 0 0,-1 0 0,0 0 0,0 0 0,1 0 0,-1 0 0,0 0 0,0 0 0,1 1 0,-1-1 0,0 0 0,0 0 0,1 0 0,-1 0 0,0 0 0,0 0 0,0 0 0,1 1 0,-1-1 0,0 0 0,1 3 0,24 36 0,-20-32 0,0 1 0,0-1 0,-1 1 0,3 9 0,10 16 0,-13-27 0,-1 0 0,-1 0 0,1 0 0,1 7 0,-3-9 0,0-1 0,0 1 0,0 0 0,1-1 0,-1 1 0,1 0 0,0-1 0,0 0 0,0 1 0,1-1 0,-1 0 0,1 0 0,0-1 0,-1 1 0,7 3 0,-7-4 0,1 0 0,0 1 0,1-1 0,-1 0 0,1 0 0,0-1 0,0 1 0,0-1 0,-1 1 0,1-1 0,0-1 0,1 1 0,-1 0 0,5-1 0,8 0 0,0-1 0,0-1 0,0 0 0,-1-1 0,19-6 0,-27 6 0,1 0 0,-1-1 0,0 1 0,0-2 0,0 1 0,-1-1 0,1 0 0,-1 0 0,0-1 0,-1 0 0,8-9 0,-11 11 0,-1 0 0,1-1 0,-1 1 0,0-1 0,-1 1 0,1-1 0,-1 1 0,0-1 0,0 0 0,0 0 0,0-5 0,-2-63 0,0 37 0,1 35 0,0 0 0,1 0 0,-1 0 0,0 0 0,0 1 0,0-1 0,1 0 0,-1 0 0,0 0 0,0 0 0,0 1 0,0-1 0,-1 0 0,1 0 0,0 0 0,0 0 0,0 1 0,-1-1 0,1 0 0,0 0 0,-1 0 0,1 1 0,-1-1 0,1 0 0,-1 1 0,1-1 0,-1 0 0,1 1 0,-1-1 0,0 1 0,1-1 0,-1 1 0,-1-2 0,-7-2 0,9 4 0,0 0 0,0-1 0,0 1 0,-1 0 0,1 0 0,0 0 0,0 0 0,0 0 0,-1-1 0,1 1 0,0 0 0,0 0 0,0 0 0,-1 0 0,1 0 0,0 0 0,0 0 0,-1 0 0,1 0 0,0 0 0,0 0 0,-1 0 0,1 0 0,0 0 0,0 0 0,-1 0 0,1 0 0,0 0 0,0 0 0,-1 0 0,1 0 0,0 1 0,0-1 0,0 0 0,-1 0 0,1 0 0,0 0 0,0 0 0,0 1 0,0-1 0,-1 0 0,1 0 0,0 0 0,0 1 0,0-1 0,0 0 0,0 0 0,0 1 0,-1-1 0,1 0 0,0 0 0,0 0 0,0 1 0,0-1 0,0 1 0,-1-1 0,-54 38 0,49-34 0,0 1 0,0 0 0,1 0 0,0 1 0,0-1 0,0 1 0,-4 7 0,-43 63 0,48-68 0,-9 20 0,13-28 0,-1 1 0,1 0 0,0 0 0,0 0 0,0 0 0,0 0 0,0 0 0,0-1 0,0 1 0,0 0 0,0 0 0,0 0 0,1 0 0,-1 0 0,0 0 0,0-1 0,1 1 0,-1 0 0,1 0 0,-1-1 0,1 1 0,-1 0 0,1 0 0,-1-1 0,1 1 0,-1 0 0,1-1 0,0 1 0,1 0 0,8 10 0,-9-11 0,-1 1 0,1 0 0,-1 0 0,1-1 0,-1 1 0,1-1 0,0 1 0,-1 0 0,1-1 0,0 1 0,-1-1 0,1 0 0,0 1 0,0-1 0,-1 1 0,1-1 0,0 0 0,1 1 0,14 1 0,0 0 0,0-1 0,1 0 0,-1-1 0,0-1 0,25-5 0,-9-1 0,0-1 0,35-14 0,-49 15 0,-2 0 0,1 0 0,-1-2 0,0 0 0,-1-1 0,19-15 0,-24 12 0,-9 12 0,1-1 0,-1 0 0,0 1 0,1-1 0,-1 1 0,1-1 0,-1 1 0,4-2 0,-5 2 0,2 1 0,-1-1 0,0 0 0,0 0 0,0 1 0,0-1 0,0 0 0,0 0 0,0 0 0,0 0 0,0 0 0,0-1 0,0 1 0,-1 0 0,1 0 0,0 0 0,-1-1 0,1 1 0,-1-2 0,0 3 0,0-1 0,1 1 0,-1 0 0,0 0 0,0-1 0,0 1 0,0 0 0,0 0 0,0 0 0,0-1 0,0 1 0,0 0 0,0 0 0,1 0 0,-1-1 0,0 1 0,0 0 0,0 0 0,0 0 0,0 0 0,1 0 0,-1-1 0,0 1 0,0 0 0,0 0 0,1 0 0,-1 0 0,0 0 0,0 0 0,1 0 0,-1 0 0,0 0 0,0 0 0,0 0 0,1 0 0,-1 0 0,0 0 0,0 0 0,1 0 0,-1 0 0,0 0 0,0 0 0,0 0 0,1 0 0,-1 0 0,0 0 0,0 0 0,0 0 0,1 0 0,-1 1 0,0-1 0,0 0 0,0 0 0,1 0 0,-1 0 0,0 0 0,0 1 0,0-1 0,0 0 0,0 0 0,0 0 0,1 1 0,12 11 0,-12-11 0,11 25 0,-5-12 0,2 1 0,17 22 0,-25-34 0,1 0 0,1-1 0,-1 1 0,0 0 0,1-1 0,-1 0 0,1 1 0,0-1 0,-1 0 0,1 0 0,0-1 0,0 1 0,1-1 0,-1 1 0,0-1 0,0 0 0,1 0 0,-1-1 0,0 1 0,1 0 0,-1-1 0,5 0 0,6-1 0,-1 0 0,1-1 0,-1 0 0,0-1 0,0-1 0,0 0 0,0-1 0,-1 0 0,0-1 0,0 0 0,20-15 0,9-16 0,-38 34 0,1-1 0,-1 0 0,0 0 0,0 0 0,-1 0 0,1 0 0,-1-1 0,4-7 0,1-7 0,-6 16 0,1 1 0,-1-1 0,0 1 0,0-1 0,-1 0 0,1 0 0,0 0 0,-1-4 0,9-43 0,-8 45 0,-1-1 0,1 0 0,1 1 0,-1-1 0,1 1 0,0 0 0,5-10 0,-6 13 0,-1 0 0,1 0 0,0 1 0,-1-1 0,0 0 0,1 0 0,-1 0 0,0 0 0,0 0 0,0 0 0,0 0 0,0 1 0,-1-1 0,1 0 0,-1 0 0,0-2 0,-1 1 0,1 4 0,6 19 0,-4-15 0,1 0 0,-1 1 0,0-1 0,-1 1 0,1-1 0,-1 1 0,-1-1 0,1 1 0,-1 0 0,1-1 0,-4 10 0,-5 50 0,1 4 0,7-67-122,0-1 0,0 1 0,1 0 0,-1-1-1,1 1 1,0 0 0,-1-1 0,1 1 0,0 0 0,0-1 0,0 1 0,0 0 0,0-1-1,0 1 1,1 0 0,-1-1 0,1 1 0,-1 0 0,1-1 0,-1 1 0,1-1 0,0 1-1,0-1 1,0 1 0,0-1 0,0 1 0,0-1 0,0 0 0,0 0 0,2 2 0,0-2-248,0 0 0,-1 1 0,1-2 0,0 1 0,0 0 0,0 0 0,0-1 0,0 0 0,0 1 0,-1-1 0,1 0 0,0-1 0,0 1 0,6-1 0,0-2-1937,1 1 0,-1-1 0,0-1 0,0 1 1,-1-2-1,1 1 0,15-11 0,-7-1-2606</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3.829"/>
    </inkml:context>
    <inkml:brush xml:id="br0">
      <inkml:brushProperty name="width" value="0.035" units="cm"/>
      <inkml:brushProperty name="height" value="0.035" units="cm"/>
    </inkml:brush>
  </inkml:definitions>
  <inkml:trace contextRef="#ctx0" brushRef="#br0">149 42 2409,'-25'-8'4082,"15"4"-2613,-1 1 0,0-1 0,0 2 1,0 0-1,-21-2 0,31 5-1463,1-1 1,-1 0-1,1 0 0,-1 1 1,0-1-1,1 0 0,-1 1 1,1-1-1,-1 0 0,1 1 1,-1-1-1,1 1 0,-1-1 1,1 1-1,0-1 1,-1 1-1,1-1 0,0 1 1,-1 0-1,1-1 0,0 1 1,0 0-1,-1-1 0,1 1 1,0-1-1,0 1 0,0 0 1,0-1-1,0 1 0,0 0 1,0 1-1,0 27 0,1-21 4,-1-3 5,0-4 2,0 0 0,-1 0 0,1 0 0,0 0 0,0 0 0,0 0 0,0 0 0,1 0 0,-1 0 0,0 0 0,0 0 0,1-1 0,-1 1 0,0 0 0,1 0 0,-1 0 0,1 0 0,-1 0 0,1 0 0,-1-1 0,1 1 0,0 0 0,0 0 0,-1-1 0,1 1 0,0-1 0,0 1 0,-1-1 0,1 1 0,0-1 0,0 1 0,0-1 0,0 1 0,1-1 0,3-1 148,0-1-1,-1 1 1,1-1-1,-1 0 1,0 0-1,0-1 1,0 0-1,0 1 0,0-1 1,0 0-1,-1-1 1,7-6-1,-10 8 27,1 0 0,0-1-1,-1 1 1,1 0-1,-1-1 1,0 1 0,0-1-1,0 1 1,0 0 0,0-1-1,-1 1 1,1 0 0,-1-1-1,1 1 1,-1 0 0,0-1-1,0 1 1,0 0 0,0 0-1,0 0 1,-3-3-1,1 3-130,0 1 0,1 0-1,-1-1 1,0 1 0,0 0-1,0 1 1,0-1 0,-1 0-1,1 1 1,0 0 0,0 0-1,0 0 1,0 0 0,-6 1-1,5 0-370,0 0-1,0 0 0,0 0 1,0 1-1,0 0 0,-6 3 1,9-4 165,0-1 1,1 0 0,-1 1 0,0-1 0,1 0 0,-1 1 0,1-1-1,-1 1 1,1-1 0,-1 1 0,1-1 0,-1 1 0,1 0 0,0-1 0,-1 1-1,1-1 1,0 1 0,0 0 0,-1-1 0,1 1 0,0 0 0,0-1-1,0 1 1,0 0 0,0 0 0,-1-1 0,1 1 0,1 0 0,-1-1-1,0 1 1,0 0 0,0-1 0,1 2 0,14 19-6003,-6-9 2685,-7-6 173</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4.459"/>
    </inkml:context>
    <inkml:brush xml:id="br0">
      <inkml:brushProperty name="width" value="0.035" units="cm"/>
      <inkml:brushProperty name="height" value="0.035" units="cm"/>
    </inkml:brush>
  </inkml:definitions>
  <inkml:trace contextRef="#ctx0" brushRef="#br0">124 312 1704,'1'38'14347,"8"16"-4861,-5-39-7476,-1-8-1510,-1-1-1,0 1 0,-1 0 1,0-1-1,0 1 0,0 0 0,-1 0 1,0 0-1,-1 9 0,0-9-478,-1 1 0,0-1-1,-1 0 1,0-1-1,0 1 1,0 0 0,-1-1-1,0 0 1,0 1-1,-7 6 1,-33 36-21,31-37 0,-20 13 0,26-25 0,6 0 0,1 0 0,-1 0 0,1 0 0,-1 0 0,1 0 0,0-1 0,-1 1 0,1 0 0,-1 0 0,1-1 0,-1 1 0,1 0 0,0 0 0,-1-1 0,1 1 0,0-1 0,-1 1 0,1 0 0,0-1 0,-1 1 0,1-1 0,0 1 0,0-1 0,0 1 0,-1 0 0,1-1 0,0 1 0,0-1 0,0 1 0,0-1 0,0 1 0,0-1 0,0 0 0,3-6 0,-1 2 0,1 1 0,0 0 0,0 1 0,1-1 0,3-3 0,13-15 0,-15 14 0,1 1 0,0 0 0,1 1 0,0 0 0,8-7 0,8-6 0,8-11 0,1 3 0,53-36 0,-33 36 0,-52 27 0,1 0 0,0-1 0,-1 1 0,1 0 0,-1 0 0,1 0 0,0-1 0,-1 1 0,1 0 0,0 0 0,-1 0 0,1 0 0,0 0 0,-1 0 0,1 0 0,0 0 0,-1 1 0,1-1 0,0 0 0,-1 0 0,1 1 0,0-1 0,-1 0 0,1 0 0,-1 1 0,1-1 0,-1 1 0,1-1 0,-1 1 0,1-1 0,-1 1 0,1-1 0,-1 1 0,1-1 0,0 2 0,3 2 0,1 0 0,1 0 0,-1 1 0,10 9 0,-10-9 0,0 0 0,0-1 0,11 8 0,-6-6 0,0 0 0,1-1 0,-1-1 0,1 0 0,0 0 0,0-1 0,0-1 0,1 0 0,18 1 0,-20-3 0,-1-1 0,1-1 0,-1 0 0,0 0 0,0 0 0,0-1 0,0-1 0,0 0 0,-1 0 0,1 0 0,-1-1 0,0-1 0,-1 1 0,1-1 0,12-13 0,23-26 0,-28 29 0,-12 13 0,1-1 0,-1 0 0,0 0 0,0 0 0,0 0 0,0-1 0,2-5 0,15-30 0,3-8 0,-8 15 0,-10 22 0,-1-1 0,0 1 0,5-19 0,-4 9 0,2 1 0,8-20 0,-11 29 0,-3 9 0,0 0 0,-1-1 0,1 1 0,-1-1 0,0 1 0,0 0 0,0-1 0,0 1 0,-1-5 0,1 6 0,0 1 0,0-1 0,0 1 0,0-1 0,0 1 0,0 0 0,0-1 0,0 1 0,-1-1 0,1 1 0,0-1 0,0 1 0,0 0 0,-1-1 0,1 1 0,0-1 0,0 1 0,-1 0 0,1-1 0,0 1 0,-1 0 0,1-1 0,-1 1 0,1 0 0,0 0 0,-1-1 0,1 1 0,-1 0 0,1 0 0,0 0 0,-1-1 0,1 1 0,-1 0 0,1 0 0,-1 0 0,1 0 0,-1 0 0,1 0 0,-1 0 0,1 0 0,-1 0 0,1 0 0,0 0 0,-1 1 0,1-1 0,-1 0 0,1 0 0,-1 0 0,1 1 0,0-1 0,-1 0 0,-13 9 0,-24 19 0,35-25 0,0 0 0,-1 0 0,1 1 0,1-1 0,-1 1 0,0 0 0,1-1 0,0 1 0,-1 0 0,2 0 0,-4 8 0,-2 14 0,4-19 0,1 1 0,0 0 0,0 0 0,1 0 0,-1 9 0,1 1 0,-1 0 0,-8 34 0,6-34 0,1 0 0,-3 35 0,5-44 0,0-1 0,0 1 0,-1-1 0,-1 1 0,1-1 0,-2 0 0,1 0 0,-1 0 0,0 0 0,0 0 0,-7 7 0,4-5 0,1 1 0,0-1 0,1 1 0,-7 21 0,10-9-762,2-21 560,0 0 0,0 0 0,0 0-1,0 0 1,0 1 0,-1-1 0,1 0 0,-1 0-1,1-1 1,-1 1 0,0 0 0,1 0-1,-3 3 1,3-5 120,0 0-1,0 0 1,0 0 0,0 0-1,1-1 1,-1 1-1,0 0 1,0 0 0,0 0-1,0 0 1,0 0-1,0 0 1,1 0 0,-1 0-1,0 0 1,0 0-1,0 0 1,0 0 0,0 0-1,0 0 1,1 0-1,-1 0 1,0 0 0,0 0-1,0 0 1,0 0-1,0 0 1,0 0 0,1 0-1,-1 0 1,0 0-1,0 1 1,0-1 0,0 0-1,0 0 1,0 0-1,0 0 1,0 0 0,1 0-1,-1 0 1,0 0-1,0 1 1,0-1 0,0 0-1,0 0 1,0 0-1,0 0 1,0 0 0,0 0-1,0 0 1,0 1-1,0-1 1,0 0 0,0 0-1,0 0 1,0 0-1,0 0 1,0 1 0,0-1-1,0 0 1,0 0-1,0 0 1,0 0 0,0 0-1,0 0 1,0 1-1,16-5-4123,-11 3 2019,1-1 349,0 0 0,0-1 1,0 0-1,0 0 0,0 0 0,9-8 1,-7 1-1663</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5.235"/>
    </inkml:context>
    <inkml:brush xml:id="br0">
      <inkml:brushProperty name="width" value="0.035" units="cm"/>
      <inkml:brushProperty name="height" value="0.035" units="cm"/>
    </inkml:brush>
  </inkml:definitions>
  <inkml:trace contextRef="#ctx0" brushRef="#br0">51 221 1816,'-13'-6'3450,"-8"-9"14065,5 3-7582,75 7-9880,178-6-53,21-6-444,-243 15 380,0 0 0,0-1 0,0-1 0,0 0 0,-1-1 0,0-1 0,22-11 0,-34 16 95,-1 1-13,0-1 0,0 1 0,-1 0 0,1-1 1,0 1-1,-1 0 0,1-1 0,-1 1 0,1-1 0,-1 1 0,1-1 1,0 1-1,-1-1 0,0 1 0,1-1 0,-1 0 0,1 1 0,-1-1 1,0 0-1,1 1 0,-1-1 0,0 0 0,0 1 0,1-1 0,-1 0 1,0 0-1,0 1 0,0-1 0,0 0 0,0 0 0,0 1 0,0-1 0,0 0 1,0 0-1,-1 1 0,1-1 0,0 0 0,0 1 0,-1-1 0,1 0 1,0 1-1,-1-1 0,1 0 0,-1 1 0,1-1 0,-1 1 0,1-1 1,-1 1-1,1-1 0,-2 0 0,1 0-18,-1 0 0,1 0 0,-1 0 0,1 0 0,-1 0 0,1 1 0,-1-1 0,1 1 0,-1-1 0,1 1 0,-1-1 0,0 1 0,1 0 0,-1 0 0,0 0 0,-1 0 0,-28 2 0,8 2 0,0 1 0,1 1 0,0 1 0,0 0 0,1 2 0,0 1 0,0 0 0,1 2 0,-37 27 0,43-29 0,11-8 0,-1 1 0,1-1 0,-1 1 0,1 0 0,0 0 0,0 0 0,-3 6 0,-10 9 0,2 1 0,14-19 0,-1 1 0,1-1 0,0 1 0,0 0 0,-1-1 0,1 1 0,0 0 0,0 0 0,0-1 0,0 1 0,0 0 0,0-1 0,0 1 0,0 0 0,0-1 0,0 1 0,1 0 0,-1-1 0,0 1 0,0 0 0,1-1 0,-1 1 0,0 0 0,1-1 0,-1 1 0,1 0 0,1 1 0,0 0 0,1 0 0,-1-1 0,0 1 0,1-1 0,-1 1 0,1-1 0,0 0 0,-1 0 0,1 0 0,0 0 0,0-1 0,0 1 0,0-1 0,-1 0 0,1 0 0,0 1 0,6-2 0,7-1 0,0 0 0,18-4 0,-24 3 0,17-2 0,0-1 0,0-1 0,-1-2 0,0 0 0,48-26 0,-45 8 0,-19 21 0,-4 3 0,0-1 0,-1 0 0,1 0 0,-1 0 0,7-7 0,-5 4 0,-9 12 0,-1-1 0,0 1 0,1-1 0,0 1 0,0 0 0,1 0 0,-1 0 0,1 0 0,-1 7 0,-2 57 0,4-66 0,0-3 0,0 0 0,0 1 0,0-1 0,0 0 0,0 1 0,0-1 0,0 0 0,0 1 0,0-1 0,0 0 0,0 1 0,0-1 0,1 0 0,-1 1 0,0-1 0,0 0 0,0 0 0,1 1 0,-1-1 0,0 0 0,0 0 0,1 1 0,-1-1 0,0 0 0,0 0 0,1 0 0,-1 0 0,0 1 0,1-1 0,-1 0 0,0 0 0,1 0 0,-1 0 0,1 0 0,9 6 0,-7-4 0,0-1 0,0 0 0,0 0 0,1 0 0,-1 0 0,0 0 0,0-1 0,1 0 0,-1 1 0,0-1 0,0-1 0,1 1 0,3-1 0,47-12 0,-37 9 0,1-2 0,-1-1 0,0-1 0,-1 0 0,19-12 0,-26 13 0,0 0 0,0 0 0,-1-1 0,9-9 0,21-19 0,-19 20 0,-1-1 0,31-36 0,-31 25 0,-2 7 0,-16 17 0,-6 8 0,1 4 0,0 1 0,1 0 0,-1 1 0,2-1 0,0 0 0,-4 18 0,4-16 0,2-5 0,0 0 0,1 0 0,-1 0 0,1 0 0,2 10 0,-2-10 0,1 0 0,-1 0 0,0 0 0,0 0 0,-3 10 0,-20 55 0,23-70-35,0-1 1,-1 1-1,1 0 1,0 0-1,0 0 1,0-1-1,0 1 1,0 0-1,0 0 1,0 0-1,0 0 1,0-1-1,0 1 0,0 0 1,0 0-1,1 0 1,-1-1-1,0 1 1,1 0-1,-1 0 1,1-1-1,-1 1 1,0 0-1,1-1 1,0 1-1,-1 0 0,1-1 1,-1 1-1,1-1 1,0 1-1,-1-1 1,1 1-1,0-1 1,-1 0-1,1 1 1,0-1-1,0 0 0,0 0 1,-1 1-1,1-1 1,0 0-1,0 0 1,0 0-1,1 0 1,2 1-357,0-1 0,0 1 0,0-1 0,0 0 1,0 0-1,1-1 0,6-1 0,8-4-4301,-1 0-1,26-14 1,-12-1-3720,-14 5 3263</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5.583"/>
    </inkml:context>
    <inkml:brush xml:id="br0">
      <inkml:brushProperty name="width" value="0.035" units="cm"/>
      <inkml:brushProperty name="height" value="0.035" units="cm"/>
    </inkml:brush>
  </inkml:definitions>
  <inkml:trace contextRef="#ctx0" brushRef="#br0">296 13 1896,'-104'-12'9863,"90"11"-8550,1 1 0,-1 1 0,1 0 0,0 1 0,-24 7 1,24-5-405,7-3-625,1 0 1,-1 1 0,1 0-1,0 0 1,-1 0 0,1 0 0,0 1-1,1 0 1,-1 0 0,0 1-1,1-1 1,-7 8 0,10-10-281,1 0 1,0 0-1,-1 0 1,1-1-1,0 1 1,0 0-1,-1 0 0,1 0 1,0 0-1,0 0 1,0 0-1,0 0 1,1 0-1,-1 0 1,0 0-1,0 0 0,0 0 1,1 0-1,-1-1 1,0 1-1,1 0 1,-1 0-1,1 0 1,-1 0-1,1-1 1,0 1-1,-1 0 0,1 0 1,0-1-1,-1 1 1,2 0-1,24 20 29,-20-17-23,1 0 1,-1-1 0,1 0 0,0 0 0,0 0 0,0-1 0,13 2 0,-15-3 2,0-1-1,-1 0 1,1 0 0,0 0-1,-1-1 1,1 1 0,0-1-1,-1 0 1,1-1 0,-1 1-1,1-1 1,-1 0 0,0 0-1,5-3 1,9-16-50,-11 15 29,-7 6 8,1-1-1,0 1 1,-1-1 0,1 1-1,0-1 1,-1 0 0,1 1-1,-1-1 1,1 0 0,-1 1-1,1-1 1,-1 0 0,0 1-1,1-1 1,-1 0-1,0 0 1,0 0 0,1 1-1,-1-1 1,0 0 0,0 0-1,0 0 1,0 0 0,0 1-1,0-1 1,0 0 0,0-1-1,-1 1-29,1 0-1,0 1 1,-1-1-1,1 0 1,0 1-1,-1-1 1,1 0-1,-1 1 1,1-1-1,-1 0 1,1 1-1,-1-1 1,1 1-1,-1-1 1,0 1-1,1 0 1,-1-1-1,0 1 0,0-1 1,1 1-1,-1 0 1,0 0-1,1 0 1,-1-1-1,0 1 1,0 0-1,0 0 1,1 0-1,-1 0 1,0 0-1,0 0 1,1 0-1,-1 0 1,-1 1-1,-41 3-1981,20-2 1005,23-2 891,-1 0-1,1 0 1,0 0 0,-1 0 0,1 0 0,-1 0-1,1 0 1,-1 0 0,1 0 0,-1 0 0,1 0-1,-1 0 1,1 0 0,-1 0 0,1 0 0,0 0-1,-1 0 1,1 1 0,-1-1 0,1 0 0,0 0-1,-1 1 1,1-1 0,-1 0 0,1 0 0,0 1-1,-1-1 1,1 0 0,0 1 0,0-1 0,-1 1-1,1-1 1,0 0 0,0 1 0,-1-1 0,1 1-1,0-1 1,0 0 0,0 1 0,0-1 0,0 1 0,0-1-1,0 1 1,0-1 0,0 1 0,10 20-7275,-6-14 4274,-2 3-340</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6.007"/>
    </inkml:context>
    <inkml:brush xml:id="br0">
      <inkml:brushProperty name="width" value="0.035" units="cm"/>
      <inkml:brushProperty name="height" value="0.035" units="cm"/>
    </inkml:brush>
  </inkml:definitions>
  <inkml:trace contextRef="#ctx0" brushRef="#br0">131 5 1424,'12'-5'9424,"-12"5"-9151,1 0 0,-1 1 1,0-1-1,1 0 0,-1 0 1,0 0-1,0 0 0,1 1 1,-1-1-1,0 0 0,0 0 1,1 1-1,-1-1 0,0 0 0,0 0 1,0 1-1,0-1 0,1 0 1,-1 0-1,0 11 12823,1 2-10158,2-8-2920,-1 1-1,1-1 1,-1 1-1,-1 0 0,1-1 1,-1 1-1,0 0 1,-1 0-1,1 0 1,-1 0-1,0 0 1,-1 0-1,1 0 1,-1 0-1,0 0 0,-1 0 1,0 0-1,1-1 1,-2 1-1,1 0 1,-1-1-1,0 0 1,-5 8-1,-11 15-17,14-20 0,0-1 0,0 1 0,-12 12 0,-33 34 0,15-16 0,33-33 0,21-31 0,9 7 0,27-25 0,-28 21 0,35-22 0,-28 23 0,28-17 0,-28 23 0,71-25 0,-103 41 0,0 0 0,0 0 0,-1 0 0,1 1 0,0-1 0,0 0 0,0 1 0,0 0 0,0-1 0,-1 1 0,1 0 0,0 0 0,-1 0 0,1 0 0,-1 1 0,1-1 0,-1 0 0,1 0 0,-1 1 0,0-1 0,0 1 0,0 0 0,0-1 0,0 1 0,0 0 0,0-1 0,0 1 0,0 2 0,3 19 0,-3-21 0,0 1 0,0 0 0,0-1 0,-1 1 0,0 0 0,1 0 0,-1-1 0,0 1 0,0 0 0,-1 0 0,0 3 0,-22 91 0,23-95-52,-1 1 0,1 0-1,-1-1 1,1 1 0,0 0 0,0-1 0,0 1 0,1 3-1,-1-3-104,1-1-1,-1 0 1,0 1-1,0-1 0,0 0 1,0 0-1,0 1 1,-1-1-1,1 0 0,-2 3 1,2-4-268,-1 0 1,1 0-1,-1 0 0,1 0 1,-1 0-1,1 1 0,0-1 1,0 0-1,-1 0 1,1 0-1,0 0 0,0 1 1,0-1-1,0 0 0,0 0 1,1 0-1,-1 3 1,12 6-10730</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7.105"/>
    </inkml:context>
    <inkml:brush xml:id="br0">
      <inkml:brushProperty name="width" value="0.035" units="cm"/>
      <inkml:brushProperty name="height" value="0.035" units="cm"/>
    </inkml:brush>
  </inkml:definitions>
  <inkml:trace contextRef="#ctx0" brushRef="#br0">54 70 1064,'7'-12'10803,"-13"8"-8473,5 3-1577,0 0 1,0 0-1,0 1 0,1-1 0,-1 0 0,0 0 0,1 0 0,-1 0 0,1 0 1,-1 0-1,1 0 0,-1 0 0,1-1 0,0 1 0,-1 0 0,1 0 0,0 0 0,0 0 1,0 0-1,0-1 0,0 1 0,0 0 0,1-1 0,-3 0-306,-21-14-399,21 11-48,1 0 0,-6 5 0,6 0 0,1 1 0,-1-1 0,1 0 0,0 0 0,-1 0 0,1 0 0,-1 0 0,1 0 0,-1 0 0,1 1 0,0-1 0,-1 0 0,1 0 0,0 1 0,-1-1 0,1 0 0,0 1 0,-1-1 0,1 0 0,0 1 0,-1-1 0,1 0 0,0 1 0,0-1 0,0 0 0,-1 1 0,1-1 0,0 1 0,0-1 0,0 1 0,0-1 0,0 0 0,0 1 0,0-1 0,0 1 0,0-1 0,0 1 0,0-1 0,0 1 0,0-1 0,0 0 0,0 1 0,0-1 0,1 1 0,-1 0 0,0 24 0,0 0 0,2 0 0,1-1 0,8 34 0,-9-49 0,1-1 0,0 1 0,0-1 0,1 0 0,9 14 0,-6-7 0,-7-13 0,1 0 0,0 0 0,0-1 0,0 1 0,0-1 0,0 1 0,0-1 0,0 1 0,0-1 0,1 0 0,-1 1 0,0-1 0,1 0 0,-1 0 0,1 0 0,-1 0 0,1 0 0,0-1 0,-1 1 0,1 0 0,0-1 0,0 1 0,-1-1 0,4 1 0,-4-1-328,0 0-1,1 0 1,-1 1 0,0-1 0,0 0-1,1 0 1,-1 0 0,0-1 0,0 1-1,0 0 1,1 0 0,-1-1 0,0 1-1,0-1 1,0 1 0,0-1 0,0 1-1,1-1 1,-1 0 0,0 1 0,1-3-1,18-20-11605,-15 17 9315,4-5-3252</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7.472"/>
    </inkml:context>
    <inkml:brush xml:id="br0">
      <inkml:brushProperty name="width" value="0.035" units="cm"/>
      <inkml:brushProperty name="height" value="0.035" units="cm"/>
    </inkml:brush>
  </inkml:definitions>
  <inkml:trace contextRef="#ctx0" brushRef="#br0">194 34 3953,'-26'-13'11681,"24"12"-11100,0 1 0,0-1-1,-1 1 1,1 0 0,0 0-1,0 0 1,0 0 0,0 0-1,0 0 1,0 1-1,-1-1 1,1 1 0,0-1-1,0 1 1,0 0 0,0 0-1,0 0 1,1 0 0,-4 2-1,-8 4 1205,-7 7 888,12-8-2051,7-5-603,0-1 1,1 0 0,-1 1 0,0-1 0,1 0 0,-1 1-1,1-1 1,-1 0 0,1 1 0,-1-1 0,1 1 0,-1-1-1,1 1 1,-1-1 0,1 1 0,0 0 0,-1-1 0,1 1 0,0-1-1,0 1 1,-1 1 0,1-2-20,0 0 0,0 0 0,0 0 0,0 0 0,0 0 1,0 1-1,0-1 0,0 0 0,0 0 0,0 0 0,0 0 0,0 1 0,0-1 0,0 0 0,0 0 1,0 0-1,0 0 0,0 0 0,0 1 0,0-1 0,0 0 0,0 0 0,1 0 0,-1 0 0,0 0 1,0 0-1,0 0 0,0 1 0,0-1 0,0 0 0,0 0 0,1 0 0,-1 0 0,0 0 0,0 0 1,0 0-1,0 0 0,0 0 0,1 0 0,-1 0 0,0 0 0,0 0 0,0 0 0,0 0 0,0 0 1,1 0-1,-1 0 0,0 0 0,0 0 0,0 0 0,10-5-1,-8 4 1,-2 1 0,1-1 0,-1 1 0,0 0 0,0-1 0,1 1 0,-1 0 0,0 0 0,0-1 0,0 1 0,0 0 0,1-1 0,-1 1 0,0 0 0,0-1 0,0 1 0,0-1 0,0 1 0,0 0 0,0-1 0,0 1 0,0 0 0,0-1 0,0 1 0,0-1 0,0 0 0,1 0 0,-1 1 0,1-1 0,0 0 0,-1 1 0,1-1 0,0 0 0,-1 1 0,1-1 0,-1 0 0,1 0 0,-1 0 0,1 0 0,-1 1 0,0-1 0,1 0 0,-1 0 0,0 0 0,0 0 0,0 0 0,0 0 0,0 0 0,0 0 0,0 0 0,0 0 0,0-1 0,-2-24 0,2 26 0,0-1 0,-1 1 0,1-1 0,0 1 0,-1-1 0,1 1 0,-1 0 0,1-1 0,0 1 0,-1 0 0,1-1 0,-1 1 0,1 0 0,-1-1 0,1 1 0,-1 0 0,1 0 0,-1 0 0,1 0 0,-1-1 0,0 1 0,1 0 0,-1 0 0,1 0 0,-1 0 0,1 0 0,-1 0 0,1 0 0,-1 1 0,0-1 0,1 0 0,-1 0 0,1 0 0,-1 1 0,-25 5 0,23-5-19,0 1 0,0-1-1,0 1 1,0 0 0,0 0 0,1 0 0,-4 4-1,-12 8-491,17-13 149,0 0 1,0 0 0,0 0 0,1 0 0,-1 0-1,0 0 1,0 1 0,1-1 0,-1 0 0,1 1 0,-1-1-1,1 0 1,-1 1 0,1-1 0,0 1 0,0-1-1,0 1 1,-1-1 0,2 1 0,-1-1 0,0 0-1,0 1 1,0-1 0,1 1 0,-1-1 0,1 2 0,0 1-1045,0-1 0,0 1 0,1 0 1,-1-1-1,1 1 0,0-1 1,0 1-1,4 5 0,9 3-3108,-5 4 34</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8.480"/>
    </inkml:context>
    <inkml:brush xml:id="br0">
      <inkml:brushProperty name="width" value="0.035" units="cm"/>
      <inkml:brushProperty name="height" value="0.035" units="cm"/>
    </inkml:brush>
  </inkml:definitions>
  <inkml:trace contextRef="#ctx0" brushRef="#br0">35 152 3081,'-8'5'15479,"7"-4"-14619,3 7 6367,1-4-3539,-3-3-3541,1 0 1,-1-1 0,0 1 0,1 0 0,-1 0-1,1-1 1,-1 1 0,0 0 0,0 0-1,1 0 1,-1 0 0,0-1 0,0 1-1,0 0 1,0 1 0,0 3-140,0 1 1,0-1-1,0 0 1,1 1-1,0-1 1,0 0 0,3 8-1,-3-9-8,0 1 0,0-1 0,-1 1 0,1-1 0,-1 1 0,0-1 0,-1 7 0,0 7 0,0-14 0,1 1 0,-1-1 0,0 0 0,0-1 0,0 1 0,-3 5 0,3-5 0,-1 1 0,1-1 0,-1 0 0,1 1 0,1-1 0,-2 8 0,2-8 0,-1 1 0,1-1 0,-1 0 0,-1 0 0,1 1 0,-2 3 0,1-4 0,0 0 0,1 1 0,0-1 0,0 0 0,0 0 0,0 6 0,1-10 0,0 1 0,0-1 0,0 1 0,0-1 0,0 1 0,0-1 0,0 1 0,0-1 0,0 1 0,0-1 0,0 1 0,0-1 0,0 1 0,0-1 0,-1 1 0,1-1 0,0 0 0,0 1 0,-1-1 0,1 1 0,0-1 0,-1 1 0,-3 6 0,2 23 0,4-24 0,-2-6 0,1 1 0,-1-1 0,0 0 0,1 0 0,-1 1 0,1-1 0,-1 0 0,1 0 0,-1 0 0,1 0 0,-1 1 0,1-1 0,0 0 0,-1 0 0,1 0 0,-1 0 0,1 0 0,-1 0 0,1 0 0,-1 0 0,1-1 0,-1 1 0,1 0 0,-1 0 0,1 0 0,-1-1 0,1 1 0,-1 0 0,1 0 0,0-1 0,9-3 0,0-1 0,0 0 0,-1 0 0,1-1 0,12-10 0,11-7 0,-20 13 0,0-1 0,20-22 0,2-6 0,-28 29 0,1 1 0,-2-1 0,10-19 0,0 2 0,9-12 0,-23 37 0,-1 1 0,-1 0 0,1 0 0,0 0 0,0 0 0,-1 0 0,1 0 0,-1 0 0,1 0 0,-1 0 0,1 0 0,-1-1 0,0 1 0,1 0 0,-1 0 0,0 0 0,0-2 0,0-1 0,0 9 0,0-3 0,0 4 0,0 1 0,0-1 0,0 0 0,1 1 0,0-1 0,1 0 0,1 7 0,1 4 0,-4-15 0,0-1 0,0 1 0,0 0 0,1 0 0,-1-1 0,1 1 0,-1-1 0,1 1 0,0 0 0,-1-1 0,2 3 0,8 10 0,-3-2 0,0 0 0,1-1 0,13 14 0,-16-21 0,1 1 0,0-1 0,0 0 0,1-1 0,-1 1 0,1-1 0,0-1 0,0 1 0,0-1 0,0 0 0,0-1 0,1 1 0,-1-2 0,0 1 0,1-1 0,-1 0 0,0 0 0,1-1 0,-1 0 0,13-4 0,1 0 0,0-2 0,-1 0 0,0-1 0,0-2 0,32-19 0,-40 20 0,-1 0 0,0-1 0,0-1 0,-1 0 0,0 0 0,0-1 0,-2 0 0,1-1 0,-2 0 0,8-16 0,-12 23 0,0 1 0,-1-1 0,0 0 0,0 0 0,0 0 0,1-11 0,6-12 0,-11 23 0,2 6 0,0-1 0,0 1 0,0 0 0,0-1 0,-1 1 0,1-1 0,0 1 0,-1 0 0,1 0 0,0-1 0,0 1 0,-1 0 0,1-1 0,0 1 0,-1 0 0,1 0 0,-1-1 0,1 1 0,0 0 0,-1 0 0,1 0 0,-1 0 0,1 0 0,0 0 0,-1 0 0,1-1 0,-1 1 0,1 0 0,-1 0 0,1 1 0,0-1 0,-1 0 0,1 0 0,-1 0 0,1 0 0,-1 0 0,-3 6 0,-11 7 0,14-12 0,-1 0 0,1 0 0,-1 1 0,1-1 0,-1 0 0,1 1 0,0-1 0,0 1 0,-1-1 0,1 1 0,0-1 0,1 1 0,-1 0 0,0-1 0,-1 4 0,-12 23 0,11-23 0,0 0 0,0 0 0,1 0 0,0 0 0,-2 7 0,-1 6 0,1-1 0,0 0 0,1 0 0,0 23 0,2-27 0,-1 0 0,0 0 0,-5 15 0,0 6 0,4-20 0,-1 0 0,-10 22 0,10-27 0,1 0 0,0 0 0,0 1 0,0-1 0,1 1 0,-1 16 0,2-10 0,0 0 0,-6 23 0,4-23 0,1 0 0,-1 23 0,2-34 0,1-3 0,0-1 0,0 0 0,0 0 0,0 0 0,0 0 0,0 0 0,0 0 0,0 0 0,0 0 0,0 0 0,1 0 0,-1 0 0,0 0 0,1 0 0,-1 0 0,1 0 0,-1 0 0,1 0 0,-1 0 0,1 0 0,0 0 0,-1-1 0,1 1 0,0 0 0,0 0 0,1 0 0,-1-1 0,0-1 0,0 0 0,0 1 0,1-1 0,-1 0 0,0 0 0,0 0 0,0 1 0,0-1 0,-1 0 0,1 0 0,0 0 0,0-1 0,0 1 0,0-2 0,15-24 0,-15 22 0,-1 0 0,1 1 0,-1-1 0,1 0 0,-1 0 0,-2-7 0,2 6 0,-1 0 0,1 0 0,1 0 0,0-11 0,17-96 0,-1 22 0,-13 70 0,2 0 0,13-36 0,3-8 0,4-4 0,-9 25 0,-14 37 0,1 0 0,-1 0 0,1 0 0,0 0 0,1 0 0,5-6 0,1-5 0,-10 17 0,-1-1 0,1 1 0,0-1 0,0 1 0,0-1 0,0 1 0,0-1 0,1 1 0,-1 0 0,0-1 0,1 1 0,1-1 0,12-11 0,-14 11 0,1 0 0,0 0 0,-1 1 0,1-1 0,0 1 0,0-1 0,0 1 0,0 0 0,0 0 0,0 0 0,1 0 0,-1 0 0,0 0 0,0 1 0,1-1 0,-1 1 0,0 0 0,1-1 0,-1 1 0,4 1 0,-5-2 0,1 1 0,0 0 0,-1 0 0,1 0 0,-1 0 0,1 0 0,0 1 0,-1-1 0,1 0 0,-1 1 0,1 0 0,-1-1 0,1 1 0,-1 0 0,1-1 0,-1 1 0,0 0 0,1 0 0,-1 0 0,0 0 0,0 0 0,0 1 0,0-1 0,0 0 0,0 0 0,0 1 0,0-1 0,0 1 0,0-1 0,-1 1 0,1-1 0,-1 1 0,1-1 0,-1 1 0,0-1 0,1 1 0,-1 0 0,0-1 0,0 1 0,-1 2 0,1 3 0,-1 1 0,-1-1 0,1 0 0,-1 1 0,0-1 0,-6 11 0,-1 0 0,-1 0 0,0-1 0,-1-1 0,-1 0 0,0-1 0,-1 0 0,-1 0 0,0-2 0,-1 0 0,-30 20 0,37-28 0,1 1 0,0-1 0,0 1 0,0 0 0,-8 10 0,15-16 0,0 0 0,0 0 0,0 1 0,0-1 0,0 0 0,0 0 0,0 0 0,0 0 0,0 1 0,0-1 0,0 0 0,0 0 0,0 0 0,0 0 0,0 1 0,0-1 0,0 0 0,0 0 0,0 0 0,0 0 0,0 1 0,0-1 0,1 0 0,-1 0 0,0 0 0,0 0 0,0 0 0,0 1 0,0-1 0,0 0 0,1 0 0,-1 0 0,0 0 0,0 0 0,0 0 0,0 0 0,1 0 0,-1 0 0,0 1 0,0-1 0,0 0 0,0 0 0,1 0 0,-1 0 0,0 0 0,0 0 0,0 0 0,0 0 0,1 0 0,-1 0 0,0-1 0,0 1 0,0 0 0,0 0 0,1 0 0,-1 0 0,0 0 0,0 0 0,0 0 0,0 0 0,1 0 0,-1-1 0,0 1 0,24-9-2237,7-11-6051,10-5-168,-6 4 1301,-18 11 3701</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9.134"/>
    </inkml:context>
    <inkml:brush xml:id="br0">
      <inkml:brushProperty name="width" value="0.035" units="cm"/>
      <inkml:brushProperty name="height" value="0.035" units="cm"/>
    </inkml:brush>
  </inkml:definitions>
  <inkml:trace contextRef="#ctx0" brushRef="#br0">0 433 2481,'5'-5'1601,"-1"1"1,1 0 0,0 0 0,0 0 0,13-8 10425,-24 12-4755,9 0-7157,0 0-1,0 1 1,0-1-1,-1 1 1,1-1-1,0 1 1,0 0-1,-1 0 1,1 0-1,-1 0 1,1 0-1,-1 1 1,1-1 0,-1 1-1,0 0 1,0 0-1,0-1 1,0 1-1,0 1 1,0-1-1,0 0 1,-1 0-1,1 1 1,-1-1-1,2 4 1,3 5-115,-5-10 0,0 1 0,0-1 0,0 1 0,0 0 0,0-1 0,0 1 0,-1 0 0,1-1 0,-1 1 0,1 0 0,-1 0 0,0 0 0,1 0 0,-1-1 0,0 1 0,0 0 0,0 0 0,-1 0 0,1 2 0,-4 8 0,2-3 0,-1-1 0,0 1 0,0-1 0,0 0 0,-1 0 0,-1-1 0,1 1 0,-1-1 0,-9 10 0,10-12 0,0 0 0,0 1 0,1-1 0,-4 8 0,4-9 0,1 1 0,-1-1 0,0 1 0,0-1 0,-5 5 0,7-8 0,0 0 0,0 0 0,0 0 0,0 0 0,1 0 0,-1 0 0,0 0 0,1 1 0,-1-1 0,1 0 0,-1 0 0,1 0 0,0 1 0,0-1 0,-1 0 0,1 0 0,0 1 0,0-1 0,0 0 0,0 1 0,1 0 0,-1 5 0,1-3 0,8-3 0,2-2 0,0 0 0,0 0 0,1-2 0,-2 1 0,1-1 0,13-6 0,64-32 0,-69 32 0,-3-1 0,0 0 0,0 0 0,-1-1 0,-1-1 0,0-1 0,0 0 0,21-28 0,-26 25 0,-8 15 0,-1-1 0,1 0 0,0 1 0,0-1 0,0 0 0,0 1 0,0-1 0,0 1 0,0 0 0,1-1 0,-1 1 0,0 0 0,3-2 0,-1 2 0,-3 1 0,1-1 0,-1 1 0,1 0 0,-1 0 0,1-1 0,-1 1 0,0 0 0,1-1 0,-1 1 0,0-1 0,1 1 0,-1 0 0,0-1 0,0 1 0,1-1 0,-1 1 0,0-1 0,0 1 0,0-1 0,0 1 0,0-1 0,1 1 0,-1-1 0,0 1 0,0-1 0,0 1 0,0-1 0,0 1 0,-1-1 0,1 1 0,0-1 0,0 0 0,0-3 0,-2 13 0,1-6 0,0-1 0,-1 0 0,1 1 0,0-1 0,0 1 0,1 0 0,-1-1 0,0 1 0,1-1 0,0 1 0,-1 0 0,1-1 0,0 1 0,0 0 0,1 0 0,-1-1 0,1 1 0,-1-1 0,1 1 0,0 0 0,0-1 0,0 1 0,1 2 0,3 5 0,1 1 0,0-1 0,1 0 0,7 9 0,-9-14 0,-1-1 0,1 0 0,0 0 0,0-1 0,9 6 0,-8-5 0,-2-2 0,1 0 0,-1 0 0,1-1 0,0 1 0,0-1 0,0 0 0,-1 0 0,1-1 0,5 1 0,-6-1 0,-1 0 0,0 0 0,1 0 0,-1 0 0,0-1 0,0 0 0,1 1 0,-1-1 0,0 0 0,0 0 0,0-1 0,0 1 0,0-1 0,4-2 0,18-16 0,-20 18 0,-1-1 0,0 0 0,0 0 0,-1 0 0,1 0 0,-1-1 0,1 1 0,-1-1 0,0 0 0,0 0 0,-1 0 0,1 0 0,-1-1 0,3-7 0,-3 5 0,1 1 0,0-1 0,7-12 0,8-18 0,30-112 0,-42 123 0,0 0 0,-2-1 0,1-48 0,-4 61 0,-1 1 0,-1-1 0,0 1 0,-1 0 0,0 0 0,-1-1 0,-5-12 0,6 17 0,2 8 0,0 0 0,-1-1 0,1 1 0,-1 0 0,1-1 0,-1 1 0,1 0 0,-1 0 0,0 0 0,1-1 0,-1 1 0,0 0 0,-1-1 0,-5-1 0,-1 6 0,4 2 0,0 0 0,1 1 0,-1-1 0,1 1 0,0 0 0,0 0 0,1 0 0,-1 0 0,1 0 0,1 1 0,-1-1 0,0 10 0,2-4 0,-2 1 0,1-1 0,-5 12 0,4-15 0,0 0 0,0 1 0,1-1 0,1 0 0,-1 0 0,2 17 0,34 111 0,-28-110 0,-4-15-190,0 1 1,-1 0-1,-1 0 0,0 0 1,0 1-1,-2-1 0,0 0 1,0 0-1,-1 0 0,0 0 1,-2-1-1,1 1 0,-11 23 1,11-30-1426,-1 0 1,1 0 0,-1 0 0,0-1-1,-6 6 1,-14 10-10418,15-16 7159</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09.297"/>
    </inkml:context>
    <inkml:brush xml:id="br0">
      <inkml:brushProperty name="width" value="0.035" units="cm"/>
      <inkml:brushProperty name="height" value="0.035" units="cm"/>
    </inkml:brush>
  </inkml:definitions>
  <inkml:trace contextRef="#ctx0" brushRef="#br0">0 294 720,'5'-17'4006,"0"1"0,-1-1 0,3-31 0,5-22 6002,-10 64-9783,0 0 1,1 1-1,-1-1 0,1 1 0,0-1 0,1 1 0,-1 0 0,1 0 0,0 1 0,0-1 0,0 1 0,1 0 1,0 0-1,0 0 0,7-4 0,-4 3 43,1 0 0,1 1 0,-1 0 0,0 1 0,1 0 1,0 0-1,0 1 0,15-2 0,-11 3-295,128-8-2536,-122 9 745,52 1-6065,-23 4-3188,-32 0 6171</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10.188"/>
    </inkml:context>
    <inkml:brush xml:id="br0">
      <inkml:brushProperty name="width" value="0.035" units="cm"/>
      <inkml:brushProperty name="height" value="0.035" units="cm"/>
    </inkml:brush>
  </inkml:definitions>
  <inkml:trace contextRef="#ctx0" brushRef="#br0">1 69 448,'0'5'10074,"0"-6"-9866,0 0-1,0 0 1,0 1 0,0-1-1,0 0 1,0 0 0,1 1-1,-1-1 1,0 0-1,0 1 1,1-1 0,-1 0-1,1 0 1,-1 1-1,1-1 1,0 0 0,20-12 10395,-3 5-4080,-9-1-4934,-6 5-1589,-1 1 0,0 1 0,1-1 0,-1 1 0,0 0 0,1 0 0,0 0 0,-1 0 0,1 0 0,4-2 0,-6 2 0,-1 6 0,0-1 0,1 0 0,-1 0 0,0-1 0,1 1 0,-1 0 0,1 0 0,0-1 0,0 1 0,2 3 0,5 27 0,-5-24 0,-1-1 0,0 1 0,0-1 0,-1 1 0,0-1 0,-1 1 0,0 13 0,-1-6 0,1-12 0,-1 0 0,0 0 0,0 1 0,-1-1 0,1 0 0,-1-1 0,0 1 0,-2 4 0,2-6 0,2-1 0,0-1 1,0 0-1,0 0 0,0 0 1,0 1-1,-1-1 1,1 0-1,0 0 0,0 1 1,0-1-1,0 0 0,0 0 1,0 1-1,0-1 0,0 0 1,0 0-1,0 1 1,0-1-1,0 0 0,0 1 1,0-1-1,0 0 0,0 0 1,0 1-1,0-1 0,0 0 1,0 0-1,0 1 1,0-1-1,1 0 0,-1 0 1,0 0-1,0 1 0,0-1 1,0 0-1,1 0 0,-1 0 1,0 1-1,0-1 1,0 0-1,1 0 0,-1 0 1,0 0-1,0 0 0,1 1 1,-1-1-1,0 0 0,0 0 1,1 0-1,-1 0 1,0 0-1,0 0 0,1 0 1,-1 0-1,0 0 0,0 0 1,1 0-1,-1 0 0,0 0 1,0 0-1,1 0 1,-1-1-1,0 1 0,1 0 1,16-4-96,-17 4 71,16-6-4010,0-1-1,-1 0 0,0-1 0,24-17 1,-27 14-1199,-3 0 111</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10.548"/>
    </inkml:context>
    <inkml:brush xml:id="br0">
      <inkml:brushProperty name="width" value="0.035" units="cm"/>
      <inkml:brushProperty name="height" value="0.035" units="cm"/>
    </inkml:brush>
  </inkml:definitions>
  <inkml:trace contextRef="#ctx0" brushRef="#br0">9 174 2657,'-8'-35'14389,"8"33"-14800,0-13 14720,0 22-13689,15 11 379,-14-17-989,0 0 1,-1 0-1,1 1 1,-1-1-1,0 0 1,1 1-1,-1-1 1,0 0-1,0 1 1,0-1-1,0 0 1,0 1-1,0-1 1,0 1-1,0-1 1,-1 2-1,0 21 16,1-23-26,0-1 0,0 0 0,0 0 0,0 0 0,0 0 0,0 1 0,0-1 0,0 0 0,0 0 0,0 0 0,0 0 0,0 1 0,0-1 0,0 0 0,0 0 0,0 0 0,0 0 0,0 1 0,0-1 0,0 0 0,1 0 0,-1 0 0,0 0 0,0 0 0,0 0 0,0 1 0,0-1 0,0 0 0,1 0 0,-1 0 0,0 0 0,0 0 0,0 0 0,0 0 0,1 0 0,-1 0 0,0 0 0,0 0 0,0 0 0,1 0 0,7-3 0,7-9 0,-15 12 0,18-16 0,-16 15 0,0-1 0,1 1 0,-1-1 0,0 0 0,0 0 0,0 0 0,-1 0 0,1 0 0,0 0 0,-1-1 0,1 1 0,1-5 0,4-9 0,-4 10 0,0-1 0,-1 0 0,0 0 0,0 0 0,0 0 0,-1 0 0,0 0 0,0-11 0,-1 17 0,1-1 0,-1 0 0,0 0 0,0 0 0,0 0 0,0 1 0,0-1 0,-1 0 0,1 0 0,-1 0 0,1 0 0,-1 0 0,0 0 0,0 0 0,1 0 0,-3-2 0,3 0 0,0 4 0,0-1 0,0 1 0,0-1 0,0 1 0,0 0 0,0-1 0,0 1 0,0 0 0,0-1 0,0 1 0,0-1 0,0 1 0,0 0 0,0-1 0,0 1 0,0 0 0,-1-1 0,1 1 0,0-1 0,0 1 0,0 0 0,-1 0 0,1-1 0,0 1 0,0 0 0,-1-1 0,1 1 0,0 0 0,-1 0 0,1-1 0,0 1 0,-1 0 0,1 0 0,0 0 0,-1 0 0,1-1 0,0 1 0,-1 0 0,1 0 0,-1 0 0,1 0 0,0 0 0,-1 0 0,1 0 0,-1 0 0,-8 1 0,1 4 0,-36 16-3317,44-21 3239,0 0 0,0 1-1,-1-1 1,1 0-1,0 0 1,0 0 0,-1 0-1,1 0 1,0 0 0,0 1-1,0-1 1,-1 0-1,1 0 1,0 0 0,0 1-1,0-1 1,0 0 0,0 0-1,-1 0 1,1 1-1,0-1 1,0 0 0,0 0-1,0 1 1,0-1 0,0 0-1,0 0 1,0 1-1,0-1 1,0 0 0,0 0-1,0 1 1,0-1-1,0 0 1,0 1 0,0-1-1,0 0 1,10 7-3890,19 0-3179,4-6-1430,-23 3 4069</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12.113"/>
    </inkml:context>
    <inkml:brush xml:id="br0">
      <inkml:brushProperty name="width" value="0.035" units="cm"/>
      <inkml:brushProperty name="height" value="0.035" units="cm"/>
    </inkml:brush>
  </inkml:definitions>
  <inkml:trace contextRef="#ctx0" brushRef="#br0">1 238 376,'2'1'14019,"13"4"-9526,-12-4-3847,-1-1 0,1 1 0,-1 0 0,1 0 0,-1-1 0,1 2 0,-1-1 0,0 0-1,0 0 1,0 1 0,1-1 0,-1 1 0,0 0 0,-1-1 0,1 1 0,0 0 0,0 0 0,-1 0 0,3 5 0,-3-6-592,-1 0-1,1 1 1,0-1 0,0 0 0,0 0 0,0 0-1,0 0 1,0 0 0,0 0 0,0 0 0,0-1 0,0 1-1,1 0 1,1 0 0,13 11 99,-12-7-153,4 4 0,-2 0 0,10 16 0,-14-22 0,-1-1 0,0 1 0,0 0 0,0 0 0,0 0 0,0-1 0,0 1 0,-1 0 0,1 0 0,-1 0 0,0 0 0,0 0 0,0 0 0,-1 0 0,0 4 0,-1 2 0,0 1 0,1-1 0,-1 16 0,1-23 0,1 0 0,-1 1 0,0-1 0,0 0 0,0 0 0,0 0 0,0-1 0,0 1 0,0 0 0,-1 0 0,1-1 0,-1 1 0,1-1 0,-1 1 0,-3 1 0,-8 10 0,-11 15 0,24-24 0,0-4 0,0 1 0,1-1 0,-1 0 0,1 1 0,-1-1 0,0 0 0,1 0 0,-1 0 0,1 1 0,-1-1 0,1 0 0,-1 0 0,0 0 0,1 0 0,-1 0 0,1 0 0,-1 0 0,1 0 0,-1 0 0,1 0 0,-1 0 0,1 0 0,-1 0 0,1 0 0,-1 0 0,1 0 0,-1-1 0,0 1 0,1 0 0,-1 0 0,1-1 0,-1 1 0,0 0 0,1 0 0,-1-1 0,0 1 0,1 0 0,-1-1 0,1 0 0,0-1 0,19-4 0,-1-2 0,0-1 0,-1 0 0,18-12 0,68-53 0,-78 54 0,-6 6 0,-10 7 0,0 0 0,-1 0 0,10-11 0,9-12 0,-14 17 0,-2 0 0,21-29 0,-30 37 0,1 1 0,-1-1 0,1 1 0,8-6 0,4-6 0,-16 16 0,0 0 0,-1-1 0,1 1 0,0 0 0,0 0 0,0 0 0,-1 0 0,1 0 0,0 0 0,0 0 0,0 0 0,-1 0 0,1 0 0,0 0 0,0 0 0,0 0 0,-1 0 0,1 0 0,0 0 0,0 0 0,0 0 0,-1 0 0,1 0 0,0 0 0,0 0 0,0 0 0,0 0 0,-1 1 0,1-1 0,0 0 0,0 0 0,0 0 0,0 0 0,-1 0 0,1 0 0,0 1 0,0-1 0,0 0 0,0 0 0,0 0 0,0 0 0,0 1 0,-1-1 0,1 0 0,0 0 0,0 0 0,0 1 0,0-1 0,0 0 0,0 0 0,0 0 0,0 1 0,0-1 0,0 0 0,0 0 0,0 0 0,0 1 0,1-1 0,-3 3 0,0 0 0,0 0 0,0 0 0,0-1 0,0 1 0,-1-1 0,1 1 0,-4 1 0,-6 8 0,-32 59 0,41-67 0,-1 1 0,0 0 0,1 0 0,0 1 0,0-1 0,1 1 0,-3 6 0,-3 3 0,7-13 0,0-1 0,0 1 0,0-1 0,1 1 0,-1-1 0,0 1 0,1 0 0,-1 0 0,1-1 0,0 1 0,-1 3 0,1-3 0,2 20 0,-2-22 0,0 0 0,0 1 0,0-1 0,1 0 0,-1 1 0,0-1 0,0 0 0,0 1 0,1-1 0,-1 0 0,0 0 0,0 1 0,1-1 0,-1 0 0,0 0 0,0 0 0,1 1 0,-1-1 0,0 0 0,1 0 0,-1 0 0,0 0 0,1 0 0,-1 1 0,0-1 0,1 0 0,-1 0 0,0 0 0,1 0 0,-1 0 0,0 0 0,1 0 0,-1 0 0,0 0 0,1 0 0,-1-1 0,0 1 0,1 0 0,-1 0 0,0 0 0,1 0 0,-1 0 0,0-1 0,0 1 0,1 0 0,-1 0 0,0 0 0,0-1 0,1 1 0,70-31 0,-9 8 0,29-28 0,-61 32 0,1 2 0,0 1 0,45-16 0,-22 11 0,-31 18 0,-17 7 0,-2-1 0,-1-2 0,0 1 0,0 0 0,1 0 0,-1 0 0,-1 0 0,1 0 0,0 1 0,-1 0 0,1-1 0,-1 1 0,0 0 0,0 0 0,0 0 0,0 0 0,2 6 0,3 7 0,10 30 0,-16-43 0,2 7 0,-2-4 0,1-1 0,0 1 0,0 0 0,1-1 0,5 10 0,-7-14 0,0 0 0,0 1 0,0-1 0,0 0 0,0 0 0,1 0 0,-1 0 0,0 0 0,1 0 0,-1 0 0,1 0 0,-1 0 0,1-1 0,0 1 0,-1-1 0,1 1 0,-1-1 0,1 1 0,0-1 0,-1 0 0,1 0 0,0 0 0,0 0 0,-1 0 0,1 0 0,3-1 0,79-21 0,-73 19 0,0-1 0,-1-1 0,1 0 0,-1 0 0,16-11 0,12-10 0,-28 20 0,-1 0 0,0 0 0,0-1 0,-1 0 0,15-16 0,-17 15 0,-2 4 0,0-1 0,-1 1 0,1-1 0,-1 0 0,0-1 0,0 1 0,1-6 0,-1 4 0,-2 2 0,0 1 0,0-1 0,0 0 0,0 1 0,-1-1 0,0 0 0,0 0 0,0-4 0,0 9 0,0-1 0,0 1 0,-1 0 0,1-1 0,0 1 0,0 0 0,0-1 0,0 1 0,0 0 0,0-1 0,0 1 0,-1 0 0,1 0 0,0-1 0,0 1 0,0 0 0,-1 0 0,1-1 0,0 1 0,0 0 0,-1 0 0,1 0 0,0 0 0,0-1 0,-1 1 0,1 0 0,0 0 0,-1 0 0,1 0 0,0 0 0,0 0 0,-1 0 0,1 0 0,0 0 0,-1 0 0,1 0 0,0 0 0,-1 0 0,1 0 0,0 0 0,-1 0 0,1 0 0,-15 4 0,12-3 0,-10 3 0,0 0 0,0 1 0,1 1 0,-1 0 0,1 1 0,1 0 0,-13 10 0,-62 58 0,83-71 0,-1-1 0,1 1 0,0 0 0,0 0 0,1 0 0,-4 8 0,4-10 0,2-2 0,0 1 0,0-1 0,-1 0 0,1 0 0,0 1 0,0-1 0,0 0 0,0 0 0,-1 1 0,1-1 0,0 0 0,0 0 0,0 1 0,0-1 0,0 0 0,0 1 0,0-1 0,0 0 0,0 0 0,0 1 0,0-1 0,0 0 0,0 1 0,0-1 0,0 0 0,0 1 0,0-1 0,0 0 0,0 0 0,0 1 0,1-1 0,-1 0 0,0 0 0,0 1 0,0-1 0,0 0 0,1 0 0,-1 1 0,0-1 0,0 0 0,1 0 0,-1 0 0,0 1 0,0-1 0,1 0 0,12 0 0,-10 0 0,30-1 0,1-1 0,-1-2 0,49-11 0,47-24 0,-122 37 0,-6 5 0,0-2 0,-1-1 0,0 1 0,0-1 0,0 1 0,0-1 0,1 1 0,-1-1 0,0 1 0,1-1 0,-1 0 0,0 1 0,1-1 0,-1 0 0,0 1 0,1-1 0,-1 0 0,1 1 0,-1-1 0,1 0 0,0 1 0,-1-1 0,1 0 0,0 1 0,-1-1 0,1 0 0,-1 1 0,1-1 0,0 1 0,-1-1 0,1 1 0,-1-1 0,0 1 0,1 0 0,-1-1 0,1 1 0,-1-1 0,0 1 0,1 0 0,-1-1 0,0 1 0,0 0 0,0-1 0,1 2 0,0 2 0,0 0 0,0-1 0,1 1 0,0-1 0,0 1 0,0-1 0,0 1 0,0-1 0,1 0 0,-1 0 0,1 0 0,0-1 0,0 1 0,0 0 0,7 3 0,2 3 0,-9-7 0,-1 0 0,1 0 0,-1 0 0,1-1 0,0 1 0,0-1 0,0 0 0,0 0 0,5 1 0,14 1 0,0-2 0,0-1 0,1-1 0,-1-1 0,0 0 0,0-2 0,0-1 0,-1 0 0,1-2 0,-1 0 0,31-17 0,-30 13 0,0-1 0,25-20 0,-39 26 0,1-1 0,-2 0 0,1-1 0,-1 1 0,0-2 0,0 1 0,8-16 0,-8 14 0,-6 9 0,0 1 0,0-1 0,0 0 0,-1 0 0,1 0 0,0-1 0,-1 1 0,1 0 0,-1 0 0,1 0 0,-1 0 0,0 0 0,1-1 0,-1 1 0,0 0 0,0 0 0,0-3 0,0 4 0,0 0 0,0 0 0,0 0 0,0 0 0,0-1 0,0 1 0,0 0 0,0 0 0,0 0 0,0-1 0,0 1 0,0 0 0,0 0 0,0 0 0,0 0 0,0-1 0,0 1 0,0 0 0,0 0 0,0 0 0,0 0 0,0 0 0,-1-1 0,1 1 0,0 0 0,0 0 0,0 0 0,0 0 0,0 0 0,-1 0 0,1 0 0,0 0 0,0-1 0,0 1 0,0 0 0,-1 0 0,1 0 0,0 0 0,0 0 0,0 0 0,0 0 0,-1 0 0,1 0 0,0 0 0,0 0 0,0 0 0,0 0 0,-1 0 0,1 0 0,0 0 0,0 0 0,0 1 0,0-1 0,-1 0 0,1 0 0,0 0 0,0 0 0,0 0 0,0 0 0,0 0 0,-1 0 0,1 1 0,0-1 0,0 0 0,0 0 0,0 0 0,0 1 0,-9 7 0,9-8 0,-36 54 0,19-15 0,15-36 0,1 0 0,0 0 0,-1 0 0,1 0 0,0 0 0,0 6 0,-8 17 0,2-11 0,1 1 0,0 0 0,-4 18 0,6-16 0,-2-1 0,-8 19 0,-53 127 0,51-123 0,12-29 0,0 0 0,-1-1 0,0 0 0,0 0 0,-9 12 0,11-18 0,-11 14 0,7-13 0,5-10 0,-7-23 0,9 16 0,-1-1 0,0 1 0,-4-17 0,3 17 0,2 0 0,-1 0 0,1 0 0,1 0 0,0 0 0,1 0 0,0 1 0,1-1 0,5-13 0,-5 12 0,2 0 0,0 0 0,1 0 0,8-13 0,-9 16 0,18-12 0,-21 19 0,0 1 0,0-1 0,0 0 0,1 1 0,-1 0 0,1-1 0,-1 1 0,1 0 0,0 0 0,0 1 0,-1-1 0,1 1 0,1-1 0,3-1 0,50-11 0,-43 11 0,394-78 0,-315 61 0,-1-5 0,165-67 0,-239 84 0,33-21 0,-45 25 0,-1 0 0,1 0 0,-1-1 0,0 1 0,0-1 0,0-1 0,-1 1 0,7-11 0,-10 13 0,0 1 0,-1-1 0,1 0 0,-1 0 0,0 0 0,0 0 0,0 0 0,0 1 0,0-1 0,-1 0 0,-1-5 0,2 8 0,0-1 0,-1 1 0,1-1 0,0 1 0,0-1 0,-1 1 0,1 0 0,-1-1 0,1 1 0,0 0 0,-1-1 0,1 1 0,-1 0 0,1-1 0,-1 1 0,1 0 0,0 0 0,-1 0 0,1-1 0,-1 1 0,1 0 0,-1 0 0,0 0 0,1 0 0,-1 0 0,1 0 0,-1 0 0,1 0 0,-1 0 0,1 0 0,-1 0 0,0 1 0,0-1 0,-7-2 0,-1 1 0,1 1 0,-1-1 0,1 1 0,-1 1 0,-15 2 0,14-1 0,-20 3 0,0 2 0,1 0 0,-38 17 0,58-20 0,1 1 0,0 0 0,0 0 0,0 1 0,0 0 0,1 0 0,0 0 0,1 1 0,-1 0 0,-6 10 0,11-14 0,-1 1 0,1-1 0,0 1 0,0-1 0,0 1 0,0 0 0,1 0 0,0 0 0,0 0 0,0 0 0,0 0 0,0 0 0,1 0 0,-1 0 0,1 0 0,0 0 0,1 0 0,-1 0 0,1 1 0,0-1 0,0 0 0,0 0 0,0-1 0,1 1 0,-1 0 0,4 5 0,0-2 0,0 1 0,1 0 0,0-1 0,0 0 0,1-1 0,0 0 0,0 0 0,1 0 0,-1-1 0,1 0 0,0 0 0,1-1 0,15 6 0,-3-2 0,0-1 0,1-2 0,-1 0 0,41 3 0,-30-7-1719,0-2 0,0-2 0,0-1 0,0-1 0,34-11 0,47-20-13974,-79 25 10309</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12.815"/>
    </inkml:context>
    <inkml:brush xml:id="br0">
      <inkml:brushProperty name="width" value="0.035" units="cm"/>
      <inkml:brushProperty name="height" value="0.035" units="cm"/>
    </inkml:brush>
  </inkml:definitions>
  <inkml:trace contextRef="#ctx0" brushRef="#br0">364 50 600,'-5'-1'2145,"0"1"0,1-1 0,-1 0 0,0 0 0,-8-4 0,9 3-441,0 1-1,0 0 1,0 0-1,0 0 1,-7-2 6775,20-2-6228,-6 3-2246,-1 1 0,1-1 0,0 1 0,1-1 0,-1 1 1,0 0-1,0 0 0,0 1 0,1-1 0,4 0 0,5 0-12,-10 0 7,7-1 0,0 0 0,0 1 0,16 0 0,-17 1 0,-2-1 0,-7-2 0,-7 2 0,-1 2 0,7 1 0,1-1 0,-9 0 0,1 0 0,-26 12 0,7-4 0,21-8 0,0 0 0,0 1 0,0 0 0,1 0 0,-1 0 0,1 1 0,-1 0 0,-6 4 0,-37 34 0,43-35 0,5-5 0,0 0 0,1 0 0,-1 0 0,0 1 0,0-1 0,1 0 0,-1 0 0,0 0 0,1 1 0,0-1 0,-1 0 0,1 0 0,0 1 0,-1-1 0,1 0 0,0 1 0,0-1 0,0 0 0,0 1 0,0-1 0,0 0 0,1 1 0,-1-1 0,0 0 0,1 1 0,-1-1 0,1 0 0,-1 0 0,1 0 0,0 1 0,-1-1 0,1 0 0,0 0 0,0 0 0,1 1 0,1 1 0,0 0 0,0 0 0,0 0 0,0 0 0,0 0 0,1-1 0,0 0 0,-1 0 0,1 0 0,6 2 0,16 9 0,10 2 0,-23-11 0,1 1 0,-1 0 0,15 9 0,14 6 0,-39-18 0,1 0 0,-1 0 0,0 0 0,1 0 0,-1 0 0,0 1 0,0-1 0,-1 1 0,1 0 0,0 0 0,2 4 0,-1-2 0,-4-4 0,1 0 0,-1 0 0,0-1 0,0 1 0,0 0 0,0-1 0,0 1 0,0 0 0,0 0 0,0-1 0,0 1 0,0 0 0,0 0 0,0-1 0,0 1 0,-1 0 0,1-1 0,0 1 0,-1 0 0,1-1 0,0 1 0,-1 0 0,1-1 0,-1 1 0,1-1 0,-1 1 0,1-1 0,-1 1 0,1-1 0,-1 1 0,0-1 0,1 1 0,-2-1 0,-24 16 0,8-9 0,0-1 0,-1-1 0,0-1 0,0-1 0,-20 2 0,-98-2 0,106-3 0,-3 1 0,16-1 0,-33-2 0,47 2-14,0-1-1,1 0 1,-1 0-1,1 0 1,-1 0-1,1-1 1,-1 1-1,1-1 1,0 0 0,0 0-1,-4-3 1,7 5-197,0-1 0,0 0 0,0 1 0,0-1 1,0 1-1,0-1 0,0 1 0,0-1 0,0 1 0,0-1 1,0 1-1,0-1 0,0 1 0,0-1 0,1 1 1,-1-1-1,0 1 0,0 0 0,1-1 0,-1 1 1,0-1-1,1 1 0,-1 0 0,0-1 0,1 1 0,-1-1 1,1 1-1,-1 0 0,1 0 0,-1-1 0,0 1 1,1 0-1,-1 0 0,1 0 0,-1-1 0,1 1 1,-1 0-1,2 0 0,20-8-4359,-22 8 4225,52-23-11333,-34 13 7508</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13.234"/>
    </inkml:context>
    <inkml:brush xml:id="br0">
      <inkml:brushProperty name="width" value="0.035" units="cm"/>
      <inkml:brushProperty name="height" value="0.035" units="cm"/>
    </inkml:brush>
  </inkml:definitions>
  <inkml:trace contextRef="#ctx0" brushRef="#br0">1 136 1496,'7'-4'3003,"12"-7"8746,-26 10-6450,12 1-4364,1 0 0,-1 1 0,0 0 0,1 0 0,-1 0 0,0 1 0,0 0 0,0 0 0,0 0 0,0 0 0,7 6 0,2-1-935,-13-7 0,0 0 0,0 0 0,-1 0 0,1 1 0,0-1 0,0 0 0,0 1 0,0-1 0,0 1 0,-1-1 0,1 1 0,0-1 0,0 1 0,-1-1 0,1 1 0,0 0 0,-1-1 0,1 1 0,-1 0 0,1 0 0,-1-1 0,1 1 0,-1 0 0,1 0 0,-1 0 0,0 0 0,1-1 0,-1 1 0,0 0 0,0 2 0,9 24 0,-9-21 0,0 1 0,-1-1 0,0 1 0,0-1 0,-3 11 0,1-3 0,3-12 0,0 0 0,0-1 0,0 1 0,-1 0 0,1-1 0,0 1 0,-1 0 0,0-1 0,1 1 0,-1-1 0,0 1 0,-1 2 0,0-2 0,1 0 0,0 0 0,-1 1 0,1-1 0,1 1 0,-1-1 0,0 1 0,0-1 0,0 5 0,-4 12 0,4-17 0,1-1 0,-1 0 0,1 1 0,-1-1 0,1 0 0,0 1 0,0-1 0,0 0 0,0 1 0,0-1 0,0 0 0,0 1 0,0-1 0,0 0 0,1 1 0,-1-1 0,0 0 0,1 1 0,-1-1 0,1 0 0,0 0 0,-1 1 0,1-1 0,0 0 0,0 0 0,0 0 0,0 0 0,1 1 0,-1-1-29,0-1 0,0 0-1,0 0 1,-1 0 0,1 0 0,0 0-1,0 0 1,0 0 0,-1 0 0,1 0-1,0-1 1,0 1 0,-1 0 0,1 0-1,0-1 1,0 1 0,-1-1 0,1 1-1,0 0 1,-1-1 0,1 1 0,1-2-1,17-15-1740,-15 12 1019,-1 3-40,-1 0 1,0 0-1,0 0 0,0 0 1,0-1-1,0 1 0,0-1 1,-1 1-1,1-1 0,-1 0 1,0 0-1,0 1 0,0-1 1,1-5-1,7-26-6612,-9 24 6217,0 0 0,-1-1 0,-1 1 0,-2-12 0,3 18 1349,0-1 0,0 1 0,1-1 1,0 1-1,0-1 0,0 1 0,0-1 1,0 1-1,1-1 0,0 1 0,0-1 0,1 1 1,-1 0-1,1 0 0,3-7 0,-1 0 1420,-3 10-1307,-1 0 1,0 0 0,1-1-1,-1 1 1,0 0 0,0 0-1,0-1 1,0 1-1,0 0 1,0-1 0,0 1-1,-1 0 1,1 0 0,0-1-1,-1 1 1,1 0-1,-1 0 1,1 0 0,-1 0-1,0 0 1,1-1-1,-1 1 1,0 0 0,0 0-1,0 1 1,0-1 0,0 0-1,0 0 1,0 0-1,0 1 1,0-1 0,0 0-1,0 1 1,-2-1 0,-10-10 4412,11 1 3739,9-1-6461,-6 10-2139,0 0 0,0 0 0,0 0 1,0 0-1,1 0 0,-1 0 0,0 0 0,0 0 1,1 1-1,-1-1 0,0 0 0,1 1 0,1-1 1,0 1-639,-1 0-1,1-1 1,-1 1 0,1 0 0,-1-1 0,0 0 0,1 0 0,-1 0 0,1 0 0,-1 0 0,0 0-1,0 0 1,0-1 0,0 1 0,3-3 0,10-7-9759,0 5 5582</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13.777"/>
    </inkml:context>
    <inkml:brush xml:id="br0">
      <inkml:brushProperty name="width" value="0.035" units="cm"/>
      <inkml:brushProperty name="height" value="0.035" units="cm"/>
    </inkml:brush>
  </inkml:definitions>
  <inkml:trace contextRef="#ctx0" brushRef="#br0">164 35 1784,'-18'1'24970,"27"2"-23707,20 5-103,-1-2 0,33 2 1,23 5 108,-82-13-1269,0 1 0,0-1 0,0 1 0,0-1 0,0 1 0,0 0 0,0 0 0,0 0 0,0 0 0,0 0 0,-1 1 0,1-1 0,0 1 0,-1-1 0,1 1 0,-1-1 0,2 4 0,-2-4 0,-1 0 0,1 0 0,-1 0 0,0 0 0,0 1 0,0-1 0,1 0 0,-1 0 0,0 0 0,0 1 0,-1-1 0,1 0 0,0 0 0,0 0 0,-1 1 0,1-1 0,0 0 0,-1 0 0,1 0 0,-1 0 0,1 0 0,-1 0 0,0 0 0,0 0 0,1 0 0,-1 0 0,0 0 0,0 0 0,0-1 0,0 1 0,-1 1 0,-14 10 0,0-1 0,-1 0 0,-31 14 0,-58 19 0,76-32 0,1-2 0,4 0 0,0 0 0,-35 20 0,53-24 0,7-6 0,0 0 0,0 0 0,-1 0 0,1 0 0,0 1 0,0-1 0,0 0 0,0 0 0,0 0 0,0 0 0,0 1 0,1-1 0,-1 0 0,0 0 0,0 0 0,0 0 0,0 1 0,0-1 0,0 0 0,0 0 0,0 0 0,0 0 0,0 0 0,0 1 0,1-1 0,-1 0 0,0 0 0,0 0 0,0 0 0,0 0 0,0 0 0,1 0 0,-1 1 0,0-1 0,0 0 0,0 0 0,0 0 0,1 0 0,-1 0 0,0 0 0,0 0 0,0 0 0,0 0 0,1 0 0,-1 0 0,0 0 0,0 0 0,0 0 0,0 0 0,1 0 0,-1 0 0,0-1 0,12 2 0,-12-1 0,50-3 0,-1-3 0,0-2 0,82-23 0,-11 2 0,-76 17 0,0-2 0,46-22 0,-72 28 0,-3 2 0,0-2 0,18-12 0,-25 16 0,2-4 0,1-1 0,-1 0 0,0-1 0,-1 1 0,11-16 0,-9 3 0,-11 21 0,0-1 0,1 1 0,-1-1 0,1 1 0,0-1 0,-1 1 0,1 0 0,0-1 0,0 1 0,0 0 0,0 0 0,0 0 0,0-1 0,0 1 0,2-1 0,-2-8 0,-2 5 0,1 5 0,-1 0 0,1-1 0,-1 1 0,1 0 0,-1-1 0,1 1 0,-1 0 0,1 0 0,-1 0 0,0-1 0,1 1 0,-1 0 0,1 0 0,-1 0 0,1 0 0,-1 0 0,0 0 0,1 0 0,-1 0 0,1 0 0,-1 0 0,1 1 0,-1-1 0,1 0 0,-1 0 0,0 1 0,0-1 0,-10 1 0,1 1 0,-1 0 0,1 0 0,0 1 0,0 0 0,0 1 0,0 0 0,0 1 0,-9 5 0,-9 4 0,23-12 0,1 1 0,-1 0 0,1 0 0,-1 0 0,1 1 0,0-1 0,0 1 0,1 0 0,-1 0 0,1 0 0,0 1 0,0-1 0,0 1 0,1-1 0,-1 1 0,1 0 0,0 0 0,1 0 0,-1 1 0,1-1 0,0 0 0,0 7 0,1-2 0,-1-7 0,1 1 0,0-1 0,0 0 0,0 0 0,0 1 0,0-1 0,1 0 0,0 0 0,0 1 0,0-1 0,0 0 0,0 0 0,2 4 0,9 10 0,-11-15 0,0 0 0,0 0 0,0 0 0,0 0 0,1 0 0,-1 0 0,1 0 0,0-1 0,-1 1 0,1 0 0,0-1 0,0 0 0,0 1 0,0-1 0,0 0 0,0 0 0,3 1 0,7 1-675,0-1-1,0 0 1,0-1-1,0 0 1,0-1-1,1 0 1,20-4-1,87-21-7670,-99 20 7369,15-11-8476,-19 10 4555</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14.050"/>
    </inkml:context>
    <inkml:brush xml:id="br0">
      <inkml:brushProperty name="width" value="0.035" units="cm"/>
      <inkml:brushProperty name="height" value="0.035" units="cm"/>
    </inkml:brush>
  </inkml:definitions>
  <inkml:trace contextRef="#ctx0" brushRef="#br0">113 147 2697,'-104'28'21611,"96"-23"-18338,7 1 1005,2-6-4251,-1 0 0,0 1 0,0-1 0,1 0 0,-1 1 0,0-1 0,0 0 0,1 1 0,-1-1 0,0 0 1,1 0-1,-1 1 0,0-1 0,1 0 0,-1 0 0,1 0 0,-1 0 0,0 1 0,1-1 0,-1 0 0,1 0 0,-1 0 0,0 0 0,1 0 0,-1 0 0,1 0 1,-1 0-1,1 0 0,13-1 97,-13 1-125,273-24 1,-157 10 0,187-24 0,-252 31-1987,0-2 1,88-29-1,-87 15-5674,7-3-4857,-27 15 6898</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09:59:14.509"/>
    </inkml:context>
    <inkml:brush xml:id="br0">
      <inkml:brushProperty name="width" value="0.035" units="cm"/>
      <inkml:brushProperty name="height" value="0.035" units="cm"/>
    </inkml:brush>
  </inkml:definitions>
  <inkml:trace contextRef="#ctx0" brushRef="#br0">348 6 2777,'-34'0'9583,"15"0"-1297,-6 0 3380,22 0-11284,1-1-219,-3-2-253,-3 2 90,0 2 0,-123 31 0,113-23 0,19-11 0,8 0 0,6-4 0,-13 5 0,0-1 0,0 1 0,0 0 0,1 0 0,-1 0 0,1 0 0,-1 0 0,0 1 0,1-1 0,0 1 0,-1 0 0,1-1 0,3 1 0,11-4 0,-10 2 0,-7-2 0,-7 4 0,-1 0 0,-1 0 0,0 0 0,0 1 0,-15 4 0,-14-1 0,20-5-3120,14 0 1247,-1 0-1,1 0 1,-1 0-1,1-1 1,-1 1-1,1-1 1,-5-3-1,-9 4-10657</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06.652"/>
    </inkml:context>
    <inkml:brush xml:id="br0">
      <inkml:brushProperty name="width" value="0.035" units="cm"/>
      <inkml:brushProperty name="height" value="0.035" units="cm"/>
    </inkml:brush>
  </inkml:definitions>
  <inkml:trace contextRef="#ctx0" brushRef="#br0">496 22 1040,'0'0'1139,"-9"-6"4757,9 2-3550,0-5 2945,-7 6-4461,6 3 747,-8 5 1299,9-4-2753,-28-1 757,-40 10-137,35-4-295,32-6-437,0 0 1,0 0-1,0 0 0,0 1 1,0-1-1,0 0 1,0 1-1,0-1 0,0 1 1,0-1-1,0 1 1,-2 0-1,-11 5 72,-26 5 860,30-6-745,-24 0-96,33-5-98,0 1 0,0-1 0,0 0 0,0 0 0,0 0 0,0 1 1,0-1-1,0 1 0,0-1 0,0 1 0,0-1 0,0 1 0,1-1 1,-1 1-1,0 0 0,0-1 0,0 1 0,0 1 0,1-1-4,-1-1-1,0 0 0,0 0-1,0 1 1,0-1 0,0 0 0,1 0-1,-1 0 1,0 1 0,0-1 0,0 0-1,1 1 1,-1-1 0,0 1-1,1-1 1,-1 1 0,0-1 0,1 1-1,-1-1 1,0 1 0,1 0 0,-1-1-1,0 2 1,1-1 60,-26 10 47,15-2 177,9-7-169,-1 0-1,1 1 1,-1-1 0,0 0 0,0 0-1,-5 2 1,1-1 29,-1 0 1,1 1-1,0-1 0,0 1 0,-6 5 0,-8 5 381,12-8-254,8-4-246,-1 0 0,0-1 0,0 1 0,0-1 0,-1 1 0,1-1 0,0 0 0,0 0 0,-3 1 0,3-2-14,1 1-1,0 0 1,0-1 0,-1 1 0,1 0 0,0 0 0,0 0 0,0 0 0,0 0 0,0 0-1,0 0 1,0 0 0,1 0 0,-1 1 0,0-1 0,1 0 0,-1 0 0,0 3 0,1-4-8,0 0 1,0 0-1,0 1 0,0-1 1,0 0-1,0 0 1,0 1-1,0-1 1,0 0-1,0 0 0,0 1 1,0-1-1,0 0 1,0 0-1,0 1 1,0-1-1,0 0 1,-1 0-1,1 0 0,0 1 1,0-1-1,0 0 1,0 0-1,0 0 1,-1 1-1,1-1 1,0 0-1,0 0 0,0 0 1,-1 0-1,1 0 1,0 1-1,0-1 1,-1 0-1,1 0 1,-1 0 0,1 0 0,0 1 1,-1-1-1,1 0 0,0 0 0,0 0 0,-1 1 0,1-1 0,0 0 1,0 0-1,-1 1 0,1-1 0,0 0 0,0 1 0,0-1 0,-1 0 1,1 1-1,0-1 0,0 0 0,0 1 0,0-1 0,0 0 0,0 1 0,0-1 1,0 1-1,0-1 0,0 0 0,0 1 0,0-1 0,0 0 0,0 1 1,0 0-1,0 73 1450,0-73-1423,0 47 290,0-47-271,0 2 14,0-2-57,0-1 0,0 0-1,0 1 1,-1-1 0,1 0 0,0 1-1,0-1 1,0 0 0,0 1-1,0-1 1,0 0 0,0 1 0,0-1-1,0 1 1,0-1 0,0 0 0,0 1-1,0-1 1,1 0 0,-1 1-1,0-1 1,0 0 0,0 1 0,0-1-1,1 0 1,-1 1 0,0-1-1,0 0 1,0 0 0,1 1 0,-1-1-1,0 0 1,1 0 0,-1 0 0,0 1-1,0-1 1,1 0 0,-1 0-1,0 0 1,1 0 0,-1 1 0,1-1-1,-1 0 1,0 0 0,1 0-1,-1 0 1,2 26 501,-2-25-484,2 1-19,-1-1 0,-1 0 0,1-1 0,-1 1 0,1 0-1,0-1 1,-1 1 0,1-1 0,0 1 0,0-1-1,-1 1 1,1-1 0,0 0 0,0 1 0,0-1-1,-1 0 1,3 1 0,-1 0 9,-3 2-2,9 5-6,-7-5 1,-1-2-8,0-1 1,0 0 0,0 1 0,1-1 0,-1 0 0,0 1 0,0-1-1,0 1 1,1-1 0,-1 0 0,0 1 0,1-1 0,-1 0 0,0 0-1,0 1 1,1-1 0,-1 0 0,1 0 0,-1 1 0,0-1 0,1 0-1,-1 0 1,0 0 0,1 0 0,-1 0 0,1 0 0,-1 0 0,1 1-1,-1-1 1,0 0 0,0 0 0,0 0-1,0 0 1,0 0 0,0 0 0,-1 0-1,1 0 1,0 0 0,0 0 0,0 1 0,0-1-1,0 0 1,0 0 0,0 0 0,0 0-1,0 0 1,0 0 0,0 0 0,0 1-1,0-1 1,0 0 0,0 0 0,0 0-1,0 0 1,0 0 0,0 0 0,0 1-1,0-1 1,0 0 0,0 0 0,0 0 0,0 0-1,0 0 1,0 0 0,0 0 0,0 1-1,0-1 1,0 0 0,0 0 0,1 0-1,-1 0 1,0 0 0,0 0 0,0 0-1,0 0 1,0 0 0,0 1 0,0-1-1,0 0 1,1 0 0,-1 0 0,0 0 0,0 0-1,0 2 43,6 1 2,11 6 16,-14-8-52,-1-1-7,-1 1 1,1-1-1,-1 0 1,1 1-1,-1-1 0,1 1 1,-1-1-1,1 1 1,-1 0-1,1 0 1,1 1-1,3 1-21,3 2 13,-9-5 8,0 0 0,0 0 0,1 1 0,-1-1 0,0 0 0,1 0 0,-1 1 0,0-1 0,0 0 1,1 0-1,-1 0 0,0 1 0,1-1 0,-1 0 0,0 0 0,1 0 0,-1 0 0,0 0 0,1 0 0,-1 0 0,0 0 1,1 0-1,-1 0 0,1 0 0,-1 0 0,0 0 0,1 0 0,-1 0 0,0 0 0,1 0 0,-1 0 0,0 0 1,1-1-1,-1 1 0,1 0 0,1-1 6,19 16-22,-13-12 63,-6-3-45,-1 0 0,0 1 0,0-1-1,0 0 1,0 1 0,0-1 0,1 1 0,-1-1-1,0 1 1,0 0 0,0-1 0,1 3 0,14 3-36,-14-6 36,-2 0 0,0 1 0,0-1 0,0 0 0,0 0 1,1 1-1,-1-1 0,0 0 0,0 0 1,1 1-1,-1-1 0,0 0 0,0 0 0,1 0 1,-1 1-1,0-1 0,1 0 0,-1 0 0,0 0 1,1 0-1,-1 0 0,0 0 0,1 0 1,-1 0-1,0 1 0,1-1 0,-1 0 0,0-1 1,1 1-1,-1 0 0,1 0-3,-1 0 0,1 0 0,-1 0-1,0 0 1,1 0 0,-1 0 0,0 0 0,1 0 0,-1 0-1,0 1 1,1-1 0,-1 0 0,0 0 0,1 0 0,-1 0-1,0 0 1,1 1 0,-1-1 0,0 0 0,0 0 0,1 1-1,-1-1 1,0 0 0,0 0 0,1 1 0,-1-1 0,0 0-1,0 1 1,0-1 0,0 0 0,0 1 0,1-1 0,-1 0-1,0 1 1,0-1 0,0 0 0,0 1 0,0-1 0,0 0-1,0 1 1,0-1 0,0 0 0,0 1 0,0-1 0,0 0-1,0 1 1,-1-1 0,1 0 0,0 1 0,19 5 49,-18-6-44,1 0 0,0 0 0,0 1 0,-1-1 0,1 1 0,0-1 0,-1 1 0,1 0 0,0-1 0,-1 1 0,1 0 0,-1 0 0,2 2 0,-3-2 8,8 4-50,-7-5 30,26 0 26,-3 5-12,-23-5 49,8 5 42,-9-4-90,8 3-183,-8-3 195,19 6-75,-16-7 62,-2 0-6,-1 0 0,1 0 0,-1 0 0,1 0 0,-1 0 0,1 1 0,-1-1 1,1 0-1,-1 0 0,1 0 0,-1 0 0,1 1 0,-1-1 0,1 0 0,-1 0 0,1 1 0,-1-1 0,0 0 0,1 1 0,-1-1 0,1 0 1,-1 1-1,0-1 0,0 1 0,1-1 0,-1 0 0,0 1 0,0-1 0,1 1 0,-1-1 0,0 1 0,0-1 0,0 1 0,0-1 0,0 1 1,0-1-1,0 1 0,0-1 0,0 1 0,0-1 0,0 2 0,2-2 11,3 0-13,-3 0 4,-1 0-4,0 0 4,0 0 0,0 0 0,0 1 0,0-1 0,0 0 1,0 1-1,0-1 0,0 0 0,-1 1 0,1-1 0,0 1 0,0 0 0,0-1 0,1 2 1,8 3 23,-11-4-25,18 7-18,-16-7 27,24 4-23,-24-5 20,-1 1-1,0 3-3,0-3 508,-2-2-462,2 2-45,0-1 0,0 0-1,0 0 1,-1 0 0,1 0 0,0 0-1,0 0 1,0 0 0,-1 0-1,1 0 1,0 0 0,0 0-1,0 0 1,0 0 0,-1 0-1,1 0 1,0 0 0,0 0 0,0 0-1,-1 0 1,1 0 0,0 0-1,0 0 1,0 0 0,0 0-1,-1 0 1,1-1 0,0 1 0,0 0-1,0 0 1,0 0 0,0 0-1,-1 0 1,1 0 0,0-1-1,0 1 1,0 0 0,0 0-1,0 0 1,0 0 0,0-1 0,0 1-1,0 0 1,0 0 0,0 0-1,0-1 1,-1 1 0,1 0-1,0 0 1,0 0 0,0 0 0,1-1-1,-17-5 112,4-4-27,3 8-44,9 2-44,0 0 0,-1 0 0,1 0 0,0 0 0,-1 0 0,1-1 1,0 1-1,-1 0 0,1 0 0,0 0 0,-1 0 0,1-1 0,0 1 0,-1 0 0,1 0 0,0 0 1,0-1-1,-1 1 0,1 0 0,0-1 0,0 1 0,-1 0 0,1-1 0,0 1 0,0 0 0,0-1 1,0 1-1,0 0 0,0-1 0,-1 1 0,1 0 0,0-1 0,0 1 0,0 0 0,0-1 0,0 1 1,0 0-1,0-1 0,1 1 0,-1-1 0,-1-3 0,-1 3 1,1 1-2,0 0 1,0-1-1,0 1 0,0-1 0,1 1 1,-1-1-1,0 0 0,0 1 0,1-1 1,-1 0-1,0 1 0,1-1 0,-1 0 1,1 0-1,-1 0 0,1 1 0,-1-1 0,1 0 1,0 0-1,-1-2 0,-2-2 10,1 0 0,-1 0 0,0 0 0,0 0-1,-7-7 1,9 11-7,-3-4-3,-1 0-1,0 0 1,-1 0 0,1 1-1,-1-1 1,-6-3 0,7 7-6,3 2 1,-10-7 4,3 1 1,2 4-6,6 1-1,-1 0-31,-4 0 30,5 1 4,1 3 7,0-2-6,0 1 4,0-2 63,1 9-110,7-8 46,-7-2 2,0 1-1,1-1 1,-1 0 0,0 1 0,1-1-1,-1 1 1,0-1 0,0 1 0,0 0-1,1-1 1,-1 1 0,0 0 0,0 0-1,0 0 1,0 0 0,1 2 0,1 0 2,49 34 132,-37-31-128,0 0 1,1 0 0,28 5 0,-11-2-5,-17-8 4,-13-1-6,-1 0-1,0 0 1,0 0-1,0 0 1,1 0-1,-1 1 1,0-1 0,0 1-1,0 0 1,0-1-1,0 1 1,0 0 0,0 0-1,0 0 1,2 2-1,-3-2 1,0-1 0,0 1 0,1-1 0,-1 1 0,0-1 0,0 0 0,0 1 0,0-1 0,0 0 0,1 0 0,-1 0 0,0 0 0,0 0 0,2 0 0,-1 0 1,0 0-1,0-1 0,0 2 1,0-1-1,0 0 1,0 0-1,0 1 0,0-1 1,0 1-1,-1-1 1,1 1-1,0 0 0,0 0 1,0 0-1,1 1 1,-2 2-2,-1-3 8,0 0 0,0 0 0,-1 0 1,1 0-1,-1 0 0,1 0 1,-1 0-1,1 0 0,-1 0 0,0 0 1,1 0-1,-1-1 0,0 1 0,0 0 1,0 0-1,1-1 0,-1 1 1,0 0-1,0-1 0,0 1 0,0-1 1,0 1-1,0-1 0,0 0 1,0 1-1,-1-1 0,1 0 0,0 0 1,-2 0-1,-15 8 81,-93 50-89,66-31 0,44-27 0,-4 4 0,0-1 0,0-1 0,0 1 0,-9 3 0,7-5 0,4 2 0,3-3 0,0 0 0,0 0 0,0 0 0,0 0 0,0-1 0,0 1 0,0 0 0,0 0 0,0 0 0,0 0 0,0 0 0,0-1 0,0 1 0,0 0 0,0 0 0,0 0 0,0 0 0,0 0 0,0-1 0,0 1 0,-1 0 0,1 0 0,0 0 0,0 0 0,0 0 0,0 0 0,0 0 0,0 0 0,0-1 0,-1 1 0,1 0 0,0 0 0,0 0 0,0 0 0,0 0 0,0 0 0,0 0 0,-1 0 0,1 0 0,0 0 0,0 0 0,0 0 0,0 0 0,-1 0 0,1 0 0,0 0 0,0 0 0,0 0 0,0 0 0,0 0 0,0 0 0,-1 0 0,1 0 0,0 0 0,0 0 0,0 1 0,0-1 0,0 0 0,0 0 0,-1 0 0,1 0 0,0 0 0,0 0 0,11-6-2197,-10 6 1867,-1 0 1,1 0 0,0-1 0,0 1-1,-1 0 1,1-1 0,0 1-1,-1-1 1,1 1 0,0-1 0,-1 1-1,1-1 1,0 1 0,-1-1 0,1 0-1,-1 1 1,0-1 0,1 0 0,-1 1-1,1-1 1,-1 0 0,0 0 0,1 1-1,-1-1 1,0 0 0,0 0-1,0 0 1,0 1 0,0-1 0,0 0-1,0 0 1,0 0 0,0 1 0,0-2-1,34-26-12399,-26 23 10163,-7 0-400</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10.163"/>
    </inkml:context>
    <inkml:brush xml:id="br0">
      <inkml:brushProperty name="width" value="0.035" units="cm"/>
      <inkml:brushProperty name="height" value="0.035" units="cm"/>
    </inkml:brush>
  </inkml:definitions>
  <inkml:trace contextRef="#ctx0" brushRef="#br0">609 1 200,'-42'5'6119,"40"-3"-3488,-2 1 1866,-1-3-4800,2 0 525,2 0-178,1 0 0,0 0 0,-1 0 0,1 0 0,-1 0 0,1 0 0,-1-1 0,1 1 0,0 0 0,-1 0 0,1 1 0,-1-1 0,1 0 0,-1 0 0,1 0 0,0 0 0,-1 0 0,1 0 0,-1 0 0,1 1 0,0-1 0,-1 0 0,1 0 0,-1 1 0,1-1 0,0 0 0,-1 1 0,1-1 0,0 0 0,0 1 0,-1-1 0,1 2 1240,-67 3 2503,5 1-3176,7-1-41,46-3-351,-1 0 0,1 1 0,-10 4 0,-2 0 532,8-3-368,-1 1 1,1 0-1,0 1 1,-14 8 0,19-10-267,6-3-75,0 0-1,-1 0 1,1 0 0,0 1 0,0-1 0,0 0 0,0 1 0,0-1 0,0 1 0,-2 2 0,4-3-31,0-1 0,0 1 0,0-1 0,0 1 0,-1-1 0,1 1-1,0-1 1,0 1 0,-1-1 0,1 1 0,0-1 0,0 0 0,-1 1-1,1-1 1,-1 1 0,1-1 0,0 0 0,-1 1 0,1-1 0,-1 0-1,1 0 1,-1 1 0,1-1 0,-1 0 0,0 1 4,1-1 0,-1 0 0,1 0 0,-1 1 0,1-1 0,-1 0 0,1 1 0,-1-1-1,1 0 1,-1 1 0,1-1 0,0 1 0,-1-1 0,1 1 0,0-1 0,-1 1 0,1-1 0,0 1 0,0-1 0,-1 1 0,1-1 0,0 1 0,0-1 0,0 2 0,-1 0 28,0-1 0,-1 1-1,1 0 1,0-1 0,-1 1 0,1-1 0,-1 0 0,1 1 0,-1-1-1,0 0 1,-1 1 0,-14 12 310,-1-3-36,7-2-171,10-9-132,0 1-1,0-1 1,0 1-1,0-1 1,1 1-1,-1 0 1,0-1-1,0 1 1,0 0-1,1 0 1,-1-1 0,0 1-1,1 0 1,-1 0-1,1 0 1,-1 1-1,1-1-9,-1-1 0,1 1 0,0 0-1,0-1 1,0 1 0,-1 0 0,1-1 0,0 1-1,-1 0 1,1-1 0,0 1 0,-1-1 0,1 1 0,-1 0-1,1-1 1,-1 1 0,0-1 0,1 0 0,-1 1-1,1-1 1,-1 1 0,0-1 0,0 0-3,1 1 1,-1-1-1,1 0 0,-1 0 1,1 1-1,0-1 0,-1 0 1,1 1-1,-1-1 0,1 0 1,0 1-1,-1-1 0,1 1 1,0-1-1,-1 1 0,1-1 1,0 1-1,0-1 0,0 1 1,-1 0-1,-7 26 31,7-25-23,1 0 1,-1 1-1,1-1 0,-1 0 1,0 0-1,0 0 0,0 0 0,0 0 1,0 0-1,-1 0 0,1 0 1,0 0-1,-1 0 0,0-1 0,1 1 1,-1-1-1,0 1 0,0-1 0,0 1 1,0-1-1,0 0 0,-2 1 1,3-2-10,-16 18 16,15-11-21,3-4 3,-2 7 7,1-9-2,0 1-1,0-1 0,-1 0 1,1 1-1,0-1 1,0 0-1,0 1 1,1-1-1,-1 0 0,0 0 1,0 1-1,1-1 1,-1 0-1,1 1 1,-1-1-1,1 0 0,-1 0 1,1 0-1,0 0 1,-1 0-1,3 2 1,8 23 55,-8-23-60,-2-2 0,-1 0 0,1 0 1,-1 0-1,1 0 0,-1 0 1,1 0-1,-1 1 0,1-1 1,-1 0-1,0 0 0,0 0 1,1 0-1,-1 1 0,0-1 1,0 0-1,0 0 0,-1 0 1,1 0-1,0 2 0,0 0 6,1-1-1,0 0 0,-1 0 0,1 0 0,0 0 1,0 0-1,1 0 0,-1 0 0,0 0 1,1 0-1,3 3 0,3 10 10,-6-11-9,0 0 0,0-1 0,0 1 0,0 0 0,1-1 0,-1 0-1,1 0 1,0 0 0,0 0 0,0 0 0,0 0 0,5 2 0,2 7 2,-9-10-8,0 0 0,0 1-1,0-1 1,1 0 0,-1-1-1,1 1 1,0 0 0,-1 0-1,1-1 1,0 1 0,0-1-1,3 2 1,6 3 9,1 0-1,0-1 1,0 0 0,0-1 0,1 0-1,14 2 1,22 6 10,-43-12-17,-5 0 0,0 0 0,0 0 0,-1 0 0,1 0 0,0 0 0,0 0 0,0 0 0,0 0 0,0 0 0,0 1 0,0-1 0,0 0 0,0 1 0,0-1 0,-1 0 0,1 1 0,0-1 0,0 1 0,0 0 0,1 1 0,41 14-35,-10-4 31,-26-10 10,-5-2-6,1 1 0,-1 0 0,0-1 0,0 1 0,1 0 0,-1 0 0,0 0 1,0 1-1,0-1 0,0 0 0,2 3 0,-4-4 0,0 0 0,1 0 0,-1 0 0,0 0 0,0 0 0,0 0 1,0 0-1,1 1 0,-1-1 0,0 0 0,0 0 0,0 0 0,0 0 0,0 0 0,1 1 0,-1-1 0,0 0 0,0 0 1,0 0-1,0 0 0,0 1 0,0-1 0,0 0 0,0 0 0,0 0 0,0 1 0,0-1 0,0 0 0,0 0 0,0 0 1,0 0-1,0 1 0,0-1 0,0 0 0,0 0 0,0 0 0,0 1 0,0-1 0,0 0 0,0 3 4,9-1 13,-4 1-17,0 0 0,-1 0 1,1 0-1,-1 1 0,6 5 0,16 4-72,-26-12 118,1 0 0,-1 0 0,1 1 0,-1-1 0,1 0 0,-1 0 0,1 0-1,0 0 1,-1 0 0,1 0 0,0 0 0,0 0 0,0 0 0,0 0 0,0 0 0,1 0-1,-1 0 69,0 0 0,0-1-1,0 1 1,0 0-1,0 0 1,0 0-1,0 0 1,-1 0-1,1 0 1,0 0-1,-1 0 1,1 0-1,-1 0 1,1 0-1,0 3 1,-1-3 43,0-2-143,-27-15 180,20 13 7,0 0 0,1-1 0,-1 0 0,-7-7 0,-5-2 57,-2 2-124,16 8-118,-1 0 0,1 0 0,0 0 0,0 0 1,0-1-1,0 0 0,1 0 0,-6-5 0,9 7-15,-1 0 1,0 0-1,1 0 1,-1 0-1,0 1 1,0-1-1,0 1 1,-1-1-1,1 1 0,0 0 1,-5-2-1,-14-10-38,12 6-8,8 6 45,0 1-1,1 0 1,-1 0 0,1-1-1,-1 1 1,1 0 0,-1-1 0,1 1-1,0 0 1,-1-1 0,1 1-1,-1-1 1,1 1 0,0-1-1,-1 1 1,1-1 0,0 1 0,0-1-1,-1 1 1,1-1 0,0 1-1,0-1 1,0 1 0,0-1-1,-1 0 1,1 1 0,0-2 0,-9 1 148,7 1-102,12 0-12,-9 0 14,-1 1-59,1 0 11,-1 0 0,0 0 1,0-1-1,1 1 0,-1 0 0,0-1 0,1 1 0,-1 0 0,1-1 0,-1 1 1,1 0-1,-1-1 0,1 1 0,-1-1 0,1 1 0,0-1 0,-1 1 1,1-1-1,1 1 0,22 11 48,2 1-54,-16-5-7,0-1-1,0 0 1,18 9-1,-16-10 22,-1 1 0,1 0 0,17 15 0,-26-19-11,1 0 0,0 0-1,0 0 1,0 0 0,0-1 0,6 3 0,7 8 13,-16-11-9,0-1 0,1 0 1,0 1-1,-1-1 0,1 0 1,0 0-1,-1 1 0,1-1 1,3 1-1,-2-1 4,0 0 0,0 1 1,0 0-1,-1 0 0,1 0 0,3 3 1,4 3 0,8 3-17,-17-7 6,-1-3 11,-1 4-20,-7-4 11,1 3 6,6-4 2,0 1 0,0-1 0,0 1 1,0-1-1,0 1 0,0-1 0,0 0 1,0 1-1,0-1 0,0 0 0,0 0 0,0 0 1,-2 0-1,0 0 4,0 1 1,0-1-1,0 0 0,0 1 1,0 0-1,0-1 0,1 1 1,-5 2-1,-19 7-9,0-2 0,-1 0 0,-31 3 0,34-8-14,-39 1 0,32-1-1329,26-2 591,-1 0-1,0-1 1,1 1 0,-1-1 0,1-1 0,-8 0 0,13 1 616,-1 0-1,1 0 1,0 0 0,-1 0-1,1 0 1,0 0 0,-1 0-1,1 0 1,0 0 0,0 0-1,-1 0 1,1 0 0,0-1-1,-1 1 1,1 0 0,0 0-1,0 0 1,-1 0 0,1-1-1,0 1 1,0 0 0,-1 0-1,1-1 1,0 1 0,0 0-1,0 0 1,-1-1 0,1 1-1,0 0 1,0 0 0,0-1-1,0 1 1,0 0 0,0-1-1,0 1 1,0 0 0,0-1-1,0 1 1,0 0 0,0-1-1,0 1 1,0 0 0,0-1-1,0 1 1,0 0 0,0-1-1,0 1 1,0 0 0,0 0-1,0-1 1,1 1 0,13-17-9255,-6 9 4414,-7 2 479</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11.958"/>
    </inkml:context>
    <inkml:brush xml:id="br0">
      <inkml:brushProperty name="width" value="0.035" units="cm"/>
      <inkml:brushProperty name="height" value="0.035" units="cm"/>
    </inkml:brush>
  </inkml:definitions>
  <inkml:trace contextRef="#ctx0" brushRef="#br0">444 30 1144,'0'-6'4363,"-2"-15"131,1 21-4283,-1-1 1,1 1 0,-1-1 0,1 1-1,-1 0 1,0 0 0,1 0-1,-1 0 1,1 0 0,-1 0-1,0 0 1,-2 1 0,-6-1 3491,10 0-3684,0 0 0,0 1 0,0-1 0,0 0 0,0 0 0,1 0 0,-1 0 0,0 0 0,0 0 0,0 0 0,0 0 0,0 0 0,0 0 0,0 0 0,0 0 0,0 0 0,0 0 0,0 0 0,1 0 0,-1 0 0,0 0 0,0 1 0,0-1 0,0 0 1,0 0-1,0 0 0,0 0 0,0 0 0,0 0 0,0 0 0,0 0 0,0 0 0,0 1 0,0-1 0,0 0 0,0 0 0,0 0 0,0 0 0,0 0 0,0 0 0,0 0 0,0 0 0,0 0 0,0 1 0,0-1 0,0 0 0,0 0 0,0 0 0,0 0 1,0 0-1,0 0 0,-1 0 0,1 0 0,0 0 0,0 0 0,0 0 0,0 1 0,0-1 0,0 0 0,0 0 0,0 0 0,0 0 0,0 0 0,0 0 0,-1 0 0,1 0 0,0 0 0,-7 6 1254,7-5-1191,-35 25 2159,20-17-1617,0 0 1,-1-1-1,-26 9 1,20-8-509,-26 15 1,35-16-92,8-5-13,0 0 1,0 0-1,0 0 1,1 0-1,-1 1 1,-6 7-1,-17 12 32,5-7-21,-10 10 0,4-4-15,20-11 14,7-10-6,1 1 0,-1 0 0,1-1 0,0 1 0,-1 0 0,1 0 0,0 0 0,0 0 0,0 0 0,1 0 0,-1 0-1,0 0 1,1 0 0,-1 0 0,1 1 0,0-1 0,0 0 0,0 0 0,0 4 0,0 43 681,0-47-659,0-1-1,0 0 0,-1 0 1,1 1-1,-1-1 0,1 0 1,-1 0-1,1 0 1,-1 1-1,0-1 0,1 0 1,-3 2-1,2-2-16,0 0 0,0 0 0,0 0 0,1 1 1,-1-1-1,0 0 0,1 1 0,-1-1 0,0 0 0,1 1 0,0-1 1,-1 1-1,1 1 0,0-1-15,0 1 1,0-1-1,0 0 1,0 0-1,0 1 0,0-1 1,1 0-1,0 0 1,-1 0-1,1 0 1,0 0-1,0 1 0,0-1 1,0-1-1,0 1 1,0 0-1,1 0 0,2 3 1,-3-4-8,10 10 546,1 1 0,0-2 0,0 0 0,1 0 0,24 13 0,-29-18-266,8 3-240,0-1 0,0-1 0,1 0 0,0-1 0,29 5 0,-42-9-37,15 1 14,-1-1-1,1 0 1,27-3 0,-3 0-28,35 2-122,-77 0 190,-34-6-84,20 0 26,0 0 0,0 1 0,-1 1-1,0 0 1,0 0 0,-23-2 0,-1 0 1,16 2 266,0 2 0,-33 1-1,48 1-65,-13 2 378,12 1-303,8-3-264,0 0-1,0 0 1,0 0 0,0 1 0,0-1-1,0 0 1,0 0 0,0 0 0,0 0-1,0 1 1,0-1 0,0 0 0,0 0-1,0 0 1,0 0 0,0 1 0,0-1-1,0 0 1,0 0 0,1 0 0,-1 0-1,0 0 1,0 1 0,0-1 0,0 0-1,0 0 1,0 0 0,0 0 0,1 0-1,-1 0 1,0 1 0,0-1 0,0 0-1,0 0 1,0 0 0,1 0 0,-1 0-1,0 0 1,0 0 0,1 0 0,41 7 152,70 20-135,-102-23-15,-1 0 0,0 0 0,15 11 0,-22-14-10,-1 0-1,1 0 1,-1 1 0,1-1 0,-1 1-1,0-1 1,0 1 0,0-1 0,0 1-1,0 0 1,0 0 0,0-1 0,-1 1-1,1 0 1,0 0 0,-1 0 0,0 0-1,1 3 1,-1 41-24,-1-23 4,-1-20 20,1 1 0,-1-1 0,0 0-1,0 0 1,0 0 0,0 0 0,-1 0-1,-3 3 1,0 1 13,4-6-16,0 1 0,0-1 0,0 1 0,0-1 0,0 0 0,-1 0 0,1 0 0,0 0 0,-4 1 0,-12 6-126,-7-3-650,7-3-651,-32 5-2983,36-5-22</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13.525"/>
    </inkml:context>
    <inkml:brush xml:id="br0">
      <inkml:brushProperty name="width" value="0.035" units="cm"/>
      <inkml:brushProperty name="height" value="0.035" units="cm"/>
    </inkml:brush>
  </inkml:definitions>
  <inkml:trace contextRef="#ctx0" brushRef="#br0">391 1 392,'0'0'8761,"-10"4"-6997,-3 0-335,13-4-1358,-1 0 1,0 1-1,1-1 0,-1 0 0,0 0 0,0 0 1,1 0-1,-1 1 0,0-1 0,1 0 1,-1 1-1,1-1 0,-1 0 0,0 1 0,1-1 1,-1 1-1,1-1 0,-1 1 0,1-1 0,-1 2 1,0-1 13,0 0 1,-1 0 0,1 0 0,0-1 0,0 1 0,-1 0 0,1-1-1,-1 1 1,1-1 0,0 1 0,-1-1 0,1 0 0,-1 1 0,1-1-1,-2 0 1,1 0-38,1 0-1,0 0 1,-1 0-1,1 1 1,0-1 0,0 0-1,-1 1 1,1-1-1,0 1 1,0-1-1,-1 1 1,1 0 0,0-1-1,-2 2 1,-1 1 118,0-1 0,-1 1 0,1-1 0,-1 0 0,0-1 0,-6 2 0,7-1-9,1-2-96,0 1 1,0 1-1,0-1 1,0 0-1,0 1 0,0-1 1,0 1-1,1 0 1,-1 0-1,-4 4 1,6-5-40,0 0 0,0 0 0,0 0 0,0-1 0,-1 1 0,1 0 1,0-1-1,-1 1 0,1-1 0,0 1 0,-3-1 0,3 1 17,-1-1-1,1 0 1,0 1 0,-1-1-1,1 1 1,0-1 0,-1 1 0,1 0-1,0-1 1,0 1 0,-2 2-1,0-1 46,0 0 0,0 0 0,0 0 0,1 0 0,-2 0 0,1-1 0,-6 3 0,-12 6 498,9-5-378,11-4-182,0-1 1,-1 1-1,1-1 1,0 1-1,0 0 1,0-1-1,-1 1 1,1 0-1,0 0 1,0 0-1,0 0 1,-1 1-1,-12 5 125,12-6-137,1-1 0,-1 1 1,1-1-1,-1 1 0,1-1 1,0 1-1,-1 0 0,1 0 0,0 0 1,-2 1-1,1 0-4,1-1 0,0 0 1,-1 0-1,1 0 0,-1 1 0,1-1 1,-1-1-1,1 1 0,-1 0 0,-2 1 0,3-2 9,0 0-1,0 0 1,0 1-1,1-1 1,-1 1-1,0-1 1,0 1-1,0-1 1,0 1-1,0-1 1,1 1-1,-1 0 1,0-1-1,1 1 1,-1 0-1,0 0 1,1 0-1,-1 0 1,1-1-1,-1 1 1,1 0-1,0 0 1,-1 0-1,1 0 1,0 0-1,0 0 1,-1 0-1,1 0 1,0 0-1,0 0 1,0 0-1,0 1 1,0-1 8,0 0 1,-1 0-1,1 1 0,-1-1 1,1 0-1,-1-1 0,0 1 1,1 0-1,-1 0 0,0 0 1,0 0-1,0 0 0,1-1 1,-1 1-1,-2 1 0,-9 10 387,8 6 241,4-16-619,0 0 0,0-1 0,0 1 0,-1 0-1,1-1 1,0 1 0,-1 0 0,1-1 0,-1 1 0,0-1 0,1 1 0,-1-1-1,-2 3 1,2-3-17,1-1-1,-1 1 1,0 0-1,1 0 1,-1 0-1,1 0 0,-1 0 1,1 0-1,-1 0 1,1 1-1,0-1 1,-1 0-1,1 0 1,0 0-1,0 0 1,0 0-1,0 0 1,0 2-1,-9 25 547,9-27-525,0 1 0,0 0 0,1 0 0,-1 0 0,0-1 0,1 1 0,-1 0 0,1 0 0,0-1 0,-1 1 0,1 0 0,0-1 0,0 1 0,0-1 0,0 1 0,0-1 0,0 0 0,1 1 0,-1-1 0,0 0 0,1 0 0,-1 0 0,1 0 0,-1 0 0,1 0 0,-1 0 0,1 0-1,0-1 1,-1 1 0,1-1 0,2 1 0,22 12 275,-23-12-293,0 1 0,-1 0-1,1 0 1,-1 0 0,1 0 0,-1 1-1,4 3 1,5 6 291,24 37 2211,-18-28-1090,-16-20-1403,1 0 1,-1 0-1,1 0 0,-1 0 1,0 0-1,0 1 0,0-1 0,0 0 1,0 1-1,0-1 0,0 1 1,0-1-1,0 1 0,0 2 0,2-1-17,0-1-1,0 1 0,0 0 1,0-1-1,0 0 0,5 3 1,0-2-5,10 1 2,36 1-22,20 3-2,-47-4 19,34 7-2,52 10 0,-77-11 0,-34-10 1,0 0 0,-1 0-1,1 1 0,-1-1 0,1 0 0,0 1 0,-1-1 0,1 1 0,-1 0 0,1-1 1,-1 1-1,0 0 0,1 0 0,-1 0 0,2 1 0,-3-1 137,0-2-99,0 0-43,-1 0 1,1 0 0,-1 0-1,1 0 1,-1 0-1,0 0 1,1 0-1,-1 0 1,0 0 0,0 0-1,1 0 1,-1 0-1,0 1 1,0-1-1,0 0 1,0 1 0,0-1-1,-1 0 1,-18-9-31,5 5 58,0 1-1,0 0 0,0 1 1,-29-2-1,-15 0-95,-19 5 504,76 0-361,-10 0 418,8 0-42,13 0-274,68 11-5,-58-10-154,1 1 0,-1 2 0,1-1 0,23 9 0,-40-11-11,0 0 1,-1-1-1,1 1 1,-1 0-1,1 0 1,-1 1-1,1-1 0,-1 0 1,0 1-1,1-1 1,-1 1-1,0 0 1,0 0-1,0 0 0,-1 0 1,1 0-1,0 0 1,-1 0-1,1 1 1,-1-1-1,0 1 1,0-1-1,0 1 0,0-1 1,0 1-1,0 0 1,-1-1-1,1 6 1,-1-5 27,0 0 1,0-1-1,0 1 1,-1-1-1,1 1 1,-1-1-1,1 1 1,-1-1 0,0 1-1,-2 3 1,-14 17 146,11-16-177,6-6 0,0 0 0,-1-1 0,1 1 0,-1-1 0,1 1 0,-1 0 0,1-1 0,-1 1 0,1-1 0,-1 1 0,0-1 0,1 0 0,-1 1 0,0-1 0,1 0 0,-1 1 0,0-1 0,0 0 0,1 0 0,-2 1 0,-7 3 0,8-1 0,1-1 0,-18 9 0,18-11 0,0 0 0,-1 1 0,1-1 0,-1 0 0,1 0 0,-1 1 0,1-1 0,-1 0 0,1 0 1,-1 1-1,1-1 0,-1 0 0,1 0 0,-1 0 0,1 0 0,-1 0 0,1 0 0,-1 0 0,1 0 0,-1 0 0,1 0 0,-1 0 0,1 0 0,-1-1 0,1 1 0,-1 0 0,0-1 1,-1 5-10,2-3-65,-10-1-3504,-9 0 690,-2 0-6043</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34.437"/>
    </inkml:context>
    <inkml:brush xml:id="br0">
      <inkml:brushProperty name="width" value="0.035" units="cm"/>
      <inkml:brushProperty name="height" value="0.035" units="cm"/>
    </inkml:brush>
  </inkml:definitions>
  <inkml:trace contextRef="#ctx0" brushRef="#br0">357 76 4137,'-6'-4'2102,"-9"-8"13704,11-1-7192,3-1-6506,1 10-2108,0 8 0,-18 24 0,-10 7 0,12-17 0,-62 72 0,40-47 0,-37 51 0,75-93 0,-14 19 0,-21 24 0,24-25 0,3-4 0,6-13 0,1-2 0,1 1 0,-1-1 0,0 1 0,1-1 0,-1 1 0,1-1 0,0 1 0,-1-1 0,1 1 0,-1 0 0,1-1 0,0 1 0,0 0 0,-1-1 0,1 1 0,0 0 0,0 0 0,0-1 0,0 1 0,-1 0 0,1 0 0,0-1 0,1 1 0,-1 0 0,0-1 0,0 1 0,0 0 0,1 1 0,-1-2 0,0 0 0,0 0 0,0 0 0,0 0 0,0 0 0,0 1 0,0-1 0,0 0 0,0 0 0,0 0 0,0 0 0,0 0 0,0 0 0,0 0 0,0 1 0,0-1 0,0 0 0,1 0 0,-1 0 0,0 0 0,0 0 0,0 0 0,0 0 0,0 0 0,0 0 0,0 0 0,1 0 0,-1 1 0,0-1 0,0 0 0,0 0 0,0 0 0,0 0 0,1 0 0,-1 0 0,0 0 0,0 0 0,0 0 0,0 0 0,0 0 0,0 0 0,1-1 0,-1 1 0,0 0 0,0 0 0,0 0 0,0 0 0,0 0 0,0 0 0,1 0 0,-1 0 0,0 0 0,0 0 0,0 0 0,0 0 0,0-1 0,9-5 0,-8 5 0,32-42 0,-18 22 0,1 0 0,26-25 0,12-10 0,-35 34 0,40-34 0,26-13 0,-56 47 0,0 2 0,2 1 0,54-24 0,-77 39 0,-5 2 0,1 0 0,0 0 0,1 0 0,-1 1 0,0 0 0,0 0 0,1 0 0,-1 0 0,1 1 0,5-1 0,-8 1 0,0 1 0,-1-1 0,1 0 0,-1 0 0,1 1 0,0-1 0,-1 1 0,1-1 0,-1 1 0,0-1 0,1 1 0,-1 0 0,1 0 0,-1 0 0,0 0 0,0 0 0,1 0 0,-1 0 0,0 0 0,0 0 0,0 1 0,0-1 0,-1 0 0,2 3 0,1 3 0,0-1 0,-1 1 0,0 0 0,1 9 0,1 1 0,-3-12 0,0 1 0,-1-1 0,1 1 0,-1 0 0,-1-1 0,1 1 0,-1-1 0,-2 11 0,-2 21 0,4-24 0,0-1 0,-6 24 0,4-24 0,1-1 0,-2 24 0,4-25 0,-1 0 0,-1-1 0,0 1 0,0 0 0,-6 13 0,-4 20 0,-14 37 0,14-50-1434,10-26 1055,0-1 1,1 1-1,-1-1 1,1 1-1,0-1 1,0 1-1,0 0 0,0 0 1,0 4-1,17-19-10300,-7-5 620,-8 6 4930</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34.784"/>
    </inkml:context>
    <inkml:brush xml:id="br0">
      <inkml:brushProperty name="width" value="0.035" units="cm"/>
      <inkml:brushProperty name="height" value="0.035" units="cm"/>
    </inkml:brush>
  </inkml:definitions>
  <inkml:trace contextRef="#ctx0" brushRef="#br0">87 60 2136,'-43'3'10659,"0"0"1322,55-9-6466,19 1-3623,56 0-1308,94-1-584,-137 7-1046,-21 0-668,0-1 0,0-1 0,33-5 0,-27 1-1111,26-6-3950,-10-1-902,-21 2 3482</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35.712"/>
    </inkml:context>
    <inkml:brush xml:id="br0">
      <inkml:brushProperty name="width" value="0.035" units="cm"/>
      <inkml:brushProperty name="height" value="0.035" units="cm"/>
    </inkml:brush>
  </inkml:definitions>
  <inkml:trace contextRef="#ctx0" brushRef="#br0">565 47 1600,'0'-1'342,"1"0"0,0 0-1,-1 0 1,1 0 0,0 0 0,-1 0-1,1 0 1,-1 0 0,1 0-1,-1 0 1,0 0 0,0 0-1,1 0 1,-1-1 0,0 1 0,0 0-1,0 0 1,0 0 0,0-1-1,0 1 1,-1 0 0,1 0-1,0 0 1,0 0 0,-1 0 0,1 0-1,-1 0 1,1-1 0,-1 1-1,0 0 1,1 1 0,-1-1-1,0 0 1,0 0 0,1 0 0,-12-7 13843,10 7-11735,-5 4-3495,4-1 2369,-7 14 138,-18 22-973,-12 21-489,20-22 0,16-32 0,3-4 0,-1 1 0,1 0 0,0 0 0,0-1 0,0 1 0,0 0 0,0 0 0,0 0 0,1 0 0,-1 1 0,1-1 0,-1 0 0,1 0 0,0 0 0,0 2 0,-9 90 0,8-57 0,-3-1 0,-10 54 0,9-69 0,-2-1 0,0-1 0,-1 1 0,-1-1 0,-14 21 0,19-36-273,0 1 1,0-1-1,0 0 0,-1 0 1,1 0-1,-1-1 0,0 1 1,0-1-1,-1-1 0,1 1 1,0-1-1,-1 1 0,0-2 1,-11 4-1,6-2-226,9-3-112,-1 0-1,0 0 1,0 0-1,0-1 1,0 1-1,1-1 1,-1 0 0,0 1-1,1-1 1,-1 0-1,0-1 1,1 1-1,-1 0 1,1-1 0,0 1-1,-1-1 1,1 0-1,-3-3 1,-23-24-4699,22 24 4585,0-1 0,0 0 0,-8-12 0,9 11 474,0 1-1,-1 0 0,1 0 1,-1 1-1,0-1 1,-11-6-1,-12-11 551,18 14 135,9 7-307,0 1-1,1 0 1,-1-1 0,1 1 0,-1-1 0,1 0 0,-1 1-1,1-1 1,-1-2 0,-5-4 766,6 7-763,0 1 0,1-1-1,-1 0 1,0 0 0,1 0 0,-1 1 0,0-1 0,1 0 0,-1 0-1,1 0 1,-1 0 0,1 0 0,0 0 0,-1-1 0,-4-10 1546,5 12-1591,0-1-1,-1 1 1,1-1-1,0 1 1,-1-1-1,1 1 1,0-1-1,0 1 1,-1-1-1,1 1 1,0-1-1,0 1 1,0-1-1,0 1 1,0-1-1,0 1 1,-1-1-1,1 0 1,1 1-1,-1-1 0,0 1 1,0-1-1,0 1 1,0-1-1,0 1 1,0-1-1,1 0 1,-1 1-1,0-1 1,0 1-1,1 0 1,-1-1-1,0 1 1,1-1-1,-1 1 1,0-1-1,1 1 1,-1 0-1,1-1 1,-1 1-1,1 0 1,-1-1-1,1 1 1,-1 0-1,1 0 1,-1 0-1,1-1 1,9-4 365,1 0 1,-1 1 0,0 0-1,1 0 1,0 2-1,14-3 1,70-7 186,-89 12-594,334-29 513,-323 27-530,0 0 0,0-1 0,0-1 0,0 0 0,0-1 0,-1-1 0,20-10 0,-16 5 144,-16 10-88,-1-1 1,1 0-1,0 0 1,0 0-1,-1-1 0,0 1 1,1-1-1,-1 0 1,0 0-1,0 0 0,3-5 1,12-11 818,-16 18-707,0 0 1,0-1 0,0 1-1,0-1 1,0 0 0,-1 0-1,1 1 1,-1-1 0,1 0-1,-1-1 1,0 1 0,0 0-1,2-4 1,-3 5-73,0 0 0,0 0 0,1-1 0,-1 1 0,0 0 0,1 0 0,-1 0 0,1 0 0,-1 0 0,1 0 0,0 0 0,-1 0 0,1 0 0,1 0 0,-1 0 40,0 0 0,0-1-1,-1 1 1,1 0 0,0 0 0,0 0 0,-1 0-1,1-1 1,-1 1 0,1 0 0,-1-1 0,1 1-1,-1 0 1,0-3 0,0 3 401,1-4 191,-2 21-108,1-14-646,-1-1 0,1 1 0,-1 0 0,0 0 0,0-1 0,0 1 0,0 0 0,0-1 0,-2 3 0,-6 9 0,-1 0 0,8-12 0,1 0 0,0 0 0,0 0 0,0 0 0,0 1 0,0-1 0,0 0 0,0 1 0,0-1 0,-1 2 0,-18 57 0,16-45 0,-1-1 0,-12 24 0,1-3 0,7-14 0,-20 30 0,-2 7 0,12-5 0,16-45 0,0 0 0,-1-1 0,0 1 0,0-1 0,-6 7 0,-6 11 0,16-24-141,-1-1 0,1 1 0,-1 0 0,1 0-1,-1 0 1,0-1 0,1 1 0,-1 0 0,0-1 0,0 1 0,0-1 0,0 1 0,1-1 0,-1 1-1,0-1 1,0 0 0,0 1 0,0-1 0,0 0 0,0 0 0,0 1 0,0-1 0,0 0-1,0 0 1,-2-1 0,13-16-11165,-2 11 9407,-6 5 1306,-1 0 0,1 0 1,0-1-1,0 1 0,-1-1 1,1 0-1,-1 1 0,0-1 1,1 0-1,-1 0 0,0 1 0,0-1 1,0 0-1,0 0 0,0-1 1,0 1-1,-1 0 0,1-3 1,-1-6-2776</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36.286"/>
    </inkml:context>
    <inkml:brush xml:id="br0">
      <inkml:brushProperty name="width" value="0.035" units="cm"/>
      <inkml:brushProperty name="height" value="0.035" units="cm"/>
    </inkml:brush>
  </inkml:definitions>
  <inkml:trace contextRef="#ctx0" brushRef="#br0">44 141 280,'-33'-21'11472,"25"20"-8989,8 1-2429,0 0 0,0 0 0,0 0 0,0 0 1,0 0-1,0 0 0,0 0 0,0 0 0,-1 0 0,1 0 1,0 0-1,0 0 0,0 0 0,0 0 0,0 0 0,0 0 1,0 0-1,-1 0 0,1-1 0,0 1 0,0 0 1,0 0-1,0 0 0,0 0 0,0 0 0,0 0 0,0 0 1,0 0-1,0 0 0,0 0 0,0 0 0,-1-1 0,1 1 1,0 0-1,0 0 0,0 0 0,0 0 0,0 0 1,0 0-1,0 0 0,0-1 0,0 1 0,0 0 0,0 0 1,0 0-1,1-2 2411,9-3 941,155-1 678,-140 5-3856,46-9 0,-39 4-88,-22 4-58,0 0 1,0 0-1,0-1 1,-1-1-1,1 0 1,10-5-1,-18 6 64,1 1-1,-1-1 0,0 1 0,0-1 1,0 0-1,0 0 0,0 0 1,0 0-1,-1 0 0,1 0 0,-1-1 1,0 1-1,0 0 0,0-1 1,-1 1-1,1-1 0,-1-4 1,51 57-209,-48-46 63,0 0-1,1 0 1,-1 0 0,1 0 0,6 3-1,13 12 3,-8-3 6,-7-9-3,-1 1-1,0 0 1,11 16 0,-17-21-3,0 1 1,1-1-1,-1 0 0,0 0 1,0 1-1,-1-1 1,1 1-1,0-1 1,-1 1-1,1-1 1,-1 1-1,0-1 1,0 1-1,0-1 1,0 1-1,0-1 1,-1 1-1,1-1 1,-1 1-1,-1 3 1,-2 6 14,3-9-15,0 0 1,0 0-1,0 0 0,0-1 1,-1 1-1,1 0 0,-1 0 1,0-1-1,1 1 0,-1-1 1,0 0-1,-3 3 1,-8 5-4,0-1 0,-1 0 0,-1 0 1,1-2-1,-1 0 0,0 0 0,-1-1 1,-22 5-1,23-11 52,20-7 7,2-1-55,-4 4-4,1 1-1,-1-1 1,1 1 0,0 0 0,0 0 0,1 0-1,5-3 1,-1 1-8,30-18-68,1 2 0,77-28-1,92-16-260,-86 29 160,-88 19-1692,-35 17 1758,0 1-1,-1-1 0,1 0 1,0 0-1,0 0 1,0 0-1,-1 0 0,1 0 1,0 0-1,0 0 0,-1 0 1,1 0-1,0 0 1,0 0-1,0 0 0,-1 0 1,1 0-1,0 0 0,0 0 1,-1 0-1,1 0 1,0 0-1,0 0 0,0 0 1,-1 0-1,1 0 0,0 0 1,0 0-1,0-1 1,-1 1-1,1 0 0,0 0 1,0 0-1,0 0 0,0 0 1,-1-1-1,1 1 1,0 0-1,0 0 0,0 0 1,0-1-1,0 1 0,0 0 1,0 0-1,-1 0 1,1-1-1,0 1 0,0 0 1,0 0-1,0-1 0,0 1 1,0 0-1,0 0 1,0-1-1,0 1 0,0 0 1,0 0-1,1 0 0,-1-1 1,0 1-1,0 0 1,0 0-1,0 0 0,0-1 1,13-14-8646,-8 10 4277,2 0 38</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36.955"/>
    </inkml:context>
    <inkml:brush xml:id="br0">
      <inkml:brushProperty name="width" value="0.035" units="cm"/>
      <inkml:brushProperty name="height" value="0.035" units="cm"/>
    </inkml:brush>
  </inkml:definitions>
  <inkml:trace contextRef="#ctx0" brushRef="#br0">643 17 3585,'-4'-2'2095,"0"-1"0,0 1 0,-1 1 0,1-1 0,0 1 0,-1-1 0,-8 0 0,5 1-88,0 1-1,0 0 1,-16 2 0,-1 2 142,-48 16 1,71-19-2061,-16 5-87,0 1-1,0 0 0,1 2 0,0 0 0,1 1 0,-20 15 1,29-19-2,-1 0-1,1 0 1,1 1 0,-1-1 0,1 2 0,1-1 0,-1 1 0,1 0 0,0 0 0,1 0-1,0 0 1,0 1 0,1 0 0,-4 16 0,-1 52 0,4 151 0,6-128 0,-4-74 0,-1 1 0,-1-2 0,-1 1 0,-1 0 0,-2-1 0,0 0 0,-17 33 0,19-43 25,5-13-41,0 1 1,0-1-1,0 0 1,0 0-1,0 1 1,0-1-1,-1 0 0,1 0 1,-1 0-1,1 0 1,-1 0-1,0-1 1,0 1-1,0 0 0,0-1 1,0 1-1,0-1 1,0 0-1,0 0 1,-1 0-1,-2 1 1,3-1-411,0 0 0,0-1 1,0 1-1,0-1 0,0 1 1,0-1-1,0 0 0,0 0 1,0 0-1,0 0 1,0 0-1,0 0 0,0 0 1,0-1-1,0 1 0,0-1 1,0 0-1,0 1 0,0-1 1,-2-2-1,-2-1-2018,1 0 0,-1-1-1,0 1 1,-6-9 0,-3-3-2210,-2 0-718</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37.408"/>
    </inkml:context>
    <inkml:brush xml:id="br0">
      <inkml:brushProperty name="width" value="0.035" units="cm"/>
      <inkml:brushProperty name="height" value="0.035" units="cm"/>
    </inkml:brush>
  </inkml:definitions>
  <inkml:trace contextRef="#ctx0" brushRef="#br0">0 157 896,'1'-1'567,"0"0"-1,0 0 0,0-1 1,0 1-1,0 0 1,0 0-1,0 0 0,1 0 1,-1 0-1,0 1 1,0-1-1,1 0 0,-1 0 1,0 1-1,2-1 1,24-10 3070,8 3-1239,1 1-1,69-3 0,18-4-740,-29 0-1170,47-10-389,-116 18-52,-13 4 116,1-1 1,-1-1-1,0 0 0,0 0 0,17-10 0,-16 7 866,-1-2 6363,-11 47-7345,-2 43 113,0-71-146,0 0 1,0-1-1,-1 1 1,-1-1-1,1 1 1,-5 8-1,-2 11-13,8-24 0,0-1 0,0 1 0,-1-1 0,1 1 0,-1-1 0,0 0 0,0 1 0,-5 5 0,-2 2 0,3-4 0,0 0 0,-1 0 0,0-1 0,0 0 0,-1 0 0,0-1 0,-11 7 0,18-12-186,0-1 1,0 0-1,0 0 1,0 0-1,-1 1 1,1-1-1,0 0 0,0 0 1,0-1-1,0 1 1,-1 0-1,1 0 1,0-1-1,0 1 1,0 0-1,0-1 0,0 1 1,-1-2-1,1 2 40,0 0-1,1 0 0,-1-1 1,0 1-1,1 0 1,-1-1-1,1 1 1,-1-1-1,0 1 0,1-1 1,-1 1-1,1-1 1,0 1-1,-1-1 0,1 0 1,-1 1-1,1-1 1,0 0-1,-1 1 0,1-1 1,0 0-1,0 1 1,0-1-1,-1 0 1,1 1-1,0-1 0,0 0 1,0 0-1,0 1 1,0-1-1,0 0 0,1 1 1,-1-2-1,33-89-18386,-24 70 14201</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37.587"/>
    </inkml:context>
    <inkml:brush xml:id="br0">
      <inkml:brushProperty name="width" value="0.035" units="cm"/>
      <inkml:brushProperty name="height" value="0.035" units="cm"/>
    </inkml:brush>
  </inkml:definitions>
  <inkml:trace contextRef="#ctx0" brushRef="#br0">18 32 1672,'0'-1'511,"-1"0"-1,1 0 1,0 0-1,0 0 0,0 0 1,-1 0-1,1 0 1,-1 0-1,1 0 0,-1 0 1,1 0-1,-1 1 1,1-1-1,-1 0 0,0 0 1,1 1-1,-1-1 1,0 0-1,1 1 0,-3-2 1,-3-6 8411,6 3-3651,19 20-4308,-2-3-4908,-15-11 3414,0 0-1,0-1 0,1 1 1,-1-1-1,0 1 1,0-1-1,0 0 0,0 0 1,0 0-1,0 0 0,5 0 1,29-7-5421,-16 3 893,-3-1 799</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37.925"/>
    </inkml:context>
    <inkml:brush xml:id="br0">
      <inkml:brushProperty name="width" value="0.035" units="cm"/>
      <inkml:brushProperty name="height" value="0.035" units="cm"/>
    </inkml:brush>
  </inkml:definitions>
  <inkml:trace contextRef="#ctx0" brushRef="#br0">462 0 3401,'-21'3'15138,"16"0"-9366,1 4 183,-2 2-4146,3-5-1763,0 0 0,0 0 0,1 0 0,-1 1 1,1-1-1,0 0 0,1 1 0,-1 0 0,1-1 0,0 1 0,0 0 1,0 0-1,1-1 0,0 10 0,-9 40-46,8-41 0,-2 0 0,1 0 0,-2 0 0,1 0 0,-2-1 0,-9 20 0,3-5 0,-9 19 0,-12 34 0,28-68 0,-1-2 0,0 1 0,0-1 0,-1 1 0,0-2 0,-9 12 0,-51 50 0,30-33 0,27-29 0,-1-1 0,0 0 0,0-1 0,-22 13 0,9-7 0,20-11-583,-1 0 1,1-1-1,-1 0 0,1 0 1,-1 0-1,1 0 0,-1 0 1,-4 0-1,7-1 457,0 0 0,1 0 0,-1 0-1,1 1 1,-1-1 0,1 0 0,-1 0-1,0 0 1,1 0 0,-1-1 0,1 1 0,-1 0-1,0 0 1,1 0 0,-1 0 0,1 0 0,-1-1-1,1 1 1,-1 0 0,1-1 0,-1 1-1,1 0 1,-1-1 0,1 1 0,-1 0 0,1-1-1,0 1 1,-1-1 0,1 1 0,0-1-1,-1 1 1,1-1 0,0 1 0,0-1 0,-1 1-1,1-1 1,0 0 0,0 1 0,0-1 0,0 1-1,0-1 1,0 1 0,0-1 0,0 0-1,0 1 1,0-1 0,0 1 0,0-1 0,0 0-1,0 1 1,0-1 0,1 1 0,-1-1-1,0 1 1,1-2 0,0 0-718,1-1 0,-1 0 0,1 1 1,0-1-1,-1 1 0,1 0 0,4-4 0,10-14-5006,-7 4 1197</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38.814"/>
    </inkml:context>
    <inkml:brush xml:id="br0">
      <inkml:brushProperty name="width" value="0.035" units="cm"/>
      <inkml:brushProperty name="height" value="0.035" units="cm"/>
    </inkml:brush>
  </inkml:definitions>
  <inkml:trace contextRef="#ctx0" brushRef="#br0">18 445 2697,'0'0'6717,"-4"4"-1699,1-3-5411,2-1 858,-7-5 1382,7 5-626,7 0-332,5-1 4933,-7-3-1664,3 3-3327,-3 1-1271,-9 0 781,4 0-113,17-1 820,-5-4-729,0 0 0,0 0-1,20-5 1,-20 8-324,-1-2 0,1 1 0,-1-1 0,0-1 0,0 0 0,0 0 0,0-1 0,10-9 0,-3 3 17,1-4 0,53-60 269,-3-10 23,-52 66-204,1 0-1,33-28 0,-30 29-8,23-26-1,-41 43-90,-1 1 0,-1 1 0,1-1 0,0 0 0,-1 1 0,1-1 0,-1 0 0,1 1 0,-1-1 0,1 0 0,-1 1 0,0-1 0,1 0 0,-1 0 0,0 0 0,1 0 0,-1 1 0,0-3 0,-1-1 0,-5 4 0,5 0 0,0 1 0,0 0 0,0-1 0,0 1 0,1 0 0,-1 0 0,0 0 0,1 0 0,-1 0 0,0 0 0,1 0 0,-1 0 0,1 0 0,-1 0 0,1 0 0,0 0 0,-1 0 0,1 0 0,0 0 0,0 0 0,0 1 0,0-1 0,0 0 0,0 0 0,0 0 0,0 0 0,1 0 0,-1 0 0,1 2 0,-1-1 0,0-1 0,1 1 0,-1-1 0,0 1 0,0-1 0,0 1 0,0-1 0,0 1 0,-1-1 0,1 1 0,0-1 0,-1 1 0,0 1 0,-11 28 0,10-25 0,0 0 0,-1 1 0,0-1 0,0 0 0,-5 7 0,-27 36 0,1 11 0,5-11 0,3 0 0,-24 64 0,24-32 0,22-68 0,0 0 0,0 1 0,2 0 0,-1-1 0,2 1 0,0 0 0,0 0 0,3 24 0,-1 5 0,-1-43 0,-1 3 0,11 0 0,-6-3 0,1 0 0,0-1 0,-1 0-1,1 1 1,0-1 0,-1-1 0,1 1 0,-1-1 0,0 0 0,6-3 0,6-2-280,12-12-6104,-23 15 4993,0 0 0,0 1-1,0-1 1,1 1 0,9-4-1,0 0-2016,-1 0 0,16-11 0,-12 7-489</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40.412"/>
    </inkml:context>
    <inkml:brush xml:id="br0">
      <inkml:brushProperty name="width" value="0.035" units="cm"/>
      <inkml:brushProperty name="height" value="0.035" units="cm"/>
    </inkml:brush>
  </inkml:definitions>
  <inkml:trace contextRef="#ctx0" brushRef="#br0">57 158 2521,'-56'10'24923,"56"-11"-24696,6 3 136,192-14 4370,-58-8-4733,-93 15 0,42-6 0,-79 10 0,-4 1 0,-12 0 0,-2 0 0,-1 0 0,0 0 0,1 0 0,-1 0 0,2 1 0,-5 4 0,10-5 0,1 1 0,-1-1 0,0 1 0,1 0 0,-1 0 0,0 0 0,1 0 0,0 0 0,-1 0 0,1 0 0,-1 0 0,1 0 0,-2 3 0,-33 40 0,36-39 0,0 1 0,0-1 0,0 1 0,1-2 0,6-3 0,1-2 0,19-14 0,-1-2 0,-17 13 0,0 2 0,-2 0 0,-1-1 0,-1-1 0,3 3 0,0 1 0,1 0 0,-8 0 0,1 0 0,0 0 0,-1 0 0,1 0 0,-1 0 0,1 0 0,-1 1 0,1-1 0,-1 1 0,1-1 0,-1 1 0,0-1 0,1 1 0,-1 0 0,3 1 0,-2-1 0,0 1 0,1-1 0,-1 0 0,1 0 0,-1 0 0,1 0 0,-1 0 0,1-1 0,-1 1 0,1-1 0,0 0 0,-1 0 0,1 0 0,0 0 0,2-1 0,-1 2 0,-1-2 0,0 1 0,0 0 0,1 0 0,-1-1 0,0 0 0,5-1 0,-4 0 0,-2 2 0,-1 0 0,1-1 0,-1 1 0,0-1 0,1 1 0,-1-1 0,1 0 0,-1 0 0,0 1 0,0-1 0,1 0 0,-1 0 0,1-1 0,4-2 0,-3 2 0,0 1 0,0-1 0,0 0 0,0 0 0,-1 0 0,1 0 0,-1 0 0,1 0 0,-1-1 0,0 1 0,0-1 0,0 0 0,0 0 0,0 0 0,-1 0 0,1 0 0,-1 0 0,2-4 0,5-31 0,-8-16 0,-1 48 0,0 5 0,1 1 0,-1-1 0,1 0 0,-1 0 0,0 1 0,1-1 0,-1 0 0,0 1 0,0-1 0,0 1 0,1-1 0,-1 1 0,0-1 0,0 1 0,0-1 0,0 1 0,0 0 0,0 0 0,-1-1 0,-7 5 0,9-3 0,-23 8 0,20-8 0,0-1 0,1 1 0,-1 0 0,0 0 0,1 0 0,-1 1 0,1-1 0,-5 4 0,-36 24 0,24-13 0,12-10 0,1-1 0,-1 1 0,1 1 0,0-1 0,1 1 0,-1 0 0,2 0 0,-1 0 0,-4 10 0,-6 6 0,-2 2 0,15-21 0,1 0 0,-1 1 0,1-1 0,0 1 0,0-1 0,0 1 0,1 0 0,-1-1 0,1 1 0,0 0 0,1-1 0,-1 1 0,1-1 0,0 1 0,0-1 0,2 7 0,-1-9 0,-1 1 0,0-1 0,0 0 0,0 1 0,1-1 0,-1 0 0,1 0 0,0 0 0,0 0 0,-1-1 0,1 1 0,0 0 0,1-1 0,2 3 0,2 0 0,-5-2 0,0-1 0,0 0 0,0 1 0,0-1 0,0 0 0,1-1 0,-1 1 0,0 0 0,0 0 0,1-1 0,-1 0 0,0 1 0,1-1 0,4 0 0,3-1 0,0-1 0,0 0 0,1-1 0,-2 0 0,1 0 0,0-1 0,-1 0 0,1-1 0,-1 0 0,0 0 0,-1-1 0,13-11 0,41-42 0,-52 47 0,-9 11 0,0-1 0,1 0 0,-1 1 0,0-1 0,1 1 0,-1-1 0,1 1 0,3-3 0,8-6 0,-12 9 0,-1 0 0,1 1 0,0-1 0,0 1 0,-1-1 0,1 1 0,0-1 0,0 1 0,0 0 0,0-1 0,0 1 0,-1 0 0,1 0 0,0-1 0,0 1 0,0 0 0,0 0 0,0 0 0,0 0 0,0 0 0,0 0 0,0 1 0,1-1 0,0 0 0,1 0 0,-1 0 0,1 1 0,-1-1 0,0 0 0,1 1 0,-1 0 0,0-1 0,1 1 0,-1 0 0,0 0 0,0 0 0,0 1 0,4 2 0,9 5 0,-12-7 0,-1-1 0,1 1 0,-1 0 0,1 1 0,-1-1 0,0 0 0,0 1 0,0-1 0,0 1 0,-1-1 0,1 1 0,-1 0 0,1 0 0,-1 0 0,0 0 0,0 0 0,0 0 0,-1 0 0,1 0 0,-1 6 0,1-5 0,-1 0 0,1 0 0,-1 0 0,0 0 0,-1 0 0,1 0 0,-1 0 0,0 1 0,0-1 0,0-1 0,0 1 0,-1 0 0,1 0 0,-1 0 0,0-1 0,-1 1 0,-2 4 0,-10 6 0,0-1 0,-1 0 0,0-1 0,-24 13 0,-74 33 0,84-50 0,8-3 0,21-5 0,1 1 0,-1-1 0,0 0 0,0 0 0,0 1 0,1-1 0,-1 0 0,0 0 0,0 0 0,0 0 0,0 0 0,1 0 0,-1 0 0,0 0 0,0 0 0,0 0 0,-1-1 0,2 1 0,0-1 0,0 1 0,0 0 0,-1-1 0,1 1 0,0 0 0,0-1 0,0 1 0,0 0 0,0-1 0,0 1 0,0 0 0,0-1 0,0 1 0,0 0 0,0-1 0,0 1 0,0 0 0,0-1 0,1 1 0,-1 0 0,0 0 0,0-1 0,0 1 0,0 0 0,0-1 0,1 1 0,14-20 0,-15 20 0,18-21 0,1 0 0,1 2 0,1 0 0,33-23 0,-12 14 0,69-34 0,-103 59-25,-1 0-1,1 1 1,0-1-1,11 0 1,8-4-399,-18 6-10525,-2 1 4736,9 8 1332,-12-5 3032,-3-1-582,-1 7-301</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40.763"/>
    </inkml:context>
    <inkml:brush xml:id="br0">
      <inkml:brushProperty name="width" value="0.035" units="cm"/>
      <inkml:brushProperty name="height" value="0.035" units="cm"/>
    </inkml:brush>
  </inkml:definitions>
  <inkml:trace contextRef="#ctx0" brushRef="#br0">44 43 952,'-3'1'931,"0"-1"0,1 1-1,-1-1 1,0 1 0,1 0-1,-1 0 1,0 0 0,-2 2-1,4-3-500,0 1 0,0-1 0,0 1 0,0-1 0,0 1-1,0 0 1,0-1 0,0 1 0,0 0 0,1 0-1,-1 0 1,0 0 0,0 0 0,1 0 0,-1 0 0,1 0-1,-1 0 1,1 0 0,-1 0 0,0 2 0,2-3-139,-1 1 0,0 0 1,1 0-1,-1 0 1,0-1-1,1 1 0,-1 0 1,1 0-1,-1-1 1,1 1-1,-1 0 0,1-1 1,-1 1-1,1-1 1,0 1-1,-1-1 0,1 1 1,0-1-1,0 1 1,-1-1-1,1 0 0,0 1 1,0-1-1,0 0 1,-1 0-1,1 1 0,0-1 1,0 0-1,0 0 1,0 0-1,0 0 0,39 1 2544,-28-1-1865,222-20 20,-56 1-697,49 3-293,-10-10-9178,-168 21-160,-46 4 6276,-13 2-5168,-6 3 5599</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07:40.949"/>
    </inkml:context>
    <inkml:brush xml:id="br0">
      <inkml:brushProperty name="width" value="0.035" units="cm"/>
      <inkml:brushProperty name="height" value="0.035" units="cm"/>
    </inkml:brush>
  </inkml:definitions>
  <inkml:trace contextRef="#ctx0" brushRef="#br0">284 33 2777,'-68'18'5018,"32"-8"-1212,-43 16-1,54-17-1729,18-7-1097,1 0 1,0 1-1,0 0 0,0 0 0,0 0 0,0 0 1,1 1-1,-8 6 0,-2 8 2760,18-12-1829,10-1-1087,6-2-823,0 0 0,1-2 0,32-1 0,62-11 0,-44 4 0,251-36 0,-210 27 0,-55 8-220,20-2-1923,79-22 0,-76 12-6970,-27 9-427,-43 10 7407,17-5-3894</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4.499"/>
    </inkml:context>
    <inkml:brush xml:id="br0">
      <inkml:brushProperty name="width" value="0.035" units="cm"/>
      <inkml:brushProperty name="height" value="0.035" units="cm"/>
    </inkml:brush>
  </inkml:definitions>
  <inkml:trace contextRef="#ctx0" brushRef="#br0">35 684 1640,'-3'1'11665,"-1"-1"-8498,-4-3 4085,7 3-6672,-1 0 0,1-1 1,0 1-1,-1 0 1,1-1-1,0 1 0,-1-1 1,1 0-1,0 1 1,0-1-1,0 0 0,-1 0 1,1 0-1,-1-1 1,2 1-566,1-1 0,-1 1 0,1-1 0,-1 0 0,1 1 1,-1 0-1,1-1 0,0 1 0,-1-1 0,1 1 0,0 0 1,0-1-1,0 1 0,0 0 0,0 0 0,1 0 0,-1 0 1,0 0-1,0 0 0,1 0 0,-1 0 0,3-1 0,-1 1-26,33-20 11,-35 21 0,0 0 0,0 0 0,-1 0 0,1 0 0,0 0 0,-1 1 0,1-1 0,0 0 0,-1 0 0,1 1 0,0-1 0,-1 0 0,1 1 0,0-1 0,-1 1 0,1-1 0,-1 1 0,1-1 0,-1 1 0,1-1 0,-1 1 0,0 0 0,1-1 0,-1 1 0,0 0 0,1-1 0,-1 1 0,0 0 0,0-1 0,1 1 0,-1 0 0,0 0 0,1 3 0,1 0 0,-1 0 0,0 0 0,0 1 0,0-1 0,0 5 0,-2 12 0,-2 1 0,0 0 0,-8 25 0,2-3 0,4-13 0,3 0 0,1 50 0,1-46 0,1-28 0,0 0 0,0-1 0,1 1 0,0-1 0,0 1 0,0-1 0,1 0 0,0 1 0,0-1 0,5 6 0,-7-11 0,1 0 0,-1 0 0,1 0 0,0 0 0,-1-1 0,1 1 0,0 0 0,-1-1 0,1 1 0,0-1 0,0 0 0,-1 0 0,1 0 0,0 0 0,0 0 0,0 0 0,-1 0 0,1 0 0,3-1 0,36-11 0,-16 4 0,-1-3 0,-1 0 0,1-1 0,-2-1 0,0-1 0,26-21 0,-42 28 0,0 1 0,0-1 0,-1 0 0,0-1 0,6-10 0,14-21 0,-20 32 0,0-1 0,-1 0 0,7-16 0,-8 16 0,1 0 0,0 0 0,9-13 0,-12 10 0,-1 11 0,0 0 0,0 0 0,0-1 0,0 1 0,0 0 0,0 0 0,0-1 0,0 1 0,0 0 0,0 0 0,0 0 0,0-1 0,-1 1 0,1 0 0,0 0 0,0 0 0,0 0 0,0-1 0,0 1 0,-1 0 0,1 0 0,0 0 0,0 0 0,0 0 0,-1 0 0,1-1 0,0 1 0,0 0 0,0 0 0,-1 0 0,1 0 0,0 0 0,0 0 0,-1 0 0,1 0 0,0 0 0,0 0 0,0 0 0,-1 0 0,1 0 0,0 0 0,0 0 0,-1 0 0,1 0 0,0 1 0,0-1 0,0 0 0,-1 0 0,1 0 0,0 0 0,0 1 0,-1-1 0,1 0 0,-1 0 0,0 0 0,1 1 0,-1-1 0,1 0 0,0 1 0,-1-1 0,1 1 0,-1-1 0,1 0 0,-1 1 0,1-1 0,0 1 0,-1-1 0,1 1 0,0-1 0,0 1 0,-1 1 0,1 0 0,0 2 0,0 0 0,0 0 0,0 1 0,0-1 0,1 0 0,0 0 0,0 0 0,0 0 0,0 0 0,4 8 0,-1-4 0,1 1 0,0-1 0,0 0 0,1 0 0,0-1 0,1 0 0,13 13 0,23 17 0,-24-25 0,-15-8 0,1-1 0,-1 0 0,1 0 0,-1-1 0,1 0 0,0 1 0,0-1 0,10 2 0,-5-2 0,0-1 0,1 0 0,-1-1 0,0 0 0,18-3 0,-24 3 0,-1-1 0,1 0 0,-1 0 0,1 0 0,-1-1 0,1 1 0,-1-1 0,0 0 0,0 0 0,0 0 0,0 0 0,0 0 0,0-1 0,-1 1 0,1-1 0,-1 0 0,0 0 0,0 0 0,3-4 0,-3 3 0,-1-1 0,1 0 0,-1 0 0,1 0 0,-1 0 0,-1-1 0,1 1 0,-1 0 0,0 0 0,0 0 0,-2-9 0,-2-9 0,-8-30 0,2 13 0,7 9 0,-2-8 0,3 18 0,2 20 0,0-1 0,0 0 0,0 0 0,0 0 0,0 0 0,-1 0 0,1 0 0,-1 0 0,1 0 0,-1 0 0,0 0 0,1 0 0,-1 1 0,0-1 0,0 0 0,0 1 0,-1-1 0,1 1 0,0-1 0,-3-1 0,4 3 0,0-1 0,0 1 0,-1 0 0,1 0 0,0-1 0,0 1 0,0 0 0,0 0 0,-1-1 0,1 1 0,0 0 0,0 0 0,0-1 0,0 1 0,0 0 0,0-1 0,0 1 0,0 0 0,0 0 0,0-1 0,0 1 0,0 0 0,0-1 0,0 1 0,0 0 0,0-1 0,0 1 0,0 0 0,0 0 0,1-1 0,-1 1 0,0 0 0,0 0 0,0-1 0,0 1 0,1 0 0,-1 0 0,0 0 0,0-1 0,0 1 0,1 0 0,-1 0 0,0 0 0,0 0 0,1-1 0,-1 1 0,0 0 0,1 0 0,-1 0 0,0 0 0,0 0 0,1 0 0,-1 0 0,0 0 0,1 0 0,-1 0 0,0 0 0,1 0 0,61-32 0,-42 23 0,0-2 0,36-24 0,-21 5 0,0-2 0,-2-2 0,-2-1 0,-1-1 0,49-78 0,-78 112 0,13-19 0,13-29 0,-24 42 0,0 1 0,0-1 0,0 0 0,-1 0 0,-1 0 0,1 0 0,-1-16 0,0 20 0,-2 1 0,1-1 0,0 1 0,-1-1 0,1 1 0,-1-1 0,0 1 0,0 0 0,-1-1 0,1 1 0,-3-4 0,-1 0 0,0 1 0,0 0 0,-12-10 0,14 13 0,-1 1 0,0 1 0,0-1 0,1 1 0,-1-1 0,0 1 0,0 0 0,0 0 0,-5 0 0,-1-1 0,-4 1 0,1 1 0,0 0 0,0 1 0,-1 1 0,1 0 0,0 0 0,-23 9 0,33-10 0,0 1 0,1 0 0,-1 0 0,1 0 0,-1 0 0,1 0 0,-4 5 0,-5 5 0,9-9 0,0-1 0,0 1 0,0 0 0,0 0 0,1 0 0,-1 0 0,0 4 0,-9 15 0,7-14 0,1 0 0,0 0 0,0 0 0,1 1 0,0-1 0,1 1 0,-2 13 0,-1 6 0,-5 52 0,2-1 0,5 82 0,10-36 0,-7-106 0,-2 0 0,0 0 0,-1-1 0,-1 1 0,-8 28 0,4-22 0,5-18 0,-1 1 0,1-1 0,-1 0 0,-5 9 0,-4 6 0,-19 27 0,-4-12 0,8-4 0,26-33 0,1 0 0,0 0 0,0 0 0,-1 1 0,1-1 0,0 0 0,-1 0 0,1 0 0,0 0 0,0 0 0,-1 0 0,1 0 0,0 0 0,-1 0 0,1 0 0,0-1 0,0 1 0,-1 0 0,1 0 0,0 0 0,-1 0 0,1 0 0,0 0 0,0-1 0,-1 1 0,1 0 0,0 0 0,0 0 0,0-1 0,-1 1 0,1 0 0,0 0 0,0-1 0,0 1 0,0 0 0,-1 0 0,1-1 0,0 1 0,0 0 0,0 0 0,0-1 0,0 1 0,0 0 0,0-1 0,0 1 0,0 0 0,0-1 0,0 1 0,0 0 0,0 0 0,0-1 0,0 1 0,0 0 0,0-1 0,0 1 0,1-1 0,1-16 0,2 8 0,2 1 0,-1-1 0,1 1 0,0 0 0,1 1 0,0-1 0,0 2 0,1-1 0,9-6 0,12-13 0,-10 11 0,34-24 0,7-4 0,-27 24 0,-7 5 0,-22 12 0,0 1 0,0-1 0,-1 1 0,1-1 0,0 1 0,0 1 0,1-1 0,-1 0 0,0 1 0,0 0 0,0 0 0,0 0 0,0 1 0,1-1 0,-1 1 0,0 0 0,0 0 0,0 0 0,-1 1 0,1-1 0,0 1 0,0 0 0,-1 0 0,1 0 0,-1 1 0,0-1 0,5 5 0,-3-1 0,-1 1 0,0-1 0,0 1 0,0-1 0,-1 1 0,0 0 0,3 12 0,3 19 0,-1-14 0,-7-19 0,0-1 0,1 1 0,0-1 0,-1 0 0,1 1 0,1-1 0,3 6 0,-6-8 0,0-1 0,0-1 0,0 1 0,0-1 0,0 1 0,0-1 0,0 0 0,0 1 0,0-1 0,0 1 0,0-1 0,0 1 0,0-1 0,1 1 0,-1-1 0,0 0 0,0 1 0,0-1 0,1 0 0,-1 1 0,0-1 0,0 1 0,1-1 0,-1 0 0,0 1 0,1-1 0,-1 0 0,0 0 0,1 1 0,-1-1 0,1 0 0,-1 0 0,0 0 0,1 1 0,-1-1 0,1 0 0,-1 0 0,1 0 0,-1 0 0,1 0 0,0 1 0,1-1 0,-1 0 0,1 1 0,-1-1 0,0 0 0,1 0 0,-1 0 0,1 0 0,-1 0 0,0 0 0,1 0 0,-1 0 0,0-1 0,1 1 0,-1 0 0,1-1 0,-1 1 0,0-1 0,3-1 0,1 0 0,0-1 0,-1 1 0,1-1 0,-1 0 0,0 0 0,0 0 0,0-1 0,5-5 0,5-4 0,33-31 0,-43 39 0,0 1 0,0-1 0,-1 0 0,0 0 0,0-1 0,0 1 0,0-1 0,2-7 0,21-41 0,-24 49 0,-1 4 0,0-1 0,-1 1 0,1 0 0,-1-1 0,1 1 0,-1 0 0,1-1 0,-1 1 0,0-1 0,0 1 0,0-1 0,0 1 0,0-3 0,0 10 0,1-1 0,-1 1 0,2-1 0,2 11 0,5 21 0,-9-34 0,0 1 0,1 0 0,-1-1 0,1 1 0,0-1 0,0 1 0,1-1 0,-1 1 0,1-1 0,-1 0 0,1 0 0,0 0 0,0 0 0,1 0 0,-1 0 0,6 5 0,1-1 0,1 0 0,1-1 0,-1 0 0,1-1 0,0 0 0,0-1 0,1 0 0,-1-1 0,15 3 0,4-1 0,1-1 0,46-1 0,-61-3 0,-1-1 0,1 0 0,-1-1 0,1-1 0,-1 0 0,0-1 0,0-1 0,0 0 0,0-1 0,-1-1 0,0 0 0,-1-1 0,16-11 0,-26 16 0,0 0 0,0 0 0,0 0 0,0 0 0,-1-1 0,1 0 0,-1 1 0,0-1 0,0 0 0,0 0 0,-1 0 0,1 0 0,-1 0 0,1-6 0,0-4 0,-1 0 0,-1 0 0,0-15 0,-1 3 0,1 21 0,-1 0 0,1 0 0,-1 1 0,0-1 0,-1 0 0,1 0 0,-1 1 0,0-1 0,0 1 0,0 0 0,0-1 0,-1 1 0,-5-7 0,7 11 0,1 0 0,0-1 0,0 1 0,0-1 0,0 1 0,-1 0 0,1-1 0,0 1 0,0 0 0,-1-1 0,1 1 0,0 0 0,-1-1 0,1 1 0,0 0 0,-1 0 0,1-1 0,-1 1 0,1 0 0,0 0 0,-1 0 0,1 0 0,-1-1 0,1 1 0,0 0 0,-1 0 0,1 0 0,-1 0 0,1 0 0,-1 0 0,1 0 0,0 0 0,-1 0 0,1 0 0,-1 0 0,0 1 0,0-1 0,-2-3 0,-3 7 0,-5 7 0,9-10 0,1 0 0,-1 1 0,0 0 0,1-1 0,-1 1 0,1 0 0,0-1 0,-1 1 0,1 0 0,-2 4 0,-1 4 0,2-6 0,0 0 0,1 0 0,-1 0 0,1 0 0,0 0 0,0 0 0,0 6 0,-1 6 0,0-1 0,-1 0 0,0 0 0,-1-1 0,-8 20 0,5-20 0,1 0 0,1 1 0,1 0 0,0-1 0,1 2 0,0-1 0,2 0 0,-1 0 0,2 1 0,1 18 0,5 0 0,-2-8 0,2 45 0,-4-40 0,5 36 0,-3-49 0,-2 0 0,0 0 0,-1 0 0,-1 0 0,0 0 0,-2 0 0,-5 31 0,0-20 0,5-20 0,0 1 0,-1-1 0,0 0 0,-5 10 0,-4 7 0,10-21 0,0 0 0,0-1 0,0 1 0,-1 0 0,0-1 0,-7 9 0,4-7 0,0 1 0,0-1 0,-1 0 0,0 0 0,0-1 0,-1 0 0,1 0 0,-1 0 0,0-1 0,-1-1 0,1 1 0,0-1 0,-1-1 0,0 0 0,0 0 0,1 0 0,-18 0 0,13-3 0,0 1 0,0-2 0,0 0 0,0 0 0,1-2 0,-1 1 0,1-1 0,0-1 0,0 0 0,0-1 0,1 0 0,0-1 0,-17-13 0,25 17-430,1 1 0,0-1-1,0 0 1,0 0 0,0 0 0,0 0 0,1 0 0,0 0-1,-1 0 1,1-1 0,0 1 0,0 0 0,1-1 0,-1 1-1,1-5 1,-1-2-2085,1 0 0,1 0 1,3-17-1,3 4-3891,2 1 36</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5.308"/>
    </inkml:context>
    <inkml:brush xml:id="br0">
      <inkml:brushProperty name="width" value="0.035" units="cm"/>
      <inkml:brushProperty name="height" value="0.035" units="cm"/>
    </inkml:brush>
  </inkml:definitions>
  <inkml:trace contextRef="#ctx0" brushRef="#br0">603 45 1744,'7'0'1366,"-1"-1"-1,1 0 1,-1-1-1,1 0 1,-1 0-1,1 0 1,6-5-1,-16 0 4623,-1-7 5752,-15 14-9369,2-3-2371,0 1 0,1 1 0,-1 1 0,0 0 0,-24 4 0,-83 20 0,112-20 0,-1-1 0,1 2 0,0 0 0,0 0 0,1 1 0,-1 1 0,-17 12 0,27-16 0,-1 0 0,0 0 0,1 0 0,-1 0 0,1 0 0,0 0 0,0 1 0,1-1 0,-1 1 0,1-1 0,-1 1 0,1 0 0,-1 4 0,2-5 0,-1 0 0,1-1 0,-1 1 0,1 0 0,0 0 0,0 0 0,1-1 0,-1 1 0,0 0 0,1 0 0,0 0 0,0-1 0,-1 1 0,2 0 0,-1-1 0,0 1 0,3 3 0,4 5 0,-6-8 0,1 0 0,-1 0 0,1 0 0,-1 0 0,1 0 0,0-1 0,5 5 0,33 21 0,-29-18 0,0-1 0,17 9 0,93 52 0,-108-62 0,-1 1 0,21 18 0,-31-25 0,0 1 0,-1 0 0,1 0 0,0 0 0,-1 0 0,0 0 0,0 0 0,0 1 0,2 4 0,-3-6 0,-1-1 0,1 0 0,-1 1 0,1-1 0,-1 1 0,0-1 0,0 1 0,0-1 0,0 1 0,0-1 0,0 1 0,0-1 0,0 1 0,0-1 0,-1 1 0,1-1 0,-1 0 0,1 1 0,-1-1 0,0 0 0,1 1 0,-1-1 0,0 0 0,0 0 0,0 1 0,-2 1 0,-4 3 0,0-1 0,-1 0 0,0 0 0,0 0 0,0-1 0,0 0 0,-1-1 0,-15 5 0,-76 12 0,63-14 0,-170 19 0,189-24 0,-62 5 0,76-6-100,0 0-1,1 0 1,-1 0 0,0 0 0,0-1-1,0 0 1,1 1 0,-1-1-1,-5-2 1,9 3 58,-1-1-1,0 1 1,1 0 0,-1 0-1,1 0 1,-1 0-1,0-1 1,1 1 0,-1 0-1,1-1 1,-1 1 0,1 0-1,-1-1 1,1 1-1,-1-1 1,1 1 0,0 0-1,-1-1 1,1 1-1,-1-1 1,1 0 0,0 1-1,-1-1 1,1 1-1,0-1 1,0 1 0,0-1-1,-1 0 1,1 1 0,0-1-1,0 0 1,0 1-1,0-1 1,0 1 0,0-1-1,0 0 1,0 1-1,0-1 1,1 1 0,-1-1-1,0 0 1,0 1 0,0-1-1,1 1 1,-1-1-1,0 0 1,1 1 0,-1-1-1,1 1 1,-1-1-1,0 1 1,1 0 0,-1-1-1,2 0 1,74-53-13196,-25 17 4414,-25 21 4238</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5.639"/>
    </inkml:context>
    <inkml:brush xml:id="br0">
      <inkml:brushProperty name="width" value="0.035" units="cm"/>
      <inkml:brushProperty name="height" value="0.035" units="cm"/>
    </inkml:brush>
  </inkml:definitions>
  <inkml:trace contextRef="#ctx0" brushRef="#br0">192 13 2168,'-2'-1'6761,"-15"-4"4421,17 4-10849,0 1 0,-1-1 0,1 1 0,0 0 0,-1-1 0,1 1 0,0-1 0,-1 1 0,1 0 1,0-1-1,-1 1 0,1 0 0,-1 0 0,1-1 0,-1 1 0,1 0 0,-1 0 0,1 0 0,-1-1 0,1 1 0,-1 0 0,1 0 0,-1 0 0,1 0 0,-1 0 0,1 0 0,-1 0 0,1 0 1,-1 0-1,1 0 0,-1 0 0,1 1 0,-1-1 0,1 0 0,-1 0 0,1 0 0,-1 1 0,-24 11-333,23-10 0,-1 0 0,1 1 0,0-1 0,0 1 0,0 0 0,0-1 0,1 1 0,-1 0 0,1 0 0,-1 0 0,1 0 0,0 0 0,0 1 0,1-1 0,-1 0 0,0 4 0,0 3 0,0 0 0,0-1 0,-1 1 0,-4 9 0,-2 11 0,-15 117 0,6-13 0,-1-19 0,15-97 0,0 0 0,-1 26 0,3-36-2164,-6 0-6366,-2-23-9622</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6.175"/>
    </inkml:context>
    <inkml:brush xml:id="br0">
      <inkml:brushProperty name="width" value="0.035" units="cm"/>
      <inkml:brushProperty name="height" value="0.035" units="cm"/>
    </inkml:brush>
  </inkml:definitions>
  <inkml:trace contextRef="#ctx0" brushRef="#br0">18 166 2601,'-7'-10'8635,"7"10"-8252,-1-1 1,0 1-1,0-1 1,1 1-1,-1-1 0,0 1 1,1-1-1,-1 0 1,1 0-1,-1 1 1,0-1-1,1 0 1,0 0-1,-1 0 1,1 1-1,-1-1 0,1 0 1,0 0-1,0 0 1,0 0-1,-1 0 1,1 0-1,0 0 1,0 0-1,0 1 1,0-1-1,1 0 0,-1 0 1,0 0-1,0 0 1,0 0-1,1 0 1,-1 0-1,2-2 70,0 0-1,1 1 1,-1-1-1,0 1 1,1 0 0,-1-1-1,1 1 1,0 1-1,0-1 1,3-1-1,33-16 3064,-2 7-3516,1 1 0,0 2 0,1 2 0,44-3 0,-49 6 0,-17 4 0,0 0 0,0 1 0,0 1 0,-1 0 0,26 8 0,-36-8 0,1 0 0,1 0 0,-1 0 0,0 1 0,0 0 0,-1 0 0,1 1 0,-1 0 0,0 0 0,8 6 0,3 3 0,-15-12 0,1 0 0,-1 0 0,0 1 0,0-1 0,1 1 0,-1-1 0,0 1 0,-1 0 0,1 0 0,0 0 0,0 0 0,-1 0 0,1 0 0,-1 0 0,0 1 0,0-1 0,0 1 0,0-1 0,1 3 0,-2-1 0,1-1 0,-1 0 0,1 0 0,-1 0 0,1 1 0,0-1 0,1 0 0,0 3 0,0-3 0,-1 0 0,1 0 0,-1 1 0,0-1 0,-1 0 0,1 1 0,0-1 0,-1 5 0,0 24 0,-1-27 0,1-5 0,-1 0 0,1 1 0,0-1 0,-1 0 0,1 0 0,0 1 0,-1-1 0,1 0 0,-1 0 0,1 0 0,0 1 0,-1-1 0,1 0 0,-1 0 0,1 0 0,0 0 0,-1 0 0,1 0 0,-1 0 0,1 0 0,-1 0 0,1 0 0,-1 0 0,1 0 0,0 0 0,-1 0 0,1-1 0,-1 1 0,1 0 0,0 0 0,-1 0 0,1-1 0,0 1 0,-1 0 0,1 0 0,0-1 0,-1 1 0,1 0 0,0-1 0,-1 1 0,1 0 0,0-1 0,0 1 0,-1 0 0,1-1 0,0 1 0,0-1 0,0 0 0,-2 0 0,0-1 0,1 0 0,0 1 0,-1-1 0,1 0 0,0 0 0,0 0 0,0 0 0,0 0 0,0 0 0,0 0 0,1 0 0,-1-1 0,1 1 0,-1 0 0,1 0 0,0 0 0,0-1 0,0-2 0,1-5 0,-1 7 0,0 0 0,1 1 0,0-1 0,-1 1 0,1-1 0,0 1 0,0-1 0,1 1 0,-1 0 0,0-1 0,1 1 0,0 0 0,1-2 0,29-28 0,-18 18 0,-6 8 0,0-1 0,0 1 0,1 0 0,0 1 0,0 0 0,1 0 0,12-4 0,16-8 0,-23 11 0,-1 0 0,1 0 0,26-5 0,-35 10 0,1-1 0,-1 1 0,1 0 0,0 1 0,-1 0 0,1 0 0,0 1 0,-1-1 0,1 1 0,0 1 0,6 1 0,7 4 0,-17-7 0,0 1 0,0-1 0,-1 1 0,1 0 0,0 1 0,-1-1 0,1 0 0,-1 1 0,0-1 0,1 1 0,2 2 0,9 6 0,-12-8 0,0-1 0,0 0 0,0 1 0,0-1 0,-1 1 0,1-1 0,-1 1 0,1 0 0,-1 0 0,1 0 0,1 2 0,3 7 0,-5-10 0,0 1 0,0 0 0,1-1 0,-1 1 0,0 0 0,-1 0 0,1 0 0,0 0 0,0 0 0,-1 0 0,1 0 0,-1 0 0,0 0 0,0 0 0,0 1 0,0-1 0,0 0 0,0 0 0,0 0 0,-1 0 0,1 0 0,-2 3 0,-3 8 0,-1 0 0,-9 14 0,13-24 0,0 0 0,0 0 0,0 1 0,-1-2 0,1 1 0,-1 0 0,1 0 0,-1-1 0,0 0 0,0 1 0,-1-1 0,1 0 0,-5 2 0,0-3-1069,13-6-1407,5-7-1417,-7 6 1729,0 1 0,1 0 0,-1-1 0,6-6-1,6-7-5085,-7 7 2248</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6.382"/>
    </inkml:context>
    <inkml:brush xml:id="br0">
      <inkml:brushProperty name="width" value="0.035" units="cm"/>
      <inkml:brushProperty name="height" value="0.035" units="cm"/>
    </inkml:brush>
  </inkml:definitions>
  <inkml:trace contextRef="#ctx0" brushRef="#br0">0 81 3521,'4'-5'1288,"-2"3"-391,-1 1-1,0-1 1,0 1 0,0-1 0,0 1-1,0-1 1,0 0 0,0 0 0,0 1-1,0-1 1,-1 0 0,1 0-1,-1 0 1,0 0 0,1 0 0,-1 0-1,0 0 1,0 0 0,0-3 0,0 4-382,0 0 0,1-1 0,-1 1 1,1 0-1,-1 0 0,1-1 1,0 1-1,-1 0 0,1 0 0,0 0 1,0 0-1,0 0 0,1-1 1,6-8 2125,0 5-2473,-1 1-168,-6 8 0,-7 15-4268,6-19 4067,0 0 0,-1 0 1,1 1-1,0-1 0,0 0 0,-1 1 0,1-1 0,0 0 1,0 1-1,0-1 0,-1 0 0,1 1 0,0-1 0,0 0 1,0 1-1,0-1 0,0 1 0,0-1 0,0 0 0,0 1 1,0-1-1,0 0 0,0 1 0,0-1 0,0 1 0,0-1 1,0 0-1,0 1 0,1-1 0,-1 0 0,0 1 0,0-1 1,0 0-1,1 1 0,15 12-13393,-7-3 8687</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7.217"/>
    </inkml:context>
    <inkml:brush xml:id="br0">
      <inkml:brushProperty name="width" value="0.035" units="cm"/>
      <inkml:brushProperty name="height" value="0.035" units="cm"/>
    </inkml:brush>
  </inkml:definitions>
  <inkml:trace contextRef="#ctx0" brushRef="#br0">686 506 3977,'-31'-18'5482,"6"6"4820,-29-9-1,26 12-7596,19 7-2705,0 0 0,0 0 0,-1 1 0,1 1 0,0-1 0,0 1 0,-12 2 0,-64 14 0,55-10 0,9 1 0,0 0 0,1 1 0,0 1 0,1 1 0,0 1 0,-23 16 0,13-8 0,14-8 0,0 0 0,1 1 0,0 1 0,0 0 0,2 0 0,0 2 0,0-1 0,2 2 0,0-1 0,-10 20 0,19-33 0,0 0 0,0 1 0,0-1 0,0 0 0,0 1 0,1-1 0,-1 0 0,1 1 0,-1-1 0,1 1 0,0-1 0,0 0 0,0 1 0,0-1 0,0 1 0,1-1 0,-1 1 0,1-1 0,-1 0 0,1 1 0,0-1 0,0 0 0,0 0 0,0 1 0,1-1 0,-1 0 0,0 0 0,1 0 0,0-1 0,-1 1 0,1 0 0,0-1 0,0 1 0,0-1 0,0 1 0,0-1 0,3 2 0,3-1 0,0 1 0,1-1 0,-1-1 0,1 0 0,-1 0 0,1 0 0,0-1 0,-1-1 0,1 1 0,14-4 0,-9 2 0,-8 1 0,0-1 0,0 0 0,0 0 0,0 0 0,0-1 0,0 1 0,9-8 0,9-3 0,-8 5 0,-1 0 0,1-1 0,-2-1 0,1-1 0,-1 0 0,-1-1 0,0 0 0,-1-1 0,0 0 0,0-1 0,9-17 0,-6 9 0,-10 16 0,-1 0 0,0-1 0,0 1 0,-1-1 0,4-9 0,35-104 0,-18 41 0,-5 13 0,-2 3 0,-15 50 0,1 0 0,1 0 0,8-20 0,-2 11 0,8-31 0,-14 40 0,-3 10 0,0-1 0,-1 1 0,1-1 0,-1 0 0,0 1 0,0-1 0,-1-6 0,0-15 0,1 21 0,1 4 0,-1 0 0,0 0 0,0 0 0,0 0 0,0 0 0,0-1 0,0 1 0,0 0 0,0 0 0,0 0 0,0 0 0,1 0 0,-1-1 0,0 1 0,0 0 0,0 0 0,0 0 0,0 0 0,1 0 0,-1 0 0,0 0 0,0 0 0,0 0 0,0 0 0,1 0 0,-1-1 0,0 1 0,0 0 0,0 0 0,0 0 0,1 0 0,-1 0 0,0 0 0,0 0 0,0 1 0,0-1 0,1 0 0,-1 0 0,0 0 0,0 0 0,0 0 0,0 0 0,0 0 0,1 0 0,-1 0 0,0 0 0,0 0 0,0 1 0,0-1 0,1 0 0,1 7 0,-3-4 0,-8 40 0,10-21 0,-2-1 0,-1 0 0,-6 30 0,1-11 0,4-22 0,-1 0 0,-6 20 0,3-7 0,7-25 0,-1-1 0,0 1 0,-1-1 0,1 1 0,-1-1 0,-3 7 0,-9 18 0,-20 64 0,-4 8 0,36-95 0,0-1 0,1 0 0,-1 1 0,1-1 0,0 1 0,1-1 0,-1 1 0,1 0 0,1 6 0,0 8 0,-1-20 0,0 0 0,0 0 0,0 0 0,0 0 0,0 0 0,1 0 0,-1 0 0,0 0 0,1 0 0,-1 0 0,0 0 0,1-1 0,-1 1 0,1 0 0,-1 0 0,1 0 0,0-1 0,-1 1 0,1 0 0,0-1 0,0 1 0,1 0 0,0 1 0,1-1 0,-1 0 0,1-1 0,-1 1 0,1 0 0,-1-1 0,1 1 0,3-1 0,6 1 0,-1-2 0,23-3 0,-33 4 0,27-6 0,-1-1 0,0-1 0,0-1 0,-1-1 0,0-2 0,-1 0 0,32-23 0,-3 4 0,-28 17 0,-1-2 0,-1 0 0,30-26 0,-28 22 0,-21 17 0,1-1 0,-1 0 0,0-1 0,8-8 0,-6 8 0,-6 5 0,-1 0 0,1-1 0,0 1 0,-1-1 0,1 1 0,-1-1 0,1 1 0,0-1 0,-1 1 0,1-1 0,-1 1 0,1-1 0,-1 0 0,0 1 0,1-1 0,-1 0 0,0 1 0,1-1 0,-1 0 0,0 1 0,0-1 0,0 0 0,1 0 0,-1 1 0,0-2 0,0 0 0,-2-2 0,-15 10 0,6-2 0,5-2 0,1 0 0,-1 0 0,1 1 0,-1 0 0,1 0 0,0 0 0,0 1 0,0-1 0,-4 6 0,-14 13 0,18-17 0,0-1 0,1 1 0,-1 0 0,-5 9 0,5-7 0,0 1 0,1 0 0,-1 0 0,2 0 0,-1 1 0,-3 13 0,7-19 0,-1 1 0,1-1 0,0 0 0,0 0 0,0 0 0,0 0 0,1 0 0,-1 0 0,1 0 0,0 0 0,0 0 0,0 0 0,0 0 0,0 0 0,0 0 0,1-1 0,0 1 0,-1-1 0,1 1 0,0-1 0,0 1 0,4 2 0,-2-1-60,1 0-1,0 0 1,-1 0-1,1-1 1,0 0-1,1 0 1,-1 0-1,1 0 1,-1-1 0,1 0-1,0 0 1,-1-1-1,10 2 1,-5-3-287,0 0-1,0 0 1,0-1 0,0-1-1,0 0 1,0 0 0,12-5-1,-3 0-4620,0 0-1,-1-2 1,29-17 0,-29 11-604</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7.581"/>
    </inkml:context>
    <inkml:brush xml:id="br0">
      <inkml:brushProperty name="width" value="0.035" units="cm"/>
      <inkml:brushProperty name="height" value="0.035" units="cm"/>
    </inkml:brush>
  </inkml:definitions>
  <inkml:trace contextRef="#ctx0" brushRef="#br0">139 250 4065,'-18'-8'7969,"-11"-7"109,28 15-7655,0-1 0,0 1 0,0-1 1,1 0-1,-1 1 0,0-1 0,0 0 0,0 0 0,1 0 0,-1 0 0,0 0 0,1 0 0,-1 0 0,1 0 0,-1 0 0,1 0 1,-1 0-1,1 0 0,0 0 0,-1-2 0,-8-24 3347,9 21-3770,1 1 0,-1-1 0,1 1 0,0 0 0,0-1 0,0 1 0,1 0 0,-1 0 0,2 0 0,-1 0 0,0 0 0,1 0 0,0 1 0,0-1 0,0 1 0,7-7 0,-3 3 0,1 0 0,1 1 0,-1-1 0,1 1 0,0 1 0,1 0 0,0 0 0,0 1 0,0 0 0,0 1 0,1 0 0,-1 1 0,1 0 0,0 1 0,0 0 0,1 0 0,11 1 0,-20 1 0,1 0 0,-1 0 0,0 1 0,0 0 0,1-1 0,-1 1 0,0 1 0,0-1 0,0 0 0,0 1 0,0-1 0,-1 1 0,1 0 0,0 0 0,-1 0 0,1 0 0,-1 0 0,0 1 0,1-1 0,-1 1 0,-1 0 0,1-1 0,0 1 0,-1 0 0,1 0 0,-1 0 0,0 0 0,2 6 0,-1-2 0,-1 0 0,1 0 0,-1 0 0,-1 0 0,1 0 0,-1 0 0,-1 0 0,1 0 0,-1 1 0,0-1 0,-1-1 0,-3 13 0,-2-1 0,-1-1 0,0 0 0,-2-1 0,0 0 0,0-1 0,-16 18 0,-14 18 0,-15 16 0,24-30 0,-7 8 0,21-27-2492,1 1 1,-26 38-1,37-49 1948,-14 31-8093,5-7-372,5-16 4235</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7.728"/>
    </inkml:context>
    <inkml:brush xml:id="br0">
      <inkml:brushProperty name="width" value="0.035" units="cm"/>
      <inkml:brushProperty name="height" value="0.035" units="cm"/>
    </inkml:brush>
  </inkml:definitions>
  <inkml:trace contextRef="#ctx0" brushRef="#br0">25 20 1096,'0'0'233,"1"1"-1,-1-1 1,0 0 0,0 1-1,0-1 1,0 1-1,0-1 1,0 0-1,0 1 1,0-1-1,0 1 1,-1-1 0,1 0-1,0 1 1,0-1-1,0 1 1,0-1-1,0 0 1,-1 1 0,1-1-1,0 0 1,0 1-1,-1-1 1,1 0-1,0 0 1,-1 1 0,1-1-1,0 0 1,0 0-1,-1 1 1,1-1-1,-1 0 1,1 0 0,0 0-1,-1 1 1,1-1-1,0 0 1,-1 0-1,1 0 1,-1 0 0,-8 4 6600,10-10-80,-5 0-4346,3 6-2512,1 0-1,0 0 0,0-1 1,-1 1-1,1 0 0,0 0 0,-1 0 1,1-1-1,0 1 0,0 0 0,0 0 1,-1-1-1,1 1 0,0 0 0,0 0 1,0-1-1,0 1 0,0 0 1,-1 0-1,1-1 0,0 1 0,0 0 1,0-1-1,0 1 0,0 0 0,0-1 1,0 1-1,0 0 0,0-1 1,0 1-1,0 0 0,0-1 0,0 1 1,1-1-1,5-7-2714,-4 2-985</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8.355"/>
    </inkml:context>
    <inkml:brush xml:id="br0">
      <inkml:brushProperty name="width" value="0.035" units="cm"/>
      <inkml:brushProperty name="height" value="0.035" units="cm"/>
    </inkml:brush>
  </inkml:definitions>
  <inkml:trace contextRef="#ctx0" brushRef="#br0">248 277 288,'-40'9'4461,"11"-7"7029,-23 4 3302,17 0-13056,-43 21-1736,67-19 0,11-8 0,0 0 0,-1 0 0,1 0 0,0 1 0,0-1 0,0 0 0,0 0 0,0 0 0,0 0 0,-1 1 0,1-1 0,0 0 0,0 0 0,0 0 0,0 1 0,0-1 0,0 0 0,0 0 0,0 0 0,0 1 0,0-1 0,0 0 0,0 0 0,0 0 0,0 1 0,0-1 0,0 0 0,0 0 0,0 0 0,0 1 0,0-1 0,0 0 0,1 0 0,-1 0 0,0 0 0,0 1 0,0-1 0,0 0 0,0 0 0,0 0 0,1 0 0,-1 1 0,0-1 0,0 0 0,0 0 0,0 0 0,1 0 0,-1 0 0,0 0 0,0 0 0,0 0 0,1 0 0,-1 0 0,0 0 0,22 5 0,-1-1 0,1-2 0,0 0 0,0-1 0,28-3 0,2 0 0,569-22 0,-375 10 0,472-31 0,-169 9 0,907-89 0,-1134 83 0,7-12 0,-305 52 0,-24 2 0,0 0 0,0 0 0,0 0 0,0 0 0,0 0 0,0 0 0,0 0 0,0-1 0,0 1 0,0 0 0,0 0 0,0 0 0,-1 0 0,1 0 0,0 0 0,0 0 0,0 0 0,0 0 0,0 0 0,0 0 0,0 0 0,0 0 0,0 0 0,0-1 0,0 1 0,0 0 0,0 0 0,0 0 0,0 0 0,0 0 0,0 0 0,0 0 0,0 0 0,0 0 0,0 0 0,0 0 0,0-1 0,0 1 0,0 0 0,0 0 0,0 0 0,0 0 0,0 0 0,0 0 0,0 0 0,0 0 0,0 0 0,0 0 0,0 0 0,1 0 0,-1 0 0,0-1 0,0 1 0,0 0 0,0 0 0,0 0 0,0 0 0,0 0 0,0 0 0,0 0 0,0 0 0,-3-1 2,0 1 0,-1 0 0,1-1-1,-1 1 1,1 0 0,-1 1 0,1-1 0,-7 2 0,4-1-16,1 0 0,-1 0-1,1-1 1,-1 0 0,-5 0 0,-34-5-4887,-34 0-10797,48 6 11422,-12 3-2124</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9.114"/>
    </inkml:context>
    <inkml:brush xml:id="br0">
      <inkml:brushProperty name="width" value="0.035" units="cm"/>
      <inkml:brushProperty name="height" value="0.035" units="cm"/>
    </inkml:brush>
  </inkml:definitions>
  <inkml:trace contextRef="#ctx0" brushRef="#br0">320 16 3793,'-11'-6'13930,"-4"1"-7150,8 3-2693,4-1-1813,-3 3-648,5 1-1604,0 0 1,-1 0-1,1 0 1,0 0 0,0 0-1,0 0 1,0 1-1,0-1 1,0 0 0,0 1-1,1-1 1,-1 0-1,0 1 1,0 1 0,-6 8-85,-43 34 62,-70 89 0,93-109 0,-8 10 0,33-33 0,0 1 0,0-1 0,1 1 0,-1 0 0,1 0 0,0-1 0,0 1 0,0 0 0,0 0 0,0 0 0,1 0 0,-1 1 0,1 3 0,-4 13-2776,3-18 1687,1 1-1,-1-1 1,1 1-1,-1 0 1,1 0 0,0-1-1,0 6 1,0-7 909,1-1 1,-1 1 0,0-1-1,1 1 1,-1 0-1,1-1 1,-1 1 0,1-1-1,-1 1 1,1-1 0,-1 0-1,1 1 1,-1-1-1,1 1 1,-1-1 0,1 0-1,0 0 1,-1 1-1,1-1 1,0 0 0,-1 0-1,1 0 1,0 0 0,-1 1-1,1-1 1,0 0-1,-1 0 1,1 0 0,0-1-1,-1 1 1,1 0-1,0 0 1,-1 0 0,1 0-1,0-1 1,-1 1-1,2-1 1,15-4-8633,-16 0 4381</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9.423"/>
    </inkml:context>
    <inkml:brush xml:id="br0">
      <inkml:brushProperty name="width" value="0.035" units="cm"/>
      <inkml:brushProperty name="height" value="0.035" units="cm"/>
    </inkml:brush>
  </inkml:definitions>
  <inkml:trace contextRef="#ctx0" brushRef="#br0">18 69 2641,'0'-3'1505,"1"-1"1,-1 1-1,0 0 1,0-1-1,-1 1 1,1 0-1,-1 0 1,1-1-1,-1 1 1,0 0-1,0 0 1,-1 0-1,1 0 1,-1 0-1,1 0 1,-1 0-1,-2-3 1,2 0 1368,4 3-2721,5 7-153,6 6 0,-11-7 0,0-1 0,1 0 0,-1 0 0,1 0 0,-1-1 0,1 1 0,3 1 0,5 3 0,0 1 0,-1 0 0,0 0 0,-1 1 0,0 0 0,0 1 0,0 0 0,-1 1 0,-1-1 0,12 20 0,-2 19 0,-15-44 0,-1 0 0,0 1 0,0-1 0,0 0 0,0 0 0,-1 1 0,0-1 0,1 0 0,-2 8 0,0-9 0,1 1 0,0-1 0,0 1 0,0-1 0,0 1 0,1-1 0,-1 0 0,1 1 0,0-1 0,0 0 0,0 1 0,0-1 0,1 0 0,1 3 0,23 32-5004,-13-38-2857,-2-2 4259,-9-6-5910,-2 2 5301</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3:59.771"/>
    </inkml:context>
    <inkml:brush xml:id="br0">
      <inkml:brushProperty name="width" value="0.035" units="cm"/>
      <inkml:brushProperty name="height" value="0.035" units="cm"/>
    </inkml:brush>
  </inkml:definitions>
  <inkml:trace contextRef="#ctx0" brushRef="#br0">44 18 1528,'-2'0'589,"0"0"1,0-1-1,0 1 0,0-1 0,-1 0 0,1 0 0,0 1 0,0-1 1,1-1-1,-3 0 0,-15-7 18099,20 10-19666,10 5 1683,1 0-1,-1-1 1,1-1 0,0 0 0,0 0 0,0-1 0,0-1-1,1 0 1,19 1 0,166-14-705,-75 6 0,-105 5-589,-15-1-844,-8-1-1110,-11-1-2447</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0.485"/>
    </inkml:context>
    <inkml:brush xml:id="br0">
      <inkml:brushProperty name="width" value="0.035" units="cm"/>
      <inkml:brushProperty name="height" value="0.035" units="cm"/>
    </inkml:brush>
  </inkml:definitions>
  <inkml:trace contextRef="#ctx0" brushRef="#br0">138 1 2985,'-5'0'2241,"-12"1"9724,12 3-9402,-6 1 589,-9 5 3254,20-10-6320,-1 1 1,1-1-1,-1 0 0,1 1 1,0-1-1,-1 0 1,1 1-1,0-1 0,0 1 1,-1-1-1,1 1 0,0-1 1,0 0-1,0 1 1,-1-1-1,1 1 0,0-1 1,0 1-1,0-1 0,0 1 1,0-1-1,0 1 1,0-1-1,0 1 0,0-1 1,0 1-1,0-1 0,0 1 1,1-1-1,-1 0 1,0 1-1,0-1 0,0 1 1,1-1-1,-1 1 0,0-1 1,0 0-1,1 1 1,0 0-1,1 1-86,-1 0 0,1-1 0,-1 1 0,0 0 0,0-1 0,0 1 0,0 0 0,0 0 0,0 0 0,0-1 0,-1 1 0,1 0 0,0 0 0,-1 0 0,1 4 0,7 53 0,-8-33 0,-2 0 0,-1 0 0,-2 0 0,0 0 0,-14 40 0,11-42 0,6-16 0,0 0 0,-1-1 0,0 0 0,-4 9 0,-29 65 0,34-76-1317,1-1 1,-1 1-1,1 0 1,1 0-1,-1 0 1,1-1-1,-1 1 0,2 5 1,5-19-2064,-5 8 2746,0 0-1,0 0 1,0-1-1,-1 1 1,1 0-1,0-1 1,0 1-1,-1 0 1,1-1-1,-1 1 0,1-1 1,-1 1-1,0-1 1,1-2-1,-1-6-4104</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0.733"/>
    </inkml:context>
    <inkml:brush xml:id="br0">
      <inkml:brushProperty name="width" value="0.035" units="cm"/>
      <inkml:brushProperty name="height" value="0.035" units="cm"/>
    </inkml:brush>
  </inkml:definitions>
  <inkml:trace contextRef="#ctx0" brushRef="#br0">1 126 3137,'0'-2'446,"0"1"1,0 0 0,0-1 0,0 1 0,0 0 0,1-1-1,-1 1 1,0 0 0,1 0 0,-1-1 0,1 1-1,-1 0 1,1 0 0,0 0 0,-1 0 0,1 0-1,2-2 1,-1 1 82,1 0-1,0 0 1,0 1-1,0-1 1,0 1-1,0 0 1,6-2-1,92-23 5330,-16 9-2032,-62 12-2423,34-3 1,4-1 374,-25 1-979,1 2 1,63-2 0,-87 10-1514,4 7-6249,5 2 944,30 5-5137,-34-11 6878</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1.143"/>
    </inkml:context>
    <inkml:brush xml:id="br0">
      <inkml:brushProperty name="width" value="0.035" units="cm"/>
      <inkml:brushProperty name="height" value="0.035" units="cm"/>
    </inkml:brush>
  </inkml:definitions>
  <inkml:trace contextRef="#ctx0" brushRef="#br0">264 22 4481,'-34'-5'6370,"-19"-5"8396,49 8-13391,3 1-1161,0 1 0,0-1-1,0 1 1,0-1 0,0 1 0,0 0 0,0-1 0,0 1 0,0 0 0,-1 0 0,1 0-1,0 0 1,0 0 0,0 0 0,0 0 0,0 0 0,-1 0 0,1 0 0,0 1 0,0-1 0,0 0-1,0 1 1,0-1 0,0 1 0,0-1 0,-2 2 0,-11 8-214,1 1 0,-1 0 0,-19 23 0,28-28 0,-3 2 0,1 0 0,0 1 0,0 1 0,1-1 0,-8 17 0,11-21 0,1-1 0,1 1 0,-1 0 0,1 0 0,-1 0 0,1 0 0,1 0 0,-1 1 0,1-1 0,0 0 0,0 0 0,0 0 0,1 0 0,2 10 0,-2-12 0,0 0 0,1 0 0,0 0 0,-1 0 0,1 0 0,0-1 0,1 1 0,-1-1 0,0 1 0,1-1 0,-1 0 0,1 0 0,0 0 0,0 0 0,-1 0 0,1-1 0,0 1 0,1-1 0,-1 0 0,0 0 0,0 0 0,0 0 0,7 0 0,3 1 0,1-1 0,-1-1 0,1 0 0,22-3 0,-19 0 0,0 0 0,-1-1 0,24-9 0,-34 11 0,0 0 0,0-1 0,0 0 0,0 0 0,0-1 0,-1 0 0,1 0 0,-1 0 0,0 0 0,0-1 0,7-8 0,-7 4 0,0 1 0,0-1 0,0 0 0,-1 0 0,4-17 0,-7 22 0,0 1 0,-1 0 0,1-1 0,-1 1 0,0-1 0,0 0 0,0 1 0,-1-1 0,1 1 0,-1-1 0,0 1 0,0 0 0,0-1 0,0 1 0,0 0 0,-1 0 0,0 0 0,1 0 0,-5-5 0,3 5-175,0-1 0,0 1-1,0 1 1,-1-1 0,1 0 0,-1 1-1,1 0 1,-1 0 0,0 0 0,0 0 0,0 0-1,0 1 1,0 0 0,-7-2 0,2 2-334,0 0 1,0 1 0,0 0-1,1 0 1,-1 1 0,-15 3-1,8 2-2046,-4-2-1168,19-4 2301,-5 1 1086</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2.490"/>
    </inkml:context>
    <inkml:brush xml:id="br0">
      <inkml:brushProperty name="width" value="0.035" units="cm"/>
      <inkml:brushProperty name="height" value="0.035" units="cm"/>
    </inkml:brush>
  </inkml:definitions>
  <inkml:trace contextRef="#ctx0" brushRef="#br0">579 304 1144,'-15'-11'6735,"14"10"-5661,-1 0 1,0 0-1,1-1 1,-1 1-1,0 0 1,1-1-1,0 1 1,-1-1-1,1 1 1,0-1-1,0 0 1,-2-2-1,-2-7 3814,1 1-914,3 8-2237,-6-2-1416,5 3-321,0 0 0,0 0 0,1 0 0,-1 0 0,0 1 0,0-1 0,0 0 0,0 1 0,0 0 0,0-1 0,0 1 0,0 0 0,0 0 0,0 0 0,0 0 0,0 1 0,0-1 0,0 1 0,0-1 0,1 1 0,-1-1 0,-3 3 0,-1-1 0,6-2 0,-17 5 0,0 0 0,0 2 0,1 0 0,-22 13 0,19-9 0,1 2 0,-23 19 0,36-27 0,0 0 0,0 1 0,0-1 0,1 1 0,0 0 0,0 0 0,0 0 0,1 1 0,0-1 0,0 1 0,-1 7 0,2-8 0,0 1 0,1-1 0,0 1 0,0 0 0,1 0 0,-1-1 0,2 10 0,0-14 0,-1 0 0,0 0 0,1 0 0,0 0 0,-1 0 0,1 0 0,0 0 0,0 0 0,0-1 0,0 1 0,0 0 0,1 0 0,-1-1 0,1 1 0,-1-1 0,1 1 0,-1-1 0,1 0 0,0 0 0,-1 0 0,1 0 0,0 0 0,0 0 0,0 0 0,0 0 0,0-1 0,0 1 0,2 0 0,4 0 0,-1 0 0,0 0 0,1-1 0,-1 0 0,0 0 0,1-1 0,-1 0 0,1 0 0,11-4 0,-5 0 0,0-1 0,-1 0 0,25-16 0,-5 1 0,-14 6 0,-8 9 0,-11 6 0,0 0 0,0 0 0,1 0 0,-1 0 0,0 0 0,0 0 0,0 0 0,0 0 0,0 0 0,1 0 0,-1 0 0,0 0 0,0 0 0,0 0 0,0 0 0,0 0 0,1 0 0,-1 0 0,0 0 0,0 0 0,0 0 0,0 0 0,0 0 0,1 0 0,-1 0 0,0 0 0,0 0 0,0 0 0,0 1 0,0-1 0,0 0 0,0 0 0,0 0 0,1 0 0,-1 0 0,0 0 0,0 0 0,0 1 0,0-1 0,0 0 0,0 0 0,0 0 0,0 0 0,0 0 0,0 1 0,0-1 0,0 0 0,0 0 0,0 0 0,0 0 0,-16 33 0,4-2 0,-13 51 0,7-31 0,-14 23 0,30-68 0,0 1 0,0 0 0,-1-1 0,0 0 0,-8 11 0,-2 5 0,6-10 0,-1 0 0,-1 0 0,0-1 0,-1-1 0,-11 10 0,0 2 0,0 5 0,19-23 0,-1 0 0,1 0 0,-1 0 0,0 0 0,-1-1 0,1 1 0,-1-1 0,-3 3 0,-6 5 0,-3 1 0,9-9 0,0-1 0,0 1 0,0-1 0,0 0 0,-1-1 0,1 0 0,0 0 0,-1-1 0,1 0 0,-1 0 0,1 0 0,-1-1 0,1 0 0,0-1 0,-14-4 0,2 0 0,17 6 0,-1-1 0,0 1 0,0-1 0,1 0 0,-1 0 0,0-1 0,1 1 0,0 0 0,-1-1 0,-3-3 0,4 4 0,0-1 0,0 0 0,0 0 0,0 0 0,0 0 0,1 0 0,-1-1 0,1 1 0,-1 0 0,1-1 0,0 1 0,0-1 0,-1-2 0,2 3 0,0-1 0,0 1 0,1 0 0,-1 0 0,1 0 0,-1 0 0,1-1 0,0 1 0,-1 0 0,1 0 0,0 0 0,1 0 0,-1 0 0,0 1 0,0-1 0,1 0 0,1-1 0,17-19 0,1 1 0,2 2 0,0 0 0,0 1 0,43-24 0,8-6 0,103-65 0,-93 62 0,-54 34 0,36-15 0,-35 18 0,33-20 0,-60 31 0,-2 2 0,26-7 0,-21 5 0,-5 12 0,-2-8 0,0 1 0,0-1 0,0 0 0,0 1 0,0-1 0,-1 0 0,1 0 0,0 1 0,-1-1 0,1 0 0,-1 0 0,1 0 0,-2 2 0,-2 11 0,4 18 0,0-31 0,1 0 0,-1-1 0,0 1 0,1-1 0,-1 1 0,1-1 0,-1 1 0,1-1 0,-1 1 0,1-1 0,-1 1 0,1-1 0,-1 1 0,1-1 0,-1 0 0,1 1 0,0-1 0,-1 0 0,1 1 0,0-1 0,-1 0 0,1 0 0,0 0 0,-1 0 0,1 0 0,0 0 0,-1 0 0,1 0 0,1 0 0,15-5 0,-5 2 0,1-1 0,17-9 0,-26 11 0,-1 0 0,1 0 0,-1 0 0,0-1 0,1 0 0,-1 1 0,0-1 0,0 0 0,-1-1 0,1 1 0,-1 0 0,3-5 0,0 0 0,-1-1 0,1 0 0,-2 1 0,1-2 0,-1 1 0,-1 0 0,0-1 0,0 1 0,0-1 0,-1-16 0,-1-68 0,1 92 0,-1 1 0,0 1 0,-1-1 0,1 1 0,0-1 0,0 1 0,-1-1 0,1 1 0,0 0 0,-1-1 0,1 1 0,-1 0 0,1-1 0,0 1 0,-1 0 0,1 0 0,-1-1 0,1 1 0,-1 0 0,1 0 0,-1 0 0,1 0 0,-2-1 0,1 1 0,0 0 0,-1-1 0,1 1 0,0 0 0,-1-1 0,1 1 0,0 0 0,-1 0 0,1 0 0,-1 0 0,1 1 0,0-1 0,-1 0 0,1 0 0,-1 1 0,1-1 0,0 1 0,0-1 0,-3 2 0,-1 1 0,0-1 0,0 0 0,0 0 0,0 0 0,1 1 0,-1 0 0,1 0 0,0 0 0,0 1 0,0-1 0,0 1 0,1 0 0,-1 0 0,1 0 0,0 0 0,0 1 0,-3 7 0,-10 17 0,13-23 0,-1 0 0,1 0 0,0 1 0,-3 10 0,3-3 0,1 0 0,1 0 0,0 1 0,1 18 0,0-15 0,1-14 0,-1 1 0,1-1 0,1 0 0,-1 0 0,0 0 0,1 1 0,0-2 0,0 1 0,0 0 0,1 0 0,-1-1 0,1 1 0,0-1 0,0 0 0,0 0 0,0 0 0,1 0 0,-1 0 0,1-1 0,-1 0 0,1 1 0,0-1 0,0-1 0,0 1 0,0-1 0,6 2 0,3-2 0,0 0 0,0-1 0,0-1 0,0 0 0,0 0 0,0-2 0,0 1 0,0-2 0,-1 0 0,1 0 0,-1-1 0,0-1 0,-1 0 0,1 0 0,-1-1 0,0-1 0,12-11 0,-13 11 0,0-1 0,-1-1 0,-1 1 0,1-1 0,-2-1 0,1 1 0,10-22 0,-12 16 0,9-34 0,-2 4 0,31-111 0,-11 64 0,-29 80 0,-6 11 0,1 1 0,1 7 0,0 1 0,-1 0 0,0 0 0,-1 0 0,1-1 0,-4 8 0,-6 30 0,5-12 0,-11 65 0,10-73 0,-1-1 0,-1 0 0,-1 0 0,-14 25 0,9-24 0,0-1 0,-28 32 0,29-37 0,9-12 0,1 0 0,-1 0 0,1 1 0,1-1 0,-1 1 0,1 0 0,0 0 0,-2 10 0,4-16-104,1 0-1,0-1 1,0 1-1,-1 0 1,1-1-1,-1 1 1,1-1-1,0 1 1,-1 0-1,1-1 1,-1 1-1,0-1 1,1 0-1,-1 1 1,1-1-1,-1 1 1,0-1-1,1 0 1,-1 1-1,-1-1 1,2 0 35,0 0 0,0 0-1,0 0 1,0-1 0,0 1 0,0 0 0,1 0 0,-1 0 0,0 0-1,-1 0 1,1-1 0,0 1 0,0 0 0,0 0 0,0 0 0,0 0-1,0 0 1,0-1 0,0 1 0,0 0 0,0 0 0,0 0 0,0 0-1,0 0 1,0 0 0,0 0 0,-1-1 0,1 1 0,0 0 0,0 0 0,0 0-1,0 0 1,0 0 0,0 0 0,-1 0 0,1 0 0,0 0 0,0 0-1,0 0 1,0 0 0,0 0 0,-1 0 0,1 0 0,0 0 0,0 0-1,0 0 1,0 0 0,0 0 0,-1 0 0,1 0 0,0 0 0,0 0-1,2-4-1839,1 0 0,-1-1 0,0 1 0,0-1-1,0 1 1,1-8 0,4-10-5156,-6 11 3355</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2.686"/>
    </inkml:context>
    <inkml:brush xml:id="br0">
      <inkml:brushProperty name="width" value="0.035" units="cm"/>
      <inkml:brushProperty name="height" value="0.035" units="cm"/>
    </inkml:brush>
  </inkml:definitions>
  <inkml:trace contextRef="#ctx0" brushRef="#br0">1 130 616,'1'0'5948,"8"-1"3017,-3-1-7334,0 0 0,0 0-1,0 0 1,0 1 0,0 0 0,0 0 0,8 0 0,15-2 204,151-48 356,-134 37-2026,-36 10-1819,0 0 0,0 0-1,-1-1 1,11-6 0,-10-5-8686,-8 15 9026,2-2-300</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3.599"/>
    </inkml:context>
    <inkml:brush xml:id="br0">
      <inkml:brushProperty name="width" value="0.035" units="cm"/>
      <inkml:brushProperty name="height" value="0.035" units="cm"/>
    </inkml:brush>
  </inkml:definitions>
  <inkml:trace contextRef="#ctx0" brushRef="#br0">1 466 784,'9'37'10810,"-10"-34"-9684,1 0-1,0-1 1,0 1-1,0 0 1,1 0-1,-1 0 1,1-1-1,0 1 0,1 5 1,-1-8-751,-1 1 1,1-1 0,-1 1-1,1-1 1,-1 1-1,1-1 1,-1 1 0,1-1-1,0 1 1,-1-1-1,1 0 1,0 0-1,-1 1 1,1-1 0,0 0-1,-1 0 1,1 0-1,0 1 1,0-1 0,0 0-1,17-2 1656,-7-1-2031,0-1 0,0 1 0,0-2 0,-1 0 0,1 0 0,-1-1 0,-1 0 0,1-1 0,10-9 0,5 0 0,-18 12 0,1-1 0,-1 0 0,0 0 0,0-1 0,6-6 0,-1-4 0,0 0 0,-2 0 0,1-1 0,-2 0 0,8-21 0,-3 6 0,-8 18 0,1 0 0,-2 0 0,0-1 0,-1 1 0,0-1 0,-1 0 0,1-15 0,5-71 0,-9 89 0,0 11 0,1 0 0,-1 0 0,0-1 0,0 1 0,0 0 0,0 0 0,0-1 0,0 1 0,0 0 0,0-1 0,0 1 0,-1 0 0,1 0 0,0 0 0,-1-1 0,1 1 0,-1 0 0,0 0 0,1 0 0,-1 0 0,0 0 0,1 0 0,-1 0 0,0 0 0,0 0 0,-2-1 0,2 2 0,-1 1 0,1-1 0,0 1 0,-1-1 0,1 1 0,-1-1 0,1 1 0,0 0 0,0-1 0,-1 1 0,1 0 0,0 0 0,0 0 0,0 0 0,0 0 0,0 0 0,-1 3 0,0-3 0,0 1 0,0 0 0,1 0 0,-1 1 0,1-1 0,-1 0 0,1 0 0,0 1 0,0-1 0,0 1 0,0-1 0,-1 5 0,2-3 0,0 0 0,-1 0 0,0 0 0,0 1 0,0-1 0,-3 5 0,2-5 0,1 0 0,-1 0 0,1 0 0,0 1 0,0-1 0,0 7 0,-8 55 0,9-57 0,-1 0 0,-1 0 0,-3 14 0,2-14 0,1 0 0,1 0 0,-2 15 0,2-15 0,1 0 0,-2 0 0,-4 17 0,4-17 0,0-1 0,0 1 0,0 15 0,1-17 0,0 1 0,0-1 0,-1 0 0,0 0 0,0 0 0,-1 0 0,-6 12 0,-7 21 0,15-34 0,-2-1 0,1 1 0,-1-1 0,0 0 0,-3 5 0,-10 18 0,14-25 0,1 0 0,-1-1 0,0 0 0,0 1 0,0-1 0,0 0 0,-3 2 0,5-4 0,0 1 0,0-1 0,0 0 0,0 0 0,0 0 0,0 0 0,-1 0 0,1 0 0,0 0 0,0 1 0,0-1 0,0 0 0,0 0 0,-1 0 0,1 0 0,0 0 0,0 0 0,0 0 0,0 0 0,-1 0 0,1 0 0,0 0 0,0 0 0,0 0 0,-1 0 0,1 0 0,0 0 0,0 0 0,0 0 0,0 0 0,0 0 0,-1 0 0,1-1 0,0 1 0,0 0 0,0 0 0,0 0 0,-1 0 0,1 0 0,0 0 0,0 0 0,0-1 0,0 1 0,0 0 0,0 0 0,0 0 0,0 0 0,-1 0 0,1-1 0,0 1 0,0-3 0,0 1 0,1 1 0,-1-1 0,1 1 0,-1-1 0,1 1 0,0-1 0,0 1 0,-1 0 0,1-1 0,2-1 0,7-14 0,-7 11 0,1 0 0,0 0 0,0 0 0,0 0 0,1 1 0,9-9 0,16-21 0,-24 28 0,0 0 0,0 0 0,1 1 0,0-1 0,12-7 0,8-8 0,-24 20 0,0 0 0,0 1 0,0-1 0,0 1 0,0 0 0,1-1 0,-1 2 0,0-1 0,1 0 0,-1 1 0,6-1 0,-7 1 0,0 0 0,0-1 0,0 1 0,0 0 0,0 0 0,0 1 0,0-1 0,0 0 0,-1 1 0,1-1 0,0 1 0,0-1 0,0 1 0,-1 0 0,1 0 0,0 0 0,-1 0 0,1 0 0,0 0 0,-1 0 0,2 3 0,32 45 0,-32-44 0,0 0 0,0 0 0,0-1 0,0 1 0,8 7 0,-9-10 0,0 0 0,1 0 0,-1-1 0,0 1 0,1-1 0,0 0 0,-1 0 0,1 0 0,0 0 0,-1 0 0,1 0 0,0-1 0,0 1 0,0-1 0,5 0 0,4 0 0,0 0 0,0-1 0,1 0 0,-1-1 0,0 0 0,0-1 0,0-1 0,-1 0 0,1 0 0,-1-1 0,0 0 0,11-8 0,-7 4 0,-8 6 0,-1-1 0,0 0 0,0 0 0,5-5 0,32-23 0,-28 22 0,-12 9 0,-1 0 0,1-1 0,-1 1 0,1-1 0,-1 0 0,0 0 0,0 0 0,0 0 0,0 0 0,2-3 0,-3 5 0,-1-1 0,0 1 0,0 0 0,1-1 0,-1 1 0,0 0 0,0 0 0,1-1 0,-1 1 0,0 0 0,1 0 0,-1-1 0,0 1 0,1 0 0,-1 0 0,0 0 0,1 0 0,-1 0 0,0 0 0,1 0 0,-1 0 0,1-1 0,-1 1 0,0 0 0,1 0 0,-1 1 0,1-1 0,-1 0 0,0 0 0,1 0 0,-1 0 0,0 0 0,1 0 0,-1 0 0,0 1 0,1-1 0,-1 0 0,0 0 0,1 0 0,-1 1 0,0-1 0,0 0 0,1 1 0,2 1 0,-1 5 0,-3-3 0,1 0 0,0-1 0,-1 1 0,1 0 0,-1 0 0,0 0 0,0 0 0,-1-1 0,-2 8 0,-2 1 0,-2 30 0,-4-13 0,12-29 0,0 1 0,-1-1 0,1 1 0,-1 0 0,1-1 0,0 1 0,-1-1 0,1 1 0,-1-1 0,1 1 0,-1-1 0,1 1 0,-1-1 0,0 0 0,1 1 0,-1-1 0,1 0 0,-1 0 0,0 1 0,1-1 0,-1 0 0,0 0 0,1 0 0,-1 0 0,0 0 0,-1 0 0,1 1-183,0-1 1,0 0-1,0 0 1,0 0-1,1 0 1,-1 1-1,0-2 1,0 1-1,0 0 1,0 0-1,0 0 1,0 0-1,0 0 1,0-1-1,0 1 1,0-1-1,0 1 1,1 0-1,-1-1 1,0 1-1,0-1 1,0 0-1,1 1 1,-1-1-1,0 0 1,-11-17-7243,11 15 6450,0 3 545,1-1 0,-1 0 0,1 1 0,0-1 0,-1 0 0,1 0 0,0 0 1,-1 1-1,1-1 0,0 0 0,0 0 0,0 0 0,-1 0 0,1 0 0,0 1 1,0-1-1,1 0 0,-1 0 0,0 0 0,0 0 0,0 0 0,0 1 1,1-1-1,-1 0 0,0 0 0,1 0 0,-1 1 0,1-1 0,0-1 0,0-4-4063</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3.766"/>
    </inkml:context>
    <inkml:brush xml:id="br0">
      <inkml:brushProperty name="width" value="0.035" units="cm"/>
      <inkml:brushProperty name="height" value="0.035" units="cm"/>
    </inkml:brush>
  </inkml:definitions>
  <inkml:trace contextRef="#ctx0" brushRef="#br0">0 54 1384,'0'-24'6710,"0"1"4003,0 22-10560,0 1 1,1-1-1,-1 1 1,0 0-1,0-1 1,1 1-1,-1 0 0,0-1 1,1 1-1,-1 0 1,0-1-1,1 1 1,-1 0-1,0 0 1,1-1-1,-1 1 1,0 0-1,1 0 1,-1 0-1,1 0 1,-1-1-1,0 1 1,1 0-1,-1 0 1,1 0-1,-1 0 1,1 0-1,-1 0 0,1 0 1,18 0 1516,-14 0-2639,19 6-3371,-18-6 3173,-1 1 1,1 1-1,-1-1 0,0 1 0,0 0 1,0 0-1,7 4 0,0-1-1317,0 2-196,4 3-105</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4.633"/>
    </inkml:context>
    <inkml:brush xml:id="br0">
      <inkml:brushProperty name="width" value="0.035" units="cm"/>
      <inkml:brushProperty name="height" value="0.035" units="cm"/>
    </inkml:brush>
  </inkml:definitions>
  <inkml:trace contextRef="#ctx0" brushRef="#br0">140 259 1712,'40'-19'7388,"-34"16"-5490,1 1 1,0-1-1,-1-1 0,0 1 0,0-1 1,0 0-1,0-1 0,6-5 0,-9 6-952,-3 4-784,1-1 0,-1 1 0,0-1 1,1 1-1,-1 0 0,1-1 0,-1 1 1,0 0-1,1-1 0,-1 1 0,1 0 0,-1 0 1,1 0-1,-1-1 0,1 1 0,-1 0 1,1 0-1,-1 0 0,1 0 0,0 0 1,-1 0-1,1 0 0,-1 0 0,1 0 1,-1 0-1,1 0 0,-1 0 0,1 0 1,-1 1-1,1-1 0,17 0 446,-17 0-608,-1 0 0,1 0 0,-1 0 0,1 0 0,-1 0 0,0 0 0,1 1 0,-1-1 0,1 0 0,-1 0 0,0 0 0,1 0 0,-1 0 0,0 1 0,1-1 0,-1 0 0,0 0 0,1 1 0,-1-1 0,0 0 0,1 1 0,-1-1 0,0 0 0,0 1 0,1-1 0,-1 0 0,0 1 0,0-1 0,0 0 0,0 1 0,1-1 0,-1 1 0,0-1 0,0 0 0,0 1 0,0-1 0,0 1 0,0-1 0,0 0 0,0 1 0,0-1 0,0 1 0,0-1 0,0 1 0,-1-1 0,1 0 0,0 1 0,0-1 0,0 0 0,-1 1 0,-8 16 0,-51 39 0,42-43 0,11-8 0,-1 1 0,1 0 0,0 0 0,0 0 0,1 1 0,0 0 0,0 0 0,-9 16 0,10-15 0,1 0 0,1 0 0,-1 0 0,-4 18 0,8-22 0,-1 1 0,1 0 0,0-1 0,0 1 0,0 0 0,1-1 0,0 1 0,-1-1 0,2 1 0,-1-1 0,3 7 0,0-1 0,-3-5 0,1 0 0,0 0 0,1 0 0,-1 0 0,1 0 0,0 0 0,0-1 0,7 8 0,-6-8 0,-1 1 0,0-1 0,0 1 0,0 0 0,-1-1 0,4 12 0,4 4 0,-10-17 0,1-1 0,0 1 0,-1-1 0,1 1 0,-1-1 0,0 1 0,0-1 0,0 1 0,0-1 0,0 1 0,0-1 0,-1 1 0,1 0 0,-1-1 0,0 0 0,0 1 0,0-1 0,0 1 0,0-1 0,0 0 0,-1 0 0,1 0 0,-1 0 0,1 0 0,-4 3 0,-7 7 0,-13 9 0,8-10 0,-2-1 0,0 0 0,-37 13 0,55-23 0,1 1 0,-1-1 0,0 0 0,1 0 0,-1 1 0,0-1 0,1 0 0,-1 0 0,0 0 0,0 0 0,1 0 0,-1 0 0,0 0 0,1 0 0,-1 0 0,0-1 0,0 1 0,1 0 0,-1 0 0,0-1 0,0 1 0,1-1 0,0 1 0,0 0 0,-1-1 0,1 1 0,0-1 0,0 1 0,0-1 0,0 1 0,-1 0 0,1-1 0,0 1 0,0-1 0,0 1 0,0-1 0,0 1 0,0-1 0,0 1 0,0 0 0,0-1 0,1 0 0,6-15 0,0 3 0,1 1 0,0-1 0,1 2 0,1-1 0,0 1 0,17-15 0,16-10 0,-27 23 0,0 0 0,15-18 0,1-2 0,-16 17 0,-1-1 0,18-25 0,-7 4 0,49-54 0,30-33 0,-72 92 0,56-64 0,-64 71 0,-14 14 0,-9 6 0,-14 1 0,11 4 0,1 1 0,-1-1 0,0 1 0,0 0 0,0-1 0,0 1 0,1 0 0,-1 0 0,0 0 0,0 0 0,0-1 0,0 1 0,0 0 0,1 1 0,-1-1 0,0 0 0,0 0 0,-1 1 0,-16 1 0,13-1 0,0 1 0,0-1 0,1 1 0,-1 0 0,0 0 0,1 0 0,-1 1 0,1-1 0,-1 1 0,1 0 0,0 1 0,-6 6 0,-19 12 0,27-20 0,-1 1 0,1-1 0,0 1 0,0-1 0,0 1 0,0 0 0,0 0 0,0 0 0,-2 6 0,-9 13 0,11-18 0,0-1 0,1 0 0,-1 1 0,1 0 0,0-1 0,0 1 0,0 0 0,1-1 0,-1 6 0,-3 10 0,1-8 0,1 0 0,0 0 0,0 1 0,1 20 0,-8 48 0,9 55 0,0-134 0,1 0 0,-1-1 0,0 1 0,0 0 0,0 0 0,0-1 0,1 1 0,-1 0 0,0 0 0,1-1 0,-1 1 0,1 0 0,-1-1 0,1 1 0,-1 0 0,1-1 0,0 1 0,3 3 0,3 2 0,-7-6 0,1 1 0,0-1 0,0 1 0,0-1 0,-1 0 0,1 1 0,0-1 0,0 0 0,0 0 0,0 0 0,0 1 0,0-1 0,-1 0 0,1 0 0,0 0 0,0 0 0,0-1 0,0 1 0,0 0 0,0 0 0,-1 0 0,1-1 0,0 1 0,0 0 0,0-1 0,1 0 0,0 0 0,12-10 0,-1 1 0,-6 6 0,0 1 0,0-1 0,-1-1 0,11-8 0,17-13 0,-15 13 0,20-11 0,-18 14 0,10-3 0,6 10 0,-36 2 0,0 1 0,0 0 0,0 0 0,0 0 0,-1 0 0,1 0 0,0 0 0,0 0 0,0 0 0,0 1 0,0-1 0,0 0 0,0 1 0,0-1 0,-1 0 0,1 1 0,0-1 0,0 1 0,0-1 0,-1 1 0,1-1 0,0 1 0,-1 0 0,1-1 0,0 1 0,-1 0 0,1-1 0,-1 1 0,1 0 0,-1 0 0,0 0 0,1 0 0,0 1 0,0 3 0,0-1 0,1 1 0,-1-1 0,1 1 0,0-1 0,1 0 0,-1 0 0,1 0 0,4 6 0,3 6 0,-10-16 2,0 1-1,0-1 1,0 0 0,0 0-1,0 1 1,0-1 0,0 0-1,1 0 1,-1 1 0,0-1-1,0 0 1,0 0 0,0 1-1,0-1 1,0 0 0,0 0-1,1 1 1,-1-1 0,0 0-1,0 0 1,0 0 0,1 1-1,-1-1 1,0 0 0,0 0-1,0 0 1,1 0 0,-1 0-1,0 0 1,0 1 0,1-1 0,-1 0-1,0 0 1,1 0 0,-1 0-1,0 0 1,0 0 0,1 0-1,-1 0 1,0 0 0,0 0-1,1 0 1,-1 0 0,0 0-1,0 0 1,1-1 0,-1 1-1,0 0 1,0 0 0,1 0-1,-1 0 1,0-1 0,9-3-446,-2 0-3183,0 0 0,0 1-1,13-4 1,1 1-2271,28-4 1,-14 5 1261</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6.601"/>
    </inkml:context>
    <inkml:brush xml:id="br0">
      <inkml:brushProperty name="width" value="0.035" units="cm"/>
      <inkml:brushProperty name="height" value="0.035" units="cm"/>
    </inkml:brush>
  </inkml:definitions>
  <inkml:trace contextRef="#ctx0" brushRef="#br0">122 175 2200,'0'-1'523,"0"0"-1,0 0 1,0 0-1,0 0 1,-1 0-1,1 0 0,0 0 1,0 0-1,-1 0 1,1 0-1,-1 1 1,1-1-1,-1 0 0,1 0 1,-1 0-1,0 1 1,1-1-1,-1 0 1,0 1-1,0-1 0,1 0 1,-1 1-1,0-1 1,0 1-1,0-1 0,0 1 1,-1-1-1,-8-4 7950,9-2-1369,-5 5-6739,6 5-364,14 15 0,-9-14 0,-1 1 0,0 1 0,0-1 0,-1 1 0,1-1 0,-1 1 0,0 0 0,2 8 0,-2-6 0,-1-1 0,0 1 0,-1 0 0,1 0 0,-1-1 0,-1 1 0,0 0 0,0 0 0,0 0 0,-1 0 0,0-1 0,-1 1 0,-3 12 0,-4 5 0,7-18 0,-1 1 0,1-1 0,-7 11 0,-34 72 0,20-45 0,18-35 0,0 1 0,0-1 0,-9 12 0,11-19 0,1 1 0,0 0 0,0-1 0,0 1 0,0 0 0,1 0 0,0 0 0,-1 0 0,2 1 0,-1-1 0,0 0 0,1 0 0,0 5 0,0-8 0,0 0 0,1 0 0,-1 0 0,0 0 0,1 0 0,-1 0 0,1 0 0,-1 0 0,1 0 0,-1 0 0,1-1 0,0 1 0,0 0 0,-1 0 0,1-1 0,0 1 0,0 0 0,0-1 0,-1 1 0,1-1 0,0 1 0,0-1 0,0 0 0,0 1 0,0-1 0,0 0 0,0 0 0,0 1 0,0-1 0,0 0 0,0 0 0,0 0 0,2-1 0,39-1 0,-33 0 0,1-1 0,-1 0 0,-1 0 0,1-1 0,0 0 0,11-7 0,29-14 0,-24 14 0,-1-1 0,-1-1 0,30-22 0,-7 5 0,7-9 0,-52 39 0,-1-1 0,1 1 0,-1-1 0,1 1 0,0-1 0,-1 1 0,1 0 0,-1-1 0,1 1 0,0 0 0,-1 0 0,1-1 0,0 1 0,-1 0 0,1 0 0,0 0 0,-1 0 0,1 0 0,0 0 0,0 0 0,-1 0 0,1 0 0,0 0 0,-1 0 0,1 0 0,0 1 0,-1-1 0,1 0 0,0 0 0,-1 1 0,1-1 0,-1 0 0,1 1 0,0-1 0,-1 1 0,1 0 0,10 6 0,-6-6 0,0 0 0,0 0 0,0 0 0,0-1 0,-1 0 0,1 0 0,0 0 0,0 0 0,0-1 0,7-1 0,5 0 0,-11 0 0,-1 0 0,1 0 0,-1 0 0,0 0 0,1-1 0,-1 0 0,0 0 0,-1-1 0,9-6 0,-13 7 0,1 1 0,0-1 0,-1 0 0,1 0 0,-1 0 0,0 0 0,0 0 0,0 0 0,-1 0 0,1 1 0,-1-1 0,1 0 0,-1 0 0,0 0 0,0 1 0,0-1 0,-2-3 0,-9-16 0,12 21 0,-1 1 0,1-1 0,-1 0 0,1 0 0,-1 1 0,0-1 0,1 0 0,-1 1 0,0-1 0,1 1 0,-1-1 0,0 1 0,0-1 0,0 1 0,1-1 0,-1 1 0,0 0 0,0-1 0,0 1 0,0 0 0,0 0 0,0 0 0,0 0 0,1 0 0,-1 0 0,-2 0 0,1 0 0,-11 0 0,0 1 0,0 0 0,-16 4 0,-1 8 0,16-6 0,7-3 0,0 1 0,0-1 0,0 1 0,-10 9 0,10-8 0,-21 25 0,26-29 0,0 0 0,0 1 0,0-1 0,1 1 0,0-1 0,-1 1 0,1 0 0,0 0 0,0-1 0,1 1 0,-2 4 0,-3 15 0,4-20 0,1 0 0,-1 0 0,0 0 0,1 1 0,-1-1 0,1 0 0,0 0 0,0 0 0,0 1 0,0-1 0,0 0 0,0 0 0,0 0 0,1 0 0,0 3 0,1 0 0,0-1 0,0 0 0,0 0 0,1 0 0,0 0 0,0 0 0,0 0 0,0-1 0,0 1 0,1-1 0,-1 0 0,1 0 0,0 0 0,0-1 0,0 1 0,0-1 0,1 0 0,-1 0 0,1 0 0,-1-1 0,1 0 0,0 0 0,-1 0 0,1 0 0,8 0 0,-6-1 0,17 0 0,-1 0 0,1-1 0,-1-2 0,0 0 0,26-7 0,60-29 0,-93 32 0,0-1 0,-1 0 0,0-1 0,21-17 0,8-18 0,-22 18 0,-10 10 0,-3 6 0,-1-1 0,0 0 0,0 0 0,6-14 0,-7 11 0,19-24 0,-24 35 0,0 1 0,-1 0 0,1 0 0,-1-1 0,1 1 0,-1 0 0,0-1 0,0 1 0,0-1 0,0 0 0,0 1 0,0-1 0,-1 0 0,1 0 0,-1 1 0,0-1 0,0 0 0,0 0 0,-1-3 0,1 6 0,1-3 0,-10 1 0,8 2 0,0 0 0,0 0 0,0 0 0,0 0 0,0 0 0,0 0 0,0 0 0,0 0 0,0 0 0,0 0 0,1 1 0,-1-1 0,0 0 0,0 1 0,0-1 0,0 1 0,1-1 0,-1 1 0,0-1 0,0 1 0,1-1 0,-1 1 0,0 0 0,1 0 0,-1-1 0,1 1 0,-1 0 0,1 0 0,-1-1 0,1 1 0,-1 0 0,1 0 0,0 0 0,0 0 0,-1 0 0,1 0 0,0 1 0,-2 4 0,-15 44 0,4-23 0,10-23 0,0 1 0,1-1 0,-1 1 0,1 0 0,1 0 0,-1 0 0,1 1 0,0-1 0,-1 11 0,1-8 0,0 1 0,0 0 0,-5 15 0,4-15 0,-1 0 0,2 0 0,-2 17 0,3-13 0,-1-8 0,1 0 0,0 0 0,0 1 0,0-1 0,1 0 0,0 1 0,-1-1 0,2 0 0,-1 0 0,1 0 0,0 0 0,0 0 0,4 7 0,-1-4 0,-4-7 0,-1 0 0,0-1 0,1 1 0,-1-1 0,1 1 0,-1-1 0,1 1 0,-1-1 0,1 1 0,-1-1 0,1 1 0,-1-1 0,1 0 0,-1 1 0,1-1 0,0 0 0,-1 0 0,1 1 0,0-1 0,-1 0 0,1 0 0,1 0 0,2 1 0,-1-1 0,1 1 0,0-1 0,0 0 0,-1 0 0,1 0 0,0-1 0,0 1 0,-1-1 0,1 0 0,0 0 0,-1-1 0,7-2 0,45-27 0,-48 27 0,22-22 0,-15 13 0,30-31 0,17-25 0,-41 46 0,29-41 0,-26 33 0,-15 21 0,0 0 0,8-15 0,-13 21 0,1-4 0,-5 4 0,1 4 0,-1-1 0,1 1 0,0 0 0,0 0 0,-1-1 0,1 1 0,0 0 0,0 0 0,-1-1 0,1 1 0,0 0 0,-1 0 0,1 0 0,0 0 0,-1 0 0,1-1 0,0 1 0,-1 0 0,1 0 0,0 0 0,-1 0 0,1 0 0,0 0 0,-1 0 0,1 0 0,0 0 0,-1 0 0,1 0 0,0 1 0,-1-1 0,1 0 0,0 0 0,-1 0 0,1 0 0,0 0 0,0 1 0,-1-1 0,1 0 0,0 0 0,0 0 0,-1 1 0,1-1 0,0 0 0,0 1 0,-1-1 0,1 0 0,0 0 0,0 1 0,0-1 0,0 0 0,0 1 0,0-1 0,-1 0 0,1 1 0,0-1 0,0 0 0,0 1 0,1 0-53,-1-1 1,1 0-1,-1 1 1,0-1-1,1 0 1,-1 1-1,0-1 0,1 0 1,-1 1-1,0-1 1,1 1-1,-1-1 0,0 1 1,0-1-1,1 1 1,-1-1-1,0 0 1,0 1-1,0 0 0,0-1 1,0 1-1,0-1 1,0 1-1,0-1 1,0 1-1,0-1 0,0 1 1,0-1-1,0 1 1,0-1-1,0 1 0,0-1 1,-1 1-1,1-1 1,0 1-1,0-1 1,-1 0-1,1 1 0,0-1 1,-1 1-1,1-1 1,0 0-1,-1 1 1,1-1-1,-1 0 0,0 1 1,3 5-6683,10 7 2995,-8-9 511,2 0 1500,0-1 1,0 1-1,1-1 1,0-1 0,11 4-1,-10-2 1262,-10 0 2717,-11-2 1220,10-1-2968,1 0 0,-1 0 0,1 0-1,-1 0 1,1 1 0,0-1 0,0 1 0,-1-1-1,1 1 1,0 0 0,0-1 0,0 1-1,1 0 1,-1 1 0,0-1 0,1 0-1,-2 3 1,-1 1 2322,-22 38 6613,25-44-9437,1 1 0,0-1 0,-1 1 0,1-1 0,0 1 0,0-1 0,-1 1 0,1-1 0,0 1 0,0 0 0,0-1 0,0 1 0,0-1 0,0 1 0,0-1 0,0 1 0,0 0 0,0-1 0,0 1 0,0-1 0,0 1 0,1 0 0,-1-1 0,0 1 0,0-1 0,1 1 0,0 0 0,-1-1 0,0 1 0,0-1 0,0 1 0,1-1 0,-1 0 0,0 1 0,1-1 0,-1 1 0,0-1 0,1 0 0,-1 1 0,0-1 0,1 0 0,-1 0 0,1 1 0,-1-1 0,0 0 0,1 0 0,-1 0 0,1 1 0,-1-1 0,1 0 0,-1 0 0,1 0 0,-1 0 0,1 0 0,-1 0 0,1 0 0,-1 0 0,1 0 0,-1 0 0,0 0 0,1 0 0,-1-1 0,1 1 0,-1 0 0,1-1 0,4 1 0,0 0 0,0 0 0,-1-1 0,1 1 0,0-1 0,-1-1 0,1 1 0,-1-1 0,1 1 0,-1-1 0,0-1 0,0 1 0,0 0 0,0-1 0,0 0 0,0 0 0,-1 0 0,7-7 0,14-11 0,-23-4 0,-1-14 0,-1 34 0,-6 4 0,5 1 0,0 0 0,0 0 0,1 0 0,-1 0 0,0 1 0,0-1 0,1 0 0,-1 1 0,0-1 0,1 1 0,-1 0 0,0-1 0,1 1 0,-1 0 0,-2 2 0,0 0 0,0 1 0,0 1 0,0 0 0,0 0 0,1 0 0,-4 7 0,2-2 0,4-7 0,-1 0 0,1 0 0,-1 0 0,0 0 0,0 0 0,0-1 0,0 1 0,-5 3 0,6-4 0,-1 0 0,0-1 0,1 1 0,-1 0 0,1 0 0,0 0 0,0 1 0,0-1 0,0 0 0,0 0 0,0 1 0,1-1 0,-1 0 0,1 1 0,-1-1 0,1 1 0,0-1 0,0 0 0,0 1 0,0-1 0,1 1 0,-1-1 0,1 1 0,-1-1 0,1 0 0,0 0 0,1 3 0,0 4 0,-2-8 0,1 0 0,-1 0 0,0 0 0,0 0 0,1-1 0,-1 1 0,0 0 0,1 0 0,-1 0 0,1-1 0,-1 1 0,1 0 0,-1-1 0,1 1 0,1 1 0,7 7 0,-8-7 0,1 0 0,0-1 0,0 1 0,0 0 0,0-1 0,0 1 0,0-1 0,0 1 0,0-1 0,1 0 0,-1 0 0,1 0 0,-1 0 0,5 0 0,4 1 0,0-1 0,1-1 0,-1 0 0,1-1 0,-1 0 0,14-3 0,-16 2 0,2-1 0,-1 0 0,0 0 0,0-1 0,10-6 0,-11 6 0,-1 0 0,1-1 0,-1 1 0,0-1 0,0-1 0,-1 0 0,0 0 0,0 0 0,9-11 0,0 1 0,-14 14 0,1 0 0,-1 0 0,0 0 0,0-1 0,0 1 0,0-1 0,2-3 0,30-43 0,-25 35 0,0 0 0,12-13 0,-10 13 0,-1 0 0,10-18 0,39-81 0,-55 105 0,-1 0 0,-1 0 0,1 0 0,-2 0 0,1-1 0,-1 1 0,1-11 0,-2 10 0,-2 3 0,-5 5 0,6 1 0,-1 0 0,1 0 0,0 0 0,-1 0 0,1 0 0,0 0 0,-1 0 0,1 0 0,0 1 0,-1-1 0,1 1 0,0-1 0,0 1 0,0-1 0,-1 1 0,1-1 0,0 1 0,0 0 0,0 0 0,0 0 0,0 0 0,0 0 0,0 0 0,-1 2 0,0 0 0,-10 25 0,9-21 0,0 1 0,1-1 0,-1 1 0,1 0 0,1 0 0,0 0 0,0 0 0,1 0 0,-1 0 0,2 8 0,-1-14 0,0 15 0,-1-1 0,0 0 0,-2 0 0,0 0 0,0 0 0,-12 28 0,0 5 0,12-34 0,-2 0 0,-7 16 0,-5 32 0,7-35 0,8-22 0,0 1 0,-1-1 0,1 0 0,-5 6 0,-4 13 0,11-22 0,-1-1 0,1 0 0,-1 0 0,0 0 0,0 1 0,0-1 0,0 0 0,0 0 0,-1 0 0,1-1 0,-1 1 0,1 0 0,-1 0 0,1-1 0,-1 1 0,-4 2 0,-4 7 0,10-11-156,0 0 1,0 1-1,-1-1 1,1 1-1,0-1 1,-1 1-1,1-1 0,0 0 1,-1 1-1,1-1 1,-1 0-1,1 0 0,0 1 1,-1-1-1,1 0 1,-1 0-1,1 1 1,-1-1-1,1 0 0,-1 0 1,1 0-1,-1 0 1,1 0-1,-1 0 0,1 0 1,-1 0-1,1 0 1,-1 0-1,1 0 1,-1 0-1,0 0 13,1 0 1,0 0-1,0 0 1,0-1-1,0 1 1,-1 0-1,1 0 1,0 0-1,0 0 1,0 0-1,0 0 0,0-1 1,0 1-1,0 0 1,-1 0-1,1 0 1,0 0-1,0-1 1,0 1-1,0 0 1,0 0-1,0 0 1,0 0-1,0-1 0,0 1 1,0 0-1,0 0 1,0 0-1,0-1 1,0 1-1,0 0 1,0 0-1,0 0 1,0 0-1,0-1 1,0 1-1,1 0 0,-1 0 1,0 0-1,0 0 1,0-1-1,0 1 1,0 0-1,0 0 1,0 0-1,1 0 1,-1 0 131,12-9-7134,-12 9 6993,0 0-1,0 0 0,-1 0 0,1 0 1,0 0-1,0 0 0,0 0 1,0 0-1,-1 0 0,1 0 1,0 0-1,0 0 0,0 0 1,0 0-1,0 0 0,-1 0 0,1 0 1,0-1-1,0 1 0,0 0 1,0 0-1,0 0 0,-1 0 1,1-1-765,0 1 765,0 0-1,0 0 0,-1 0 1,1 0-1,0-1 0,0 1 1,0 0-1,0 0 0,0 0 1,0 0-1,0-1 0,0 1 0,0 0 1,0 0-1,0 0 0,0 0 1,0-1-1,0 1 0,0 0 1,0 0-1,0 0 0,0 0 1,1-1-1,-1 1 0,0 0 0,0 0 1,0 0-1,0 0 0,0 0 1,0-1-154</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8.299"/>
    </inkml:context>
    <inkml:brush xml:id="br0">
      <inkml:brushProperty name="width" value="0.035" units="cm"/>
      <inkml:brushProperty name="height" value="0.035" units="cm"/>
    </inkml:brush>
  </inkml:definitions>
  <inkml:trace contextRef="#ctx0" brushRef="#br0">88 8 2120,'-3'0'6336,"-10"-1"-1216,8-1-2942,1 1 1,-1 0-1,1 0 0,-1 0 0,1 1 0,-1 0 0,-7 0 1,4 2-414,7-2-1765,1 1 0,0-1 0,-1 1 0,1-1 0,0 1 0,0-1 0,0 1 0,-1-1 0,1 1 0,0-1 0,0 1 0,0-1 0,0 1 0,0 0 0,0-1 0,0 1 0,0-1 0,0 1 0,0-1 0,0 1 0,1-1 0,-1 1 0,0-1 0,0 1 0,0-1 0,1 1 0,-1 0 0,1-1 0,1 3 0,0 0 0,0 1 0,-1-1 0,1 0 0,-1 1 0,1-1 0,-1 0 0,0 1 0,0 0 0,-1-1 0,1 1 0,-1-1 0,1 1 0,-1 0 0,0-1 0,-1 7 0,1-9 0,-1 13 0,-1-1 0,0 1 0,-7 21 0,6-22 0,0 0 0,0 0 0,-1 23 0,-4 35 0,8-68-60,0-1-1,0 1 1,0 0-1,0-1 1,1 1-1,0 0 1,-1-1-1,1 1 1,0-1-1,0 1 1,0-1-1,0 0 1,1 1-1,-1-1 1,1 0-1,-1 0 1,1 0 0,0 0-1,0 0 1,0 0-1,0 0 1,0-1-1,0 1 1,1-1-1,-1 0 1,0 1-1,1-1 1,-1 0-1,1 0 1,-1-1-1,6 2 1,-5-1-591,0 0 1,1-1-1,-1 0 0,1 1 1,-1-1-1,0 0 1,1-1-1,-1 1 0,0 0 1,1-1-1,3-1 1,36-15-4798,-26 9 2290,34-14-6017,-32 11 4603</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8.630"/>
    </inkml:context>
    <inkml:brush xml:id="br0">
      <inkml:brushProperty name="width" value="0.035" units="cm"/>
      <inkml:brushProperty name="height" value="0.035" units="cm"/>
    </inkml:brush>
  </inkml:definitions>
  <inkml:trace contextRef="#ctx0" brushRef="#br0">228 88 456,'-9'5'8605,"10"-4"-8537,0-1-1,1 0 1,-1 0 0,0 0 0,0 0 0,0 0 0,0 0 0,1 0 0,-1 0 0,0-1 0,0 1-1,0 0 1,0-1 0,0 1 0,0-1 0,2 0 0,4-1-43,-6 2-13,0-1 0,0 1 0,1-1 0,-1 1 0,0-1 0,0 0 0,1 1 0,-1-1 0,0 0 0,0 0 0,0 0 0,0 0 0,0 0 0,0 0 0,0 0 0,0 0 0,-1 0 0,2-1 0,-2 1 13,1 0-1,-1 1 0,0-1 0,1 0 1,-1 0-1,0 1 0,1-1 1,-1 0-1,0 0 0,0 1 1,0-1-1,0 0 0,1 0 1,-1 0-1,0 1 0,0-1 0,-1 0 1,1 0-1,0 0 0,0 1 1,0-1-1,-1 0 0,1 0 1,0 1-1,0-1 0,-1 0 0,1 1 1,-1-1-1,1 0 0,-1 1 1,1-1-1,-1 1 0,1-1 1,-1 0-1,0 1 0,1-1 0,-2 1 1,-10-7 143,-1 0 0,0 2 0,0-1 1,-1 2-1,1 0 0,-1 0 0,0 1 0,0 1 1,0 1-1,0 0 0,-1 0 0,1 1 1,0 1-1,-27 5 0,39-5-182,0 0 1,0-1-1,1 1 0,-1 0 1,0 0-1,1 0 0,-1 0 1,1 0-1,-1 0 0,1 1 1,0-1-1,0 0 0,-1 1 1,1-1-1,0 1 0,-1 2 1,2-3-56,-1-1 0,1 1 0,-1-1 0,1 1 0,0 0 0,0 0-1,-1-1 1,1 1 0,0 0 0,0-1 0,0 1 0,0 0 0,0 0 0,0-1 0,0 1 0,0 0 0,0 0 0,0-1 0,0 1 0,0 0 0,0 0 0,1-1 0,-1 1 0,0 0 0,1-1-1,-1 1 1,0 0 0,1-1 0,-1 1 0,1-1 0,-1 1 0,1 0 0,-1-1 0,1 1 0,0-1 0,-1 0 0,1 1 0,-1-1 0,1 1 0,1-1 0,50 17-5339,-27-12 2541</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09.498"/>
    </inkml:context>
    <inkml:brush xml:id="br0">
      <inkml:brushProperty name="width" value="0.035" units="cm"/>
      <inkml:brushProperty name="height" value="0.035" units="cm"/>
    </inkml:brush>
  </inkml:definitions>
  <inkml:trace contextRef="#ctx0" brushRef="#br0">45 198 896,'-3'2'6220,"-12"2"-1056,14-4-4683,0 0 0,0 0 0,0 0 0,0 0 0,0 0 0,0 0 0,0 1 0,0-1 0,0 0 0,0 1 0,0-1 0,0 1 0,0-1 0,0 1 0,0 0 0,0-1 0,0 1-1,0 0 1,1-1 0,-1 1 0,0 0 0,1 0 0,-1 0 0,0 0 0,1 0 0,-1 0 0,1 0 0,-1 0 0,1 0 0,0 0 0,-1 0 0,1 0 0,0 0 0,0 0 0,0 0 0,0 0 0,0 2 0,0-2-342,0 0 1,1 0-1,-1 1 1,0-1 0,1 0-1,-1 0 1,1 0-1,-1 0 1,1 0-1,0 0 1,-1 0-1,1 0 1,0 0-1,1 1 1,1 2-116,1 0-1,-1 0 1,0 0 0,0 1 0,2 4 0,6 9-50,2 8 26,-6-9 0,-4-10 0,0 0 0,0 0 0,-1 1 0,0-1 0,0 0 0,-1 1 0,1 9 0,-2 57 0,-1-36 0,1-34 0,0-1 0,0 1 0,-1-1 0,0 1 0,0-1 0,0 0 0,-2 6 0,1-4 0,0 0 0,1 0 0,-1 0 0,1 1 0,0-1 0,1 0 0,-1 11 0,3-19 0,0 0 0,0 0 0,0 1 0,0-1 0,0 0 0,1 1 0,-1-1 0,1 1 0,0 0 0,6-4 0,4-4 0,30-30 0,39-46 0,-78 83 0,27-29 0,67-49 0,-80 67 0,6-10 0,-20 19 0,1 0 0,0 0 0,0 0 0,0 0 0,1 1 0,11-7 0,-5 4 0,-9 5 0,0 0 0,0 0 0,0 0 0,0 1 0,1-1 0,-1 1 0,5-1 0,-8 2 0,1-1 0,-1 1 0,1 0 0,-1 0 0,1 0 0,0-1 0,-1 1 0,1 0 0,-1 0 0,1 0 0,-1 0 0,1 0 0,-1 0 0,1 0 0,-1 0 0,1 0 0,0 0 0,-1 0 0,1 1 0,-1-1 0,1 0 0,-1 0 0,1 0 0,-1 1 0,1-1 0,-1 0 0,0 1 0,1-1 0,-1 0 0,1 1 0,0 0 0,-1 0 0,2 0 0,-1-1 0,1 1 0,-1 1 0,0-1 0,0 0 0,1 0 0,-1 0 0,0 1 0,0-1 0,0 1 0,0-1 0,-1 1 0,1-1 0,0 1 0,-1-1 0,1 1 0,-1 0 0,1-1 0,-1 1 0,0 0 0,1-1 0,-1 1 0,0 3 0,-1 54 0,0-35 0,0 0 0,0-12 0,1 0 0,3 22 0,-3-31 0,1 0 0,0 1 0,0-1 0,0 0 0,0 0 0,1 0 0,-1 0 0,1 0 0,0 0 0,0 0 0,0 0 0,0-1 0,0 1 0,4 3 0,0-2 0,-1-1 0,1 0 0,-1 0 0,1-1 0,0 1 0,0-1 0,0 0 0,0-1 0,1 0 0,-1 0 0,0 0 0,0 0 0,1-1 0,-1 0 0,1-1 0,-1 1 0,11-4 0,7-1 0,0-1 0,0-2 0,26-11 0,-30 10 0,0-1 0,-1-1 0,0 0 0,18-16 0,-27 19 0,0 0 0,-1 0 0,-1-1 0,1 0 0,-1-1 0,-1 1 0,0-2 0,9-16 0,-4 3 0,-9 19 0,-1 0 0,1 0 0,-1 0 0,0-1 0,-1 1 0,2-6 0,4-15 0,-5 20 0,0 0 0,-1 1 0,1-1 0,-1 0 0,0-11 0,-1-117 0,0 133 0,0 0 0,-1 0 0,1 0 0,0 0 0,-1 0 0,1 1 0,-1-1 0,1 0 0,-1 0 0,1 0 0,-1 0 0,1 0 0,-1 1 0,0-1 0,1 0 0,-1 1 0,-1-2 0,1 2 0,1-1 0,-1 1 0,1 0 0,-1-1 0,1 1 0,-1 0 0,1 0 0,-1-1 0,1 1 0,-1 0 0,1 0 0,-1 0 0,0 0 0,1 0 0,-1 0 0,1 0 0,-1 0 0,1 0 0,-1 0 0,1 0 0,-1 0 0,0 0 0,1 1 0,-1-1 0,1 0 0,-2 1 0,2-1 0,-4 1 0,1 0 0,-1 0 0,1 0 0,-1 1 0,1-1 0,0 1 0,0 0 0,-1 0 0,1 0 0,1 1 0,-1-1 0,0 0 0,0 1 0,-3 5 0,-18 34 0,3-8 0,13-16 0,1 1 0,0 1 0,1-1 0,-4 26 0,-12 41 0,13-59 0,-10 47 0,2-4 0,-1 1 0,4 22 0,13-87 0,1 0 0,0-1 0,0 1 0,0 0 0,1 0 0,-1-1 0,4 10 0,13 39 0,-13-44 0,3 15 0,-1 1 0,-1 0 0,-1 0 0,-2 1 0,0 50 0,-3-74 0,1 0 0,-1 0 0,1 0 0,-1 0 0,0 0 0,0 0 0,0 0 0,-3 5 0,-2 8 0,5-15 0,1 0 0,-1 1 0,0-1 0,1 0 0,-1 1 0,0-1 0,0 0 0,1 0 0,-1 0 0,0 0 0,0 0 0,-1 0 0,1 0 0,-1 1 0,1-1 0,-1 0 0,1 0 0,0 0 0,0 0 0,0 0 0,0 0 0,1 0 0,-1 0 0,0 0 0,0 0 0,0 3 0,0-2 0,1-1 0,-1 0 0,1 1 0,-1-1 0,0 1 0,1-1 0,-1 0 0,0 1 0,0-1 0,0 0 0,0 0 0,0 0 0,0 1 0,-1-1 0,1 0 0,0-1 0,0 1 0,-1 0 0,1 0 0,-1-1 0,1 1 0,0 0 0,-1-1 0,1 1 0,-1-1 0,0 0 0,1 0 0,-1 1 0,1-1 0,-1 0 0,1 0 0,-1-1 0,1 1 0,-1 0 0,-1-1 0,-12-7-3340,13 6 2551,0 1-1,1-1 0,-1 0 1,0 0-1,1 1 0,0-1 1,0 0-1,-1 0 1,1 0-1,0-1 0,0 1 1,1 0-1,-1 0 0,0 0 1,1-1-1,0 1 1,-1-4-1,1 4 217,0 0-1,0 0 1,-1 0 0,1 0-1,-1 0 1,1 1-1,-1-1 1,0 0 0,0 0-1,1 0 1,-1 0 0,-2-1-1,-5-9-3385</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10.041"/>
    </inkml:context>
    <inkml:brush xml:id="br0">
      <inkml:brushProperty name="width" value="0.035" units="cm"/>
      <inkml:brushProperty name="height" value="0.035" units="cm"/>
    </inkml:brush>
  </inkml:definitions>
  <inkml:trace contextRef="#ctx0" brushRef="#br0">1 429 2369,'15'-9'2638,"6"-5"206,0 2 0,29-12 0,33-6 1022,102-22 1,-84 25-2537,-90 24-1192,162-51 1350,-150 45-816,-1-1 0,0-1 0,0-1 0,-1-1 0,26-21-1,-46 33-628,4-3 325,0 0-1,0-1 1,0 1 0,-1-1 0,1 0 0,6-11 0,-10 14-279,0 0 1,0 0-1,0 1 0,1-1 0,-1 0 1,1 0-1,-1 1 0,1-1 0,0 1 1,0-1-1,0 1 0,2-2 0,-2 2-16,0 0 0,0-1 0,0 1 0,0-1 0,0 0 0,0 1 0,0-1 0,-1 0 0,3-3 0,5-7-73,-9 7 0,-6-3 0,6 8 0,0 0 0,0-1 0,0 1 0,0 0 0,0 0 0,-1-1 0,1 1 0,0 0 0,0 0 0,0 0 0,-1-1 0,1 1 0,0 0 0,0 0 0,-1 0 0,1 0 0,0 0 0,0 0 0,-1-1 0,1 1 0,0 0 0,-1 0 0,1 0 0,0 0 0,0 0 0,-1 0 0,1 0 0,0 0 0,-1 0 0,1 0 0,0 0 0,0 1 0,-1-1 0,1 0 0,-2 0 0,0 0 0,0 0 0,-1 0 0,1 1 0,0-1 0,0 1 0,0-1 0,0 1 0,0 0 0,0-1 0,1 1 0,-1 0 0,0 0 0,0 1 0,1-1 0,-1 0 0,0 0 0,1 1 0,-1-1 0,1 1 0,0 0 0,-1-1 0,1 1 0,0 0 0,0 0 0,0 0 0,0-1 0,1 1 0,-1 0 0,0 0 0,1 0 0,-1 3 0,-2 4 0,0 4 0,3-11 0,0 1 0,-1-1 0,1 0 0,-1 0 0,1 1 0,-1-1 0,0 0 0,-2 4 0,-14 42 0,14-44 0,2 1 0,-1 0 0,0 0 0,1 0 0,-1 7 0,-3 12 0,4-20 0,0 0 0,0 0 0,0 0 0,1 0 0,0 0 0,0 0 0,0 0 0,0 0 0,1 0 0,-1 0 0,1 0 0,0 0 0,1-1 0,-1 1 0,2 4 0,-2-6 0,0 1 0,1-1 0,-1 0 0,1 0 0,-1 0 0,1 0 0,0 0 0,-1 0 0,1 0 0,0-1 0,0 1 0,0-1 0,1 1 0,-1-1 0,0 0 0,1 0 0,-1 0 0,0 0 0,1 0 0,-1 0 0,1-1 0,-1 1 0,1-1 0,3 0 0,9 0 0,0-1 0,0-1 0,0-1 0,0 0 0,0-1 0,0 0 0,-1-1 0,0-1 0,0 0 0,-1-1 0,25-17 0,-34 21 0,0-1 0,-1 1 0,0-1 0,1 0 0,-1 0 0,-1-1 0,1 1 0,-1-1 0,0 1 0,3-7 0,-4 9 0,-1-1 0,1 1 0,0-1 0,-1 1 0,1-1 0,-1 0 0,0 1 0,0-1 0,0 1 0,0-1 0,0 0 0,-1 1 0,1-1 0,-1 1 0,0-1 0,0 1 0,0-1 0,0 1 0,0 0 0,0-1 0,-2-1 0,-15-27 0,16 28 0,0-1 0,1 0 0,-2 1 0,1-1 0,0 1 0,-1 0 0,1 0 0,-5-4 0,-12-11 0,-7-6 0,24 23 0,0 0 0,1 0 0,-1 0 0,0 1 0,1-1 0,-1 0 0,0 1 0,0-1 0,0 1 0,0 0 0,0 0 0,1 0 0,-1 0 0,0 0 0,0 0 0,-2 1 0,-92 24-183,83-20-1657,42 18-28568</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10.250"/>
    </inkml:context>
    <inkml:brush xml:id="br0">
      <inkml:brushProperty name="width" value="0.035" units="cm"/>
      <inkml:brushProperty name="height" value="0.035" units="cm"/>
    </inkml:brush>
  </inkml:definitions>
  <inkml:trace contextRef="#ctx0" brushRef="#br0">1 49 5265,'2'1'8998,"14"3"-2539,3-3-1404,-13 0 1399,-6 3-5918,1 1-536,7-4 0,0-2 0,-7 1 0,-1 0 0,1 0 0,-1 0 0,1 0 0,-1-1 0,0 1 0,1 0 0,-1 0 0,1 0 0,-1 0 0,0-1 0,1 1 0,-1 0 0,1 0 0,-1-1 0,0 1 0,1 0 0,-1-1 0,0 1 0,0 0 0,1-1 0,-1 1 0,0 0 0,0-1 0,1 1 0,-1-1 0,0 1 0,0 0 0,0-1 0,0 1 0,0-1 0,1 1 0,-1-1 0,0 1 0,0 0 0,0-1 0,0 1 0,0-1 0,-1 0 0,1-2 0,11-13-7435,3-6-5225,-5 12 5677</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17.493"/>
    </inkml:context>
    <inkml:brush xml:id="br0">
      <inkml:brushProperty name="width" value="0.035" units="cm"/>
      <inkml:brushProperty name="height" value="0.035" units="cm"/>
    </inkml:brush>
  </inkml:definitions>
  <inkml:trace contextRef="#ctx0" brushRef="#br0">51 61 1944,'10'-11'9841,"-1"7"-5971,-8 3-3558,-1 1-1,1-1 1,0 0-1,0 1 1,0-1-1,-1 1 1,1-1-1,0 1 1,0 0-1,0-1 1,0 1-1,0 0 1,0 0-1,0 0 1,1-1-1,-1 1 41,0 0-1,0 0 0,0 0 1,0 0-1,-1 0 1,1 0-1,0-1 1,0 1-1,0 0 0,-1-1 1,1 1-1,0 0 1,-1-1-1,1 1 1,0-1-1,-1 1 0,1-1 1,0 1-1,-1-1 1,1 0-1,-1 1 1,1-1-1,-1 0 1,1 0-1,0-1-142,1 0 0,-1 0 0,1 0-1,0 0 1,0 1 0,0-1 0,0 1 0,0 0 0,0-1 0,0 1 0,0 0-1,0 0 1,0 0 0,1 0 0,3 0 0,2-3-209,-7 4 0,-1 0 0,1 0 0,-1-1 0,1 1 0,-1 0 0,1 0 0,-1 0 0,1 0 0,-1 0 0,1-1 0,-1 1 0,1 0 0,-1 0 0,1 0 0,-1 1 0,1-1 0,-1 0 0,1 0 0,-1 0 0,1 0 0,-1 0 0,1 0 0,-1 1 0,0-1 0,1 0 0,-1 0 0,1 1 0,-1-1 0,1 0 0,-1 1 0,0-1 0,1 1 0,-1-1 0,0 0 0,1 1 0,-1-1 0,0 1 0,0-1 0,1 1 0,-1-1 0,0 1 0,0-1 0,0 1 0,0-1 0,0 1 0,0-1 0,1 1 0,-1-1 0,0 1 0,0-1 0,-1 2 0,2 2 0,2 1 0,-1 1 0,0 0 0,0 0 0,0 0 0,-1 0 0,0 1 0,0-1 0,-1 0 0,0 0 0,0 1 0,0-1 0,-1 0 0,1 0 0,-2 1 0,1-1 0,-1 0 0,0 0 0,0 0 0,-3 6 0,-5 9 0,5-9 0,0 0 0,-1-1 0,0 0 0,0 0 0,-17 20 0,-62 52 0,83-81-24,1 0 1,-1 0-1,1 0 1,0 0-1,0 1 1,0-1-1,0 1 1,0 3-1,-6 10-987,26-16-11769,56-30-137,-49 19 8470</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17.840"/>
    </inkml:context>
    <inkml:brush xml:id="br0">
      <inkml:brushProperty name="width" value="0.035" units="cm"/>
      <inkml:brushProperty name="height" value="0.035" units="cm"/>
    </inkml:brush>
  </inkml:definitions>
  <inkml:trace contextRef="#ctx0" brushRef="#br0">77 20 120,'-2'0'491,"1"0"1,-1 0-1,1 0 0,-1 0 1,0-1-1,1 1 0,-1-1 1,1 1-1,-1-1 1,1 0-1,-2-1 0,-12-2 4783,9 3-4986,1-1 4120,-7-2 7638,1 5-7515,9-2-4343,-4-1-172,12 11-16,0-1 0,-6-7 0,1 0 0,0 0 0,0 1 0,0-1 0,0 0 0,0 0 0,0 0 0,0 0 0,0 0 0,0-1 0,2 2 0,1 1 0,-1 0 0,1 0 0,-1 0 0,0 0 0,0 1 0,0 0 0,3 5 0,-3-5 0,0 0 0,0 0 0,0-1 0,0 1 0,0-1 0,1 1 0,6 3 0,-3-2 0,-1 1 0,1 0 0,-1-1 0,7 10 0,8 8 0,32 30 64,-28-27-245,36 30 1,-42-38-3137,-16-15 2267,-1 0 0,1 0 1,0 0-1,0-1 0,0 1 1,0-1-1,0 0 0,6 3 1,36 10-13369,-36-14 10466</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18.220"/>
    </inkml:context>
    <inkml:brush xml:id="br0">
      <inkml:brushProperty name="width" value="0.035" units="cm"/>
      <inkml:brushProperty name="height" value="0.035" units="cm"/>
    </inkml:brush>
  </inkml:definitions>
  <inkml:trace contextRef="#ctx0" brushRef="#br0">106 49 992,'-3'-1'679,"1"-1"1,0 0-1,-1 1 0,1-1 0,-1 1 0,0-1 0,1 1 0,-1 0 1,0 0-1,0 1 0,-5-2 0,-8-3 1144,15 5-1772,1 0-1,0-1 1,-1 1-1,1 0 0,-1 0 1,1 0-1,-1-1 0,1 1 1,-1 0-1,1 0 1,-1 0-1,1 0 0,-1 0 1,1 0-1,-1 0 0,1 0 1,-1 0-1,1 0 1,-1 0-1,1 1 0,-1-1 1,1 0-1,-1 0 1,1 0-1,0 1 0,-1-1 1,1 0-1,-1 0 0,1 1 1,0-1-1,-1 0 1,1 1-1,0-1 0,-1 1 1,1-1-1,-1 1 0,-18 6 1463,7 4-106,12-11-1372,0 0 1,-1 0 0,1 1 0,0-1 0,-1 0 0,1 0 0,0 1 0,-1-1 0,1 0 0,0 1 0,0-1 0,-1 0-1,1 1 1,0-1 0,0 0 0,0 1 0,0-1 0,-1 1 0,1-1 0,0 0 0,0 1 0,0-1 0,0 1 0,0-1-1,0 0 1,0 1 0,0-1 0,0 1 0,0-1 0,0 0 0,0 1 0,1-1 0,-1 1 0,0-1 0,0 0 0,0 1-1,0-1 1,1 0 0,-1 1 0,0-1 0,1 1 0,11 7 739,-9-6-652,1 1 0,-1 0-1,1-1 1,0 0 0,0 0-1,0 0 1,0 0 0,1 0-1,-1-1 1,0 0 0,1 0-1,-1 0 1,0 0 0,1-1-1,-1 0 1,1 0 0,5-1-1,54-7 319,-51 7-596,1-1 1,-1 0-1,0 0 1,1-1-1,22-9 1,-14 3-1733,1 1 0,39-9 1,20-5-6345,-63 12 4696</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18.857"/>
    </inkml:context>
    <inkml:brush xml:id="br0">
      <inkml:brushProperty name="width" value="0.035" units="cm"/>
      <inkml:brushProperty name="height" value="0.035" units="cm"/>
    </inkml:brush>
  </inkml:definitions>
  <inkml:trace contextRef="#ctx0" brushRef="#br0">487 56 1800,'-4'-4'1512,"1"0"0,-1 1-1,1-1 1,-1 1-1,0 0 1,-9-6 0,8 7-549,0-1 0,0 1 1,-1 0-1,1 1 1,0-1-1,-7 0 0,-7-1 1631,4 0-436,0 1-1,-15 0 0,-4 1 213,-26 1-219,46 2-2122,3-1-19,0 0 0,0 1-1,-11 4 1,18-5-11,0 1 0,1 0 0,-1 0 0,0 0 0,1 0 0,-1 1 0,1-1-1,0 1 1,0 0 0,0 0 0,-4 4 0,4-3 1,1 0 0,-1-1 0,1 1 0,0 0 0,0 0 0,0 1 0,0-1 0,1 0 0,0 1 0,0-1 0,0 0 0,0 1 0,1-1 0,-1 6 0,2 2 0,0 1 0,1-1 0,6 20 0,-5-19 0,0 1 0,0-1 0,0 22 0,-2-8 0,7 36 0,-4-36 0,0 34 0,-4 103 0,-8-84-16,8-77-166,0 0 0,-1 0 1,1-1-1,-1 1 0,1 0 0,-1-1 1,0 1-1,0 0 0,0-1 0,0 1 0,0-1 1,-1 1-1,1-1 0,-1 0 0,0 0 1,-2 3-1,-2 1-1916,-1 0-1,0-1 1,-13 8 0,18-12 1714,-1 0-507,0 0-1,0 0 1,-1 0-1,1 0 0,0-1 1,0 1-1,-1-1 0,1 0 1,0 0-1,-1 0 0,1-1 1,0 1-1,-1-1 0,1 0 1,0 1-1,-6-4 1,1 0-2099</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19.416"/>
    </inkml:context>
    <inkml:brush xml:id="br0">
      <inkml:brushProperty name="width" value="0.035" units="cm"/>
      <inkml:brushProperty name="height" value="0.035" units="cm"/>
    </inkml:brush>
  </inkml:definitions>
  <inkml:trace contextRef="#ctx0" brushRef="#br0">35 325 1216,'-2'0'631,"1"0"0,-1 0 1,0-1-1,0 1 0,1-1 0,-1 1 0,0-1 0,1 0 0,-1 1 0,1-1 0,-1 0 0,1 0 0,-1 0 1,1 0-1,-1 0 0,1-1 0,0 1 0,0 0 0,0 0 0,-1-1 0,1 1 0,0-3 0,2 3-352,0 0-1,0 0 0,0 0 0,0 0 1,0 0-1,0 0 0,1 0 0,-1 1 0,0-1 1,1 0-1,-1 1 0,0-1 0,1 1 1,-1-1-1,3 1 0,27-9 1357,263-57 2285,-122 28-3534,3-8 828,-64 6 2900,-108 38-4013,1 1 0,-2-1 0,1 0 1,0 0-1,0 0 0,-1 0 0,1 0 0,-1-1 0,1 1 1,-1-1-1,0 0 0,3-4 0,-7 4-101,0 1 0,1-1 0,-1 1 0,0-1 0,0 1 0,0 0 0,-1 0 0,1-1 0,0 2 0,-1-1 0,1 0 0,-1 0 0,-4-1 0,7 3 0,-14-5 0,13 5 0,0 0 0,0 0 0,1 0 0,-1-1 0,0 1 0,0 0 0,0-1 0,0 1 0,0 0 0,1-1 0,-1 1 0,0-1 0,0 1 0,-1-2 0,0 0 0,0 0 0,0 1 0,0-1 0,-1 1 0,1 0 0,-1 0 0,1 0 0,-1 0 0,1 0 0,-1 0 0,0 1 0,1-1 0,-1 1 0,0 0 0,0-1 0,1 1 0,-1 1 0,0-1 0,1 0 0,-1 1 0,0-1 0,-4 3 0,0-2 0,1 1 0,0 0 0,-1 1 0,1-1 0,0 1 0,0 1 0,0-1 0,-9 9 0,8-6 0,5-5 0,0 1 0,-1 0 0,1 0 0,0-1 0,1 1 0,-1 1 0,0-1 0,1 0 0,-1 0 0,1 1 0,-1-1 0,1 1 0,0-1 0,0 1 0,0-1 0,1 1 0,-1 0 0,1-1 0,-1 1 0,1 0 0,0 5 0,0-3 0,0-1 0,0 1 0,1-1 0,-1 1 0,1 0 0,0-1 0,1 0 0,-1 1 0,1-1 0,0 0 0,0 1 0,0-1 0,0 0 0,1-1 0,0 1 0,-1 0 0,1-1 0,1 1 0,-1-1 0,6 4 0,2 1 0,-10-6 0,1-1 0,0 0 0,0 1 0,0-1 0,0 0 0,0 0 0,0 0 0,0 0 0,0 0 0,4 0 0,-2 0 0,-1-1 0,1 0 0,-1 1 0,1-1 0,0-1 0,-1 1 0,1-1 0,-1 1 0,1-1 0,-1 0 0,6-3 0,36-21 0,-35 19 0,25-26 0,-35 31 0,1 1 0,1-1 0,-1 0 0,0 1 0,0-1 0,0 0 0,0 0 0,0 0 0,0 0 0,0 0 0,0 0 0,0 0 0,-1-1 0,1 1 0,0 0 0,-1 0 0,1-1 0,-1 1 0,1-2 0,-1 148 0,4-137 29,-3-8-34,-1 0-1,0 1 0,1-1 1,-1 0-1,0 0 0,0 1 1,1-1-1,-1 0 0,0 0 1,0 1-1,1-1 1,-1 0-1,0 1 0,0-1 1,0 0-1,0 1 0,1-1 1,-1 0-1,0 1 0,0-1 1,0 1-1,0-1 1,0 0-1,0 1 0,0 0 1,0 0-897,19-7-7837,28-15-4639,-35 15 8308</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20.074"/>
    </inkml:context>
    <inkml:brush xml:id="br0">
      <inkml:brushProperty name="width" value="0.035" units="cm"/>
      <inkml:brushProperty name="height" value="0.035" units="cm"/>
    </inkml:brush>
  </inkml:definitions>
  <inkml:trace contextRef="#ctx0" brushRef="#br0">164 153 1384,'0'-9'4212,"0"-11"6216,0 19-10124,0 1 1,0-1 0,0 0 0,0 1 0,0-1 0,1 1 0,-1-1 0,0 0 0,0 1 0,1-1 0,-1 1 0,0-1-1,1 1 1,-1-1 0,0 1 0,1-1 0,-1 1 0,1-1 0,-1 1 0,1 0 0,-1-1 0,1 1 0,-1 0-1,2-1 1,-1 0 172,1 1 0,-1-1-1,1 0 1,-1 0 0,0 1-1,1-1 1,-1 0 0,0 0-1,0-1 1,0-1 2708,-15 15-2016,3 4-1169,9-14 0,1 1 0,-1-1 0,1 1 0,-1-1 0,0 1 0,-5 3 0,2 0 0,0 0 0,0 0 0,0 0 0,-6 13 0,0-1 0,10-16 0,-1 1 0,1 0 0,0 0 0,0 1 0,0-1 0,0 0 0,0 0 0,1 0 0,-1 1 0,1-1 0,0 0 0,0 1 0,0-1 0,0 0 0,1 1 0,-1-1 0,1 0 0,0 0 0,0 0 0,0 1 0,0-1 0,1 0 0,-1 0 0,1-1 0,0 1 0,0 0 0,4 4 0,1-1 0,0 0 0,1 0 0,0 0 0,0-1 0,0-1 0,14 6 0,24 12 0,-36-16 0,1-1 0,17 7 0,-25-11 0,0 0 0,0 1 0,0 0 0,0 0 0,-1-1 0,6 6 0,-8-7 0,1 0 0,0 1 0,-1-1 0,1 1 0,-1-1 0,1 1 0,-1 0 0,1-1 0,-1 1 0,1-1 0,-1 1 0,1 0 0,-1-1 0,0 1 0,1 0 0,-1 0 0,0-1 0,1 1 0,-1 0 0,0 0 0,0-1 0,0 1 0,0 0 0,0 0 0,0 0 0,0-1 0,0 1 0,0 0 0,-1 1 0,-3 2 0,0 1 0,-1-1 0,0 0 0,0 0 0,0 0 0,0-1 0,0 0 0,-9 4 0,-22 8 0,0-1 0,-45 11 0,27-9 0,48-14 0,0 0 0,-1 0 0,0 0 0,1-1 0,-12 0 0,18-5 0,3 1 0,0 0 0,0 0 0,0 1 0,0-1 0,1 1 0,-1 0 0,7-3 0,17-11 0,66-47 0,-64 46 0,-1-1 0,39-34 0,-11 4 0,-38 34 0,0-1 0,-2-1 0,1-1 0,14-20 0,23-23 0,-43 44 0,-6 11 0,-1 0 0,0-1 0,0 1 0,-1-1 0,0 0 0,0 0 0,0 0 0,-1 0 0,1-1 0,-2 1 0,1-1 0,1-9 0,-4 14 0,1 1 0,-1-1 0,1 0 0,-1 0 0,1 0 0,-1 0 0,0 1 0,0-1 0,0 0 0,0 0 0,0 1 0,0-1 0,0 1 0,-3-3 0,0-1 0,4 5 0,-1-1 0,1 1 0,0-1 0,0 1 0,0 0 0,-1-1 0,1 1 0,0 0 0,-1-1 0,1 1 0,0 0 0,-1-1 0,1 1 0,0 0 0,-1 0 0,1-1 0,0 1 0,-1 0 0,1 0 0,-1 0 0,1 0 0,0 0 0,-1-1 0,1 1 0,-1 0 0,1 0 0,-1 0 0,1 0 0,0 0 0,-1 0 0,1 0 0,-1 0 0,1 1 0,0-1 0,-1 0 0,0 0 0,-3 6 0,1-2 0,1-2 0,0 1 0,0-1 0,0 1 0,0-1 0,0 1 0,1-1 0,0 1 0,-1 0 0,1 0 0,0 0 0,0 0 0,0 0 0,1 0 0,-1 5 0,0 1 0,-1 0 0,1 0 0,-1 0 0,-6 14 0,-3 14 0,2 29 0,6-37 0,3-23 0,0 0 0,-1 0 0,0-1 0,0 1 0,-3 7 0,-7 26 0,7-26 0,0 1 0,-10 21 0,-38 86 0,24-56 0,25-60 0,1 1 0,-1 0 0,1 0 0,0 1 0,0-1 0,-1 11 0,0-9-418,-1 1-665,4-9 1058,0 0 0,0 0 0,1 0 0,-1 0-1,0 0 1,0 0 0,0 0 0,0 1 0,0-1 0,0 0 0,0 0 0,0 0 0,0 0 0,0 0 0,0 0 0,1 0 0,-1 0 0,0 0 0,0 0 0,0 0 0,0 0 0,0 1 0,0-1 0,0 0 0,0 0 0,1 0 0,-1 0-1,0 0 1,0 0 0,0 0 0,0 0 0,0 0 0,0 0 0,1 0 0,-1 0 0,0 0 0,0-1 0,0 1 0,0 0 0,0 0 0,0 0 0,0 0 0,1 0 0,-1 0 0,0 0 0,0 0 0,0 0 0,0 0 0,0 0 0,0 0-1,0-1 1,0 1 0,0 0 0,0 0 0,0 0 0,0 0 0,1 0 0,-1 0 0,0 0 0,0 0 0,0-1 0,23-17-10026,-13 8 6711,-1 0 0,0 0 0,11-18-1,-13 13 395,-6-1-25</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20.285"/>
    </inkml:context>
    <inkml:brush xml:id="br0">
      <inkml:brushProperty name="width" value="0.035" units="cm"/>
      <inkml:brushProperty name="height" value="0.035" units="cm"/>
    </inkml:brush>
  </inkml:definitions>
  <inkml:trace contextRef="#ctx0" brushRef="#br0">34 102 1448,'0'0'397,"0"-1"-1,0 0 1,0 0-1,0 0 1,0 1-1,0-1 1,0 0-1,0 0 1,-1 1-1,1-1 1,0 0-1,-1 0 1,1 1-1,0-1 1,-1 0-1,1 1 0,-1-1 1,1 0-1,-1 1 1,1-1-1,-1 1 1,1-1-1,-1 1 1,0-1-1,1 1 1,-2-1-1,-21-2 12207,66-3-4592,-22 5-8011,39-8 0,-29 4 0,11 1 0,-30 3 0,-1 0 0,0 0 0,0-1 0,22-6 0,29-9 0,-60 16-564,-1 1 0,1-1 0,0 0 0,0 1 0,-1-1 1,1 0-1,0 0 0,-1 0 0,1 0 0,-1 0 0,1-1 0,-1 1 0,0 0 0,1-1 0,1-2 0,3-3-3657</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21.010"/>
    </inkml:context>
    <inkml:brush xml:id="br0">
      <inkml:brushProperty name="width" value="0.035" units="cm"/>
      <inkml:brushProperty name="height" value="0.035" units="cm"/>
    </inkml:brush>
  </inkml:definitions>
  <inkml:trace contextRef="#ctx0" brushRef="#br0">80 73 280,'6'-4'2802,"14"-14"17256,-20 17-19580,0 1 1,1-1-1,-1 1 1,0-1-1,0 1 1,0-1 0,0 1-1,0-1 1,0 1-1,0-1 1,-1 1-1,1 0 1,0-1 0,0 1-1,0-1 1,0 1-1,0-1 1,-1 1-1,1-1 1,-34 17-409,32-15-72,-1 0 1,0 0-1,1 0 1,-1 0-1,1 1 1,0-1-1,-1 1 1,-3 3-1,3-2 2,-1 0 0,1 0 0,0 0 0,0 1 0,0-1 0,0 1 0,1 0 0,-1 0 0,1 0 0,-2 5 0,2-4 0,0 0 0,0 1 0,1-1 0,-1 1 0,1-1 0,1 1 0,-1-1 0,1 1 0,0 0 0,0-1 0,0 1 0,1-1 0,0 1 0,0-1 0,0 1 0,5 9 0,-1-1 0,-5-12 0,1 0 0,0 0 0,0 0 0,-1 0 0,1 0 0,0 0 0,1-1 0,-1 1 0,0 0 0,0 0 0,2 1 0,2 0 0,-1 2 0,1-1 0,-1 0 0,1 0 0,0 0 0,1-1 0,-1 0 0,1 0 0,-1 0 0,1 0 0,0-1 0,0 0 0,0-1 0,0 1 0,0-1 0,13 1 0,-1-2 0,0-1 0,0-1 0,0 0 0,29-9 0,-37 8 0,0 0 0,-1-1 0,1-1 0,-1 1 0,0-1 0,-1-1 0,1 1 0,-1-2 0,13-12 0,-13 11 0,-1 0 0,-1-1 0,0 1 0,0-1 0,0-1 0,-1 1 0,-1-1 0,0 0 0,0 0 0,4-17 0,24-49 0,-27 64 0,0-9 0,-7 19 0,-4 6 0,-2 6 0,-3 32 0,5-26 0,1 0 0,1-1 0,1 2 0,0-1 0,1 0 0,0 18 0,2-32 0,0 0 0,0 0 0,0 1 0,0-1 0,1 0 0,-1 0 0,1 0 0,-1 1 0,1-1 0,0 0 0,0 0 0,0 0 0,0 0 0,0 0 0,0-1 0,1 1 0,-1 0 0,1 0 0,-1-1 0,3 3 0,-2-3 0,1 1 0,0-1 0,-1 0 0,1 0 0,0 1 0,0-2 0,0 1 0,0 0 0,0-1 0,0 1 0,0-1 0,0 0 0,4 0 0,0-1 0,0 1 0,1-2 0,-1 1 0,0-1 0,0 0 0,0 0 0,0-1 0,-1 0 0,1 0 0,-1-1 0,10-6 0,-14 9 0,0-1 0,1 0 0,0 0 0,-1 0 0,1 0 0,-1-1 0,0 1 0,0 0 0,0-1 0,0 0 0,0 1 0,-1-1 0,1 0 0,-1 0 0,1 0 0,-1 0 0,1-5 0,3-14 0,-4 20 0,0 0 0,-1 0 0,1 0 0,-1 0 0,1-1 0,-1 1 0,0 0 0,1 0 0,-1 0 0,0-1 0,0 1 0,-1 0 0,1 0 0,0 0 0,-2-3 0,0-1 0,0 1 0,-1-1 0,1 1 0,-1 0 0,-1 0 0,1 1 0,-1-1 0,1 0 0,-1 1 0,-1 0 0,1 0 0,0 0 0,-1 1 0,0-1 0,-8-3 0,6 4 0,0 1 0,0 0 0,0 0 0,-1 1 0,1 0 0,0 0 0,-1 0 0,1 1 0,0 0 0,-1 1 0,1 0 0,0 0 0,0 0 0,0 1 0,0 0 0,0 1 0,0-1 0,0 1 0,-6 5 0,5-5-700,7-3 463,0 0 0,0 1 0,0-1 1,0 0-1,0 1 0,0-1 0,0 1 0,0 0 1,0-1-1,0 1 0,0 0 0,0-1 1,0 1-1,1 0 0,-1 0 0,0 0 0,0 0 1,1 0-1,-1 1 0,1-2 128,0 0 0,0 0 0,0 0 0,0 1 0,0-1 0,0 0 0,-1 0 0,1 0-1,0 0 1,0 1 0,0-1 0,0 0 0,0 0 0,0 0 0,0 0 0,0 1 0,0-1 0,0 0 0,-1 0 0,1 0-1,0 0 1,0 0 0,0 0 0,0 0 0,0 1 0,0-1 0,-1 0 0,1 0 0,0 0 0,0 0 0,0 0 0,0 0-1,-1 0 1,1 0 0,0 0 0,0 0 0,0 0 0,-1 0 0</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22.302"/>
    </inkml:context>
    <inkml:brush xml:id="br0">
      <inkml:brushProperty name="width" value="0.035" units="cm"/>
      <inkml:brushProperty name="height" value="0.035" units="cm"/>
    </inkml:brush>
  </inkml:definitions>
  <inkml:trace contextRef="#ctx0" brushRef="#br0">0 304 1800,'20'-17'7673,"-14"6"3617,-5 10-10983,0 0-1,0 0 1,0-1-1,0 1 1,1 0-1,-1 0 1,0 0-1,0 0 1,1 0-1,-1 1 1,1-1-1,-1 0 1,1 1-1,-1-1 1,1 1-1,-1-1 1,1 1-1,-1 0 1,1-1-1,-1 1 1,3 0-1,42-5 4955,-42 6-5261,-1-1 0,0 1 0,1 0 0,-1-1 0,0 1 0,0 1 0,0-1 0,0 0 0,0 1 0,0-1 0,0 1 0,0 0 0,-1 0 0,1 0 0,3 5 0,-4-5 0,0 0 0,0-1 0,-1 1 0,1 0 0,-1 1 0,0-1 0,0 0 0,0 0 0,0 1 0,0-1 0,0 0 0,0 1 0,-1-1 0,1 1 0,-1-1 0,0 1 0,0-1 0,0 1 0,0-1 0,0 1 0,0-1 0,-2 5 0,-4 13 0,-2-1 0,-11 22 0,15-32 0,0 0 0,0 0 0,1 1 0,0-1 0,0 1 0,1-1 0,-1 13 0,0-7 0,2-12 0,0 0 0,0 0 0,0 0 0,0-1 0,1 1 0,-1 0 0,1 0 0,0 0 0,0 5 0,0-8 0,0 0 0,0 0 0,1 1 0,-1-1 0,0 0 0,0 0 0,0 0 0,0 0 0,0 1 0,0-1 0,0 0 0,0 0 0,0 0 0,1 0 0,-1 0 0,0 0 0,0 1 0,0-1 0,0 0 0,0 0 0,1 0 0,-1 0 0,0 0 0,0 0 0,0 0 0,0 0 0,1 0 0,-1 0 0,0 0 0,0 0 0,0 0 0,0 0 0,1 0 0,-1 0 0,0 0 0,0 0 0,0 0 0,0 0 0,1 0 0,-1 0 0,0 0 0,0 0 0,1 0 0,8-3 0,-7 2 0,-2 1 0,1-1 0,0 1 0,0-1 0,-1 1 0,1-1 0,0 1 0,-1-1 0,1 1 0,-1-1 0,1 0 0,-1 1 0,1-1 0,-1 0 0,1 1 0,-1-1 0,1-1 0,6-9 0,-5 9 0,0-1 0,0 0 0,0 0 0,0 0 0,-1 0 0,0 0 0,1-1 0,0-5 0,8-16 0,25-46 0,-25 47 0,-9 20 0,0 0 0,0 1 0,1-1 0,0 1 0,0-1 0,3-4 0,39-57 0,-9 22 0,-26 34 0,-7 7 0,5 2 0,-5 1 0,-1-1 0,1 1 0,-1 0 0,0-1 0,1 1 0,-1 0 0,0 0 0,1 0 0,-1 0 0,0 0 0,0 0 0,0 0 0,0 0 0,0 0 0,0 1 0,0-1 0,-1 0 0,1 1 0,1 2 0,-1 0 0,0-1 0,0 1 0,-1 0 0,1 0 0,-1 0 0,0 0 0,-1 6 0,-1 5 0,0 0 0,-2 0 0,-4 14 0,8-29 0,-4 11 0,1-1 0,0-1 0,0 1 0,1 0 0,0-1 0,1 1 0,0 14 0,1-24 0,0 1 0,0-1 0,0 0 0,0 0 0,0 0 0,0 0 0,0 1 0,0-1 0,0 0 0,0 0 0,0 0 0,0 0 0,0 0 0,0 1 0,0-1 0,1 0 0,-1 0 0,0 0 0,0 0 0,0 0 0,0 0 0,0 0 0,0 1 0,1-1 0,-1 0 0,0 0 0,0 0 0,0 0 0,0 0 0,0 0 0,1 0 0,-1 0 0,0 0 0,0 0 0,0 0 0,0 0 0,1 0 0,-1 0 0,0 0 0,0 0 0,0 0 0,0 0 0,1 0 0,-1 0 0,0 0 0,0 0 0,0 0 0,0 0 0,0 0 0,1-1 0,-1 1 0,0 0 0,0 0 0,0 0 0,0 0 0,0 0 0,0 0 0,1-1 0,8-5 0,-8 5 0,17-12 0,-1-2 0,0 1 0,16-21 0,-33 35 0,26-37 0,-8 10 0,-12 18 0,0 0 0,-1-1 0,5-9 0,-7 11 0,1 1 0,0 0 0,0 0 0,0 0 0,1 1 0,6-7 0,5-10 0,-15 19 0,-1 14 0,-8 45 0,8 80 0,0-133 0,0 0 0,1 0 0,-1-1 0,1 1 0,-1 0 0,1-1 0,0 1 0,0 0 0,0-1 0,0 1 0,0-1 0,0 1 0,0-1 0,0 1 0,1-1 0,-1 0 0,0 0 0,1 0 0,-1 0 0,1 0 0,0 0 0,-1 0 0,1 0 0,0-1 0,-1 1 0,1 0 0,0-1 0,0 0 0,-1 1 0,1-1 0,0 0 0,0 0 0,0 0 0,0 0 0,-1 0 0,1 0 0,0-1 0,0 1 0,0-1 0,-1 1 0,1-1 0,3-1 0,4-2 0,0 0 0,0-1 0,10-7 0,-16 10 0,0 0 0,0 0 0,0-1 0,-1 1 0,0-1 0,1 0 0,-1 0 0,0 1 0,0-2 0,0 1 0,-1 0 0,3-6 0,11-18 0,-12 23 0,0-1 0,-1 1 0,1-1 0,-1 1 0,2-6 0,8-22 0,-9 26 0,-1 1 0,0-1 0,0 0 0,0 1 0,-1-1 0,1 0 0,-1-9 0,0 2 0,1-1 0,0 1 0,6-20 0,-2 9 0,20-41 0,-23 57 0,-2 8 0,-1-1 0,1 0 0,-1 0 0,1 1 0,-1-1 0,0 0 0,1 0 0,-1 0 0,0 1 0,0-1 0,1 0 0,-1 0 0,0 0 0,0 0 0,0 1 0,0-1 0,0 0 0,0 0 0,0 0 0,-1 0 0,1 1 0,0-1 0,0 0 0,-1 0 0,1 0 0,0 1 0,-1-1 0,1 0 0,-1 0 0,1 1 0,-1-1 0,1 0 0,-1 1 0,0-1 0,1 1 0,-1-1 0,0 1 0,-1-2 0,2 2 0,0 0 0,0 0 0,-1 0 0,1 0 0,0 0 0,0 0 0,0 0 0,-1-1 0,1 1 0,0 0 0,0 0 0,-1 0 0,1 0 0,0 0 0,0 0 0,-1 0 0,1 0 0,0 1 0,0-1 0,-1 0 0,1 0 0,0 0 0,0 0 0,-1 0 0,1 0 0,0 0 0,0 0 0,-1 1 0,1-1 0,0 0 0,-1 3 0,-4 1 0,1 0 0,0 1 0,0-1 0,0 1 0,0 0 0,1 0 0,0 1 0,0-1 0,1 0 0,-1 1 0,-1 8 0,-13 22 0,5-10 0,-15 47 0,6-15 0,19-52 0,0 0 0,0 0 0,1 0 0,-1 10 0,2-9 0,-1-1 0,0 1 0,-1 0 0,-3 10 0,-21 73 0,18-71 0,2 1 0,-7 28 0,10-38 0,0 0 0,-9 19 0,-5 14 0,13-26 0,-7 19 0,11-34 0,-1 0 0,1 0 0,-1 0 0,1 0 0,0 0 0,0 0 0,0 0 0,0 0 0,0 0 0,0 3 0,1 4 0,2-5 0,3-8 0,8-11 0,-12 13 0,16-51 0,0 13 0,-10 19 0,-7 17 0,-1 1 0,1 0 0,1 0 0,-1-1 0,0 1 0,4-4 0,6-13 0,18-38 0,-20 38 0,1 0 0,16-23 0,-11 20 0,2 2 0,0 0 0,2 0 0,34-29 0,-41 42 0,-1 0 0,1 1 0,0 0 0,0 1 0,25-9 0,-30 13 0,0 0 0,0 0 0,1 1 0,-1 0 0,1 0 0,10 0 0,-15 2 0,0-1 0,1 1 0,-1 0 0,0 0 0,0 0 0,-1 0 0,1 1 0,0-1 0,0 1 0,0-1 0,-1 1 0,1 0 0,2 3 0,-4-4 0,1 0 0,-1 0 0,0 1 0,0-1 0,1 0 0,-1 1 0,0-1 0,0 1 0,0-1 0,-1 1 0,1-1 0,0 1 0,-1 0 0,1-1 0,-1 1 0,1 0 0,-1 0 0,0-1 0,1 1 0,-1 0 0,0 0 0,0 0 0,-1-1 0,1 1 0,0 0 0,-1 1 0,-3 6 0,0 0 0,0 0 0,-1-1 0,0 0 0,-1 0 0,0 0 0,-12 11 0,4-6 0,-1-1 0,0 0 0,-18 9 0,8-6 0,0-2 0,-1-1 0,-54 18 0,78-30 0,0 1 0,0-1 0,0 0 0,0 0 0,1 0 0,-1 0 0,0 0 0,0 0 0,0 0 0,0-1 0,0 1 0,0-1 0,0 1 0,1-1 0,-1 0 0,-2-1 0,3 2 0,1 0 0,-1-1 0,1 1 0,-1-1 0,1 1 0,-1 0 0,1-1 0,-1 1 0,1-1 0,-1 1 0,1-1 0,0 0 0,-1 1 0,1-1 0,0 1 0,0-1 0,-1 1 0,1-1 0,0 0 0,0 1 0,0-1 0,0 0 0,0 1 0,0-1 0,0 0 0,0 1 0,0-1 0,0 1 0,0-1 0,0 0 0,0 1 0,0-1 0,1 0 0,-1 1 0,0-1 0,1 1 0,-1-1 0,0 1 0,1-1 0,-1 1 0,0-1 0,1 1 0,-1-1 0,1 1 0,-1-1 0,1 1 0,0-1 0,17-14-1438,16-20-5155,-25 28 3888,-1 1 0,1-1 0,1 2 1,-1-1-1,1 1 0,19-7 0,-27 11 2430,8-4-2579</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24.297"/>
    </inkml:context>
    <inkml:brush xml:id="br0">
      <inkml:brushProperty name="width" value="0.035" units="cm"/>
      <inkml:brushProperty name="height" value="0.035" units="cm"/>
    </inkml:brush>
  </inkml:definitions>
  <inkml:trace contextRef="#ctx0" brushRef="#br0">1 386 376,'57'-39'7279,"-26"17"-1874,-8 7 1115,-20 13-6065,0 0 0,1 0-1,-1 1 1,0-1 0,1 1-1,-1 0 1,1-1 0,0 1 0,-1 1-1,1-1 1,0 1 0,0-1 0,-1 1-1,1 0 1,0 0 0,0 1-1,-1-1 1,1 1 0,0 0 0,-1 0-1,1 0 1,0 0 0,-1 1-1,0 0 1,1-1 0,-1 1 0,0 0-1,4 3 1,0 1-455,-6-5 0,0-1 0,-1 0 0,1 1 0,0-1 0,-1 1 0,1-1 0,-1 1 0,1-1 0,-1 1 0,1-1 0,-1 1 0,0 0 0,1-1 0,-1 1 0,0-1 0,1 1 0,-1 0 0,0-1 0,0 1 0,1 0 0,-1 0 0,0-1 0,0 1 0,0 1 0,9 26 0,-10-21 0,0 0 0,0 0 0,-1 0 0,1 0 0,-2 0 0,-2 7 0,3-8 0,-1 1 0,1-1 0,1 1 0,-1-1 0,0 13 0,1-17 0,1 0 0,0 0 0,0-1 0,-1 1 0,1 0 0,-1-1 0,0 1 0,1-1 0,-1 1 0,0-1 0,0 1 0,-1 1 0,1-2 0,0 1 0,0-1 0,0 1 0,0-1 0,1 1 0,-1-1 0,0 1 0,1 0 0,-1-1 0,1 1 0,0 0 0,-1 2 0,2-2 0,-9 11 0,8-13 0,0 0 0,-1 0 0,1 0 0,0 0 0,0 1 0,0-1 0,0 0 0,-1 0 0,1 0 0,0 0 0,0 0 0,0 0 0,0 1 0,0-1 0,0 0 0,-1 0 0,1 0 0,0 0 0,0 1 0,0-1 0,0 0 0,0 0 0,0 0 0,0 1 0,0-1 0,0 0 0,0 0 0,0 0 0,0 1 0,0-1 0,0 0 0,0 0 0,0 0 0,0 0 0,0 1 0,0-1 0,0 0 0,0 0 0,0 0 0,1 1 0,-1-1 0,0 0 0,0 0 0,0 0 0,0 0 0,0 0 0,0 1 0,1-1 0,-1 0 0,0 0 0,0 0 0,0 0 0,0 0 0,1 0 0,-1 0 0,0 0 0,0 1 0,0-1 0,1 0 0,-1 0 0,0 0 0,0 0 0,0 0 0,0 0 0,1 0 0,13-4 0,1-4 0,13-12 0,26-29 0,47-46 0,-86 80 0,6-8 0,-13 14 0,-7 9 0,0-1 0,-1 0 0,1 1 0,0-1 0,0 0 0,-1 0 0,1 1 0,-1-1 0,1 0 0,-1 0 0,1 0 0,-1 0 0,1 0 0,-1 0 0,1-1 0,3-6 0,-1 5 0,-4 1 0,-7 11 0,2 2 0,0 1 0,1-1 0,-5 19 0,9-25 0,-1 0 0,2 0 0,-1 1 0,1-1 0,-1 0 0,1 1 0,1-1 0,-1 0 0,1 0 0,0 1 0,2 5 0,0 9 0,-3-18 0,0 0 0,0-1 0,0 1 0,0 0 0,1-1 0,-1 1 0,0 0 0,1-1 0,-1 1 0,1-1 0,0 1 0,0-1 0,-1 1 0,1-1 0,0 1 0,2 1 0,2 1 0,0 0 0,0 0 0,0 0 0,1-1 0,-1 0 0,1 0 0,0-1 0,0 1 0,0-1 0,8 1 0,-9-2 0,-1 0 0,1 0 0,0-1 0,-1 0 0,1 0 0,-1 0 0,1-1 0,-1 1 0,1-1 0,-1 0 0,1 0 0,-1-1 0,0 1 0,1-1 0,4-3 0,18-9 0,-23 13 0,0-1 0,0 1 0,0-1 0,-1 0 0,1 0 0,-1-1 0,0 1 0,1-1 0,-1 1 0,0-1 0,0 0 0,-1 0 0,4-5 0,13-17 0,-15 21 0,0 0 0,-1 0 0,1-1 0,-1 1 0,0-1 0,-1 0 0,1 0 0,3-9 0,8-32 0,-9 33 0,-1 0 0,-1-1 0,1 1 0,-2-1 0,2-25 0,-4-118 0,0 157 0,0-3 0,-9 0 0,8 3 0,-1 1 0,1-1 0,-1 0 0,1 0 0,-1 1 0,1-1 0,-1 0 0,1 1 0,-1 0 0,1-1 0,0 1 0,0 0 0,-1 0 0,1 0 0,0-1 0,0 1 0,0 0 0,0 1 0,0-1 0,0 0 0,-2 3 0,-8 23 0,10-24 0,-3 17 0,0 1 0,1-1 0,2 1 0,0-1 0,3 35 0,-1-5 0,-2-37 0,0 0 0,-1 0 0,0-1 0,-1 1 0,-1-1 0,-5 14 0,0-5 0,-1 0 0,-18 30 0,18-34 0,9-14 0,0 0 0,0-1 0,-1 1 0,1-1 0,-1 1 0,0-1 0,0 0 0,0 1 0,0-1 0,0 0 0,0 0 0,-3 2 0,-2-2-437,7-7-665,6-8-1830,-5 12 2306,20-31-8130,1-1 3366,-18 28 4984,-1 0-1,0 0 1,0 0 0,0 0-1,-1 0 1,0-1 0,0 0-1,2-10 1,-3 14 592,-1-1-1,0 1 1,0 0 0,0-1 0,0 1 0,0 0 0,0-1-1,-1 1 1,1 0 0,-1 0 0,-1-3 0,2 4 188,-1-1 0,0 1 0,0 0 0,0-1 1,1 1-1,-2 0 0,1 0 0,0 0 1,0 0-1,0 0 0,0 0 0,-1 0 0,1 0 1,0 0-1,-1 1 0,1-1 0,-1 1 1,-1-1-1,-30-6 12026,33 7-12370,0 0-1,0-1 1,0 1 0,0 0 0,0 0-1,0-1 1,0 1 0,0 0-1,1 0 1,-1 0 0,0-1 0,0 1-1,0 0 1,0 0 0,0 0 0,1-1-1,-1 1 1,0 0 0,0 0 0,0 0-1,1 0 1,-1-1 0,0 1 0,0 0-1,0 0 1,1 0 0,-1 0 0,0 0-1,0 0 1,1 0 0,-1 0 0,0 0-1,0 0 1,1 0 0,-1 0 0,0 0-1,0 0 1,1 0 0,48-3-30,-1-1 0,77-18 0,-50 7 0,66-19 0,-68 14 0,-64 19 0,-6 0 0,0 0 0,-1 0 0,1-1 0,0 1 0,0-1 0,-1 1 0,1-1 0,3-3 0,0 1 0,0 1 0,4-6 0,-7-18 0,-3 27 0,0 0 0,0 0 0,0-1 0,0 1 0,0 0 0,-1 0 0,1 0 0,0-1 0,0 1 0,0 0 0,0 0 0,-1 0 0,1-1 0,0 1 0,0 0 0,0 0 0,-1 0 0,1 0 0,0 0 0,0-1 0,0 1 0,-1 0 0,1 0 0,0 0 0,0 0 0,-1 0 0,1 0 0,0 0 0,0 0 0,-1 0 0,1 0 0,0 0 0,0 0 0,-1 0 0,1 0 0,0 0 0,0 0 0,-1 0 0,1 0 0,0 0 0,-1 1 0,-7 2 0,1-3 0,-14 6 0,10-2 0,-1 2 0,1-1 0,0 1 0,1 1 0,-20 15 0,18-14 0,11-7 0,0 0 0,-1 0 0,1 0 0,0-1 0,0 1 0,0 0 0,0 0 0,0 1 0,0-1 0,0 0 0,0 0 0,1 0 0,-1 1 0,-1 1 0,1-1 0,0 0 0,-1 1 0,0-1 0,1 0 0,-1 0 0,0 0 0,0 0 0,0-1 0,-3 3 0,3-3 0,0 1 0,0-1 0,0 1 0,0 0 0,0 0 0,0 0 0,0 0 0,1 1 0,-2 1 0,-9 15 0,10-17 0,1 0 0,-1 0 0,1 0 0,-1 0 0,1 0 0,0 0 0,0 0 0,0 0 0,0 1 0,1-1 0,-1 0 0,0 1 0,1-1 0,0 0 0,-1 1 0,1 3 0,1-5 0,0-1 0,-1 1 0,1-1 0,-1 1 0,1-1 0,0 0 0,0 1 0,-1-1 0,1 0 0,0 1 0,0-1 0,-1 0 0,1 0 0,0 1 0,0-1 0,0 0 0,-1 0 0,1 0 0,0 0 0,0 0 0,1-1 0,-2 1 0,13-2 0,0 0 0,0-1 0,0 0 0,-1-2 0,18-7 0,5-9 0,-32 19 0,1 0 0,0-1 0,-1 1 0,1 0 0,5-6 0,8-6 0,-13 12 0,2-5 0,0 0 0,2-1 0,-9 9 0,-3 1 0,-6 14 0,7-13 0,0 1 0,0 0 0,1 0 0,0 1 0,-1-1 0,1 0 0,1 1 0,-1-1 0,1 1 0,0 0 0,0 0 0,-1 8 0,2-11 0,0 0 0,0 1 0,0-1 0,0 1 0,1-1 0,-1 0 0,1 1 0,0-1 0,-1 0 0,1 1 0,0-1 0,0 0 0,0 0 0,1 0 0,-1 0 0,1 0 0,-1 0 0,1 0 0,2 2 0,-1-2 0,0-1 0,0 1 0,0-1 0,0 1 0,0-1 0,0 0 0,0 0 0,1 0 0,-1-1 0,0 1 0,1-1 0,-1 0 0,5 0 0,2-1 0,1 0 0,-1-1 0,0-1 0,0 0 0,0 0 0,0-1 0,0 0 0,-1-1 0,0 0 0,0 0 0,0-1 0,13-11 0,-18 12 0,1 0 0,-1 0 0,0 0 0,-1 0 0,1 0 0,-1-1 0,3-6 0,6-10 0,5-22 0,-12 33 0,-1 0 0,0-1 0,0 1 0,-1-1 0,-1 0 0,0 0 0,0-17 0,-2-89 0,-9 91 0,10 27 0,-1-3 0,-9 0 0,8 3 0,0 0 0,0 0 0,1 0 0,-1 1 0,0-1 0,0 0 0,0 0 0,1 0 0,-1 1 0,0-1 0,0 0 0,1 1 0,-1-1 0,0 0 0,1 1 0,-1-1 0,1 1 0,-1-1 0,0 1 0,1 0 0,-1-1 0,1 1 0,-1 0 0,1-1 0,0 1 0,-1 0 0,1-1 0,0 1 0,-1 0 0,1 0 0,0-1 0,0 1 0,0 0 0,-1 0 0,1 0 0,0-1 0,0 1 0,0 0 0,1 0 0,-1 0 0,0 0 0,0 3 0,-3 5 0,1 0 0,0 1 0,0 0 0,1-1 0,0 1 0,1 0 0,0 0 0,2 15 0,0 9 0,-2-21 0,1 4 0,-1 0 0,-1 0 0,0-1 0,-1 1 0,-1 0 0,0-1 0,-1 1 0,-9 21 0,5-19 0,-18 35 0,23-50 0,1 0 0,-1 1 0,0-1 0,0 0 0,-1-1 0,1 1 0,-1 0 0,-7 4 0,1 0 0,9-8 0,0 1 0,1 0 0,-1-1 0,0 1 0,1 0 0,-1-1 0,0 1 0,0-1 0,0 1 0,0-1 0,0 0 0,0 1 0,1-1 0,-1 0 0,0 0 0,0 0 0,0 1 0,0-1 0,0 0 0,0 0 0,0 0 0,0 0 0,0-1 0,0 1 0,0 0 0,0 0 0,0-1 0,0 1 0,0 0 0,1-1 0,-1 1 0,0-1 0,0 1 0,-1-2 0,1-1-978,1-1 0,-1 0 0,1 0 0,0 0 0,0 0 0,0 0 0,0 0 0,2-7 0,0 8 176,0 0 0,-1 0 0,1 0 0,0 0 0,1 0 0,2-3 0,-2 4 183,-1-1 0,1 0-1,-1 0 1,0 0 0,0 0 0,2-5-1,2-6-536,1-5 480,-7 18 774,0 0-1,-1 0 1,1 0 0,0 1 0,-1-1 0,1 0 0,0 0 0,-1 0 0,1 0 0,-1 1 0,1-1 0,-1 0 0,0 0-1,1 1 1,-1-1 0,0 0 0,0 1 0,1-1 0,-1 1 0,0-1 0,-1 0 0,-8-8 5426,3 3 2241,56-21-2625,-22 17-5140,0 2 0,34-6 0,-8 2 0,93-19 0,-87 24 0,-56 8 0,1-1 0,-1 1 0,0-1 0,1 1 0,-1 0 0,6 2 0,-8-3 0,0 1 0,-1-1 0,1 1 0,0-1 0,0 0 0,0 1 0,0 0 0,0-1 0,-1 1 0,1-1 0,0 1 0,0 0 0,-1 0 0,1-1 0,0 1 0,-1 0 0,1 0 0,-1 0 0,1 0 0,-1-1 0,1 3 0,-1 0 0,-1 0 0,1 0 0,-1 0 0,0 0 0,1 0 0,-1-1 0,-1 1 0,-1 3 0,2-3 0,0 0 0,-1-1 0,1 1 0,0 0 0,1 0 0,-1 0 0,0 0 0,1 4 0,-9 20 0,8-22 0,0 0 0,0 0 0,-1 0 0,0-1 0,0 1 0,0 0 0,0-1 0,-1 0 0,0 1 0,-5 6 0,-7 11 0,15-15 0,0-6 0,0 0 0,0-1 0,0 1 0,0-1 0,0 1 0,0-1 0,0 1 0,0-1 0,0 1 0,0 0 0,-1-1 0,1 1 0,0-1 0,0 1 0,0-1 0,-1 1 0,1-1 0,0 1 0,-1-1 0,1 1 0,0-1 0,-1 0 0,1 1 0,0-1 0,-1 1 0,1-1 0,-1 0 0,1 1 0,-1-1 0,1 0 0,-1 0 0,1 0 0,-1 1 0,0-1 0,3-1 0,0 0 0,0-1 0,-1 1 0,1-1 0,0 1 0,-1-1 0,1 0 0,-1 1 0,1-1 0,-1 0 0,0 0 0,0 0 0,0 0 0,0 0 0,0 0 0,0-1 0,0 1 0,0-4 0,8-26-4605,-8 27 3738,0 1 0,0 0 0,0 0 0,1 0 0,0 0 0,0 0 0,0 0 0,1 0 0,-1 1 0,1-1 0,0 1 0,0 0 0,0 0 0,4-4 0,17-21-2709,-12-4 1838,20-43 1614,-29 68 534,0 0 0,-1 0 0,0 0 0,0-1-1,0 1 1,0-13 0,-2 16 308,0-1 0,0 1 1,0 0-1,-1 0 0,0-1 0,0 1 0,-2-7 0,-6-11 5858,8 14-3587,1 8-2867,1-1 0,-1 1-1,0 0 1,0-1 0,0 1 0,0-1-1,0 1 1,0-1 0,0 1-1,0-1 1,0 1 0,0-1 0,0 1-1,-1-1 1,1 1 0,0-1-1,0 1 1,0 0 0,-1-1 0,1 1-1,0-1 1,0 1 0,-1 0-1,1-1 1,0 1 0,-1 0 0,1-1-1,0 1 1,-1 0 0,1-1-1,-1 1 1,1 0 0,0 0 0,-1 0-1,1-1 1,-1 1 0,1 0 0,-1 0-1,0 0 1,27 7-717,31 10-10910,34 3 2622,-73-16 6316,0 0-1,22 9 1,-21-7 109</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24.895"/>
    </inkml:context>
    <inkml:brush xml:id="br0">
      <inkml:brushProperty name="width" value="0.035" units="cm"/>
      <inkml:brushProperty name="height" value="0.035" units="cm"/>
    </inkml:brush>
  </inkml:definitions>
  <inkml:trace contextRef="#ctx0" brushRef="#br0">278 73 1592,'3'-5'1115,"1"2"957,-1-1 0,0 1 0,-1-1 0,1 0 0,-1 0 1,4-7-1,-2 3 2266,3-8 4275,-7 16-8516,0 0-1,0-1 1,0 1-1,0 0 1,0-1-1,0 1 0,0 0 1,0-1-1,0 1 1,-1 0-1,1-1 1,0 1-1,0 0 0,0-1 1,0 1-1,0 0 1,0 0-1,-1-1 1,1 1-1,0 0 0,0 0 1,-1-1-1,1 1 1,0 0-1,0 0 1,-1-1-1,1 1-96,-1-1 0,1 1 0,-1 0 0,1 0 0,-1-1 0,1 1 0,-1 0 0,1 0 0,-1 0 0,0-1 0,1 1 0,-1 0 0,1 0 0,-1 0 0,1 0 0,-1 0 0,1 0 0,-1 0 0,0 0 0,1 0 0,-1 0 0,1 1 0,-1-1 0,1 0 0,-1 0 0,0 1 0,0-1 0,-6 1 0,0 0 0,-1 1 0,1 0 0,0 0 0,0 1 0,1-1 0,-1 1 0,-10 7 0,-5 1 0,4-1 0,1-1 0,1 2 0,0 1 0,0 0 0,1 0 0,1 2 0,-23 27 0,28-30 0,-19 23 0,27-31 0,-1-1 0,0 1 0,1 0 0,-1-1 0,1 1 0,0 0 0,0 0 0,0 0 0,0 0 0,0 4 0,1-6 0,0 0 0,0-1 0,0 1 0,1 0 0,-1 0 0,0 0 0,0-1 0,1 1 0,-1 0 0,0-1 0,1 1 0,-1 0 0,1-1 0,-1 1 0,1 0 0,-1-1 0,2 1 0,1 3 0,-3-3 0,0-1 0,1 0 0,-1 1 0,0-1 0,0 1 0,1-1 0,-1 0 0,0 1 0,0-1 0,1 0 0,-1 1 0,0-1 0,1 0 0,-1 0 0,1 1 0,-1-1 0,0 0 0,1 0 0,-1 0 0,1 1 0,-1-1 0,0 0 0,1 0 0,-1 0 0,1 0 0,-1 0 0,1 0 0,-1 0 0,0 0 0,1 0 0,-1 0 0,1 0 0,-1 0 0,1 0 0,-1-1 0,0 1 0,1 0 0,-1 0 0,1 0 0,-1 0 0,1-1 0,9-2 0,-1-1 0,0 0 0,0-1 0,16-10 0,-11 8 0,-11 5 0,0 1 0,0 0 0,-1-1 0,1 0 0,-1 0 0,1 0 0,-1 0 0,0 0 0,3-3 0,-2 2 0,0 0 0,0 0 0,0 1 0,0-1 0,1 1 0,6-4 0,15-10 0,0-6 0,-13 10 0,26-18 0,-19 17 0,23-11 0,-38 21 0,-3 2 0,-1 1 0,1-1 0,0 1 0,-1 0 0,1-1 0,0 1 0,0 0 0,-1-1 0,1 1 0,0 0 0,0 0 0,0 0 0,-1-1 0,1 1 0,0 0 0,0 0 0,1 1 0,-1-1 0,0 0 0,0 0 0,0 0 0,0 0 0,0 0 0,0 0 0,0 0 0,0 1 0,0-1 0,0 1 0,-1-1 0,1 0 0,0 1 0,0 0 0,0-1 0,0 1 0,0-1 0,-1 1 0,1 0 0,0 0 0,-1-1 0,1 1 0,0 0 0,-1 0 0,1 0 0,-1 0 0,0 0 0,1 0 0,-1 0 0,0 0 0,1 0 0,-1 0 0,0 1 0,1 0 0,-1 0 0,0 0 0,0 0 0,0 0 0,0 0 0,-1 0 0,1 0 0,0 0 0,-1 0 0,0 0 0,1 0 0,-1-1 0,0 1 0,0 0 0,-1 2 0,-17 33 0,-4-12 0,15-15 0,0-1 0,-1 0 0,0 0 0,-18 12 0,16-11 0,9-8 0,0 0 0,0 0 0,0 0 0,0 0 0,-1-1 0,1 1 0,0-1 0,-1 1 0,1-1 0,-1 0 0,0 0 0,-3 1 0,5-4 0,4-4 0,10-9 0,-10 12 0,23-26 0,1 1 0,54-42 0,-58 50 0,-15 14 0,0 1 0,1 0 0,-1 1 0,1 0 0,0 0 0,17-5 0,-24 9 0,-1 0 0,1 0 0,-1 0 0,1 0 0,-1 0 0,0 1 0,1-1 0,-1 0 0,1 1 0,-1-1 0,1 1 0,-1-1 0,0 1 0,1 0 0,-1 0 0,0 0 0,0 0 0,0-1 0,0 1 0,0 1 0,0-1 0,0 0 0,0 0 0,0 0 0,0 1 0,1 1 0,-2 13 0,1-12 0,-1 0 0,0 0 0,0 0 0,0 0 0,0 0 0,-1 0 0,0 0 0,0 0 0,0 0 0,0 0 0,0 0 0,-3 4 0,-47 84 0,17-35 0,-17 4 0,44-52-396,16-10-645,19-11-2092,-26 11 2457,85-30-11788,-9 7 2501,-35 9 5181</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2.659"/>
    </inkml:context>
    <inkml:brush xml:id="br0">
      <inkml:brushProperty name="width" value="0.035" units="cm"/>
      <inkml:brushProperty name="height" value="0.035" units="cm"/>
    </inkml:brush>
  </inkml:definitions>
  <inkml:trace contextRef="#ctx0" brushRef="#br0">54 26 960,'0'0'366,"0"-1"-1,0 0 0,-1 0 1,1 1-1,0-1 0,0 0 1,0 1-1,0-1 0,-1 1 1,1-1-1,0 0 0,0 1 1,-1-1-1,1 1 0,-1-1 1,1 1-1,0-1 0,-1 1 1,1-1-1,-1 1 0,1-1 1,-1 1-1,0-1 0,1 1 1,-1 0-1,1-1 0,-1 1 1,0 0-1,1 0 0,-1-1 1,1 1-1,-1 0 0,0 0 1,1 0-1,-4 0 2157,-12-1 4203,14-1-5562,-8-4 4173,9 6-5245,1 0 0,-1 0 0,1 0 0,-1 1 0,1-1 0,0 0 0,-1 1 0,1-1 0,0 0 0,-1 1 0,1-1-1,0 0 1,-1 1 0,1-1 0,0 1 0,0-1 0,-1 0 0,1 1 0,0-1 0,0 1 0,0-1 0,0 1 0,0-1 0,0 1 0,0-1 0,0 1 0,0-1-1,0 0 1,0 1 0,0-1 0,0 1 0,0-1 0,0 1 0,0-1 0,0 1 0,9 21-91,-9-9 0,1 0 0,0 0 0,4 19 0,-1-6 0,-4-20 0,0-1 0,1 0 0,0 0 0,0 1 0,3 6 0,2 3 0,10 24 0,-2 0 0,12 52 0,-21-73-232,2 0 0,0 0 0,17 30 0,-23-46-327,0-1 1,1 1-1,-1-1 0,0 0 1,0 1-1,1-1 1,-1 0-1,1 0 0,-1 0 1,1 0-1,0 0 1,-1-1-1,1 1 0,0 0 1,0-1-1,-1 1 1,1-1-1,0 0 0,3 1 1,-3-1-137,-1 0 0,1 0 0,-1 0 0,0 0 0,1 0 0,-1-1 0,1 1 0,-1 0 0,1-1 0,-1 1 0,0-1 0,1 1 0,-1-1 0,0 0 0,0 0 1,2-1-1,6-8-4301</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3.276"/>
    </inkml:context>
    <inkml:brush xml:id="br0">
      <inkml:brushProperty name="width" value="0.035" units="cm"/>
      <inkml:brushProperty name="height" value="0.035" units="cm"/>
    </inkml:brush>
  </inkml:definitions>
  <inkml:trace contextRef="#ctx0" brushRef="#br0">1 16 2729,'14'-15'27627,"-10"15"-26486,3 2-1012,-1 0 0,1 0-1,0 0 1,-1 0 0,10 0 0,3 1-9,26 6-45,-1 2 1,-1 2-1,0 2 1,79 40-1,-111-49-75,72 42 0,-74-42 0,0 1 0,0 0 0,-1 0 0,0 1 0,0 0 0,9 13 0,-10-11-1,-4-6-6,0 0 0,-1 0 0,1 0 1,-1 0-1,0 1 0,0-1 0,0 0 0,1 8 0,4 9-103,-6-19 93,0 0 0,0-1-1,0 1 1,-1 0 0,1 0 0,-1-1-1,1 1 1,-1 0 0,0 0 0,0 0-1,0 0 1,0 0 0,0-1 0,0 1-1,0 0 1,0 0 0,-1 0 0,1 0 0,-1-1-1,0 1 1,1 0 0,-3 3 0,-3 4-191,0 1 1,-1-1 0,0 0 0,0-1 0,-1 0-1,-1 0 1,1 0 0,-13 7 0,5-4-499,-1 0 0,-1-1 1,-36 14-1,42-19 575,-1-1 1,-1-1-1,1 0 1,0 0-1,-1-1 0,0-1 1,1 0-1,-1-1 1,0-1-1,1 0 0,-1-1 1,-23-5-1,35 6 131,-1 0 1,0-1-1,1 1 0,-1 0 0,1-1 1,-1 0-1,1 0 0,0 1 0,0-1 1,0 0-1,-3-4 0,4 6-3,1-1 1,-1 0-1,1 0 0,-1 1 0,1-1 1,0 0-1,-1 0 0,1 1 0,0-1 1,-1 0-1,1 0 0,0 0 0,0 0 0,0 0 1,0 1-1,0-1 0,0 0 0,0 0 1,0 0-1,0 0 0,0 0 0,0 1 1,1-1-1,-1 0 0,0 0 0,1 0 0,-1 0 1,0 1-1,1-1 0,-1 0 0,1 1 1,-1-1-1,1 0 0,0 1 0,-1-1 0,1 0 1,0 1-1,-1-1 0,1 1 0,0-1 1,1 0-1,20-13-65,-9 5 48,1 0 0,1 1-1,-1 0 1,2 1 0,20-6-1,109-32-4,-73 18 6,-13 5 23,-30 12 550,-1-2 0,-1 0 0,45-29 0,-64 37 5,-7 4-419,0 0 0,0 0 0,0-1 0,0 1 0,0-1 0,0 1 0,0-1 1,0 1-1,0-1 0,0 0 0,0 1 0,0-1 0,0 0 0,0 0 0,-1 0 0,1 0 0,0 1 0,-1-1 0,2-2 0,-2 3-101,0 0 1,0-1-1,1 1 0,-1 0 0,1-1 0,-1 1 0,0 0 0,1-1 0,-1 1 1,1 0-1,-1 0 0,0 0 0,1-1 0,-1 1 0,1 0 0,-1 0 1,1 0-1,-1 0 0,1 0 0,-1 0 0,1 0 0,-1 0 0,1 0 0,-1 0 1,1 0-1,-1 0 0,1 0 0,-1 0 0,1 1 0,-1-1 0,1 0 0,-1 0 1,0 0-1,1 1 0,-1-1 0,1 0 0,-1 1 0,0-1 0,1 0 0,-1 1 1,0-1-1,1 0 0,-1 1 0,42 43-39,-23-24 0,6 9 0,-16-14 0,1-1 0,1-1 0,0 0 0,16 13 0,-16-12 28,-9-12-40,-1 1-1,0-1 0,1 0 1,0 0-1,-1-1 0,1 1 0,0 0 1,0-1-1,0 1 0,0-1 1,2 2-1,-4-3-41,0 0-1,0 0 1,0 0-1,0 0 1,0 0 0,0 0-1,0 1 1,0-1 0,0 0-1,0 0 1,0 0-1,-1 0 1,1 0 0,0 0-1,0 0 1,0 0-1,0 0 1,0 0 0,0 1-1,0-1 1,0 0 0,0 0-1,0 0 1,0 0-1,0 0 1,0 0 0,0 0-1,0 0 1,0 1-1,0-1 1,0 0 0,0 0-1,0 0 1,0 0 0,0 0-1,0 0 1,1 0-1,-1 0 1,0 0 0,0 1-1,0-1 1,0 0-1,0 0 1,0 0 0,0 0-1,0 0 1,0 0 0,0 0-1,0 0 1,0 0-1,1 0 1,-1 0 0,0 0-1,0 0 1,0 0 0,0 0-1,0 0 1,0 0-1,0 0 1,0 0 0,1 0-1,-1 0 1,0 0-38,0 0 0,0 0 1,0 0-1,0 0 0,0 0 0,1 0 1,-1 0-1,0 0 0,0 0 1,0 0-1,0 0 0,0 0 0,0 0 1,0 0-1,0 0 0,0 0 1,1 0-1,-1 0 0,0 0 0,0 0 1,0-1-368,0 1 367,0 0 1,0 0-1,0 0 0,0 0 0,0 0 1,0 0-1,0 0 0,0 0 1,0-1-1,0 1 0,0 0 0,0 0 1,0 0-1,0 0 0,0 0 0,0 0 1,0 0-1,0 0 0,0-1 1,0 1-1,0 0 0,0 0 0,0 0 1,0 0-1,0 0 0,0 0 1,0 0-1,0 0 0,0 0 0,0 0 1,0-1-368,-1 1 367,2-1-300,0 1 1,-1-1-1,1 0 0,0 1 0,-1-1 0,1 0 0,-1 0 0,1 0 1,-1 0-1,1 1 0,-1-1 0,0 0 0,1 0 0,-1 0 0,0 0 1,0 0-1,0 0 0,0 0 0,1 0 0,-1 0 0,-1 0 0,1 0 0,0-2 1,-7-24-8466,6 25 8082,0-10-3547</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3.428"/>
    </inkml:context>
    <inkml:brush xml:id="br0">
      <inkml:brushProperty name="width" value="0.035" units="cm"/>
      <inkml:brushProperty name="height" value="0.035" units="cm"/>
    </inkml:brush>
  </inkml:definitions>
  <inkml:trace contextRef="#ctx0" brushRef="#br0">18 76 760,'0'0'477,"-15"-23"7710,14 22-8004,1 1 1,0-1 0,0 1-1,-1-1 1,1 0 0,0 1 0,0-1-1,0 0 1,0 1 0,0-1-1,0 0 1,0 1 0,0-1-1,0 0 1,0 1 0,0-1-1,0 1 1,0-1 0,1 0-1,-1 1 1,0-1 0,0 0-1,1 1 1,-1-1 0,0 1 0,1-1-1,-1 1 1,1-1 0,-1 1-1,1-1 1,-1 1 0,1-1-1,-1 1 1,1-1 0,26-12-1475,-16 9-1304,-1 1 1,22-4 0,-15 3-696</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3.793"/>
    </inkml:context>
    <inkml:brush xml:id="br0">
      <inkml:brushProperty name="width" value="0.035" units="cm"/>
      <inkml:brushProperty name="height" value="0.035" units="cm"/>
    </inkml:brush>
  </inkml:definitions>
  <inkml:trace contextRef="#ctx0" brushRef="#br0">114 6 656,'-3'-3'10416,"-2"1"-8004,4 2-941,0 0-1268,0-1 0,0 1 0,0 0 0,0 1 0,0-1 0,0 0 0,0 0 0,0 0 0,1 0 0,-1 1 0,0-1 0,0 0 0,0 1 0,0-1 0,0 1 0,1-1 0,-1 1 0,0 0 0,0-1 0,1 1 0,-1 0 0,0-1 0,1 1 0,-1 0 0,1 0 0,-1-1 0,1 1 0,-1 1 0,0 1 161,0 1 1,1-1-1,-1 1 0,1-1 0,0 0 1,0 6-1,0-3-35,0-5-302,0 0-1,1 0 1,-1 0 0,0 0-1,1 0 1,-1 0 0,0 0-1,1 0 1,-1 0-1,1-1 1,0 1 0,-1 0-1,1 0 1,0-1 0,-1 1-1,1 0 1,0-1 0,0 1-1,0 0 1,21 11 79,-13-7-53,21 11 2,0 0-1,37 12 1,7 2-27,-65-25-16,-1-2-9,-1 0 0,0 0 0,0 1 0,-1 0 0,1 1 0,-1-1 0,0 1 0,9 9 0,-6-4 24,7 11 98,-16-20-90,0 0 0,1 0 0,-1 0 0,0 0 0,0 0 0,0 0 0,0 0 1,0-1-1,0 1 0,0 0 0,0 0 0,0 0 0,-1 0 0,1 0 0,0 0 0,0-1 0,-1 1 0,1 0 0,-1 0 0,1 0 0,-1-1 0,1 1 0,-1 0 0,1-1 0,-1 1 0,0 0 0,-1 0 1,-4 6 335,3-5-214,1 0-1,0 1 1,-1-1 0,1-1 0,-1 1 0,1 0 0,-1-1 0,0 1 0,-4 0 0,-24 8 59,0-1 0,-1-2 1,0-2-1,-61 4 0,55-6-961,22-1-574,1-1 0,-1-1-1,1 0 1,-19-3 0,33 3 855,0-1 0,0 1 0,0-1 0,0 1 0,0-1-1,0 0 1,0 1 0,0-1 0,1 0 0,-1 1 0,0-1 0,0 0 0,1 0 0,-1 0 0,0 0 0,1 0 0,-2-1 0,-2-5-4391,-3 2 534</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4.296"/>
    </inkml:context>
    <inkml:brush xml:id="br0">
      <inkml:brushProperty name="width" value="0.035" units="cm"/>
      <inkml:brushProperty name="height" value="0.035" units="cm"/>
    </inkml:brush>
  </inkml:definitions>
  <inkml:trace contextRef="#ctx0" brushRef="#br0">300 23 504,'0'-1'395,"0"0"0,0 1 0,0-1 0,0 0-1,0 0 1,0 0 0,0 0 0,0 1 0,-1-1 0,1 0-1,0 0 1,0 0 0,-1 1 0,1-1 0,-1 0 0,1 0 0,-1 1-1,1-1 1,-1 0 0,1 1 0,-1-1 0,1 0 0,-1 1 0,0-1-1,1 1 1,-1-1 0,0 1 0,0 0 0,0-1 0,-25 0 5100,13 1-3670,-7 1 1839,-38 7 0,39-5-2423,2 0-311,-1 0-1,-32 12 1,44-12-835,0 0 0,0 1 0,0 0 0,0 0 0,-9 10-1,13-12-90,0 0 1,0 0-1,0 1 0,0-1 0,1 1 0,-1-1 0,1 1 0,-1 0 0,1 0 0,0 0 0,0-1 0,0 1 0,1 0 0,-1 0 0,1 0 0,0 0 0,-1 0 0,1 0 0,1 1 1,-1-1-1,0 0 0,1 0 0,0 3 0,1-2-5,-1 0 0,1 0 0,0-1 0,0 1 0,1-1 0,-1 1 0,1-1 0,0 0 0,-1 0 0,1 0 0,1 0 0,-1-1 0,0 1 0,1-1-1,-1 0 1,7 3 0,3 1 3,-9-4 11,-1-1 1,1 1 0,-1-1-1,1 0 1,-1 0 0,1 0-1,0 0 1,6 0-1,39-4 298,-46 2-287,0 1 1,0-1-1,1 0 0,-1 0 1,0 0-1,0-1 0,0 1 1,-1-1-1,1 1 1,0-1-1,4-3 0,10-6 123,-16 10-135,0 1 0,1-1 0,-1 0 0,0 1 0,0-1 0,1 0 0,-1 0-1,0 0 1,0 0 0,0 0 0,0 0 0,0 0 0,0-1 0,-1 1 0,1 0 0,1-2 0,30-66 1,-32 68-13,1 0 0,-1 0 0,0 0 0,1 0 0,-1 0 0,0 0 0,0 0 0,0 0 0,0 0 0,0-1 0,0 1 0,0 0 0,0 0 0,0 0 0,-1-2 0,0 1 0,4 11 0,2 4 0,-3-11 0,-1 1 0,1 0 0,-1-1 0,0 1 0,0 0 0,0 0 0,-1 0 0,1 5 0,0-6-4,-1 0 0,0 0-1,0 0 1,1 0 0,-1-1 0,1 1 0,0 0 0,-1 0-1,1 0 1,0-1 0,2 4 0,-2-3-32,0-1 1,0 1-1,0 0 1,0-1-1,0 1 1,-1 0-1,1 0 1,0 0-1,-1-1 1,0 1-1,1 4 1,-1-4-319,0 0-1,1 1 1,-1-1-1,1 0 1,0 0 0,0 1-1,0-1 1,0 0-1,0 0 1,0 0 0,0 0-1,1 0 1,-1 0 0,1 0-1,-1-1 1,1 1-1,0 0 1,-1-1 0,1 1-1,0-1 1,0 0 0,0 0-1,1 0 1,-1 0-1,0 0 1,0 0 0,0 0-1,1-1 1,2 1-1,3 1-1417,1 0 0,0-1 0,0 0 0,0 0-1,0-1 1,14-1 0,1 0-2001,2 1-140</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4.850"/>
    </inkml:context>
    <inkml:brush xml:id="br0">
      <inkml:brushProperty name="width" value="0.035" units="cm"/>
      <inkml:brushProperty name="height" value="0.035" units="cm"/>
    </inkml:brush>
  </inkml:definitions>
  <inkml:trace contextRef="#ctx0" brushRef="#br0">270 575 2657,'-25'-26'8148,"21"20"-4297,4 6-3749,0 0-1,0-1 1,0 1 0,0 0-1,0-1 1,0 1-1,0 0 1,0 0-1,0-1 1,-1 1-1,1 0 1,0 0-1,0-1 1,0 1-1,-1 0 1,1 0 0,0 0-1,0-1 1,0 1-1,-1 0 1,1 0-1,0 0 1,0 0-1,-1 0 1,1 0-1,0-1 1,0 1-1,-1 0 1,1 0-1,0 0 1,-1 0 0,1 0-1,0 0 1,0 0-1,-1 0 1,1 0-1,-19-6 11812,4 1-9845,10 4-2032,-1 0 1,0 1 0,1-1 0,-1 2 0,0-1 0,0 0-1,1 1 1,-1 0 0,-7 3 0,1-1-32,8-2-5,0 0 0,0 1 0,0 0 0,1 0 0,-1 0 0,1 0 0,-5 4 0,-12 6 0,16-9 0,-1 0 0,1 0 0,0 0 0,1 0 0,-1 0 0,0 1 0,1 0 0,0-1 0,0 1 0,0 1 0,0-1 0,0 0 0,-3 9 0,3-5 0,0 0 0,0 0 0,1 0 0,0 1 0,0-1 0,1 1 0,0 11 0,1-16 0,0 0 0,1 0 0,-1 0 0,1 0 0,0 0 0,0 0 0,1 0 0,-1 0 0,1 0 0,0-1 0,4 7 0,4 3 0,-9-12 0,0 1 0,1 0 0,-1-1 0,1 1 0,-1-1 0,1 1 0,-1-1 0,4 2 0,-2-1 0,0 0 0,0-1 0,0 0 0,0 0 0,0 0 0,0 0 0,1 0 0,-1-1 0,0 1 0,0-1 0,1 0 0,-1 0 0,0 0 0,1 0 0,-1-1 0,0 1 0,0-1 0,0 0 0,6-2 0,-1-1 0,0 0 0,1 0 0,-2-1 0,1 0 0,12-10 0,-15 10 0,-1 1 0,0-1 0,1 0 0,-2 0 0,1 0 0,0-1 0,-1 1 0,0-1 0,-1 0 0,1 0 0,-1 0 0,0 0 0,0-1 0,1-11 0,-2 3 0,0 0 0,0 0 0,-2-1 0,-4-29 0,2 9 0,3 26 0,-1 0 0,-1 0 0,-2-12 0,-13-86 0,12 81 0,2-1 0,1 0 0,1 1 0,2-1 0,7-54 0,-6 62 0,0 0 0,-3-32 0,0 12 0,5 48 0,-4-8 0,0 0 0,1 1 0,-1-1 0,0 0 0,1 1 0,-1-1 0,0 0 0,1 1 0,-1-1 0,0 0 0,0 1 0,0-1 0,1 1 0,-1-1 0,0 0 0,0 1 0,0-1 0,0 1 0,0-1 0,0 1 0,0-1 0,0 0 0,0 1 0,0-1 0,0 1 0,1 2 0,-1-1 0,0 0 0,1 0 0,0 1 0,-1-1 0,1 0 0,0 0 0,3 4 0,3 12 0,-2-5 0,1 1 0,1-1 0,0 0 0,13 18 0,-1-1 0,66 95 0,-56-79 0,36 82 0,-62-121 0,-1 0 0,0 1 0,0-1 0,0 13 0,6 22 0,9 40 0,-8-51-1671,4 15-4271,-12-43 5537,1 0 1,-1 0-1,1 0 0,0 0 0,0 0 1,0-1-1,0 1 0,0-1 0,0 0 1,1 1-1,-1-1 0,4 2 0,20 18-13727</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5.228"/>
    </inkml:context>
    <inkml:brush xml:id="br0">
      <inkml:brushProperty name="width" value="0.035" units="cm"/>
      <inkml:brushProperty name="height" value="0.035" units="cm"/>
    </inkml:brush>
  </inkml:definitions>
  <inkml:trace contextRef="#ctx0" brushRef="#br0">27 81 1152,'0'-1'735,"0"1"0,0-1 0,-1 0 0,1 0 0,0 0 0,0 0 0,-1 0 0,1 0 0,0 1 0,-1-1 0,1 0 0,-1 0 0,1 0 0,-1 1 0,0-1 0,1 0 0,-1 1 0,0-1 0,1 0 0,-2 0 0,1 1-211,1 0 1,-1-1-1,1 1 1,-1-1-1,1 1 1,-1 0-1,1-1 1,0 1-1,-1-1 1,1 1-1,-1-1 1,1 1-1,0-1 1,0 1-1,-1-1 1,1 1-1,0-1 1,0-1-1,0 2-389,0 0 1,0 0-1,0-1 0,0 1 0,-1 0 0,1 0 0,0-1 0,0 1 0,0 0 0,0 0 0,0-1 1,0 1-1,0 0 0,0 0 0,-1-1 0,1 1 0,0 0 0,0 0 0,0 0 0,-1 0 0,1-1 1,0 1-1,0 0 0,0 0 0,-1 0 0,1 0 0,0 0 0,0 0 0,-1-1 0,1 1 0,0 0 1,0 0-1,-1 0 0,1 0 0,0 0 0,0 0 0,-1 0 0,1 0 0,0 0 0,0 0 1,-1 0-1,1 0 0,0 0 0,0 1 0,-1-1 0,5 6-135,0-1 0,1 0 0,0 1 0,0-1 0,8 6 0,1 2 0,-1 2 0,0-1 0,-1 2 0,19 31 0,-29-43 0,16 33 0,15 18 0,-30-51 0,4-4 0,-5-1 0,0 0 0,0 0 0,0 0 0,-1 0 0,1-1 0,-1 1 0,1-1 0,-1 1 0,1-1 0,-1 1 0,0-1 0,0 0 0,1 0 0,-1 1 0,1-4 0,8-11 0,-7 12 0,0 0 0,0 0 0,0 0 0,0-1 0,-1 1 0,0-1 0,0 1 0,0-1 0,-1 0 0,2-7 0,1-1 0,1 0 0,8-18 0,9-25 0,-16 38 0,-4 11 0,0 1 0,0-1 0,-1 0 0,0 1 0,0-1 0,0-11 0,-1 18-2,0 0 0,0 0-1,0 0 1,0-1 0,0 1 0,0 0 0,0 0-1,0 0 1,0-1 0,0 1 0,0 0 0,0 0-1,0 0 1,1-1 0,-1 1 0,0 0 0,0 0-1,0 0 1,0 0 0,0 0 0,1-1-1,-1 1 1,0 0 0,0 0 0,0 0 0,0 0-1,1 0 1,-1 0 0,0 0 0,0 0 0,0-1-1,1 1 1,-1 0 0,0 0 0,0 0 0,0 0-1,1 0 1,-1 0 0,12 4-275,-11-4 215,0 1 0,1-1 0,-1 1 0,0 0 0,0-1 0,0 1-1,0 0 1,0 0 0,-1 0 0,1 0 0,0-1 0,0 1 0,0 0 0,-1 1 0,1-1 0,0 0 0,-1 0 0,1 0 0,-1 2 0,1-2-347,-1 0 1,0 0 0,0 1-1,0-1 1,1 0 0,-1 0-1,1 1 1,-1-1 0,1 0-1,-1 0 1,1 0 0,0 0-1,-1 0 1,1 0 0,0 0-1,0 0 1,0 0 0,0 0-1,0 0 1,0 0 0,0-1-1,2 2 1,34 13-7913,-4-2-1105,-24-8 5586</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5.623"/>
    </inkml:context>
    <inkml:brush xml:id="br0">
      <inkml:brushProperty name="width" value="0.035" units="cm"/>
      <inkml:brushProperty name="height" value="0.035" units="cm"/>
    </inkml:brush>
  </inkml:definitions>
  <inkml:trace contextRef="#ctx0" brushRef="#br0">142 124 824,'6'-6'1634,"7"-15"4713,-1 4-2188,-11 16-3624,0 0-1,0 0 1,0 0-1,0 0 1,0-1-1,0 1 1,0 0 0,-1-1-1,1 1 1,0 0-1,-1-1 1,1 1-1,-1-1 1,1 1-1,-1-1 1,0 0 0,0-2-1,1 1-127,-1 1 1,0 0-1,-1-1 0,1 1 0,0 0 1,-1-1-1,1 1 0,-1 0 0,0-1 1,1 1-1,-1 0 0,-1 0 0,1 0 0,0 0 1,0 0-1,-1 0 0,1 0 0,-1 0 1,1 0-1,-1 1 0,0-1 0,0 1 1,0-1-1,-2-1 0,-37 25-407,35-17 0,-1 1 0,0 0 0,1 0 0,0 0 0,0 1 0,1-1 0,-9 16 0,-10 11 0,20-26 0,-1-1 0,1 2 0,0-1 0,0 0 0,-3 13 0,5-16 0,1 0 0,0 0 0,0 0 0,0 0 0,0 0 0,1 1 0,0-1 0,0 0 0,0 0 0,0 1 0,0-1 0,1 0 0,2 6 0,-2-8 0,0 0 0,0 0 0,1 0 0,-1 0 0,0 0 0,1 0 0,0 0 0,-1-1 0,1 1 0,0-1 0,0 1 0,0-1 0,0 0 0,0 0 0,0 1 0,1-2 0,-1 1 0,0 0 0,1 0 0,-1-1 0,5 1 0,-2 0 0,1 0 0,0-1 0,-1 0 0,1 0 0,0-1 0,-1 0 0,1 0 0,6-2 0,4-2 0,-5 3 0,0-1 0,-1-1 0,1 0 0,-1-1 0,0 0 0,-1 0 0,15-11 0,-17 11 0,1-2 0,-1 1 0,0-1 0,-1 0 0,0 0 0,0-1 0,-1 0 0,1 0 0,-2 0 0,6-13 0,-5 13 0,-1-1 0,1 1 0,13-16 0,-17 14 0,-1 6 0,0 8 0,-8 28 0,7-24 0,0 1 0,0-1 0,-1 0 0,0 0 0,0 0 0,-1 0 0,-5 9 0,3-4 0,5-12-3,-1 1 0,1-1 1,-1 0-1,1 1 0,0-1 0,0 1 1,0-1-1,0 0 0,0 1 0,0-1 0,0 1 1,0-1-1,0 0 0,1 1 0,-1-1 1,1 1-1,-1-1 0,1 0 0,-1 0 1,1 1-1,0-1 0,-1 0 0,1 0 0,0 0 1,0 0-1,0 0 0,2 2 0,2 2-182,-3 2-1825,-1-3-504,9-5-3221,56-25-12621,-48 21 14851</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6.256"/>
    </inkml:context>
    <inkml:brush xml:id="br0">
      <inkml:brushProperty name="width" value="0.035" units="cm"/>
      <inkml:brushProperty name="height" value="0.035" units="cm"/>
    </inkml:brush>
  </inkml:definitions>
  <inkml:trace contextRef="#ctx0" brushRef="#br0">17 462 208,'-1'-16'2727,"1"12"-1698,-1 0 1,1 0 0,0 0-1,0 0 1,0 1-1,1-1 1,-1 0 0,1 0-1,0 0 1,0 0-1,0 1 1,3-6-1,-4 9-867,0 0 0,0 0 0,1 0-1,-1 0 1,0 0 0,0 0-1,0 0 1,0-1 0,1 1 0,-1 0-1,0 0 1,0 0 0,0 0-1,0-1 1,0 1 0,1 0 0,-1 0-1,0 0 1,0-1 0,0 1-1,0 0 1,0 0 0,0 0 0,0-1-1,0 1 1,0 0 0,0 0-1,0 0 1,0-1 0,0 1 0,0 0-1,0 0 1,0 0 0,0-1-1,0 1 1,0 0 0,0 0 0,0 0-1,-1-1 1,1 1 0,0 0-1,0 0 1,0 0 0,0 0 0,0-1-1,0 1 1,-1 0 0,1 0-1,0 0 1,0 0 0,0 0 0,-1-1-1,1 1 1,0 0 0,0 0-1,0 0 1,-1 0 0,1 0-1,0 0 1,0 0 0,0 0 0,-1 0-1,-8 1 5298,5 2-5762,3-2 325,0 0-1,1 0 1,-1 1 0,0-1 0,0 0 0,1 0 0,-1 1 0,1-1-1,-1 1 1,1-1 0,-1 0 0,1 1 0,0-1 0,0 1-1,-1-1 1,1 1 0,0-1 0,1 1 0,-1-1 0,0 1 0,0-1-1,1 3 1,1 0 48,0 0 0,1 1 0,-1-1 0,1 0 0,4 5 0,-4-5-39,1 0-1,-2 0 0,1 0 0,-1 1 1,4 7-1,12 18-30,-16-27 0,0 0 0,0 0 0,0 0 0,0 0 0,-1 0 0,1 0 0,-1 1 0,0-1 0,0 0 0,1 7 0,7 27 0,-9-36 0,0-1 0,0 0 0,0 1 0,0-1 0,0 1 0,0-1 0,0 0 0,0 1 0,0-1 0,0 1 0,0-1 0,0 0 0,0 1 0,0-1 0,1 1 0,-1-1 0,0 0 0,0 1 0,0-1 0,1 0 0,-1 1 0,0-1 0,1 0 0,-1 1 0,0-1 0,0 0 0,1 0 0,-1 1 0,0-1 0,1 0 0,-1 0 0,1 0 0,-1 1 0,1-1 0,0 0 0,-1 0 0,0 0 0,1 0 0,-1 0 0,1 0 0,-1 0 0,0 0 0,1 0 0,-1 0 0,1 0 0,-1 0 0,0 0 0,1 0 0,-1 0 0,0 0 0,1 0 0,-1 0 0,0-1 0,1 1 0,-1 0 0,0 0 0,1 0 0,-1-1 0,0 1 0,1 0 0,-1 0 0,0-1 0,0 1 0,1 0 0,-1-1 0,0 1 0,0 0 0,0-1 0,1 1 0,-1 0 0,0-1 0,0 1 0,0-1 0,0 1 0,0 0 0,0-1 0,7-19 0,-6 16 0,0 0 0,0 0 0,0-1 0,0 1 0,1 1 0,0-1 0,0 0 0,0 0 0,0 1 0,5-6 0,-4 4 0,1 0 0,-1 0 0,0-1 0,-1 1 0,3-7 0,3-14 0,1 1 0,1 0 0,17-29 0,-20 35 0,-7 15 0,1 1 0,1 0 0,-1-1 0,0 1 0,1 0 0,-1 0 0,1 0 0,0 0 0,3-3 0,-5 5 0,1 1 0,-1 0 0,0 0 0,1-1 0,-1 1 0,0 0 0,1 0 0,-1 0 0,0 0 0,1 0 0,-1 0 0,0-1 0,1 1 0,-1 0 0,0 0 0,1 0 0,-1 0 0,0 0 0,1 0 0,-1 0 0,1 0 0,-1 1 0,0-1 0,1 0 0,-1 0 0,0 0 0,1 0 0,-1 0 0,0 1 0,0-1 0,1 0 0,-1 0 0,0 0 0,1 1 0,-1-1 0,1 1 0,11 11 0,-9-8 0,1 1 0,1 0 0,-1 1 0,0-1 0,5 11 0,-4-8 0,-1-1 0,1 0 0,8 10 0,1 5 0,-13-18 0,1-1 0,0 0 0,0 0 0,0 1 0,0-1 0,0 0 0,0-1 0,4 4 0,14 12 0,-13-10 0,1-1 0,0 0 0,10 7 0,-15-13 0,-1 1 0,1-1 0,0 0 0,0 1 0,-1-1 0,1 0 0,0-1 0,0 1 0,0 0 0,0-1 0,0 0 0,0 0 0,0 0 0,0 0 0,6-1 0,-5 0 0,8-1 0,0-1 0,19-7 0,-28 9 0,1-1 0,0 0 0,-1 0 0,1-1 0,-1 1 0,0-1 0,0 1 0,0-1 0,0 0 0,0 0 0,4-7 0,-3 4 0,-1 1 0,0-1 0,0 0 0,-1 0 0,0 0 0,0 0 0,0 0 0,-1 0 0,0-1 0,0-11 0,-1 8 0,-1 0 0,0 0 0,0 0 0,-1 1 0,-1-1 0,-4-12 0,-4-25 0,8 34 0,0 0 0,-7-21 0,-3 6 0,3-1 0,-11-39 0,13 50 0,7 16 0,0 0 0,0 0 0,0 0 0,1 0 0,-1 0 0,0 0 0,1 0 0,-1 0 0,1-1 0,-1-2 0,1 3 0,0 1 0,0-1 0,0 1 0,0-1 0,-1 1 0,1-1 0,-1 1 0,1-1 0,-1 1 0,1-1 0,-1 1 0,0-1 0,-1-1 0,1 2 0,1 1 0,0 0 0,-1-1 0,1 1 0,0 0 0,-1 0 0,1-1 0,0 1 0,-1 0 0,1 0 0,-1 0 0,1-1 0,0 1 0,-1 0 0,1 0 0,-1 0 0,1 0 0,0 0 0,-1 0 0,1 0 0,-1 0 0,1 0 0,-1 0 0,1 0 0,0 0 0,-1 0 0,1 0 0,-1 0 0,1 1 0,-1-1 0,1 0 0,0 0 0,-1 0 0,1 1 0,0-1 0,-1 0 0,1 0 0,0 1 0,-1-1 0,1 0 0,0 1 0,0-1 0,-1 0 0,1 1 0,-1 2 0,1-1 0,-1 1 0,1-1 0,0 1 0,0-1 0,0 1 0,0-1 0,0 1 0,0-1 0,1 1 0,-1-1 0,1 1 0,0-1 0,0 0 0,0 1 0,1 2 0,1 4 0,8 29 0,2 0 0,1-2 0,24 43 0,-31-64 0,0-1 0,-1 1 0,-1 0 0,0 1 0,-1-1 0,0 1 0,-1 0 0,1 29 0,-5-36 0,0 0 0,0 1 0,-5 16 0,3-18 0,1 1 0,1-1 0,-2 16 0,3-20-776,-1 0-1,0 0 1,0 0-1,0 1 1,-1-1 0,1 0-1,-1-1 1,0 1-1,0 0 1,0 0 0,-1-1-1,1 1 1,-1-1-1,-3 3 1,2 0-86,20-23-17091,-16 12 16263</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7.119"/>
    </inkml:context>
    <inkml:brush xml:id="br0">
      <inkml:brushProperty name="width" value="0.035" units="cm"/>
      <inkml:brushProperty name="height" value="0.035" units="cm"/>
    </inkml:brush>
  </inkml:definitions>
  <inkml:trace contextRef="#ctx0" brushRef="#br0">29 272 536,'-1'-5'903,"0"0"0,0 0 0,0 1 0,-1-1 0,1 0 0,-1 1 0,-1-1 0,1 1 0,0-1 0,-7-7 0,9 12-763,0 0-1,0 0 1,-1 0 0,1 0-1,0 0 1,0 0 0,0 0-1,0 0 1,-1 0 0,1 0-1,0-1 1,0 1 0,0 0-1,0 0 1,0 0-1,-1 0 1,1 0 0,0-1-1,0 1 1,0 0 0,0 0-1,0 0 1,0-1 0,0 1-1,0 0 1,0 0 0,0 0-1,0 0 1,-1-1 0,1 1-1,0 0 1,0 0 0,0 0-1,1-1 1,-1 1 0,0 0-1,0 0 1,0 0 0,0-1-1,0 1 1,0 0 0,0 0-1,0 0 1,0 0 0,0-1-1,0 1 1,1 0 0,-1 0-1,0 0 1,0 0 0,0 0-1,1-1 1,9-2 8884,47 2-7556,-1-3 0,1-2 0,91-21 0,-137 24-1468,-1 0 0,0-1 0,1 0 0,-1 0 0,-1-1 0,1 0 0,-1-1 0,0 0 0,16-15 0,-23 19 0,0 0 0,0 0 0,0 0 0,-1-1 0,1 1 0,-1-1 0,0 1 0,0-1 0,0 1 0,0-1 0,0 1 0,0-1 0,-1 0 0,1 0 0,-1 1 0,0-1 0,0 0 0,0 0 0,0 1 0,-1-1 0,1 0 0,-2-4 0,-5 0 0,3 5 0,-1 1 0,0-1 0,1 0 0,-1 1 0,0 0 0,0 0 0,0 1 0,0-1 0,0 1 0,0 0 0,0 0 0,0 1 0,0 0 0,0-1 0,-6 3 0,-1 0 0,0 1 0,1 0 0,0 1 0,-1 0 0,-11 8 0,10-6 0,1 2 0,0-1 0,0 2 0,1 0 0,0 0 0,1 1 0,-13 17 0,21-25 0,1 0 0,-1 1 0,1-1 0,0 1 0,0 0 0,0-1 0,1 1 0,-1 6 0,1-8 0,-1 1 0,1-1 0,0 0 0,1 0 0,-1 0 0,0 0 0,0 0 0,1 0 0,0 1 0,-1-1 0,1 0 0,0 0 0,0 0 0,0-1 0,0 1 0,2 3 0,0-2 0,-1-2 0,-1 1 0,1-1 0,-1 1 0,1-1 0,0 1 0,0-1 0,-1 0 0,1 0 0,0 0 0,0 0 0,0 0 0,0-1 0,0 1 0,0-1 0,1 1 0,-1-1 0,0 0 0,0 1 0,4-2 0,11 2 0,0-2 0,-1 0 0,1-1 0,0-1 0,-1 0 0,23-8 0,-4-1 0,-23 8 0,0 1 0,-1-1 0,1-1 0,-1 0 0,0-1 0,-1 0 0,1-1 0,10-8 0,0-3 0,-15 13 0,1 0 0,-1-1 0,7-8 0,-7 9 0,-6 9 0,0-3 0,-1 0 0,-1 1 0,1-1 0,0 1 0,0 0 0,0 0 0,0-1 0,0 1 0,0 0 0,1 0 0,-1 0 0,0 0 0,1 0 0,-1 0 0,1 0 0,0 4 0,0-4 0,1 0 0,0 0 0,-1 0 0,1-1 0,0 1 0,0 0 0,0 0 0,0-1 0,1 1 0,-1 0 0,0-1 0,1 1 0,-1-1 0,1 0 0,-1 1 0,1-1 0,0 0 0,3 2 0,9 3 0,0 0 0,0-1 0,0-1 0,0 0 0,1-1 0,0 0 0,20 0 0,-6 1 0,16 2 0,1-2 0,-1-2 0,1-2 0,90-12 0,-121 9 0,-1-1 0,0 0 0,0-1 0,0 0 0,0-2 0,15-8 0,16-10 0,-31 18 0,1-1 0,23-18 0,-36 24 0,-1 0 0,1 0 0,0 0 0,0 0 0,-1 0 0,0-1 0,1 1 0,-1-1 0,0 1 0,0-1 0,0 1 0,0-1 0,-1 0 0,1 1 0,-1-1 0,0 0 0,0 0 0,0 1 0,0-1 0,0 0 0,0 0 0,-1 1 0,1-1 0,-1 0 0,0 1 0,0-1 0,0 0 0,0 1 0,0 0 0,-1-1 0,1 1 0,-1 0 0,1-1 0,-1 1 0,0 0 0,0 0 0,0 0 0,-4-2 0,4 2 0,0 1 0,0 0 0,-1-1 0,1 1 0,0 0 0,-1 0 0,1 1 0,-1-1 0,0 0 0,1 1 0,-1 0 0,1-1 0,-1 1 0,0 0 0,1 0 0,-1 1 0,1-1 0,-1 1 0,0-1 0,1 1 0,-1 0 0,1 0 0,-1 0 0,1 0 0,0 0 0,-1 0 0,1 1 0,0-1 0,0 1 0,-3 2 0,-21 39 0,25-41 0,-1 0 0,1 1 0,0-1 0,0 1 0,0-1 0,0 1 0,1-1 0,-1 1 0,1 0 0,-1-1 0,1 5 0,1 34 0,0-19 0,-1-16 0,1 0 0,0 1 0,0-1 0,0-1 0,3 8 0,-2-7 0,0 0 0,0 0 0,-1 1 0,0-1 0,0 8 0,8 66 0,-9-66 0,2-1 0,0 0 0,0 0 0,1 0 0,7 19 0,1-5 0,19 38 0,-27-61 0,-1 0 0,-1-1 0,1 1 0,0 0 0,-1 0 0,0 0 0,0 0 0,0 0 0,-1 0 0,1 0 0,-1 0 0,0 0 0,0 1 0,0-1 0,-1 0 0,1 0 0,-1 0 0,-1 5 0,-2 1 0,4-9 0,0 0 0,-1-1 0,1 1 0,0-1 0,0 1 0,0-1 0,0 1 0,0-1 0,-1 1 0,1-1 0,0 1 0,-1-1 0,1 1 0,0-1 0,-1 0 0,1 1 0,0-1 0,-1 1 0,1-1 0,-1 0 0,1 1 0,0-1 0,-1 0 0,1 0 0,-1 1 0,1-1 0,-1 0 0,1 0 0,-1 0 0,1 0 0,-1 1 0,0-1 0,1 0 0,-1 0 0,1 0 0,-1 0 0,0-1 0,-18 2 0,16 0 0,0-1 0,-1 0 0,1 0 0,-1 0 0,1 0 0,0-1 0,-1 1 0,1-1 0,0 0 0,0 0 0,-5-2 0,6 2 0,0 1 0,0-1 0,0 0 0,1 0 0,-1 0 0,0 0 0,0 0 0,0 0 0,1 0 0,-1-1 0,0 1 0,1-1 0,-1 1 0,1-1 0,0 0 0,0 1 0,-1-1 0,1 0 0,0 0 0,1 0 0,-2-3 0,-5-9 0,6 13 0,0 0 0,0 0 0,1 0 0,-1-1 0,0 1 0,1 0 0,-1 0 0,1-1 0,0 1 0,-1 0 0,1-1 0,0 1 0,0 0 0,0-1 0,0 1 0,0 0 0,0-1 0,0 1 0,0 0 0,0 0 0,1-1 0,-1 1 0,1 0 0,-1-1 0,1 1 0,-1 0 0,1 0 0,0 0 0,1-2 0,15-29 0,-15 25 0,2 0 0,-1 1 0,1 0 0,0-1 0,0 2 0,10-12 0,-4 7 0,2 1 0,16-12 0,-16 10 0,-11 9 0,0 1 0,0 0 0,0-1 0,1 1 0,-1 0 0,0 0 0,0 0 0,1 0 0,-1 0 0,1 0 0,1-1 0,2 0-302,0-1 1,-1 0-1,1-1 0,-1 1 1,0-1-1,0 0 0,0 0 0,6-8 1,-6 7-315,0 0 1,1 0 0,-1 1-1,11-8 1,-10 8-851,4-4-5270,1-1-2734</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7.746"/>
    </inkml:context>
    <inkml:brush xml:id="br0">
      <inkml:brushProperty name="width" value="0.035" units="cm"/>
      <inkml:brushProperty name="height" value="0.035" units="cm"/>
    </inkml:brush>
  </inkml:definitions>
  <inkml:trace contextRef="#ctx0" brushRef="#br0">203 132 424,'-1'-1'4279,"-8"-4"2531,-12 9-1082,20-3-5532,1-1 0,-1 0 0,0 0 0,1 1-1,-1-1 1,0 0 0,1 1 0,-1-1 0,0 0 0,1 1 0,-1-1-1,1 1 1,-1-1 0,1 1 0,-1-1 0,1 1 0,0-1 0,-1 1 0,1 0-1,-1-1 1,1 1 0,0 1 1319,-9 14 8186,8-18-9700,11-1-1,-3 2 0,-6-1 0,-1 5 0,0 3 0,0-1 0,0 1 0,2-1 0,-1-4 0,0 1 0,0-1 0,1 1 0,-1-1 0,0 0 0,1 0 0,-1 0 0,1 0 0,-1 0 0,1 0 0,0 0 0,-1-1 0,1 1 0,0 0 0,0-1 0,0 1 0,-1-1 0,1 0 0,0 0 0,0 0 0,0 0 0,0 0 0,-1 0 0,3 0 0,6-1 0,16 1 0,1-1 0,0-2 0,39-8 0,-54 8 0,0 0 0,0-1 0,0-1 0,-1 0 0,1-1 0,-1 0 0,-1 0 0,1-1 0,16-15 0,-26 21 0,0 0 0,0 0 0,0 0 0,0 0 0,0 0 0,-1 0 0,1-1 0,0 1 0,-1 0 0,1 0 0,-1-1 0,1 1 0,-1 0 0,0-1 0,0 1 0,1 0 0,-1-1 0,0 1 0,0 0 0,0-1 0,0 1 0,-1-1 0,1 1 0,0 0 0,0-1 0,-1 1 0,1 0 0,-1-1 0,1 1 0,-1 0 0,0 0 0,1 0 0,-1 0 0,0-1 0,0 1 0,0 0 0,0 0 0,-2-1 0,-1-2 0,0 0 0,0 1 0,-1 0 0,1-1 0,-1 2 0,0-1 0,0 0 0,-9-3 0,-4 1 0,7 0 0,-2 1 0,1 1 0,0 0 0,-1 0 0,1 1 0,-1 1 0,1 0 0,-1 1 0,-14 1 0,-7 4 0,-10 2 0,-69 18 0,105-21 0,1-1 0,-1 1 0,1 1 0,0-1 0,1 1 0,-1 0 0,1 1 0,0-1 0,0 1 0,0 1 0,-7 11 0,11-15 0,0 1 0,1 0 0,-1 0 0,1 0 0,0 0 0,0 0 0,0 0 0,1 0 0,-1 1 0,1-1 0,0 0 0,0 0 0,1 0 0,-1 0 0,1 0 0,2 6 0,-1-2 0,0 0 0,1 0 0,0 0 0,1-1 0,0 0 0,0 1 0,8 9 0,-4-7 0,0-1 0,0-1 0,0 0 0,1 0 0,0 0 0,1-1 0,-1-1 0,2 1 0,-1-2 0,0 1 0,19 5 0,-6-3 21,-9-3-151,0-1 1,0 0-1,27 3 1,-15-6-2372,1-1 1,-1-1 0,41-6 0,80-24-8998,-68 13 6238,-27 8 1565</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8.017"/>
    </inkml:context>
    <inkml:brush xml:id="br0">
      <inkml:brushProperty name="width" value="0.035" units="cm"/>
      <inkml:brushProperty name="height" value="0.035" units="cm"/>
    </inkml:brush>
  </inkml:definitions>
  <inkml:trace contextRef="#ctx0" brushRef="#br0">115 0 1144,'-17'1'4572,"1"0"0,-1 1 0,1 0 0,-31 10 0,47-12-4497,0 0 0,1 0-1,-1 0 1,0 0 0,0 0 0,0 0 0,1 0 0,-1 0 0,0 1 0,0-1 0,1 0 0,-1 0-1,0 0 1,0 0 0,0 1 0,0-1 0,1 0 0,-1 0 0,0 0 0,0 1 0,0-1-1,0 0 1,0 0 0,0 1 0,1-1 0,-1 0 0,0 0 0,0 1 0,0-1 0,0 0 0,0 0-1,0 1 1,0-1 0,0 0 0,0 0 0,0 1 0,0-1 0,0 0 0,0 0 0,-1 1-1,1-1 1,0 0 0,0 0 0,0 1 0,0-1 0,0 0 0,0 0 0,-1 0 0,1 1 0,0-1-1,0 0 1,0 0 0,-1 0 0,1 0 0,0 1 0,0-1 0,0 0 0,-1 0 0,1 0-1,0 0 1,0 0 0,-1 0 0,1 0 0,0 0 0,0 0 0,-1 0 0,1 0 0,18 9 3595,23 1-3670,1-2 0,-1-1 0,1-3 0,54 0 0,-1 1 0,-35-5-12,-1-2 0,71-11 0,-100 6-2114,-8 2-6284,-36 5-6463</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8.696"/>
    </inkml:context>
    <inkml:brush xml:id="br0">
      <inkml:brushProperty name="width" value="0.035" units="cm"/>
      <inkml:brushProperty name="height" value="0.035" units="cm"/>
    </inkml:brush>
  </inkml:definitions>
  <inkml:trace contextRef="#ctx0" brushRef="#br0">888 385 744,'-15'1'1980,"1"0"-1,-21 6 1,-16 1 1461,-69 8 2537,-70 10 3081,87-9-5188,-36 10-188,28-1-3623,66-14-68,-8 5 8,42-12 0,11 1 0,1-5 0,-1-1 0,1 1 0,0 0 0,1 0 0,-1 0 0,0-1 0,0 1 0,0-1 0,0 1 0,0-1 0,1 1 0,-1-1 0,0 0 0,0 0 0,3 1 0,22 0 0,-1 0 0,42-5 0,-10 0 0,190-17 0,-87 5 0,332-26 0,182-14 0,-165 16 0,426-29 0,520-33 0,-769 52 0,400-47 0,-780 60 0,-247 27 0,-35 5 0,0 2 0,26-1 0,-152 1-6541,-73 1-10059,114 7 10279</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4:59.606"/>
    </inkml:context>
    <inkml:brush xml:id="br0">
      <inkml:brushProperty name="width" value="0.035" units="cm"/>
      <inkml:brushProperty name="height" value="0.035" units="cm"/>
    </inkml:brush>
  </inkml:definitions>
  <inkml:trace contextRef="#ctx0" brushRef="#br0">18 229 3305,'-17'-6'15111,"46"6"-5492,259-24-6526,-216 16-3450,92-20-4439,-5-14-6170,-154 41 10416,-2 0 69,1 0 0,0 0 0,-1 0 1,1 0-1,-1-1 0,0 1 0,1-1 0,-1 0 0,0 0 1,0 0-1,0 0 0,0-1 0,-1 1 0,1-1 0,3-4 0,-6 6 355,0 0 1,0 0-1,0-1 0,0 1 0,-1 0 0,1 0 0,0 0 0,-1 0 0,1 0 0,0 0 0,-1 0 0,1 0 0,-1 0 0,0 0 0,1 0 0,-1 0 0,0 1 0,0-1 0,1 0 0,-1 0 0,0 1 0,0-1 0,0 0 0,0 1 0,0-1 0,0 1 0,-1-1 0,-30-17-409,-47-10 3082,25 14 2869,36 12-3840,-14 3 6495,14-1 245,23 3-7962,1 0 0,0-1 0,0 1 0,0-1 0,9 1 0,45 10-238,-30-7-89,0 1 0,40 16 1,-39-11-45,-22-10 16,-1 1 0,0 1-1,1-1 1,-1 1 0,14 11 0,-10-7 4,-8-5 1,-1-1 1,1 1 0,-1 0 0,1 0 0,-1 1 0,4 5-1,-6-7-2,0 0-1,0-1 0,0 1 1,-1 0-1,1 0 0,-1 0 0,1 0 1,-1 0-1,0 0 0,0 0 1,0 0-1,0 0 0,0 0 0,0 0 1,-1 0-1,1 0 0,-1 0 1,-1 4-1,1-1-330,-1 0-1,-1 0 1,1-1-1,-1 1 1,0 0-1,0-1 1,0 1 0,-1-1-1,1 0 1,-1 0-1,0-1 1,0 1-1,0-1 1,-1 0 0,-5 3-1,-6 3-1295,-1-2 0,1 0-1,-23 5 1,35-10-190</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0.362"/>
    </inkml:context>
    <inkml:brush xml:id="br0">
      <inkml:brushProperty name="width" value="0.035" units="cm"/>
      <inkml:brushProperty name="height" value="0.035" units="cm"/>
    </inkml:brush>
  </inkml:definitions>
  <inkml:trace contextRef="#ctx0" brushRef="#br0">105 104 4305,'-20'-15'12163,"-3"-3"-3735,20 16-7913,1 0-1,0 0 1,0-1 0,-1 1-1,2-1 1,-1 1 0,0-1-1,0 0 1,1 0 0,-2-3-1,-10-17 1696,9 16-2210,4 6 0,-1 1 0,1-1 0,0 0 0,-1 1 0,1-1 0,-1 1 0,0-1 0,1 1 0,-1-1 0,1 1 0,-1-1 0,0 1 0,0-1 0,1 1 0,-1 0 0,0-1 0,0 1 0,0 0 0,-6 1 0,4 6 0,4-4 0,-1 13 0,0 1 0,2 0 0,-1 0 0,6 19 0,-3-24 0,0 1 0,0-1 0,9 16 0,-9-18 0,0-1 0,-1 1 0,0 0 0,-1 1 0,0-1 0,0 14 0,5 21 0,-3-20 0,-1 0 0,-1 1 0,-3 37 0,1-23 0,0-36 0,0-1 0,1 1 0,-1-1 0,1 1 0,0-1 0,1 1 0,-1-1 0,2 4 0,-2-6 0,-1 0 0,1 1 0,-1-1 0,1 0 0,0 0 0,0 0 0,0 0 0,0 0 0,0 0 0,0 0 0,0 0 0,0 0 0,0 0 0,0 0 0,0-1 0,0 1 0,1 0 0,-1-1 0,0 1 0,1-1 0,-1 1 0,2-1 0,1 0 0,1-1 0,-1 1 0,0-1 0,0 0 0,0 0 0,0-1 0,0 1 0,0-1 0,-1 0 0,1 0 0,0 0 0,-1-1 0,5-3 0,22-13 0,-14 9 0,1-1 0,-2-1 0,1 0 0,-2-1 0,24-26 0,-33 34 0,7-4 0,-10 8 0,0-1 0,0 1 0,-1 0 0,1 0 0,0-1 0,-1 1 0,1-1 0,-1 1 0,0-1 0,3-3 0,5-10 0,2 3 0,-11 11 0,0 1 0,1 0 0,-1-1 0,0 1 0,0 0 0,1 0 0,-1-1 0,0 1 0,0 0 0,1 0 0,-1-1 0,0 1 0,0 0 0,1 0 0,-1 0 0,0 0 0,1-1 0,-1 1 0,0 0 0,1 0 0,-1 0 0,0 0 0,1 0 0,-1 0 0,0 0 0,1 0 0,-1 0 0,1 0 0,-1 0 0,0 0 0,1 0 0,-1 0 0,0 0 0,1 1 0,-1-1 0,1 0 0,2 4 0,8 10 0,0 0 0,20 22 0,13 18 0,-36-46 0,-7-7 0,0 1 0,0-1 0,0 0 0,0 0 0,0 1 0,0-1 0,0 0 0,1 0 0,-1 0 0,0-1 0,1 1 0,-1 0 0,0 0 0,1-1 0,-1 1 0,1-1 0,0 1 0,-1-1 0,1 0 0,-1 1 0,1-1 0,-1 0 0,1 0 0,0 0 0,-1-1 0,1 1 0,-1 0 0,1 0 0,2-1 0,0-1 0,0 0 0,0 1 0,0-1 0,0-1 0,0 1 0,-1-1 0,1 1 0,-1-1 0,1 0 0,-1 0 0,0 0 0,0-1 0,-1 1 0,1-1 0,-1 0 0,3-5 0,-1 2 0,-1 0 0,-1 0 0,0 0 0,0 0 0,0 0 0,0-1 0,-1 1 0,0-15 0,-3-3 0,1 24 0,1 0 0,0 0 0,-1 0 0,1 0 0,0 0 0,-1 0 0,1 1 0,-1-1 0,1 0 0,-1 0 0,0 0 0,1 1 0,-1-1 0,0 0 0,1 1 0,-1-1 0,0 1 0,0-1 0,0 1 0,0-1 0,1 1 0,-3-1 0,-3-2 0,4 2 0,1 0 0,-1 0 0,1 1 0,-1-1 0,1 1 0,-1-1 0,0 1 0,1-1 0,-1 1 0,0 0 0,1 0 0,-1 0 0,0 0 0,1 0 0,-1 0 0,0 1 0,1-1 0,-1 0 0,0 1 0,-2 1 0,1-1-368,0 0 1,0 0-1,0 0 1,0 1-1,0 0 0,0-1 1,-3 4-1,-9 6-1632,16-10 1367,0-1 0,0 1 0,0 0 0,0-1 0,0 1 0,0-1 0,0 1 0,0-1 0,1 0 0,-1 1 0,0-1 0,2 0 1,33 0-10650,-20 0 7007</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1.033"/>
    </inkml:context>
    <inkml:brush xml:id="br0">
      <inkml:brushProperty name="width" value="0.035" units="cm"/>
      <inkml:brushProperty name="height" value="0.035" units="cm"/>
    </inkml:brush>
  </inkml:definitions>
  <inkml:trace contextRef="#ctx0" brushRef="#br0">53 55 1600,'-2'-2'1360,"-1"0"-1,1 0 1,0 0 0,-1 0-1,0 0 1,1 0-1,-1 1 1,-5-3-1,-15-9 14979,22 18-14440,1-5-1895,0 1-1,0-1 1,0 0 0,0 0-1,0 0 1,0 0 0,0 1-1,0-1 1,0 0 0,0 0-1,0 0 1,0 1 0,0-1-1,0 0 1,0 0 0,0 0-1,0 0 1,0 1 0,0-1-1,1 0 1,-1 0 0,0 0-1,0 0 1,0 0 0,0 0-1,0 1 1,1-1 0,-1 0-1,0 0 1,0 0 0,0 0-1,0 0 1,1 0-1,-1 0 1,0 0 0,0 0-1,0 0 1,0 0 0,1 0-1,-1 0 0,0 0 0,1 1-1,-1-1 1,0 0-1,0 0 1,0 0 0,1 0-1,-1 0 1,0 0 0,0 0-1,0 0 1,1 0-1,-1 0 1,0 1 0,0-1-1,0 0 1,0 0-1,1 0 1,-1 0 0,0 1-1,0-1 1,0 0-1,0 0 1,0 0 0,0 1-1,0-1 1,0 0 0,1 0-1,-1 0 1,0 1-1,0-1 1,0 0 0,0 0-1,0 0 1,0 1-1,0-1 1,0 0 0,0 0-1,-1 1 1,2 1 0,0 0 1,-1-1 0,1 1-1,0 0 1,0 0-1,0-1 1,0 1-1,0 0 1,1-1-1,-1 1 1,0-1-1,1 1 1,-1-1-1,1 0 1,-1 0 0,1 0-1,0 0 1,-1 0-1,1 0 1,3 1-1,18 15 25,-18-11-29,1 0 0,0-1 0,0 1 0,12 7 0,20 17-31,-18-13 28,12 12-8,-30-27 13,-1-1 0,1 1 0,-1 0 0,1 0 1,-1 0-1,0 0 0,0 0 0,0 0 0,0 1 0,0-1 1,-1 0-1,1 0 0,-1 1 0,1 2 0,4 13 11,-5-17-11,1 0 0,0 0 1,-1 1-1,1-1 0,-1 0 0,0 0 0,1 1 1,-1-1-1,0 0 0,0 1 0,0-1 0,0 0 1,0 1-1,0-1 0,0 0 0,-1 1 1,1-1-1,-1 2 0,-1 1 8,0 1 1,-1-1-1,0 0 0,0 0 1,0 0-1,-1 0 0,1 0 1,-1-1-1,0 1 0,0-1 1,0 0-1,0 0 1,-8 3-1,5-2 7,1-1 0,-1-1 0,0 1 0,0-1 0,0 0 0,0 0 0,0-1 0,-13 1 0,20-2-13,-1 0 1,1 0-1,0 0 0,-1 0 0,1 0 1,-1 0-1,1-1 0,0 1 1,-1 0-1,1 0 0,0 0 1,-1 0-1,1 0 0,0-1 0,-1 1 1,1 0-1,0 0 0,-1 0 1,1-1-1,0 1 0,-1 0 0,1-1 1,0 1-1,0 0 0,0-1 1,-1 1-1,1 0 0,0-1 1,0 1-1,0 0 0,0-1 0,-1 1 1,1 0-1,0-1 0,0 1 1,0-1-1,0 1 0,0 0 1,0-1-1,0 1 0,0-1 0,0 1 1,0 0-1,1-1 0,-1 1 1,0 0-1,0-1 0,0 1 0,0-1 1,0 1-1,1 0 0,-1-1 1,0 1-1,1 0 0,13-25 8,-11 20-13,5-6-4,0 1 0,1-1 1,0 2-1,0-1 0,21-15 0,60-35-114,-1 1-93,-71 45 180,-10 9 29,0-1 1,0 0-1,-1 0 1,0 0-1,-1-1 1,1 0-1,9-16 1,-15 23 17,0-1 1,-1 0 0,0 0 0,1 0 0,-1 0 0,1 0 0,-1 0 0,0-1 0,0 1 0,0 0 0,1 0 0,-1 0 0,0 0 0,0 0 0,0 0 0,-1 0-1,1 0 1,0 0 0,-1-2 0,0 2-2,0 0-1,1 0 0,-1 0 0,0 0 1,0 0-1,0 1 0,0-1 1,0 0-1,0 1 0,0-1 0,0 1 1,-1-1-1,1 1 0,0 0 0,0-1 1,0 1-1,-1 0 0,1 0 1,0 0-1,0 0 0,0 0 0,-1 0 1,0 0-1,-1 0-11,0 0 0,0 0 0,0 0 0,0 0 0,0 0 0,0 1 0,0-1 0,0 1 0,0 0 0,0 0 0,0 0 0,1 0 0,-1 1 0,0-1 0,1 1 0,-1-1 0,-2 3 0,-9 9 0,12-12 0,1 0 0,0-1 0,0 1 0,-1 0 0,1 0 0,0 0 0,0 0 0,0 0 0,0 1 0,0-1 0,0 0 0,1 0 0,-1 1 0,0-1 0,1 0 0,-1 1 0,1-1 0,-1 1 0,1-1 0,0 1 0,-1-1 0,1 1 0,0 2 0,0-1 0,0 0 0,1 0 0,-1 1 0,1-1 0,0 0 0,0 0 0,0 0 0,0 0 0,0 0 0,1 0 0,-1 0 0,1-1 0,0 1 0,0 0 0,0-1 0,0 1 0,0-1 0,0 0 0,1 0 0,-1 0 0,1 0 0,0 0 0,0 0 0,-1-1 0,1 1 0,6 1 0,94 46 0,-94-45 0,-1 1 0,1-1 0,-1 2 0,15 11 0,8 6 0,-26-21 0,-3 0 0,0-1 0,0 0 0,0 1 0,0-1 0,-1 1 0,1 0 0,0 0 0,-1-1 0,3 4 0,-4-4 0,0-1 0,1 1 0,-1-1 0,0 1 0,0-1 0,1 1 0,-1-1 0,0 1 0,0 0 0,0-1 0,0 1 0,0-1 0,0 1 0,0-1 0,0 1 0,0 0 0,0-1 0,0 1 0,0-1 0,0 1 0,0-1 0,0 1 0,-1-1 0,1 1 0,0-1 0,0 1 0,-1-1 0,1 1 0,0-1 0,-1 1 0,1-1 0,0 1 0,-1-1 0,1 0 0,-1 1 0,1-1 0,-1 1 0,1-1 0,-1 0 0,0 1 0,-22 10 0,20-10 0,-18 6-68,0 0 0,0-2 1,0 0-1,-1-2 0,0 0 0,-35 0 0,25-8-2764,22-1-1447,10 5 4012,0 1 1,0-1-1,0 1 1,0-1-1,0 1 1,1-1-1,-1 1 0,0-1 1,0 1-1,0-1 1,1 1-1,-1 0 1,0-1-1,0 1 0,1-1 1,-1 1-1,0 0 1,1-1-1,-1 1 1,1 0-1,-1-1 1,0 1-1,1 0 0,-1 0 1,1-1-1,-1 1 1,1 0-1,17-11-8755,-10 6 4136</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1.693"/>
    </inkml:context>
    <inkml:brush xml:id="br0">
      <inkml:brushProperty name="width" value="0.035" units="cm"/>
      <inkml:brushProperty name="height" value="0.035" units="cm"/>
    </inkml:brush>
  </inkml:definitions>
  <inkml:trace contextRef="#ctx0" brushRef="#br0">173 374 56,'-2'-9'4737,"-8"-2"7887,-14 5-437,-1 4-9024,21 3-3163,0 1 0,0-1 0,0 1 0,1-1 0,-1 1 0,0 0 0,1 1 0,-1-1 0,1 0 0,0 1 0,0 0 0,0 0 0,-5 6 0,-6 4 0,10-8 0,0 0 0,0-1 0,1 1 0,-1 1 0,1-1 0,0 1 0,0-1 0,1 1 0,0 0 0,0 0 0,0 0 0,-1 11 0,-1-1 0,3-13 0,1 1 0,0-1 0,0 1 0,0-1 0,1 0 0,-1 1 0,1-1 0,0 0 0,0 1 0,0-1 0,3 6 0,-2-4 0,0 0 0,1 0 0,0 0 0,0 0 0,0-1 0,6 7 0,-6-9 0,1 0 0,-1 0 0,1 0 0,-1 0 0,1 0 0,-1-1 0,1 0 0,0 1 0,0-1 0,0-1 0,0 1 0,0-1 0,0 1 0,0-1 0,0 0 0,0-1 0,0 1 0,0-1 0,-1 1 0,8-3 0,-4 1 0,-1 0 0,1-1 0,-1 1 0,0-1 0,0 0 0,0 0 0,-1-1 0,1 0 0,-1 0 0,1 0 0,7-10 0,-10 11 0,0 0 0,-1-1 0,1 1 0,-1-1 0,0 0 0,0 0 0,0 0 0,-1 0 0,1 0 0,-1 0 0,0 0 0,0 0 0,-1-1 0,1 1 0,-1-7 0,0 5 0,-1 0 0,0 0 0,0 1 0,-1-1 0,-2-6 0,2 7 0,1-1 0,-1 1 0,1-1 0,0 1 0,0-7 0,1 11 0,0 1 0,0-1 0,0 0 0,0 0 0,0 1 0,-1-1 0,1 0 0,0 1 0,0-1 0,-1 0 0,1 1 0,0-1 0,-1 0 0,1 1 0,0-1 0,-1 0 0,1 1 0,-1-1 0,1 1 0,-1-1 0,1 1 0,-2-1 0,1 0 0,0 0 0,1 1 0,-1-1 0,0 0 0,1 0 0,-1 0 0,0 0 0,1 1 0,-1-1 0,1 0 0,-1 0 0,1 0 0,-1 0 0,1 0 0,0 0 0,0-1 0,-1 1 0,1 0 0,0 0 0,0 0 0,0 0 0,0-2 0,34 3 0,4 0 0,0-1 0,0-2 0,65-14 0,-95 15 0,0-1 0,-1 0 0,1 0 0,0 0 0,-1-1 0,0 0 0,0 0 0,0-1 0,0 0 0,-1 0 0,0 0 0,0-1 0,0 0 0,-1-1 0,0 1 0,0-1 0,0 0 0,-1 0 0,0 0 0,-1 0 0,1-1 0,2-9 0,-6 12 0,1-1 0,-1 0 0,0 0 0,-1 0 0,1 0 0,-1 0 0,0 0 0,-1 1 0,-3-11 0,-1-8 0,2-3 0,-5-23 0,8 48 0,0-1 0,0 1 0,0-1 0,0 1 0,0-1 0,-1 1 0,1-1 0,-1 1 0,1 0 0,-1 0 0,0 0 0,0 0 0,0 0 0,-3-2 0,-2 4 0,6 1 0,-1-1 0,1 1 0,0 0 0,-1 0 0,1 0 0,0 0 0,0 0 0,0 0 0,0 0 0,0 0 0,0 0 0,0 1 0,0-1 0,0 0 0,0 1 0,1-1 0,-1 0 0,0 3 0,-8 32 0,5-20 0,2-6 0,1 0 0,0 0 0,1 0 0,2 16 0,-1 0 0,7 40 0,-7-51 0,1 1 0,1 0 0,0-1 0,10 29 0,-8-29 0,0 0 0,-2 0 0,0 0 0,3 30 0,-2-5 0,-3-33 0,0 1 0,0-1 0,-1 1 0,0 14 0,-9 37 10,3-24-3,-2 38-1,8-60-25,0-1 0,1 1 0,0 0 0,1-1 0,0 0 1,8 22-1,-4-18-432,-4-11-56,0-1-1,-1 1 0,1-1 0,-1 1 0,0 0 0,0-1 1,0 8-1,-1-10 96,0-1 0,0 1 0,1 0 0,-1 0 1,1-1-1,-1 1 0,1 0 0,-1-1 0,1 1 1,0-1-1,0 1 0,0-1 0,0 1 0,0-1 1,0 1-1,0-1 0,0 0 0,1 0 0,-1 1 0,0-1 1,1 0-1,-1 0 0,1-1 0,0 1 0,-1 0 1,1 0-1,-1-1 0,1 1 0,0-1 0,2 1 1,-1 0-486,-1-1 1,0 0-1,1 0 0,-1 0 1,0 0-1,0 0 1,1-1-1,-1 1 1,3-1-1,3-4-2939</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1.888"/>
    </inkml:context>
    <inkml:brush xml:id="br0">
      <inkml:brushProperty name="width" value="0.035" units="cm"/>
      <inkml:brushProperty name="height" value="0.035" units="cm"/>
    </inkml:brush>
  </inkml:definitions>
  <inkml:trace contextRef="#ctx0" brushRef="#br0">26 190 3105,'-5'-3'1705,"-13"-10"5506,17 13-7082,1 0 1,0 0-1,0-1 1,-1 1-1,1 0 1,0 0 0,0-1-1,0 1 1,0 0-1,0-1 1,-1 1-1,1 0 1,0 0-1,0-1 1,0 1-1,0 0 1,0-1-1,0 1 1,0 0-1,0 0 1,0-1-1,0 1 1,0 0 0,0-1-1,0 1 1,0 0-1,1-1 1,-1 1-1,0 0 1,0 0-1,0-1 1,0 1-1,0 0 1,1 0-1,-1-1 1,0 1-1,0 0 1,0 0-1,1 0 1,-1-1 0,0 1-1,0 0 1,1 0-1,-1 0 1,0 0-1,0-1 1,1 1-1,-1 0 1,0 0-1,1 0 1,-1 0-1,0 0 1,0 0-1,1 0 1,-1 0-1,0 0 1,1 0 0,37-17 5930,-30 13-5731,-1 0 1,1 1 0,0 0 0,10-3 0,21-4-963,42-17-1,-47 15-3795,65-15-1,-60 19-2377,67-23 0,-87 21 3448</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2.120"/>
    </inkml:context>
    <inkml:brush xml:id="br0">
      <inkml:brushProperty name="width" value="0.035" units="cm"/>
      <inkml:brushProperty name="height" value="0.035" units="cm"/>
    </inkml:brush>
  </inkml:definitions>
  <inkml:trace contextRef="#ctx0" brushRef="#br0">19 12 2497,'-8'-11'27211,"7"10"-26305,-2 2 2357,-1 1-5188,4-2 1945,0 0 1,0 0-1,0 0 0,0 0 1,-1 0-1,1 1 0,0-1 1,0 0-1,0 0 0,0 0 0,0 0 1,-1 1-1,1-1 0,0 0 1,0 0-1,0 0 0,0 1 1,0-1-1,0 0 0,0 0 0,0 1 1,0-1-1,0 0 0,0 0 1,0 0-1,0 1 0,0-1 1,0 0-1,0 0 0,0 1 0,0-1 1,0 0-1,0 0 0,1 1 1,0 1 83,5 10-104,4 4 0,-7-12 0,-1-1 0,0 0 0,0 0 0,0 1 0,0-1 0,0 1 0,-1-1 0,0 1 0,0 0 0,0 0 0,0 0 0,0 6 0,6 19 0,-6-24 0,3 4 0,-2 0 0,1 1 0,-1-1 0,-1 0 0,1 1 0,-1 10 0,-1-16 0,1-3 0,-1 0 0,0 0 0,0-1 0,1 1 0,-1 0 0,0 0 0,0 0 0,0 0 0,0-1 0,0 1 0,0 0 0,0 0 0,0 0 0,0-1 0,0 1 0,0 0 0,-1 0 0,1 0-1,0-1 1,-1 1 0,1 0 0,0 0 0,-1-1 0,1 1 0,-1 0 0,1-1 0,-1 1 0,1-1 0,-1 1 0,0 0 0,1-1 0,-1 1 0,0-1 0,1 0 0,-1 1 0,0-1 0,0 1 0,1-1 0,-1 0 0,0 0 0,0 0 0,0 1 0,1-1 0,-2 0 0,1-1-679,1 0 0,0 0 1,0 0-1,0 0 0,-1 1 1,1-1-1,0 0 1,0 0-1,0 0 0,0 0 1,0 0-1,1 0 0,-1 0 1,0 0-1,1-1 0,16-25-14487,-10 21 9953</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2.323"/>
    </inkml:context>
    <inkml:brush xml:id="br0">
      <inkml:brushProperty name="width" value="0.035" units="cm"/>
      <inkml:brushProperty name="height" value="0.035" units="cm"/>
    </inkml:brush>
  </inkml:definitions>
  <inkml:trace contextRef="#ctx0" brushRef="#br0">93 88 424,'-35'-27'11589,"31"22"-9064,-1 0 0,0 1-1,0-1 1,0 1 0,-11-6 0,14 9-1960,-1-8 2168,-3 0-1107,6 9-1638,0-1 1,0 1-1,0 0 0,0 0 0,0-1 1,0 1-1,0 0 0,0 0 0,0 0 0,0-1 1,0 1-1,0 0 0,0 0 0,0-1 1,0 1-1,0 0 0,0 0 0,0-1 1,0 1-1,0 0 0,0 0 0,0 0 1,0-1-1,1 1 0,-1 0 0,0 0 1,0 0-1,0-1 0,0 1 0,0 0 1,1 0-1,-1 0 0,0 0 0,0 0 1,0-1-1,1 1 0,-1 0 0,0 0 1,0 0-1,1 0 0,-1 0 0,0 0 1,0 0-1,0 0 0,1 0 0,-1 0 1,0 0-1,0 0 0,1 0 0,-1 0 1,0 0-1,-13 1-3690,20 2-2329,22 4-4955,-26-6 9989,8 3-3546,-3 2 55</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2.991"/>
    </inkml:context>
    <inkml:brush xml:id="br0">
      <inkml:brushProperty name="width" value="0.035" units="cm"/>
      <inkml:brushProperty name="height" value="0.035" units="cm"/>
    </inkml:brush>
  </inkml:definitions>
  <inkml:trace contextRef="#ctx0" brushRef="#br0">21 271 3473,'-2'5'12203,"-6"6"-5011,7-10-6910,0 1 0,0-1 0,0 0 0,0 0 0,0 1 0,1-1 0,-1 0 0,0 1 0,1-1 0,-1 1 0,1-1 0,-1 1 0,1-1 0,0 1 0,0-1 0,-1 1 0,1-1 0,0 1 0,0-1 0,0 1 0,1-1 0,-1 1 0,0-1 0,1 1 0,-1-1 0,1 1 0,-1-1 0,1 1 0,0-1 0,1 2 0,5 17 875,25 66-1157,-28-74 0,2 20 0,3 21 0,-1-20 0,-8-32 0,0-1 0,0 0 0,0 0 0,1 0 0,-1 1 0,0-1 0,0 0 0,0 0 0,0 0 0,0 0 0,0 1 0,0-1 0,0 0 0,0 0 0,0 0 0,0 0 0,1 0 0,-1 0 0,0 1 0,0-1 0,0 0 0,0 0 0,0 0 0,1 0 0,-1 0 0,0 0 0,0 0 0,0 0 0,0 0 0,0 0 0,1 1 0,-1-1 0,0 0 0,0 0 0,0 0 0,1 0 0,-1 0 0,0 0 0,0 0 0,0 0 0,0-1 0,1 1 0,-1 0 0,0 0 0,0 0 0,0 0 0,0 0 0,0 0 0,1 0 0,-1 0 0,0 0 0,0 0 0,0 0 0,0-1 0,0 1 0,1 0 0,-1 0 0,0 0 0,0 0 0,0 0 0,0-1 0,10-7 0,-10 8 0,20-27 0,-5 6 0,-13 17 0,1 0 0,-1 0 0,0-1 0,0 1 0,2-9 0,7-12 0,-5 10 0,-1 1 0,0 0 0,0-1 0,2-20 0,7-18 0,-6 24 0,-6 14 0,3 18 0,9 12 0,9 9 0,-7-12 0,-13-10 0,0 1 0,0-1 0,0 0 0,0-1 0,0 1 0,0-1 0,4 2 0,79 18 0,-83-21 0,0 1 0,1-1 0,-1 0 0,0-1 0,1 1 0,-1-1 0,0 1 0,0-1 0,1 0 0,5-2 0,30-18 0,-30 15 0,-5 4 0,0 0 0,0-1 0,0 0 0,0 0 0,0 0 0,-1 0 0,1-1 0,-1 1 0,4-7 0,-1 2 0,-2 3 0,-1 1 0,0-1 0,0 0 0,-1 0 0,1 0 0,-1 0 0,0 0 0,0-1 0,-1 1 0,0-1 0,1 1 0,-2-1 0,1-6 0,0 3 0,-1 1 0,-1 0 0,1-1 0,-2 1 0,1 0 0,-1 0 0,0 0 0,0 0 0,-6-12 0,-17-58 0,21 66 0,-3 0 0,7 12 0,-1 0 0,1-1 0,0 1 0,0 0 0,0-1 0,-1 1 0,1 0 0,0 0 0,0 0 0,-1-1 0,1 1 0,0 0 0,-1 0 0,1 0 0,0-1 0,-1 1 0,1 0 0,0 0 0,-1 0 0,1 0 0,0 0 0,-1 0 0,1 0 0,0 0 0,-1 0 0,1 0 0,0 0 0,-1 0 0,1 0 0,0 0 0,-1 0 0,1 0 0,0 0 0,-1 0 0,1 0 0,-1 1 0,-2 2 0,1 0 0,0 0 0,0 0 0,1 0 0,-1 0 0,0 0 0,1 1 0,0-1 0,0 0 0,0 1 0,0 4 0,-2 43 0,3-50 0,0 16 0,0 0 0,-1 0 0,2 0 0,1 1 0,0-1 0,1 0 0,8 26 0,6 29 0,1-29 0,25 46 0,-17-39 0,-11-14 0,-1 1 0,-2 0 0,7 41 0,15 44 0,-28-98-28,-1 1 0,-1-1 0,-1 1 0,-1 0-1,-1-1 1,-3 27 0,2-4-304,0-47 163,0 1 0,0 0 0,0-1 1,0 1-1,0 0 0,-1-1 0,1 1 0,0 0 1,0-1-1,0 1 0,-1 0 0,1-1 1,0 1-1,-1 0 0,1-1 0,0 1 1,-2 0-1,-11 3-9000,12-32-6996,-6 18 12427</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3.629"/>
    </inkml:context>
    <inkml:brush xml:id="br0">
      <inkml:brushProperty name="width" value="0.035" units="cm"/>
      <inkml:brushProperty name="height" value="0.035" units="cm"/>
    </inkml:brush>
  </inkml:definitions>
  <inkml:trace contextRef="#ctx0" brushRef="#br0">17 543 2040,'-1'0'523,"0"-1"0,0 1 0,0-1 0,0 0 0,0 1 0,0-1 0,0 0 0,1 0 0,-1 1-1,0-1 1,0 0 0,1 0 0,-1 0 0,0 0 0,1 0 0,-1 0 0,1 0 0,-1 0 0,1-1-1,0 1 1,-1 0 0,1 0 0,0 0 0,0 0 0,0-2 0,0 1-43,1 1 1,-1-1-1,1 0 1,0 1-1,0-1 1,0 0-1,-1 1 1,2-1-1,-1 1 1,0 0-1,0-1 1,0 1-1,1 0 1,2-2-1,7-5 873,0 1 0,1 0-1,19-7 1,-26 12-900,177-67 2041,-105 42-2311,-17 6-117,71-29-15,-11 7-73,-58 17-7,-26 11 55,67-37-1,-101 51-18,0 0 3,1-1 1,0 1-1,-1-1 1,1 0-1,-1 0 0,0 0 1,1 0-1,-1 0 0,0 0 1,0 0-1,0-1 1,-1 1-1,3-5 0,5-10 887,-11 13-715,2 4-180,0 0-1,0 0 0,0 0 0,-1 0 0,1 0 0,0 0 1,0-1-1,0 1 0,-1 0 0,1 0 0,0 0 0,0 0 1,-1 0-1,1 0 0,0 0 0,0 0 0,0 0 0,-1 0 1,1 0-1,0 0 0,0 0 0,-1 0 0,1 1 0,0-1 1,0 0-1,0 0 0,-1 0 0,1 0 0,0 0 0,0 0 1,0 0-1,0 1 0,-1-1 0,1 0 0,0 0 1,0 1-1,-1 2-10,-6 3 9,6-4 0,-1-1 0,1 0 0,-1 0 0,1 1 0,0-1 0,-1 1 0,1-1 0,0 1 0,0-1 0,0 1 0,0 0 0,1 0 0,-1-1 0,0 1 0,0 2 0,-8 29 0,9-22 0,0 1 0,0-1 0,1 1 0,0-1 0,5 22 0,2-4 0,-6-17 0,-3-11 0,1 0 0,0 0 0,0 0 0,0 0 0,0 0 0,0 0 0,0 0 0,1 0 0,-1 0 0,0 0 0,0 0 0,1 0 0,-1 0 0,0 0 0,1 0 0,-1 0 0,1-1 0,-1 1 0,1 0 0,0 0 0,-1 0 0,1-1 0,0 1 0,-1 0 0,3 0 0,-3-1 0,0 1 0,0-1 0,0 0 0,0 0 0,1 0 0,-1 0 0,0 0 0,0 0 0,0 0 0,0 0 0,0 0 0,1 0 0,-1 0 0,0 0 0,0 0 0,0 0 0,0 0 0,0 0 0,1 0 0,-1 0 0,0 0 0,0 0 0,0 0 0,0 0 0,0 0 0,0 0 0,1-1 0,-1 1 0,0 0 0,0 0 0,0 0 0,0 0 0,0 0 0,0 0 0,0 0 0,0 0 0,0 0 0,1-1 0,-1 1 0,0 0 0,0 0 0,0 0 0,0 0 0,0-1 0,2-9 0,-2-20 0,0 24 0,0-13 0,-1 10 0,1 0 0,0 0 0,0 0 0,1-1 0,0 1 0,1 0 0,-1 0 0,2 0 0,0 0 0,0 1 0,0-1 0,7-11 0,-6 15 0,-1-1 0,1 1 0,0 0 0,0 0 0,1 1 0,-1-1 0,1 1 0,0 0 0,1 1 0,-1-1 0,0 1 0,11-5 0,-6 5 0,1 0 0,-1 0 0,1 1 0,0 1 0,0 0 0,20 0 0,-5 1 0,-1 1 0,43 8 0,-59-7 0,1 0 0,-1 1 0,0 0 0,0 0 0,-1 1 0,1 0 0,-1 0 0,1 1 0,-1 1 0,11 9 0,-17-13 0,0 0 0,-1 0 0,1 0 0,0 1 0,-1-1 0,1 1 0,-1-1 0,0 1 0,0 0 0,0-1 0,1 6 0,-2-6 0,0-1 0,1 1 0,-1 0 0,0-1 0,0 1 0,0 0 0,0-1 0,0 1 0,-1 0 0,1-1 0,0 1 0,-1 0 0,1-1 0,-1 1 0,0-1 0,1 1 0,-1-1 0,0 1 0,0-1 0,0 0 0,-2 2 0,-3 3 0,-1 0 0,0-1 0,-1 0 0,1-1 0,-1 1 0,0-1 0,-16 5 0,21-8 0,0 0 0,0 0 0,0 0 0,0 0 0,0-1 0,0 0 0,0 1 0,0-1 0,0 0 0,0-1 0,0 1 0,0 0 0,0-1 0,0 0 0,0 1 0,0-1 0,1 0 0,-1-1 0,0 1 0,0 0 0,1-1 0,-1 0 0,1 1 0,-1-1 0,1 0 0,-3-4 0,4 2-122,0-1 0,0 0-1,1 0 1,0 0 0,0 0 0,0 0-1,0 0 1,3-9 0,-1 8-501,1-1-1,-1 1 1,2 0 0,-1 0 0,1 1-1,-1-1 1,2 1 0,6-8 0,4-1-3306,24-18 1,-36 30 3533,50-32-7977,-38 24 5273,-5 4-267</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4.882"/>
    </inkml:context>
    <inkml:brush xml:id="br0">
      <inkml:brushProperty name="width" value="0.035" units="cm"/>
      <inkml:brushProperty name="height" value="0.035" units="cm"/>
    </inkml:brush>
  </inkml:definitions>
  <inkml:trace contextRef="#ctx0" brushRef="#br0">26 608 1816,'0'-1'742,"-1"0"-1,1 0 1,-1 1-1,1-1 1,-1 0-1,0 0 1,1 1-1,-1-1 1,0 1-1,1-1 1,-1 0-1,0 1 1,0 0-1,0-1 1,1 1-1,-1-1 1,0 1-1,0 0 1,0 0-1,0-1 1,0 1-1,0 0 1,0 0-1,0 0 1,1 0-1,-1 0 1,0 0-1,0 0 1,-3 1 2770,14 0 2198,-5 2-5674,-1 0 1,0 1 0,-1 0-1,1 0 1,-1 0 0,6 7 0,1 4-69,-4-8 32,-1 1 0,0 1 0,0-1 0,4 12 0,5 9 0,-12-24 0,0 1 0,0-1 0,-1 1 0,0-1 0,1 8 0,4 11 0,-6-20 0,1 0 0,0 0 0,-1 0 0,0 0 0,0 0 0,0 0 0,0 0 0,-1 0 0,1 0 0,-1 0 0,-2 5 0,-2 20 0,-3 9 0,8-37 0,0-1 0,-1 0 0,1 1 0,0-1 0,0 0 0,0 1 0,0-1 0,0 0 0,-1 1 0,1-1 0,0 0 0,0 1 0,0-1 0,-1 0 0,1 0 0,0 0 0,0 1 0,-1-1 0,1 0 0,0 0 0,-1 0 0,1 1 0,0-1 0,-1 0 0,1 0 0,0 0 0,-1 0 0,1 0 0,-1 0 0,-2-3 0,6-7 0,22-38 0,-24 46 0,0 1 0,1-1 0,-1 0 0,0 0 0,-1 0 0,1 0 0,0-1 0,0-2 0,0 3 0,-1 0 0,1-1 0,0 1 0,-1 0 0,1 0 0,0 0 0,1 0 0,1-3 0,7-9 0,-1 0 0,10-21 0,9-15 0,-12 17 0,-14 29 0,0-1 0,0 1 0,0 0 0,0-1 0,1 1 0,0 0 0,3-4 0,6-6 0,-8 9 0,0 0 0,0 1 0,0 0 0,0 0 0,6-4 0,6-8 0,-16 15 0,1 1 0,-1 0 0,1-1 0,-1 1 0,0 0 0,1 0 0,-1-1 0,1 1 0,-1 0 0,1 0 0,-1 0 0,1-1 0,-1 1 0,1 0 0,0 0 0,-1 0 0,1 0 0,-1 0 0,1 0 0,-1 0 0,1 0 0,-1 1 0,1-1 0,-1 0 0,1 0 0,-1 0 0,1 1 0,-1-1 0,1 0 0,-1 0 0,1 1 0,-1-1 0,1 0 0,-1 1 0,17 13 0,-15-11 0,1 1 0,-1 0 0,1 0 0,-1 1 0,0-1 0,-1 0 0,1 1 0,-1 0 0,0-1 0,2 10 0,2 7 0,-3 0 0,-2-19 0,0-1 0,0 1 0,0-1 0,0 1 0,0-1 0,1 0 0,-1 1 0,0-1 0,1 1 0,-1-1 0,1 0 0,0 1 0,-1-1 0,2 2 0,-1 2 0,-2-4 0,1-1 0,0 1 0,0-1 0,0 0 0,0 1 0,0-1 0,0 0 0,0 1 0,0-1 0,0 1 0,0-1 0,0 0 0,0 1 0,0-1 0,0 1 0,0-1 0,0 0 0,0 1 0,0-1 0,1 0 0,-1 1 0,0-1 0,0 0 0,0 1 0,1-1 0,-1 0 0,0 1 0,0-1 0,1 1 0,-1-1 0,1 0 0,-1 1 0,0-1 0,0 1 0,0-1 0,1 0 0,-1 1 0,0-1 0,0 0 0,1 1 0,-1-1 0,0 0 0,1 0 0,-1 1 0,1-1 0,-1 0 0,0 0 0,1 1 0,-1-1 0,1 0 0,-1 0 0,0 0 0,1 0 0,-1 0 0,1 0 0,-1 0 0,1 0 0,-1 0 0,1 0 0,-1 0 0,0 0 0,1 0 0,-1 0 0,1 0 0,-1 0 0,1 0 0,-1-1 0,0 1 0,1 0 0,-1 0 0,1-1 0,6-2 0,-1 0 0,1 0 0,-1-1 0,0 0 0,0 0 0,-1-1 0,1 1 0,-1-1 0,8-10 0,-5 6 0,-1 0 0,0-1 0,0 0 0,-1 0 0,6-16 0,-1 9 0,-10 15 0,1 0 0,0 0 0,-1-1 0,0 1 0,0 0 0,1-1 0,-1 1 0,-1-1 0,1 1 0,0-1 0,0-3 0,-1 6 0,-1-3 0,11-4 0,-10 6 0,0 1 0,1-1 0,-1 1 0,1 0 0,-1-1 0,1 1 0,-1 0 0,1-1 0,-1 1 0,1 0 0,-1 0 0,1-1 0,-1 1 0,1 0 0,-1 0 0,1 0 0,-1 0 0,1 0 0,0 0 0,-1 0 0,1 0 0,-1 0 0,1 0 0,-1 0 0,1 0 0,0 0 0,-1 1 0,1-1 0,-1 0 0,1 0 0,-1 1 0,1-1 0,-1 0 0,1 0 0,-1 1 0,0-1 0,1 1 0,-1-1 0,1 0 0,-1 1 0,0-1 0,1 1 0,-1-1 0,0 1 0,0-1 0,1 1 0,-1-1 0,0 1 0,0-1 0,0 1 0,0-1 0,1 2 0,0 1 0,1 0 0,-1-1 0,0 0 0,1 0 0,-1 1 0,0-1 0,-1 0 0,2 5 0,7 14 0,26 33 0,-27-45 0,0 0 0,1 0 0,0-1 0,16 12 0,-23-19-147,0 0 0,0-1 1,0 1-1,0-1 0,1 0 0,-1 0 1,0 0-1,0 0 0,0 0 0,0 0 1,0 0-1,0-1 0,1 1 0,-1-1 1,0 1-1,0-1 0,0 0 0,0 0 1,-1 0-1,1 0 0,0 0 0,0-1 1,-1 1-1,3-2 0,5-4-794,-1 0 0,0-1 0,12-14-1,6-20 646,-9 13 428,9-35 1039,-5 21 597,-8 14 313,-11 21-1437,-2 7-609,0 1 1,0 0 0,0-1 0,0 1 0,0 0 0,0-1-1,0 1 1,0 0 0,1-1 0,-1 1 0,0 0 0,0 0-1,0-1 1,0 1 0,1 0 0,-1-1 0,0 1 0,0 0 0,1 0-1,-1-1 1,0 1 0,0 0 0,1 0 0,-1 0 0,0 0-1,0-1 1,1 1 0,-1 0 0,0 0 0,1 0 0,-1 0-1,0 0 1,1 0 0,-1 0 0,1 0 0,2-2 159,11-5 237,-12 8-417,-6 5-9,-8 9-9,9-11 2,-49 66 1,39-54 0,11-15 0,1 1 0,-1-1 0,1 1 0,0 0 0,-1-1 0,1 1 0,0 0 0,0 0 0,0 0 0,1 0 0,-2 2 0,-13 23 0,13-24 0,0 0 0,0 0 0,0 0 0,0 0 0,1 0 0,-1 0 0,1 1 0,0-1 0,0 1 0,0-1 0,0 4 0,1-6 0,0-1 0,0 1 0,0 0 0,0 0 0,0-1 0,1 1 0,-1 0 0,0-1 0,0 1 0,1 0 0,-1-1 0,0 1 0,1 0 0,-1-1 0,0 1 0,1-1 0,-1 1 0,1-1 0,-1 1 0,1-1 0,-1 1 0,1-1 0,0 1 0,-1-1 0,1 0 0,-1 1 0,2-1 0,0 1 0,1 0 0,-1-1 0,1 1 0,-1-1 0,1 0 0,-1 0 0,1 0 0,2 0 0,4-1 0,-1-1 0,0 1 0,1-1 0,9-5 0,-9 4 0,2-1 0,-1 0 0,1-1 0,-1 0 0,1-1 0,-1 0 0,-1 0 0,1-1 0,11-12 0,15-19 0,-20 27 0,-9 8 0,-4 13 0,2-2 0,-3-6 0,-1 0 0,0-1 0,0 1 0,0 0 0,0 0 0,0 0 0,0-1 0,-1 1 0,1 0 0,0 3 0,-1-4 0,1 1 0,-1 0 0,1 0 0,-1-1 0,1 1 0,0 0 0,0-1 0,0 1 0,0 0 0,0-1 0,0 1 0,0-1 0,1 0 0,-1 1 0,0-1 0,1 0 0,-1 0 0,1 0 0,2 1 0,-2 0 0,1-1 0,-1 1 0,0 0 0,0 0 0,0 0 0,0 0 0,2 3 0,-3-3-6,0-1-1,1 0 1,-1 0-1,1 1 1,0-1-1,-1 0 1,1 0-1,0-1 1,-1 1-1,1 0 1,0-1-1,0 1 1,0-1-1,0 1 1,-1-1-1,1 0 1,0 0-1,0 0 1,3 0-1,42-2-504,-43 1 407,11-1-1204,-1 0 1,24-8 0,-26 6-546,-1 0 1,1-1-1,18-11 1,-27 13 1368,1 0 0,-1-1 1,0 1-1,0-1 0,0 1 1,-1-1-1,1 0 0,-1 0 0,0 0 1,0 0-1,2-8 0,-2 7 347,0 0-1,0 0 1,-1 0-1,0 0 1,0 0-1,-1 0 0,1-1 1,-1 1-1,0 0 1,-1-6-1,-12-82 873,6 34 652,2 27 1461,-15-55 0,4 12 2782,16 70-5238,0 0-1,0 0 0,0 0 0,0 0 0,1 0 0,0 1 0,0-1 0,0 0 0,3-6 0,-2 5 17,-1 0-1,1 0 0,-1-1 0,1-10 0,-3 10-407,-6 3 0,-2 3 0,7 1 0,0 0 0,0 0 0,0 1 0,0-1 0,0 1 0,0-1 0,0 1 0,1-1 0,-1 1 0,0 0 0,0 0 0,1 0 0,-1 0 0,0 0 0,1 1 0,-1-1 0,1 0 0,-1 1 0,1-1 0,0 1 0,0-1 0,0 1 0,0 0 0,0-1 0,0 1 0,0 0 0,0 0 0,1 0 0,-1 0 0,0 3 0,-7 18 0,4-15 0,2 0 0,-1-1 0,1 1 0,0 0 0,1 0 0,-2 13 0,4 21 0,9 74 0,4 4 0,3 32 0,-13-114 6,-3-1-1,-2 40 1,-1-8-163,2-68-111,0 0-1,0 1 1,0-1-1,0 0 1,0 0 0,0 0-1,0 0 1,1 0-1,-1 0 1,1 0 0,-1 0-1,0 0 1,1 0-1,0 0 1,-1 0 0,1 0-1,-1 0 1,1 0-1,0-1 1,0 1 0,0 0-1,-1 0 1,1-1-1,0 1 1,0-1 0,0 1-1,0-1 1,0 1-1,0-1 1,0 1 0,0-1-1,0 0 1,0 0-1,0 1 1,0-1 0,1 0-1,-1 0 1,0 0-1,0 0 1,0 0 0,0 0-1,0-1 1,0 1-1,0 0 1,0-1 0,2 0-1,2 0-1122,1-1 0,0 0 0,-1 0 0,0 0 0,1-1 0,-1 0 1,9-7-1,-8 5 284,13-12-3061,-11 1 1318</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5.065"/>
    </inkml:context>
    <inkml:brush xml:id="br0">
      <inkml:brushProperty name="width" value="0.035" units="cm"/>
      <inkml:brushProperty name="height" value="0.035" units="cm"/>
    </inkml:brush>
  </inkml:definitions>
  <inkml:trace contextRef="#ctx0" brushRef="#br0">113 60 904,'0'-5'1120,"1"4"-560,-1-1 0,0 1 0,0 0-1,0 0 1,0 0 0,0 0 0,0-1 0,0 1 0,0 0 0,-1 0 0,1 0 0,0 0 0,-1-1 0,1 1 0,-1 0 0,1 0-1,-1 0 1,0 0 0,1 0 0,-1 0 0,0 0 0,1 1 0,-2-2 0,-24-15 11915,24 16-10840,9-5 1466,-2 4-3007,-1 1-94,-5 1-134,1 0 1,-1-1-1,0 2 0,0-1 0,1 0 1,-1 0-1,0 0 0,1 0 1,-1 0-1,0 0 0,1 1 0,-1-1 1,0 0-1,1 1 0,-1-1 1,1 0-1,-1 1 0,0-1 0,1 1 1,-1-1-1,1 1 0,-1-1 1,1 1-1,0-1 0,-1 1 0,0 1 1,-5 4-2757,-46 13-17132,34-10 15177</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5.481"/>
    </inkml:context>
    <inkml:brush xml:id="br0">
      <inkml:brushProperty name="width" value="0.035" units="cm"/>
      <inkml:brushProperty name="height" value="0.035" units="cm"/>
    </inkml:brush>
  </inkml:definitions>
  <inkml:trace contextRef="#ctx0" brushRef="#br0">0 114 3137,'2'-12'11707,"2"5"-5170,-2 7-5967,0-1-1,-1 1 1,1-1 0,0 1-1,0-1 1,0 1 0,0 0-1,0 0 1,3 0 0,84-8 2711,1 0-873,-65 7-2408,35-6 0,-37 3 0,36 0 0,-31 2 0,-1 0 0,1-2 0,0-1 0,43-15 0,-2-6 0,-60 25 0,-2 2 0,-4 6 0,-4-4 0,1 8 0,0 1 0,-1-1 0,0 0 0,0 1 0,-6 19 0,-17 49 0,19-59 0,4-18 0,0-1 0,1 1 0,-1 0 0,0-1 0,0 1 0,0 0 0,-1-1 0,-2 5 0,4-4 17,0-3-20,0 1 0,0-1 0,0 0 0,0 0 0,0 1 0,0-1 0,0 0 0,0 1 1,0-1-1,0 0 0,0 0 0,-1 1 0,1-1 0,0 0 0,0 1 0,0-1 0,0 0 0,0 0 0,-1 1 0,1-1 0,0 0 0,0 0 0,0 0 0,-1 1 0,1-1 0,0 0 0,0 0 0,0 0 0,-1 0 1,1 1-1,0-1 0,-1 0 0,1 0 0,0 0 0,0 0 0,-1 0 0,1 0 0,0 0 0,0 0 0,-1 0 0,1 0 0,0 0 0,-1 0 0,1 0 0,-1 0 0,0 0-702,0-9-6886,-2-3 2380,-2-11-4631,4 13 5759,-6-1-21</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5.665"/>
    </inkml:context>
    <inkml:brush xml:id="br0">
      <inkml:brushProperty name="width" value="0.035" units="cm"/>
      <inkml:brushProperty name="height" value="0.035" units="cm"/>
    </inkml:brush>
  </inkml:definitions>
  <inkml:trace contextRef="#ctx0" brushRef="#br0">92 118 480,'0'-4'943,"0"1"-1,0-1 1,-1 0-1,0 0 1,1 1-1,-1-1 1,-1 0-1,1 1 1,0-1-1,-1 1 1,0-1-1,0 1 1,0 0-1,0 0 1,0 0-1,-1 0 1,1 0-1,-1 0 1,0 1-1,0-1 0,0 1 1,0 0-1,0 0 1,-7-3-1,6 2 283,1 1 1,-1-1-1,1 0 0,0-1 0,0 1 0,-4-6 0,1 3-1076,4 3-149,1 6 0,1-2-147,-1 0-1,1-1 1,-1 1 0,1 0-1,0-1 1,-1 1-1,1 0 1,0 0 0,0-1-1,0 1 1,-1 0 0,1 0-1,0-1 1,0 1 0,0 0-1,0 0 1,0 0-1,1-1 1,-1 1 0,0 0-1,0 0 1,0-1 0,1 1-1,-1 0 1,0-1 0,1 1-1,-1 0 1,1-1-1,-1 1 1,1 0 0,-1-1-1,1 2 1,16 11-6616,19 9-7398,-20-11 9077</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06.222"/>
    </inkml:context>
    <inkml:brush xml:id="br0">
      <inkml:brushProperty name="width" value="0.035" units="cm"/>
      <inkml:brushProperty name="height" value="0.035" units="cm"/>
    </inkml:brush>
  </inkml:definitions>
  <inkml:trace contextRef="#ctx0" brushRef="#br0">233 17 448,'-1'-1'8503,"-7"-8"-3543,1 7-3260,-1 1 1,0-1-1,0 1 0,1 0 1,-1 1-1,0 0 0,0 0 1,-15 3-1,-13 6 1853,28-6-3553,1 1 0,0 0 0,0 0 0,1 1 0,-1 0 0,1 0 0,0 0 0,1 1 0,-1-1 0,1 2 0,0-1 0,-7 12 0,10-14 0,-1 1 0,1-1 0,0 1 0,1-1 0,-1 1 0,1 0 0,0-1 0,0 1 0,1 0 0,-1 0 0,1 0 0,0 0 0,1 0 0,-1 0 0,1-1 0,0 1 0,0 0 0,0 0 0,1-1 0,-1 1 0,1-1 0,0 1 0,1-1 0,-1 0 0,1 0 0,0 0 0,0 0 0,0 0 0,0 0 0,1-1 0,-1 0 0,9 6 0,-9-7 0,0 0 0,0-1 0,1 1 0,-1-1 0,1 0 0,-1 0 0,1 0 0,-1 0 0,1 0 0,0-1 0,-1 0 0,1 0 0,0 0 0,-1 0 0,1 0 0,-1-1 0,1 1 0,0-1 0,-1 0 0,1 0 0,-1-1 0,1 1 0,-1-1 0,0 1 0,5-5 0,1 0 0,-1-1 0,0 0 0,0 0 0,-1-1 0,0 0 0,0 0 0,9-15 0,-11 16 0,-4 5 0,0 0 0,1 0 0,-1 1 0,0-1 0,0 0 0,0 0 0,0 0 0,0-1 0,-1 1 0,1 0 0,-1 0 0,1-3 0,0 0 0,0 1 0,0-1 0,0 1 0,0 0 0,1-1 0,0 1 0,0 0 0,3-5 0,4-8 0,-7 10 0,6-17 0,-8 23 0,0 0 0,0 1 0,0-1 0,0 1 0,0-1 0,0 0 0,1 1 0,-1-1 0,0 1 0,0-1 0,1 0 0,-1 1 0,0-1 0,1 1 0,-1-1 0,0 1 0,1 0 0,-1-1 0,1 1 0,-1-1 0,1 1 0,-1 0 0,1-1 0,-1 1 0,1 0 0,-1-1 0,2 1 0,20-3 0,14 8 0,-31-2 0,0 0 0,0 1 0,0-1 0,-1 1 0,1 0 0,-1 0 0,0 1 0,0-1 0,-1 1 0,1 0 0,-1 0 0,0 0 0,0 0 0,-1 1 0,0-1 0,1 1 0,-2 0 0,1 0 0,-1-1 0,0 1 0,1 9 0,-2-13 0,0 0 0,0-1 0,-1 1 0,1 0 0,0 0 0,-1 0 0,1 0 0,-1 0 0,1-1 0,-1 1 0,0 0 0,0 0 0,0-1 0,0 1 0,0-1 0,0 1 0,0-1 0,-1 1 0,1-1 0,0 0 0,-1 1 0,-2 1 0,-26 27 0,27-26 0,6-5 0,11-11 0,21-18 0,1-1 0,-11 13 0,11-7 0,7 2 0,-33 18 0,-9 4 0,0 1 0,-1-1 0,1 1 0,0-1 0,0 1 0,-1 0 0,1-1 0,0 1 0,0 0 0,-1 0 0,1 0 0,0-1 0,0 1 0,0 0 0,-1 0 0,1 0 0,0 0 0,0 0 0,0 1 0,-1-1 0,1 0 0,0 0 0,0 0 0,0 1 0,-1-1 0,1 0 0,0 1 0,-1-1 0,1 1 0,0-1 0,0 1 0,2 1 0,-1 0 0,0 0 0,0 0 0,0 0 0,0 0 0,0 0 0,0 0 0,0 1 0,-1-1 0,1 1 0,-1-1 0,0 1 0,1 0 0,-1 0 0,0-1 0,0 5 0,0-2 0,0 0 0,-1 0 0,1 0 0,-1 0 0,-1 0 0,1 0 0,-1 0 0,-1 9 0,1-11-76,1 0-1,0 0 1,-1 0-1,1 0 1,1 0-1,-1 0 1,0 1-1,1-1 1,0 0-1,1 4 1,-1-4-97,0 0 0,0 0 0,-1 0 1,1 1-1,-1-1 0,1 0 0,-1 0 1,0 0-1,0 0 0,-1 1 0,1-1 0,-2 3 1,2-3-69,-7 23-6687,7-25 5977,0 1 0,0-1 1,0 0-1,0 1 0,1-1 0,-1 1 0,0-1 0,1 1 1,-1-1-1,0 1 0,1-1 0,0 0 0,-1 1 0,1-1 0,1 3 1,0 1-3827</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34.677"/>
    </inkml:context>
    <inkml:brush xml:id="br0">
      <inkml:brushProperty name="width" value="0.035" units="cm"/>
      <inkml:brushProperty name="height" value="0.035" units="cm"/>
    </inkml:brush>
  </inkml:definitions>
  <inkml:trace contextRef="#ctx0" brushRef="#br0">634 1 1688,'-24'0'10761,"15"0"-9576,-10 11 11395,12-6-7927,5-5-3093,2-1-1273,-1-2-234,1 3-53,0 0 0,-1-1 0,1 1 0,0 0 0,0 0 0,-1 0 0,1 0 0,0 0 0,0 0 0,-1 0 0,1 0 0,0 0 0,0 0 0,-1 0 0,1 0 0,0 0 0,0 0 0,-1 0 0,1 0 0,0 0 0,0 0 0,-1 0 0,1 0 0,0 1 0,0-1 0,0 0 0,-1 0 0,1 0 0,0 0 0,-1 1 0,0 1 0,-11 6 0,-9 8 0,15-10 0,1 0 0,0 1 0,0 0 0,0 0 0,1 0 0,-5 11 0,-14 22 0,19-33 0,0 0 0,1 0 0,0 1 0,0 0 0,1 0 0,0-1 0,0 1 0,1 0 0,0 1 0,0-1 0,1 10 0,2 17 0,6 44 0,-7-69 0,6 21 0,1-1 0,2 0 0,0 0 0,2 0 0,17 28 0,-21-41 0,1 0 0,0 0 0,1-1 0,1 1 0,1-2 0,0 0 0,1 0 0,24 21 0,-32-32 0,1 0 0,0-1 0,0 0 0,0 0 0,0 0 0,0 0 0,0-1 0,1 0 0,-1-1 0,1 1 0,-1-1 0,1-1 0,0 1 0,-1-1 0,1 0 0,0 0 0,-1-1 0,9-2 0,-6 1 0,-1 0 0,0 0 0,0-1 0,0 0 0,0 0 0,0-1 0,-1 0 0,1-1 0,-1 0 0,0 0 0,-1 0 0,1-1 0,9-11 0,-11 11 0,-1 0 0,0-1 0,-1 0 0,0 1 0,0-1 0,0 0 0,-1-1 0,0 1 0,0 0 0,-1-1 0,1 1 0,-2 0 0,1-1 0,-1 0 0,0 1 0,-1-1 0,0 1 0,0-1 0,-1 1 0,0 0 0,-3-10 0,-6-11 0,-1 0 0,-1 1 0,-33-49 0,25 43 0,-2 2 0,-43-47 0,49 61 0,-2 0 0,0 1 0,-1 1 0,0 0 0,-25-12 0,21 15 0,0 2 0,0 0 0,0 2 0,-1 0 0,-1 2 0,-40-5 0,23 7 0,-1 2 0,1 2 0,-50 7 0,83-6 0,0 1 0,0 0 0,0 1 0,0 0 0,1 0 0,-1 1 0,-17 10 0,24-12 0,-1 0 0,0 1 0,1-1 0,0 1 0,0-1 0,0 1 0,0 0 0,0 1 0,0-1 0,1 0 0,-1 1 0,1-1 0,0 1 0,0 0 0,1 0 0,-1-1 0,1 1 0,0 0 0,0 1 0,0-1 0,0 7 0,1-7 0,0 0 0,1 1 0,0-1 0,0 0 0,0 0 0,1 0 0,-1 0 0,1 0 0,0 0 0,0-1 0,0 1 0,3 3 0,2 2 0,1 0 0,0-1 0,11 10 0,15 8 0,1-2 0,1-1 0,65 30 0,-22-12 0,137 56 0,-146-69 0,0-8 0,-60-18 0,1-1 0,0 0 0,0 0 0,0-1 0,0-1 0,0 0 0,0 0 0,13-4 0,-4-1 0,-1 0 0,1-1 0,-1-1 0,-1 0 0,0-2 0,0 0 0,24-19 0,-36 24 0,0-1 0,0-1 0,-1 1 0,1-1 0,-1 0 0,-1-1 0,1 1 0,-1-1 0,-1 0 0,0 0 0,0 0 0,0 0 0,1-10 0,-2 13 0,-1-1 0,0 0 0,0 1 0,-1-1 0,1 0 0,-1 1 0,-1-1 0,1 0 0,-1 0 0,0 1 0,0-1 0,-4-9 0,3 8 0,-10-23 0,10 24 0,2 5 0,0 1 0,0-1 0,0 0 0,0 1 0,0-1 0,-1 0 0,1 1 0,0-1 0,0 0 0,-1 1 0,1-1 0,0 1 0,-1-1 0,1 1 0,-1-1 0,1 0 0,0 1 0,-1-1 0,1 1 0,-1 0 0,0-1 0,1 1 0,-1-1 0,1 1 0,-1 0 0,0-1 0,1 1 0,-1 0 0,0 0 0,1 0 0,-1-1 0,0 1 0,1 0 0,-1 0 0,-1 0 0,1 1 0,0-1 0,0 1 0,-1 0 0,1 0 0,0 0 0,0-1 0,0 1 0,0 0 0,1 0 0,-1 0 0,0 0 0,0 1 0,0-1 0,1 0 0,-1 0 0,1 0 0,-1 1 0,1-1 0,-1 0 0,1 0 0,0 1 0,-1-1 0,1 0 0,0 1 0,0-1 0,0 0 0,0 1 0,0-1 0,1 0 0,-1 1 0,0-1 0,1 2 0,7 27 0,-6-21 0,0 0 0,1 0 0,0 0 0,1-1 0,7 16 0,0-1 0,-10-19 0,1-1 0,-1 1 0,1 0 0,0-1 0,0 1 0,0-1 0,0 0 0,1 1 0,-1-1 0,5 3 0,-7-6 0,14 12 0,24 25 0,-37-36 0,0-1 0,0 1 0,0 0 0,0 0 0,0-1 0,1 1 0,-1-1 0,0 1 0,1-1 0,-1 0 0,0 1 0,0-1 0,1 0 0,-1 0 0,0 0 0,1 0 0,-1 0 0,0 0 0,1 0 0,-1-1 0,0 1 0,3-1 0,26-11 0,-23 8 0,1 0 0,-1-1 0,0-1 0,0 1 0,-1-1 0,1 0 0,-1-1 0,-1 1 0,1-1 0,-1-1 0,0 1 0,-1-1 0,0 1 0,0-1 0,3-10 0,-5 11 0,0-1 0,-1 0 0,0 0 0,0 0 0,0 0 0,-2-11 0,1 14 0,2 1 0,2 9 0,0 5 0,5-2 0,-8-7 0,1 1 0,-1-1 0,1 1 0,-1-1 0,0 1 0,0-1 0,1 1 0,-1 0 0,0 0 0,0 2 0,1-1 0,0 1 0,-1-1 0,1 0 0,0 1 0,0-1 0,1 0 0,2 3 0,13 18 0,-11-11 0,1-1 0,1 0 0,0-1 0,0 0 0,1 0 0,1-1 0,0-1 0,0 0 0,1 0 0,0-1 0,0 0 0,24 10 0,-31-16 0,0-1 0,0 1 0,0-1 0,1 0 0,-1-1 0,0 1 0,0-1 0,1 0 0,-1-1 0,0 1 0,0-1 0,0 0 0,0 0 0,0 0 0,0-1 0,0 0 0,6-3 0,-4 2 0,-1-1 0,1 0 0,-1 0 0,-1 0 0,1-1 0,0 0 0,-1 0 0,0 0 0,0-1 0,-1 0 0,0 1 0,5-9 0,-6 6 0,1 0 0,-1 0 0,-1 0 0,0-1 0,0 1 0,0-1 0,-1 1 0,0-1 0,-1 0 0,0 0 0,0 1 0,-3-15 0,0 8 0,0 1 0,-1-1 0,-1 1 0,0-1 0,-1 1 0,-12-20 0,-1-4 0,12 24 0,-1-1 0,0 2 0,-10-14 0,7 13 0,2 2 0,0 1 0,0 0 0,-1 1 0,0 0 0,-1 0 0,-16-10 0,22 15 0,4 4 0,1 0 0,-1 1 0,0-1 0,1 1 0,-1-1 0,0 1 0,1-1 0,-1 1 0,0 0 0,0-1 0,1 1 0,-1 0 0,0 0 0,0-1 0,1 1 0,-1 0 0,0 0 0,0 0 0,0 0 0,0 0 0,1 0 0,-1 0 0,0 0 0,0 1 0,-1-1 0,1 0 0,1 0 0,-1 0 0,0 1 0,0-1 0,1 0 0,-1 0 0,0 1 0,1-1 0,-1 0 0,0 1 0,1-1 0,-1 1 0,1-1 0,-1 1 0,0-1 0,1 1 0,-1-1 0,1 1 0,0 0 0,-1-1 0,1 1 0,-1-1 0,1 1 0,0 0 0,-1 0 0,1-1 0,0 1 0,0 0 0,0 0 0,0-1 0,0 1 0,-1 0 0,1 0 0,0-1 0,1 1 0,-1 0 0,0 1 0,5 30 0,12 21 0,33 71 0,-45-112 0,5 8 0,21 31 0,-20-34 0,0 0 0,10 26 0,-1 4 0,-5-12 0,-1 1 0,-2 1 0,8 40 0,-18-69-139,1 0 1,0-1-1,0 1 1,0-1-1,1 1 0,0-1 1,0-1-1,1 1 1,0 0-1,7 7 0,-2-2-402,-7-5-2696,-3-7 3171,0 0 1,0 1-1,0-1 1,0 0-1,0 0 1,0 0-1,0 0 1,0 1-1,0-1 1,1 0-1,-1 0 0,0 0 1,0 0-1,0 0 1,0 1-1,0-1 1,0 0-1,0 0 1,0 0-1,1 0 1,-1 0-1,0 0 1,0 0-1,0 1 0,0-1 1,0 0-1,1 0 1,-1 0-1,0 0 1,0 0-1,0 0 1,0 0-1,1 0 1,-1 0-1,0 0 1,0 0-1,0 0 0,0 0 1,1 0-1,-1 0 1,0 0-1,0 0 1,0 0-1,0 0 1,1 0-1,1-5-3866,-4-5 2347,2 9 1489,-51-70-1047,-10-36 5028,17 30 5685,42 75-9264,2 2-279,0 0 0,-1-1-1,1 1 1,0-1 0,-1 1 0,1 0 0,0-1-1,-1 1 1,1 0 0,0-1 0,0 1 0,-1-1-1,1 1 1,0-1 0,0 1 0,0-1 0,0 1-1,0-1 1,0 1 0,0-1 0,0 1 0,0-1-1,0 1 1,0 0 0,0-1 0,0 1-1,0-1 1,0 1 0,0-1 0,0 1 0,1-1-1,-1 1 1,0-1 0,0 1 0,1 0 0,-1-1-1,0 1 1,1-1 0,-1 1 0,0 0 0,1-1-1,-1 1 1,0 0 0,1 0 0,-1-1 0,1 1-1,-1 0 1,1-1 0,86-23-27,-43 13 0,-1-2 0,43-20 0,-61 18 0,-19 11 0,-1 1 0,1 0 0,0 0 0,7-3 0,-8 2 0,-5 4 0,1-1 0,-1 1 0,1-1 0,-1 1 0,1-1 0,-1 1 0,1-1 0,0 1 0,-1-1 0,1 1 0,0 0 0,-1-1 0,1 1 0,0 0 0,-1-1 0,1 1 0,0 0 0,1 0 0,6-3 0,-7 3 0,-1 0 0,0 0 0,1 0 0,-1 0 0,0 0 0,1 0 0,-1 0 0,0 0 0,1 0 0,-1 0 0,0 0 0,1 0 0,-1 1 0,0-1 0,1 0 0,-1 0 0,0 0 0,1 0 0,-1 1 0,0-1 0,0 0 0,1 0 0,-1 1 0,0-1 0,0 0 0,1 0 0,-1 1 0,0-1 0,0 0 0,0 1 0,0-1 0,0 0 0,1 1 0,-2 2 0,3 3 0,0 0 0,0 0 0,1-1 0,5 9 0,-2-4 0,-1 1 0,-1-1 0,6 18 0,0 1 0,-8-24 0,3 5 0,-1 0 0,-1 0 0,0 0 0,0 1 0,-1-1 0,2 21 0,-3-20 0,0 0 0,0 0 0,5 15 0,-3-16 0,-1 0 0,-1 1 0,1 13 0,-1-19 0,-1 1 0,1 0 0,0 0 0,1-1 0,2 9 0,-2-8 0,0-1 0,-1 0 0,1 0 0,-2 1 0,2 7 0,-2-10 0,1 1 0,0-1 0,-1 0 0,1 1 0,1-1 0,-1 0 0,0 0 0,1 0 0,-1 0 0,1 0 0,0 0 0,3 2 0,-5-4 0,0-1 0,0 1 0,0-1 0,1 0 0,-1 1 0,0-1 0,0 0 0,1 1 0,-1-1 0,0 0 0,1 1 0,-1-1 0,0 0 0,1 1 0,-1-1 0,0 0 0,1 0 0,-1 0 0,1 1 0,-1-1 0,0 0 0,1 0 0,-1 0 0,1 0 0,-1 0 0,1 0 0,-1 0 0,1 0 0,-1 0 0,0 0 0,1 0 0,0 0 0,2-6 0,-2 5 0,-1-11 0,-1-1 0,0 1 0,-5-21 0,3 9 0,3 20 0,-1 0 0,1 0 0,-1 0 0,0-1 0,-3-6 0,-5-14 0,1-1 0,0 0 0,-3-30 0,3 21 0,6 26 0,0 1 0,1-1 0,-1 1 0,1-11 0,1-160 0,0 176 0,1 1 0,-1-1 0,0 1 0,1-1 0,0 1 0,0-1 0,0 1 0,0-1 0,0 1 0,0-1 0,1 1 0,-1 0 0,1 0 0,-1 0 0,1 0 0,0 0 0,0 0 0,0 0 0,0 1 0,0-1 0,0 1 0,0-1 0,1 1 0,-1 0 0,1 0 0,-1 0 0,1 0 0,2-1 0,0 1 0,-1 0 0,1 0 0,-1 0 0,1 1 0,-1 0 0,1 0 0,0 0 0,-1 0 0,1 0 0,-1 1 0,1 0 0,-1 0 0,1 0 0,-1 1 0,0 0 0,8 3 0,-6-1 0,-1 0 0,1 1 0,-1-1 0,0 1 0,0 0 0,0 0 0,-1 1 0,0-1 0,0 1 0,0 0 0,4 9 0,-1 3 0,-6-15 0,0-1 0,1 1 0,-1 0 0,0 0 0,-1 0 0,1-1 0,0 1 0,-1 6 0,1 0 0,-2 0 0,1 1 0,-1-1 0,-2 10 0,1-15 0,1 0 0,-1 0 0,0 0 0,0 0 0,0-1 0,0 1 0,0-1 0,-1 1 0,0-1 0,0 0 0,-3 4 0,-13 15 0,16-17 0,-1-1 0,1 0 0,-1 0 0,-7 6 0,0 0-73,-45 30-1486,51-37 1338,0-1-1,0 1 0,0-1 1,0 0-1,0 0 0,0 0 1,-1-1-1,1 0 0,-1 0 0,-5 0 1,11-1 76,0 0 1,-1 0-1,1 0 0,0 0 1,0 0-1,-1 0 0,1 0 1,0 0-1,0 0 0,0 0 1,-1 0-1,1 0 0,0 0 1,0 0-1,-1 0 1,1 0-1,0 0 0,0 0 1,0 0-1,-1-1 0,1 1 1,0 0-1,0 0 0,0 0 1,-1 0-1,1 0 0,0-1 1,0 1-1,0 0 1,0 0-1,0 0 0,0-1 1,-1 1-1,1 0 0,0-1 1,5-8-3770,16-12-1827,-15 16 3522,5-9-1926,5 2-101</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35.328"/>
    </inkml:context>
    <inkml:brush xml:id="br0">
      <inkml:brushProperty name="width" value="0.035" units="cm"/>
      <inkml:brushProperty name="height" value="0.035" units="cm"/>
    </inkml:brush>
  </inkml:definitions>
  <inkml:trace contextRef="#ctx0" brushRef="#br0">1 310 3577,'1'0'28966,"8"11"-28875,1-1 0,18 14-1,-20-18-95,-1 0 0,0 0-1,-1 1 1,1-1-1,-1 1 1,0 1 0,-1-1-1,7 13 1,1 7 5,-5-11 0,-1 0 0,7 24 0,-11-27 0,0 1 0,-1-1 0,-1 1 0,0 19 0,8-17 0,-7-11 0,5-5 0,-4-2 0,1 0 0,-1 0 0,1 0 0,-1-1 0,0 1 0,0-1 0,0 0 0,-1 0 0,1 0 0,0 0 0,-1 0 0,0 0 0,3-6 0,14-17 0,-12 18 0,-1 1 0,0-1 0,-1-1 0,0 1 0,8-17 0,30-51 0,-29 53 0,0-3 0,-6 14 0,-8 11 0,1 1 0,0-1 0,0 0 0,-1 0 0,1 0 0,-1 0 0,1 0 0,-1 0 0,1 1 0,-1-1 0,1 0 0,-1-1 0,0 1 0,0 0 0,1-1 0,-1 1 0,0 0 0,1 0 0,-1 0 0,1 0 0,-1 1 0,1-1 0,0 0 0,-1 0 0,1 0 0,0 1 0,-1-1 0,1 0 0,0 1 0,0-1 0,0 1 0,-1-1 0,1 1 0,0-1 0,0 1 0,0-1 0,0 1 0,0 0 0,0 0 0,0 0 0,0-1 0,0 1 0,0 0 0,0 0 0,0 0 0,2 1 0,1 1 0,0 1 0,0 0 0,0 0 0,0 0 0,-1 1 0,1-1 0,4 7 0,51 54 0,-52-57 0,1 0 0,0-1 0,15 9 0,-15-10 0,0 0 0,-1 0 0,11 11 0,-13-11 0,0-1 0,1 1 0,0-1 0,0 0 0,0 0 0,1-1 0,-1 1 0,1-2 0,0 1 0,0-1 0,0 0 0,0 0 0,0-1 0,0 0 0,0 0 0,0 0 0,1-1 0,-1 0 0,0-1 0,10-1 0,-15 1 0,1 0 0,-1 0 0,1-1 0,-1 1 0,1-1 0,-1 1 0,0-1 0,0 0 0,0 0 0,0 0 0,0 0 0,0 0 0,0 0 0,-1 0 0,1-1 0,-1 1 0,1-1 0,-1 1 0,0-1 0,0 1 0,0-1 0,0-3 0,0 2 0,0 0 0,-1 0 0,1 0 0,-1 0 0,0-1 0,0 1 0,-1 0 0,1 0 0,-1 0 0,0 0 0,0 0 0,0 0 0,-1 0 0,-2-5 0,-20-51 0,13 41 0,-10-29 0,-9-16 0,5 16 0,18 32 0,0 0 0,-1 1 0,-15-19 0,6 4 0,15 26 0,0-1 0,-1 0 0,0 1 0,1-1 0,-2 1 0,1 0 0,-6-6 0,-15-17 0,15 22 0,9 5 0,0 1 0,1-1 0,-1 0 0,0 1 0,0-1 0,0 1 0,0-1 0,0 0 0,0 1 0,1-1 0,-1 1 0,0-1 0,0 1 0,0-1 0,0 0 0,-1 1 0,1-1 0,0 1 0,0-1 0,0 0 0,0 1 0,0-1 0,-1 1 0,1-1 0,0 0 0,0 1 0,0-1 0,-1 0 0,1 1 0,0-1 0,-1 0 0,1 1 0,0-1 0,-1 0 0,1 0 0,0 1 0,-1-1 0,1 0 0,-1 0 0,1 0 0,0 1 0,-1-1 0,1 0 0,-1 0 0,1 0 0,0 0 0,-1 0 0,1 0 0,-1 0 0,1 0 0,-1 0 0,1 0 0,0 0 0,-1 0 0,1 0 0,-1-1 0,1 1 0,0 0 0,-1 0 0,1 0 0,-1-1 0,1 1 0,0 0 0,-1 0 0,1-1 0,-1 1 0,21 38 0,-10-17 0,0-1 0,2 0 0,0-1 0,17 20 0,-19-26 0,-1 0 0,0 0 0,-1 1 0,11 26 0,14 23 0,-24-49 0,-1 0 0,-1 1 0,0 0 0,-1 0 0,0 0 0,-1 1 0,3 17 0,-6-20 0,-1-1 0,0 0 0,-1 1 0,0-1 0,-1 0 0,0 1 0,-1-1 0,0 0 0,-9 23 0,7-22 0,1-8 0,1 1 0,0 0 0,0 0 0,1 0 0,0 0 0,-1 11 0,-7 25-8152,9-63-15063</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35.518"/>
    </inkml:context>
    <inkml:brush xml:id="br0">
      <inkml:brushProperty name="width" value="0.035" units="cm"/>
      <inkml:brushProperty name="height" value="0.035" units="cm"/>
    </inkml:brush>
  </inkml:definitions>
  <inkml:trace contextRef="#ctx0" brushRef="#br0">136 131 2929,'-28'-16'5255,"21"12"-2157,-1 1 0,0 0 0,0 0 1,0 1-1,0 0 0,-15-2 0,-9 3-202,26 1-2896,12 0 0,10-1 0,0 0 0,0-1 0,-1 0 0,1-1 0,19-7 0,-3 1 0,19-7-3481,-35 9-50,34-7 1,112-8-10708,-101 16 9100</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36.160"/>
    </inkml:context>
    <inkml:brush xml:id="br0">
      <inkml:brushProperty name="width" value="0.035" units="cm"/>
      <inkml:brushProperty name="height" value="0.035" units="cm"/>
    </inkml:brush>
  </inkml:definitions>
  <inkml:trace contextRef="#ctx0" brushRef="#br0">234 74 2633,'0'-2'705,"0"0"-1,0 1 1,0-1 0,-1 0 0,1 0 0,-1 0 0,1 0 0,-1 0 0,0 1 0,0-1 0,0 0 0,0 1 0,0-1 0,0 1 0,0-1 0,0 1 0,0-1-1,-1 1 1,1 0 0,-4-3 0,0 1 1095,-1 0 0,1 0-1,-1 1 1,0-1-1,-7-1 1,0-3-27,10 6-1589,1 0 0,-1-1 0,0 1 0,0 0 0,0 0 0,0 1 0,0-1 0,0 0 0,0 1 0,0 0 0,0 0 0,0 0 0,0 0 0,-3 1 0,-2-2-184,7-2 0,0 7 0,0-3 0,0 0 0,-1 1 0,1-1 0,0 0 0,0 0 0,0 0 0,-1 1 0,1-1 0,-1-1 0,1 1 0,-1 0 0,1 0 0,-1-1 0,-2 2 0,-5 3 0,-7 8 0,14-12 0,0 0 0,0 0 0,0 0 0,1 1 0,-1-1 0,0 1 0,1-1 0,-1 1 0,1-1 0,0 1 0,-1 0 0,0 2 0,-8 9 0,9-12 0,-1 1 0,1-1 0,0 1 0,0 0 0,-1-1 0,1 1 0,0 0 0,1 0 0,-1-1 0,0 1 0,0 0 0,1 0 0,-1 0 0,0 3 0,-3 10 0,4-15 0,-1 1 0,1 0 0,-1 0 0,1 0 0,0 0 0,-1 0 0,1-1 0,0 1 0,0 0 0,0 0 0,-1 0 0,1 0 0,0 0 0,0 0 0,0 0 0,1 0 0,-1 0 0,0 1 0,2 3 0,0-1 0,0 1 0,0-1 0,1 0 0,-1 0 0,1 0 0,0 0 0,1 0 0,-1 0 0,0-1 0,1 0 0,0 0 0,0 0 0,0 0 0,0 0 0,0-1 0,1 1 0,7 2 0,39 10 0,0-1 0,96 12 0,29 6 0,-168-30 0,0 0 0,0 1 0,0 0 0,10 5 0,-16-7 0,0 0 0,-1 0 0,1 1 0,0-1 0,-1 0 0,1 1 0,-1-1 0,1 1 0,-1-1 0,0 1 0,1 0 0,-1-1 0,0 1 0,0 0 0,0 0 0,-1 0 0,1 0 0,0 0 0,-1 0 0,1 0 0,-1 0 0,0 0 0,1 2 0,-2-2 0,1 1 0,0 0 0,-1-1 0,0 1 0,1-1 0,-1 1 0,0-1 0,0 0 0,-1 1 0,1-1 0,0 0 0,-1 0 0,1 0 0,-1 0 0,0 0 0,0 0 0,0 0 0,0-1 0,0 1 0,0-1 0,-4 3 0,-5 2 0,-1 0 0,0 0 0,-14 3 0,14-5 0,-7 3 0,0-2 0,-1-1 0,1 0 0,-1-1 0,0-2 0,0 0 0,0 0 0,-30-5 0,43 3 0,1-1 0,-1 0 0,1 0 0,-1-1 0,-8-4 0,13 6 0,0 0 0,0 0 0,1 0 0,-1 0 0,0-1 0,0 1 0,1 0 0,-1-1 0,1 1 0,-1-1 0,1 0 0,0 1 0,-1-1 0,1 0 0,0 0 0,0 0 0,0 0 0,0 0 0,1 0 0,-1 0 0,0-2 0,1 4 0,0-11-1573,0 1 0,1-1 0,2-16-1,-1 23 924,-1 0-1,0 0 0,1 0 0,0 0 0,0 1 0,0-1 0,1 0 0,-1 1 1,1 0-1,-1-1 0,7-4 0,4-5-2175,1 1 0,1 0 0,0 0 0,0 2 0,33-18 0,-38 23 1134</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36.521"/>
    </inkml:context>
    <inkml:brush xml:id="br0">
      <inkml:brushProperty name="width" value="0.035" units="cm"/>
      <inkml:brushProperty name="height" value="0.035" units="cm"/>
    </inkml:brush>
  </inkml:definitions>
  <inkml:trace contextRef="#ctx0" brushRef="#br0">174 224 248,'0'-1'153,"0"1"-1,0-1 1,1 1-1,-1 0 1,0-1 0,0 1-1,0-1 1,1 1-1,-1 0 1,0-1 0,0 1-1,1 0 1,-1-1-1,0 1 1,1 0 0,-1 0-1,0-1 1,1 1-1,-1 0 1,0 0-1,1-1 1,-1 1 0,1 0-1,-1 0 1,1 0-1,-1 0 1,1 0 0,-1 0 18,1-1 0,-1 1 0,1 0 0,-1 0 0,0 0 0,1 0 0,-1 0 0,1-1 0,-1 1 1,0 0-1,1 0 0,-1-1 0,0 1 0,1 0 0,-1 0 0,0-1 0,1 1 0,-1-1 0,0 1 1,0 0-1,0-1 0,1 1 0,-1 0 0,0-1 0,0 1 0,0-1 0,0 0 0,1 1 77,-1 0 0,0-1 0,0 1 0,0 0-1,0-1 1,1 1 0,-1 0 0,0-1 0,0 1 0,1 0-1,-1 0 1,0-1 0,0 1 0,1 0 0,-1 0-1,0-1 1,1 1 0,-1 0 0,0 0 0,1 0 0,-1-1-1,0 1 1,1 0 0,-1 0 0,1 0 0,-1 0 0,0 0-1,1 0 1,-1 0 0,0 0 0,1 0 0,-1 0-1,1 0 1,-1 0 0,0 0 0,1 0 0,-1 0 0,0 1-1,1-1 1,-1 0 0,1 0 0,-1 0 0,0 1 0,0-1-1,1 0 1,13 6 6836,-8-2-5723,6 4-432,-2 0 0,15 15 1,6 4-107,-25-21-823,0 0 0,0 1 0,-1-1 0,0 1 0,7 11 0,8 12 0,-15-22 0,0 0 0,-1 0 0,1 0 0,2 9 0,12 20 0,-17-33 0,-1 0 0,1 0 0,0 1 0,-1-1 0,0 0 0,1 7 0,2 8 0,-3-17 0,0 1 0,-1 0 0,1 0 0,-1 0 0,0 0 0,0 0 0,0 0 0,0 0 0,0 0 0,-1-1 0,-1 5 0,2-6-23,0-1 0,0 0-1,0 0 1,0 0 0,0 0 0,-1 0 0,1 0 0,0 0-1,0 1 1,0-1 0,0 0 0,-1 0 0,1 0 0,0 0-1,0 0 1,0 0 0,-1 0 0,1 0 0,0 0 0,0 0-1,0 0 1,-1 0 0,1 0 0,0 0 0,0 0 0,0 0-1,0 0 1,-1-1 0,1 1 0,0 0 0,0 0 0,0 0-1,0 0 1,-1 0 0,1 0 0,0 0 0,0-1-1,0 1 1,0 0 0,0 0 0,-1 0 0,1 0 0,0 0-1,0-1 1,0 1 0,0 0 0,0 0 0,0 0 0,0-1-1,0 1 1,0 0 0,0 0 0,0 0 0,0-1 0,0 1-1,0 0 1,0 0 0,0 0 0,0 0 0,0-1 0,0 1-1,0 0 1,0 0 0,-1-12-3004,-2 5 1023,0 0 0,1 0-1,0 0 1,0 0 0,0 0 0,1-1 0,0-7 0,0 8 1210,0 0 1,-1 1-1,0-1 0,0 0 1,0 1-1,-1-1 0,0 1 1,-3-7-1,-7-13-608,6 12 1358,0 1-1,-1 0 0,0 0 1,-1 1-1,-13-14 0,-21-30 1814,27 33-58,-2 0 0,0 1 1,-1 1-1,-1 1 0,-37-29 0,15 17 4237,33 25-4253,7 5-1232,0 1 1,0-1-1,0 1 1,-1 0 0,1 0-1,0 0 1,-1 0-1,1 0 1,0 0-1,-1 0 1,1 1 0,-1-1-1,-2 1 1,-2-2 554,-6-2-29,13 4-982,0 0 1,0 0-1,-1 0 1,1 0-1,0 0 0,0 0 1,-1 0-1,1 0 1,0 0-1,0 0 0,0 0 1,-1 0-1,1 0 1,0 0-1,0 0 0,0 0 1,-1 0-1,1 0 0,0 0 1,0 0-1,0 1 1,0-1-1,-1 0 0,1 0 1,0 0-1,0 0 1,0 0-1,0 1 0,-1-1 1,1 0-1,0 0 0,0 0 1,0 0-1,0 1 1,0-1-1,0 0 0,0 0 1,0 0-1,0 1 1,0-1-1,0 0 0,0 0 1,0 1-1,15 6-630,-11-2-1896,-4-5 2371,0 0 0,0 1-1,0-1 1,0 0 0,0 1 0,1-1 0,-1 0 0,0 1 0,0-1 0,0 0-1,1 0 1,-1 1 0,0-1 0,0 0 0,1 0 0,-1 1 0,0-1 0,0 0 0,1 0-1,-1 0 1,0 0 0,1 0 0,-1 1 0,0-1 0,1 0 0,0 0 0,50 10-12335,-16-5 5451,-9 1 2352</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37.026"/>
    </inkml:context>
    <inkml:brush xml:id="br0">
      <inkml:brushProperty name="width" value="0.035" units="cm"/>
      <inkml:brushProperty name="height" value="0.035" units="cm"/>
    </inkml:brush>
  </inkml:definitions>
  <inkml:trace contextRef="#ctx0" brushRef="#br0">0 80 2296,'65'3'13270,"3"5"-5224,13 7-3010,34 20-1689,-107-32-3229,1 1 0,-1 0 1,15 11-1,-20-13-93,0 0 0,0 0 0,0 1 0,0-1 0,-1 1-1,1 0 1,-1 0 0,0-1 0,0 2 0,0-1 0,3 5 0,-5-6-25,1-1 0,-1 1 0,1 0 0,-1 0 0,1 0 0,-1-1 0,0 1 0,0 0 0,0 0 0,0 0 0,0 0 0,0 0 0,-1-1 0,1 1 0,-1 0 0,1 0 0,-1 0 0,0-1 0,1 1 0,-1 0 0,0-1 0,0 1 0,0-1 0,0 1 0,-1-1 0,1 1 0,-2 1 0,-9 10 0,-1-1 0,-1 0 0,-27 18 0,10-6 0,6-8 0,21-13 0,-1-1 0,1 0 0,1 1 0,-1 0 0,0 0 0,1 0 0,-1 0 0,1 1 0,0 0 0,-3 4 0,-3 4 0,9-12 0,0 0 0,0 1 0,0-1 0,-1 0 0,1 0 0,0 1 0,0-1 0,0 0 0,0 0 0,0 1 0,0-1 0,0 0 0,0 1 0,0-1 0,0 0 0,0 0 0,1 1 0,-1-1 0,0 0 0,0 0 0,0 1 0,0-1 0,0 0 0,0 0 0,1 1 0,-1-1 0,0 0 0,0 0 0,0 0 0,0 1 0,1-1 0,-1 0 0,0 0 0,0 0 0,1 0 0,-1 0 0,0 1 0,0-1 0,1 0 0,-1 0 0,0 0 0,0 0 0,1 0 0,-1 0 0,0 0 0,0 0 0,1 0 0,-1 0 0,0 0 0,1 0 0,-1 0 0,15-2 0,-1-1 0,0 0 0,0-1 0,0-1 0,19-9 0,122-59 0,-126 57 0,0-2 0,52-42 0,-20 0 0,-55 53 0,1 0 0,-1 0 0,-1-1 0,1 0 0,-1 0 0,-1-1 0,1 1 0,-2-1 0,5-12 0,-7 18 0,0 0 0,0 0 0,-1 0 0,1 0 0,-1 0 0,1 0 0,-1 0 0,0 0 0,0 0 0,0 0 0,-2-5 0,2 6 0,-1 0 0,0 1 0,0-1 0,0 1 0,0-1 0,0 1 0,0-1 0,-1 1 0,1 0 0,0 0 0,-1-1 0,1 1 0,-1 0 0,1 0 0,-1 0 0,1 1 0,-1-1 0,0 0 0,1 0 0,-5 0 0,1 0 0,-1 0 0,1 1 0,-1 0 0,1 0 0,-1 0 0,1 0 0,-1 1 0,1 0 0,-1 0 0,1 1 0,0-1 0,-1 1 0,-7 5 0,8-6 0,1 2 0,-1-1 0,1 0 0,0 1 0,0 0 0,0 0 0,0 0 0,1 0 0,-1 1 0,1-1 0,0 1 0,0 0 0,0 0 0,0 0 0,-3 8 0,5-6 0,0 0 0,0 0 0,1 1 0,0-1 0,0 1 0,1-1 0,-1 0 0,1 0 0,1 1 0,-1-1 0,1 0 0,0 0 0,0 0 0,5 8 0,4 15 0,-8-24 0,0-1 0,0 1 0,0-1 0,1 1 0,-1-1 0,1 0 0,0 0 0,5 3 0,4 5 0,14 9 0,-23-18 0,0 0 0,0-1 0,-1 1 0,1 1 0,4 4 0,-3-3 0,0-2 0,0 1 0,0 0 0,1-1 0,-1 0 0,1-1 0,0 1 0,0-1 0,0 0 0,8 2 0,-5-2 0,-6-1-596,1 0 0,-1-1-1,1 0 1,-1 0 0,0 0 0,1 0-1,-1 0 1,1-1 0,-1 1 0,6-3 0,34-13-10710,-26 9 7861,2 1-1824,-2 0 184</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37.386"/>
    </inkml:context>
    <inkml:brush xml:id="br0">
      <inkml:brushProperty name="width" value="0.035" units="cm"/>
      <inkml:brushProperty name="height" value="0.035" units="cm"/>
    </inkml:brush>
  </inkml:definitions>
  <inkml:trace contextRef="#ctx0" brushRef="#br0">117 55 1536,'-16'0'3274,"1"0"1552,1 0 0,-30 5 0,38-5-2593,-16 0 7810,36 0-8840,157-10-1203,-130 8-110,60-11 0,-44 5-601,-47 6-2104,-1 0 0,1-1-1,16-6 1,-1 0-11320,-16 8 8935</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37.575"/>
    </inkml:context>
    <inkml:brush xml:id="br0">
      <inkml:brushProperty name="width" value="0.035" units="cm"/>
      <inkml:brushProperty name="height" value="0.035" units="cm"/>
    </inkml:brush>
  </inkml:definitions>
  <inkml:trace contextRef="#ctx0" brushRef="#br0">96 82 3665,'-87'49'22454,"87"-49"-22209,-1 1 0,0-1-1,1 0 1,-1 1 0,1-1 0,-1 1 0,1-1 0,-1 1-1,1-1 1,-1 1 0,1-1 0,0 1 0,-1 0 0,1-1 0,0 1-1,-1-1 1,1 1 0,0 0 0,0-1 0,0 1 0,0 0-1,-1-1 1,1 1 0,0 0 0,0-1 0,0 2 0,1-1-244,-1-1 1,0 1-1,0-1 1,1 0-1,-1 1 1,0-1-1,1 0 1,-1 1-1,0-1 1,1 0-1,-1 1 1,0-1-1,1 0 1,-1 0-1,1 1 1,-1-1-1,1 0 1,-1 0-1,0 0 1,1 0-1,-1 1 1,1-1-1,-1 0 1,1 0-1,-1 0 1,1 0-1,-1 0 1,1 0-1,-1 0 1,1-1-1,11 1-10,14-1-781,-1 0 0,37-8 0,-32 2-797,-1-1-1,0-2 1,-1-1 0,0 0 0,-1-3 0,36-22 0,-27 8-7959,-18 12 4478</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37.841"/>
    </inkml:context>
    <inkml:brush xml:id="br0">
      <inkml:brushProperty name="width" value="0.035" units="cm"/>
      <inkml:brushProperty name="height" value="0.035" units="cm"/>
    </inkml:brush>
  </inkml:definitions>
  <inkml:trace contextRef="#ctx0" brushRef="#br0">122 15 1288,'-10'-3'2842,"0"1"0,0 0 0,0 0 0,0 1 0,-17 0 0,3-2 5049,19 3-3350,17 2-2546,59 13-1995,96 33 0,-143-39 0,-1 0 0,-1 2 0,0 1 0,0 0 0,-1 2 0,-1 0 0,36 33 0,-52-43 0,0 0 0,-1 1 0,0 0 0,0-1 0,0 1 0,0 0 0,-1 0 0,0 0 0,0 1 0,0-1 0,-1 1 0,1-1 0,-1 1 0,-1-1 0,1 1 0,-1-1 0,0 1 0,0 0 0,-1-1 0,1 1 0,-1-1 0,0 1 0,-1-1 0,0 1 0,1-1 0,-2 0 0,1 0 0,-1 0 0,1 0 0,-1 0 0,-1 0 0,1-1 0,-5 5 0,-8 6-639,0-1 0,-1 0-1,0-1 1,-21 11 0,18-14-614,0 0-1,-1-1 1,0-1 0,-1-1-1,1 0 1,-1-2 0,-1-1-1,1-1 1,-1 0 0,1-2-1,-36-2 1,17-3-4728,5 3 56</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48.776"/>
    </inkml:context>
    <inkml:brush xml:id="br0">
      <inkml:brushProperty name="width" value="0.035" units="cm"/>
      <inkml:brushProperty name="height" value="0.035" units="cm"/>
    </inkml:brush>
  </inkml:definitions>
  <inkml:trace contextRef="#ctx0" brushRef="#br0">0 6 552,'0'0'5176,"2"0"-5156,21 0-9,-22 0-14,25 5 14,-26-4-23,2-1-46,4 0 64,-5 0-12,1 0 214,-1 1 10,1-1 0,0 0 1,-1 0-1,1 1 0,0-1 1,0 0-1,-1-1 0,1 1 1,2-1-1,8 1 616,-10 0-347,11-11 12071,-23 11-8491,8 0-3922,1 0 780,-15 0 4705,22 1-5597,-3 3-33,-2-2 0,0-1 0,0 1 0,1-1 0,-1 0 0,1 0 0,-1 1 0,1-1 0,-1 0 0,1 0 0,2 0 0,-4-1 0,0 0 0,1 1 0,-1-1 0,0 0 0,0 0 0,1 0 0,-1 0 0,0 0 0,1 1 0,-1-1 0,0 0 0,0 0 0,1 0 0,-1 1 0,0-1 0,0 0 0,1 0 0,-1 1 0,0-1 0,0 0 0,0 1 0,0-1 0,1 0 0,-1 1 0,0-1 0,0 0 0,0 1 0,0-1 0,0 0 0,0 1 0,0 0 0,1 0 0,-1 0 0,0 0 0,1 0 0,-1 0 0,0 0 0,1 0 0,-1 0 0,1-1 0,0 1 0,-1 0 0,1 0 0,0 0 0,-1-1 0,1 1 0,0 0 0,0-1 0,0 1 0,-1-1 0,3 2 0,8 8 0,-6-2 0,-3-6 0,-1 1 0,1-1 0,-1 0 0,0 1 0,1-1 0,-1 1 0,0-1 0,0 1 0,-1-1 0,2 4 0,-1 1 0,1-1 0,0 1 0,0-1 0,1 0 0,0 0 0,0 0 0,7 9 0,-5-7 0,1 0 0,-1 1 0,-1-1 0,5 12 0,14 25 0,3 10 0,-9-14 0,17 23 0,-17-30 0,-17-27 0,0-7 0,0 1 0,0 0 0,0-1 0,0 1 0,0-1 0,0 1 0,0-1 0,0 1 0,0-1 0,0 1 0,0 0 0,0-1 0,1 1 0,-1-1 0,0 1 0,0-1 0,1 1 0,-1-1 0,0 1 0,1-1 0,-1 0 0,0 1 0,1-1 0,-1 1 0,1-1 0,-1 0 0,0 1 0,1-1 0,-1 0 0,1 0 0,-1 1 0,1-1 0,-1 0 0,2 0 0,-1 1 0,4 1 0,-3 15 0,-3-20 0,-50-62 0,49 61 0,0 0 0,-1-1 0,1 1 0,1 0 0,-1-1 0,-1-8 0,-6-13 0,-3-12 0,10 32 0,1 0 0,-1 0 0,1 0 0,0 0 0,1 0 0,0 0 0,0-9 0,0 6 0,0 6 0,-1-1 0,1 1 0,-1-1 0,0 1 0,0-1 0,-1 1 0,1 0 0,-1-1 0,-2-3 0,2 4 0,1-1 0,-1 1 0,0-1 0,1 1 0,0-1 0,0 0 0,0 0 0,0 0 0,0-5 0,1 4 0,0 0 0,1 0 0,0 0 0,-1 0 0,2 0 0,-1 1 0,1-1 0,-1 0 0,1 1 0,0-1 0,1 1 0,-1 0 0,6-6 0,-3 1 0,-4 8 0,0 0 0,-1 0 0,1-1 0,0 1 0,0 0 0,0 0 0,0 0 0,0 0 0,0 0 0,0 1 0,2-2 0,13-10 0,-13 10 0,-1 0 0,1 0 0,-1 0 0,1 0 0,0 1 0,0-1 0,0 1 0,3-1 0,20-14 0,-18 11 0,11-5 0,-11 9 0,0 1 0,-6 0 0,1 0 0,-1 0 0,0 0 0,0 0 0,0 0 0,0 1 0,1-1 0,-1 1 0,4 1 0,3 0 0,-6-3 0,0 2 0,1-1 0,-1 0 0,0 1 0,0-1 0,0 1 0,5 1 0,-3 0 0,3 1 0,0 0 0,0 0 0,0 1 0,0 1 0,0-1 0,-1 1 0,12 10 0,11 7 0,-25-19 0,-1 0 0,1 1 0,-1-1 0,0 1 0,1 0 0,-2 0 0,1 1 0,0-1 0,3 6 0,-5-6 0,1 0 0,0 0 0,0-1 0,0 1 0,1-1 0,5 4 0,-7-5 0,1-1 0,-1 1 0,0 0 0,1 0 0,-1 0 0,0 0 0,-1 0 0,1 0 0,0 0 0,0 1 0,-1-1 0,0 1 0,1-1 0,-1 1 0,0 0 0,0-1 0,0 1 0,0 3 0,0 1 0,0 0 0,1 0 0,-1-1 0,2 1 0,-1 0 0,5 7 0,3 14 0,-3 6 0,1 7 0,1-9 0,-1 23 0,-5-48 0,-1 0 0,0 0 0,-1 1 0,0-1 0,0 1 0,0-1 0,-2 13 0,10 17 0,-9-36 0,0-1 0,0 1 0,1-1 0,-1 1 0,0-1 0,0 1 0,0-1 0,1 1 0,-1-1 0,0 1 0,1-1 0,-1 1 0,0-1 0,1 1 0,-1-1 0,1 0 0,-1 1 0,0-1 0,1 0 0,0 1 0,0 0 0,0-1 0,-1 1 0,1-1 0,0 1 0,-1-1 0,1 1 0,0 0 0,-1-1 0,1 1 0,-1 0 0,1-1 0,-1 1 0,0 0 0,1 0 0,-1-1 0,0 1 0,1 0 0,-1 0 0,0 0 0,0-1 0,0 1 0,0 1 0,1-1 0,-1-1 0,0 1 0,1 0 0,-1-1 0,0 1 0,1-1 0,-1 1 0,1-1 0,-1 1 0,1-1 0,-1 1 0,1-1 0,-1 1 0,1-1 0,-1 0 0,1 1 0,0-1 0,-1 0 0,1 0 0,0 1 0,0-1 0,3 2 0,-3-2 0,-1 0 0,0 0 0,0 0 0,0 0 0,0 0 0,1 1 0,-1-1 0,0 0 0,0 0 0,0 0 0,0 0 0,0 0 0,1 0 0,-1 1 0,0-1 0,0 0 0,0 0 0,0 0 0,0 0 0,0 1 0,0-1 0,0 0 0,0 0 0,1 0 0,-1 1 0,0-1 0,0 0 0,0 0 0,0 0 0,0 0 0,0 1 0,0-1 0,0 0 0,0 0 0,-1 0 0,1 1 0,0-1 0,0 0 0,0 0 0,0 3 0,-1-9-1526,0 0 0,1 0 0,-1 0 1,1 0-1,1-10 0,0 2-1191,-1-17-13769,0 25 12141</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49.334"/>
    </inkml:context>
    <inkml:brush xml:id="br0">
      <inkml:brushProperty name="width" value="0.035" units="cm"/>
      <inkml:brushProperty name="height" value="0.035" units="cm"/>
    </inkml:brush>
  </inkml:definitions>
  <inkml:trace contextRef="#ctx0" brushRef="#br0">1 22 1128,'0'0'6588,"7"-5"-1431,-7 5-5011,0 0 0,-1 0 0,1 0 0,0 0 0,-1 0-1,1 0 1,0 0 0,0 0 0,-1 0 0,1 0 0,0 0-1,-1 0 1,1 1 0,0-1 0,0 0 0,-1 0 0,1 0-1,0 0 1,0 1 0,-1-1 0,1 0 0,0 0 0,0 1-1,0-1 1,-1 0 0,1 0 0,0 1 0,0-1 0,0 0 0,0 0-1,0 1 1,0-1 0,0 0 0,4 10 11786,1-9-12396,223-20 2108,-215 17-1608,65-4 31,-43 1 5,-33 5-23,-12 0-20,-1 3-30,4-1 4,0-1-42,1 0 0,-1 0 1,0 1-1,1 0 1,-8 3-1,-24 6-1882,19-7 303,-12 2-3667,29-6 4596,0 0 0,1 0-1,-1 0 1,0 0 0,0 0 0,0 0-1,0-1 1,0 1 0,0-1 0,1 1-1,-1-1 1,-3-1 0,4-4-5280,1 0 1220</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49.976"/>
    </inkml:context>
    <inkml:brush xml:id="br0">
      <inkml:brushProperty name="width" value="0.035" units="cm"/>
      <inkml:brushProperty name="height" value="0.035" units="cm"/>
    </inkml:brush>
  </inkml:definitions>
  <inkml:trace contextRef="#ctx0" brushRef="#br0">209 38 208,'0'-1'456,"0"-1"0,-1 1 0,1-1 0,-1 1 0,0-1 0,1 1 0,-1 0 0,0-1 0,0 1 0,0 0 0,0-1 0,0 1 0,0 0 0,0 0 0,-1 0 0,1 0 1,0 0-1,-1 0 0,1 1 0,0-1 0,-3-1 0,1 0 255,-1 1-1,1-1 1,-1 1 0,0 0 0,1 0 0,-1 0 0,-7-1-1,10 2 297,-2 0-346,1 0-1,0 0 0,-1 0 0,1 1 1,0-1-1,-1 0 0,1 1 0,0-1 1,-1 1-1,-1 1 0,-6 0 211,10-2-806,-1 0 0,0 0 0,1 0-1,-1 0 1,0 0 0,0 0 0,1 0 0,-1 0 0,0 1-1,0-1 1,1 0 0,-1 0 0,0 1 0,1-1-1,-1 1 1,1-1 0,-2 1 0,-43 31 4524,9 1-2857,33-29-1722,1 0-1,0 1 1,0-1 0,1 0-1,-1 0 1,1 1-1,0-1 1,0 1-1,0-1 1,1 1 0,-1 0-1,1-1 1,0 1-1,1 0 1,-1-1 0,1 1-1,0-1 1,0 1-1,0-1 1,1 1-1,2 5 1,7 12-10,-7-13 0,1 0 0,0 0 0,0 0 0,1 0 0,10 11 0,68 81 0,-40-45 0,-1-1 0,-5 3 0,-33-53 0,-3-3 0,0 0 0,0 0 0,0 0 0,0 1 0,-1-1 0,1 1 0,-1-1 0,1 1 0,-1-1 0,0 1 0,0 0 0,1 2 0,8 13 0,-8-16 0,-1 0 0,1 0 0,-1 0 0,0 0 0,0 0 0,0 0 0,0 0 0,0 0 0,0 0 0,0 1 0,-1-1 0,1 4 0,0 0 0,-1-1 0,1 1 0,1 0 0,-1-1 0,1 0 0,3 9 0,-2-8 0,-1 0 0,0 1 0,0-1 0,0 0 0,-1 1 0,1 11 0,-2 9 0,-1-22 0,-6-1 0,6-3-11,0-1-1,0 1 1,0-1 0,0 0-1,1 1 1,-1-1-1,0 0 1,0 0 0,0 0-1,0 0 1,0 0 0,0 0-1,0 0 1,1 0-1,-1 0 1,0 0 0,0-1-1,0 1 1,0 0 0,0 0-1,0-1 1,1 1-1,-2-1 1,-4-2-389,-25-5-5178,-37-15 0,12 4-2816,4-3 463,35 17 5046</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0.337"/>
    </inkml:context>
    <inkml:brush xml:id="br0">
      <inkml:brushProperty name="width" value="0.035" units="cm"/>
      <inkml:brushProperty name="height" value="0.035" units="cm"/>
    </inkml:brush>
  </inkml:definitions>
  <inkml:trace contextRef="#ctx0" brushRef="#br0">0 87 2513,'7'-16'21492,"10"15"-17797,-6 2-2213,83-6-402,142-24-1,-193 20-976,-1 0-619,-14 6-3546,-35-2-2568,-4-1 849,-49 2-5421,42 3 8277</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1.796"/>
    </inkml:context>
    <inkml:brush xml:id="br0">
      <inkml:brushProperty name="width" value="0.035" units="cm"/>
      <inkml:brushProperty name="height" value="0.035" units="cm"/>
    </inkml:brush>
  </inkml:definitions>
  <inkml:trace contextRef="#ctx0" brushRef="#br0">18 131 632,'0'0'2621,"-18"-12"11804,19 11-14084,-1 1 0,0-1 1,0 1-1,0-1 0,1 1 0,-1 0 0,0-1 0,0 1 0,1-1 0,-1 1 0,0 0 0,1-1 0,-1 1 0,1 0 0,-1-1 0,0 1 0,1 0 0,-1 0 0,1-1 0,0 1 0,18-7 3189,26-4-2185,-37 10-1258,201-30-42,-64 13-3864,-112 11 634,-23 4 1692,1 1 1,-1 1-1,12-1 1,-21 2 1320,0 0-1,0 0 1,0 0 0,0 0 0,0 0-1,0-1 1,0 1 0,0 0 0,0 0-1,0-1 1,0 1 0,0 0-1,0-1 1,2 0 0,-1-5-4235,-5 4 3876,1 1 0,-1-1 1,1 1-1,-1 0 0,1 0 0,-1 0 0,0 1 0,0-1 1,1 1-1,-6-1 0,7 1 279,-16-2-1511,-1-3-97</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2.140"/>
    </inkml:context>
    <inkml:brush xml:id="br0">
      <inkml:brushProperty name="width" value="0.035" units="cm"/>
      <inkml:brushProperty name="height" value="0.035" units="cm"/>
    </inkml:brush>
  </inkml:definitions>
  <inkml:trace contextRef="#ctx0" brushRef="#br0">39 33 1328,'-10'-12'6390,"9"11"-6251,-2-1 1271,0 0 0,-1 0 1,-14-11 19201,21 12-21351,-1 1 1196,-2 1-163,0 0-291,-1-1-1,1 1 0,0-1 0,0 1 0,0-1 0,0 1 1,0-1-1,0 1 0,0-1 0,0 1 0,0-1 0,0 1 1,0 0-1,0-1 0,1 1 0,-1-1 0,0 1 1,0-1-1,1 0 0,-1 1 0,0-1 0,0 1 0,1-1 1,-1 1-1,0-1 0,1 0 0,-1 1 0,1-1 0,-1 0 1,1 1-1,-1-1-3,0 0 1,1 0 0,-1 0-1,0 1 1,0-1 0,0 0-1,1 0 1,-1 0-1,0 0 1,0 1 0,0-1-1,0 0 1,1 0-1,-1 0 1,0 1 0,0-1-1,0 0 1,0 0-1,0 0 1,0 1 0,0-1-1,0 0 1,1 0-1,-1 1 1,0-1 0,0 0-1,0 0 1,0 1 0,0-1-1,0 0 1,0 0-1,-1 1 1,2 1 0,0 1 0,0-1 0,0 0 0,0 1 0,0-1 0,0 0 0,0 0 0,1 1 0,-1-1 0,3 2 0,9 17 0,2 1 0,-13-19 0,1 0 0,-1 0 0,0 0 0,0 0 0,0 1 0,2 4 0,-3-3 0,1-1 0,-1-1 0,1 1 0,0 0 0,1 0 0,-1-1 0,1 1 0,-1-1 0,6 5 0,44 63 0,36 15-76,-87-85 6,1 1-433,0-1-1,-1 1 1,1-1-1,-1 1 1,0-1-1,1 1 1,-1 0-1,0-1 1,0 1 0,1 3-1,24-4-10173,-24-1 10126,0 0-1,-1 0 1,0-1-1,1 1 1,-1 0-1,1-1 1,-1 1-1,1-1 1,-1 0-1,0 1 1,1-1-1,-1 0 1,0 0-1,0 0 1,1 0-1,0-1 1,0-3-3047</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2.600"/>
    </inkml:context>
    <inkml:brush xml:id="br0">
      <inkml:brushProperty name="width" value="0.035" units="cm"/>
      <inkml:brushProperty name="height" value="0.035" units="cm"/>
    </inkml:brush>
  </inkml:definitions>
  <inkml:trace contextRef="#ctx0" brushRef="#br0">17 17 1960,'-2'-13'8457,"2"13"-8301,-1-1 0,1 1 0,-1 0-1,1-1 1,-1 1 0,1 0-1,-1-1 1,1 1 0,-1 0 0,0 0-1,1 0 1,-1-1 0,1 1 0,-1 0-1,0 0 1,1 0 0,-1 0-1,1 0 1,-1 0 0,0 0 0,0 1-1,1-1-130,-2 0 1005,12 10 2043,2-4-526,-10-5-2140,1 0 1,-1 0 0,0 0-1,0 1 1,0-1 0,0 0 0,0 1-1,0 0 1,2 2 0,6 7 1509,-8-9-1627,0-1 1,-1 1-1,1 0 0,0 0 1,-1 0-1,0 0 0,1 0 1,-1 0-1,1 3 1,31 54 1841,28 65-1349,-26-63-788,8 26 30,-32-63-40,-7-15-230,0-1 0,-1 1-1,0 0 1,0 0 0,-1 0 0,0 0 0,1 19-1,-3-25-74,0 4-1058,0 1-1,0-1 0,1-1 1,1 9-1,-1-12 180,0-1-1,0 1 1,0 0-1,1-1 1,-1 1 0,0-1-1,4 4 1,-3-2-1178</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3.733"/>
    </inkml:context>
    <inkml:brush xml:id="br0">
      <inkml:brushProperty name="width" value="0.035" units="cm"/>
      <inkml:brushProperty name="height" value="0.035" units="cm"/>
    </inkml:brush>
  </inkml:definitions>
  <inkml:trace contextRef="#ctx0" brushRef="#br0">159 261 1960,'-26'0'8433,"16"1"-6572,1 1 0,0-1 0,0 2-1,0-1 1,0 1 0,0 1 0,-13 6 0,-2 0 2605,5-3-2192,17-6-1900,3 1-210,-1-2-160,-1 0 1,1 0-1,0 0 1,0 0-1,0 0 1,0 1-1,0-1 1,0 0-1,-1 0 0,1 0 1,0 0-1,0 1 1,0-1-1,0 0 1,0 0-1,0 0 1,0 1-1,0-1 0,0 0 1,0 0-1,0 0 1,0 1-1,0-1 1,0 0-1,0 0 1,0 0-1,0 1 0,0-1 1,0 0-1,0 0 1,1 0-1,-1 1 1,0-1-1,0 0 1,0 0-1,0 0 0,0 0 1,0 1-1,1-1 1,-1 0-1,0 0 1,0 0-1,0 0 1,0 0-1,1 0 1,-1 1-1,0-1-4,1 0 0,-1 1 0,1-1 0,-1 0 0,1 0 0,-1 1 0,1-1 0,-1 0 0,1 0 0,-1 0 0,1 0 0,0 1 0,-1-1 0,1 0 0,-1 0 0,1 0 0,-1 0 0,1 0 0,0 0 0,-1-1 0,1 1 0,-1 0 0,1 0 0,-1 0 0,1 0 0,0-1 0,0 0 0,61 1 0,120-16 0,-34-1 0,-54 7 0,29-6 0,327-33 0,-132 17 0,-56 4 0,-2 1 0,63-7 0,-200 19 0,-35 6 0,184-25 0,-177 25 0,-62 7 0,40-8 0,-58 8 0,-1-1 0,-7 2 0,-6 1 0,4 0 0,-21 4 0,-4 0-2132,-34 1 0,-66-6-11559,47 0 7962,38 1 927</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4.960"/>
    </inkml:context>
    <inkml:brush xml:id="br0">
      <inkml:brushProperty name="width" value="0.035" units="cm"/>
      <inkml:brushProperty name="height" value="0.035" units="cm"/>
    </inkml:brush>
  </inkml:definitions>
  <inkml:trace contextRef="#ctx0" brushRef="#br0">461 33 1080,'0'-1'252,"1"1"0,0 0 0,-1-1 0,1 1-1,-1-1 1,1 1 0,-1-1 0,1 1 0,-1-1 0,1 0 0,-1 1-1,1-1 1,-1 0 0,0 1 0,0-1 0,1 0 0,-1 1 0,0-1-1,0 0 1,1 1 0,-1-1 0,0 0 0,0 0 0,0 1 0,0-1-1,0 0 1,0 0 0,-1 0 0,1-1 435,0 1 140,-34-10 5560,22 11-4668,-64 1 5977,52 0-6136,0 2-1,-41 8 0,34-5-890,22-5-435,-1 1 1,1 0-1,-15 5 0,-40 24 549,63-30-783,-1 0 0,1-1 0,-1 1 0,1 0 0,0 0 0,-1 0 0,1 1 0,0-1 0,0 0 0,-1 0 0,1 1 0,0-1 0,0 0 0,1 1 0,-1-1 0,0 1 0,0-1 0,1 1 0,-1 0 0,1-1 0,-1 1 0,1 0 0,0-1 0,0 1 0,-1 0 0,1-1 0,1 1 0,-1 0 0,0-1 0,0 1 0,0 0 0,1-1 0,-1 1 0,1 0 0,-1-1 0,1 1 0,0-1 0,0 1 0,1 2 0,1-1 0,0 0 0,-1 1 0,1-1 0,0-1 0,0 1 0,1 0 0,-1-1 0,0 0 0,1 0 0,6 3 0,10 4 0,-12-5 0,1 0 0,0-1 0,0 0 0,16 2 0,89 10 0,49 8 0,-104-14 0,-44-8 0,0 1 0,0 1 0,0 0 0,-1 1 0,1 0 0,-1 1 0,23 11 0,-24-8 0,20 14 0,-32-21 0,1 0 0,-1 1 0,0-1 0,0 1 0,1-1 0,-1 1 0,0-1 0,0 1 0,-1-1 0,1 1 0,0 0 0,0 0 0,-1-1 0,1 1 0,-1 0 0,0 0 0,1 3 0,-2-3 0,1 0 0,-1 0 0,0 0 0,0 0 0,0 0 0,0-1 0,0 1 0,0 0 0,0 0 0,-1-1 0,1 1 0,0-1 0,-1 1 0,0-1 0,1 0 0,-1 0 0,0 0 0,-3 2 0,-36 18 0,28-16 0,0-1 0,-1 0 0,1-1 0,-1-1 0,1 0 0,-22 0 0,-286-14-1959,282 9 571,-52-4-4269,32-3-2537,31 0-2369,20 9 6533</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6.839"/>
    </inkml:context>
    <inkml:brush xml:id="br0">
      <inkml:brushProperty name="width" value="0.035" units="cm"/>
      <inkml:brushProperty name="height" value="0.035" units="cm"/>
    </inkml:brush>
  </inkml:definitions>
  <inkml:trace contextRef="#ctx0" brushRef="#br0">66 6 216,'-20'-3'6305,"17"3"-5669,1-1 0,0 0-1,-1 1 1,1 0-1,-1 0 1,1 0 0,0 0-1,-1 0 1,1 0-1,-1 0 1,1 1 0,0-1-1,-1 1 1,-9 2 13463,18-3-12598,12 0-777,-12 0-727,-4 0 5,-1 11 499,86-6-290,78-10-64,-89-1-199,1 1-3257,-75 5 1837,8 1-6841,3 3 4114,8 3-4682,-13-3 5706</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7.135"/>
    </inkml:context>
    <inkml:brush xml:id="br0">
      <inkml:brushProperty name="width" value="0.035" units="cm"/>
      <inkml:brushProperty name="height" value="0.035" units="cm"/>
    </inkml:brush>
  </inkml:definitions>
  <inkml:trace contextRef="#ctx0" brushRef="#br0">104 103 720,'-12'1'2083,"0"-1"0,0 1 0,0 1 0,-18 4-1,18-5-743,12-1-1264,-1 0 0,1 0-1,-1-1 1,1 1 0,0 0-1,-1 0 1,1 0 0,-1 0-1,1 0 1,-1 0-1,1 0 1,-1 0 0,1 0-1,-1 0 1,1 1 0,-1-1-1,1 0 1,-1 0 0,1 0-1,-1 0 1,1 1-1,0-1 1,-1 0 0,1 1-1,-1-1 1,1 0 0,0 1-1,-1-1 1,1 0 0,0 1-1,-1 1 1673,1-2-1429,1 1 1,-1 0-1,0 0 0,1-1 0,-1 1 0,0-1 0,1 1 0,-1 0 1,1-1-1,-1 1 0,1-1 0,0 1 0,-1-1 0,1 1 0,1 0 1,4 0 307,1 0 0,-1 0 0,1 0 0,7 0 0,14 1 491,-4 1-623,0-1 0,0-2 0,0 0 0,0-1 0,44-8 0,-28 3-433,-21 4-621,-1-2 0,30-8 0,-37 8-927,-1 0 1,0-1 0,13-7-1,16-7-3530,5-2-893,-41 20 5338,-1-1-1,1 0 1,-1 0 0,1 0-1,-1 0 1,0 0-1,0 0 1,0 0 0,0-1-1,0 1 1,-1-1 0,3-4-1,3-4-2282</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7.508"/>
    </inkml:context>
    <inkml:brush xml:id="br0">
      <inkml:brushProperty name="width" value="0.035" units="cm"/>
      <inkml:brushProperty name="height" value="0.035" units="cm"/>
    </inkml:brush>
  </inkml:definitions>
  <inkml:trace contextRef="#ctx0" brushRef="#br0">157 17 408,'-19'-1'3683,"-34"-6"0,8 0 3712,13 6 5849,24 3-11540,11 2 17,12 5-1063,99 29-387,-64-20-271,71 30 0,-97-35 0,-1 1 0,0 0 0,-1 2 0,0 1 0,-2 0 0,19 21 0,-32-30 0,-2-1 0,1 1 0,-1 0 0,0 1 0,-1-1 0,0 1 0,0 0 0,-1 0 0,0 0 0,-1 0 0,0 0 0,2 20 0,-13 14 0,1 11-159,8-50-210,-1 1 0,1-1 0,-1 0 0,0 0 0,0 1 0,-3 6 0,-13 18-6096,16-27 4747,1-2 1604,0 0-1,0 0 1,0 0-1,0 0 1,0 0-1,0 0 1,0 0-1,0 1 1,0-1-1,0 0 1,0 0-1,0 0 1,1 0-1,-1 0 1,0 0-1,2 1-3320,-1-1 3320,12 0-4253,13-5-3154,-17 1 4032</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8.671"/>
    </inkml:context>
    <inkml:brush xml:id="br0">
      <inkml:brushProperty name="width" value="0.035" units="cm"/>
      <inkml:brushProperty name="height" value="0.035" units="cm"/>
    </inkml:brush>
  </inkml:definitions>
  <inkml:trace contextRef="#ctx0" brushRef="#br0">151 1 712,'0'0'5983,"-18"0"-850,18 7-4184,0-7-781,0 1 0,-1 0 1,1-1-1,0 1 0,0-1 0,0 1 1,0 0-1,0-1 0,0 1 0,0 0 1,0-1-1,0 1 0,0-1 0,0 1 0,0 0 1,0-1-1,0 1 0,1 0 0,-1-1 1,0 1-1,0-1 0,1 1 0,-1-1 1,0 1-1,1-1 0,-1 1 0,1-1 1,-1 1-1,1-1 0,-1 1 0,1-1 0,-1 0 1,1 1-1,-1-1 0,2 1 0,-2 0 361,0-1 0,1 1 0,-1 0 0,0 0 0,0 0 0,0 0 0,0 0 0,0 0 0,0 0 0,0 0 0,0 0 0,0 0 0,0 0 0,0-1 0,0 1 0,-1 2 0,-50 39 4412,37-32-4941,1 0 0,1 1 0,-17 17 0,27-25 0,-1 0 0,1 1 0,0-1 0,0 1 0,0-1 0,1 1 0,-1-1 0,1 1 0,0 0 0,0 0 0,0 0 0,1 0 0,-1 0 0,1 0 0,0 0 0,0 0 0,0-1 0,1 1 0,-1 0 0,3 7 0,1 3 0,0 0 0,1 0 0,0-1 0,10 16 0,-9-18 0,1-1 0,1 0 0,0 0 0,0-1 0,0 0 0,1 0 0,13 8 0,-5-3 0,2-2 0,-1 0 0,26 11 0,-31-18 0,0-1 0,1 0 0,-1-1 0,1 0 0,0-1 0,0-1 0,28-1 0,-37 1 0,0-2 0,-1 1 0,1 0 0,0-1 0,-1 0 0,1 0 0,0 0 0,-1-1 0,1 1 0,-1-1 0,0 0 0,1-1 0,-1 1 0,0-1 0,6-5 0,-9 7 0,-1 0 0,0 1 0,1-1 0,-1 0 0,0 0 0,1 0 0,-1 0 0,0 0 0,0 0 0,0 0 0,0 0 0,0 0 0,0 0 0,0 0 0,0 0 0,0 0 0,-1 0 0,1 0 0,0 0 0,-1 0 0,1 0 0,0 0 0,-1 0 0,1 0 0,-1 0 0,0 1 0,-1-3 0,0 0 0,0 0 0,-1 1 0,1-1 0,-1 0 0,0 1 0,-4-3 0,-13-7 0,-35-14 0,35 17-12,17 7-5,0 0 0,0 1 0,0-1 0,0 1 0,-1 0 0,1 0 1,0 0-1,0 1 0,-1-1 0,1 1 0,-6 0 0,1 0-191,3-1 13,1 1-1,-1 0 1,1 1-1,-1-1 0,1 1 1,-1 0-1,-7 2 1,-83 24-5748,87-24 5032,5-2 387,0 0 0,0 0 0,1 1 0,-1-1 0,0 0 0,1 1 0,-1 0 1,-2 2-1,4-3 69,0 0 0,1 0 0,-1 0 0,0 0 0,1 0 0,-1 0 0,1 1 0,-1-1 0,1 0 0,0 0 0,-1 0 0,1 1 0,0-1 0,0 0 0,0 2 0,0-2 202,0 0 1,1-1-1,-1 1 1,1-1-1,-1 1 1,0-1-1,1 1 1,-1-1-1,1 1 1,0-1-1,-1 1 1,1-1-1,-1 0 1,1 1 0,0-1-1,-1 0 1,1 0-1,0 1 1,-1-1-1,1 0 1,0 0-1,-1 0 1,2 0-1,1 1-821,6 0-1891</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9.019"/>
    </inkml:context>
    <inkml:brush xml:id="br0">
      <inkml:brushProperty name="width" value="0.035" units="cm"/>
      <inkml:brushProperty name="height" value="0.035" units="cm"/>
    </inkml:brush>
  </inkml:definitions>
  <inkml:trace contextRef="#ctx0" brushRef="#br0">1 76 736,'0'0'4785,"1"-11"4125,139 8-3522,5 1-4621,-42-4-1153,-91 6-507,0-1 0,0 0 0,0-1 0,0-1-1,21-6 1,-21 4-2474,0 0 0,21-13 0,-17 8-229</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5:59.525"/>
    </inkml:context>
    <inkml:brush xml:id="br0">
      <inkml:brushProperty name="width" value="0.035" units="cm"/>
      <inkml:brushProperty name="height" value="0.035" units="cm"/>
    </inkml:brush>
  </inkml:definitions>
  <inkml:trace contextRef="#ctx0" brushRef="#br0">0 55 1056,'0'-1'795,"0"1"0,0-1 0,0 0 1,0 0-1,1 0 0,-1 0 0,0 0 0,0 1 0,0-1 0,1 0 0,-1 0 0,0 0 0,1 1 0,-1-1 0,2-1 1,-1 1-534,0 0 1,0 1 0,0-1 0,1 0 0,-1 1 0,0-1 0,1 1 0,-1 0 0,0-1 0,1 1 0,-1 0 0,3 0 0,9-2 498,1-2-199,-9 2-337,1 1 0,0 0-1,0 0 1,9 0 0,5 0 450,34-6 0,-32 3-141,38-1 0,50 0 223,-99 5-706,0 1 1,0 0-1,19 5 0,-26-6-31,-1 1 1,0 0-1,0 0 0,0 0 0,0 1 1,0-1-1,0 1 0,0 0 1,0-1-1,0 1 0,-1 0 0,1 1 1,-1-1-1,0 0 0,5 6 1,-7-7-10,1 0 0,-1 0 0,0 1 0,0-1 0,1 0 0,-1 1 0,0-1 0,0 0 0,0 0 0,0 1 0,0-1 0,-1 0 0,1 0 0,0 1 0,-1-1 0,1 0 0,0 0 0,-1 0 0,1 1 0,-1-1 0,0 0 0,1 0 0,-2 1 0,-23 26 232,14-17-160,0 3 15,-2-2 0,-17 15 0,17-16-61,1 0-1,-14 18 0,24-28-32,0 1 0,0 1 0,1-1 0,-1 0-1,0 1 1,1-1 0,-1 1 0,1 0 0,-2 5 0,3-8-3,0 1-1,1 0 1,-1 0 0,0 0-1,0 0 1,1 0-1,-1 0 1,0 0 0,1 0-1,-1 0 1,1-1 0,0 1-1,-1 0 1,1 0 0,-1-1-1,1 1 1,0 0 0,0-1-1,-1 1 1,1-1 0,0 1-1,0-1 1,0 1 0,0-1-1,-1 1 1,1-1 0,0 0-1,0 0 1,0 1 0,0-1-1,0 0 1,0 0 0,0 0-1,0 0 1,0 0 0,0 0-1,1-1 1,-1 1 1,55 0 112,129 5 60,-156-3-178,-13-1-1,0 1 0,20 5 0,20 11-3,-52-17 7,0 1 1,-1 0-1,1 0 1,-1 0-1,0 0 1,0 0-1,1 1 1,-1 0-1,-1-1 1,1 1-1,0 0 1,3 7-1,-5-8-1,0 0 1,0 0-1,-1 0 0,0 0 0,1 0 0,-1 0 0,0 0 1,0 0-1,0 0 0,0 0 0,0 1 0,0-1 0,-1 0 1,1 0-1,-1 0 0,0 0 0,1 0 0,-1 0 0,0 0 1,0-1-1,0 1 0,0 0 0,-1 0 0,0 1 0,-1 1 4,-1 0 0,1 0-1,-1 0 1,0-1 0,0 0 0,0 1-1,0-2 1,-8 6 0,-21 10 35,24-13-28,1 0 1,0 0-1,-1-1 1,0-1 0,-12 5-1,-122 18-730,46-20-3804,59-8-584,36 2 4442,-1 0 0,1-1 1,0 1-1,0-1 0,0 0 1,0 1-1,0-1 0,0 0 0,0 0 1,0 0-1,0 0 0,1-1 0,-1 1 1,-2-2-1,3-3-2966</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0.096"/>
    </inkml:context>
    <inkml:brush xml:id="br0">
      <inkml:brushProperty name="width" value="0.035" units="cm"/>
      <inkml:brushProperty name="height" value="0.035" units="cm"/>
    </inkml:brush>
  </inkml:definitions>
  <inkml:trace contextRef="#ctx0" brushRef="#br0">1 195 784,'5'-8'10981,"-5"8"-10523,1 0-1,16-4 4830,24 5-2751,-27-1-293,108-1 2600,61-8-3211,-118 5-1720,99-9 53,-54-4-3983,-108 16 3685,0 1 0,-1-1 0,1 0 0,0 1 0,0-1 0,0 0 0,-1 0 0,1 0 0,0-1 0,1 0 1,-3 1 217,1 1 0,-1-1 0,0 1 0,1 0 1,-1-1-1,0 1 0,0-1 0,1 1 1,-1-1-1,0 1 0,0-1 0,0 1 1,0-1-1,0 1 0,1-1 0,-1 1 1,0-1-1,0 1 0,0-1 0,0 1 0,0-1 1,-1 1-1,1-1 0,0 1 0,0-1 1,0 1-1,0-1 0,-1 1 0,1-1 1,0 1-1,0-1 0,-1 1 0,1-1 0,0 1 1,-1 0-1,1-1 0,0 1 0,-1 0 1,1-1-1,-1 1 0,1 0 0,0-1 1,-1 1-1,1 0 0,-1 0 0,1 0 1,-1-1-1,-6-2-514,0-1 0,0 2 0,0-1 0,-12-2 0,-11-5 25,-34-6 36,5 0 836,48 13 66,1 1 1,-20-2-1,21 3 209,0 0 0,-1 0-1,1-1 1,-17-6 0,7 4 630,-3-2 1337,19 5-1732,1 0 0,-1 0-1,0 0 1,0 0 0,0 0 0,0 1-1,0 0 1,0-1 0,-5 2 0,7-1-491,1-2 725,0 1-917,0 1 0,0 0-1,0 0 1,0-1-1,0 1 1,0 0-1,0 0 1,-1 0-1,1-1 1,0 1 0,0 0-1,0 0 1,0-1-1,0 1 1,0 0-1,0 0 1,1-1 0,-1 1-1,0 0 1,0 0-1,0-1 1,0 1-1,0 0 1,0 0-1,0-1 1,0 1 0,1 0-1,-1 0 1,0-1-1,2 1 12,-1 0 1,1 0-1,-1 0 0,1-1 0,-1 1 0,1 1 1,-1-1-1,1 0 0,-1 0 0,1 1 0,-1-1 0,1 0 1,-1 1-1,2 0 0,8 4-106,0 0 0,-1 0 0,1 1 0,-1 0 0,0 1 0,15 13 0,-9-7 0,-9-6 0,-1 0 0,0 0 0,0 0 0,-1 1 0,5 8 0,1 1 0,-6-10 0,-1 0 0,0 0 0,0 0 0,0 0 0,-1 1 0,0 0 0,-1 0 0,0 0 0,0 0 0,1 9 0,-3-10 4,1 0 0,0 0-1,0-1 1,5 14 0,-4-14-23,0 1 0,-1 0 0,0-1 0,1 14 0,-2-19-165,0 0 0,0-1 0,0 1 0,0 0-1,0 0 1,0-1 0,0 1 0,0 0 0,0 0 0,0-1 0,1 1 0,-1 0 0,0-1 0,0 1 0,1 0-1,-1-1 1,0 1 0,1 0 0,-1-1 0,1 1 0,-1-1 0,1 1 0,-1-1 0,1 1 0,-1-1 0,1 1-1,0-1 1,-1 1 0,1-1 0,-1 0 0,1 1 0,0-1 0,0 0 0,-1 0 0,1 1 0,0-1-1,-1 0 1,1 0 0,0 0 0,0 0 0,-1 0 0,1 0 0,0 0 0,0 0 0,1-1 0,4 0-1980,-1-1 0,1 0 1,0 0-1,9-5 0,-4 1-3654,5 1 1473</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0.407"/>
    </inkml:context>
    <inkml:brush xml:id="br0">
      <inkml:brushProperty name="width" value="0.035" units="cm"/>
      <inkml:brushProperty name="height" value="0.035" units="cm"/>
    </inkml:brush>
  </inkml:definitions>
  <inkml:trace contextRef="#ctx0" brushRef="#br0">1 12 2673,'60'-11'18462,"-38"11"-16339,0 0 0,41 8-1,-54-6-1595,0 1-1,0-1 0,0 2 1,-1-1-1,1 1 0,-1 1 1,0 0-1,0 0 1,10 8-1,-7-3-526,0 1 0,0 0 0,-1 0 0,0 1 0,-1 1 0,0-1 0,-1 2 0,0-1 0,7 21 0,4 0 0,-16-28 0,1-1 0,-1 1 0,0 0 0,-1 0 0,1 0 0,2 13 0,-1-2-82,-2 1-1,0 0 1,0-1-1,-2 1 1,0 0 0,-1 0-1,-1 0 1,-1-1 0,-1 1-1,0-1 1,-1 0-1,-10 25 1,12-36-1282,1 0-1,0 0 1,1 0-1,0 0 0,0 0 1,-1 11-1,2-15 690,0 0 0,0 0 0,0 0 0,0 0 0,0 0 0,0 0 0,1 0 0,-1 0 0,1 0 0,-1-1 0,1 1 0,0 0 0,-1 0 0,1 0 0,0-1 0,0 1 0,0-1 0,1 1 0,-1-1 0,0 1 0,0-1 0,1 1 0,-1-1 0,1 0 0,2 2 0,12 2-3303</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0.947"/>
    </inkml:context>
    <inkml:brush xml:id="br0">
      <inkml:brushProperty name="width" value="0.035" units="cm"/>
      <inkml:brushProperty name="height" value="0.035" units="cm"/>
    </inkml:brush>
  </inkml:definitions>
  <inkml:trace contextRef="#ctx0" brushRef="#br0">175 207 80,'-138'28'12629,"136"-28"-12336,1 0-1,-1 1 1,0-1 0,0 1-1,1-1 1,-1 1-1,1 0 1,-1 0-1,0-1 1,1 1-1,-1 0 1,1 1 0,0-1-1,-1 0 1,1 0-1,0 0 1,0 1-1,0-1 1,0 1-1,0-1 1,0 1 0,0-1-1,0 1 1,1-1-1,-1 1 1,0 0-1,1-1 1,0 1-1,-1 3 1,1-4-31,1 0 1,0 0 0,-1 0-1,1 0 1,-1 0-1,1 0 1,0 0-1,0-1 1,0 1 0,0 0-1,-1 0 1,1-1-1,0 1 1,0-1-1,0 1 1,0-1-1,0 1 1,1-1 0,-1 1-1,0-1 1,0 0-1,0 0 1,0 1-1,0-1 1,0 0-1,1 0 1,1 0 0,38-1 2384,176-26-1897,52-10-218,35-7-532,-78 13 0,-84 15 0,-22 4 0,322-33 0,-382 39 0,111-9 0,-84 8 0,27-1 0,-26 2 0,-45 1 0,-61 2-3570,-21-8-9393,-9-1 1167,32 11 7414</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2.403"/>
    </inkml:context>
    <inkml:brush xml:id="br0">
      <inkml:brushProperty name="width" value="0.035" units="cm"/>
      <inkml:brushProperty name="height" value="0.035" units="cm"/>
    </inkml:brush>
  </inkml:definitions>
  <inkml:trace contextRef="#ctx0" brushRef="#br0">185 118 672,'9'-12'9899,"-30"13"1455,8-1-6859,12 0-3105,-6 3 1414,4-1-1304,4-1-847,-1-1-653,5-1 0,-5 1 0,0 1 0,1-1 0,-1 0 0,1 1 0,-1-1 0,0 1 0,0-1 0,1 0 0,-1 1 0,0-1 0,0 1 0,0-1 0,1 1 0,-1-1 0,0 1 0,0-1 0,0 1 0,0-1 0,0 1 0,0-1 0,0 1 0,0-1 0,0 2 0,-1-1 0,0 0 0,1 0 0,-1 0 0,0 1 0,0-1 0,0 0 0,1 0 0,-1 0 0,0 0 0,0 0 0,0-1 0,-1 1 0,1 0 0,0 0 0,0-1 0,0 1 0,-3 0 0,1 1 0,0-1 0,-1 1 0,1-1 0,-1 0 0,0 0 0,1 0 0,-7 0 0,-58 4 0,66-5 0,1 0 0,-1 0 0,1 0 0,-1 0 0,1-1 0,-1 1 0,1 0 0,0-1 0,-1 1 0,1-1 0,-1 0 0,1 0 0,0 1 0,0-1 0,-1 0 0,1 0 0,0 0 0,0 0 0,0 0 0,0 0 0,0-1 0,0 1 0,0 0 0,0 0 0,1-1 0,-1 1 0,0 0 0,1-1 0,-1 1 0,1-1 0,0 1 0,-1-3 0,1 2 0,-1 0 0,1 0 0,0-1 0,0 1 0,0 0 0,0-1 0,1 1 0,-1 0 0,0 0 0,1-1 0,0 1 0,0 0 0,-1 0 0,1 0 0,0 0 0,1 0 0,-1 0 0,0 0 0,3-3 0,5-3 0,1 0 0,0 1 0,1 0 0,-1 1 0,1 0 0,1 0 0,-1 1 0,1 1 0,0 0 0,19-4 0,-10 4 0,1 1 0,-1 1 0,1 2 0,0 0 0,33 4 0,-48-3 0,0 1 0,-1-1 0,1 1 0,-1 1 0,1-1 0,-1 1 0,0 0 0,0 0 0,0 1 0,-1 0 0,1 0 0,-1 0 0,0 1 0,0 0 0,5 5 0,-7-5 0,1-1 0,-1 1 0,0 0 0,0 0 0,-1 0 0,1 0 0,-1 0 0,0 0 0,0 1 0,-1-1 0,0 1 0,0-1 0,0 1 0,0 0 0,-1-1 0,0 1 0,-2 10 0,-1-3 0,0-1 0,-1 1 0,-1-1 0,0 0 0,-1 0 0,0-1 0,-1 0 0,0 0 0,-1 0 0,0-1 0,-1 0 0,-13 12 0,-8 4 0,0-2 0,-61 38 0,73-51 0,0-1 0,-1 0 0,-39 13 0,56-23 0,1 0 0,-1 0 0,1 0 0,-1 0 0,0 0 0,1 0 0,-1 0 0,0-1 0,1 1 0,-1 0 0,1-1 0,-1 0 0,1 1 0,-1-1 0,1 0 0,-1 0 0,1 1 0,0-1 0,-3-2 0,3 2 0,0 0 0,1 1 0,-1-1 0,0 0 0,0 0 0,0 0 0,1 0 0,-1 0 0,1 0 0,-1 0 0,1 0 0,-1 0 0,1 0 0,-1 0 0,1 0 0,0 0 0,-1 0 0,1 0 0,0 0 0,0 0 0,0 0 0,0-1 0,0 1 0,0 0 0,0 0 0,1 0 0,-1 0 0,0 0 0,1-2 0,3-5 0,1 0 0,0 0 0,0 1 0,1 0 0,0 0 0,0 0 0,1 0 0,0 1 0,0 0 0,0 1 0,1 0 0,0 0 0,0 0 0,0 1 0,0 0 0,1 1 0,13-4 0,1 2 0,1 1 0,-1 1 0,1 1 0,-1 2 0,1 0 0,0 1 0,-1 2 0,1 0 0,-1 1 0,30 10 0,129 40-3905,-172-52 1602,0 0-1,0-1 1,0 0 0,0-1-1,14 0 1,-2-1-5103,-14 1 2843</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3.086"/>
    </inkml:context>
    <inkml:brush xml:id="br0">
      <inkml:brushProperty name="width" value="0.035" units="cm"/>
      <inkml:brushProperty name="height" value="0.035" units="cm"/>
    </inkml:brush>
  </inkml:definitions>
  <inkml:trace contextRef="#ctx0" brushRef="#br0">67 87 1648,'-24'8'8448,"23"-8"-8082,0 1-1,1-1 0,-1 0 0,0 0 1,0 1-1,1-1 0,-1 0 0,0 0 1,1 0-1,-1 0 0,0 0 1,0 0-1,1 0 0,-1 0 0,0 0 1,0 0-1,1-1 0,-1 1 0,0 0 1,1 0-1,-1-1 0,-2-1 3080,-14-3 5887,15 9-8267,-2-3-395,10-2-547,16-5-123,36-4 0,8-2 0,-17 1-3154,-32 8 629,0-1 1,0 0-1,-1-1 1,0-1-1,25-13 1,-39 18 1706,16-9-2987,-10 9-326</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3.259"/>
    </inkml:context>
    <inkml:brush xml:id="br0">
      <inkml:brushProperty name="width" value="0.035" units="cm"/>
      <inkml:brushProperty name="height" value="0.035" units="cm"/>
    </inkml:brush>
  </inkml:definitions>
  <inkml:trace contextRef="#ctx0" brushRef="#br0">56 71 352,'-5'6'1541,"0"0"1,0 0-1,-1 0 0,0 0 0,-10 7 0,15-13-1360,0 1 0,0-1 0,1 0 0,-1 1 0,0-1 0,1 1 0,-1-1 0,1 1 0,-1-1 0,0 1 0,1-1 0,-1 1 0,1 0-1,-1-1 1,1 1 0,0 0 0,-1-1 0,1 1 0,0 0 0,-1-1 0,1 1 0,0 0 0,0 0 0,-1 0 0,1-1 0,0 1 0,0 0 0,0 0-1,0 0 1,0-1 0,0 1 0,1 0 0,-1 0 0,0-1 0,0 1 0,1 1 0,0-1 137,0 0 0,0 0 0,0 0 0,0 0 0,0 0 0,0 0 0,1 0 0,-1 0 0,0-1 0,1 1 0,-1 0 0,0-1 1,1 1-1,-1-1 0,1 0 0,-1 1 0,1-1 0,-1 0 0,1 0 0,2 0 0,29-2 1115,1-1 1,44-11-1,2 0-955,68-9-2675,-104 14-1587,56-19-1,22-15-6181,-86 27 5844</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7.496"/>
    </inkml:context>
    <inkml:brush xml:id="br0">
      <inkml:brushProperty name="width" value="0.035" units="cm"/>
      <inkml:brushProperty name="height" value="0.035" units="cm"/>
    </inkml:brush>
  </inkml:definitions>
  <inkml:trace contextRef="#ctx0" brushRef="#br0">56 12 2697,'0'-7'16557,"-2"4"-15919,2 3-330,-1 0 0,1 0 0,-1 0-1,1-1 1,0 1 0,-1 0 0,1 0 0,-1 0 0,1 0-1,-1 0 1,1 0 0,-1 0 0,1 0 0,-1 0-1,1 0 1,-1 0 0,1 0 0,-1 1 0,1-1-1,-1 0 1,1 0 0,-1 1 0,1-1-195,0 0 1,0 0 0,0 0-1,-1 1 1,1-1 0,0 0-1,0 0 1,0 0-1,0 1 1,0-1 0,0 0-1,0 0 1,0 1 0,0-1-1,0 0 1,0 0-1,0 1 1,0-1 0,0 0-1,0 0 1,0 1 0,0-1-1,0 0 1,0 0 0,0 1-1,0-1 1,0 0-1,0 0 1,0 0 0,0 1-1,1-1 1,-1 0 0,0 0-1,0 0 1,0 1-1,0-1 1,1 0 0,-1 0-1,0 0 1,0 0 0,0 1-1,1-1 1,-1 0 0,0 0-1,0 0 1,1 0-1,-1 0 1,0 0 0,0 0-1,1 0 1,3 4-114,-1 1 0,0-1 0,0 1 0,0-1 0,0 1 0,-1 0 0,0 0 0,0 0 0,2 7 0,0-1 0,-3-7 0,0-1 0,0 0 0,-1 0 0,1 1 0,-1-1 0,0 0 0,0 1 0,0-1 0,0 1 0,-1-1 0,0 4 0,-12 37 0,7-28 0,-12 26 0,4-19 0,-12 31 0,25-53 0,1 0 0,-1 1 0,1-1 0,-1 0 0,1 1 0,-1-1 0,1 1 0,0-1 0,0 1 0,0-1 0,0 1 0,0-1 0,0 0 0,0 1 0,0-1 0,0 1 0,1-1 0,-1 1 0,1-1 0,-1 0 0,1 1 0,-1-1 0,1 0 0,0 0 0,0 1 0,0-1 0,-1 0 0,1 0 0,0 0 0,1 0 0,-1 0 0,0 0 0,0 0 0,0 0 0,0-1 0,1 1 0,-1 0 0,0-1 0,1 1 0,-1-1 0,0 1 0,4 0 0,7 2 0,1 0 0,0-1 0,1 0 0,-1-1 0,17 0 0,68-9 0,-40 2 0,-25 3 0,0-1 0,-1-2 0,0 0 0,0-3 0,58-23 0,-83 29 0,-1 0 0,0-1 0,0 0 0,0 0 0,0 0 0,-1-1 0,0 1 0,0-2 0,0 1 0,6-9 0,-8 10 0,-1 1 0,0-1 0,-1 0 0,1 1 0,-1-1 0,1 0 0,-1 0 0,0 0 0,-1 0 0,1 0 0,-1 0 0,1-1 0,-1 1 0,-1 0 0,1 0 0,0 0 0,-1 0 0,0 0 0,-1-4 0,-1-1 0,0-1 0,1 1 0,-1 0 0,-1 0 0,0 0 0,0 0 0,-1 0 0,0 1 0,0 0 0,-11-12 0,7 10 0,-5-3 0,-24-2 0,38 15 0,0 0 0,0 0 0,0 0 0,-1-1 0,1 1 0,0 0 0,0 0 0,0 0 0,-1 0 0,1 0 0,0 0 0,0-1 0,0 1 0,-1 0 0,1 0 0,0 0 0,0 0 0,-1 0 0,1 0 0,0 0 0,0 0 0,-1 0 0,1 0 0,0 0 0,0 0 0,-1 0 0,1 0 0,0 0 0,0 1 0,-1-1 0,1 0 0,0 0 0,0 0 0,0 0 0,-1 0 0,1 0 0,0 1 0,0-1 0,0 0 0,-1 0 0,1 0 0,0 1 0,0-1 0,0 0 0,0 0 0,0 0 0,0 1 0,0-1 0,-1 0 0,1 0 0,0 1 0,0-1 0,0 0 0,0 0 0,0 1 0,-1-1 0,1 1 0,-1-1 0,1 0 0,-1 1 0,1-1 0,-1 0 0,1 1 0,0-1 0,-1 1 0,1-1 0,-1 1 0,1-1 0,0 1 0,-1-1 0,1 1 0,0-1 0,0 1 0,0-1 0,-1 1 0,1 0 0,0-1 0,0 1 0,0-1 0,0 1 0,0-1 0,0 1 0,0 0 0,0-1 0,0 1 0,0-1 0,0 1 0,0 0 0,1 0 0,-10 32 0,10-19 0,0 0 0,6 22 0,-4-22 0,-1 0 0,2 23 0,-4-28 0,1 0 0,1 0 0,0 0 0,0 0 0,1-1 0,4 11 0,-2-7 0,-2-1 0,5 19 0,-6-11 0,2-1 0,0 1 0,1-1 0,1 0 0,0 0 0,13 24 0,-13-31-883,-1 1 0,0-1 0,5 21-1,-4-11-557,-3 2-2759,-3-14 271,-19 2-14519</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7.892"/>
    </inkml:context>
    <inkml:brush xml:id="br0">
      <inkml:brushProperty name="width" value="0.035" units="cm"/>
      <inkml:brushProperty name="height" value="0.035" units="cm"/>
    </inkml:brush>
  </inkml:definitions>
  <inkml:trace contextRef="#ctx0" brushRef="#br0">80 142 1744,'-2'0'784,"0"1"-1,0 0 1,0-1-1,0 1 1,0 0-1,0 1 1,0-1 0,0 0-1,1 0 1,-3 2-1,-9 7 5159,-30 12 9851,43-22-15784,0 0 0,0 0 0,0 0 1,0 0-1,0 0 0,0 0 0,0 0 1,0 0-1,0 0 0,0 0 0,0 0 1,1 0-1,-1 0 0,0 0 0,0 0 1,0 0-1,0 0 0,0 0 0,0 0 1,0 0-1,0 0 0,0 0 1,0 0-1,0 0 0,0 0 0,0 0 1,0 0-1,0 0 0,1 1 0,-1-1 1,0 0-1,0 0 0,0 0 0,0 0 1,0 0-1,0 0 0,0 0 0,0 0 1,0 0-1,0 0 0,0 0 1,0 0-1,0 1 0,0-1 0,0 0 1,0 0-1,14-2 181,0 1-146,35-2-44,-1-2 0,52-11 0,20-3 0,393-68 0,-511 86-1,13-1-729,1-2 0,-1 0 0,0-1 1,25-11-1,-38 15-1550,14-5-5726,-16 6 7812,0 0 1,0 0-1,1 0 0,-1 0 0,0 0 1,0-1-1,0 1 0,1 0 1,-1 0-1,0 0 0,0 0 0,0-1 1,1 1-1,-1 0 0,0 0 1,0 0-1,0-1 0,0 1 0,0 0 1,0 0-1,1 0 0,-1-1 0,0 1 1,0 0-1,0 0 0,0-1 1,0 1-1,0 0 0,0 0 0,0-1 1,0 1-1,0 0 0,0 0 1,0-1-1,0 1 0,0 0 0,0 0 1,0-1-1,-1 1 0,1 0 1,0 0-1,0-1 0,0 1 0,0 0 1,0 0-1,-1 0 0,1 0 0,0-1 1,0 1-1,0 0 0,0 0 1,-1 0-1,1 0 0,0-1 0,0 1 1,-1 0-1,1 0 0,-1 0 1,-6-4-3283,-1 3-170</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8.599"/>
    </inkml:context>
    <inkml:brush xml:id="br0">
      <inkml:brushProperty name="width" value="0.035" units="cm"/>
      <inkml:brushProperty name="height" value="0.035" units="cm"/>
    </inkml:brush>
  </inkml:definitions>
  <inkml:trace contextRef="#ctx0" brushRef="#br0">510 0 984,'4'4'16797,"1"-2"-16741,2-2 2489,1 1-1,-1 0 1,1 1 0,10 3-1,2 1-1068,-18-5-1424,1 0 0,-1 0-1,0 0 1,0 0 0,1 0 0,-1 1 0,0-1-1,0 1 1,0-1 0,3 5 0,-4-5-46,0 0 0,0 0 0,0-1 0,-1 1 0,1 1-1,0-1 1,-1 0 0,1 0 0,-1 0 0,1 0 0,-1 0 0,1 0 0,-1 1 0,0-1 0,0 0 0,1 0 0,-1 1 0,0-1 0,0 0 0,0 0 0,0 0 0,-1 1 0,1-1 0,0 0 0,0 0 0,-2 3 0,-2 6-6,3-8 0,0 0 0,0 0 0,1 0 0,-2 0 0,1 0 0,0-1 0,0 1 0,-1 0 0,1 0 0,-1-1 0,1 1 0,-1-1 0,0 1 0,-2 1 0,-15 10 0,-21 12 0,9-7 0,27-15 0,0-1 0,0 1 0,-1-1 0,1 1 0,0-1 0,-1 0 0,0-1 0,1 1 0,-1-1 0,0 0 0,0 0 0,-5 0 0,6-1 0,0 0 0,1 0 0,-1-1 0,1 0 0,0 1 0,-1-1 0,1 0 0,-1 0 0,1-1 0,0 1 0,0-1 0,0 0 0,-5-3 0,7 4 0,0 1 0,1-1 0,-1 1 0,0-1 0,1 0 0,-1 0 0,0 1 0,1-1 0,-1 0 0,1 0 0,0 0 0,-1 0 0,1 0 0,-1 1 0,1-1 0,0 0 0,0 0 0,0 0 0,-1 0 0,1 0 0,0 0 0,0 0 0,0 0 0,0 0 0,1 0 0,-1 0 0,0 0 0,0 0 0,1 0 0,-1 0 0,0 1 0,1-1 0,-1 0 0,1 0 0,-1 0 0,1 0 0,-1 1 0,1-1 0,0 0 0,-1 0 0,2 0 0,7-7 0,1 0 0,-1 1 0,1 0 0,0 0 0,0 2 0,1-1 0,0 1 0,12-4 0,-18 8 0,17-8 0,0 1 0,1 1 0,35-6 0,-50 12 0,52-4 0,-56 5 0,1 0 0,-1 1 0,1-1 0,-1 1 0,0 0 0,0 0 0,1 0 0,-1 0 0,0 1 0,5 3 0,-7-4 0,0 0 0,0 1 0,-1-1 0,1 1 0,0-1 0,-1 1 0,0 0 0,1 0 0,-1-1 0,0 1 0,0 0 0,0 0 0,0 0 0,0 0 0,-1 1 0,1-1 0,0 0 0,-1 0 0,0 0 0,0 1 0,1-1 0,-1 0 0,0 0 0,-1 0 0,1 1 0,0-1 0,-1 0 0,1 0 0,-2 3 0,1 0 0,-1 1 0,-1-1 0,1 0 0,-1 0 0,1 0 0,-1 0 0,-1 0 0,1 0 0,-8 7 0,-61 54 0,-89 63 0,111-96 0,-91 43 0,79-45 0,50-25 0,0-2 0,0 0 0,-24 5 0,-5 2 0,32-9 0,-1 1 0,1-1 0,-16 0 0,21-1 0,0-1 0,0 0 0,0 0 0,0-1 0,0 1 0,0-1 0,0 0 0,1 0 0,-1 0 0,0 0 0,-4-3 0,6 3 0,1 0 0,-1 0 0,1 0 0,-1 0 0,1 0 0,0 0 0,-1 0 0,1-1 0,0 1 0,0 0 0,0-1 0,0 1 0,0-1 0,0 1 0,0-1 0,1 1 0,-1-1 0,1 0 0,-1 1 0,1-1 0,-1 0 0,1 0 0,0-3 0,0 3 0,1 1 0,-1-1 0,1 0 0,0 0 0,0 0 0,0 0 0,0 1 0,0-1 0,1 0 0,-1 1 0,0-1 0,1 1 0,-1-1 0,1 1 0,-1 0 0,1 0 0,0 0 0,-1 0 0,1 0 0,0 0 0,0 0 0,3-1 0,22-9 0,0 2 0,0 0 0,1 2 0,0 1 0,1 1 0,-1 1 0,30 1 0,38 1 0,93 3 0,-52 5 0,-123-5-693,1 0 1,-1-1-1,29-4 0,-26 2-500,1-2-1,-1 0 1,0-2 0,0 1-1,0-2 1,-1 0 0,0-1-1,-1-1 1,18-13 0,28-27-9579,-42 28 6706</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8.913"/>
    </inkml:context>
    <inkml:brush xml:id="br0">
      <inkml:brushProperty name="width" value="0.035" units="cm"/>
      <inkml:brushProperty name="height" value="0.035" units="cm"/>
    </inkml:brush>
  </inkml:definitions>
  <inkml:trace contextRef="#ctx0" brushRef="#br0">68 97 4073,'-5'-1'2199,"-1"-1"0,0 1 0,1 1 0,-10-1 0,-3 1 7703,11 0-3625,1-1-4988,6-3-1058,8 3-231,5 0 0,1-1 0,-1 0 0,14-4 0,17-3 0,-11 3 0,-17 4 0,0 0 0,17 0 0,-17 1 13,-1-1 1,21-4-1,10-2-241,11-5-5028,1-4-6800,-38 10 5803</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9.134"/>
    </inkml:context>
    <inkml:brush xml:id="br0">
      <inkml:brushProperty name="width" value="0.035" units="cm"/>
      <inkml:brushProperty name="height" value="0.035" units="cm"/>
    </inkml:brush>
  </inkml:definitions>
  <inkml:trace contextRef="#ctx0" brushRef="#br0">95 136 320,'-6'6'1875,"-1"0"0,1-1-1,-1 0 1,0 0 0,-1-1 0,1 0-1,-9 4 1,-14 8 8814,34-15-6655,19 4-1313,-2-7-2720,-1-1 0,0-1 0,0-1 0,33-13 1,-16 6-3,-10 1-2372,0 0 1,48-30-1,-22 12-985,-41 22 700,-1 1 0,0-1 0,0-1 0,14-12 0,-8 3-2366</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09.826"/>
    </inkml:context>
    <inkml:brush xml:id="br0">
      <inkml:brushProperty name="width" value="0.035" units="cm"/>
      <inkml:brushProperty name="height" value="0.035" units="cm"/>
    </inkml:brush>
  </inkml:definitions>
  <inkml:trace contextRef="#ctx0" brushRef="#br0">32 245 2569,'-3'0'6293,"-10"-1"-1551,7-2-852,-4-3 4041,15 5-6093,31-14 3666,9 4-5504,-38 10 0,-1 1 0,-12 0 0,5 0 0,1 0 0,-1 0 0,0 0 0,0 0 0,1 0 0,-1 0 0,0-1 0,0 1 0,1 0 0,-1 0 0,0-1 0,1 1 0,-1 0 0,0-1 0,1 1 0,-1-1 0,0 1 0,1-1 0,-1 1 0,1-1 0,-1 1 0,1-1 0,-1 0 0,1 1 0,0-1 0,-1 0 0,1 1 0,0-1 0,-1 0 0,1 1 0,0-1 0,0 0 0,0 0 0,-1 1 0,1-1 0,0 0 0,0 0 0,0 1 0,0-1 0,1 0 0,-1 0 0,0 1 0,0-2 0,1-3 0,0 1 0,0 0 0,1 0 0,-1-1 0,4-5 0,-3 6 0,1 0 0,0 0 0,0 0 0,0 0 0,1 1 0,-1 0 0,1-1 0,0 1 0,7-4 0,44-21 0,-29 15 0,-1 3 0,-1 1 0,41-11 0,-15 6 0,-42 12 0,0 0 0,1 1 0,15-1 0,14-3 0,-23 3 0,0 0 0,1 1 0,-1 0 0,0 1 0,1 1 0,-1 1 0,0 0 0,1 1 0,-1 0 0,0 1 0,-1 1 0,19 8 0,-29-11 0,0 0 0,-1 1 0,1-1 0,-1 0 0,1 1 0,-1 0 0,0 0 0,0 0 0,-1 0 0,1 0 0,0 1 0,-1-1 0,0 1 0,0-1 0,0 1 0,0 0 0,-1 0 0,1 0 0,-1 0 0,1 7 0,-1-5 0,-1 1 0,0-1 0,0 1 0,0-1 0,-1 0 0,0 1 0,0-1 0,-1 0 0,0 0 0,0 0 0,0 0 0,-5 9 0,-3 4 0,-1 0 0,-1-2 0,-25 31 0,5-11 0,-1-1 0,-2-2 0,-50 37 0,63-54 0,-6 3 0,0-1 0,-1 0 0,-36 15 0,-3-1 0,62-31 0,1 1 0,0-1 0,-1 1 0,1-2 0,-1 1 0,1 0 0,-1-1 0,0 0 0,1-1 0,-1 1 0,0-1 0,0 0 0,0 0 0,1-1 0,-8-1 0,11 0 0,0 1 0,0 0 0,0-1 0,1 0 0,-1 1 0,0-1 0,1 0 0,-1 0 0,1 0 0,0 0 0,0 0 0,0 0 0,0 0 0,0 0 0,0-1 0,0 1 0,1 0 0,-1-1 0,1 1 0,-1 0 0,1-5 0,0 2 0,0 1 0,1 0 0,-1-1 0,1 1 0,0 0 0,0 0 0,1-1 0,-1 1 0,1 0 0,0 0 0,0 0 0,0 1 0,1-1 0,-1 0 0,5-4 0,-1 2 0,0 1 0,0 0 0,0 0 0,1 1 0,0 0 0,0 0 0,0 0 0,8-2 0,4-1 0,0 2 0,0 0 0,0 1 0,0 1 0,1 1 0,23 0 0,-12 3 0,0 1 0,1 2 0,-2 2 0,1 0 0,-1 2 0,0 1 0,43 20 0,-23-4 0,-48-24-50,0 0-1,-1 0 1,1 0-1,0 0 1,-1 0 0,1 0-1,0-1 1,0 1-1,0-1 1,0 1-1,-1-1 1,1 0 0,0 0-1,0 0 1,0 0-1,0 0 1,3-1 0,1 0-641,-5 1 350,-1 0-1,1 0 1,-1 0 0,1 0-1,-1-1 1,1 1-1,-1 0 1,1 0 0,-1-1-1,1 1 1,-1 0-1,1-1 1,-1 1 0,0 0-1,1-1 1,-1 1-1,0-1 1,1 1-1,-1-1 1,0 1 0,1-1-1,-1 1 1,0-1-1,0 1 1,0-1 0,0 1-1,0-1 1,1 1-1,-1-1 1,0 1-1,0-1 1,0 0 0,0-25-8631,-1 17 4149,1-2 739</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12.468"/>
    </inkml:context>
    <inkml:brush xml:id="br0">
      <inkml:brushProperty name="width" value="0.035" units="cm"/>
      <inkml:brushProperty name="height" value="0.035" units="cm"/>
    </inkml:brush>
  </inkml:definitions>
  <inkml:trace contextRef="#ctx0" brushRef="#br0">11614 245 536,'57'4'21813,"-53"-3"-18890,-32-1 4151,24 0-6804,18 0-119,4 6-151,-11-1 0,-6 0 0,-1 1 0,1-5 0,-1 0 0,0 1 0,0-1 0,0 0 0,0 1 0,0-1 0,0 0 0,0 1 0,-1-1 0,1 0 0,0 1 0,-1-1 0,1 0 0,-1 1 0,1-1 0,-1 0 0,0 0 0,1 0 0,-1 0 0,0 0 0,0 0 0,0 0 0,-1 1 0,1-1 0,1-1 0,-1 0 0,1 1 0,-1-1 0,1 1 0,-1-1 0,1 0 0,0 1 0,-1-1 0,1 1 0,0-1 0,-1 1 0,1-1 0,0 1 0,0-1 0,0 1 0,-1 0 0,1-1 0,0 1 0,0-1 0,0 1 0,0-1 0,0 2 0,0-1 0,0 0 0,0 0 0,-1-1 0,1 1 0,0 0 0,0 0 0,-1-1 0,1 1 0,-1 0 0,1-1 0,-1 1 0,1 0 0,-1-1 0,1 1 0,-1-1 0,1 1 0,-2 0 0,1 0 0,0-1 0,1 1 0,-1-1 0,0 1 0,1 0 0,-1-1 0,1 1 0,-1 0 0,1 0 0,-1-1 0,1 1 0,-1 0 0,1 0 0,0 0 0,0-1 0,-1 1 0,1 0 0,0 1 0,-1 3 0,-1-1 0,1 1 0,-1-1 0,0 1 0,0-1 0,0 0 0,0 0 0,-1 0 0,0 0 0,-4 5 0,-8 13 0,11-15 0,2-3 0,0 0 0,0 0 0,0-1 0,-1 1 0,1-1 0,-1 0 0,-5 5 0,-16 18 0,19-19 0,-1 0 0,0 0 0,-1-1 0,-13 10 0,-49 40 0,63-51 0,0 0 0,0 0 0,1 1 0,0-1 0,0 1 0,-6 10 0,9-12 0,-1 1 0,-1-1 0,1 0 0,-1 0 0,1 0 0,-1 0 0,-1 0 0,1-1 0,-6 4 0,-18 16 0,0-3 0,23-17 0,0 1 0,-1-1 0,1 1 0,1 1 0,-6 4 0,-16 7 0,21-11 0,0-1 0,0 0 0,0 0 0,-1-1 0,0 1 0,0-1 0,-10 4 0,-15 8 0,-20 11 0,12-8 0,16-9 0,-13 5 0,-1-2 0,0-1 0,-45 7 0,6-1 0,-88 16 0,103-23 0,46-9 0,0 0 0,-25 6 0,-4 1 0,-104 12 0,-285 20 0,312-28 0,-72 2 0,190-14 0,-617 10 0,-215-3 0,524-12 0,142 0 0,-149-7 0,-308-15 0,446 22 0,-863 3 0,-40-7 0,1002 7 0,-682-35 0,607 23 0,-269-59 0,219 16 0,-32-6 0,86 22 0,-43-9 0,134 39 0,-348-53 0,-191 14 0,109 12 0,353 28 0,-99-13 0,206 13 0,30 9 0,-1 1 0,1-1 0,0 1 0,-1-1 0,1 0 0,0 1 0,0-1 0,0 0 0,-1 0 0,1 0 0,0 0 0,0 0 0,0 0 0,0 0 0,0 0 0,-1-3 0,3 2 0,0 0 0,1 0 0,-1 0 0,0 0 0,1 0 0,-1 0 0,1 0 0,3-3 0,5-10 0,-9 13 0,0 0 0,0 0 0,1 1 0,-1-1 0,0 0 0,1 1 0,-1-1 0,1 1 0,2-3 0,-2 2 0,-2-1 0,10-12 0,-8 12 0,-2 2 0,1 1 0,-1-1 0,1 1 0,-1-1 0,1 1 0,-1-1 0,0 0 0,1 1 0,-1-1 0,0 0 0,0 1 0,1-1 0,-1 0 0,0 1 0,0-1 0,0 0 0,0 0 0,0 1 0,0-2 0,4-7 0,-4 8 0,1 1 0,-1-1 0,1 0 0,-1 1 0,1-1 0,-1 0 0,0 1 0,1-1 0,-1 0 0,0 0 0,0 0 0,0 1 0,1-1 0,-1 0 0,0 0 0,0 0 0,0-102 0,-1 99 0,0-1 0,0 1 0,0 0 0,0-1 0,-1 1 0,0 0 0,0 0 0,-3-6 0,-7-15 0,9 19 0,0 0 0,0 0 0,-1 0 0,0 1 0,0-1 0,-1 1 0,1 0 0,-1 0 0,-8-6 0,2 1 0,-13-8 0,19 15 0,1-1 0,-1 1 0,1-1 0,0 0 0,-4-4 0,-26-19 0,18 16 0,-3 1 0,19 10 0,-1 0 0,1 0 0,0 0 0,0 0 0,0 0 0,-1 0 0,1 0 0,0 0 0,0 0 0,0 0 0,-1 0 0,1 0 0,0 0 0,0 0 0,0 0 0,-1 0 0,1 0 0,0 0 0,0 0 0,0 0 0,0 0 0,-1 1 0,1-1 0,0 0 0,0 0 0,0 0 0,0 0 0,-1 0 0,1 0 0,0 1 0,0-1 0,0 0 0,0 0 0,0 0 0,0 1 0,0-1 0,0 0 0,0 0 0,-1 0 0,1 1 0,0-1 0,0 0 0,0 0 0,0 0 0,0 1 0,1 9 0,4-3 0,-1 0 0,0 1 0,-1-1 0,4 11 0,3 7 0,0 7 0,-8-26 0,-1 0 0,1 0 0,0 0 0,0 0 0,1 0 0,3 5 0,19 26 0,45 63 0,-60-89 0,1 0 0,17 14 0,0-1 0,-24-20 0,-3-2 0,1-1 0,0 1 0,0 0 0,0-1 0,0 0 0,1 0 0,-1 1 0,0-1 0,0 0 0,1-1 0,-1 1 0,4 0 0,-6 0 0,1-1 0,-1 0 0,1 0 0,-1 0 0,0 1 0,1-1 0,-1 0 0,1 0 0,-1 0 0,1 0 0,0 0 0,-1 0 0,1 0 0,-1 0 0,1 0 0,-1 0 0,1 0 0,-1 0 0,1 0 0,-1 0 0,1-1 0,-1 1 0,0 0 0,1 0 0,-1-1 0,1 1 0,-1 0 0,1 0 0,-1-1 0,0 1 0,1 0 0,-1-1 0,0 1 0,1-1 0,-1 1 0,0-1 0,1 1 0,-1 0 0,0-1 0,0 1 0,0-1 0,0 1 0,1-1 0,-1 1 0,0-1 0,1-2 0,2-3 0,-1-1 0,1 0 0,-1-1 0,0 1 0,0 0 0,-1 0 0,1-12 0,-2-58 0,-2 33 0,2-102 0,1 142 0,-1 0 0,1 0 0,-1 0 0,1 0 0,0 1 0,0-1 0,1 0 0,-1 0 0,1 1 0,0-1 0,0 1 0,0 0 0,0-1 0,5-4 0,-2-2 0,-1 10 0,-3 0 0,105 37 0,67 18 0,-164-53-951,-1-1 0,0 0 0,0 0-1,11-1 1,-16 0 400,1 0 0,-1 0 0,1-1 0,-1 1-1,1-1 1,-1 0 0,0 0 0,1 0 0,-1-1 0,0 1 0,0-1-1,0 1 1,5-5 0,-8 6 324,1 0 0,-1 0 0,0-1 0,1 1 0,-1 0 0,0 0 0,1 0 1,-1-1-1,0 1 0,0 0 0,1 0 0,-1-1 0,0 1 0,0 0 0,0-1 0,1 1 0,-1 0 0,0-1 0,0 1 0,0 0 0,0-1 0,0 1 1,0 0-1,0-1 0,1 1 0,-1 0 0,0-1 0,0 1 0,0 0 0,-1-1 0,1 1 0,0 0 0,0-1 0,0 1 0,0 0 0,0-1 0,0 1 1,0 0-1,-1-1 0,1 1 0,0 0 0,0-1 0,0 1 0,-1 0 0,1 0 0,0-1 0,0 1 0,-1 0 0,1 0 0,0-1 0,0 1 0,-1 0 1,1 0-1,-1 0 0,-8-6-6035</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13.419"/>
    </inkml:context>
    <inkml:brush xml:id="br0">
      <inkml:brushProperty name="width" value="0.035" units="cm"/>
      <inkml:brushProperty name="height" value="0.035" units="cm"/>
    </inkml:brush>
  </inkml:definitions>
  <inkml:trace contextRef="#ctx0" brushRef="#br0">658 82 3433,'9'0'6573,"4"2"7750,-19 14-7508,4-12-6680,-1 1 1,1-1-1,-1 1 0,0-1 0,-1 0 1,1 0-1,-1 0 0,0-1 0,0 1 1,0-1-1,-9 6 0,-11 5-135,21-12 0,0 0 0,1 0 0,-1-1 0,0 1 0,0-1 0,0 0 0,-5 2 0,-8 5 0,15-7 0,-1-1 0,1 1 0,0 0 0,-1 0 0,1-1 0,0 1 0,-1-1 0,1 1 0,-1-1 0,1 1 0,0-1 0,-1 0 0,-2 0 0,-3 0 0,1 0 0,-1-1 0,0 0 0,0-1 0,0 0 0,1 0 0,-1 0 0,1-1 0,-1 1 0,1-2 0,0 1 0,0-1 0,1 0 0,-1 0 0,1 0 0,-1-1 0,1 0 0,1 0 0,-1 0 0,1 0 0,0-1 0,-4-7 0,6 9 0,1 0 0,-1 0 0,1-1 0,0 1 0,0 0 0,0-1 0,1 1 0,0 0 0,0-1 0,0-6 0,0 2 0,9-25 0,-9 33 0,1 1 0,-1-1 0,1 0 0,-1 0 0,1 0 0,-1 0 0,1 1 0,-1-1 0,1 0 0,0 1 0,-1-1 0,1 0 0,0 1 0,0-1 0,-1 1 0,1-1 0,0 1 0,0-1 0,0 1 0,0 0 0,0 0 0,0-1 0,-1 1 0,1 0 0,0 0 0,2 0 0,1-1 0,0 0 0,0 1 0,0 0 0,0 0 0,0 0 0,5 1 0,3 2 0,0 0 0,0 0 0,0 2 0,0-1 0,-1 2 0,0 0 0,0 0 0,0 0 0,-1 2 0,0-1 0,0 1 0,10 12 0,0-1 0,-16-17 0,-1 1 0,0 0 0,-1 0 0,1-1 0,0 2 0,-1-1 0,0 0 0,1 0 0,-1 1 0,-1-1 0,3 6 0,-1-2 0,-1 0 0,0-1 0,0 1 0,-1 0 0,1 0 0,-2 0 0,1 0 0,-1 0 0,0 0 0,0 0 0,-1 0 0,0 0 0,-1 0 0,1 0 0,-1 0 0,0 0 0,-1-1 0,0 1 0,-5 8 0,-18 20 0,-52 55 0,27-35 0,38-42 0,0 0 0,-21 15 0,-17 15 0,40-33 0,0 0 0,0 0 0,-1-1 0,-15 8 0,21-13 0,-1 0 0,0-1 0,0 0 0,0-1 0,0 0 0,-1 0 0,1 0 0,0-1 0,-16 1 0,10-3 0,-1 0 0,1-1 0,0-1 0,-1 0 0,1 0 0,0-2 0,1 1 0,-1-2 0,1 0 0,-23-14 0,30 16 0,1 0 0,-1 0 0,1 0 0,-8-10 0,0 1 0,11 12 0,-1-1 0,1 0 0,-1 0 0,1 0 0,0 0 0,0 0 0,-1 0 0,1 0 0,1 0 0,-1 0 0,0 0 0,0-1 0,1 1 0,0 0 0,-1 0 0,1-1 0,0 1 0,0 0 0,0-1 0,0 1 0,0 0 0,1-1 0,-1 1 0,1 0 0,0 0 0,-1-1 0,1 1 0,0 0 0,0 0 0,0 0 0,1 0 0,-1 0 0,0 0 0,3-2 0,3-1 0,1-1 0,0 1 0,0 0 0,0 1 0,0 0 0,1 0 0,-1 1 0,1 0 0,0 0 0,0 1 0,11-1 0,12-1 0,58 0 0,105 13 0,-146-6 0,-21 0 0,35 9 0,-6-1 0,26 7 0,15 1 0,-84-17-1035,-11-1 294,0 0 1,1-1-1,-1 1 1,0-1-1,1 0 1,-1 0-1,0 0 0,1 0 1,-1-1-1,0 1 1,1-1-1,4-2 1,4-2-1460,-7 3 968,0 0 0,-1 0 0,1-1 0,0 1 0,-1-1 0,1 0 0,-1-1 0,0 1-1,4-5 1,1-3-2911</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13.828"/>
    </inkml:context>
    <inkml:brush xml:id="br0">
      <inkml:brushProperty name="width" value="0.035" units="cm"/>
      <inkml:brushProperty name="height" value="0.035" units="cm"/>
    </inkml:brush>
  </inkml:definitions>
  <inkml:trace contextRef="#ctx0" brushRef="#br0">78 33 2545,'-1'0'687,"0"0"1,0-1 0,0 1 0,0-1 0,0 1-1,0-1 1,0 0 0,0 1 0,1-1-1,-1 0 1,0 1 0,0-1 0,1 0 0,-1 0-1,0 0 1,1 0 0,-1 0 0,1 0 0,-1 0-1,1 0 1,0 0 0,-1 0 0,1 0 0,0 0-1,-1 0 1,1 0 0,0 0 0,0 0 0,0 0-1,0 0 1,1-6 5906,-10 13-4312,9 156-2257,-9-98-25,8-50 0,-1 1 0,0-1 0,-1 0 0,-10 27 0,10-30 0,1 15-1326,3-25 1170,-1 0 0,0 1 0,0-1 0,1 0 0,-1 1 1,0-1-1,0 1 0,0-1 0,-1 1 0,1-1 0,0 0 1,-1 1-1,1-1 0,0 0 0,-1 1 0,0-1 0,1 0 1,-1 0-1,0 1 0,1-1 0,-1 0 0,0 0 0,-1 1 1,-7 1-6849,15-12-495,-5 7 6728,1 0 0,-1 0 1,0-1-1,0 1 0,1 0 0,-1-1 1,-1 1-1,2-4 0,-2-5-1831,0 0-33</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14.056"/>
    </inkml:context>
    <inkml:brush xml:id="br0">
      <inkml:brushProperty name="width" value="0.035" units="cm"/>
      <inkml:brushProperty name="height" value="0.035" units="cm"/>
    </inkml:brush>
  </inkml:definitions>
  <inkml:trace contextRef="#ctx0" brushRef="#br0">35 39 1032,'-34'-27'13019,"35"16"-3946,62 12-2460,-49 0-6020,0 1 0,-1 0 0,1 1 0,24 8 0,89 48-512,-21-8-97,-69-34 33,22 8-113,9 7-6098,-64-31 5071,1 1 1,-1-1 0,1-1-1,0 1 1,0-1 0,-1 0-1,1 0 1,0 0 0,0 0 0,-1-1-1,1 0 1,0 0 0,-1 0-1,1-1 1,-1 1 0,0-1-1,6-3 1,-1 0-2922</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14.385"/>
    </inkml:context>
    <inkml:brush xml:id="br0">
      <inkml:brushProperty name="width" value="0.035" units="cm"/>
      <inkml:brushProperty name="height" value="0.035" units="cm"/>
    </inkml:brush>
  </inkml:definitions>
  <inkml:trace contextRef="#ctx0" brushRef="#br0">2 50 1680,'0'-8'1562,"0"8"-1373,-1-1 1,1 0-1,0 0 1,0 0 0,0 0-1,0 0 1,0 1 0,0-1-1,0 0 1,0 0 0,0 0-1,0 0 1,1 0-1,-1 1 1,0-1 0,0 0-1,1 0 1,-1 1 0,1-1-1,-1 0 1,1 0 0,-1 1-1,1-1 1,-1 0 0,1 1-1,-1-1 1,1 1-1,0-1 1,-1 1 0,1-1-1,0 1 1,0-1 0,0 1-1,-1 0 1,1-1 0,0 1-1,0 0 1,0 0-1,-1 0 1,1-1 0,2 1-1,34-6 1090,0 1-1,1 2 0,0 1 1,0 2-1,-1 2 1,47 8-1,-71-8-1010,0 1 0,0 0 1,-1 1-1,0 0 0,1 1 0,-2 1 0,1 0 1,-1 0-1,20 15 0,-28-18-125,1 0 0,-1 0 0,0 1 0,0-1 1,0 0-1,-1 1 0,1 0 0,-1 0 0,0 0 0,0 0 0,0 0 0,0 0 1,-1 0-1,0 1 0,0-1 0,0 0 0,0 1 0,-1-1 0,1 1 0,-1-1 1,0 1-1,-1-1 0,1 1 0,-1-1 0,0 1 0,0-1 0,-3 8 0,-1 3 348,-2 0 0,0 0 0,-1-1-1,0 0 1,-1 0 0,-14 16 0,-9 4 194,25-27-545,0 0 0,0 0 0,1 0 0,0 1 0,0 0 0,-8 17 0,13-24-133,0 0 0,1 1 0,-1-1-1,1 0 1,0 0 0,-1 0-1,1 0 1,0 1 0,0-1 0,0 0-1,0 0 1,0 0 0,0 1-1,0-1 1,0 0 0,0 0 0,0 0-1,1 1 1,-1-1 0,1 0-1,-1 0 1,1 0 0,0 2-1,1-2 12,-1 0-1,0 0 0,1 0 0,-1 0 0,0 0 0,1 0 0,-1-1 0,1 1 0,0 0 0,-1-1 1,1 0-1,-1 1 0,1-1 0,0 0 0,1 0 0,9 0 80,-1 0-1,0-1 1,21-5 0,-30 6-97,80-17-1217,0-4 0,101-39 0,-70 0-9700,-93 50 6866,-1-1 0,27-20 1,-27 18-357</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1T10:16:15.313"/>
    </inkml:context>
    <inkml:brush xml:id="br0">
      <inkml:brushProperty name="width" value="0.035" units="cm"/>
      <inkml:brushProperty name="height" value="0.035" units="cm"/>
    </inkml:brush>
  </inkml:definitions>
  <inkml:trace contextRef="#ctx0" brushRef="#br0">2567 33 2905,'-56'-6'4309,"16"0"-1909,-10 2-419,-263-13 11413,-131 29-5616,316-3-7778,-83 3 0,65-2 0,58-3 0,-87 15 0,108-12 0,-47 16 0,17-3 0,-17 5 0,39-8 0,-167 46 0,224-60 0,0 1 0,0 2 0,1-1 0,0 2 0,0 0 0,1 2 0,-28 24 0,40-32 0,0 1 0,0-1 0,1 1 0,-1 0 0,1 0 0,0 0 0,0 1 0,1-1 0,0 0 0,0 1 0,0 0 0,1-1 0,-1 1 0,1 0 0,1 0 0,-1 0 0,1 0 0,0 0 0,0 0 0,1 0 0,1 9 0,19 31 0,-16-37 0,-1 0 0,0 1 0,0-1 0,2 12 0,14 37 0,-17-47 0,1-1 0,0 0 0,1 0 0,10 16 0,5 10 0,23 47 0,-35-67 0,0 1 0,1-2 0,1 1 0,1-1 0,21 24 0,-13-19 0,1-1 0,0-1 0,2 0 0,36 22 0,-24-19 0,1-2 0,1-1 0,1-2 0,0-2 0,45 12 0,46 12 0,-116-35 0,264 53 0,-156-39 0,194 5 0,-281-22 0,128-7 0,-118 2 0,465-76 0,-341 43 0,128-37 0,-236 57 0,7-1 0,-1-3 0,91-44 0,-134 54 0,-3 2 0,0 0 0,25-20 0,-39 27 0,0-1 0,-1 0 0,0 0 0,0 0 0,0-1 0,0 0 0,-1 1 0,0-1 0,0 0 0,0-1 0,-1 1 0,1 0 0,2-11 0,-2-1 0,-1 0 0,0 0 0,-1 0 0,-1 0 0,0 0 0,-1 0 0,-7-30 0,2 21 0,-1 1 0,-1 1 0,-2-1 0,-17-34 0,8 20 0,16 29 0,-2 0 0,0 0 0,0 1 0,-11-16 0,-7-4 0,-3 1 0,0 2 0,-2 0 0,-42-30 0,48 40 0,-1 2 0,0 1 0,-1 1 0,0 0 0,-1 2 0,0 1 0,-28-5 0,10 3 0,-1 3 0,-83-6 0,24 15 0,0 4 0,0 4 0,-110 26 0,34 7-2328,-232 72-9518,299-80-423,59-14 6225</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8:33.848"/>
    </inkml:context>
    <inkml:brush xml:id="br0">
      <inkml:brushProperty name="width" value="0.035" units="cm"/>
      <inkml:brushProperty name="height" value="0.035" units="cm"/>
      <inkml:brushProperty name="color" value="#FF0066"/>
    </inkml:brush>
  </inkml:definitions>
  <inkml:trace contextRef="#ctx0" brushRef="#br0">982 53 24575,'-44'-2'0,"0"-2"0,-69-16 0,57 10 0,-2 2 0,1 3 0,-1 2 0,-67 5 0,116-1 0,0 0 0,0 1 0,1 0 0,-1 1 0,1 0 0,-1 0 0,1 0 0,0 1 0,0 1 0,1-1 0,-1 1 0,1 1 0,0-1 0,0 1 0,-6 7 0,-9 13 0,0 0 0,-30 50 0,14-19 0,12-21 0,2 2 0,1 0 0,3 2 0,0 0 0,-17 58 0,35-91 0,0 0 0,0 0 0,1 0 0,1 0 0,-1 0 0,1 0 0,0 0 0,0 0 0,1 0 0,0 0 0,1 0 0,-1 0 0,1 0 0,1 0 0,-1 0 0,1-1 0,0 1 0,6 7 0,0-1 0,0 0 0,1-1 0,1 0 0,0-1 0,1 0 0,0-1 0,17 11 0,-13-10 0,22 17 0,0-3 0,2-1 0,1-2 0,48 20 0,-61-33 0,-1-1 0,1-1 0,0-1 0,1-1 0,-1-2 0,1-1 0,0-1 0,57-6 0,-78 4 0,-1-1 0,1 0 0,0 0 0,-1-1 0,1 0 0,-1 0 0,0 0 0,0-1 0,0 0 0,-1-1 0,1 1 0,-1-1 0,0-1 0,8-8 0,1-5 0,-1 0 0,-1-1 0,15-31 0,-3 7 0,-14 23 0,-1-1 0,7-23 0,10-21 0,-21 54 0,1-1 0,-2 0 0,0 0 0,-1 0 0,0-1 0,-1 0 0,0 1 0,-1-1 0,0-25 0,-1 0 0,10-65 0,-3 46 0,-7 48 0,0 0 0,-1 1 0,0-1 0,0 1 0,-1-1 0,-2-9 0,2 17 0,0-1 0,1 0 0,-1 1 0,0-1 0,0 1 0,0-1 0,-1 1 0,1 0 0,-1-1 0,1 1 0,-1 0 0,0 0 0,0 0 0,0 0 0,0 0 0,0 1 0,0-1 0,0 0 0,0 1 0,-1 0 0,1-1 0,-1 1 0,1 0 0,-6-1 0,-88-13-1365,75 8-5461</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8:48.454"/>
    </inkml:context>
    <inkml:brush xml:id="br0">
      <inkml:brushProperty name="width" value="0.035" units="cm"/>
      <inkml:brushProperty name="height" value="0.035" units="cm"/>
      <inkml:brushProperty name="color" value="#FF0066"/>
    </inkml:brush>
  </inkml:definitions>
  <inkml:trace contextRef="#ctx0" brushRef="#br0">1060 186 24575,'0'-1'0,"0"1"0,0-1 0,0 1 0,0-1 0,-1 1 0,1-1 0,0 1 0,0-1 0,-1 1 0,1 0 0,0-1 0,-1 1 0,1-1 0,0 1 0,-1 0 0,1-1 0,-1 1 0,1 0 0,0 0 0,-1-1 0,1 1 0,-1 0 0,1 0 0,-1 0 0,1-1 0,-1 1 0,0 0 0,-16-3 0,13 3 0,-70-5 0,-90 4 0,72 3 0,69-2 0,-1 1 0,-37 6 0,52-5 0,0 1 0,0-1 0,0 1 0,1 1 0,-1 0 0,1 0 0,0 1 0,0 0 0,-12 9 0,-134 142 0,128-128 0,-6 8 0,11-11 0,-2-1 0,-28 23 0,33-32 0,-1 1 0,2 1 0,0 1 0,1 0 0,1 1 0,-14 24 0,21-29 0,0 0 0,1 1 0,1 0 0,0 0 0,1 0 0,0 1 0,2 0 0,0 0 0,1 0 0,-1 17 0,5 8 0,1 0 0,3-1 0,14 57 0,-11-54 0,-2-17 0,13 35 0,-4-17 0,0-2 0,42 76 0,-41-85 0,-9-19 0,1 0 0,1-1 0,0 0 0,0-1 0,2 0 0,21 19 0,-5-9 0,0-2 0,34 19 0,-23-17 0,83 34 0,-101-49 0,0 0 0,0-2 0,1 0 0,0-1 0,44 1 0,-43-5 0,-1-2 0,0 0 0,0-2 0,0 0 0,-1-1 0,41-16 0,17-2 0,-51 16 0,33-14 0,-11-2 0,-1-3 0,-2-2 0,63-49 0,-103 73 0,0-1 0,-1 0 0,0 0 0,0-1 0,-1 0 0,1 0 0,-1 0 0,-1-1 0,1 1 0,-1-1 0,0 0 0,-1-1 0,1 1 0,-1-1 0,-1 1 0,0-1 0,0 0 0,0 0 0,0-14 0,1-54 0,-8-93 0,4 143 0,-4-17 0,-1 1 0,-2 0 0,-2 1 0,-17-44 0,12 49 0,-1 0 0,-2 2 0,-45-64 0,24 37 0,0 0 0,4-2 0,-51-125 0,70 145 0,-40-124 0,41 127-1365,7 24-5461</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8:50.821"/>
    </inkml:context>
    <inkml:brush xml:id="br0">
      <inkml:brushProperty name="width" value="0.035" units="cm"/>
      <inkml:brushProperty name="height" value="0.035" units="cm"/>
      <inkml:brushProperty name="color" value="#FF0066"/>
    </inkml:brush>
  </inkml:definitions>
  <inkml:trace contextRef="#ctx0" brushRef="#br0">362 1 24575,'-4'0'0,"0"1"0,1-1 0,-1 1 0,0 0 0,1 0 0,-1 1 0,1-1 0,-1 1 0,1-1 0,-5 4 0,-33 26 0,26-19 0,-4 3 0,0 1 0,1 1 0,0 1 0,2 0 0,0 1 0,1 1 0,1 1 0,-18 34 0,22-35 0,0 1 0,1 1 0,1 0 0,1 0 0,1 0 0,-5 42 0,-1 20 0,-7 84 0,18-143 0,0-7 0,1 1 0,0-1 0,5 35 0,-4-48 0,1 0 0,-1 1 0,1-1 0,0 0 0,0 0 0,0 0 0,1-1 0,0 1 0,0 0 0,0-1 0,1 0 0,-1 0 0,1 0 0,0 0 0,0 0 0,0-1 0,9 5 0,3 1 0,1-1 0,1 0 0,30 8 0,61 9 0,-90-21 0,43 6 0,0-4 0,0-2 0,87-6 0,-40 0 0,-100 2 0,-2 0 0,-1 0 0,1 0 0,0-1 0,10-1 0,-15 1 0,-1 1 0,1-1 0,0 0 0,0 0 0,-1 1 0,1-1 0,-1 0 0,1 0 0,-1 0 0,1-1 0,-1 1 0,0 0 0,1 0 0,-1-1 0,0 1 0,0-1 0,0 1 0,0-1 0,0 1 0,0-1 0,-1 0 0,1-1 0,3-16 0,-1-1 0,-1 1 0,0 0 0,-2-1 0,-3-36 0,1 17 0,1 8 0,-1-1 0,-1 1 0,-2 0 0,-1 0 0,-2 1 0,0 0 0,-2 0 0,-26-51 0,33 75 0,-1 0 0,0 1 0,0-1 0,-1 1 0,1 0 0,-1 0 0,-1 0 0,1 1 0,0 0 0,-9-5 0,-4 0 0,0 0 0,-23-7 0,29 12 0,-1-1 0,0 0 0,1-1 0,0 0 0,0-1 0,1 0 0,-14-12 0,-7-10-273,-1 2 0,-2 1 0,0 2 0,-53-28 0,63 40-6553</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8:53.002"/>
    </inkml:context>
    <inkml:brush xml:id="br0">
      <inkml:brushProperty name="width" value="0.035" units="cm"/>
      <inkml:brushProperty name="height" value="0.035" units="cm"/>
      <inkml:brushProperty name="color" value="#FF0066"/>
    </inkml:brush>
  </inkml:definitions>
  <inkml:trace contextRef="#ctx0" brushRef="#br0">618 140 24575,'0'1'0,"0"0"0,0 0 0,-1 0 0,1 0 0,0 1 0,-1-1 0,0 0 0,1 0 0,-1 0 0,1 0 0,-1 0 0,0 0 0,0 0 0,1 0 0,-1-1 0,0 1 0,0 0 0,-2 1 0,-21 12 0,18-11 0,-16 8 0,-1-1 0,-38 10 0,43-15 0,0 1 0,0 1 0,1 0 0,0 1 0,-23 15 0,-105 96 0,138-112 0,0 1 0,0 0 0,1 0 0,0 1 0,0 0 0,1 0 0,0 0 0,-6 18 0,0 5 0,-8 45 0,13-52 0,-13 98 0,16-91 0,-2 0 0,-1 0 0,-13 40 0,15-62 0,-6 16 0,1 0 0,1 1 0,-6 46 0,13-65 0,0 0 0,1 0 0,0 0 0,0 0 0,1 0 0,0 0 0,1-1 0,0 1 0,0 0 0,1-1 0,-1 1 0,2-1 0,-1 0 0,1 0 0,0 0 0,0 0 0,8 8 0,36 30 0,-5-4 0,-24-22 0,1 0 0,33 26 0,-41-37 0,1 1 0,0-2 0,1 0 0,0 0 0,0-1 0,15 4 0,41 8 0,1-2 0,1-4 0,0-3 0,120 1 0,-47-10 0,194-3 0,-332 3 0,0-1 0,-1 1 0,1-1 0,-1 0 0,1-1 0,-1 1 0,0-1 0,1-1 0,6-3 0,-9 4 0,0-1 0,0 0 0,0 0 0,-1-1 0,0 1 0,1-1 0,-1 1 0,0-1 0,-1 0 0,1 0 0,-1-1 0,1 1 0,1-6 0,5-14 0,-1 0 0,-1-1 0,-1 0 0,4-36 0,1-103 0,-10 129 0,2-427 0,-4 438 0,-1 1 0,0 0 0,-9-31 0,9 47 0,0 0 0,0 0 0,-1 0 0,0 0 0,0 0 0,-1 1 0,0-1 0,0 1 0,0 0 0,-1 0 0,0 1 0,0-1 0,-1 1 0,-10-8 0,-4 1 0,1-1 0,0-1 0,1 0 0,0-1 0,1-1 0,1-1 0,-14-19 0,-4-14 0,17 23 0,-41-47 0,50 66 0,0 0 0,-1 0 0,0 1 0,0 0 0,0 1 0,-1 0 0,0 0 0,-1 1 0,-12-4 0,1 2 0,0 2 0,0 0 0,0 1 0,-36-1 0,-92 8 0,140-3-114,0 1 1,0 0-1,0 0 0,0 1 0,1 0 1,-1 1-1,1 0 0,-1 1 0,1 0 1,0 0-1,-11 7 0,6 1-6712</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8:55.360"/>
    </inkml:context>
    <inkml:brush xml:id="br0">
      <inkml:brushProperty name="width" value="0.035" units="cm"/>
      <inkml:brushProperty name="height" value="0.035" units="cm"/>
      <inkml:brushProperty name="color" value="#FF0066"/>
    </inkml:brush>
  </inkml:definitions>
  <inkml:trace contextRef="#ctx0" brushRef="#br0">514 0 24575,'-6'1'0,"0"0"0,-1 1 0,1-1 0,0 1 0,1 0 0,-8 4 0,-11 4 0,-17 2 0,6-1 0,0 0 0,-45 23 0,70-28 0,0-1 0,0 1 0,1 1 0,0 0 0,0 0 0,1 1 0,0 0 0,0 0 0,1 1 0,0 0 0,0 0 0,-5 11 0,-3 14 0,2 0 0,2 1 0,1 1 0,-10 62 0,-3 14 0,15-80 0,-2 3 0,2 0 0,1 1 0,-3 55 0,10 141 0,1-118 0,-1-102 0,1 0 0,-1 0 0,2-1 0,-1 1 0,2 0 0,0-1 0,0 1 0,1-1 0,0 0 0,1 0 0,0-1 0,1 0 0,0 1 0,0-2 0,1 1 0,1-1 0,11 12 0,16 10 0,0-1 0,2-2 0,2-1 0,45 24 0,-77-47 0,1-1 0,0 1 0,0-1 0,0-1 0,0 1 0,0-1 0,1-1 0,-1 0 0,0 0 0,1 0 0,-1-1 0,12-1 0,-2-2 0,0-1 0,0-1 0,-1 0 0,28-13 0,69-40 0,-78 37 0,57-23 0,-75 38 0,0-2 0,0 0 0,26-17 0,-38 21 0,0 0 0,-1-1 0,1 0 0,-1 0 0,0-1 0,-1 1 0,1-1 0,-1 0 0,0 0 0,-1 0 0,1-1 0,-1 1 0,2-8 0,13-42 0,-3 0 0,-2-1 0,-3-1 0,-2 0 0,1-88 0,-9 93 0,-2-284 0,1 318 0,-1 0 0,0 0 0,-1 1 0,-1-1 0,-8-22 0,9 33 0,0 0 0,-1 0 0,0 0 0,0 0 0,-1 1 0,0 0 0,0 0 0,-1 0 0,0 0 0,0 1 0,-1 0 0,1 0 0,-12-6 0,-105-54 0,64 37 0,46 23 22,0 1 1,-1 0-1,0 2 0,0-1 0,-28-2 0,25 5-396,0-2-1,0-1 1,-24-8-1,17 3-6451</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8:58.320"/>
    </inkml:context>
    <inkml:brush xml:id="br0">
      <inkml:brushProperty name="width" value="0.035" units="cm"/>
      <inkml:brushProperty name="height" value="0.035" units="cm"/>
      <inkml:brushProperty name="color" value="#FF0066"/>
    </inkml:brush>
  </inkml:definitions>
  <inkml:trace contextRef="#ctx0" brushRef="#br0">888 50 24575,'-16'1'0,"-1"0"0,1 1 0,0 1 0,-27 7 0,-61 29 0,56-20 0,-64 26 0,-194 112 0,291-148 0,0 1 0,1 1 0,0 0 0,1 1 0,0 0 0,1 1 0,0 1 0,1 0 0,1 0 0,-10 19 0,10-14 0,1 0 0,1 1 0,1-1 0,0 2 0,2-1 0,0 1 0,2-1 0,-2 28 0,3 238 0,4-155 0,-2-115 0,0-1 0,2 1 0,4 26 0,-4-35 0,1 0 0,-1 0 0,1 0 0,1 0 0,-1-1 0,1 0 0,0 0 0,0 0 0,1 0 0,7 7 0,12 12 0,2-1 0,47 34 0,-62-51 0,1 0 0,0 0 0,0-1 0,1 0 0,0-1 0,0-1 0,0 0 0,0-1 0,27 3 0,62-3 0,27 2 0,-69 1 0,0-3 0,1-2 0,64-8 0,-108 5 0,1-1 0,0-1 0,-1 0 0,0-1 0,25-11 0,-31 11 0,-1-1 0,-1 0 0,1 0 0,-1-1 0,0 0 0,0 0 0,-1-1 0,0 0 0,12-17 0,0-7 0,-1-1 0,-2-1 0,-2 0 0,13-39 0,-10 25 0,31-61 0,-38 89 0,-1 1 0,-1-2 0,-2 1 0,1-1 0,-2-1 0,-1 1 0,4-39 0,-5-198 0,-6 180 0,2 53 0,-1-1 0,-1 1 0,-10-47 0,10 64 0,-1 1 0,1 0 0,-1 0 0,0-1 0,-1 2 0,1-1 0,-1 0 0,-1 1 0,1 0 0,-1 0 0,0 0 0,-1 0 0,1 1 0,-1 0 0,0 0 0,0 1 0,-8-5 0,-74-34 0,-22-14 0,38 23-67,47 23-1231,-4-2-5528</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00.984"/>
    </inkml:context>
    <inkml:brush xml:id="br0">
      <inkml:brushProperty name="width" value="0.035" units="cm"/>
      <inkml:brushProperty name="height" value="0.035" units="cm"/>
      <inkml:brushProperty name="color" value="#FF0066"/>
    </inkml:brush>
  </inkml:definitions>
  <inkml:trace contextRef="#ctx0" brushRef="#br0">212 29 24575,'0'0'0,"0"-1"0,0 1 0,-1-1 0,1 0 0,0 1 0,-1-1 0,1 1 0,0-1 0,-1 1 0,1-1 0,-1 1 0,1 0 0,-1-1 0,1 1 0,-1-1 0,1 1 0,-1 0 0,1 0 0,-1-1 0,0 1 0,1 0 0,-1 0 0,1 0 0,-1-1 0,0 1 0,1 0 0,-1 0 0,0 0 0,1 0 0,-1 0 0,1 0 0,-2 1 0,-21 1 0,15 0 0,1 0 0,-1 1 0,1 0 0,0 1 0,0-1 0,0 1 0,1 1 0,-1-1 0,1 1 0,0 0 0,-8 9 0,5-4 0,0 0 0,1 1 0,0-1 0,1 2 0,0-1 0,-6 14 0,9-12 0,0 0 0,0 0 0,1 0 0,1 0 0,0 0 0,1 17 0,0-3 0,8 56 0,-4-69 0,0 0 0,1 1 0,1-2 0,0 1 0,1 0 0,1-1 0,0 0 0,15 21 0,-1-7 0,0-2 0,44 41 0,-55-57 0,1 0 0,0-1 0,1 0 0,-1-1 0,1 0 0,1-1 0,-1 0 0,1-1 0,0 0 0,0-1 0,1-1 0,-1 0 0,1-1 0,-1 0 0,26-1 0,-23-1 0,38 2 0,1-4 0,54-7 0,-93 7 0,-1-1 0,0-1 0,0 0 0,0-1 0,-1 0 0,0-1 0,0-1 0,0 0 0,-1-1 0,0-1 0,23-19 0,-32 24 0,1 0 0,-1 0 0,-1-1 0,1 0 0,-1 0 0,1 0 0,-1 0 0,-1 0 0,1-1 0,-1 1 0,0-1 0,0 0 0,1-5 0,-3 6 0,1 0 0,-1 0 0,0 0 0,-1-1 0,1 1 0,-1 1 0,0-1 0,0 0 0,0 0 0,-1 0 0,0 0 0,0 1 0,0-1 0,0 1 0,-6-8 0,-1 0 0,0 0 0,-2 1 0,1 0 0,-1 0 0,-20-14 0,-66-36 0,5 2 0,79 49 0,-1 0 0,2-1 0,0-1 0,-17-21 0,12 11-151,-1 1-1,-1 1 0,-1 0 0,-1 2 1,-1 0-1,0 1 0,-1 1 1,-30-15-1,30 21-6674</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02.517"/>
    </inkml:context>
    <inkml:brush xml:id="br0">
      <inkml:brushProperty name="width" value="0.035" units="cm"/>
      <inkml:brushProperty name="height" value="0.035" units="cm"/>
      <inkml:brushProperty name="color" value="#FF0066"/>
    </inkml:brush>
  </inkml:definitions>
  <inkml:trace contextRef="#ctx0" brushRef="#br0">568 59 24575,'-13'1'0,"1"1"0,-1 1 0,1-1 0,0 2 0,0 0 0,-14 7 0,-3 0 0,-5 1 0,-138 55 0,151-57 0,1 1 0,0 0 0,1 1 0,1 2 0,0 0 0,-17 17 0,27-22 0,0 0 0,1 1 0,0 0 0,0 0 0,1 0 0,1 1 0,-1 0 0,2 0 0,0 1 0,0-1 0,-3 19 0,3-2 0,1 1 0,2-1 0,2 49 0,1-60 0,0 0 0,1-1 0,1 1 0,1-1 0,0 0 0,1 0 0,0-1 0,2 1 0,12 19 0,-5-13 0,0 0 0,2-1 0,1-1 0,0-1 0,25 21 0,-20-21 0,1-1 0,0-1 0,27 13 0,-37-23 0,-1-1 0,1 0 0,0-1 0,0 0 0,1-2 0,0 1 0,29 1 0,130 9 0,-98-5 0,1-4 0,118-8 0,-179 2 0,7-1 0,-1-1 0,1-1 0,27-8 0,-45 11 0,-1 0 0,0-1 0,1 0 0,-1 0 0,0 0 0,0 0 0,0 0 0,0-1 0,-1 0 0,1 0 0,-1 0 0,1 0 0,-1 0 0,0-1 0,0 1 0,-1-1 0,1 0 0,-1 0 0,0 0 0,0 0 0,0 0 0,2-7 0,-4 6 0,1 0 0,-1 0 0,-1 0 0,1-1 0,-1 1 0,1 0 0,-1 0 0,-1 1 0,1-1 0,-1 0 0,0 0 0,0 0 0,0 1 0,0 0 0,-1-1 0,0 1 0,0 0 0,0 0 0,-7-6 0,-8-8 0,0 0 0,-35-23 0,37 29 0,-22-19 0,1-2 0,1-2 0,2-1 0,2-1 0,-31-47 0,9 1 0,-54-114 0,97 175 0,-2-3-170,-1 2-1,-1-1 0,-1 2 1,-1 0-1,0 1 0,-2 0 1,-26-21-1,23 25-6655</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04.027"/>
    </inkml:context>
    <inkml:brush xml:id="br0">
      <inkml:brushProperty name="width" value="0.035" units="cm"/>
      <inkml:brushProperty name="height" value="0.035" units="cm"/>
      <inkml:brushProperty name="color" value="#FF0066"/>
    </inkml:brush>
  </inkml:definitions>
  <inkml:trace contextRef="#ctx0" brushRef="#br0">1024 0 24575,'0'1'0,"-1"0"0,1-1 0,-1 1 0,1-1 0,-1 1 0,1 0 0,-1-1 0,1 1 0,-1-1 0,0 1 0,1-1 0,-1 1 0,0-1 0,1 0 0,-1 1 0,0-1 0,0 0 0,1 0 0,-1 1 0,0-1 0,0 0 0,1 0 0,-1 0 0,0 0 0,-1 0 0,-26 3 0,23-3 0,-20 3 0,1 2 0,0 1 0,0 1 0,1 0 0,0 2 0,-23 12 0,-28 11 0,34-17 0,1 3 0,1 1 0,-57 39 0,72-42 0,0 2 0,1 1 0,2 0 0,0 2 0,1 0 0,-23 33 0,15-11 0,1 1 0,-33 80 0,23-50 0,-7 17 0,27-42 0,-22 102 0,8 53 0,29-198 0,-23 122 0,15-91 0,2 1 0,1 0 0,2 0 0,1 44 0,4-75 0,0 0 0,1-1 0,-1 1 0,1-1 0,1 0 0,-1 0 0,1 1 0,0-2 0,1 1 0,-1 0 0,1-1 0,0 1 0,1-1 0,-1 0 0,1 0 0,7 5 0,10 7 0,0-1 0,41 21 0,-46-27 0,13 6 0,1-2 0,0-1 0,1-2 0,0-1 0,0-1 0,1-2 0,0-1 0,1-2 0,38 0 0,-7-4 0,0-3 0,-1-3 0,115-25 0,-143 22 0,1-1 0,-2-1 0,52-25 0,-71 28 0,0-1 0,-1 0 0,0-1 0,-1-1 0,0 0 0,-1-1 0,0 0 0,-1-1 0,17-23 0,-19 20 0,0 0 0,-1 0 0,-1 0 0,-1-1 0,0-1 0,6-26 0,-5 2 0,6-72 0,-1 7 0,2-59 0,-14 139 0,-3-248 0,0 254-10,-1 1 0,0-1 0,-1 1 0,-2 0 0,0 0 0,-1 0 0,-11-21 0,5 16 50,-2 0 0,0 1 0,-2 0 0,-30-33 0,2 13-337,-2 1 0,-2 3 0,-1 2 0,-60-35 0,82 56-6529</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05.679"/>
    </inkml:context>
    <inkml:brush xml:id="br0">
      <inkml:brushProperty name="width" value="0.035" units="cm"/>
      <inkml:brushProperty name="height" value="0.035" units="cm"/>
      <inkml:brushProperty name="color" value="#FF0066"/>
    </inkml:brush>
  </inkml:definitions>
  <inkml:trace contextRef="#ctx0" brushRef="#br0">889 415 24575,'-62'2'0,"1"2"0,-108 23 0,-111 52 0,258-72 0,0 1 0,0 2 0,1 0 0,1 1 0,0 1 0,0 1 0,1 1 0,-24 22 0,32-25 0,1 0 0,0 1 0,1 0 0,0 1 0,1 0 0,0 0 0,1 1 0,1 0 0,0 0 0,1 0 0,1 1 0,0-1 0,-4 28 0,7-33 0,0 1 0,1-1 0,0 1 0,0-1 0,3 17 0,-2-21 0,1 0 0,-1 0 0,1-1 0,0 1 0,0-1 0,1 1 0,-1-1 0,1 0 0,0 0 0,0 0 0,1 0 0,5 5 0,3 1 0,0-1 0,1 0 0,0-1 0,0 0 0,0-1 0,1-1 0,0 0 0,1-1 0,-1-1 0,1 0 0,29 4 0,6-4 0,1-2 0,64-6 0,-91 3 0,0-2 0,1-1 0,-1-1 0,0-1 0,-1-1 0,1-1 0,-1-1 0,-1-1 0,0-1 0,0-1 0,29-23 0,-41 28 0,0-1 0,-1 0 0,0-1 0,0 0 0,-1 0 0,0-1 0,-1 0 0,0 0 0,-1-1 0,0 0 0,5-12 0,-2-2 0,-1 0 0,-2 0 0,0-1 0,3-32 0,-8 43 0,0 1 0,-1 0 0,-1-1 0,0 1 0,-1 0 0,-5-21 0,-31-81 0,19 64 0,3 9 0,-2 1 0,-37-64 0,-23-6 0,69 101-170,-1 1-1,0 0 0,0 1 1,-1 0-1,-1 1 0,1 0 1,-19-9-1,9 5-6655</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07.687"/>
    </inkml:context>
    <inkml:brush xml:id="br0">
      <inkml:brushProperty name="width" value="0.035" units="cm"/>
      <inkml:brushProperty name="height" value="0.035" units="cm"/>
      <inkml:brushProperty name="color" value="#FF0066"/>
    </inkml:brush>
  </inkml:definitions>
  <inkml:trace contextRef="#ctx0" brushRef="#br0">702 11 24575,'0'0'0,"0"-1"0,0 1 0,0-1 0,0 1 0,0 0 0,0-1 0,0 1 0,0-1 0,-1 1 0,1 0 0,0-1 0,0 1 0,0-1 0,-1 1 0,1 0 0,0-1 0,-1 1 0,1 0 0,0-1 0,-1 1 0,1 0 0,0 0 0,-1-1 0,1 1 0,0 0 0,-1 0 0,1 0 0,-1-1 0,1 1 0,0 0 0,-1 0 0,1 0 0,-1 0 0,1 0 0,-1 0 0,1 0 0,0 0 0,-1 0 0,1 0 0,-1 0 0,1 0 0,-1 0 0,0 1 0,-19 6 0,-19 23 0,2 1 0,1 2 0,-60 69 0,-50 98 0,102-136 0,9-12 0,3 2 0,-40 90 0,-26 126 0,89-238 0,2 1 0,0 0 0,3 0 0,0 0 0,2 48 0,3-72 0,0 1 0,0-1 0,0 0 0,1 1 0,1-1 0,0 0 0,0 0 0,0-1 0,1 1 0,8 12 0,-4-10 0,-1-1 0,2 0 0,-1 0 0,2-1 0,-1 0 0,1 0 0,11 7 0,-2-4 0,0-1 0,1 0 0,0-2 0,1 0 0,0-1 0,0-1 0,1-2 0,37 7 0,-46-11 0,0 1 0,0-2 0,1 0 0,18-2 0,-27 2 0,0-1 0,0-1 0,0 1 0,0-1 0,0 1 0,0-2 0,-1 1 0,1 0 0,-1-1 0,0 0 0,1 0 0,-1 0 0,0 0 0,4-5 0,1-3 0,-1-1 0,0 1 0,-1-1 0,0-1 0,-1 1 0,7-22 0,19-81 0,-25 77 0,-2 0 0,2-56 0,-9-79 0,-1 49 0,4 5 0,-3-127 0,-1 220-227,-2-1-1,0 1 1,-2 1-1,-1-1 1,-11-24-1,9 25-6598</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09.226"/>
    </inkml:context>
    <inkml:brush xml:id="br0">
      <inkml:brushProperty name="width" value="0.035" units="cm"/>
      <inkml:brushProperty name="height" value="0.035" units="cm"/>
      <inkml:brushProperty name="color" value="#FF0066"/>
    </inkml:brush>
  </inkml:definitions>
  <inkml:trace contextRef="#ctx0" brushRef="#br0">157 0 24575,'-7'4'0,"1"0"0,0 0 0,-1 1 0,2-1 0,-1 1 0,0 1 0,1-1 0,0 1 0,0 0 0,1 0 0,-6 10 0,-1 7 0,0 0 0,-8 26 0,8-19 0,4-11 0,1-1 0,0 1 0,2 0 0,0 0 0,2 1 0,-1 31 0,3-37 0,1 0 0,0 0 0,1-1 0,1 1 0,0 0 0,1-1 0,0 0 0,1 0 0,1 0 0,7 12 0,4 1 0,0-1 0,2-1 0,1-1 0,0-1 0,2-1 0,1-1 0,0 0 0,1-2 0,1-1 0,1-1 0,1-1 0,54 22 0,-64-31 0,0-2 0,0 0 0,1-1 0,-1-1 0,1-1 0,24 0 0,-5-3 0,73-14 0,-104 15 0,1-1 0,-1 1 0,0-1 0,0 0 0,0-1 0,0 1 0,0-1 0,-1-1 0,1 1 0,-1-1 0,0 0 0,0 0 0,0 0 0,-1 0 0,1-1 0,-1 0 0,0 0 0,0 0 0,-1-1 0,0 1 0,0-1 0,0 0 0,0 0 0,-1 0 0,0 0 0,-1 0 0,1-1 0,-1 1 0,1-11 0,1-33 0,-4-93 0,-2 61 0,3 66 0,-1 1 0,0-1 0,-1 1 0,-1-1 0,-1 1 0,-6-18 0,7 26 0,0-1 0,0 1 0,-1 0 0,0 1 0,-1-1 0,0 1 0,0 0 0,0 0 0,-1 0 0,1 1 0,-1 0 0,-1 0 0,1 0 0,-10-4 0,-6-1 0,0 1 0,-1 1 0,-1 1 0,-41-6 0,28 5 0,18 4-95,-99-19 322,99 21-526,1 1-1,-1 0 1,0 1-1,-25 3 1,22 1-6527</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10.769"/>
    </inkml:context>
    <inkml:brush xml:id="br0">
      <inkml:brushProperty name="width" value="0.035" units="cm"/>
      <inkml:brushProperty name="height" value="0.035" units="cm"/>
      <inkml:brushProperty name="color" value="#FF0066"/>
    </inkml:brush>
  </inkml:definitions>
  <inkml:trace contextRef="#ctx0" brushRef="#br0">896 1 24575,'-10'0'0,"0"1"0,0 1 0,0 0 0,0 0 0,1 1 0,-18 7 0,2-1 0,-52 19 0,-122 62 0,167-72 0,1 0 0,1 3 0,0 0 0,2 2 0,0 1 0,-31 35 0,-8 21 0,-88 135 0,148-203 0,0 1 0,1 0 0,1 1 0,0-1 0,1 1 0,0 0 0,1 0 0,-1 18 0,1 10 0,4 62 0,1-64 0,-1-17 0,0 0 0,2 0 0,1 0 0,11 41 0,-11-53 0,1-1 0,-1 1 0,2-1 0,-1 1 0,1-2 0,1 1 0,0-1 0,0 0 0,1 0 0,0-1 0,16 13 0,3-1 0,2-1 0,0-2 0,1-1 0,0-1 0,2-2 0,-1-1 0,58 14 0,-31-14 0,0-3 0,1-3 0,96-1 0,139-15 0,-230 4 0,0-3 0,94-25 0,-127 26 0,-1-2 0,0-2 0,0 0 0,-1-2 0,0-2 0,-2 0 0,0-2 0,0 0 0,-2-2 0,43-44 0,-33 26 0,56-80 0,-81 103 0,-1 0 0,-1-1 0,0 0 0,-1-1 0,-1 0 0,0 0 0,-2 0 0,0 0 0,2-21 0,-4 22 0,-1-1 0,-1 0 0,0 1 0,-2-1 0,-4-25 0,4 33 0,-1 0 0,0 0 0,-1 1 0,1-1 0,-2 1 0,1 0 0,-1 0 0,0 1 0,-1-1 0,0 1 0,-9-8 0,-4-3 0,-2 2 0,0 0 0,0 2 0,-1 0 0,-31-14 0,1 6 0,-74-23 0,111 40 0,0 2 0,-1-1 0,1 2 0,-1 0 0,1 1 0,-1 0 0,1 2 0,-28 3 0,3 0 0,0-1 0,-1-1 0,1-3 0,-45-6 0,55 4-100,16 3-111,1-1 0,-1-1 0,1 0 0,0-1 1,-25-9-1,9-3-6615</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15.214"/>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1243 24575,'0'0'0,"6"0"0,9 0 0,5 0 0,7 0 0,4 0 0,2 0 0,2 0 0,0-3 0,1-1 0,2-6 0,-3 0 0,7 1 0,19-8 0,11-5 0,5 1 0,2-3 0,-4 1 0,4 1 0,-12 2 0,5 4 0,-12 1 0,-4-6 0,-7 3 0,4 3 0,-7 4 0,-10 1 0,-4 3 0,-2 2 0,-1 1 0,4-1 0,8-5 0,1-1 0,4-2 0,-4 2 0,-3 3 0,-2 2 0,5 3 0,-1 1 0,-3-2 0,-6-3 0,-5 0 0,-1 1 0,11-9 0,5-2 0,2-2 0,7 3 0,-3-4 0,19-2 0,-2-8 0,3 4 0,-7 5 0,-5-1 0,-8 5 0,-6-2 0,-4 4 0,0-3 0,-4 3 0,6 0 0,-5 1 0,-2 2 0,1-4 0,-3 4 0,7-2 0,-4 0 0,-5-1 0,-5-1 0,0 3 0,1 4 0,2 2 0,2 3 0,-1-1 0,-3 1 0,-1 1 0,0 0 0,-2-2 0,0-2 0,1 0 0,3-7 0,2 3 0,6-3 0,-1 0 0,0 1 0,1 4 0,-1 3 0,-2-1 0,-7-2 0,-1 1 0,8-1 0,-4-2 0,-2 1 0,-3 2 0,-1-1 0,1-5 0,-1-2 0,3 2 0,-1-1 0,2 4 0,3 2 0,2 4 0,2 1 0,-3 0 0,-5-3 0,-4 0 0,1-2 0,-1-2 0,3 1 0,2 2 0,3 2 0,3-4 0,2 1 0,-3-2 0,-6-2 0,-7 2 0</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16.977"/>
    </inkml:context>
    <inkml:brush xml:id="br0">
      <inkml:brushProperty name="width" value="0.05" units="cm"/>
      <inkml:brushProperty name="height" value="0.05" units="cm"/>
      <inkml:brushProperty name="color" value="#AE198D"/>
      <inkml:brushProperty name="inkEffects" value="galaxy"/>
      <inkml:brushProperty name="anchorX" value="-4923.81738"/>
      <inkml:brushProperty name="anchorY" value="396.70654"/>
      <inkml:brushProperty name="scaleFactor" value="0.5"/>
    </inkml:brush>
  </inkml:definitions>
  <inkml:trace contextRef="#ctx0" brushRef="#br0">0 0 24575,'0'0'0,"15"0"0,8 4 0,21 6 0,16 10 0,12 1 0,9 14 0,15-3 0,10 15 0,4-5 0,24 2 0,22 1 0,8 12 0,-6-8 0,-7 1 0,-4-5 0,-14 0 0,-14-2 0,-23-10 0,-20 1 0,-10-8 0,-14-1 0,-7-6 0,3 2 0,-3 1 0,19 7 0,8 13 0,21 6 0,26 12 0,7-5 0,12 10 0,6-1 0,-7-5 0,2-2 0,-12-3 0,-1-2 0,-10-12 0,-12-3 0,-19-11 0,-17-9 0,-14 0 0,-11-5 0,-6-3 0,3-1 0,-9 2 0,-7-2 0</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18.842"/>
    </inkml:context>
    <inkml:brush xml:id="br0">
      <inkml:brushProperty name="width" value="0.05" units="cm"/>
      <inkml:brushProperty name="height" value="0.05" units="cm"/>
      <inkml:brushProperty name="color" value="#AE198D"/>
      <inkml:brushProperty name="inkEffects" value="galaxy"/>
      <inkml:brushProperty name="anchorX" value="-9854.3418"/>
      <inkml:brushProperty name="anchorY" value="-1987.46118"/>
      <inkml:brushProperty name="scaleFactor" value="0.5"/>
    </inkml:brush>
  </inkml:definitions>
  <inkml:trace contextRef="#ctx0" brushRef="#br0">0 8 24575,'0'0'0,"3"-3"0,5-1 0,2 4 0,7 0 0,2 5 0,1 4 0,0-1 0,0-1 0,-1 2 0,3 5 0,6 3 0,0 0 0,6 2 0,1 3 0,1 3 0,11 14 0,13 16 0,-3 2 0,-3 3 0,-5-4 0,11 11 0,-2-4 0,-4 5 0,-2 5 0,-1 17 0,6 4 0,10 16 0,11 14 0,-1-2 0,-6-5 0,-3-2 0,-2-14 0,6 20 0,21 12 0,-6-2 0,-8-11 0,-1-3 0,-7-13 0,-14-15 0,8 5 0,-6-8 0,-2-1 0,-6-1 0,8 14 0,-3-10 0,6-1 0,-1-12 0,-8-8 0,4 0 0,-5-9 0,-4-3 0,-8-13 0,3 5 0,-2-4 0,-2 1 0,5 2 0,-4-8 0,-2-3 0,-1 1 0,-5 2 0,-5-2 0,-3 2 0,0-1 0,1 1 0,6-2 0,-1-7 0,4-1 0,-5-4 0,-3-3 0,4-1 0,-7 1 0,-1 0 0,11 9 0,2 4 0,9 5 0,5 1 0,0 1 0,0-5 0,1-5 0,-6-5 0,-4 0 0,-3 0 0,-2 2 0,-8 2 0,-1 1 0,4 2 0,1 0 0,-2-2 0,-5-3 0,0-1 0,4 1 0,-4-2 0,1 1 0,-1-1 0,-2-3 0,-2-2 0,-1 2 0,2 6 0,4 2 0,2 3 0,10 1 0,2 0 0,-2-6 0,-7-5 0,-5 4 0,-5-2 0,-2-2 0,2 1 0,2 2 0,4 3 0,3 0 0,6 3 0,-5-6 0</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21.450"/>
    </inkml:context>
    <inkml:brush xml:id="br0">
      <inkml:brushProperty name="width" value="0.05" units="cm"/>
      <inkml:brushProperty name="height" value="0.05" units="cm"/>
      <inkml:brushProperty name="color" value="#AE198D"/>
      <inkml:brushProperty name="inkEffects" value="galaxy"/>
      <inkml:brushProperty name="anchorX" value="-15200.88281"/>
      <inkml:brushProperty name="anchorY" value="-8077.85059"/>
      <inkml:brushProperty name="scaleFactor" value="0.5"/>
    </inkml:brush>
  </inkml:definitions>
  <inkml:trace contextRef="#ctx0" brushRef="#br0">1 14 24575,'0'0'0,"0"-3"0,7-1 0,13 1 0,15 0 0,9 14 0,7 9 0,-35-10 0,25 17 0,10 19 0,-36-28 0,22 33 0,20 29 0,-4 1 0,0 16 0,9 8 0,-6-2 0,2 0 0,-12-3 0,5-1 0,-8-4 0,8 4 0,-3 8 0,11 2 0,11 10 0,1 10 0,-4-8 0,-5-7 0,-4 5 0,3-8 0,-12-16 0,-5-6 0,-2 0 0,-10-8 0,-2-1 0,-2-7 0,1 0 0,-3-12 0,2-8 0,-6-1 0,-2 8 0,-3-7 0,0 0 0,-1-9 0,4-3 0,3 16 0,17 8 0,17 30 0,-3 0 0,-2-3 0,-5-5 0,-1-13 0,-10-12 0,-4-8 0,2-5 0,6-2 0,1 7 0,14 21 0,-4 8 0,-6-3 0,0 1 0,-4 1 0,-6 4 0,2 1 0,-5-3 0,-1-10 0,3-1 0,8 7 0,-3-5 0,1-7 0,-3 1 0,0-8 0,-9-8 0,-1-3 0,-6-9 0,3 3 0,-4-3 0,2-2 0,2 19 0,6 10 0,-3-5 0,-3 2 0,5-3 0,2-3 0,4 1 0,3-6 0,-7-5 0,-23-27 0,10 27 0,9 19 0,-4 0 0,5-7 0,-5 2 0,2 5 0,2-6 0,5 1 0,-5 0 0,2-2 0,0-6 0,1 4 0,-2-2 0,8 14 0,1-5 0,-6-6 0,0-3 0,-8-10 0,-6-5 0,3 4 0,3-1 0,4 5 0,-4 8 0,-2 1 0,-1-6 0,-2-8 0,-1-9 0,-4-5 0,-3-1 0,3-1 0,-2 0 0,4 2 0,-2 1 0,1 1 0,7-3 0,-1 1 0,-1-4 0,0-3 0,2 2 0,-3 0 0,2 3 0,0 5 0,0-2 0,2 1 0,0-3 0,0 4 0,-2 3 0,-4-6 0</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28.357"/>
    </inkml:context>
    <inkml:brush xml:id="br0">
      <inkml:brushProperty name="width" value="0.035" units="cm"/>
      <inkml:brushProperty name="height" value="0.035" units="cm"/>
      <inkml:brushProperty name="color" value="#0066FF"/>
    </inkml:brush>
  </inkml:definitions>
  <inkml:trace contextRef="#ctx0" brushRef="#br0">1 3832 24575,'1'0'0,"0"1"0,0 0 0,0-1 0,0 1 0,0-1 0,0 1 0,0-1 0,0 1 0,0-1 0,1 0 0,-1 1 0,0-1 0,0 0 0,0 0 0,0 0 0,1 0 0,-1 0 0,0 0 0,0 0 0,0-1 0,1 1 0,-1 0 0,0-1 0,0 1 0,0-1 0,0 1 0,0-1 0,0 1 0,0-1 0,2-1 0,4-4 0,0 1 0,0-1 0,7-8 0,-12 12 0,165-178 0,-15 35 0,46-25-416,611-416-1666,-195 194 1268,14 30-80,-606 349 947,90-49 715,155-114 0,23-36 1831,5-3-2581,-273 197-18,66-53 0,-74 58 0,-1 0 0,-1 0 0,0-1 0,10-16 0,-17 20 0,1 0 0,-2-1 0,0 0 0,0 1 0,-1-1 0,0-1 0,-1 1 0,0 0 0,-1-1 0,0-21 0,-2-3 0,-2 0 0,-9-40 0,1 31 0,-2 0 0,-2 1 0,-27-54 0,-14-42 0,-58-270-1365,104 369-5461</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29.704"/>
    </inkml:context>
    <inkml:brush xml:id="br0">
      <inkml:brushProperty name="width" value="0.035" units="cm"/>
      <inkml:brushProperty name="height" value="0.035" units="cm"/>
      <inkml:brushProperty name="color" value="#0066FF"/>
    </inkml:brush>
  </inkml:definitions>
  <inkml:trace contextRef="#ctx0" brushRef="#br0">0 1530 24575,'2'-3'0,"-1"1"0,1 0 0,0 0 0,0 0 0,0 0 0,0 0 0,0 0 0,0 0 0,1 1 0,-1-1 0,5-2 0,6-3 0,58-32-16,102-39 0,90-20-750,-190 73 338,768-239 195,-538 175 220,506-145 8,-274 82 70,-432 123 42,158-52 84,47-38 923,-197 82-1114,-57 20 0,-1-2 0,-1-2 0,59-33 0,46-28 0,-83 46 0,-71 34-59,3-1-104,0 0-1,0 0 1,0 0 0,0 1 0,0 0-1,1 0 1,10-1 0,3 5-6663</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30.676"/>
    </inkml:context>
    <inkml:brush xml:id="br0">
      <inkml:brushProperty name="width" value="0.035" units="cm"/>
      <inkml:brushProperty name="height" value="0.035" units="cm"/>
      <inkml:brushProperty name="color" value="#0066FF"/>
    </inkml:brush>
  </inkml:definitions>
  <inkml:trace contextRef="#ctx0" brushRef="#br0">1 0 24575,'12'1'0,"0"1"0,0 1 0,0-1 0,0 2 0,0 0 0,-1 0 0,0 1 0,0 0 0,16 11 0,6 2 0,235 130-7,37 18-663,143 42-102,475 147 1,-583-235 669,256 85-134,-330-119 236,126 38 0,-238-76 783,70 20 677,42 12-2510,-242-72-5776</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32.599"/>
    </inkml:context>
    <inkml:brush xml:id="br0">
      <inkml:brushProperty name="width" value="0.035" units="cm"/>
      <inkml:brushProperty name="height" value="0.035" units="cm"/>
      <inkml:brushProperty name="color" value="#0066FF"/>
    </inkml:brush>
  </inkml:definitions>
  <inkml:trace contextRef="#ctx0" brushRef="#br0">0 0 24575,'102'102'0,"122"156"0,-3 59 0,107 139 0,-290-411 0,3-3 0,47 41 0,97 66 0,-168-136 0,90 67 0,101 82 0,35 71 0,-103-95 0,-103-107 0,1-1 0,2-2 0,64 35 0,-49-31 0,57 43 0,-73-43 0,-1 1 0,-2 2 0,39 48 0,0 4 0,4-4 0,4-4 0,3-3 0,120 81 0,-162-126 0,0-2 0,-2 2 0,50 49 0,195 181 0,-141-133 0,-135-119 0,1-1 0,0 0 0,0-1 0,1 0 0,0-1 0,23 7 0,28 14 0,55 45 0,-94-57 0,1-1 0,50 18 0,10 5 0,-3 8 0,-48-24-455,1-2 0,53 20 0,-63-31-6371</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35.212"/>
    </inkml:context>
    <inkml:brush xml:id="br0">
      <inkml:brushProperty name="width" value="0.035" units="cm"/>
      <inkml:brushProperty name="height" value="0.035" units="cm"/>
      <inkml:brushProperty name="color" value="#0066FF"/>
    </inkml:brush>
  </inkml:definitions>
  <inkml:trace contextRef="#ctx0" brushRef="#br0">0 1 24575,'15'5'0,"-1"1"0,1-2 0,-1 0 0,1-1 0,0 0 0,19 0 0,1 1 0,801 77 0,-314-51 0,-5 0 0,-473-26 0,1 3 0,75 20 0,-9-1 0,-35-12 0,294 51 0,-101-32 0,-183-26 0,-1-5 0,115-10 0,-51 1 0,331 4 0,-422-2 0,0-2 0,64-17 0,34-4 0,213-8 0,-353 35 0,-1 0 0,0-1 0,1-1 0,-1 0 0,26-10 0,-22 6 0,0 1 0,0 1 0,0 1 0,1 0 0,0 1 0,-1 2 0,1 0 0,0 1 0,0 1 0,0 0 0,0 2 0,-1 0 0,27 9 0,16 4 0,84 12 0,66-4 0,-160-19 0,469 7 0,-335-13 0,-55-6-1365,-101 3-5461</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37.346"/>
    </inkml:context>
    <inkml:brush xml:id="br0">
      <inkml:brushProperty name="width" value="0.035" units="cm"/>
      <inkml:brushProperty name="height" value="0.035" units="cm"/>
      <inkml:brushProperty name="color" value="#0066FF"/>
    </inkml:brush>
  </inkml:definitions>
  <inkml:trace contextRef="#ctx0" brushRef="#br0">0 0 24575,'9'1'0,"0"0"0,0 0 0,0 1 0,-1 0 0,1 0 0,0 1 0,8 4 0,60 33 0,-37-18 0,353 173 0,19-28 0,-385-158 0,53 17 0,103 51 0,56 54 0,-9-4 0,-160-93 0,101 35 0,260 110 0,210 83 0,-639-261 0,332 117 0,-215-87 0,-37-11 0,104 33 0,383 105 0,-153-54 0,-308-79 0,124 11 0,-193-32 0,103 15 0,-120-15 0,-1 2 0,1 0 0,-2 1 0,31 15 0,-14-3 0,42 23 0,2-3 0,132 43 0,39 5 0,-243-83 0,113 35-1365,-83-25-5461</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38.967"/>
    </inkml:context>
    <inkml:brush xml:id="br0">
      <inkml:brushProperty name="width" value="0.035" units="cm"/>
      <inkml:brushProperty name="height" value="0.035" units="cm"/>
      <inkml:brushProperty name="color" value="#0066FF"/>
    </inkml:brush>
  </inkml:definitions>
  <inkml:trace contextRef="#ctx0" brushRef="#br0">1 0 24575,'16'1'0,"0"1"0,0 0 0,-1 0 0,1 2 0,-1 0 0,1 1 0,-1 0 0,-1 2 0,25 13 0,7 8 0,66 54 0,-70-49 0,935 764-995,-635-492 999,65 56-54,335 268-181,-438-341 583,-72-62 113,271 230-10,-379-352-455,5-6 0,246 142 0,-5 14 0,-34-20 0,-227-173 0,1-4 0,229 80 0,-278-116 0,-2 2 0,71 39 0,-74-31 0,121 66 0,-137-78 0,0-2 0,66 18 0,-31-16-13,73 21-1339,-100-23-5474</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41.445"/>
    </inkml:context>
    <inkml:brush xml:id="br0">
      <inkml:brushProperty name="width" value="0.035" units="cm"/>
      <inkml:brushProperty name="height" value="0.035" units="cm"/>
      <inkml:brushProperty name="color" value="#0066FF"/>
    </inkml:brush>
  </inkml:definitions>
  <inkml:trace contextRef="#ctx0" brushRef="#br0">1 0 24575,'5'9'0,"0"0"0,1-1 0,0 0 0,0 0 0,13 12 0,5 6 0,224 273 0,299 326-863,-182-259 838,21-26-29,-146-131 18,-80-73 30,-59-53 354,139 150 1,-27 27-52,-9-9-307,-63-91 10,207 245 0,-67-73 0,-2-4 0,73 113 0,-175-235 0,-78-95 0,-66-73 0,132 167 0,170 225 0,-154-208 0,-149-179 0,47 84 0,12 54 0,11 18 0,217 383 0,-94-167 0,-73-157 0,-70-122 0,52 56 0,-56-86 0,-64-87 0,36 54 0,84 92 0,-37-48-1365,-82-96-5461</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44.984"/>
    </inkml:context>
    <inkml:brush xml:id="br0">
      <inkml:brushProperty name="width" value="0.035" units="cm"/>
      <inkml:brushProperty name="height" value="0.035" units="cm"/>
      <inkml:brushProperty name="color" value="#0066FF"/>
    </inkml:brush>
  </inkml:definitions>
  <inkml:trace contextRef="#ctx0" brushRef="#br0">0 1 24575,'4'0'0,"0"1"0,-1-1 0,1 1 0,0 0 0,-1 1 0,1-1 0,-1 0 0,0 1 0,1 0 0,-1 0 0,0 0 0,0 0 0,0 0 0,3 4 0,7 7 0,19 23 0,-26-28 0,72 102 0,-10-10 0,-49-76 0,0 1 0,-2 2 0,23 45 0,-29-47 0,0-1 0,2-1 0,1 0 0,24 28 0,23 26 0,-18-22 0,84 83 0,59 21 0,58 54 0,-125-93 0,42 40 0,-1-3 0,-132-124 0,0 1 0,-3 1 0,24 43 0,271 410 0,-242-390 0,-45-60 0,48 75 0,-8 24 0,62 161 0,-31-62 0,230 348 0,-255-452 0,91 131 0,-133-216 0,45 61 0,-56-75 0,39 41 0,2 1 0,188 210 0,-231-258 0,30 40 0,-39-46 0,2 0 0,0-1 0,1 0 0,25 19 0,29 22 0,108 115 0,-147-145 0,0-1 0,71 46 0,-19-15 0,-15-11 0,144 76 0,23-15 0,-6-4 0,-95-21 0,-44-25 0,-61-44 0,39 15 0,-45-22 0,-1 1 0,0 2 0,36 24 0,38 46-1365,-69-62-5461</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47.280"/>
    </inkml:context>
    <inkml:brush xml:id="br0">
      <inkml:brushProperty name="width" value="0.035" units="cm"/>
      <inkml:brushProperty name="height" value="0.035" units="cm"/>
      <inkml:brushProperty name="color" value="#0066FF"/>
    </inkml:brush>
  </inkml:definitions>
  <inkml:trace contextRef="#ctx0" brushRef="#br0">0 1 24575,'202'-1'0,"501"13"0,-675-11 0,9 1 0,1 1 0,-1 1 0,44 12 0,-23 3 0,0 2 0,-1 3 0,-1 2 0,-1 2 0,67 48 0,289 182 0,-213-138 0,-52-20 0,26 15 0,150 93 0,-47-28 0,328 223 0,-595-398 0,273 217 0,-128-96 0,-126-106 0,50 26 0,-49-31 0,50 37 0,53 62 0,-68-58 0,132 92 0,-21-47 0,-68-41 0,107 55 0,-181-98 0,-23-12-273,0 0 0,0 1 0,-1 1 0,14 12 0,-6-4-6553</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48.888"/>
    </inkml:context>
    <inkml:brush xml:id="br0">
      <inkml:brushProperty name="width" value="0.035" units="cm"/>
      <inkml:brushProperty name="height" value="0.035" units="cm"/>
      <inkml:brushProperty name="color" value="#0066FF"/>
    </inkml:brush>
  </inkml:definitions>
  <inkml:trace contextRef="#ctx0" brushRef="#br0">0 14 24575,'1'-1'0,"-1"0"0,0 1 0,0-1 0,1 1 0,-1-1 0,0 0 0,1 1 0,-1-1 0,1 1 0,-1-1 0,0 1 0,1-1 0,-1 1 0,1 0 0,-1-1 0,1 1 0,0-1 0,-1 1 0,1 0 0,-1 0 0,1-1 0,0 1 0,-1 0 0,1 0 0,-1 0 0,1 0 0,0 0 0,1 0 0,22-2 0,-21 2 0,58 1 0,119 18 0,-118-11 0,479 51 0,281 33 0,-703-72 0,101 12 0,311-26 0,-344-8 0,1463 1 0,-1594 0 0,0-2 0,-1-3 0,81-18 0,-104 19 0,1 1 0,0 2 0,-1 2 0,50 4 0,-11 0 0,607 0-36,-432-5-1293,-196 1-5497</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51.262"/>
    </inkml:context>
    <inkml:brush xml:id="br0">
      <inkml:brushProperty name="width" value="0.035" units="cm"/>
      <inkml:brushProperty name="height" value="0.035" units="cm"/>
      <inkml:brushProperty name="color" value="#0066FF"/>
    </inkml:brush>
  </inkml:definitions>
  <inkml:trace contextRef="#ctx0" brushRef="#br0">0 2479 24575,'15'-1'0,"0"-1"0,0 0 0,-1-1 0,1 0 0,-1-1 0,0-1 0,0 0 0,23-13 0,-20 10 0,130-60 0,65-29-442,1568-784-1731,-1637 801 2270,171-126-1,-284 185 854,40-19 0,-37 22-689,33-24 0,-20 9-261,2 3 0,1 1 0,1 3 0,63-24 0,-79 38 0,12-4 0,79-41 0,-63 20 0,-13 8 0,65-28 0,49-16 0,46-19 0,-161 74 0,2 2 0,70-14 0,-23 7 0,-1-4 0,124-53 0,-162 57 0,-30 15 0,0 0 0,0 1 0,42-3 0,42-10 0,-26-10 0,-28 8 0,175-44 0,-91 27-1365,-116 33-5461</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53.234"/>
    </inkml:context>
    <inkml:brush xml:id="br0">
      <inkml:brushProperty name="width" value="0.035" units="cm"/>
      <inkml:brushProperty name="height" value="0.035" units="cm"/>
      <inkml:brushProperty name="color" value="#0066FF"/>
    </inkml:brush>
  </inkml:definitions>
  <inkml:trace contextRef="#ctx0" brushRef="#br0">0 5486 24575,'6'-6'0,"0"-1"0,0 0 0,-1 0 0,6-12 0,15-19 0,67-92 0,29-36 0,25 8-457,250-212-1,48 29 31,22 32-410,110-78 227,-101 11 309,-349 260 21,170-199 0,161-307 17,-267 347 1281,45-92 1668,-102 151-2477,-59 103-209,104-121 0,-169 223 0,-1-1 0,-1 0 0,0-1 0,-1 1 0,10-26 0,-6 17 0,1 1 0,0 0 0,2 0 0,18-19 0,3-7 0,58-76 0,147-151 0,-185 219 0,25-26 0,-67 68 12,0 0 0,1 0 0,1 1 0,20-11 0,9-8-1437,-23 15-5401</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55.060"/>
    </inkml:context>
    <inkml:brush xml:id="br0">
      <inkml:brushProperty name="width" value="0.035" units="cm"/>
      <inkml:brushProperty name="height" value="0.035" units="cm"/>
      <inkml:brushProperty name="color" value="#0066FF"/>
    </inkml:brush>
  </inkml:definitions>
  <inkml:trace contextRef="#ctx0" brushRef="#br0">1 3458 24575,'43'-17'0,"-34"15"0,-1 0 0,0-1 0,0-1 0,14-7 0,113-96 0,-91 70 0,65-44 0,371-171 0,-129 77 0,-98 30 0,107-58 0,-166 108 0,67-35 0,-199 95 0,-2-2 0,62-52 0,57-44 0,-68 53 0,161-97 0,-143 98 0,146-123 0,-125 87 0,399-274-345,27 46 0,-473 288 575,-3-3 0,177-137 0,-53 12-1595,-197 159-5461</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56.587"/>
    </inkml:context>
    <inkml:brush xml:id="br0">
      <inkml:brushProperty name="width" value="0.035" units="cm"/>
      <inkml:brushProperty name="height" value="0.035" units="cm"/>
      <inkml:brushProperty name="color" value="#0066FF"/>
    </inkml:brush>
  </inkml:definitions>
  <inkml:trace contextRef="#ctx0" brushRef="#br0">1 710 24575,'33'0'0,"59"0"0,113-14 0,777-126-1040,121-79 1040,-939 179-8,201-53-22,142-13 1097,-474 100-1056,373-45-11,-385 49 0,271-10 0,-280 12 0,0-1 0,0-1 0,0 0 0,13-4 0,31-5 0,-10 8 0,0 2 0,77 8 0,91 26 0,-163-23-455,1-4 0,73 2 0,-95-9-6371</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19:58.179"/>
    </inkml:context>
    <inkml:brush xml:id="br0">
      <inkml:brushProperty name="width" value="0.035" units="cm"/>
      <inkml:brushProperty name="height" value="0.035" units="cm"/>
      <inkml:brushProperty name="color" value="#0066FF"/>
    </inkml:brush>
  </inkml:definitions>
  <inkml:trace contextRef="#ctx0" brushRef="#br0">1 0 24575,'55'0'0,"0"3"0,-1 1 0,104 24 0,481 152-805,-150-40 456,-434-125 349,374 109 0,-315-85 0,186 91 0,84 47 1170,-82-42-1186,-239-102 16,-3 2 0,0 3 0,79 67 0,12 13 0,5-7 0,6-6 0,217 104 0,-170-111 0,128 67 0,-283-138 0,0-2 0,59 18 0,-27-12 0,151 64 0,-106-42-1365,-90-38-5461</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00.045"/>
    </inkml:context>
    <inkml:brush xml:id="br0">
      <inkml:brushProperty name="width" value="0.035" units="cm"/>
      <inkml:brushProperty name="height" value="0.035" units="cm"/>
      <inkml:brushProperty name="color" value="#0066FF"/>
    </inkml:brush>
  </inkml:definitions>
  <inkml:trace contextRef="#ctx0" brushRef="#br0">0 89 24575,'2839'0'-1675,"-2780"0"2039,0-3 1,0-2 0,77-17 0,-34 2-311,1 3 0,1 5 0,153 3 0,1092 12-1419,-1316-3-5461</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01.387"/>
    </inkml:context>
    <inkml:brush xml:id="br0">
      <inkml:brushProperty name="width" value="0.035" units="cm"/>
      <inkml:brushProperty name="height" value="0.035" units="cm"/>
      <inkml:brushProperty name="color" value="#0066FF"/>
    </inkml:brush>
  </inkml:definitions>
  <inkml:trace contextRef="#ctx0" brushRef="#br0">2 3021 24575,'-1'-1'0,"1"0"0,0 1 0,0-1 0,-1 0 0,1 0 0,0 0 0,0 0 0,0 1 0,0-1 0,0 0 0,0 0 0,0 0 0,0 0 0,1 1 0,-1-1 0,0 0 0,0 0 0,1 0 0,-1 1 0,1-1 0,-1-1 0,12-19 0,-11 19 0,6-8 0,0 0 0,0 1 0,1-1 0,0 2 0,1-1 0,15-11 0,65-37 0,-76 49 0,796-428-1711,-338 213 415,-127 63 526,892-407-347,-1090 501 1015,270-171-1,-411 234 104,1051-675 675,-642 456 2150,-393 211-2735,160-64 1248,-91 41-1211,16-5-69,-56 23-752,83-42 0,-110 45-6133</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03.440"/>
    </inkml:context>
    <inkml:brush xml:id="br0">
      <inkml:brushProperty name="width" value="0.035" units="cm"/>
      <inkml:brushProperty name="height" value="0.035" units="cm"/>
      <inkml:brushProperty name="color" value="#0066FF"/>
    </inkml:brush>
  </inkml:definitions>
  <inkml:trace contextRef="#ctx0" brushRef="#br0">1 6249 24575,'193'-499'-159,"48"-59"-639,-153 380 440,8 5-1,201-276 0,-7 75-369,16 14 0,16 13 0,622-518 0,-873 807 735,150-114 778,-107 103 1042,-87 55-1439,-1-1-1,-1-1 1,0-1 0,-1-1 0,27-27-1,-34 27-387,122-124 0,-101 107 0,78-55 0,-27 24 0,96-91 0,-169 143 0,123-124 0,-85 82 0,107-88 0,45-31 0,-27 19 0,-145 130 0,132-108 0,131-95 0,-244 191 0,179-122 0,-183 130 0,-17 10 0,0-1 0,31-27 0,-26 15-682,32-37-1,-51 49-6143</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06.023"/>
    </inkml:context>
    <inkml:brush xml:id="br0">
      <inkml:brushProperty name="width" value="0.035" units="cm"/>
      <inkml:brushProperty name="height" value="0.035" units="cm"/>
      <inkml:brushProperty name="color" value="#0066FF"/>
    </inkml:brush>
  </inkml:definitions>
  <inkml:trace contextRef="#ctx0" brushRef="#br0">0 7991 24575,'3'0'0,"0"0"0,0-1 0,0 1 0,-1-1 0,1 0 0,0 0 0,0 0 0,-1 0 0,1 0 0,-1 0 0,1-1 0,-1 0 0,0 1 0,1-1 0,-1 0 0,0 0 0,0 0 0,0 0 0,2-4 0,47-48 4,-4-2-1,45-68 1,71-134-93,-129 202 10,-20 33-34,300-476-558,54-97 181,-25-15-613,-107 187 1238,27-1-338,-80 137 88,250-519 258,-341 583 2100,-90 219-2212,24-59 232,10-28-226,6-39-37,78-169 0,-38 150 0,-50 94 0,39-88 0,252-570 0,-276 637 0,2 3 0,73-84 0,-90 118 0,95-131 0,-14 16 0,-82 118 0,69-64 0,44-20 0,-72 63 0,-24 13 0,-33 31 0,1-1 0,0 2 0,18-12 0,-23 17 0,0-1 0,18-16 0,-20 16 0,0 1 0,1 0 0,17-11 0,12-6 0,-27 16 0,0 1 0,19-9 0,55-27 0,137-94 0,-166 100 0,-12 10 0,1 1 0,1 2 0,1 3 0,70-23 0,-74 28 0,57-29 0,-11 5 0,-62 29 0,125-56 0,-123 55-341,0 1 0,1 2-1,38-9 1,-37 12-6485</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07.833"/>
    </inkml:context>
    <inkml:brush xml:id="br0">
      <inkml:brushProperty name="width" value="0.035" units="cm"/>
      <inkml:brushProperty name="height" value="0.035" units="cm"/>
      <inkml:brushProperty name="color" value="#0066FF"/>
    </inkml:brush>
  </inkml:definitions>
  <inkml:trace contextRef="#ctx0" brushRef="#br0">0 0 24575,'5'7'0,"1"-1"0,-1 0 0,1 0 0,0-1 0,1 1 0,-1-1 0,11 5 0,5 5 0,286 201-187,106 75-344,-17 18 223,-348-267 302,330 258 183,-183-144 759,21 15-1017,-206-164 81,6 5 0,0-1 0,1-1 0,0 0 0,33 11 0,-24-12 0,-1 0 0,0 2 0,-1 1 0,0 1 0,0 1 0,-2 1 0,0 2 0,29 25 0,4 9 0,65 48 0,-84-76 0,1-1 0,1-2 0,47 17 0,-1 1 0,259 96 0,11-28 0,-56 6 0,-272-101 0,9 2 0,57 13 0,-31-9 0,117 33 0,257 79 0,-211-54-1365,-190-65-5461</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09.612"/>
    </inkml:context>
    <inkml:brush xml:id="br0">
      <inkml:brushProperty name="width" value="0.035" units="cm"/>
      <inkml:brushProperty name="height" value="0.035" units="cm"/>
      <inkml:brushProperty name="color" value="#0066FF"/>
    </inkml:brush>
  </inkml:definitions>
  <inkml:trace contextRef="#ctx0" brushRef="#br0">1 329 24575,'1'-1'0,"0"0"0,0 0 0,0 0 0,0 0 0,1 0 0,-1 1 0,0-1 0,0 0 0,1 1 0,-1-1 0,1 1 0,-1-1 0,0 1 0,1 0 0,-1 0 0,1 0 0,-1 0 0,3 0 0,-1-1 0,58-4 0,63 1 0,23 0 0,182-52 0,-40 5 0,-184 35 0,21-2 0,43-8 0,16-1 0,6 12 0,253-10 0,664 27 0,-1079-3 0,-1-1 0,1-1 0,-1-2 0,0 0 0,-1-2 0,28-11 0,-27 10 0,0 1 0,1 1 0,-1 2 0,39-2 0,119 7 0,-79 2 0,232 10 0,-216-9-1365,-94-4-5461</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11.091"/>
    </inkml:context>
    <inkml:brush xml:id="br0">
      <inkml:brushProperty name="width" value="0.035" units="cm"/>
      <inkml:brushProperty name="height" value="0.035" units="cm"/>
      <inkml:brushProperty name="color" value="#0066FF"/>
    </inkml:brush>
  </inkml:definitions>
  <inkml:trace contextRef="#ctx0" brushRef="#br0">1 2770 24575,'5'2'0,"0"0"0,1 0 0,-1-1 0,1 0 0,-1 0 0,1 0 0,0 0 0,-1-1 0,1 0 0,-1 0 0,1-1 0,0 0 0,10-2 0,5-3 0,0-1 0,26-14 0,-12 6 0,170-67 0,290-123 0,-15-33 0,-262 110 0,182-100 0,-324 182 0,-1-2 0,78-68 0,-25 18 0,186-167 0,-88 82 0,12-12 0,-53 9 0,94-86 0,-253 252 0,33-19 0,-37 25 0,0-1 0,33-30 0,1-3 0,111-76 0,-141 108 53,54-25-1,-55 31-420,-1-2 1,-1-1-1,22-16 1,-33 19-6459</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12.989"/>
    </inkml:context>
    <inkml:brush xml:id="br0">
      <inkml:brushProperty name="width" value="0.035" units="cm"/>
      <inkml:brushProperty name="height" value="0.035" units="cm"/>
      <inkml:brushProperty name="color" value="#0066FF"/>
    </inkml:brush>
  </inkml:definitions>
  <inkml:trace contextRef="#ctx0" brushRef="#br0">1 5782 24575,'0'1'0,"0"0"0,-1 0 0,1 0 0,0 0 0,0 0 0,0 1 0,1-1 0,-1 0 0,0 0 0,0 0 0,1 0 0,-1 0 0,0 0 0,1 0 0,-1 0 0,1 0 0,-1 0 0,1-1 0,0 1 0,-1 0 0,1 0 0,0 0 0,0-1 0,1 2 0,-1-2 0,0 1 0,0-1 0,1 0 0,-1 0 0,0 0 0,0 0 0,0 0 0,1 0 0,-1-1 0,0 1 0,0 0 0,0 0 0,0-1 0,1 1 0,-1-1 0,0 1 0,2-2 0,4-3 0,0 0 0,0 0 0,-1 0 0,0-1 0,7-8 0,18-25 0,-2-2 0,30-57 0,-7 10 0,545-762 0,-272 427 0,-140 151 0,216-302 0,-155 263 0,-215 270 0,-2 0 0,-1-2 0,24-52 0,-29 54 0,1 2 0,49-60 0,70-63 0,-39 47 0,6-17 0,163-259 0,-70 78 0,-137 223 0,103-110 0,-140 166 0,-1-2 0,45-78 0,-44 68 0,44-58 0,205-180 0,-163 175 0,-23 10 0,-55 56 0,66-57 0,-84 84 0,-3 4 0,-1 0 0,0-2 0,-1 0 0,21-27 0,-2-2-636,74-75-1,-106 116 545,23-22-6734</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15.362"/>
    </inkml:context>
    <inkml:brush xml:id="br0">
      <inkml:brushProperty name="width" value="0.035" units="cm"/>
      <inkml:brushProperty name="height" value="0.035" units="cm"/>
      <inkml:brushProperty name="color" value="#0066FF"/>
    </inkml:brush>
  </inkml:definitions>
  <inkml:trace contextRef="#ctx0" brushRef="#br0">1 0 24575,'396'371'-562,"29"-30"-863,-147-127 943,573 387-2085,29-30 2719,22 16-127,-43 61-1973,-644-466 1427,200 168 723,-138-123 4357,-240-198-4131,-1 2-1,-2 2 1,-1 1 0,-2 2 0,31 44 0,-22-19-428,-2 1 0,-2 2 0,42 110 0,-66-143 0,-2 0 0,11 60 0,-5-19 0,-10-49 0,-2 0 0,3 25 0,-6-38-67,3 110 263,-4-110-346,-1-1 1,0 1 0,-1 0-1,0 0 1,0-1-1,-1 1 1,0-1 0,-1 1-1,-8 13 1,-1-5-6677</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16.892"/>
    </inkml:context>
    <inkml:brush xml:id="br0">
      <inkml:brushProperty name="width" value="0.035" units="cm"/>
      <inkml:brushProperty name="height" value="0.035" units="cm"/>
      <inkml:brushProperty name="color" value="#0066FF"/>
    </inkml:brush>
  </inkml:definitions>
  <inkml:trace contextRef="#ctx0" brushRef="#br0">1 7 24575,'5'-2'0,"0"1"0,0 0 0,0 0 0,0 0 0,0 1 0,0 0 0,0 0 0,0 0 0,1 0 0,-1 1 0,0 0 0,0 0 0,0 0 0,8 4 0,4 0 0,33 11 0,0 2 0,-1 3 0,75 43 0,-64-32 0,268 146-400,-9 13-1,399 316 1,-514-341 400,246 187 0,-208-181-1,352 263-35,-63-20 839,-163-156-368,-347-247-435,1-2 0,-1 0 0,2-1 0,34 9 0,99 15 0,-48-12 0,-99-19 0,441 86 0,-187-53-1365,-210-27-5461</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18.085"/>
    </inkml:context>
    <inkml:brush xml:id="br0">
      <inkml:brushProperty name="width" value="0.035" units="cm"/>
      <inkml:brushProperty name="height" value="0.035" units="cm"/>
      <inkml:brushProperty name="color" value="#0066FF"/>
    </inkml:brush>
  </inkml:definitions>
  <inkml:trace contextRef="#ctx0" brushRef="#br0">0 0 24575,'15'1'0,"0"1"0,0 0 0,15 4 0,28 4 0,189 2 0,-129-10 0,1209 80-3459,-617-17 3140,2-37-1,768-34 4418,-1419 10-5463,-40-1-5461</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20.268"/>
    </inkml:context>
    <inkml:brush xml:id="br0">
      <inkml:brushProperty name="width" value="0.035" units="cm"/>
      <inkml:brushProperty name="height" value="0.035" units="cm"/>
      <inkml:brushProperty name="color" value="#0066FF"/>
    </inkml:brush>
  </inkml:definitions>
  <inkml:trace contextRef="#ctx0" brushRef="#br0">1 2964 24575,'10'0'0,"-1"-1"0,1-1 0,-1 1 0,1-2 0,-1 1 0,0-1 0,0-1 0,11-5 0,67-42 0,-72 41 0,289-159 0,-222 128 0,-44 21 0,48-25 0,99-36 0,-162 74 0,45-8 0,-45 11 0,0-1 0,28-9 0,48-25 0,-3-4 0,-1-5 0,108-72 0,-171 99 0,353-241 0,-37 39 0,-109 73 0,52-67 0,-99 70 0,93-45 0,-31 24 0,-214 137 0,57-58 0,-40 34 0,-34 37 0,1 0 0,0 2 0,48-24 0,22-14 0,-81 45 0,-1 0 0,0-1 0,0 0 0,19-24 0,-15 16 0,0 2 0,1-1 0,1 2 0,0 1 0,34-21 0,-3 6 0,62-24 0,-3 9 0,-58 25 0,0-1 0,56-35 0,-81 42 21,28-12-1,-36 18-254,0 0 0,0-2-1,-1 0 1,0-1-1,20-15 1,-23 11-6592</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22.021"/>
    </inkml:context>
    <inkml:brush xml:id="br0">
      <inkml:brushProperty name="width" value="0.035" units="cm"/>
      <inkml:brushProperty name="height" value="0.035" units="cm"/>
      <inkml:brushProperty name="color" value="#0066FF"/>
    </inkml:brush>
  </inkml:definitions>
  <inkml:trace contextRef="#ctx0" brushRef="#br0">1 1 24575,'60'3'0,"1"3"0,-1 2 0,72 21 0,-92-20 0,1030 273-634,-916-239 604,388 113 30,-419-117-20,-60-17 85,114 24 1,164 40 471,-199-45-521,245 49-16,-179-45 0,-118-23 0,-1 3 0,110 49 0,-161-56-1365,-7 0-5461</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24.295"/>
    </inkml:context>
    <inkml:brush xml:id="br0">
      <inkml:brushProperty name="width" value="0.035" units="cm"/>
      <inkml:brushProperty name="height" value="0.035" units="cm"/>
      <inkml:brushProperty name="color" value="#0066FF"/>
    </inkml:brush>
  </inkml:definitions>
  <inkml:trace contextRef="#ctx0" brushRef="#br0">0 2109 24575,'18'-19'0,"-12"12"0,1 0 0,0 0 0,12-8 0,72-46 0,50-36 0,484-412 0,-288 232 0,-34 28 0,-248 201 0,174-141 0,-181 155 0,1 1 0,2 2 0,54-23 0,-87 46 0,5-2 0,-1-1 0,31-19 0,-38 21 0,0 1 0,1 1 0,0 0 0,0 1 0,0 1 0,31-5 0,32-12 0,109-59 0,-81 31 0,-81 39 0,204-96 0,-181 84-455,1 2 0,57-16 0,-80 28-6371</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7T06:20:30.943"/>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1,'0'0</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7T06:20:32.919"/>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1,'0'3,"0"12,0 10,0 6,0 13,0 24,3 10,10 15,2 5,8 5,0-8,-4-5,0-3,-3-14,8-19,-1-18</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17T06:20:33.606"/>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0 0,'0'0</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41.789"/>
    </inkml:context>
    <inkml:brush xml:id="br0">
      <inkml:brushProperty name="width" value="0.035" units="cm"/>
      <inkml:brushProperty name="height" value="0.035" units="cm"/>
      <inkml:brushProperty name="color" value="#DA0C07"/>
      <inkml:brushProperty name="inkEffects" value="lava"/>
      <inkml:brushProperty name="anchorX" value="-23108.94141"/>
      <inkml:brushProperty name="anchorY" value="-20503.29492"/>
      <inkml:brushProperty name="scaleFactor" value="0.5"/>
    </inkml:brush>
  </inkml:definitions>
  <inkml:trace contextRef="#ctx0" brushRef="#br0">18 1 24575,'0'0'0,"-3"0"0,-1 3 0,1 7 0,0 7 0,1 10 0,1 9 0,0 13 0,1 2 0,0 6 0,0 18 0,0 4 0,0 5 0,0-1 0,0 1 0,0-3 0,0-11 0,0-2 0,0 0 0,0-8 0,0-6 0,0-6 0,0-13 0</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43.565"/>
    </inkml:context>
    <inkml:brush xml:id="br0">
      <inkml:brushProperty name="width" value="0.035" units="cm"/>
      <inkml:brushProperty name="height" value="0.035" units="cm"/>
      <inkml:brushProperty name="color" value="#DA0C07"/>
      <inkml:brushProperty name="inkEffects" value="lava"/>
      <inkml:brushProperty name="anchorX" value="-22245.85156"/>
      <inkml:brushProperty name="anchorY" value="-20795.73633"/>
      <inkml:brushProperty name="scaleFactor" value="0.5"/>
    </inkml:brush>
  </inkml:definitions>
  <inkml:trace contextRef="#ctx0" brushRef="#br0">191 240 24575,'0'0'0,"3"-8"0,5-15 0,26-4 0,10-6 0,3 4 0,0-1 0,-2 7 0,-7 6 0,7 6 0,-4 1 0,-5 1 0,-6 2 0,-1 1 0,-1 2 0,1 2 0,1 1 0,-1 8 0,0 7 0,4 17 0,-5 6 0,-7 1 0,-5 4 0,-7 0 0,-5-2 0,-2-2 0,-2-1 0,-1-5 0,-1 10 0,1-1 0,0-3 0,-6-8 0,-4-5 0,0-5 0,-1-2 0,-2 1 0,-5-3 0,-7 3 0,-1-4 0,-7 4 0,-1-4 0,1-3 0,4 0 0,4 0 0,0-3 0,0-2 0,1 1 0,1 2 0,3-2 0,1 2 0,2 2 0,-3-2 0,0-2 0,1 1 0,1-2 0,0 2 0,1 1 0,0-1 0,1-1 0,-3-3 0,-4 5 0,-4-1 0,-9-2 0,-2-1 0,-12-2 0,1-2 0,7-1 0</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44.559"/>
    </inkml:context>
    <inkml:brush xml:id="br0">
      <inkml:brushProperty name="width" value="0.035" units="cm"/>
      <inkml:brushProperty name="height" value="0.035" units="cm"/>
      <inkml:brushProperty name="color" value="#DA0C07"/>
      <inkml:brushProperty name="inkEffects" value="lava"/>
      <inkml:brushProperty name="anchorX" value="-21208.14648"/>
      <inkml:brushProperty name="anchorY" value="-20598.05078"/>
      <inkml:brushProperty name="scaleFactor" value="0.5"/>
    </inkml:brush>
  </inkml:definitions>
  <inkml:trace contextRef="#ctx0" brushRef="#br0">0 231 24575,'0'0'0,"21"-6"0,41-12 0,28-6 0,31 0 0,5-6 0,10-5 0,-15-2 0,-22 5 0,-29 8 0</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45.479"/>
    </inkml:context>
    <inkml:brush xml:id="br0">
      <inkml:brushProperty name="width" value="0.035" units="cm"/>
      <inkml:brushProperty name="height" value="0.035" units="cm"/>
      <inkml:brushProperty name="color" value="#DA0C07"/>
      <inkml:brushProperty name="inkEffects" value="lava"/>
      <inkml:brushProperty name="anchorX" value="-22900.60547"/>
      <inkml:brushProperty name="anchorY" value="-21214.39453"/>
      <inkml:brushProperty name="scaleFactor" value="0.5"/>
    </inkml:brush>
  </inkml:definitions>
  <inkml:trace contextRef="#ctx0" brushRef="#br0">39 235 24575,'0'0'0,"-3"3"0,-4 0 0,-3 4 0,0 3 0,1 2 0,12-11 0,-3-1 0,0 1 0,0-1 0,0 1 0,1 0 0,-1-1 0,0 1 0,1-1 0,-1 1 0,0 0 0,1-1 0,-1 1 0,0-1 0,1 1 0,-1-1 0,1 0 0,-1 1 0,1-1 0,-1 1 0,1-1 0,0 1 0,3-2 0,-1 1 0,0 0 0,1 1 0,-1-1 0,0 0 0,0-1 0,4 1 0,43-11 0,9-16 0,24-7 0,8-9 0,-6 6 0,14 4 0,-14 5 0,-8 5 0,-16 3 0,-15 6 0,-16 4 0</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47.570"/>
    </inkml:context>
    <inkml:brush xml:id="br0">
      <inkml:brushProperty name="width" value="0.035" units="cm"/>
      <inkml:brushProperty name="height" value="0.035" units="cm"/>
      <inkml:brushProperty name="color" value="#DA0C07"/>
      <inkml:brushProperty name="inkEffects" value="lava"/>
      <inkml:brushProperty name="anchorX" value="-24515.50781"/>
      <inkml:brushProperty name="anchorY" value="-21827.16992"/>
      <inkml:brushProperty name="scaleFactor" value="0.5"/>
    </inkml:brush>
  </inkml:definitions>
  <inkml:trace contextRef="#ctx0" brushRef="#br0">214 51 24575,'0'0'0,"-3"0"0,-8 3 0,-3 4 0,-3 3 0,-4 7 0,-1 2 0,3 1 0,-6-3 0,5 2 0,4 4 0,4 3 0,5 3 0,3 2 0,0 6 0,-3-3 0,1 0 0,0 4 0,9-8 0,5-3 0,1-4 0,9-3 0,3-2 0,5-5 0,3-3 0,2-4 0,2-3 0,2-2 0,6-2 0,1 1 0,3-1 0,-1 0 0,5-3 0,-2-6 0,-2-1 0,-4-9 0,5 1 0,-5 3 0,-6-6 0,1 0 0,-7-3 0,-8-3 0,-8-3 0,-5-1 0,-5-2 0,-2-3 0,-8-1 0,-9-4 0,-3 8 0,-1 5 0,-2 4 0,2 1 0,0 2 0,-2 5 0,-3 5 0,0 4 0,1 7 0,-1 3 0,5 5 0,1 3 0,-2 0 0,1-1 0,1 1 0,0-2 0,-3-3 0,0 3 0,1 1 0,-2-1 0,1 2 0,0 2 0,-2 2 0,1-3 0,-2 5 0,4-2 0</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48.311"/>
    </inkml:context>
    <inkml:brush xml:id="br0">
      <inkml:brushProperty name="width" value="0.035" units="cm"/>
      <inkml:brushProperty name="height" value="0.035" units="cm"/>
      <inkml:brushProperty name="color" value="#DA0C07"/>
      <inkml:brushProperty name="inkEffects" value="lava"/>
      <inkml:brushProperty name="anchorX" value="-23667.33203"/>
      <inkml:brushProperty name="anchorY" value="-21092.38281"/>
      <inkml:brushProperty name="scaleFactor" value="0.5"/>
    </inkml:brush>
  </inkml:definitions>
  <inkml:trace contextRef="#ctx0" brushRef="#br0">1 0 24575,'0'0'0</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52.099"/>
    </inkml:context>
    <inkml:brush xml:id="br0">
      <inkml:brushProperty name="width" value="0.035" units="cm"/>
      <inkml:brushProperty name="height" value="0.035" units="cm"/>
      <inkml:brushProperty name="color" value="#DA0C07"/>
      <inkml:brushProperty name="inkEffects" value="lava"/>
      <inkml:brushProperty name="anchorX" value="-24513.99805"/>
      <inkml:brushProperty name="anchorY" value="-21939.05078"/>
      <inkml:brushProperty name="scaleFactor" value="0.5"/>
    </inkml:brush>
  </inkml:definitions>
  <inkml:trace contextRef="#ctx0" brushRef="#br0">291 1 24575,'0'0'0,"-6"0"0,-9 0 0,-5 0 0,-7 0 0,-4 0 0,-2 0 0,-2 0 0,0 0 0,3 0 0,7 3 0,7 7 0,7 8 0,9 9 0,3 2 0,2 3 0,1 1 0,6 5 0,0-4 0,-1 1 0,1-4 0,5-7 0,5-8 0,5-6 0,4-5 0,3-3 0,2-2 0,-3 2 0,1 7 0,0 0 0,-4 4 0,-2 0 0,-3 3 0,0 4 0,-1 0 0,3 1 0,-6 3 0,3 6 0,-4-1 0,-5 2 0,-4-2 0,-1-3 0,1-3 0,-1 5 0,-5-2 0,-6-2 0,-5 5 0,-1 3 0,1-3 0,-5-5 0,-2-7 0,-1-2 0,-2-2 0,0 0 0,0-3 0,0 2 0,1 0 0,-4 4 0,-3-1 0,-4-3 0,5-3 0</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53.598"/>
    </inkml:context>
    <inkml:brush xml:id="br0">
      <inkml:brushProperty name="width" value="0.035" units="cm"/>
      <inkml:brushProperty name="height" value="0.035" units="cm"/>
      <inkml:brushProperty name="color" value="#DA0C07"/>
      <inkml:brushProperty name="inkEffects" value="lava"/>
      <inkml:brushProperty name="anchorX" value="-25365.92969"/>
      <inkml:brushProperty name="anchorY" value="-23784.33594"/>
      <inkml:brushProperty name="scaleFactor" value="0.5"/>
    </inkml:brush>
  </inkml:definitions>
  <inkml:trace contextRef="#ctx0" brushRef="#br0">940 1 24575,'0'0'0,"0"2"0,-3 6 0,-4-1 0,-3 3 0,-7-2 0,-5 6 0,-1 1 0,-11 16 0,-10 21 0,-15 15 0,-18 8 0,-8 10 0,1 13 0,-5 17 0,7-1 0,11-1 0,7-7 0,11-17 0,7-9 0,6-18 0,10-19 0</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54.257"/>
    </inkml:context>
    <inkml:brush xml:id="br0">
      <inkml:brushProperty name="width" value="0.035" units="cm"/>
      <inkml:brushProperty name="height" value="0.035" units="cm"/>
      <inkml:brushProperty name="color" value="#DA0C07"/>
      <inkml:brushProperty name="inkEffects" value="lava"/>
      <inkml:brushProperty name="anchorX" value="-23579.05859"/>
      <inkml:brushProperty name="anchorY" value="-24132.44922"/>
      <inkml:brushProperty name="scaleFactor" value="0.5"/>
    </inkml:brush>
  </inkml:definitions>
  <inkml:trace contextRef="#ctx0" brushRef="#br0">1 0 24575,'0'0'0,"6"0"0,12 17 0,9 18 0,10 30 0,21 29 0,5 8 0,6 6 0,-1-8 0,10 6 0,7 3 0,-6-11 0,1-4 0,-3-9 0,-10-12 0,-9-12 0,-9-12 0,-10-10 0,-12-13 0</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55.534"/>
    </inkml:context>
    <inkml:brush xml:id="br0">
      <inkml:brushProperty name="width" value="0.035" units="cm"/>
      <inkml:brushProperty name="height" value="0.035" units="cm"/>
      <inkml:brushProperty name="color" value="#DA0C07"/>
      <inkml:brushProperty name="inkEffects" value="lava"/>
      <inkml:brushProperty name="anchorX" value="-25410.83203"/>
      <inkml:brushProperty name="anchorY" value="-26239.74219"/>
      <inkml:brushProperty name="scaleFactor" value="0.5"/>
    </inkml:brush>
  </inkml:definitions>
  <inkml:trace contextRef="#ctx0" brushRef="#br0">192 7 24575,'0'0'0,"0"-2"0,-14-3 0,0 19 0,-4 11 0,-7 4 0,3 5 0,3 11 0,-1 2 0,4 0 0,4-3 0,1-5 0,-1-11 0,3-8 0</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0:56.698"/>
    </inkml:context>
    <inkml:brush xml:id="br0">
      <inkml:brushProperty name="width" value="0.035" units="cm"/>
      <inkml:brushProperty name="height" value="0.035" units="cm"/>
      <inkml:brushProperty name="color" value="#DA0C07"/>
      <inkml:brushProperty name="inkEffects" value="lava"/>
      <inkml:brushProperty name="anchorX" value="-24372.90234"/>
      <inkml:brushProperty name="anchorY" value="-25757.35938"/>
      <inkml:brushProperty name="scaleFactor" value="0.5"/>
    </inkml:brush>
  </inkml:definitions>
  <inkml:trace contextRef="#ctx0" brushRef="#br0">1 11 24575,'0'0'0,"0"-3"0,7-1 0,3 0 0,4 5 0,-1 4 0,0 4 0,5 0 0,8 2 0,4 9 0,-1-2 0,13 8 0,8 0 0,0 3 0,-4-2 0,-3-2 0,-8-2 0,-6-6 0,-8-5 0</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01.008"/>
    </inkml:context>
    <inkml:brush xml:id="br0">
      <inkml:brushProperty name="width" value="0.035" units="cm"/>
      <inkml:brushProperty name="height" value="0.035" units="cm"/>
      <inkml:brushProperty name="color" value="#DA0C07"/>
      <inkml:brushProperty name="inkEffects" value="lava"/>
      <inkml:brushProperty name="anchorX" value="-25695.43555"/>
      <inkml:brushProperty name="anchorY" value="-26851.33398"/>
      <inkml:brushProperty name="scaleFactor" value="0.5"/>
    </inkml:brush>
  </inkml:definitions>
  <inkml:trace contextRef="#ctx0" brushRef="#br0">12 0 24575,'0'0'0,"-3"9"0,-2 27 0,2 16 0,14 15 0,11 49 0,11 21 0,9 28 0,16 1 0,-6-14 0,-6-4 0,-8-29 0,-4-19 0,-7-20 0,-3-20 0,-4-11 0,-2-11 0,-4-7 0,-2-5 0,1-8 0,-3-6 0</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06.488"/>
    </inkml:context>
    <inkml:brush xml:id="br0">
      <inkml:brushProperty name="width" value="0.035" units="cm"/>
      <inkml:brushProperty name="height" value="0.035" units="cm"/>
      <inkml:brushProperty name="color" value="#DA0C07"/>
      <inkml:brushProperty name="inkEffects" value="lava"/>
      <inkml:brushProperty name="anchorX" value="-29178.57422"/>
      <inkml:brushProperty name="anchorY" value="-31573.24609"/>
      <inkml:brushProperty name="scaleFactor" value="0.5"/>
    </inkml:brush>
  </inkml:definitions>
  <inkml:trace contextRef="#ctx0" brushRef="#br0">0 21 24575,'0'0'0,"3"0"0,7 0 0,8-7 0,5 0 0,-1 0 0</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04.383"/>
    </inkml:context>
    <inkml:brush xml:id="br0">
      <inkml:brushProperty name="width" value="0.035" units="cm"/>
      <inkml:brushProperty name="height" value="0.035" units="cm"/>
      <inkml:brushProperty name="color" value="#DA0C07"/>
      <inkml:brushProperty name="inkEffects" value="lava"/>
      <inkml:brushProperty name="anchorX" value="-27005.31641"/>
      <inkml:brushProperty name="anchorY" value="-29279.31836"/>
      <inkml:brushProperty name="scaleFactor" value="0.5"/>
    </inkml:brush>
  </inkml:definitions>
  <inkml:trace contextRef="#ctx0" brushRef="#br0">0 235 24575,'0'0'0,"3"-6"0,1-9 0,0-6 0,2-2 0,3-1 0,3-2 0,2 4 0,8-1 0,2 4 0,0 2 0,0 1 0,1 4 0,-1 4 0,-5 6 0,1 2 0,-1 2 0,7 11 0,20 7 0,6 10 0,13 8 0,2-1 0,-12 1 0,-12-1 0,-38-31 0,1 0 0,-1 1 0,7 10 0,4 15 0,-8 0 0,-6-2 0,-3 8 0,-5-5 0,-7-1 0,0 0 0,-5 0 0,1 1 0,1-4 0,-1-6 0,1-3 0,3 0 0,0 0 0,-4-5 0,-1 0 0,0-4 0,3 0 0,0 1 0,0 1 0,0 1 0,-3-2 0,-2 0 0,0 2 0,1 0 0,-4-2 0,-2-3 0,0 0 0,5 2 0,5 1 0,4 5 0,6-2 0</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05.822"/>
    </inkml:context>
    <inkml:brush xml:id="br0">
      <inkml:brushProperty name="width" value="0.035" units="cm"/>
      <inkml:brushProperty name="height" value="0.035" units="cm"/>
      <inkml:brushProperty name="color" value="#DA0C07"/>
      <inkml:brushProperty name="inkEffects" value="lava"/>
      <inkml:brushProperty name="anchorX" value="-28055.36523"/>
      <inkml:brushProperty name="anchorY" value="-30777.48438"/>
      <inkml:brushProperty name="scaleFactor" value="0.5"/>
    </inkml:brush>
  </inkml:definitions>
  <inkml:trace contextRef="#ctx0" brushRef="#br0">0 51 24575,'0'0'0,"3"-2"0,8-2 0,6 0 0,7 2 0,5 0 0,3-7 0,2 2 0,1-1 0,0 2 0,-3 2 0,-7 2 0</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08.464"/>
    </inkml:context>
    <inkml:brush xml:id="br0">
      <inkml:brushProperty name="width" value="0.035" units="cm"/>
      <inkml:brushProperty name="height" value="0.035" units="cm"/>
      <inkml:brushProperty name="color" value="#DA0C07"/>
      <inkml:brushProperty name="inkEffects" value="lava"/>
      <inkml:brushProperty name="anchorX" value="-30101.31836"/>
      <inkml:brushProperty name="anchorY" value="-32398.6875"/>
      <inkml:brushProperty name="scaleFactor" value="0.5"/>
    </inkml:brush>
  </inkml:definitions>
  <inkml:trace contextRef="#ctx0" brushRef="#br0">62 188 24575,'0'0'0,"0"12"0,0 10 0,0 6 0,0 4 0,0 3 0,0 8 0,0-3 0,0-4 0,0-2 0,0-1 0,0-4 0,3 4 0,4-7 0,7-6 0,3-7 0,5-5 0,5-4 0,23-3 0,10-1 0,12 9 0,-2 0 0,-7 0 0,-7-1 0,-8-3 0,-6-1 0,-8-6 0,-10-4 0,-22 5 0,-1 1 0,1-1 0,-1 0 0,1 0 0,-1 0 0,0 0 0,0 0 0,1-1 0,-1 1 0,1-2 0,7-17 0,-5-7 0,-3-6 0,-6-1 0,-3-10 0,-8 5 0,-2 5 0,-2-2 0,-10 7 0,-1 5 0,-12-7 0,-2 2 0,-3-5 0,1-1 0,-7-1 0,2 7 0,-1 3 0,-6-9 0,4-1 0,10 8 0,12 11 0,32 17 0,-1-1 0,1 0 0,-1 1 0,1-1 0,-1 1 0,1 0 0,-1 0 0,0-1 0,1 1 0,-1 0 0,-2 1 0,3-1 0,0 0 0,1 0 0,-1 0 0,1 0 0,-1 1 0,0-1 0,1 0 0,-1 1 0,1-1 0,-1 0 0,1 1 0,-1-1 0,1 1 0,-1-1 0,1 1 0,-1-1 0,1 1 0,0-1 0,-1 1 0,1 0 0,0-1 0,-1 2 0,-4 18 0,4 9 0,2 3 0,2 4 0,-1 4 0,0-6 0</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09.356"/>
    </inkml:context>
    <inkml:brush xml:id="br0">
      <inkml:brushProperty name="width" value="0.035" units="cm"/>
      <inkml:brushProperty name="height" value="0.035" units="cm"/>
      <inkml:brushProperty name="color" value="#DA0C07"/>
      <inkml:brushProperty name="inkEffects" value="lava"/>
      <inkml:brushProperty name="anchorX" value="-29200.67188"/>
      <inkml:brushProperty name="anchorY" value="-31566.04297"/>
      <inkml:brushProperty name="scaleFactor" value="0.5"/>
    </inkml:brush>
  </inkml:definitions>
  <inkml:trace contextRef="#ctx0" brushRef="#br0">1 0 24575,'0'0'0</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11.786"/>
    </inkml:context>
    <inkml:brush xml:id="br0">
      <inkml:brushProperty name="width" value="0.035" units="cm"/>
      <inkml:brushProperty name="height" value="0.035" units="cm"/>
      <inkml:brushProperty name="color" value="#DA0C07"/>
      <inkml:brushProperty name="inkEffects" value="lava"/>
      <inkml:brushProperty name="anchorX" value="-30047.33984"/>
      <inkml:brushProperty name="anchorY" value="-32412.70898"/>
      <inkml:brushProperty name="scaleFactor" value="0.5"/>
    </inkml:brush>
  </inkml:definitions>
  <inkml:trace contextRef="#ctx0" brushRef="#br0">541 0 24575,'0'0'0,"0"3"0,-3 5 0,-4 2 0,-7 0 0,-2-1 0,-10 4 0,-4-2 0,0-2 0,-2-2 0,-4 4 0,3-2 0,0-1 0,-1-2 0,1-2 0,-1-2 0,1-1 0,-1-1 0,0 0 0,3 3 0,30 0 0,-2-3 0,1 2 0,0-1 0,-1 0 0,1 0 0,0 1 0,0-1 0,0 1 0,-2 2 0,1 1 0,1-1 0,-1-1 0,1 1 0,1 0 0,-1 0 0,0 1 0,0 3 0,0-2 0,0 2 0,1-1 0,-1 14 0,3 27 0,7-4 0,2-2 0,0-3 0,1-9 0,4-8 0,6-9 0,5-6 0,3-8 0,3-2 0,2-2 0,1 1 0,0 3 0,0 12 0,0 2 0,-4-1 0,-7 2 0,3 1 0,4 3 0,3 5 0,11 18 0,1 3 0,-6 2 0,-3 0 0,-10-3 0,-8-3 0,-7-2 0,-6-6 0,-4-1 0,-2 0 0,-2-4 0,1-2 0,-1 0 0,1 2 0,0 1 0,-6 3 0,-4-2 0,1-3 0,-3-3 0,-1-2 0,-4-5 0,-5-5 0,3-4 0</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14.182"/>
    </inkml:context>
    <inkml:brush xml:id="br0">
      <inkml:brushProperty name="width" value="0.035" units="cm"/>
      <inkml:brushProperty name="height" value="0.035" units="cm"/>
      <inkml:brushProperty name="color" value="#DA0C07"/>
      <inkml:brushProperty name="inkEffects" value="lava"/>
      <inkml:brushProperty name="anchorX" value="-30948.05078"/>
      <inkml:brushProperty name="anchorY" value="-34503.79688"/>
      <inkml:brushProperty name="scaleFactor" value="0.5"/>
    </inkml:brush>
  </inkml:definitions>
  <inkml:trace contextRef="#ctx0" brushRef="#br0">289 0 24575,'0'0'0,"-6"0"0,-9 0 0,-5 0 0,-3 0 0,-1 3 0,1 4 0,-2 7 0,-12 6 0,0 2 0,6 5 0,4-1 0,7-5 0</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15.590"/>
    </inkml:context>
    <inkml:brush xml:id="br0">
      <inkml:brushProperty name="width" value="0.035" units="cm"/>
      <inkml:brushProperty name="height" value="0.035" units="cm"/>
      <inkml:brushProperty name="color" value="#DA0C07"/>
      <inkml:brushProperty name="inkEffects" value="lava"/>
      <inkml:brushProperty name="anchorX" value="-29813.01563"/>
      <inkml:brushProperty name="anchorY" value="-33797.07031"/>
      <inkml:brushProperty name="scaleFactor" value="0.5"/>
    </inkml:brush>
  </inkml:definitions>
  <inkml:trace contextRef="#ctx0" brushRef="#br0">0 0 24575,'0'0'0,"3"0"0,8 4 0,6 10 0,24 10 0,8 7 0,25 14 0,16 6 0,10-6 0,0 0 0,-5 1 0,-7 0 0,-4 12 0,-1-2 0,-5-2 0,-6-6 0,0 0 0,-5-8 0,-11-7 0,6-2 0,-7-1 0,-4-1 0,-6 2 0,-4 4 0,-4 1 0,-1-3 0,-6-3 0,-3-8 0,-8-7 0</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16.292"/>
    </inkml:context>
    <inkml:brush xml:id="br0">
      <inkml:brushProperty name="width" value="0.035" units="cm"/>
      <inkml:brushProperty name="height" value="0.035" units="cm"/>
      <inkml:brushProperty name="color" value="#DA0C07"/>
      <inkml:brushProperty name="inkEffects" value="lava"/>
      <inkml:brushProperty name="anchorX" value="-32242.39844"/>
      <inkml:brushProperty name="anchorY" value="-35623.32031"/>
      <inkml:brushProperty name="scaleFactor" value="0.5"/>
    </inkml:brush>
  </inkml:definitions>
  <inkml:trace contextRef="#ctx0" brushRef="#br0">801 1 24575,'0'0'0,"-11"5"0,-15 7 0,-9 12 0,-8 6 0,-15 15 0,0-1 0,-6 18 0,6-2 0,-13 4 0,6 5 0,9-1 0,1-4 0,12 1 0,6-8 0,10-9 0,3 1 0,3-9 0,2-10 0,5-2 0,5-2 0,3-6 0</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18.142"/>
    </inkml:context>
    <inkml:brush xml:id="br0">
      <inkml:brushProperty name="width" value="0.035" units="cm"/>
      <inkml:brushProperty name="height" value="0.035" units="cm"/>
      <inkml:brushProperty name="color" value="#DA0C07"/>
      <inkml:brushProperty name="inkEffects" value="lava"/>
      <inkml:brushProperty name="anchorX" value="-30595.09766"/>
      <inkml:brushProperty name="anchorY" value="-35687.34375"/>
      <inkml:brushProperty name="scaleFactor" value="0.5"/>
    </inkml:brush>
  </inkml:definitions>
  <inkml:trace contextRef="#ctx0" brushRef="#br0">1422 1 24575,'0'0'0,"-12"14"0,-21 40 0,-9 12 0,-24 35 0,-19 14 0,-9 24 0,-8 12 0,-2 6 0,-2-10-844,0 13 1085,15-23-362,14-25 121,18-29 0,16-25 0,12-19 0,9-14 0,5-4 0,2-1 0,5-1 845,-1-4-1086,0-1 361,-1 0-120,-2 3 0,3 2 0,-12 10 0,-1 11 0,-11 7 0,-3 11 0,2-5 0,4 2 0,7-6 0,4-11 0,7-10 0</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7T06:21:19.085"/>
    </inkml:context>
    <inkml:brush xml:id="br0">
      <inkml:brushProperty name="width" value="0.035" units="cm"/>
      <inkml:brushProperty name="height" value="0.035" units="cm"/>
      <inkml:brushProperty name="color" value="#DA0C07"/>
      <inkml:brushProperty name="inkEffects" value="lava"/>
      <inkml:brushProperty name="anchorX" value="-28326.8125"/>
      <inkml:brushProperty name="anchorY" value="-36934.5625"/>
      <inkml:brushProperty name="scaleFactor" value="0.5"/>
    </inkml:brush>
  </inkml:definitions>
  <inkml:trace contextRef="#ctx0" brushRef="#br0">0 0 24575,'0'0'0,"12"18"0,31 36 0,19 22 0,19 28 0,23 24 0,18 6 0,15 9 0,0-8-1348,-8-8 1733,-21-21-577,-18-22 521,-27-19-423,-12-11 141,-1-7-47,-2-6 0,-9-7 0,-8-6 1019,2-5-1310,-5 4 436,0 1-145,-2-1 0,10 11 0,3 3 0,1 0 0,-4-3 0,-4-6 0,-5-4 0,0-2 0,0 1 0,11 11 0,6 6 0,-2-2 0,-1-1 0,-1-1 0,-6 4 0,4-2 0,1 0 0,-1-2 0,-1-2 0,-7-8 0</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1.344"/>
    </inkml:context>
    <inkml:brush xml:id="br0">
      <inkml:brushProperty name="width" value="0.035" units="cm"/>
      <inkml:brushProperty name="height" value="0.035" units="cm"/>
    </inkml:brush>
  </inkml:definitions>
  <inkml:trace contextRef="#ctx0" brushRef="#br0">32 295 1432,'-8'-4'1998,"7"4"-1613,0 0 0,0-1 0,0 1 0,1 0 0,-1-1 0,0 1 0,0-1 0,0 1 0,0-1 0,1 1 0,-1-1 0,0 0 0,0 1 0,1-1 0,-1 0 0,0 0 0,1 1 0,-1-1 0,1 0 0,-1 0 0,1 0 0,0 0 0,-1 0 0,0-1 0,-4 2 4526,12 0-652,-3 0-3835,4 0 6508,-12-5-4075,3 4-2575,2-3-235,5 4-47,-6 0 0,0 0 0,0 0 0,0 0 0,1 0 0,-1 0 0,0 1 0,0-1 0,0 0 0,0 0 0,1 0 0,-1 0 0,0 0 0,0 0 0,0 1 0,0-1 0,0 0 0,0 0 0,0 0 0,1 0 0,-1 1 0,0-1 0,0 0 0,0 0 0,0 0 0,0 0 0,0 1 0,0-1 0,0 0 0,0 0 0,0 0 0,0 1 0,0-1 0,0 0 0,0 0 0,0 0 0,0 0 0,0 1 0,0-1 0,-1 0 0,2 3 0,1-1 0,1 0 0,0 0 0,-1 1 0,0-1 0,1 1 0,-1 0 0,0-1 0,0 1 0,-1 0 0,1 0 0,-1 0 0,1 1 0,-1-1 0,0 0 0,0 0 0,0 1 0,-1-1 0,1 1 0,-1-1 0,0 0 0,0 1 0,0 5 0,0-5 0,1 1 0,-1-1 0,1 0 0,0 1 0,0-1 0,3 4 0,-2-3 0,-1 0 0,1 0 0,-1-1 0,0 1 0,0 0 0,0 6 0,-1 4 0,2 0 0,0 0 0,0 0 0,7 19 0,-1 13 0,-6-40 0,-1 1 0,0-1 0,-1 14 0,0-14 0,0 0 0,0-1 0,1 1 0,3 11 0,12 41 0,-15-58 0,0 0 0,0 1 0,-1-1 0,1 0 0,0 0 0,0 0 0,0 1 0,0-1 0,0 0 0,0-1 0,3 3 0,8 9 0,-1 3 0,-4-11 0,1-3 0,-7-1 0,-1 0 0,1 0 0,0 0 0,-1 0 0,1 0 0,-1 0 0,1 0 0,-1 0 0,1 0 0,0-1 0,-1 1 0,1 0 0,-1 0 0,1-1 0,-1 1 0,1 0 0,-1 0 0,1-1 0,-1 1 0,0-1 0,1 1 0,-1 0 0,1-1 0,-1 1 0,1-1 0,2-3 0,2 1 0,0 0 0,0 0 0,0-1 0,0 0 0,-1 0 0,0 0 0,0-1 0,0 1 0,0-1 0,5-9 0,3-2 0,-6 7 0,0 0 0,-1-1 0,0 0 0,7-19 0,-8 19 0,0 0 0,0 0 0,1 1 0,11-16 0,-15 23 0,1-1 0,-1 1 0,0-1 0,0 1 0,0-1 0,0 1 0,0-1 0,-1 0 0,1 0 0,-1 0 0,1-3 0,5-21 0,-6 27 0,0-1 0,1 0 0,-1 1 0,1-1 0,-1 0 0,0 0 0,0 1 0,0-1 0,1 0 0,-1 0 0,0 0 0,0 1 0,0-1 0,0 0 0,0 0 0,0 1 0,-1-3 0,0-23 0,2 30 0,15 13 0,-15-17 0,0 0 0,-1 1 0,1-1 0,-1 1 0,1-1 0,-1 1 0,1-1 0,-1 1 0,0-1 0,1 1 0,-1 0 0,0-1 0,1 1 0,-1-1 0,0 1 0,0 0 0,1-1 0,-1 1 0,0 0 0,0-1 0,0 2 0,0-1 0,0 0 0,1 0 0,-1 0 0,0 0 0,1 0 0,-1 0 0,0 0 0,1 0 0,-1 0 0,1 0 0,-1 0 0,1 0 0,0-1 0,-1 1 0,2 1 0,-1-1 0,0-1 0,0 1 0,-1 0 0,1 0 0,0 0 0,-1 0 0,1 0 0,-1 0 0,1 0 0,-1 0 0,1 0 0,-1 0 0,0 0 0,1 0 0,-1 2 0,0-1 0,0 0 0,1-1 0,-1 1 0,0-1 0,1 1 0,0-1 0,-1 1 0,1-1 0,0 0 0,0 1 0,-1-1 0,1 0 0,0 0 0,0 1 0,2 0 0,9 16 0,-10-12 0,0-1 0,0 1 0,1-1 0,0 0 0,0 0 0,1 0 0,3 5 0,16 26 0,-17-27 0,1-2 0,0 1 0,0-1 0,1 0 0,11 8 0,-16-12 0,1-1 0,0 0 0,0 0 0,0-1 0,0 1 0,0-1 0,0 0 0,0 0 0,0 0 0,1-1 0,-1 1 0,0-1 0,0 0 0,1 0 0,-1-1 0,7 0 0,-2-1 0,11-2 0,32-11 0,-47 13 0,0 0 0,0 0 0,-1 0 0,1 0 0,-1-1 0,1 0 0,-1 0 0,0 0 0,0 0 0,-1-1 0,1 0 0,4-5 0,-5 3 0,0 0 0,-1 0 0,0 0 0,0 0 0,0 0 0,-1 0 0,0 0 0,0-1 0,0 1 0,-1 0 0,0-9 0,-2-6 0,0 0 0,-5-22 0,5 33 0,-1 1 0,0-1 0,-1 1 0,0 0 0,0 0 0,-1 0 0,0 1 0,-1-1 0,0 1 0,0 0 0,-1 1 0,0 0 0,0 0 0,0 0 0,-1 1 0,0 0 0,0 0 0,-1 1 0,0 0 0,1 1 0,-2 0 0,1 0 0,-20-4 0,4-2 0,15 8 0,7 2 0,1-1 0,-1 1 0,1-1 0,-1 0 0,1 0 0,0 0 0,-1 0 0,1 0 0,0-1 0,0 1 0,-4-3 0,15-5 0,24 4 0,-19 3 0,42-9 0,2 0 0,0-3 0,90-33 0,-136 41 0,0 0 0,-1-1 0,0 0 0,0 0 0,-1-2 0,0 1 0,0-1 0,-1 0 0,13-17 0,-20 23 0,0 1 0,0-1 0,-1 1 0,1-1 0,-1 1 0,0-1 0,1 0 0,-1 0 0,0 0 0,-1 0 0,1 0 0,0 0 0,-1 0 0,0 0 0,1 0 0,-1 0 0,-1 0 0,1-4 0,-2 2 0,-5-1 0,0 1 0,5 1 0,-5 3 0,-5 0 0,8 3 0,1 2 0,3-3 0,0-1 0,0 0 0,0 1 0,0-1 0,-1 1 0,1-1 0,0 0 0,0 1 0,-1-1 0,1 0 0,0 1 0,0-1 0,-1 0 0,1 0 0,0 1 0,-1-1 0,1 0 0,-1 0 0,1 0 0,0 1 0,-1-1 0,1 0 0,-1 0 0,1 0 0,0 0 0,-1 0 0,1 0 0,-1 0 0,1 0 0,0 0 0,-1 0 0,1 0 0,-1 0 0,1 0 0,-1 0 0,1 0 0,-2-1 0,-42 42 0,39-36 0,0-1 0,1 1 0,0 0 0,0 0 0,0 1 0,1-1 0,-1 1 0,1-1 0,1 1 0,-1 0 0,1 0 0,0 1 0,0-1 0,0 7 0,-7 56 0,9-53 0,1 0 0,5 31 0,-4-29 0,0 0 0,-2 0 0,-1 18 0,0 3 0,0-25 0,0-1 0,-6 22 0,5-21 0,-1-1 0,0 24 0,3 47 0,1-79 0,6-5 0,-4-3 0,-1 1 0,0-1 0,0 0 0,0 1 0,0-1 0,0 0 0,-1 0 0,1 0 0,-1 0 0,0-1 0,0 1 0,1-4 0,2-3 0,13-26 0,-16 33 0,1 0 0,-1-1 0,1 1 0,0 0 0,0 0 0,4-4 0,8-15 0,-10 17 0,-1 0 0,0 0 0,1 0 0,0 0 0,0 0 0,1 1 0,-1 0 0,1 0 0,9-6 0,13-12 0,-24 19 0,0 1 0,1 0 0,-1 0 0,0 0 0,1 1 0,-1-1 0,1 1 0,4-2 0,-6 3 0,0-1 0,1 1 0,-1-1 0,0 1 0,0 0 0,1-1 0,-1 1 0,0 1 0,1-1 0,-1 0 0,0 0 0,0 1 0,1-1 0,-1 1 0,0 0 0,3 1 0,11 4 0,-14-5 0,-1-1 0,0 0 0,1 1 0,-1-1 0,0 1 0,1-1 0,-1 1 0,0 0 0,0-1 0,0 1 0,2 2 0,39 25 0,-27-16 0,-12-10 0,0 0 0,-1 0 0,1 0 0,-1 1 0,0-1 0,1 1 0,-1-1 0,0 1 0,-1 0 0,1 0 0,2 4 0,-1-1 0,0 0 0,1 0 0,8 10 0,5 9 0,-6-1 0,-4-18 0,-6-5 0,0-1 0,-1 1 0,1-1 0,0 0 0,0 1 0,0-1 0,0 0 0,0 1 0,-1-1 0,1 0 0,0 0 0,0 0 0,0 0 0,0 0 0,0 0 0,0 0 0,0 0 0,0 0 0,-1-1 0,1 1 0,0 0 0,0-1 0,0 1 0,0 0 0,0-1 0,-1 1 0,1-1 0,0 1 0,0-1 0,-1 1 0,1-1 0,0 0 0,-1 1 0,1-1 0,-1 0 0,1 0 0,-1 1 0,1-1 0,-1 0 0,1 0 0,-1 0 0,0 0 0,0 1 0,1-1 0,-1 0 0,0-2 0,2-1 0,15-22 0,1 4 0,-15 20 0,-1-1 0,1 1 0,-1-1 0,1 0 0,-1 0 0,0 0 0,2-4 0,8-11 0,-10 16 0,-1 0 0,1 0 0,-1 1 0,1-2 0,-1 1 0,0 0 0,0 0 0,0 0 0,1-4 0,0 2 0,5 4 0,-5 1 0,1 1 0,-1 0 0,1 0 0,-1 0 0,0 0 0,0 0 0,0 1 0,0-1 0,-1 1 0,4 4 0,11 15 0,-11-16 0,1-1 0,0 1 0,1-2 0,-1 1 0,1-1 0,0 0 0,0 0 0,0 0 0,10 2 0,-5-2 0,0-1 0,-1 0 0,1-1 0,18 1 0,-25-3 0,1 0 0,0 0 0,0-1 0,-1 0 0,1 0 0,-1 0 0,1-1 0,-1 0 0,1 0 0,-1-1 0,8-4 0,14-13 0,-25 19 0,-1 0 0,0 0 0,1-1 0,-1 1 0,0 0 0,0-1 0,0 1 0,0-1 0,-1 1 0,1-1 0,0 0 0,-1 1 0,1-1 0,-1 0 0,1 1 0,-1-4 0,9-40 0,-9 37 0,1 7 0,-1 0 0,0 0 0,0 0 0,0 0 0,0-1 0,0 1 0,0 0 0,0 0 0,0 0 0,-1 0 0,1 0 0,0 0 0,-1 0 0,1 0 0,-1 0 0,1 0 0,-1 0 0,1 0 0,-1 0 0,0 0 0,1 0 0,-2-1 0,-1-2 0,-3 4 0,5 0 0,0 1 0,0 0 0,1-1 0,-1 1 0,0 0 0,0 0 0,0-1 0,1 1 0,-1 0 0,0 0 0,1 0 0,-1 0 0,1 0 0,-1 0 0,1 0 0,-1 1 0,-5 9 0,1-4 0,1 0 0,0 0 0,0 1 0,0-1 0,1 1 0,0 0 0,-2 13 0,1-3 0,1 0 0,1 0 0,1 0 0,1 22 0,0-32 0,-8 71 0,-1 11 0,10-49 0,8 69 0,3-53 0,3-1 0,24 61 0,-14-27 0,-1-2 0,-24-85 0,1-1 0,-1 1 0,0-1 0,0 1 0,0-1 0,0 1 0,0-1 0,0 1 0,-1-1 0,1 0 0,-1 1 0,0-1 0,0 1 0,0-1 0,0 0 0,0 0 0,0 0 0,-1 1 0,-1 1 0,-8 15 0,10-16 0,-1-1 0,0 1 0,0-1 0,0 0 0,-1 1 0,1-1 0,0 0 0,-1 0 0,0-1 0,1 1 0,-1 0 0,0-1 0,0 0 0,0 0 0,-4 2 0,-52 12 0,-76 5 0,97-17 0,1-2 0,-49-4 0,66 1 0,1-1 0,-1-1 0,1-1 0,0 0 0,0-1 0,-20-11 0,29 11 0,0-1 0,1 0 0,-1 0 0,2-1 0,-1-1 0,1 1 0,1-2 0,-1 1 0,2-1 0,-1 0 0,1 0 0,1 0 0,0-1 0,0 0 0,1 0 0,-5-22 0,7 21 0,1 0 0,0 0 0,0 0 0,1 0 0,1 0 0,3-17 0,-3 26 0,0 0 0,1 0 0,-1 0 0,1 0 0,0 0 0,0 0 0,0 0 0,0 0 0,0 1 0,1-1 0,-1 1 0,5-3 0,36-23 0,-26 18 0,5-1 0,0 1 0,0 1 0,1 1 0,0 1 0,0 1 0,34-4 0,-12 2 0,-19 2 0,1 2 0,54-2 0,-64 2 0,6 0-7667,-13 2 1424,6 1-3872</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2.554"/>
    </inkml:context>
    <inkml:brush xml:id="br0">
      <inkml:brushProperty name="width" value="0.035" units="cm"/>
      <inkml:brushProperty name="height" value="0.035" units="cm"/>
    </inkml:brush>
  </inkml:definitions>
  <inkml:trace contextRef="#ctx0" brushRef="#br0">144 38 1176,'-3'1'469,"-1"0"0,1 0 0,-1 0 0,1 0 1,-1 0-1,0-1 0,1 1 0,-1-1 0,0 0 0,1 0 0,-1-1 0,-4 0 0,4 0-84,1 1 0,-1-1 0,1 1 0,0 0 0,-1 0 0,1 0 0,-1 1 1,1-1-1,-1 1 0,1 0 0,0 0 0,-4 1 0,-13 4 4255,13-6-2491,7 0-1986,0 0 0,-1 0 0,1 0-1,0 0 1,0 0 0,0 0 0,-1 0 0,1 0 0,0 0 0,0-1-1,-1 1 1,1 0 0,0 1 0,0-1 0,-1 0 0,1 0 0,0 0-1,0 0 1,-1 0 0,1 0 0,0 0 0,0 0 0,0 0 0,-1 0-1,1 1 1,0-1 0,0 0 0,0 0 0,-1 0 0,1 0 0,0 0-1,0 1 1,0-1 0,-1 4 4485,-9-5-1961,65-4-1861,132-7-826,-23 3 0,76-5 0,-29 3 0,-86 10 0,-117-1 14,-7 2-19,1-1 0,-1 0 0,1 1 0,-1-1 0,1 1 0,-1 0 0,1-1 0,-1 1 0,1 0 0,-1 0 0,1 0 0,0 0 0,-1 0 0,3 1 0,-2-1-486,-2 0 361,0 0 1,0 1-1,0-1 0,-1 0 1,1 0-1,0 1 0,0-1 0,0 0 1,0 0-1,0 1 0,0-1 1,0 0-1,-1 0 0,1 1 1,0-1-1,0 0 0,0 0 1,0 0-1,-1 0 0,1 1 1,0-1-1,0 0 0,0 0 1,-1 0-1,1 0 0,0 0 1,0 0-1,-1 1 0,1-1 1,0 0-1,0 0 0,-1 0 1,1 0-1,0 0 0,0 0 1,-1 0-1,1 0 0,0 0 1,0 0-1,-1 0 0,1 0 1,0-1-1,0 1 0,-1 0 0,-5 0-4099</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2.949"/>
    </inkml:context>
    <inkml:brush xml:id="br0">
      <inkml:brushProperty name="width" value="0.035" units="cm"/>
      <inkml:brushProperty name="height" value="0.035" units="cm"/>
    </inkml:brush>
  </inkml:definitions>
  <inkml:trace contextRef="#ctx0" brushRef="#br0">101 6 296,'-6'2'694,"1"1"0,0-1 0,-1 0-1,0 0 1,1-1 0,-10 2 0,-13 3 1553,26-5-1930,0 0 0,1 0 0,-1 0-1,0 0 1,0 0 0,1 0 0,-1 0-1,1 0 1,-1 1 0,1-1 0,0 1 0,-1-1-1,1 1 1,-2 2 0,5-1 88,0-2 0,0 1 1,1 0-1,-1 0 0,1-1 0,-1 1 1,1-1-1,-1 0 0,1 0 0,0 0 1,0 0-1,-1 0 0,1 0 0,4 0 1,78 4 4371,57-12-1794,-84 2-2614,278-21 323,-206 14-562,39-1-66,-108 8 12,-37-1 47,-22 6-106,-11 5 15,-5-1-328,-1 0-1,-19 2 1,-2-4-5701,57-9-3883,0-1 4983,3 2 930</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3.831"/>
    </inkml:context>
    <inkml:brush xml:id="br0">
      <inkml:brushProperty name="width" value="0.035" units="cm"/>
      <inkml:brushProperty name="height" value="0.035" units="cm"/>
    </inkml:brush>
  </inkml:definitions>
  <inkml:trace contextRef="#ctx0" brushRef="#br0">94 236 1680,'-19'-21'9130,"13"14"-7588,-1 0 2155,5-1 4364,-4 1-5192,5 7-2739,0-1 0,1 1 0,-1 0 0,0-1 0,1 1 0,-1-1 0,1 1 0,-1-1-1,1 1 1,-1-1 0,1 1 0,-1-1 0,1 0 0,-1 1 0,1-1 0,0 0 0,-1 1-1,1-1 1,0 0 0,0 0 0,-1 0 0,1-2 80,-1 1-1,0 0 1,0 0 0,-1-1 0,1 1-1,0 0 1,-1 0 0,-2-3-1,-9-14 834,8 8-1043,-6-19 0,11 29 0,0-1 0,-1 1 0,1 0 0,0 0 0,0-1 0,0 1 0,1 0 0,-1-1 0,0 1 0,0 0 0,1 0 0,-1-1 0,1 1 0,-1 0 0,1 0 0,-1 0 0,1-1 0,0 1 0,-1 0 0,1 0 0,2-1 0,42-36 0,-41 35 0,0 1 0,0 0 0,0 0 0,0 0 0,0 0 0,0 1 0,0 0 0,1-1 0,-1 2 0,0-1 0,6 0 0,2-2 0,-12 3 0,1 0 0,-1 0 0,1-1 0,-1 1 0,1 0 0,0 0 0,-1 0 0,1 0 0,-1 0 0,1 0 0,-1 0 0,1 0 0,0 0 0,-1 0 0,1 0 0,-1 0 0,1 0 0,-1 0 0,1 1 0,0-1 0,-1 0 0,1 0 0,-1 1 0,1-1 0,0 1 0,13 3 0,-13-4 0,0 0 0,1 0 0,-1 0 0,0 0 0,0 0 0,0 1 0,0-1 0,0 0 0,0 1 0,1-1 0,-1 1 0,0-1 0,0 1 0,-1 0 0,1-1 0,2 2 0,12 12 0,-13-13 0,0 0 0,0 1 0,-1-1 0,1 0 0,0 1 0,-1-1 0,1 1 0,-1-1 0,0 1 0,1 0 0,-1 0 0,0-1 0,0 1 0,0 0 0,0 0 0,-1 0 0,1 0 0,0 3 0,7 31 0,-8-22 0,-1-1 0,0 0 0,-4 15 0,-1 13 0,6-32 0,-2 0 0,1 1 0,-1-1 0,-5 13 0,2-6 0,0 0 0,1 0 0,0 0 0,1 1 0,-1 28 0,4-34 10,-2 0 1,1-1-1,-4 13 1,2-11-64,1-1 1,0 1-1,0 14 1,0-17-519,-3 12-2313,5-21 2670,0 0-1,0 1 0,0-1 1,0 1-1,0-1 0,0 1 1,0-1-1,0 0 0,0 1 0,0-1 1,0 1-1,0-1 0,1 0 1,-1 1-1,0-1 0,0 0 0,0 1 1,1-1-1,-1 0 0,0 1 1,0-1-1,1 0 0,-1 1 1,0-1-1,0 0 0,1 0 0,-1 1 1,1-1-1,-1 0 0,0 0 1,1 0-1,-1 1 0,0-1 1,1 0-1,-1 0 0,1 0 0,-1 0 1,0 0-1,1 0 0,-1 0 1,1 0-1,38-5-11245,-22 0 6986</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4.265"/>
    </inkml:context>
    <inkml:brush xml:id="br0">
      <inkml:brushProperty name="width" value="0.035" units="cm"/>
      <inkml:brushProperty name="height" value="0.035" units="cm"/>
    </inkml:brush>
  </inkml:definitions>
  <inkml:trace contextRef="#ctx0" brushRef="#br0">110 138 728,'-3'-4'1163,"-1"1"0,1 0 0,-1 0 1,1 1-1,-1-1 0,0 1 0,0 0 0,0 0 0,-1 0 0,-4-1 0,-18-9 4634,16 6-3467,-3-3 4690,14 8-6868,0 1-1,-1-1 1,1 0 0,0 0 0,0 1 0,0-1-1,0 0 1,0 1 0,0-1 0,0 0-1,0 1 1,1-1 0,-1 0 0,0 1 0,0-1-1,1 0 1,-1 1 0,0-1 0,1 0 0,-1 1-1,0-1 1,1 1 0,-1-1 0,1 1-1,-1-1 1,1 0 0,10-14-152,-10 13 0,1-1 0,-1 0 0,1 1 0,0-1 0,0 1 0,0 0 0,1 0 0,-1 0 0,5-4 0,2 0 0,6-4 0,-11 8 0,0 1 0,1 1 0,0-1 0,-1 1 0,9-1 0,-12 1 0,0 0 0,-1 0 0,1 0 0,0 0 0,0 0 0,0 0 0,0 0 0,-1 0 0,1 0 0,0 0 0,0 0 0,0 0 0,-1 0 0,1 1 0,0-1 0,0 0 0,-1 1 0,1-1 0,0 1 0,-1-1 0,1 1 0,0-1 0,-1 1 0,1-1 0,-1 1 0,1-1 0,-1 1 0,1 0 0,0 0 0,1 3 0,0 0 0,0 1 0,-1 0 0,1 0 0,-1-1 0,1 8 0,-3-3 0,0 0 0,0-1 0,-1 1 0,0 0 0,-1 0 0,0-1 0,0 1 0,-7 11 0,-15 57 0,0 6 0,20-71-596,1 0 0,0-1 0,1 2 1,0-1-1,-1 21 0,2 64-5234,2-59 4557,0-35 499,-1 1 0,0 0 1,1 0-1,-1 0 0,0 0 0,-3 5 1,2-5-100,1 0 0,-1 0 0,1 0 0,0 0 0,0 0 0,0 8 0,1-10 461,0 1 0,-1 0 0,1-1 0,-1 1-1,1 0 1,-1-1 0,0 1 0,0-1 0,0 0-1,0 1 1,-1-1 0,1 0 0,-1 1 0,-3 3 0,-3 4-1912</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4.540"/>
    </inkml:context>
    <inkml:brush xml:id="br0">
      <inkml:brushProperty name="width" value="0.035" units="cm"/>
      <inkml:brushProperty name="height" value="0.035" units="cm"/>
    </inkml:brush>
  </inkml:definitions>
  <inkml:trace contextRef="#ctx0" brushRef="#br0">57 41 1768,'15'-4'8968,"-20"3"-8051,4 1 409,-8 0 2525,1-4 5622,-2-1-3582,2 4-7434,5 1 670,2 0 617,0 0 0,0 0 1,0 0-1,0 0 0,0 0 0,0 0 0,0-1 1,0 1-1,0 0 0,0 0 0,-1-1 0,1 1 0,1-1 1,-3 0-1,0-4-3640,2-3-3446,1 7 6901,0 1 1,0-1-1,0 1 0,-1-1 0,1 1 0,0 0 0,0-1 1,-1 1-1,1-1 0,0 1 0,-1-1 0,1 1 0,0 0 1,-1-1-1,1 1 0,0 0 0,-1-1 0,1 1 1,-1 0-1,0-1 0,1 1 303</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5.070"/>
    </inkml:context>
    <inkml:brush xml:id="br0">
      <inkml:brushProperty name="width" value="0.035" units="cm"/>
      <inkml:brushProperty name="height" value="0.035" units="cm"/>
    </inkml:brush>
  </inkml:definitions>
  <inkml:trace contextRef="#ctx0" brushRef="#br0">18 242 1280,'0'-3'1057,"1"-1"0,-1 0-1,1 0 1,0 1 0,0-1 0,0 1-1,3-6 1,-3 6-312,1-1 0,-1 1 0,0-1 0,0 1 0,0-1 0,-1 0 0,1-5 0,-1 7-175,0-1 0,-1 1 0,1-1 1,-1 1-1,0-1 0,0 1 0,0-1 0,0 1 0,-1-3 1,0 3-77,1 0 0,0 0 0,0-1 0,0 1 0,1 0 0,-1-1 0,0 1 0,1-1 0,-1-2 0,1 2-116,0 0 1,-1 0-1,1 0 0,-1 0 0,0 0 0,0 1 1,0-1-1,-2-3 0,2 3-108,0 0 1,-1 0-1,1-1 1,0 1-1,0 0 0,1-1 1,-1 1-1,1-5 1,-1 4-181,1 3-70,0 1 0,0-1 1,0 0-1,0 0 0,0 0 0,0 0 0,0 0 0,0 0 0,0 0 0,1 0 0,-1 0 1,0 1-1,1-1 0,-1 0 0,0 0 0,1 0 0,-1 0 0,1 1 0,-1-1 0,1 0 1,0 1-1,-1-1 0,1 0 0,1 0 0,8-9-20,-9 9 0,-1 0 0,1 0 0,0 1 0,-1-1 0,1 0 0,0 0 0,0 1 0,0-1 0,0 0 0,0 1 0,0-1 0,0 1 0,0 0 0,0-1 0,1 0 0,9-3 0,-8 3 0,0 0 0,0 0 0,0 0 0,0 0 0,1 0 0,-1 1 0,0-1 0,4 1 0,3 0 0,-3 0 0,1 0 0,0 0 0,-1 1 0,16 3 0,-22-4 0,1 0 0,-1 1 0,1-1 0,-1 1 0,1 0 0,-1 0 0,0-1 0,1 1 0,-1 0 0,0 0 0,0 0 0,1 0 0,-1 0 0,0 1 0,0-1 0,0 0 0,0 1 0,-1-1 0,1 0 0,0 1 0,0-1 0,-1 1 0,1-1 0,-1 1 0,0-1 0,1 1 0,-1-1 0,0 1 0,0-1 0,0 3 0,1 0 0,0 0 0,0 0 0,0 0 0,1 0 0,-1 0 0,1 0 0,0 0 0,0-1 0,0 1 0,5 4 0,-4-4 0,0 1 0,0-1 0,-1 1 0,0 0 0,4 8 0,-5-4 0,1-1 0,-1 1 0,-1 0 0,0 0 0,0 0 0,-1-1 0,0 1 0,-3 13 0,-4 3 0,-14 36 0,22-60 0,-7 13-1303,0 0 0,-11 16 0,12-21 207,1 0 0,-1 0 1,1 1-1,1 0 0,0 0 0,-3 11 0,0 3-2753,5-19 2776,1 1 1,-1-1 0,1 1-1,0-1 1,0 1 0,1 6-1,0 30-6020,0-27 4915</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5.219"/>
    </inkml:context>
    <inkml:brush xml:id="br0">
      <inkml:brushProperty name="width" value="0.035" units="cm"/>
      <inkml:brushProperty name="height" value="0.035" units="cm"/>
    </inkml:brush>
  </inkml:definitions>
  <inkml:trace contextRef="#ctx0" brushRef="#br0">51 13 1624,'8'-6'12444,"-8"6"-12461,0-1 0,0 1 0,-1 0 0,1-1 0,0 1 0,0 0 0,-1-1 0,1 1 0,0 0 0,0-1 0,-1 1 0,1 0 0,-1 0 0,1-1 0,0 1 0,-1 0 0,1 0 0,0 0 0,-1-1 0,1 1 0,-1 0 0,1 0 0,0 0 0,-1 0 0,1 0 0,-1 0 0,1 0 0,-1 0 0,1 0 0,0 0 0,-1 0 0,1 0 0,-1 0 0,1 1 0,-1-1 0,-22 5-2679,17-4 223,-9 0-2523,13 3 1817</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5.699"/>
    </inkml:context>
    <inkml:brush xml:id="br0">
      <inkml:brushProperty name="width" value="0.035" units="cm"/>
      <inkml:brushProperty name="height" value="0.035" units="cm"/>
    </inkml:brush>
  </inkml:definitions>
  <inkml:trace contextRef="#ctx0" brushRef="#br0">16 17 1120,'-10'-11'18320,"28"9"-15203,-12 0-636,-10 1 1994,2 1-4275,-13 1 618,6 1-2384,18 1-8467,-3-2 8434,-1-1 0,0 0 1,0-1-1,0 1 1,0-1-1,8-2 0,-10 2 439,7 0-2900</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7.283"/>
    </inkml:context>
    <inkml:brush xml:id="br0">
      <inkml:brushProperty name="width" value="0.035" units="cm"/>
      <inkml:brushProperty name="height" value="0.035" units="cm"/>
    </inkml:brush>
  </inkml:definitions>
  <inkml:trace contextRef="#ctx0" brushRef="#br0">59 95 168,'-18'6'5106,"10"-7"-3074,6 1-1536,-1 0 0,1 0 0,0 0 1,-1 0-1,1 0 0,0 0 0,-1 1 0,1-1 1,0 1-1,0 0 0,-4 1 0,5-1 1165,1 0-176,4 6 4550,1-5-5668,75-1 5486,168-7-2811,-46-6-2656,-20 2-195,486-30 212,-430 29-383,177-3-10,-182 8 41,92-5-48,-191 10-3,43-3 0,-71 2 0,-61 3 0,12 4-44,-56-5-117,-19 10-4884,-5-7 1219,-1 0 1,0-2-1,-26-2 1,12 1-1462,6 0 1136</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7.985"/>
    </inkml:context>
    <inkml:brush xml:id="br0">
      <inkml:brushProperty name="width" value="0.035" units="cm"/>
      <inkml:brushProperty name="height" value="0.035" units="cm"/>
    </inkml:brush>
  </inkml:definitions>
  <inkml:trace contextRef="#ctx0" brushRef="#br0">26 42 1296,'-14'-7'12697,"18"4"-10845,-4 3-1658,0 0 0,0-1 0,1 1 1,-1 0-1,0 0 0,0 0 0,0-1 0,1 1 1,-1 0-1,0 0 0,0-1 0,0 1 0,0 0 1,0 0-1,0-1 0,0 1 0,0 0 1,0-1-1,0 1 0,1 0 0,-1 0 0,0-1 1,-1 1-1,1 0 0,0-1 0,0 1 0,0 0 1,0 0-1,0-1 0,0 1 0,0 0 1,0 0-1,0-1 0,-1 1 0,1 0 0,0 0 1,0-1-1,0 1 0,0 0 0,-1 0 0,1 0 1,0-1-1,0 1 0,-1 0 0,1 0 1,0 0-1,0 0 0,-1 0 0,1-1 0,0 1 1,0 0-1,-1 0 0,-10-6 5075,9-3-3909,4 5-1360,3 4 0,-4 0 0,0 0 0,-1 1 0,1 0 0,0-1 0,-1 1 0,1-1 0,-1 1 0,1 0 0,-1-1 0,1 1 0,-1 0 0,1 0 0,-1-1 0,0 1 0,1 0 0,-1 0 0,0-1 0,0 1 0,0 0 0,0 0 0,1 0 0,-1 1 0,2 7 0,7 25 0,-4-12 0,-4-17 0,0 0 0,-1 1 0,1-1 0,-1 1 0,0-1 0,-1 10 0,0-10 0,1 1 0,0-1 0,0 1 0,1 9 0,2-1 0,1 0 0,1 1 0,7 17 0,13 41 0,-15-46 0,-9-20 0,1-1 0,1 0 0,-1 0 0,5 9 0,34 43 0,-39-48 0,-3 1 0,1-11 0,0 1 0,0-1 0,0 0 0,0 0 0,0 0 0,0 1 0,0-1 0,-1 0 0,1 0 0,0 0 0,0 1 0,0-1 0,0 0 0,-1 0 0,1 0 0,0 0 0,0 1 0,0-1 0,-1 0 0,1 0 0,0 0 0,0 0 0,0 0 0,-1 0 0,1 0 0,0 0 0,0 0 0,-1 0 0,1 1 0,0-1 0,0 0 0,-1-1 0,1 1 0,0 0 0,0 0 0,-1 0 0,1 0 0,-1 0 0,-12-3 0,9 2 0,-7 1 1,7 1-2,1-1 0,0 0 0,-1-1-1,1 1 1,-1 0 0,1-1 0,0 0-1,-1 0 1,1 0 0,0 0 0,0 0-1,0-1 1,0 1 0,0-1 0,-4-3-1,7 5-173,-1 0-1,1 0 1,0 0-1,-1-1 1,1 1-1,-1 0 1,1 0-1,0-1 1,-1 1-1,1 0 1,0-1-1,0 1 0,-1 0 1,1-1-1,0 1 1,0-1-1,-1 1 1,1 0-1,0-1 1,0 1-1,0-1 1,0 1-1,0-1 1,0 1-1,0 0 1,0-1-1,-1 1 1,2-1-1,-1 1 0,0-1 1,0 1-1,0-1 1,0 1-1,0 0 1,0-1-1,0 1 1,0-1-1,1 1 1,-1-1-1,2-1-745,-1 0 0,1 1 0,0-1 0,-1 0 0,1 1 0,0-1 0,0 1 0,3-2 0,38-16-11389,-24 17 7454</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48.734"/>
    </inkml:context>
    <inkml:brush xml:id="br0">
      <inkml:brushProperty name="width" value="0.035" units="cm"/>
      <inkml:brushProperty name="height" value="0.035" units="cm"/>
    </inkml:brush>
  </inkml:definitions>
  <inkml:trace contextRef="#ctx0" brushRef="#br0">208 15 1752,'-16'-11'27103,"15"8"-23820,2 5-2778,-1-1-401,11 11-89,-9-10-14,-1 0-1,1-1 1,-1 1-1,1 0 0,0 0 1,0-1-1,0 1 1,0-1-1,0 1 1,4 1-1,185 65 0,-186-67 0,3 2 0,1-1 0,-1 1 0,0 1 0,10 5 0,-18-8 0,1-1 0,0 0 0,0 1 0,0-1 0,0 1 0,-1 0 0,1-1 0,0 1 0,-1 0 0,1-1 0,0 1 0,-1 0 0,1 0 0,-1-1 0,1 1 0,-1 0 0,1 0 0,-1 0 0,0 0 0,1 0 0,-1 0 0,0 0 0,0 0 0,0 0 0,0 0 0,1 0 0,-1-1 0,-1 1 0,1 0 0,0 0 0,0 0 0,0 0 0,0 0 0,-1 0 0,1 0 0,0 0 0,-1 0 0,1 0 0,-1-1 0,1 1 0,-1 0 0,1 0 0,-1 0 0,0-1 0,1 1 0,-1 0 0,0-1 0,-1 2 0,-10 8 0,-1-1 0,0-1 0,0 0 0,-1 0 0,-15 5 0,-27 16 0,-86 50 0,115-62 0,-33 28 0,41-31 0,12-9 0,1-1 0,0 1 0,0 0 0,-7 9 0,-28 34 0,48-33-3231,10-20-4494,49-26-8078,-48 20 11307</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50.133"/>
    </inkml:context>
    <inkml:brush xml:id="br0">
      <inkml:brushProperty name="width" value="0.035" units="cm"/>
      <inkml:brushProperty name="height" value="0.035" units="cm"/>
    </inkml:brush>
  </inkml:definitions>
  <inkml:trace contextRef="#ctx0" brushRef="#br0">187 89 1352,'-10'-5'9286,"2"-3"-6056,-10-5 11828,2 4-11217,9 8-3841,-1 1 0,1 1 0,5 3 0,2-3 0,0-1 0,0 1 0,0-1 0,0 1 0,0 0 0,0-1 0,1 1 0,-1 0 0,0-1 0,0 1 0,1-1 0,-1 1 0,0 0 0,0-1 0,1 1 0,-1-1 0,1 1 0,0 0 0,3 9 0,4 42 0,-8-38 0,0 2 0,0-1 0,-1 0 0,-5 29 0,5-34 0,0 0 0,0 0 0,1 0 0,0 1 0,1-1 0,0 0 0,1 0 0,0 0 0,1-1 0,5 16 0,-7-21 0,0 0 0,0 0 0,-1 0 0,1 0 0,-1 0 0,0 0 0,0 1 0,-1 3 0,-1 25 0,1-28 0,1-5 0,-1 0 0,1 1 0,0-1 0,-1 0 0,1 0 0,0 1 0,-1-1 0,1 0 0,0 0 0,-1 0 0,1 1 0,-1-1 0,1 0 0,0 0 0,-1 0 0,1 0 0,-1 0 0,1 0 0,0 0 0,-1 0 0,1 0 0,-1 0 0,1 0 0,-1 0 0,1 0 0,0 0 0,-1-1 0,1 1 0,0 0 0,-1 0 0,1 0 0,-1 0 0,1-1 0,0 1 0,-1 0 0,1-1 0,0 1 0,0 0 0,-1 0 0,1-1 0,0 1 0,0 0 0,-1-1 0,1 1 0,0-1 0,0 1 0,-1-1 0,1 0 0,-18-13 0,16 13 0,1 0 0,-1 0 0,0-1 0,1 1 0,-1 0 0,1-1 0,-1 1 0,1 0 0,-1-1 0,1 0 0,0 1 0,0-1 0,0 0 0,0 0 0,0 1 0,-1-4 0,-4-17 0,1-1 0,0 1 0,2-1 0,0 0 0,1-25 0,2 46 0,0-11 0,0 0 0,0-1 0,1 1 0,1 0 0,0 0 0,1 0 0,5-15 0,-8 26 0,1 1 0,-1-1 0,0 0 0,1 0 0,-1 0 0,0 0 0,0 0 0,-1 0 0,1-3 0,-1 3 0,1 0 0,0 1 0,0-1 0,0 0 0,0 0 0,0 0 0,0 0 0,0 1 0,0-1 0,1 0 0,-1 0 0,2-2 0,3-9 0,-4 11 0,-1 0 0,1 0 0,0 0 0,0 0 0,-1 0 0,1 0 0,1 1 0,-1-1 0,0 0 0,0 1 0,1-1 0,-1 1 0,1-1 0,1-1 0,4-2 0,-7 4 0,0 1 0,1 0 0,-1-1 0,1 1 0,-1-1 0,0 1 0,1 0 0,-1 0 0,1-1 0,-1 1 0,1 0 0,-1 0 0,1-1 0,-1 1 0,1 0 0,-1 0 0,1 0 0,0 0 0,0 0 0,73-11 0,-46 12 0,0 1 0,-1 1 0,50 12 0,-56-8 0,0 1 0,34 18 0,-52-25 0,6 4 0,-1 0 0,0 0 0,-1 1 0,1 0 0,-1 0 0,0 0 0,-1 1 0,1 0 0,-1 1 0,-1-1 0,0 1 0,0 0 0,0 1 0,3 8 0,0 30 0,-7-42 0,0-1 0,-1 0 0,0 0 0,0 0 0,0 1 0,-1-1 0,0 0 0,1 0 0,-1 0 0,0 0 0,-1 0 0,1 0 0,-1 0 0,0 0 0,0 0 0,-5 6 0,1-1 0,-1 0 0,-1 0 0,1-1 0,-1 0 0,-12 9 0,1-3 0,-2-2 0,-41 21 0,22-13 0,22-12 0,-1-1 0,-27 8 0,26-9 0,1 0 0,-20 10 0,25-10 0,-1 0 0,0-2 0,-19 5 0,-13 3 0,40-10 0,3-1 0,-1 0 0,1 0 0,-1 0 0,0-1 0,1 0 0,-1 0 0,-6-1 0,11 1-2,0 0 0,0 0-1,0 0 1,0 0 0,1 0 0,-1 0 0,0 0 0,0 0-1,0-1 1,0 1 0,0 0 0,0 0 0,0 0-1,0 0 1,0 0 0,0 0 0,0 0 0,0 0-1,0 0 1,0 0 0,0 0 0,0-1 0,0 1 0,0 0-1,0 0 1,0 0 0,0 0 0,0 0 0,0 0-1,0 0 1,0 0 0,0 0 0,0 0 0,0 0 0,0-1-1,0 1 1,0 0 0,0 0 0,0 0 0,-1 0-1,1 0 1,0 0 0,0 0 0,0 0 0,0 0-1,0 0 1,0 0 0,0 0 0,0 0 0,0 0 0,0 0-1,0 0 1,0 0 0,0 0 0,-1 0 0,1 0-1,0 0 1,0 0 0,0 0 0,0 0 0,0 0 0,0 0-1,0 0 1,0 0 0,0 0 0,0 0 0,-1 0-1,1 0 1,0 0 0,9-8-433,19-7-1144,20-2-6663,61-14 0,17-5-1912,-100 25 7104</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51.002"/>
    </inkml:context>
    <inkml:brush xml:id="br0">
      <inkml:brushProperty name="width" value="0.035" units="cm"/>
      <inkml:brushProperty name="height" value="0.035" units="cm"/>
    </inkml:brush>
  </inkml:definitions>
  <inkml:trace contextRef="#ctx0" brushRef="#br0">477 246 1536,'10'-4'2517,"-9"4"-2267,0 0 1,0 0-1,-1-1 0,1 1 1,0 0-1,-1 0 0,1 0 1,0-1-1,-1 1 0,1 0 1,-1 0-1,1-1 0,0 1 1,-1-1-1,1 1 0,-1 0 0,1-1 1,-1 1-1,1-1 0,-1 0 1,0 1-1,1-1 0,-1 1 1,0-1-1,1 1 0,-1-2 1,0 1 36,-1 0 1,1 1-1,-1-1 1,1 1-1,-1-1 1,0 1-1,0-1 1,1 1 0,-1 0-1,0-1 1,0 1-1,1 0 1,-1-1-1,0 1 1,0 0-1,0 0 1,1 0-1,-1 0 1,0 0-1,0 0 1,0 0 0,1 0-1,-1 0 1,-1 0-1,-5 0 957,-9-3 465,1 1 0,-1 1-1,1 0 1,-1 2 0,0-1 0,-24 6-1,25-5-1131,12-1-477,0 0 1,0 0 0,0 1-1,0-1 1,1 1 0,-1-1-1,-4 3 1,-32 13-41,-83 37 42,99-41-98,1 0 1,1 2-1,-26 20 1,44-31-5,1-1 0,0 1 0,-1 0 0,1-1 0,1 1 0,-1 0 0,0 0 0,1 0 0,-1 1 0,1-1 0,0 0 0,0 0 0,0 1 0,1-1 0,-1 1 0,1 5 0,1-5 0,1 1 0,0-1 0,1 0 0,-1 0 0,1 0 0,0 0 0,-1-1 0,2 1 0,-1-1 0,0 0 0,1 0 0,0 0 0,-1 0 0,1-1 0,0 1 0,0-1 0,1 0 0,-1 0 0,0-1 0,1 1 0,-1-1 0,1 0 0,7 1 0,0-1 0,0 0 0,-1-1 0,1-1 0,-1 0 0,1 0 0,13-5 0,6 1 0,-23 2 0,-1 0 0,0 0 0,0-1 0,0 0 0,0 0 0,0-1 0,-1 1 0,9-9 0,-12 10 0,3-3 0,0 0 0,-1 0 0,0-1 0,0 1 0,-1-1 0,0 0 0,0 0 0,4-12 0,4-6 0,-11 24 0,-1-1 0,1 1 0,-1 0 0,0-1 0,1 1 0,-1-1 0,0 1 0,0-1 0,0 0 0,0 1 0,0-1 0,-1-1 0,0-22 0,0 21 0,1 3 0,0 1 0,-1 0 0,1 0 0,0 0 0,0 0 0,0 0 0,-1 0 0,1 0 0,0 0 0,0 0 0,-1 0 0,1 0 0,0 0 0,0 0 0,-1 0 0,1 0 0,0 0 0,0 0 0,-1 0 0,1 0 0,0 0 0,0 0 0,-1 0 0,1 0 0,0 0 0,0 1 0,0-1 0,-1 0 0,1 0 0,0 0 0,-1 3 0,0-1 0,-1-1 0,1 1 0,0-1 0,1 1 0,-1 0 0,0 0 0,0-1 0,1 1 0,-1 0 0,1 0 0,0 0 0,-1 0 0,1-1 0,0 1 0,0 0 0,0 0 0,0 0 0,1 0 0,-1 0 0,1 2 0,0 5 0,-1-5 0,1 0 0,0 0 0,0 0 0,0 0 0,0 0 0,1-1 0,-1 1 0,1 0 0,0-1 0,0 1 0,4 4 0,2 2 0,1 0 0,12 13 0,-17-21 0,-1 0 0,0 0 0,1 0 0,-1 0 0,1 0 0,0-1 0,-1 0 0,1 0 0,0 0 0,0 0 0,0 0 0,5-1 0,3 1 0,-1-1 0,24-2 0,-8-3 0,0-1 0,0-1 0,41-18 0,-52 19 0,-12 4 0,1 0 0,-1 0 0,0-1 0,0 1 0,0-1 0,3-4 0,13-8 0,-16 12 0,0-1 0,0 0 0,0 0 0,0 0 0,-1 0 0,1-1 0,-1 0 0,0 1 0,-1-1 0,1 0 0,-1 0 0,0-1 0,0 1 0,0 0 0,-1-1 0,0 1 0,0-1 0,0-8 0,7-54 0,-7 51 0,1 0 0,4-20 0,-3 20 0,-1 1 0,1-22 0,-3-20 0,0 55 0,-2 6 0,-1 0 0,1 0 0,0 0 0,0 0 0,0 0 0,1 0 0,-3 7 0,-2 3 0,5-8 0,0-1 0,1 0 0,-1 0 0,1 0 0,-1 1 0,1-1 0,1 0 0,0 7 0,0 3 0,-1 142 0,8-103 0,1 15 0,-9 27 0,0-94 0,0 0 0,-1 0 0,1-1 0,0 1 0,0 0 0,0-1 0,-1 1 0,1 0 0,0 0 0,-1-1 0,1 1 0,0-1 0,-1 1 0,1 0 0,-1-1 0,1 1 0,-1-1 0,1 1 0,-1-1 0,0 1 0,1-1 0,-2 1 0,1-1-14,1 1 1,0-1-1,-1 0 1,1 1-1,-1-1 1,1 0-1,-1 0 1,1 0-1,-1 1 1,1-1-1,-1 0 1,1 0-1,-1 0 1,1 0-1,-1 0 1,1 0-1,-1 0 1,1 0-1,-1 0 1,1 0-1,-1 0 1,1-1-1,-1 1 1,1 0-1,-1 0 1,1 0-1,-1-1 1,1 1-1,-1 0 1,1-1-1,-1 1-306,0 0-1,0-1 1,0 1 0,0 0-1,0-1 1,0 1-1,0-1 1,1 1 0,-1-1-1,0 1 1,0-1-1,1 0 1,-1 1-1,0-1 1,1 0 0,-1 1-1,1-1 1,-1 0-1,1 0 1,-1 0 0,0-1-1,0-21-8836,2 9 5280,-1-7-2736,0 10 3338</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51.590"/>
    </inkml:context>
    <inkml:brush xml:id="br0">
      <inkml:brushProperty name="width" value="0.035" units="cm"/>
      <inkml:brushProperty name="height" value="0.035" units="cm"/>
    </inkml:brush>
  </inkml:definitions>
  <inkml:trace contextRef="#ctx0" brushRef="#br0">34 143 1064,'-15'-7'5501,"6"3"-2275,8 4-2789,1 0-1,-1-1 0,1 1 0,-1 0 0,1-1 0,-1 1 0,0 0 0,1-1 0,0 1 0,-1-1 0,1 1 1,-1-1-1,1 1 0,-1-1 0,1 1 0,0-1 0,0 1 0,-1-1 0,1 0 0,0 1 0,0-1 0,0 0 1,-1 1-1,1-1 0,0 1 0,0-1 0,0-1 0,18-3 3901,56 0-1795,-21 2-2282,53 3-1,-53 2-210,54-6-1,-71 0-26,0-1 0,49-13 1,-80 16 4,0-1 0,0 1 0,0-1 0,9-5 0,-13 7 26,1 0-1,-1 0 1,0 0-1,1 0 0,-1-1 1,0 1-1,1 0 0,-1-1 1,0 1-1,0 0 0,0-1 1,0 1-1,-1-1 0,1 0 1,1-2-1,-2 2 5,-1 1 1,1-1-1,-1 1 0,1 0 0,-1-1 1,0 1-1,0 0 0,1-1 0,-1 1 1,0 0-1,0 0 0,0 0 0,0 0 1,0 0-1,-1 0 0,1 0 0,0 0 1,0 0-1,-1 0 0,1 1 0,0-1 1,-1 1-1,1-1 0,-1 1 0,1-1 1,-3 1-1,0-2 18,0 1 0,-1 0 0,0 1 0,1-1 1,-1 1-1,1 0 0,-1 0 0,-6 1 0,8-1-74,1 1 0,-1-1 0,0 1 0,1-1-1,-1 1 1,1 0 0,-1 0 0,1 0 0,-1 0 0,-3 3 0,-2 1-3,-41 20 2,42-22 0,1 1 0,0-1 0,0 1 0,0 0 0,-10 10 0,-16 11 0,30-24 0,0 1 0,-1-1 0,1 1 0,0-1 0,0 1 0,0 0 0,0 0 0,0 0 0,1 0 0,-1 0 0,1 1 0,-1-1 0,1 0 0,0 1 0,0-1 0,0 1 0,0 0 0,-1 3 0,-2 12 0,4-17 0,-1 1 0,1-1 0,-1 0 0,1 0 0,0 0 0,-1 1 0,1-1 0,0 0 0,0 1 0,0-1 0,0 0 0,0 0 0,0 1 0,1-1 0,-1 0 0,0 0 0,1 1 0,-1-1 0,0 0 0,1 0 0,0 0 0,-1 0 0,1 1 0,0-1 0,-1 0 0,3 1 0,-1 0 0,1 0 0,0 0 0,0-1 0,0 1 0,0-1 0,0 1 0,1-1 0,-1 0 0,0-1 0,7 2 0,2-2 0,0 0 0,-1-1 0,1-1 0,0 0 0,13-4 0,-10 2 0,1-2 0,-2 0 0,1-1 0,-1 0 0,0-1 0,0 0 0,-1-2 0,15-11 0,-3-11 0,-23 30 0,-1 1 0,1 0 0,-1 0 0,0 0 0,0 0 0,0-1 0,0 1 0,0 0 0,0-1 0,0 1 0,0 0 0,0-1 0,-1 1 0,2-3 0,-2 4 0,0-1 0,0 1 0,1-1 0,-1 0 0,0 1 0,1-1 0,-1 1 0,1-1 0,-1 1 0,1 0 0,-1-1 0,1 1 0,-1-1 0,1 1 0,-1 0 0,1 0 0,-1-1 0,1 1 0,0 0 0,-1 0 0,1-1 0,-1 1 0,1 0 0,0 0 0,-1 0 0,1 0 0,0 0 0,-1 0 0,1 0 0,0 0 0,-1 0 0,1 0 0,-1 1 0,1-1 0,0 0 0,-1 0 0,1 1 0,-1-1 0,1 0 0,-1 1 0,1-1 0,0 1 0,2 2 0,-1 0 0,0 0 0,0 0 0,0 1 0,-1-1 0,1 0 0,-1 1 0,2 6 0,-2-8 0,-1 0 0,0 0 0,1 0 0,-1 0 0,1-1 0,-1 1 0,1 0 0,0 0 0,0 0 0,2 2 0,-2-2 0,0 0 0,0 0 0,0 0 0,0 0 0,-1 0 0,1 0 0,0 0 0,-1 0 0,1 0 0,-1 4 0,0-6 0,-2 25-287,2-23 218,0-1-1,-1 0 0,0 0 1,1 0-1,-1 0 0,1 0 1,-1 0-1,0 0 0,0 0 1,1 0-1,-1 0 0,0-1 0,0 1 1,0 0-1,-2 1 0</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52.240"/>
    </inkml:context>
    <inkml:brush xml:id="br0">
      <inkml:brushProperty name="width" value="0.035" units="cm"/>
      <inkml:brushProperty name="height" value="0.035" units="cm"/>
    </inkml:brush>
  </inkml:definitions>
  <inkml:trace contextRef="#ctx0" brushRef="#br0">1 429 1624,'0'1'303,"1"0"-1,0-1 1,0 1-1,0-1 1,0 1-1,-1-1 1,1 1 0,0-1-1,0 1 1,0-1-1,0 0 1,0 1-1,0-1 1,0 0-1,0 0 1,1 0-1,-1 0 1,0 0-1,0 0 1,0 0-1,0 0 1,0 0-1,0 0 1,0-1-1,1 1 1,29-5 2596,46-12 1736,-65 14-4054,1-2 0,-1 1 1,0-2-1,-1 1 0,1-2 1,-1 1-1,0-2 0,-1 1 1,0-2-1,11-10 0,-18 16-401,0 0-1,0 0 1,0 0-1,-1 0 1,1-1-1,-1 1 1,0-1-1,0 1 1,0-1-1,-1 0 0,1 0 1,-1 0-1,0 0 1,0 0-1,0 0 1,-1 0-1,1 0 1,-1 0-1,0 0 1,0 0-1,-1 0 1,1 0-1,-1 0 1,0 0-1,0 0 0,0 0 1,-3-5-1,-4-13 429,-8-12 226,-25-40 470,32 62-1010,0 0 0,0 0 0,-16-15-1,-7 0 110,30 24-403,2 6 0,0 3 0,0-1 0,0 0 0,0 0 0,1 1 0,0-1 0,0 0 0,0 0 0,0 0 0,1 0 0,0 0 0,0 0 0,4 6 0,-4-6 0,0 0 0,0 0 0,0 1 0,-1-1 0,0 0 0,0 1 0,0-1 0,-1 6 0,3 15 0,25 69 0,-17-56 0,-8-29 0,0 1 0,-1 0 0,0 0 0,1 16 0,-3 152 0,1-171 0,-1-1 0,2 1 0,-1-1 0,3 9 0,-1-8 0,-1-1 0,-1 1 0,0 0 0,1 10 0,-2 3 0,-1-21-42,0 0-1,-1 0 1,1 0-1,0-1 1,0 1-1,0 0 1,0 0-1,0-1 1,0 1-1,0 0 1,0-1-1,-1 1 1,0-2-1,1 2-184,0 0 0,1 0-1,-1 0 1,0-1 0,0 1-1,1 0 1,-1-1 0,0 1 0,0-1-1,1 1 1,-1 0 0,0-1-1,1 0 1,-1 1 0,1-1 0,-1 1-1,0-1 1,1 0 0,-1 1-1,1-1 1,0 0 0,-1 1-1,0-3 1,5-16-7369,-2 13 6430,3-19-4063,-4 20 4109,0 0 0,0 0 0,0 1 1,0-1-1,1 0 0,0 1 0,2-6 0,5-5-1927</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52.710"/>
    </inkml:context>
    <inkml:brush xml:id="br0">
      <inkml:brushProperty name="width" value="0.035" units="cm"/>
      <inkml:brushProperty name="height" value="0.035" units="cm"/>
    </inkml:brush>
  </inkml:definitions>
  <inkml:trace contextRef="#ctx0" brushRef="#br0">1 330 1928,'33'-5'15907,"-15"1"-9941,-3 2-6905,18 2 2687,47-8-1,-32-1-1268,69-22 0,-89 21-375,35-17-1,-59 25-53,0-1 0,0 1 0,0-1 0,0 0 0,-1 0 0,1 0 0,-1-1 0,1 1 0,-1-1 0,0 0 0,-1 1 0,1-1 0,-1-1 0,1 1 1,-1 0-1,-1-1 0,1 1 0,0-1 0,-1 1 0,1-6 0,-3 2 129,0 0 1,0 1-1,-1-1 0,1 1 1,-2 0-1,1-1 1,-1 1-1,-6-10 1,-3-11 501,11 26-617,0 0 1,-1 0-1,1 0 0,0 0 0,-1 0 0,0 1 0,1-1 0,-1 0 0,0 1 0,0-1 1,1 1-1,-4-1 0,-11-12 561,16 13-558,-1-3-16,-8-1 265,3 5-311,11 5-5,-5-5 0,0 0 0,0 0 0,0 1 0,0-1 0,1 0 0,-1 0 0,0 1 0,0-1 0,0 0 0,0 0 0,0 1 0,1-1 0,-1 0 0,0 0 0,0 1 0,0-1 0,0 0 0,0 0 0,0 1 0,0-1 0,0 0 0,0 1 0,0-1 0,0 0 0,0 0 0,0 1 0,-1-1 0,1 0 0,0 1 0,0-1 0,0 0 0,0 0 0,0 1 0,-1-1 0,1 0 0,0 0 0,0 0 0,0 1 0,-1-1 0,1 0 0,0 0 0,0 0 0,0 0 0,-1 1 0,1-1 0,0 0 0,0 0 0,-1 0 0,1 0 0,0 0 0,-1 0 0,1 0 0,0 0 0,0 0 0,-1 0 0,1 0 0,0 0 0,-1 0 0,-9 16 0,7-12 0,1-1 0,0 1 0,0 0 0,0 1 0,0-1 0,0 0 0,1 0 0,0 1 0,-1 5 0,-3 6 0,4-10 0,0 1 0,0-1 0,1 1 0,0 0 0,0-1 0,0 1 0,1-1 0,0 1 0,0-1 0,1 1 0,2 6 0,-1-4 0,-1 1 0,0 0 0,1 16 0,5 53 0,-16-6 0,7-66 0,-1 1 0,1 0 0,-1-1 0,-1 1 0,1-1 0,-1 0 0,-1 0 0,1 0 0,-1 0 0,0 0 0,-8 8 0,10-7 60,3-6-360,25-36-23824,-10 20 19382,-8 5 1585</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54.486"/>
    </inkml:context>
    <inkml:brush xml:id="br0">
      <inkml:brushProperty name="width" value="0.035" units="cm"/>
      <inkml:brushProperty name="height" value="0.035" units="cm"/>
    </inkml:brush>
  </inkml:definitions>
  <inkml:trace contextRef="#ctx0" brushRef="#br0">0 200 336,'1'-1'211,"-1"0"-1,1 0 0,-1 0 1,1 0-1,0 0 1,-1 1-1,1-1 1,0 0-1,-1 1 1,1-1-1,0 0 1,0 1-1,0-1 1,-1 1-1,1-1 1,0 1-1,0-1 0,0 1 1,0 0-1,0-1 1,0 1-1,2 0 1,14-9 4511,-12 0 2472,-5 9-6822,0-1-1,-1 0 1,1 0 0,0 1-1,-1-1 1,1 1 0,-1-1 0,1 0-1,-1 1 1,1-1 0,-1 1-1,1-1 1,-1 1 0,1-1 0,-1 1-1,0 0 1,1-1 0,-1 1-1,0 0 1,1 0 0,-1-1-1,0 1 1,0 0 0,1 0 0,-1 0-1,0 0 1,0 0 0,1 0-1,-1 0 1,0 0 0,0 0-1,1 0 1,-1 0 0,-1 1 0,-1-1 1253,3 1-798,0 3-627,0 1-188,0-3-12,0-1 0,0 1 0,0 0 0,0-1 0,0 1 0,1-1 0,-1 1 0,1 0 0,-1-1 0,1 1 0,1 2 0,2 12 0,-4 56 0,0-69 0,0 0 0,1 1 0,-1-1 0,1 0 0,0 0 0,0-1 0,3 6 0,-3-5 0,1 0 0,-1 0 0,0 0 0,0-1 0,0 1 0,-1 1 0,1 4 0,-1-6 0,1-1 0,-1 1 0,0 0 0,1-1 0,-1 1 0,1 0 0,0-1 0,-1 1 0,1-1 0,0 1 0,0-1 0,0 1 0,0-1 0,0 0 0,0 0 0,0 1 0,1-1 0,-1 0 0,2 1 0,1 1 0,0 0 0,1-1 0,-1 0 0,0 0 0,8 2 0,-9-4 0,1 0 0,0 0 0,-1 0 0,1-1 0,0 1 0,-1-1 0,1 0 0,-1-1 0,1 1 0,3-2 0,2-1 0,1 0 0,-1 0 0,0-1 0,12-7 0,-18 10 0,0 0 0,0-1 0,0 1 0,0-1 0,-1 0 0,1 0 0,-1 0 0,0 0 0,0 0 0,0-1 0,0 1 0,-1 0 0,2-6 0,7-13 0,-8 18 0,0 0 0,0 0 0,0 0 0,-1 0 0,1-1 0,-1 1 0,0-1 0,0-6 0,7-36 0,-7 42 0,0-1 0,0 1 0,0-1 0,0 1 0,1 0 0,0 0 0,5-10 0,-7 15 0,1-1 0,-1 1 0,0-1 0,0 1 0,1-1 0,-1 1 0,0-1 0,0 1 0,0-1 0,1 1 0,-1-1 0,0 0 0,0 1 0,0-1 0,0 1 0,0-1 0,0 1 0,0-1 0,0 0 0,-2-20 0,2 18 0,0 11 0,9 18 0,-1 11 0,0 10 0,-8-25 0,-1-17 0,0 0 0,1 0 0,0 0 0,0 0 0,0 0 0,1 0 0,-1 0 0,1 0 0,0 0 0,1-1 0,-1 1 0,5 9 0,1-9 0,-6-4 0,0-1 0,-1 1 0,1-1 0,0 1 0,0-1 0,0 1 0,-1-1 0,1 0 0,0 1 0,0-1 0,0 0 0,0 0 0,0 1 0,0-1 0,0 0 0,0 0 0,0 0 0,0 0 0,-1 0 0,1 0 0,0-1 0,0 1 0,0 0 0,0 0 0,0-1 0,0 1 0,1-1 0,6-2 0,-5 2 0,1 0 0,-1 0 0,1 0 0,-1 0 0,1-1 0,-1 0 0,0 1 0,0-1 0,0 0 0,4-4 0,28-26 0,-22 16 0,-4 6 0,-1 0 0,-1-1 0,7-11 0,-14 22 0,3-7 0,1 0 0,0 0 0,0 0 0,1 1 0,-1 0 0,12-11 0,-15 16 0,0 0 0,0 0 0,0 0 0,0-1 0,0 1 0,0 0 0,-1 0 0,1-1 0,0 1 0,-1 0 0,1-1 0,-1 1 0,1-3 0,6-13 0,-5 15 0,0 0 0,0 0 0,-1-1 0,1 1 0,-1 0 0,0-1 0,0 0 0,0 1 0,0-1 0,0 1 0,0-1 0,0-5 0,-1 8 0,1 0 0,-1 0 0,0 0 0,0 0 0,1 0 0,-1 0 0,0 0 0,0 0 0,1 0 0,-1 1 0,0-1 0,1 0 0,-1 0 0,0 0 0,0 0 0,1 0 0,-1 0 0,0 1 0,0-1 0,0 0 0,1 0 0,-1 0 0,0 1 0,0-1 0,0 0 0,0 0 0,1 0 0,-1 1 0,0-1 0,0 0 0,0 0 0,0 1 0,0-1 0,0 0 0,0 1 0,0-1 0,11 16 0,-6-4 0,-5-9 0,1-1 0,0 0 0,0 1 0,0-1 0,0 0 0,0 0 0,0 1 0,3 1 0,-1 0 0,0 0 0,1 0 0,-1 1 0,-1-1 0,1 1 0,2 6 0,14 21 0,-18-30 0,0-1 0,0 1 0,0-1 0,-1 1 0,1 0 0,0-1 0,0 1 0,-1 0 0,1 0 0,-1-1 0,0 1 0,0 0 0,1 0 0,-1 0 0,0 0 0,0-1 0,-1 4 0,1 3 0,1-3 0,0-5 0,0 0 0,-1 0 0,1 0 0,0 1 0,0-1 0,-1 0 0,1 0 0,0 0 0,0 0 0,-1 0 0,1 0 0,0 0 0,0 0 0,-1-1 0,1 1 0,0 0 0,-1 0 0,1 0 0,0-1 0,0 1 0,-1-1 0,1 1 0,-1 0 0,1-1 0,0 1 0,-1-1 0,1 1 0,-1-1 0,1 1 0,-1-1 0,1 0 0,8-13 0,2-7 0,-7 14 0,-2 4 0,-1 1 0,1 0 0,-1-1 0,0 1 0,0-1 0,0 1 0,0-1 0,0 1 0,0-4 0,-1 5 0,0 0 0,0 0 0,0 0 0,1 0 0,-1 0 0,0 0 0,1 0 0,-1 0 0,0 0 0,1 0 0,0 0 0,-1 0 0,1 0 0,-1 0 0,1 1 0,1-2 0,-1 1 0,0 0 0,-1 1 0,1-1 0,0 0 0,-1 1 0,1-1 0,-1 0 0,1 0 0,-1 0 0,1 0 0,-1 0 0,0 1 0,1-1 0,-1 0 0,0 0 0,0-2 0,1 2 0,-1 1 0,0-1 0,0 0 0,0 0 0,1 1 0,-1-1 0,0 0 0,1 0 0,-1 1 0,0-1 0,1 0 0,-1 1 0,1-1 0,0 1 0,0-2 0,2-1 0,4-2 0,2 4 0,-2 2 0,-5 1 0,0-1 0,0 1 0,0 0 0,0 0 0,0 0 0,0 0 0,0 0 0,1 3 0,13 11 0,2 3 0,-16-16 0,1 0 0,0 0 0,0 0 0,0 0 0,6 5 0,-6-6 0,1 0 0,-1 0 0,0 0 0,0-1 0,1 0 0,-1 1 0,1-1 0,-1 0 0,1-1 0,4 2 0,2-1 0,-9 0 0,0-1 0,0 0 0,0 0 0,0 0 0,0 0 0,0 0 0,-1 0 0,1 0 0,0 0 0,0 0 0,0 0 0,0 0 0,0 0 0,0-1 0,1 1 0,7-2 0,-9 3 0,1-1 0,-1 0 0,1 0 0,0 0 0,-1 0 0,1 0 0,-1 0 0,1 0 0,-1 0 0,1 0 0,-1 0 0,1 0 0,-1-1 0,1 1 0,-1 0 0,1 0 0,-1 0 0,1-1 0,-1 1 0,1 0 0,-1-1 0,0 1 0,1 0 0,-1-1 0,1 1 0,-1 0 0,0-1 0,1 1 0,-1-1 0,0 1 0,0-1 0,1 1 0,-1-1 0,0 1 0,0-1 0,0 1 0,1-1 0,-1 0 0,7-16 0,-6 15 0,0 0 0,1 1 0,-1-1 0,-1 0 0,1 0 0,0 0 0,0 0 0,-1 0 0,1 0 0,0-4 0,-1-129 0,-1 134 0,1 1 0,0-1 0,0 0 0,0 1 0,0-1 0,-1 1 0,1-1 0,0 1 0,-1-1 0,1 1 0,0-1 0,-1 1 0,1-1 0,-1 1 0,1 0 0,0-1 0,-1 1 0,1-1 0,-1 1 0,1 0 0,-1 0 0,1-1 0,-1 1 0,0 0 0,1 0 0,-1-1 0,1 1 0,-1 0 0,0 0 0,1 0 0,-1 0 0,1 0 0,-1 0 0,0 0 0,0 0 0,-3 1 0,1-1 0,0 1 0,0-1 0,0 1 0,-1 0 0,1 0 0,0 0 0,0 1 0,0-1 0,1 1 0,-1-1 0,0 1 0,0 0 0,1 0 0,-1 1 0,1-1 0,0 0 0,0 1 0,0-1 0,0 1 0,0 0 0,-2 4 0,-16 18 0,16-20 0,0 0 0,0 1 0,0-1 0,1 1 0,-5 10 0,0 0 0,7-13 0,-1-1 0,1 1 0,0 0 0,0 0 0,1 0 0,-1 0 0,1-1 0,-1 1 0,1 0 0,0 0 0,0 0 0,0 0 0,1 4 0,-1 1 0,0-8 0,0 1 0,0 0 0,0 0 0,0 0 0,0-1 0,0 1 0,1 0 0,-1 0 0,0-1 0,0 1 0,1 0 0,-1-1 0,1 1 0,-1 0 0,0-1 0,1 1 0,-1-1 0,1 1 0,0 0 0,-1-1 0,1 1 0,-1-1 0,1 1 0,0-1 0,-1 0 0,1 1 0,0-1 0,0 1 0,2-1 0,0 1 0,0-1 0,-1 1 0,1-1 0,0 0 0,0 0 0,0 0 0,4-1 0,0 0 0,1-1 0,-1 1 0,0-2 0,0 1 0,0-1 0,9-4 0,-8 2 0,-1 0 0,1-1 0,-1 1 0,1-2 0,11-12 0,-14 14 0,-4 5 0,-1-1 0,1 1 0,-1 0 0,0-1 0,1 1 0,-1-1 0,1 1 0,-1-1 0,0 1 0,0-1 0,1 1 0,-1-1 0,0 0 0,0 1 0,0-1 0,1 1 0,-1-1 0,0 1 0,0-1 0,0 0 0,0 1 0,0-1 0,0 1 0,0-1 0,0 0 0,-1 1 0,1-1 0,0 0 0,0-3 0,0 8 0,0 1 0,0-4 0,-1 1 0,1-1 0,0 1 0,-1-1 0,1 1 0,-1-1 0,1 1 0,-1-1 0,0 0 0,0 1 0,1-1 0,-1 0 0,0 0 0,0 0 0,0 1 0,0-1 0,0 0 0,-3 1 0,-2 5 0,0 0 0,-1-1 0,-8 7 0,-18 17 0,16-4 0,1-5 0,13-19 0,3-2 0,-1 0 0,1 0 0,-1 0 0,1 1 0,0-1 0,-1 0 0,1 1 0,-1-1 0,1 0 0,0 1 0,-1-1 0,1 1 0,0-1 0,-1 1 0,1-1 0,0 1 0,0-1 0,-1 1 0,1-1 0,0 1 0,0-1 0,0 1 0,0-1 0,0 1 0,0-1 0,0 1 0,0-1 0,0 1 0,0-1 0,0 2 0,0-1 0,-1 1 0,1-1 0,0 1 0,-1-1 0,1 1 0,-1-1 0,1 1 0,-1-1 0,0 0 0,1 1 0,-1-1 0,0 0 0,0 0 0,0 0 0,0 1 0,0-1 0,0 0 0,-3 1 0,-2 5 0,4-4 0,-1-1 0,1 1 0,0-1 0,0 1 0,0 0 0,0 0 0,0 0 0,-1 5 0,-3 2 0,-3 1 0,9-10 0,0 0 0,0-1 0,0 1 0,0 0 0,0 0 0,0 0 0,0 0 0,1 0 0,-1 0 0,0-1 0,1 1 0,-1 0 0,1 0 0,-1-1 0,1 1 0,-1 0 0,1 0 0,-1-1 0,1 1 0,0-1 0,-1 1 0,1 0 0,0-1 0,-1 1 0,1-1 0,0 0 0,1 1 0,28 19 0,-26-17 0,13 7 0,0 1 0,-1 0 0,0 1 0,0 1 0,-2 1 0,0 0 0,20 26 0,-14-17 0,-17-20 0,0-1 0,0 1 0,0 0 0,-1 0 0,1 0 0,-1 0 0,0 1 0,0-1 0,0 0 0,2 6 0,-1-1 0,-1-1 0,2 0 0,-1 0 0,8 12 0,-6-12 0,-1 0 0,0 0 0,5 13 0,-8-15 0,1-1 0,-1 1 0,0 0 0,0 0 0,0 8 0,-1-11 0,0-1 0,-1 1 0,1 0 0,0-1 0,0 1 0,-1-1 0,1 1 0,-1-1 0,1 1 0,-1-1 0,0 0 0,1 1 0,-1-1 0,0 0 0,0 1 0,0-1 0,0 0 0,0 0 0,0 0 0,-1 0 0,-1 2 0,-4 2 0,5-4 0,-1 1 0,1-1 0,0 0 0,-1 0 0,1 1 0,-1-1 0,0-1 0,1 1 0,-4 0 0,-11 2 0,1-1 0,-1-1 0,0-1 0,-32-3 0,-68-16 0,104 16 0,0 0 0,1-1 0,-1-1 0,1 0 0,0 0 0,1-1 0,-1 0 0,-16-14 0,18 12 0,4 4 0,1 0 0,0 0 0,0 0 0,1-1 0,-1 0 0,-6-8 0,8 8 0,1 1 0,-1-1 0,1 0 0,0 1 0,0-1 0,-1-7 0,2 11 0,1-1 0,0 0 0,0 0 0,-1 0 0,1 1 0,0-1 0,1 0 0,-1 0 0,0 0 0,1 1 0,-1-1 0,0 0 0,1 0 0,0 1 0,0-1 0,-1 0 0,1 1 0,0-1 0,0 1 0,0-1 0,0 1 0,3-3 0,6-5 0,1 1 0,0 0 0,1 0 0,-1 1 0,2 0 0,14-5 0,82-25 0,-64 24 0,-36 10 0,24-10 0,-32 12 0,0 0 0,-1 1 0,1-1 0,-1 1 0,1 0 0,-1-1 0,1 1 0,-1 0 0,1-1 0,0 1 0,-1 0 0,1 0 0,-1 0 0,1 0 0,0-1 0,-1 1 0,1 0 0,0 0 0,-1 0 0,1 0 0,-1 0 0,1 1 0,0-1 0,0 0 0,12-8-493,-13 8 450,0-1 0,1 1 0,-1 0 1,0 0-1,1-1 0,-1 1 0,0 0 0,0 0 0,1-1 0,-1 1 0,0 0 0,0-1 0,0 1 0,0 0 0,1-1 1,-1 1-1,0 0 0,0-1 0,0 1 0,0 0 0,0-1 0,0 1 0,0 0 0,0-1 0,0 1 0,0 0 0,0-1 1,0 1-1,0 0 0,0-1 0,0 1 0,0 0 0,-1-1 0,1 1 0,0-1 0,-2 0-493,-10-5-10526</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55.969"/>
    </inkml:context>
    <inkml:brush xml:id="br0">
      <inkml:brushProperty name="width" value="0.035" units="cm"/>
      <inkml:brushProperty name="height" value="0.035" units="cm"/>
    </inkml:brush>
  </inkml:definitions>
  <inkml:trace contextRef="#ctx0" brushRef="#br0">0 106 864,'0'0'7100,"27"0"6007,-16-1-10136,-7 1-2399,-1-1 0,1 1 0,-1 0-1,1 0 1,0 1 0,-1-1 0,1 1 0,-1 0-1,0-1 1,1 1 0,4 3 0,33 11 947,-22-4-1343,14 9-8,-31-18-168,4 3 0,0 0 0,0 0 0,-1 1 0,0 0 0,5 6 0,-8-9 0,1 0 0,-2 0 0,1 0 0,0 0 0,0 0 0,-1 1 0,0-1 0,0 0 0,0 1 0,0-1 0,0 1 0,-1-1 0,1 1 0,-1 0 0,0-1 0,0 1 0,-1-1 0,1 1 0,-1-1 0,0 5 0,-2-4 0,1 0 0,0-1 0,-1 1 0,0 0 0,0-1 0,0 0 0,0 1 0,-1-1 0,1 0 0,-1-1 0,0 1 0,-6 3 0,-2 0 0,0 0 0,0-1 0,-13 4 0,-2-4 0,2-12 0,17 1 0,1-1 0,6 6 0,0 0 0,0 0 0,0 0 0,0 0 0,0 0 0,1 0 0,-1-1 0,0 1 0,1 0 0,-1 0 0,1-1 0,-1 1 0,1 0 0,-1-1 0,1 1 0,0-1 0,0 1 0,0 0 0,0-1 0,0 1 0,0-1 0,0 1 0,0 0 0,1-1 0,0-1 0,0-1 0,-1 0 0,2 1 0,-1-1 0,0 1 0,1 0 0,0-1 0,-1 1 0,1 0 0,5-5 0,-2 2 0,2-2 0,1 0 0,-1 1 0,1-1 0,1 1 0,0 1 0,0 0 0,18-10 0,21-4 0,-33 12 0,1 1 0,23-6 0,106-29 0,-126 36 0,-1 0 0,0-1 0,0-2 0,-1 0 0,17-11 0,-31 18 0,-1 1 0,0 0 0,-1-1 0,1 0 0,0 1 0,0-1 0,-1 0 0,1 0 0,-1 0 0,1 0 0,-1 0 0,0 0 0,0 0 0,2-5 0,-5 3 0,-5 3 0,6 1 0,-1 0 0,1 0 0,-1 1 0,1-1 0,-1 0 0,1 1 0,-1-1 0,1 1 0,-1-1 0,1 1 0,0 0 0,-1 0 0,1 0 0,0 0 0,0-1 0,-1 2 0,1-1 0,0 0 0,0 0 0,0 0 0,1 0 0,-1 1 0,0-1 0,-1 3 0,-3 4 0,3-6 0,1 0 0,-1 0 0,1 0 0,0 1 0,0-1 0,0 0 0,0 1 0,0-1 0,0 1 0,0 2 0,-7 37 0,8-36 0,1 0 0,0 1 0,0-1 0,0 0 0,4 10 0,-3-13 0,0 0 0,0 0 0,0 0 0,0 0 0,0-1 0,1 1 0,-1-1 0,1 1 0,0-1 0,0 0 0,0 0 0,0 0 0,0 0 0,4 1 0,9 6 0,-12-7 0,1 0 0,0 0 0,0 0 0,0-1 0,0 1 0,0-1 0,0 0 0,0-1 0,1 1 0,9-2 0,54-6 0,-61 5 0,5-1 0,0-1 0,0-1 0,0 0 0,-1-1 0,0 0 0,0-1 0,11-8 0,-15 10 0,0-2 0,0 0 0,-1-1 0,0 0 0,0 0 0,-1-1 0,7-12 0,-11 18 0,-1-1 0,1 0 0,-1 0 0,0 0 0,0 0 0,0 0 0,0-6 0,-1-6 0,0 12 0,0 13 0,-9 37 0,1-18 0,0 20 0,8 181 0,0-220 0,1 0 0,0-1 0,5 16 0,-4-16 0,0 0 0,0 1 0,0 15 0,-2-17 0,-2 29 0,1-35 0,0 1 0,1 0 0,-1 0 0,0-1 0,0 1 0,0 0 0,0-1 0,-1 1 0,1-1 0,0 1 0,-1-1 0,1 0 0,0 0 0,-1 1 0,-2 0 0,-12 6 0,1-1 0,-1 0 0,0-1 0,-1-1 0,1-1 0,-33 5 0,8-1 0,21-5 0,0 0 0,-1-2 0,1 0 0,0-1 0,-30-4 0,46 3 0,1 1 0,-1-1 0,1 0 0,0-1 0,0 1 0,-1 0 0,1-1 0,0 0 0,0 0 0,0 0 0,1 0 0,-1 0 0,0-1 0,1 1 0,-1-1 0,-2-3 0,4 4 0,0 0 0,0 1 0,0-1 0,0 0 0,1 0 0,-1 0 0,0 0 0,1 0 0,0 0 0,-1-1 0,1 1 0,0 0 0,0 0 0,0 0 0,0 0 0,0 0 0,1 0 0,-1 0 0,1 0 0,-1 0 0,1 0 0,0 0 0,0 0 0,-1 0 0,2 0 0,-1 0 0,0 0 0,3-2 0,21-25 0,1 1 0,32-25 0,-46 44 0,1 1 0,0 0 0,0 0 0,15-5 0,26-15 0,-40 20-388,0 2 0,24-9 0,-25 11-280,-1-1-1,15-9 0,-10 8-7943,-15 5 7652,0 1 1,0-1-1,0 0 1,-1 1-1,1-1 0,0 0 1,0 0-1,-1 0 1,1 0-1,-1-1 1,1 1-1,-1 0 1,2-2-1,4-3-3262</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5:57.071"/>
    </inkml:context>
    <inkml:brush xml:id="br0">
      <inkml:brushProperty name="width" value="0.035" units="cm"/>
      <inkml:brushProperty name="height" value="0.035" units="cm"/>
    </inkml:brush>
  </inkml:definitions>
  <inkml:trace contextRef="#ctx0" brushRef="#br0">86 127 112,'-2'1'728,"0"0"-1,0 0 1,0 0 0,0 0 0,0-1-1,0 1 1,0-1 0,0 1 0,0-1-1,-2 1 1,-14 2 3140,17-2-3447,0-1-1,0 1 0,-1-1 1,1 0-1,0 0 0,0 1 1,0-1-1,0 0 0,0 0 1,0 0-1,-1 0 1,1 0-1,0 0 0,0 0 1,0-1-1,0 1 0,0 0 1,0-1-1,-2 0 0,-15-5 9037,18 6-9391,0 0 0,0 0 0,0 1-1,0-1 1,0 0 0,0 0 0,0 0 0,0 0 0,0 0-1,0 0 1,0 0 0,0 1 0,0-1 0,0 0 0,0 0-1,0 0 1,0 0 0,0 0 0,0 0 0,0 1 0,0-1-1,0 0 1,0 0 0,0 0 0,0 0 0,0 0 0,0 0-1,0 0 1,0 1 0,0-1 0,-1 0 0,1 0 0,0 0-1,0 0 1,0 0 0,0 0 0,0 0 0,0 0 0,0 0-1,-1 0 1,4 1 125,3 0-163,-3 3-28,-3-4 0,0 0 0,1 1 0,-1-1 0,1 0 0,-1 0 0,1 1 0,-1-1 0,1 0 0,-1 0 0,1 0 0,-1 1 0,1-1 0,0 0 0,-1 0 0,1 0 0,-1 0 0,1 0 0,-1 0 0,1 0 0,-1-1 0,1 1 0,-1 0 0,1 0 0,0 0 0,-1 0 0,1-1 0,0 1 0,58-6 0,19 6 0,0-4 0,125-22 0,-201 25 0,0 1 0,1-1 0,-1 1 0,0-1 0,0 0 0,0 0 0,0 0 0,0 0 0,0 0 0,2-3 0,-4 4 0,0 0 0,1 0 0,-1 0 0,0-1 0,0 1 0,0 0 0,0 0 0,0 0 0,0 0 0,0-1 0,0 1 0,0 0 0,0 0 0,0-1 0,0 1 0,0 0 0,0 0 0,0 0 0,0-1 0,0 1 0,0 0 0,0 0 0,0 0 0,0-1 0,0 1 0,0 0 0,0 0 0,0 0 0,-1 0 0,1-1 0,0 1 0,0 0 0,0 0 0,0 0 0,0 0 0,-1-1 0,1 1 0,0 0 0,0 0 0,0 0 0,-1 0 0,1 0 0,0 0 0,-5-2 0,-10-5 0,-13-4 0,-62-15 0,55 12 0,-8 4 0,30 7 0,0 0 0,1 1 0,-24-2 0,19 0 0,9 3 0,2 1 0,10 0 0,1 1 0,-1 0 0,0-1 0,0 2 0,0-1 0,5 2 0,13 4 0,-7-4 0,1 1 0,-1 0 0,-1 2 0,1 0 0,-1 0 0,0 1 0,0 1 0,-1 0 0,23 19 0,-33-25 0,-1 1 0,1-1 0,-1 0 0,0 1 0,0 0 0,0-1 0,-1 1 0,1 0 0,-1 0 0,1 0 0,-1 0 0,0 0 0,0 0 0,0 0 0,-1 0 0,1 0 0,-1 1 0,0-1 0,0 0 0,0 0 0,0 1 0,0-1 0,-1 0 0,1 0 0,-1 0 0,0 1 0,0-1 0,0 0 0,0 0 0,-1 0 0,1-1 0,-1 1 0,0 0 0,-2 2 0,-1 2 0,0 0 0,-1-1 0,0 0 0,-1 0 0,1 0 0,-1-1 0,0 0 0,-9 5 0,-87 48 0,99-56-748,-2 1-1,1-1 1,0 0 0,0-1 0,-1 1-1,1-1 1,-1 0 0,1 0-1,-1-1 1,-6 0 0</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8.532"/>
    </inkml:context>
    <inkml:brush xml:id="br0">
      <inkml:brushProperty name="width" value="0.035" units="cm"/>
      <inkml:brushProperty name="height" value="0.035" units="cm"/>
    </inkml:brush>
  </inkml:definitions>
  <inkml:trace contextRef="#ctx0" brushRef="#br0">1 204 1400,'4'4'14715,"0"-3"-15265,126-9 3709,63-23-3160,-148 23-74,-25 3-182,0-1-1,30-13 1,-48 18 238,-1 0 12,0 1-1,0 0 1,0-1-1,0 1 1,0-1-1,0 1 1,0-1-1,0 1 1,0-1-1,0 1 1,0-1-1,-1 0 1,1 0-1,0 1 1,-1-1-1,1 0 1,0 0-1,-1 0 1,1 0-1,-1 0 1,1 0-1,-1 0 1,1 0-1,-1-1 1,0 0 14,0 1 1,0 0-1,-1 0 0,1-1 1,-1 1-1,1 0 1,-1 0-1,1 0 0,-1 0 1,1 0-1,-1 0 0,0 0 1,0 0-1,0 0 1,0 0-1,-1-2 0,-6-2 117,1-1-1,-1 1 0,1 1 1,-11-5-1,-28-12 1497,-51-14 1,90 32-1369,6 2-229,1 1 0,-1 0 0,1 0 0,-1-1 0,1 1 0,-1 0 0,1 0 0,-1-1 0,1 1-1,-1 0 1,0 0 0,1 0 0,-1 0 0,1 0 0,-1 0 0,1 0 0,-1 0 0,1 0 0,-1 0 0,0 0 0,1 1 0,-1-1 0,1 0 0,-1 0-1,1 0 1,-1 1 0,1-1 0,-1 0 0,1 1 0,0-1 0,-1 0 0,1 1 0,-1 0 0,3-1 3,0 1 0,0 0 0,-1 0 1,1-1-1,0 1 0,0 0 0,-1 1 0,1-1 0,0 0 1,1 3-1,1-2 21,47 27 186,23 15-197,-67-39-29,0 0 0,0 0 0,0 1 1,-1 0-1,0 0 0,0 1 0,5 7 0,-9-10-1,0 0-1,0 1 0,-1-1 1,1 0-1,-1 1 0,0-1 1,0 1-1,0-1 0,-1 1 1,0-1-1,0 1 0,0-1 1,-1 9-1,1-10-1,-1 1 0,0 0 0,0-1 0,0 1 0,0 0 0,-1-1 0,1 0 0,-1 1 0,0-1 0,0 0 0,0 0 0,0 0 0,0 0 0,-1 0 0,0 0 0,1-1 0,-6 4 0,-10 10 18,15-12-28,-1-1 0,1 0 0,-1 1 1,0-2-1,0 1 0,-6 3 0,-39 21-1910,39-22-778,26-21-5010,-15 16 7745,24-17-5522,-15 3 2097</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8.897"/>
    </inkml:context>
    <inkml:brush xml:id="br0">
      <inkml:brushProperty name="width" value="0.035" units="cm"/>
      <inkml:brushProperty name="height" value="0.035" units="cm"/>
    </inkml:brush>
  </inkml:definitions>
  <inkml:trace contextRef="#ctx0" brushRef="#br0">25 15 2553,'-4'-4'16185,"1"3"-16342,-6-5 7096,3 2-2728,3 20-1975,4-10-2185,0 0-1,0 0 1,0-1 0,1 1 0,0 0 0,0-1-1,1 1 1,5 9 0,-5-10-13,0 0 0,0 1 0,-1 0 0,0-1 1,0 1-1,0 0 0,0 0 0,0 12 0,-1-7-38,0 1 0,1-1 0,6 21 0,-2-9 0,6 6 0,-10-26 0,0 1 0,-1-1 0,1 0 0,-1 1 0,0-1 0,0 0 0,0 1 0,-1-1 0,1 6 0,-1-4-262,1-1 1,-1 1-1,1-1 0,0 0 1,1 1-1,1 5 0,-1-5-145,0-1-1,-1 0 1,0 1-1,0-1 0,0 1 1,0 6-1,-1-4-1448</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9.210"/>
    </inkml:context>
    <inkml:brush xml:id="br0">
      <inkml:brushProperty name="width" value="0.035" units="cm"/>
      <inkml:brushProperty name="height" value="0.035" units="cm"/>
    </inkml:brush>
  </inkml:definitions>
  <inkml:trace contextRef="#ctx0" brushRef="#br0">53 194 96,'-1'0'279,"0"0"0,1 0-1,-1 0 1,0 0 0,0 0 0,1-1 0,-1 1 0,0 0-1,1-1 1,-1 1 0,0-1 0,1 1 0,-1 0-1,1-1 1,-1 1 0,1-1 0,-1 0 0,1 1 0,-1-1-1,1 1 1,0-1 0,-1 0 0,0 0-23,1 0 0,-1 0 0,1 0-1,-1 0 1,0 1 0,1-1 0,-1 0 0,0 1 0,0-1 0,1 1 0,-1-1 0,0 1 0,-1-2-1,0 2 96,1-1-1,0 0 1,-1 1-1,1-1 1,0 0-1,0 0 0,0 0 1,0 0-1,0 0 1,0 0-1,-1-2 1,-7-6 1898,8 9-2148,1 0 1,0 0-1,0 0 0,-1-1 0,1 1 1,0 0-1,0 0 0,0-1 0,-1 1 1,1 0-1,0-1 0,0 1 0,0 0 0,0-1 1,-1 1-1,1 0 0,0 0 0,0-1 1,0 1-1,0-1 0,0 1 0,0 0 1,0-1-1,0 1 0,0 0 0,0-1 1,0 1-1,0 0 0,0-1 0,0 1 0,1 0 1,-1-1-1,0 1 0,0 0 0,0 0 1,0-1-1,1 1 0,-1 0 0,0-1 1,0 1-1,0 0 0,1 0 0,-1-1 1,9-7 2205,-2 5-1471,0-1 1,0 1-1,14-5 1,58-10-37,-24 6-553,-11 2-163,-14 4-30,36-13 0,10-9-13,-76 28-46,9-4-155,1 0 0,-1 1 0,1 0 0,-1 0 1,12-1-1,-19 14-5556,14-12 854</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9.564"/>
    </inkml:context>
    <inkml:brush xml:id="br0">
      <inkml:brushProperty name="width" value="0.035" units="cm"/>
      <inkml:brushProperty name="height" value="0.035" units="cm"/>
    </inkml:brush>
  </inkml:definitions>
  <inkml:trace contextRef="#ctx0" brushRef="#br0">1 0 952,'3'10'16867,"4"-3"-14278,-4-5-2158,-1 1 0,1-1 0,0 1 0,-1 0 0,1 0-1,-1 0 1,0 0 0,0 0 0,0 1 0,0-1 0,-1 0 0,0 1-1,1 0 1,0 3 0,6 31 548,-8-12-892,0 35 587,0-21-4921,0-49-3936,0-6 3570,0-20-2729,0 25 4708</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9.731"/>
    </inkml:context>
    <inkml:brush xml:id="br0">
      <inkml:brushProperty name="width" value="0.035" units="cm"/>
      <inkml:brushProperty name="height" value="0.035" units="cm"/>
    </inkml:brush>
  </inkml:definitions>
  <inkml:trace contextRef="#ctx0" brushRef="#br0">14 17 640,'-2'-10'7400,"-10"8"-3067,22-1-1961,10 2-2929,-3 2-3901,-1 4-1706,-15 0 3390</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10.633"/>
    </inkml:context>
    <inkml:brush xml:id="br0">
      <inkml:brushProperty name="width" value="0.035" units="cm"/>
      <inkml:brushProperty name="height" value="0.035" units="cm"/>
    </inkml:brush>
  </inkml:definitions>
  <inkml:trace contextRef="#ctx0" brushRef="#br0">1 64 104,'3'1'874,"0"1"0,0 0 0,0 0 0,0 1 0,-1-1 0,1 1 0,-1-1 0,1 1 0,-1 0 0,0 0 0,2 4 0,-2-3-290,0 1 0,-1 0 1,0 0-1,0 0 1,0 0-1,-1 0 1,1 0-1,-1 7 0,-1 2 550,-1-1-1,0 0 1,-1 0-1,0 0 0,-7 15 1,7-17-536,1-2-240,1 0 0,0 0-1,0 0 1,1 0 0,2 16-1,-1 3-31,0-16-621,-1-7 2062,-3-7 251,-2-1-1438,5 2-452,-1 0 1,1 0-1,0 0 1,-1 0-1,1-1 1,0 1 0,0 0-1,0 0 1,0 0-1,0-1 1,0 1-1,0-2 1,0-6 104,-2 6-197,1 0 0,0-1 0,0 1 0,0 0 0,1-1 0,-1 1 0,1 0 0,-1-1 0,1 1 0,0-1 0,1 1 0,0-4 0,11-44 502,-7 33-473,20-39-65,-23 54 0,-1 0 0,1-1 0,0 1 0,0 0 0,0 1 0,1-1 0,-1 0 0,1 1 0,4-4 0,9-10 0,-15 15 0,0 0 0,0 0 0,0 0 0,0 0 0,1 0 0,-1 0 0,0 0 0,0 0 0,1 1 0,-1-1 0,1 1 0,-1-1 0,1 1 0,-1-1 0,0 1 0,1 0 0,-1-1 0,1 1 0,0 0 0,-1 0 0,1 0 0,-1 1 0,1-1 0,1 1 0,4 0 0,0 2 0,0-1 0,-1 1 0,7 3 0,0 0 0,-10-4 0,-1-1 0,0 0 0,0 1 0,-1 0 0,1-1 0,0 1 0,0 0 0,-1 0 0,1 0 0,-1 0 0,0 0 0,1 0 0,-1 0 0,0 0 0,0 1 0,-1-1 0,2 4 0,4 8 0,-5-12-12,-1 1-1,1-1 1,-1 0-1,1 1 1,-1-1-1,0 0 1,0 1-1,0-1 1,0 0-1,-1 1 1,1-1 0,-1 1-1,1-1 1,-1 0-1,-1 4 1,-3 16-73,5-21 97,1-33-1,2 28 12,0-1 0,0 0 1,-1 0-1,0-1 0,2-4 1,12-27 70,27-27-67,-36 60-27,-5 3 0,0 1-1,-1 0 1,1 0-1,0 0 1,0 0 0,0 1-1,0-1 1,-1 0-1,1 1 1,0-1-1,0 1 1,-1 0 0,1 0-1,0-1 1,-1 1-1,1 0 1,-1 0 0,1 0-1,-1 1 1,0-1-1,1 0 1,-1 1-1,0-1 1,2 3 0,-3-4-1,12 11-35,-1 1 0,0 0 0,0 1-1,-1 0 1,12 22 0,-20-31-29,0-1 0,0 0 0,1 0 0,0 1 0,-1-1 0,1-1 0,0 1 1,0 0-1,1-1 0,-1 0 0,1 1 0,-1-1 0,1-1 0,-1 1 0,1 0 0,0-1 0,0 0 0,5 1 0,0-2-10,-1-1 0,0-1 0,0 0 0,0 0 0,0 0 0,-1-1 0,1 0 0,-1-1 0,1 0 0,-1 0 0,0 0 0,-1-1 0,1 0 0,-1 0 1,0-1-1,0 1 0,-1-1 0,1-1 0,-1 1 0,-1-1 0,1 0 0,-1 0 0,0 0 0,-1-1 0,4-10 0,3-27 876,-9 43-719,-1 0-1,0-1 1,0 1 0,0-1-1,0 1 1,0 0 0,0-1 0,-1 1-1,1-1 1,-1 1 0,0 0-1,0 0 1,0-1 0,0 1-1,-1-3 1,0 3 57,1 1-64,0 0 1,0-1 0,0 1 0,0 0 0,0 0-1,-1 0 1,1 0 0,0 0 0,-4-2 0,5 3-74,-1 0 0,0 0 1,0 0-1,0 0 1,1 0-1,-1 0 1,0 0-1,0 0 0,0 0 1,1 0-1,-1 1 1,0-1-1,0 0 1,1 1-1,-1-1 0,0 0 1,1 1-1,-1-1 1,0 1-1,1-1 1,-1 1-1,1-1 0,-1 1 1,0 0-1,1-1 1,0 1-1,-1 0 1,0 0-1,-12 11 26,10-11-22,1 1 0,1-1-1,-1 1 1,0-1 0,0 1-1,0 0 1,1 0 0,-1 0 0,-1 3-1,-11 15 18,11-17-17,0 1 0,1-1 0,-1 1 0,1 0 1,0 0-1,-3 7 0,4-5-5,-1 0 0,1 0 0,1 0 0,-1 0 0,1 0 1,0 0-1,0 0 0,1 0 0,0 0 0,0 0 0,0 0 1,1 0-1,0 0 0,0 0 0,4 8 0,-4-12-1,-1 1-1,1-1 0,0 1 0,0-1 1,0 0-1,0 0 0,0 0 1,0 0-1,1 0 0,-1 0 0,5 2 1,31 15-308,-30-16-97,1-1 0,-1 0 0,0 0 0,13 0 0,-4 0-1566,-1-2 0,1 0-1,21-3 1,-30 1 568,0 0-1,0-1 1,11-4-1,12-4-3109,-19 5 1945,-5 0-1506,0 2 1374</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11"/>
    </inkml:context>
    <inkml:brush xml:id="br0">
      <inkml:brushProperty name="width" value="0.035" units="cm"/>
      <inkml:brushProperty name="height" value="0.035" units="cm"/>
    </inkml:brush>
  </inkml:definitions>
  <inkml:trace contextRef="#ctx0" brushRef="#br0">8 172 176,'-7'3'10048,"15"2"-1609,5 0-2675,-2-2-4199,64-4 1823,110-16-1,-117 7-3387,0-3 0,105-34 0,-156 40-560,63-26-11205,-72 29 10454,-1 0 0,1-1 0,-1 1 0,0-2 0,-1 1 0,1-1 0,8-10 0,-8 6-4643</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11.252"/>
    </inkml:context>
    <inkml:brush xml:id="br0">
      <inkml:brushProperty name="width" value="0.035" units="cm"/>
      <inkml:brushProperty name="height" value="0.035" units="cm"/>
    </inkml:brush>
  </inkml:definitions>
  <inkml:trace contextRef="#ctx0" brushRef="#br0">34 279 952,'-18'10'4135,"2"1"5236,20-12-8817,0 0 1,-1 1 0,1-1-1,0 1 1,0 0 0,-1 0-1,6 1 1,7 0 281,127-23 3863,70-25-3355,-150 32-1234,-12 2-1272,50-19 1,-68 19-1757,-1-2 1,46-27-1,45-36-8193,-96 57 7566</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11.812"/>
    </inkml:context>
    <inkml:brush xml:id="br0">
      <inkml:brushProperty name="width" value="0.035" units="cm"/>
      <inkml:brushProperty name="height" value="0.035" units="cm"/>
    </inkml:brush>
  </inkml:definitions>
  <inkml:trace contextRef="#ctx0" brushRef="#br0">122 120 848,'-60'-3'8997,"27"2"-3339,4-2 11131,84-7-16323,237-31-457,-211 32-511,174-24-3521,-191 26-278,-10 2-1105,-20-3-986,-18 8-1446,-15 5 4909</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11.995"/>
    </inkml:context>
    <inkml:brush xml:id="br0">
      <inkml:brushProperty name="width" value="0.035" units="cm"/>
      <inkml:brushProperty name="height" value="0.035" units="cm"/>
    </inkml:brush>
  </inkml:definitions>
  <inkml:trace contextRef="#ctx0" brushRef="#br0">65 59 1648,'-32'21'7197,"14"-7"-972,10-11-3739,2-1 2211,10-5-1915,-2 3-2517,-1-1 1,1 1 0,0-1-1,-1 1 1,1 0 0,0-1-1,-1 1 1,1 0 0,0 0-1,0 0 1,2 1 0,8-1 416,154-19 1294,3 6-5143,-100 9-264,-46 0 885,0 0 0,-1-1 0,32-12 0,0 0-4275,-13 7 2312</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15.955"/>
    </inkml:context>
    <inkml:brush xml:id="br0">
      <inkml:brushProperty name="width" value="0.035" units="cm"/>
      <inkml:brushProperty name="height" value="0.035" units="cm"/>
    </inkml:brush>
  </inkml:definitions>
  <inkml:trace contextRef="#ctx0" brushRef="#br0">110 43 2192,'-26'-1'9053,"19"-2"-8005,7 3-813,-1 0 0,1 0 1,-1 0-1,1 0 0,0-1 1,-1 1-1,1 0 0,-1 0 1,1 0-1,0-1 0,-1 1 1,1 0-1,0 0 0,-1-1 1,1 1-1,0 0 0,-1-1 1,1 1-1,0 0 0,0-1 1,-1 1-1,1 0 0,0-1 0,0 1 1,0-1-1,0 1 0,-1-1 1,1 1-1,0 0 0,0-1 1,0 1-1,0-1 0,0-1 1570,0 2-1724,0 0-1,1 0 0,-1 0 0,0 0 1,0 0-1,0 0 0,0 0 0,0 0 1,0 0-1,0 0 0,1 0 0,-1-1 1,0 1-1,0 0 0,0 0 1,0 0-1,0 0 0,0 0 0,0 0 1,0 0-1,0-1 0,0 1 0,0 0 1,1 0-1,-1 0 0,0 0 0,0 0 1,0 0-1,0-1 0,0 1 0,0 0 1,0 0-1,0 0 0,0 0 1,0 0-1,0 0 0,0-1 0,0 1 1,-1 0-1,1 0 0,0 0 0,0 0 1,0 0-1,0 0 0,0 0 0,0-1 1,0 1-1,0 0 0,0 0 0,0 0 1,0 0-1,0 0 0,-1 0 1,1 0-1,0 0 0,0 0 0,0-1 1,-9-3 2716,7 3-1084,1 0-1606,0 0 0,-1 1 0,1-1 0,0 1 0,-1-1 1,1 1-1,-1-1 0,1 1 0,-1 0 0,1 0 0,-1 0 0,1 0 0,-1 0 0,0 0 0,-2 0 0,-2 0-82,6 0-25,0 1 0,0-1 0,-1 0 0,1 0 0,0 0 0,0 0 0,-1 0 0,1 0 0,0 0 0,0 0 0,-1 0 0,1 0 0,0 0 0,0 0 0,0 0 0,-1 0 0,1 0 0,0 0 0,0 0 0,-1 0 0,1 0 0,0 0 0,0-1 0,-1 1 0,1 0 0,0 0 0,0 0 0,0 0 0,0 0 0,-1-1 0,1 1 0,0 0 0,0 0 0,0 0 0,0-1 0,-1 1 0,1 0 0,0 0 0,0-1 0,0 1 0,0 0 0,0 0 0,0 0 0,0-1 0,0 1 0,0 0 0,0-1 0,-2-3 0,-5 3 0,0 2 0,7-1 0,0 0 0,0 0 0,0 0 0,0 0 0,-1 1 0,1-1 0,0 0 0,0 0 0,0 0 0,0 1 0,0-1 0,0 0 0,-1 0 0,1 0 0,0 1 0,0-1 0,0 0 0,0 0 0,0 0 0,0 1 0,0-1 0,0 0 0,0 0 0,0 1 0,0-1 0,0 0 0,0 0 0,0 0 0,0 1 0,0-1 0,0 0 0,0 0 0,1 0 0,-1 1 0,0-1 0,0 0 0,0 0 0,0 0 0,0 1 0,0-1 0,1 0 0,-1 0 0,0 0 0,0 0 0,0 0 0,1 1 0,-1-1 0,-1 0 0,3 0 0,-1 1 0,0 0 0,0 0 0,0 0 0,0 0 0,0 0 0,0 1 0,0-1 0,-1 0 0,1 0 0,0 1 0,0-1 0,-1 0 0,1 1 0,-1-1 0,0 0 0,1 4 0,0 29 0,-1-17 0,0-12 0,1 1 0,0-1 0,0 1 0,4 9 0,-3-9 0,0-1 0,-1 1 0,0 0 0,2 11 0,-2-6 0,0 0 0,1 0 0,1 0 0,0-1 0,0 1 0,5 10 0,3 8 0,-8-21 0,0-1 0,0 0 0,1 1 0,5 6 0,11 21 0,-19-32 0,0 0 0,1 0 0,0 0 0,0 0 0,0-1 0,0 1 0,0-1 0,5 5 0,5 6 0,-20-3-5456,18-15-1759,-5 0 5212,-3 3 452,1 0 0,-1 0 0,0 0 0,0-1 0,0 1 0,3-6 0,-3-2-3220</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17.243"/>
    </inkml:context>
    <inkml:brush xml:id="br0">
      <inkml:brushProperty name="width" value="0.035" units="cm"/>
      <inkml:brushProperty name="height" value="0.035" units="cm"/>
    </inkml:brush>
  </inkml:definitions>
  <inkml:trace contextRef="#ctx0" brushRef="#br0">159 268 2192,'-5'-3'917,"0"1"-1,0 0 0,0 0 0,0 0 0,-1 1 0,1 0 0,-6-1 0,-17-3 3407,18 3-3089,10 2-1127,0 0 0,-1 0 0,1 0 0,0 0 0,0 0 0,-1 0 0,1 0 0,0 0 0,-1 0 0,1 0 0,0 0 0,0 0 0,-1 0 0,1 0 0,0 0 0,0-1 0,-1 1 0,1 0 0,0 0 0,0 0 0,-1 0 0,1-1 0,0 1 0,0 0 0,0 0 0,-1 0 0,1-1 0,0 1 0,0 0 0,0 0 0,0-1 0,0 1 0,0 0 0,-1 0 0,1-1 0,0 1 0,0 0 0,0-1 0,0 1 0,0 0 0,0 0 0,0-1 0,0 1 0,0 0 0,0-1 0,0 1 0,1 0 0,-1 0 0,0-2 1381,0 1-1250,0 1 1,1-1 0,-1 0-1,0 1 1,1-1-1,-1 1 1,1-1 0,-1 0-1,1 1 1,-1-1 0,1 1-1,-1-1 1,1 1 0,-1 0-1,2-1 1,60-16 3737,32-1-2363,-75 15-1257,24-4 42,-1 2 1,49 1-1,-82 5-398,-1-1 0,1 1 0,-1 1 0,1 0 0,-1 0 0,0 0 0,1 1 0,-2 1 0,13 6 0,-17-9 0,0 0 0,-1 1 0,1-1 0,-1 1 0,1 0 0,-1 0 0,0 0 0,0 0 0,0 0 0,0 1 0,0-1 0,0 1 0,-1-1 0,1 1 0,-1 0 0,0-1 0,1 1 0,-1 0 0,-1 0 0,1 0 0,0 0 0,-1 0 0,1 0 0,-1 0 0,0 0 0,0 0 0,0 0 0,0 0 0,-2 4 0,-1 5 0,-1 0 0,0 0 0,-8 15 0,2-4 0,9-19 0,0 0 0,-1-1 0,1 0 0,-1 1 0,0-1 0,-3 5 0,-30 46 0,17-34 0,-1-1 0,0 0 0,-1-2 0,-31 21 0,18-19 0,-1-2 0,-1-2 0,0-1 0,-1-2 0,0-1 0,-41 6 0,29-12 0,34-4 0,14-1 0,-1 0 0,1 0 0,0 0 0,0 0 0,0 0 0,0 0 0,0 0 0,0 0 0,-1-1 0,1 1 0,0 0 0,0 0 0,0 0 0,0 0 0,0 0 0,0 0 0,0 0 0,0-1 0,0 1 0,0 0 0,0 0 0,0 0 0,0 0 0,-1 0 0,1 0 0,0-1 0,0 1 0,0 0 0,0 0 0,0 0 0,0 0 0,0 0 0,0-1 0,1 1 0,-1 0 0,0 0 0,0 0 0,0 0 0,0 0 0,0 0 0,0-1 0,0 1 0,3-2 0,1 0 0,-1 0 0,0 1 0,1-1 0,0 1 0,-1 0 0,1 0 0,0 0 0,4 0 0,0-1 0,301-69 0,-157 38 0,-94 18 0,-1-2 0,-1-2 0,60-30 0,-85 35 0,-4 1 0,32-18 0,-53 28 0,2-2 0,1 0 0,-1 0 0,-1-1 0,1 0 0,-1 0 0,0 0 0,-1-1 0,11-13 0,-17 19 0,1 0 0,-1 0 0,1 0 0,-1 1 0,0-1 0,1 0 0,-1-1 0,0 1 0,0 0 0,1 0 0,-1 0 0,0 0 0,0 0 0,0 0 0,0 0 0,-1 0 0,1 0 0,0 0 0,0 0 0,0 0 0,-1-1 0,0 1 0,0-1 0,-1 1 0,1-1 0,0 1 0,0 0 0,-1 0 0,1 0 0,-1 0 0,1 0 0,-1 0 0,0 0 0,1 0 0,-1 1 0,0-1 0,-2 0 0,-11-1 0,-4 3 0,8 0 0,1 0 0,-1 1 0,-14 3 0,-10 3 0,21-6 0,0 1 0,0 1 0,0 0 0,0 1 0,-25 13 0,12-5 0,-5 4 0,7 1 0,18-13 0,0-1 0,1 1 0,-1 0 0,1 1 0,0-1 0,0 1 0,0 1 0,1-1 0,0 1 0,1 0 0,-5 7 0,8-11 0,0-1 0,1 0 0,-1 0 0,1 1 0,-1-1 0,1 0 0,0 0 0,0 1 0,0-1 0,0 0 0,0 1 0,1-1 0,-1 0 0,1 1 0,-1-1 0,1 0 0,0 0 0,0 0 0,0 0 0,0 0 0,0 0 0,1 0 0,-1 0 0,0 0 0,1 0 0,0-1 0,-1 1 0,1 0 0,3 1 0,0 0 0,-1 0 0,1 0 0,-1-1 0,1 1 0,0-1 0,0 0 0,0-1 0,0 1 0,0-1 0,1 0 0,-1 0 0,7 0 0,9-2 0,-1-1 0,1 0 0,36-9 0,-36 5 0,-1-2 0,0 0 0,0-1 0,-1 0 0,0-2 0,0 0 0,-1-2 0,31-27 0,-45 37 0,-1 0 0,0-1 0,0 0 0,0 0 0,0 0 0,0 0 0,-1 0 0,2-5 0,3-4 0,-5 7 0,-4 1 0,2 5 0,0 0 0,-1-1 0,1 1 0,0 0 0,-1 0 0,1-1 0,0 1 0,-1 0 0,1 0 0,0 0 0,-1 0 0,1-1 0,0 1 0,-1 0 0,1 0 0,-1 0 0,1 0 0,0 0 0,-1 0 0,1 0 0,-1 0 0,1 0 0,-1 0 0,1 0 0,0 0 0,-1 0 0,1 0 0,0 0 0,-1 1 0,1-1 0,-1 0 0,1 0 0,0 0 0,-1 1 0,1-1 0,0 0 0,-1 0 0,1 1 0,0-1 0,0 0 0,-1 1 0,1-1 0,0 0 0,0 1 0,-1-1 0,1 0 0,0 1 0,0-1 0,0 1 0,0-1 0,0 0 0,0 1 0,0-1 0,0 1 0,0-1 0,0 0 0,0 1 0,0 0 0,-1 0 0,-3 1 0,1 0 0,-1 1 0,0-1 0,1 1 0,-1 0 0,1 0 0,0 0 0,0 0 0,0 0 0,0 1 0,1 0 0,-1-1 0,1 1 0,0 0 0,0 0 0,0 0 0,1 0 0,-1 1 0,1-1 0,0 0 0,0 0 0,1 1 0,-1-1 0,1 7 0,0-3 0,0-6 0,-1 1 0,1 0 0,0 0 0,0-1 0,0 1 0,1 0 0,-1 0 0,1-1 0,-1 1 0,1 0 0,0-1 0,0 1 0,0-1 0,0 1 0,1-1 0,-1 1 0,1-1 0,-1 0 0,4 3 0,-1-1 0,1 0 0,0-1 0,0 0 0,0 0 0,1-1 0,-1 1 0,1-1 0,-1 0 0,1-1 0,0 1 0,-1-1 0,1 0 0,0-1 0,0 1 0,0-1 0,8-1 0,1 0 0,1-1 0,-1-1 0,1 0 0,-1-1 0,15-7 0,-11 3 0,-1-1 0,0-1 0,28-21 0,-34 21 0,0 0 0,-1-1 0,0-1 0,-1 1 0,0-2 0,-1 1 0,8-16 0,-14 23 0,-1-1 0,0 0 0,0 0 0,-1 0 0,0 0 0,1-7 0,3-15 0,12-56 0,-12 69 0,-2-1 0,0 1 0,0-1 0,0-22 0,-3 31 0,1 1 0,0 0 0,0-1 0,4-11 0,-3 10 0,0 1 0,0-1 0,-1 0 0,0 0 0,0-9 0,-1 18 0,-1 0 0,1 0 0,0 0 0,0 0 0,-1 0 0,1 0 0,-1 0 0,1 0 0,-1-1 0,1 1 0,-1 0 0,1 0 0,-1 0 0,0-1 0,0 2 0,0-1 0,0-1 0,0 1 0,1 0 0,-1 0 0,0 0 0,1 0 0,-1 0 0,1 0 0,-1 0 0,1-1 0,-1 1 0,1 1 0,0-1 0,-1 0 0,1 2 0,-1 2 0,1 0 0,-1-1 0,0 1 0,-1 0 0,-3 9 0,-3 11 0,-2 6 0,7-22 0,0 0 0,1 0 0,0 0 0,-2 18 0,-4 63 0,7-48 0,0-18 0,1 1 0,1 0 0,7 37 0,-8-55 0,1-1 0,-1 1 0,0-1 0,-1 11 0,0-13 0,1 0 0,-1 0 0,1 0 0,0 0 0,0 0 0,1 0 0,-1 0 0,1 0 0,-1 0 0,2 0 0,-1 0 0,0 0 0,1 0 0,3 6 0,-4-8-31,0-1 0,1 1 0,-1-1 0,1 0-1,-1 0 1,1 0 0,-1 0 0,1 0 0,0 0 0,0 0 0,-1 0 0,1-1-1,0 1 1,0-1 0,0 1 0,0-1 0,3 0 0,-5-10-7892,-1-23-3573,1 31 10967,0 0 0,1-1-1,-1 1 1,1 0 0,0-1-1,0 1 1,0 0 0,0 0 0,2-3-1,3-10-2328,-4 4-147</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18.020"/>
    </inkml:context>
    <inkml:brush xml:id="br0">
      <inkml:brushProperty name="width" value="0.035" units="cm"/>
      <inkml:brushProperty name="height" value="0.035" units="cm"/>
    </inkml:brush>
  </inkml:definitions>
  <inkml:trace contextRef="#ctx0" brushRef="#br0">42 104 32,'-12'-2'5349,"-8"-2"1255,20 4-6536,0 0 1,-1 0-1,1 0 1,0 0-1,0 0 1,-1 0-1,1 0 1,0 0-1,-1 0 1,1 0-1,0 0 1,-1 0-1,1 0 1,0 0-1,-1 0 1,1 0-1,0 0 1,0 0 0,-1 0-1,1 1 1,0-1-1,-1 0 1,1 0-1,0 0 1,0 0-1,-1 1 1,1-1-1,-1 4 4996,28-2 1963,6 1-4936,34-8-1131,-17 2-745,84-15 1,-98 13-211,-14 2 14,36-10 1,-35 8 3,-18 5-9,-1-1-1,0 0 1,0 0-1,0 0 1,0-1 0,6-2-1,-5 1 63,-5 3-3,-12 2 72,8-1-139,1-1 1,-1 1-1,1-1 1,0 1-1,-1 0 1,1 0-1,0 1 1,-4 1-1,-3-1-25,7 1 12,8-2-13,36-8 52,-22 3-19,9-4 23,-20 2 191,-2 0 177,1 2 27,-6-1 170,-11-1 431,8 5-980,-5-4-57,7 4 5,-1 1 0,1-1 0,0 1 0,0 0 0,0-1 0,-1 1 0,1 0 0,0-1 0,0 1 0,-1 0 0,1-1 0,0 1 0,-1 0 0,1 0 0,0-1 0,-1 1 0,1 0 0,0 0 0,-1-1 0,1 1 0,0 0 0,-1 0 0,1 0 0,-1 0 0,1 0 0,0 0 0,-1 0 0,1 0 0,-1 0 0,1 0 0,-1 0 0,1 0 0,0 0 0,-1 0 0,1 0 0,-1 0 0,0 1 0,-2-5 0,-4 4 0,-59 15 0,48-13 0,1 2 0,-1 0 0,-31 13 0,30-8 0,0 0 0,1 1 0,-25 19 0,9 7 0,33-34 0,-1 0 0,1 0 0,-1-1 0,1 1 0,0 0 0,0 0 0,-1 0 0,2 0 0,-1 0 0,0 0 0,0 1 0,1-1 0,-1 0 0,0 3 0,-1 34 0,2-36 0,0-2 0,0 0 0,0 1 0,0-1 0,1 0 0,-1 1 0,0-1 0,1 0 0,-1 0 0,1 1 0,-1-1 0,1 0 0,-1 0 0,1 0 0,0 0 0,0 0 0,0 0 0,-1 0 0,1 0 0,0 0 0,2 1 0,0 0 0,0 0 0,0-1 0,-1 0 0,1 1 0,0-1 0,0 0 0,0-1 0,6 2 0,2-1 0,1-1 0,-1 0 0,0 0 0,17-3 0,-14 0 0,1 0 0,-1-1 0,0 0 0,0-1 0,-1-1 0,1 0 0,-1-1 0,0 0 0,12-10 0,15-24 0,-11 9 0,-22 21 0,2 0 0,10-4 0,-12 15 0,-7 0 0,0 0 0,1 0 0,-1 0 0,1 0 0,-1 0 0,0 0 0,1 1 0,-1-1 0,0 0 0,1 0 0,-1 0 0,0 0 0,1 0 0,-1 1 0,0-1 0,1 0 0,-1 0 0,0 0 0,1 1 0,-1-1 0,0 0 0,0 1 0,1-1 0,-1 0 0,0 0 0,0 1 0,1-1 0,-1 0 0,0 1 0,0-1 0,0 1 0,0-1 0,0 0 0,0 1 0,0-1 0,0 0 0,0 1 0,0-1 0,0 1 0,0 0 0,40 82 0,-32-52 0,3 7 0,-11-37 0,1 0 0,-1-1 0,0 1 0,1 0 0,-1 0 0,1-1 0,-1 1 0,1 0 0,-1-1 0,1 1 0,-1-1 0,1 1 0,0 0 0,-1-1 0,1 1 0,0-1 0,-1 0 0,1 1 0,0-1 0,0 0 0,0 1 0,-1-1 0,1 0 0,1 1 0,6 1 0,-1 0-1574,-1-1-5283,4-9 350,-8 6 6058,13-18-9583,-13 14 4884</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20.296"/>
    </inkml:context>
    <inkml:brush xml:id="br0">
      <inkml:brushProperty name="width" value="0.035" units="cm"/>
      <inkml:brushProperty name="height" value="0.035" units="cm"/>
    </inkml:brush>
  </inkml:definitions>
  <inkml:trace contextRef="#ctx0" brushRef="#br0">34 404 80,'-1'0'417,"1"0"1,-1 0-1,0 0 0,1-1 1,-1 1-1,1 0 0,-1 0 0,0 0 1,1 0-1,-1-1 0,0 1 1,1 0-1,-1-1 0,1 1 0,-1 0 1,1-1-1,-1 1 0,1-1 1,-1 1-1,1-1 0,-1 0 1,-4-14 4782,5 12-4642,1-1 1,-1 1-1,0 0 0,1 0 1,0-1-1,0 1 0,0 0 1,0 0-1,1-3 0,10-27 5157,-10 27-4854,1-1-1,-1 0 1,0 1 0,0-1-1,-1-1 1,1 1 0,-1-12-1,-1 2-819,1-1 0,5-26 0,-3 2-41,-2 33 0,-1 0 0,1 0 0,2-11 0,-2 13 0,0 0 0,0 0 0,-1 0 0,-1-8 0,1 1 0,0 13 0,0 1 0,0 0 0,0-1 0,0 1 0,0-1 0,0 1 0,0 0 0,0-1 0,0 1 0,0-1 0,0 1 0,1 0 0,-1-1 0,0 1 0,0 0 0,0-1 0,1 1 0,-1 0 0,0-1 0,0 1 0,1 0 0,-1 0 0,0-1 0,1 1 0,3-8 0,-3 5 0,-2 3 0,0-1 0,-9 9 0,4-1 0,-1 0 0,5-6 0,0 1 0,0-1 0,0 1 0,0 0 0,1-1 0,-1 1 0,0 0 0,1 0 0,-1 0 0,1 1 0,0-1 0,0 0 0,0 0 0,0 1 0,0-1 0,0 1 0,1-1 0,-1 4 0,-9 38 0,2-29 0,7-13 0,0-1 0,1 0 0,-1 1 0,0-1 0,0 1 0,1-1 0,-1 1 0,1-1 0,-1 1 0,1-1 0,0 1 0,0 2 0,0 2 0,1 1 0,0-1 0,0 0 0,0 0 0,1 1 0,4 9 0,-3-10 0,-1 0 0,0-1 0,0 1 0,-1 0 0,0 0 0,1 11 0,6 45 0,-8 85 0,34-168 0,-18 11 0,3 0 0,-19 10 0,1 0 0,-1-1 0,0 1 0,1 0 0,-1-1 0,1 1 0,-1 0 0,1 0 0,0 0 0,-1 0 0,1-1 0,-1 1 0,1 0 0,-1 0 0,1 0 0,-1 0 0,1 0 0,-1 0 0,1 0 0,0 0 0,-1 1 0,1-1 0,-1 0 0,1 0 0,-1 0 0,2 1 0,-2-1 0,101 6 0,-26-1 0,-66-4 0,11 3 0,-15-4 0,2 1-629,-7 1-854,-9 0-1614,22-10-7894,18-11 728,-23 10 6648</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20.835"/>
    </inkml:context>
    <inkml:brush xml:id="br0">
      <inkml:brushProperty name="width" value="0.035" units="cm"/>
      <inkml:brushProperty name="height" value="0.035" units="cm"/>
    </inkml:brush>
  </inkml:definitions>
  <inkml:trace contextRef="#ctx0" brushRef="#br0">101 37 2128,'0'-1'226,"-1"1"0,1-1 0,0 0 0,0 0 0,0 0 0,0 1 0,0-1 0,-1 0 0,1 1 0,0-1 0,-1 0 0,1 0 0,0 1 0,-1-1 0,1 1 0,-1-1 0,1 0 0,-1 1 0,1-1 0,-1 1 0,1-1 0,-1 1 0,0-1 0,-16-14 20719,16 9-17346,-6 6-3031,-1 1-465,1 4-103,6-5 0,1 0 0,0 0 0,0 0 0,-1 0 0,1 1 0,0-1 0,0 0 0,0 0 0,0 0 0,-1 0 0,1 1 0,0-1 0,0 0 0,0 0 0,0 1 0,0-1 0,0 0 0,0 0 0,-1 1 0,1-1 0,0 0 0,0 0 0,0 1 0,0-1 0,0 0 0,0 0 0,0 1 0,0-1 0,0 0 0,1 0 0,-1 1 0,0-1 0,0 1 0,0 1 0,-8 7 0,5-5 0,0-1 0,0 1 0,0 0 0,1 0 0,-1 0 0,1 0 0,0 0 0,-3 9 0,1 5 0,0 2 0,1-1 0,1 0 0,1 1 0,0-1 0,2 0 0,5 35 0,-3-19 0,-3-26 0,1 1 0,1 0 0,2 9 0,3 8 0,21 79 0,-3-18 0,-14-55 33,-9-29-81,0 0 0,0 1 0,0 0-1,-1-1 1,0 1 0,0 0 0,1 8 0,-3 1-1191,1-12 573,0-1 0,0 1 0,-1-1-1,1 1 1,1 0 0,-1-1 0,0 1 0,0 0 0,1-1-1,-1 1 1,2 2 0,-1-3 178,0 0 0,0-1-1,0 1 1,0 0 0,0-1-1,0 1 1,0-1 0,0 1-1,0-1 1,0 1 0,1-1 0,-1 0-1,0 0 1,0 0 0,0 0-1,1 1 1,-1-2 0,0 1 0,2 0-1,-1 0 260,1 0-813,0 0 0,1 0 0,-1 0 0,0-1 0,0 1 0,0-1 1,7-2-1,5-2-2258</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21.632"/>
    </inkml:context>
    <inkml:brush xml:id="br0">
      <inkml:brushProperty name="width" value="0.035" units="cm"/>
      <inkml:brushProperty name="height" value="0.035" units="cm"/>
    </inkml:brush>
  </inkml:definitions>
  <inkml:trace contextRef="#ctx0" brushRef="#br0">113 18 104,'0'0'583,"-27"-5"7472,21 5-6654,-1-1 0,1 0 0,-1 0 0,1-1 0,-9-2 0,13 3-277,0 0 1,0 1 0,-1-1 0,1 1-1,0 0 1,0 0 0,0 0-1,0 0 1,0 0 0,-4 1-1,-2 0 1884,8 30-2768,2-2-240,-1-24 0,-1 0 0,1 0 0,-1 0 0,0 0 0,-1 0 0,-1 9 0,1-7 0,-1 1 0,2 0 0,-1 0 0,1 0 0,0 0 0,1 0 0,-1 0 0,3 8 0,12 19 0,-12-31 0,-1 0 0,0 1 0,0-1 0,0 0 0,-1 1 0,1-1 0,-1 1 0,0 0 0,0-1 0,-1 6 0,1-4-580,-1-1-1,0 1 1,0-1-1,-1 1 1,0-1-1,0 0 1,0 1-1,-1-1 1,1 0-1,-1 0 1,-5 9 0,7-14 428,0 0 1,-1 1 0,1-1 0,0 0-1,0 1 1,0-1 0,0 0 0,0 0-1,-1 1 1,1-1 0,0 0 0,0 1-1,0-1 1,0 0 0,0 1 0,0-1-1,0 0 1,0 1 0,0-1 0,0 1-1,0-1 1,0 0 0,1 0 0,-1 1-1,0-1 1,0 0 0,0 1 0,0-1 0,0 0-1,1 1 1,-1-1 0,0 0 0,1 1-1,12 2-3731,19-6-873,-29 2 4261,4 0-378,0-2-1,-1 1 1,1-1-1,-1 0 1,10-5-1,2-1-1456,-1 2 80</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22.799"/>
    </inkml:context>
    <inkml:brush xml:id="br0">
      <inkml:brushProperty name="width" value="0.035" units="cm"/>
      <inkml:brushProperty name="height" value="0.035" units="cm"/>
    </inkml:brush>
  </inkml:definitions>
  <inkml:trace contextRef="#ctx0" brushRef="#br0">76 216 1056,'-29'-10'6572,"1"0"2862,25-2 3522,-6 3-10212,9 9-2744,0 0 0,0-1 0,0 1 0,0 0 0,0 0 0,0 0 1,-1 0-1,1 0 0,0 0 0,0 0 0,0 0 0,0-1 0,0 1 0,-1 0 1,1 0-1,0 0 0,0 0 0,0 0 0,0 0 0,-1 0 0,1 0 1,0 0-1,0 0 0,0 0 0,0 0 0,-1 0 0,1 0 0,0 0 0,0 0 1,0 0-1,0 1 0,-1-1 0,1 0 0,0 0 0,0 0 0,0 0 1,0 0-1,0 0 0,-1 0 0,1 0 0,0 1 0,0-1 0,0 0 0,0 0 1,0 0-1,0 0 0,0 0 0,0 0 0,0 1 0,-1-1 0,1 3-1,1-1 1,-1 0 0,1-1 0,-1 1 0,1-1 0,0 1 0,-1-1 0,1 1 0,0-1 0,0 1 0,0-1 0,3 3 0,-3-3 0,1 1 0,-1-1 0,0 1 0,0 0 0,0-1 0,0 1 0,0 0 0,0 0 0,0 0 0,0 0 0,-1 0 0,1 3 0,0-2 0,-1-1 0,1 1 0,-1-1 0,1 1 0,0-1 0,0 1 0,0-1 0,2 3 0,-2-2 0,0-1 0,0 1 0,0-1 0,0 0 0,0 1 0,0 0 0,-1-1 0,1 5 0,-1-5 0,1 0 0,-1 0 0,0 0 0,1 0 0,-1 0 0,1 0 0,0 0 0,0 0 0,-1-1 0,1 1 0,2 2 0,-2-3 0,0 1 0,0 0 0,0-1 0,0 1 0,-1 0 0,1 0 0,-1-1 0,1 1 0,-1 0 0,1 0 0,-1 2 0,0-1 0,1-1 0,0 1 0,-1-1 0,1 1 0,0-1 0,0 1 0,1-1 0,-1 1 0,0-1 0,1 0 0,-1 0 0,1 0 0,3 3 0,0 1 0,-2-2 0,3 1 0,7-7 0,-7 1 0,3 0 0,0-1 0,0-1 0,-1 1 0,1-2 0,0 1 0,-1-1 0,0 0 0,14-10 0,-6 1 0,-13 11 0,0 0 0,0 0 0,0-1 0,0 1 0,-1-1 0,1 0 0,3-5 0,5-6 0,-9 13 0,-1-1 0,1 0 0,-1 0 0,1 1 0,-1-1 0,0-1 0,1 1 0,-1 0 0,1-4 0,12-16 0,-12 20 0,0-1 0,0 1 0,0-1 0,0 0 0,-1 1 0,1-1 0,-1 0 0,0 0 0,0 0 0,1-5 0,-2 5 0,7-9 0,-5 6 0,0 7 0,0 0 0,-1 0 0,1 0 0,0 0 0,0 0 0,-1 0 0,1 1 0,0-1 0,-1 1 0,1-1 0,0 3 0,10 6 0,22 5 0,-29-13 0,1 0 0,-1-1 0,1 1 0,0-1 0,-1-1 0,1 1 0,0-1 0,0 0 0,-1 0 0,9-2 0,8 1 0,-8-1 0,1 0 0,-1-1 0,0 0 0,-1-1 0,1-1 0,-1 0 0,0-1 0,0 0 0,15-11 0,-24 15 0,0-1 0,0 0 0,0 0 0,-1 0 0,1 0 0,-1-1 0,0 1 0,0-1 0,0 0 0,0 0 0,-1 0 0,4-8 0,-5 9 0,0 0 0,0 1 0,-1-1 0,1 0 0,-1 1 0,0-1 0,0 0 0,0 1 0,0-1 0,0 0 0,-1 0 0,1 1 0,-1-1 0,1 1 0,-1-1 0,0 0 0,0 1 0,0-1 0,-1 1 0,1 0 0,-1-1 0,-2-2 0,3 1 0,1 4 0,0-1 0,0 1 0,0 0 0,0-1 0,0 1 0,0 0 0,0-1 0,0 1 0,0 0 0,0 0 0,0-1 0,0 1 0,-1 0 0,1-1 0,0 1 0,0 0 0,0 0 0,-1-1 0,1 1 0,0 0 0,0 0 0,-1 0 0,1-1 0,0 1 0,0 0 0,-1 0 0,1 0 0,0 0 0,0 0 0,-1 0 0,1-1 0,0 1 0,-1 0 0,1 0 0,0 0 0,-1 0 0,1 0 0,0 0 0,-1 0 0,1 0 0,-1 1 0,0-2 0,-1 0 0,1 1 0,-1 0 0,1-1 0,-1 1 0,1 0 0,-1 0 0,0 0 0,1 0 0,-1 0 0,1 0 0,-1 0 0,0 0 0,1 1 0,-1-1 0,1 1 0,-1-1 0,1 1 0,-1-1 0,1 1 0,0 0 0,-1 0 0,1 0 0,0 0 0,0 0 0,-1 0 0,-1 2 0,0 2 0,1-1 0,-1 1 0,1 0 0,0-1 0,0 1 0,-2 7 0,0 1 0,3-7 0,0 0 0,0 0 0,1 0 0,0 0 0,0 0 0,1-1 0,0 1 0,0 0 0,0 0 0,0 0 0,1-1 0,4 9 0,0 7 0,-2-11 0,-1 0 0,10 17 0,-8-19 0,-1 2 0,0-1 0,5 18 0,-2-6 0,-5-15 0,-1 0 0,1 0 0,-1 0 0,0 0 0,1 11 0,-2-6 0,0-1 0,-1 1 0,0 0 0,0-1 0,-1 1 0,-1-1 0,-5 15 0,6-12 0,2-12 0,0 0 0,-1 0 0,1 0 0,0 0 0,0 0 0,0 0 0,-1 0 0,1 0 0,0 0 0,-1 0 0,1 0 0,-1-1 0,1 1 0,-1 0 0,1 0 0,-2 1 0,-7 9 0,8-10 0,1 0 0,-1 0 0,0-1 0,1 1 0,-1 0 0,0 0 0,1-1 0,-1 1 0,0 0 0,0-1 0,0 1 0,0-1 0,0 1 0,1-1 0,-1 1 0,0-1 0,0 0 0,-2 1 0,-10 3 0,12-3 0,1-1 0,-1 0 0,0 1 0,1-1 0,-1 0 0,1 0 0,-1 0 0,0 0 0,1 1 0,-1-1 0,0 0 0,1 0 0,-1 0 0,1 0 0,-1 0 0,0-1 0,1 1 0,-1 0 0,0 0 0,1 0 0,-1-1 0,-5-1 0,4 1 0,1 0 0,0 0 0,0 0 0,-1 0 0,1 0 0,0-1 0,0 1 0,0 0 0,0-1 0,1 1 0,-1-1 0,0 1 0,1-1 0,-1 1 0,0-1 0,1 0 0,0 1 0,-1-1 0,1 1 0,0-1 0,0 0 0,0 1 0,0-1 0,0 0 0,1 1 0,-1-4 0,4-4 0,1 0 0,-1 0 0,1 0 0,1 1 0,0-1 0,0 1 0,0 1 0,1-1 0,12-10 0,4-1 0,1 0 0,28-15 0,-24 18 0,39-16 0,-37 19 0,36-22 0,50-47 0,-112 79 0,-1 0 0,0-1 0,0 1 0,0-1 0,0 0 0,0 0 0,-1 0 0,0 0 0,0 0 0,0-1 0,0 1 0,-1-1 0,0 1 0,0-1 0,0 1 0,0-1 0,-1 0 0,0 1 0,0-1 0,0 0 0,0 0 0,-1 1 0,0-1 0,0 1 0,0-1 0,0 0 0,-4-6 0,3 8 0,1 1 0,-1 0 0,0-1 0,0 1 0,0 0 0,0 0 0,0 1 0,-1-1 0,1 0 0,-1 1 0,1-1 0,-1 1 0,1 0 0,-1 0 0,0 0 0,1 0 0,-1 1 0,0-1 0,0 1 0,0-1 0,-3 1 0,0 0 0,-1 0 0,0 0 0,1 0 0,-1 1 0,1 0 0,-1 1 0,1-1 0,-9 4 0,-21 17 0,22-11 0,12-10 0,0 0 0,1 0 0,-1 1 0,1-1 0,0 1 0,-1-1 0,1 1 0,0 0 0,0-1 0,-1 4 0,-10 12 0,4-7 0,1-1 0,1 1 0,0 0 0,0 0 0,-5 12 0,-3 6 0,12-23 0,0 0 0,1 1 0,-1-1 0,1 0 0,0 0 0,-1 7 0,-2 13 0,3-21 0,0-1 0,1 1 0,0-1 0,-1 0 0,1 1 0,1-1 0,-1 1 0,0-1 0,1 1 0,-1-1 0,1 0 0,0 1 0,0-1 0,1 0 0,-1 0 0,1 0 0,-1 0 0,1 0 0,0 0 0,0 0 0,0-1 0,5 6 0,-2-4 0,0 0 0,-1 0 0,1-1 0,1 0 0,-1 1 0,0-2 0,1 1 0,0-1 0,0 1 0,-1-1 0,13 2 0,-3-3 0,0 1 0,0-2 0,0 0 0,0-1 0,19-3 0,-12-4-2487,5-14-6255,1-1 2317,-19 17 4051,5-8-5669,-13 9 4203</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23.916"/>
    </inkml:context>
    <inkml:brush xml:id="br0">
      <inkml:brushProperty name="width" value="0.035" units="cm"/>
      <inkml:brushProperty name="height" value="0.035" units="cm"/>
    </inkml:brush>
  </inkml:definitions>
  <inkml:trace contextRef="#ctx0" brushRef="#br0">101 657 808,'-2'1'528,"0"0"0,0 0 0,0-1-1,0 1 1,0 1 0,0-1 0,0 0 0,0 0-1,-3 4 1,-4 1 1618,-24 10 2698,31-14-4380,0-1 0,0 0 0,-1 0-1,1 0 1,0 0 0,0 0 0,0 0 0,-1 0-1,1-1 1,-11-5 14534,13 4-14994,0-1 0,0 0 0,1 0 0,-1 1 0,1-1-1,0 0 1,-1 1 0,1-1 0,0 0 0,0 1 0,0-1 0,0 1-1,0 0 1,0-1 0,0 1 0,3-2 0,7-11-15,-10 13 11,0 0 0,0 0 0,0 0 0,0 0 0,0 0 0,0 0 0,0 0 0,1 0 0,-1 0 0,0 0 0,3-1 0,12-10 0,-4-1 0,26-23 0,-24 24 0,23-27 0,-13 10 0,95-130 0,-26 28 0,-51 83 0,-31 37 0,0 0 0,1 1 0,0 0 0,0 1 0,1 0 0,0 1 0,19-8 0,58-20 0,-19 10 0,-30 11 0,-36 14 0,-10 1 0,1-1 0,-18 12 0,21-10 0,1-1 0,0 0 0,-1 0 0,1 0 0,0 0 0,-1 0 0,1 1 0,-1-1 0,1 0 0,0 0 0,-1 0 0,1 1 0,0-1 0,0 0 0,-1 1 0,1-1 0,0 0 0,0 0 0,-1 1 0,1-1 0,0 1 0,0-1 0,0 0 0,-1 1 0,1-1 0,0 0 0,0 1 0,0-1 0,0 1 0,0-1 0,0 0 0,0 1 0,0 0 0,-6 6-1771,6-7 1706,0 0-1,0 0 0,0 0 0,-1 0 0,1 0 0,0 0 1,0 0-1,0 0 0,0 0 0,-1 0 0,1 0 0,0 0 1,0 0-1,0 1 0,0-1 0,0 0 0,-1 0 0,1 0 0,0 0 1,0 0-1,0 0 0,0 1 0,0-1 0,0 0 0,0 0 1,-1 0-1,1 0 0,0 1 0,0-1 0,0 0 0,0 0 1,0 0-1,0 0 0,0 1 0,0-1 0,0 0 0,0 0 1,0 0-1,0 1 0,0-1 0,0 0 0,0 0 0,0 0 0,1 0 1,-1 1-1,0-1 0,0 0 0,0 0 0,0 0 0,0 0 1,0 0-1,0 1 0,0-1 0,1 0 0,-1 0 0,0 0 1,0 0-1,0 0 0,0 0 0,0 0 0,1 1 0,-1-1 0,4 1-1525,-1-1 0,1 1 0,0-1-1,0 0 1,-1 1 0,1-2 0,6 0-1,4 1-1774,9-1-689,-5-4-137</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26.202"/>
    </inkml:context>
    <inkml:brush xml:id="br0">
      <inkml:brushProperty name="width" value="0.035" units="cm"/>
      <inkml:brushProperty name="height" value="0.035" units="cm"/>
    </inkml:brush>
  </inkml:definitions>
  <inkml:trace contextRef="#ctx0" brushRef="#br0">563 168 216,'-25'-42'8493,"17"33"-7037,-26-30 3017,24 31-3227,0 0 0,0 1 0,-1 0 1,0 0-1,0 1 0,-1 1 0,0 0 0,0 1 1,-14-4-1,10 4-136,0 1 1,0 0-1,-31 0 0,28 4-998,-1 0-1,1 1 1,-1 0-1,1 2 1,0 0-1,1 2 0,-1 0 1,1 1-1,0 0 1,-25 15-1,40-20-111,0-1 0,1 1 0,-1-1 0,0 1 0,1 0 0,-1 0 0,1 0 0,0 1 0,0-1 0,-1 0 0,2 1 0,-1-1 0,0 1 0,0 0 0,1 0 0,0-1 0,-1 1 0,1 0 0,0 0 0,0 0 0,0 6 0,1-7 0,0-1 0,1 0 0,-1 1 0,1-1 0,-1 0 0,1 1 0,-1-1 0,1 0 0,0 1 0,0-1 0,0 0 0,-1 0 0,1 0 0,0 0 0,1 0 0,-1 0 0,0 0 0,0 0 0,0 0 0,0-1 0,1 1 0,-1 0 0,0-1 0,1 1 0,-1-1 0,1 0 0,-1 1 0,0-1 0,1 0 0,1 0 0,7 2 0,0-1 0,20 0 0,-27-1 0,3 0 0,13 1 0,1-1 0,0-1 0,-1 0 0,1-2 0,-1 0 0,31-11 0,-24 1 0,-24 12 0,-1 0 0,0 1 0,1-1 0,-1 0 0,0 0 0,0 0 0,0 0 0,0 0 0,0 0 0,0 0 0,0 0 0,0 0 0,-1 0 0,1-1 0,1-1 0,1-6 0,-3 8 0,1-1 0,0 1 0,0-1 0,-1 1 0,1-1 0,-1 0 0,1 1 0,-1-1 0,0 0 0,1 1 0,-1-1 0,0 0 0,0 1 0,0-1 0,-1-2 0,7 6 0,-1 1 0,0 0 0,0-1 0,0 2 0,0-1 0,0 0 0,-1 1 0,5 5 0,-7-6 0,0 0 0,1 0 0,-1 0 0,1 0 0,0 0 0,5 4 0,14 14 0,-7-5 0,-12-13 0,0 0 0,0 0 0,0 0 0,0 1 0,0-1 0,-1 1 0,3 5 0,15 25 0,-16-29 0,-1 1 0,1 0 0,-1-1 0,0 1 0,0 0 0,-1 1 0,0-1 0,0 0 0,0 1 0,-1-1 0,1 9 0,-2-2 0,0-3 0,0 0 0,0 1 0,-1-1 0,0 0 0,0 0 0,-1 0 0,-1 0 0,-6 17 0,4-17 0,0 0 0,-1 0 0,0-1 0,0 0 0,-1 0 0,-1 0 0,1-1 0,-1 0 0,0-1 0,-1 0 0,0 0 0,0 0 0,-1-1 0,1-1 0,-20 9 0,-2-2 0,23-8 0,1 0 0,-1-1 0,0 0 0,0 0 0,0-1 0,0 0 0,0-1 0,-1 1 0,1-2 0,-1 1 0,-14-2 0,21 1 0,0 0 0,0-1 0,1 1 0,-1-1 0,0 0 0,0 0 0,1 1 0,-1-1 0,0 0 0,1 0 0,-1-1 0,1 1 0,-1 0 0,1 0 0,0-1 0,-1 1 0,1-1 0,0 1 0,0-1 0,-1-2 0,1 1 0,0 0 0,0 1 0,0-1 0,1 0 0,-1 0 0,1 0 0,0 0 0,0 0 0,0 0 0,0 0 0,1-6 0,1 1 0,0 0 0,1 0 0,0 1 0,0-1 0,1 1 0,-1-1 0,2 1 0,4-7 0,2 1 0,1 0 0,1 1 0,-1 1 0,2 0 0,-1 0 0,28-14 0,-15 11 0,2 1 0,53-17 0,-13 14 0,-51 12 0,18-2 0,-22 6 0,-9 0 0,1 0 0,-1 0 0,0 0 0,1 1 0,-1-1 0,0 1 0,1 0 0,-1 0 0,0 1 0,0-1 0,0 1 0,0 0 0,0 0 0,0 0 0,4 4 0,-2-2 0,1 1 0,-1-1 0,0 1 0,0 1 0,0-1 0,-1 1 0,0 0 0,0 0 0,-1 0 0,8 14 0,-9-15 0,-2-4 0,0 0 0,-1 0 0,1 1 0,-1-1 0,1 0 0,-1 0 0,0 1 0,0-1 0,1 0 0,-1 0 0,0 1 0,0-1 0,0 0 0,0 1 0,-1 1 0,1-3 0,0 0 0,0 0 0,0 0 0,0 1 0,0-1 0,0 0 0,0 0 0,0 0 0,0 0 0,0 0 0,0 0 0,1 1 0,-1-1 0,0 0 0,0 0 0,0 0 0,0 0 0,0 0 0,0 0 0,0 0 0,0 0 0,0 1 0,1-1 0,-1 0 0,0 0 0,0 0 0,0 0 0,0 0 0,0 0 0,0 0 0,0 0 0,1 0 0,-1 0 0,0 0 0,0 0 0,0 0 0,0 0 0,0 0 0,1 0 0,-1 0 0,0 0 0,0 0 0,0 0 0,0 0 0,0 0 0,0 0 0,1 0 0,-1 0 0,0 0 0,0 0 0,0 0 0,0-1 0,0 1 0,0 0 0,0 0 0,0 0 0,1 0 0,-1 0 0,8-7 0,-6 7 0,9-27 0,21-24 0,-22 31 0,4-2 0,-13 21 0,0-1 0,0 1 0,0-1 0,0 1 0,0-1 0,0 1 0,0-1 0,-1 0 0,1 1 0,-1-1 0,1-2 0,7-13 0,-2 6 0,-5 9 0,-1 1 0,1 0 0,-1 0 0,1 0 0,-1 0 0,1 0 0,0 0 0,-1 0 0,1 0 0,0 0 0,0 0 0,2-1 0,15-18 0,-13 20 0,-4 0 0,-1 0 0,0 1 0,0-1 0,1 0 0,-1 1 0,0-1 0,0 0 0,0 0 0,1 1 0,-1-1 0,0 0 0,0 1 0,0-1 0,0 1 0,0-1 0,0 0 0,0 1 0,1-1 0,-1 0 0,0 1 0,0-1 0,0 0 0,-1 1 0,1 0 0,0 0 0,3 2 0,-1 0 0,1 0 0,-1 1 0,0-1 0,0 1 0,0 0 0,0-1 0,-1 1 0,0 0 0,1 0 0,-2 0 0,2 5 0,-1-3 0,0 0 0,1-1 0,-1 1 0,1 0 0,1-1 0,-1 0 0,1 1 0,0-1 0,0 0 0,0 0 0,1-1 0,-1 1 0,8 6 0,-10-10 0,0 0 0,-1 0 0,1 0 0,0 0 0,0 0 0,-1 0 0,1 0 0,-1 0 0,1 1 0,-1-1 0,1 0 0,-1 1 0,0-1 0,0 0 0,0 0 0,0 1 0,0-1 0,0 2 0,0-3 0,0 0 0,0 1 0,0-1 0,0 0 0,0 0 0,0 0 0,0 0 0,0 1 0,0-1 0,0 0 0,0 0 0,0 0 0,0 1 0,0-1 0,1 0 0,-1 0 0,0 0 0,0 0 0,0 1 0,0-1 0,0 0 0,0 0 0,0 0 0,0 0 0,1 0 0,-1 0 0,0 1 0,0-1 0,0 0 0,0 0 0,1 0 0,-1 0 0,0 0 0,0 0 0,0 0 0,0 0 0,1 0 0,-1 0 0,0 0 0,0 0 0,1 0 0,-1 0 0,0 0 0,0 0 0,0 0 0,1 0 0,-1 1 0,0-1 0,0 0 0,0 0 0,0 0 0,1 0 0,-1 0 0,0 0 0,0 0 0,0 0 0,0 1 0,1-1 0,-1 0 0,0 0 0,0 0 0,0 0 0,0 1 0,0-1 0,0 0 0,1 0 0,-1 0 0,0 1 0,0-1 0,0 0 0,0 0 0,0 0 0,0 1 0,0-1 0,0 0 0,0 0 0,0 0 0,0 1 0,0-1 0,0 0 0,0 0 0,1 5 0,6-5 0,-1-2 0,-1-1 0,1 0 0,-1 0 0,1 0 0,-1 0 0,0-1 0,0 0 0,-1 0 0,1 0 0,-1-1 0,0 1 0,0-1 0,0 0 0,5-11 0,-5 9 0,1-1 0,0 1 0,0-1 0,1 1 0,8-8 0,4-6 0,-17 20 0,28-30 0,-27 30 0,-1 0 0,0 0 0,1 0 0,-1 0 0,1 0 0,-1 0 0,1 1 0,0-1 0,-1 0 0,1 1 0,0-1 0,-1 1 0,1 0 0,0 0 0,0 0 0,-1 0 0,1 0 0,0 0 0,-1 0 0,4 1 0,-1 0 0,1 1 0,-2-1 0,1 1 0,0 0 0,0 0 0,3 3 0,3 0 0,-5-2 0,1 0 0,-1 0 0,0 1 0,7 6 0,5 3 0,-12-9 0,0-1 0,0 1 0,-1 1 0,8 8 0,-10-10 0,1 0 0,-1-1 0,1 1 0,0-1 0,-1 1 0,1-1 0,0 0 0,4 2 0,7 2 0,-10-3 0,0-1 0,1 0 0,-1 0 0,1-1 0,0 1 0,0-1 0,-1 0 0,1-1 0,0 1 0,0-1 0,0 1 0,0-2 0,7 0 0,10-3 0,57-15 0,-70 16 0,0-1 0,0 1 0,-1-2 0,0 1 0,1-1 0,11-10 0,-17 13 0,0 0 0,0-1 0,0 0 0,-1 0 0,1 0 0,-1 0 0,0 0 0,0 0 0,0 0 0,0-1 0,-1 1 0,1-1 0,-1 1 0,0-1 0,0 1 0,0-1 0,0 0 0,-1 0 0,0 0 0,1 1 0,-1-1 0,-1 0 0,1 0 0,0 0 0,-1 1 0,0-1 0,0 0 0,0 1 0,-2-4 0,1 2 0,1 0 0,-1 1 0,-1-1 0,1 1 0,0 0 0,-1 0 0,0 0 0,0 0 0,0 0 0,-8-6 0,6 3 0,5 6 0,-1 0 0,1 0 0,-1 0 0,0 1 0,1-1 0,-1 0 0,0 0 0,0 0 0,0 1 0,1-1 0,-1 0 0,0 1 0,0-1 0,0 1 0,0-1 0,0 1 0,0 0 0,0-1 0,0 1 0,0 0 0,0 0 0,0-1 0,-1 1 0,1 0 0,0 0 0,0 0 0,0 0 0,0 1 0,-1-1 0,-5 0 0,1 1 0,0 0 0,0 0 0,0 0 0,1 1 0,-1 0 0,0 0 0,-10 6 0,-3 0 0,15-5 0,-1-1 0,1 1 0,0 0 0,0 0 0,1 0 0,-1 1 0,1-1 0,-4 6 0,-23 33 0,28-39 0,0 1 0,1 0 0,-1 1 0,1-1 0,1 0 0,-1 0 0,0 0 0,1 1 0,0-1 0,0 0 0,0 0 0,0 1 0,1-1 0,0 0 0,0 0 0,0 0 0,3 8 0,-1-5 0,-3-6 0,1 0 0,-1 0 0,0 0 0,0 0 0,1 0 0,-1 0 0,1 0 0,-1 0 0,1 0 0,-1-1 0,1 1 0,-1 0 0,1 0 0,0-1 0,-1 1 0,1 0 0,0-1 0,0 1 0,-1-1 0,1 1 0,0-1 0,0 1 0,0-1 0,0 1 0,0-1 0,0 0 0,0 0 0,0 1 0,0-1 0,0 0 0,0 0 0,0 0 0,1 0 0,9-1 0,-1 0 0,1-1 0,-1 0 0,1-1 0,-1 0 0,0-1 0,12-5 0,7-5 0,29-20 0,-36 26 0,-20 8 0,-1 0 0,1 0 0,-1-1 0,0 1 0,1-1 0,-1 1 0,1-1 0,-1 0 0,0 1 0,1-1 0,-1 0 0,2-1 0,-1-2 0,5 1 0,2 0 0,-9 3 0,1-1 0,-1 1 0,1 0 0,-1 0 0,1 0 0,-1 0 0,1-1 0,-1 1 0,1 0 0,-1 0 0,1 0 0,0 0 0,-1 0 0,1 0 0,-1 0 0,1 0 0,-1 0 0,1 1 0,-1-1 0,1 0 0,-1 0 0,1 0 0,-1 0 0,1 1 0,-1-1 0,1 0 0,-1 1 0,0-1 0,1 0 0,-1 1 0,1 0 0,0 0 0,1-1 0,0 1 0,0 0 0,1 0 0,-1 0 0,0 0 0,0 0 0,0 0 0,0 1 0,-1-1 0,4 3 0,3 3 0,2 0 0,-7-5 0,1 0 0,-1 0 0,1 0 0,-1 0 0,1 0 0,7 1 0,-2-1 0,-1-2 0,0 1 0,1-1 0,-1 0 0,1 0 0,-1-1 0,0-1 0,1 1 0,-1-1 0,0 0 0,8-4 0,12-15 0,-25 19 0,1 1 0,-1-1 0,0 1 0,0-1 0,0 0 0,0-1 0,-1 1 0,1 0 0,0-1 0,-1 0 0,0 1 0,1-1 0,-1 0 0,0 0 0,0 0 0,-1-1 0,1 1 0,-1 0 0,2-6 0,0-3 0,-1 0 0,-1 0 0,0-1 0,-1-17 0,0 29 0,0-1 0,0 0 0,0 0 0,-1-1 0,1 1 0,-1 0 0,0 0 0,1-1 0,-1 1 0,0 0 0,-3-3 0,3 3 0,0 0 0,0 0 0,0 0 0,1 0 0,-1 1 0,0-1 0,1 0 0,-1 0 0,1 0 0,-1-4 0,1 6 0,1 0 0,-1-1 0,0 1 0,0 0 0,0 0 0,0 0 0,0 0 0,0-1 0,0 1 0,-1 0 0,1 0 0,0 0 0,0-1 0,0 1 0,0 0 0,0 0 0,0 0 0,0 0 0,0 0 0,0-1 0,0 1 0,0 0 0,-1 0 0,1 0 0,0 0 0,0 0 0,0 0 0,0-1 0,0 1 0,-1 0 0,1 0 0,0 0 0,0 0 0,0 0 0,0 0 0,-1 0 0,1 0 0,0 0 0,0 0 0,-1 0 0,1 0 0,0 0 0,0 0 0,0 0 0,-1 0 0,1 0 0,0-1 0,0 1 0,0 0 0,-1 0 0,1 0 0,0 0 0,0 0 0,0 0 0,0 0 0,-1 0 0,1-1 0,0 1 0,0 0 0,0 0 0,0 0 0,0 0 0,0-1 0,-1 1 0,1 0 0,0 0 0,0 0 0,0 0 0,0-1 0,0 1 0,0 0 0,0 0 0,0-1 0,0 1 0,0 0 0,0 0 0,0 0 0,0-1 0,0 1 0,0 0 0,0 0 0,-1-4 0,-6 8 0,6-3 0,0 0 0,0 0 0,0 0 0,0 1 0,0-1 0,0 0 0,1 1 0,-1-1 0,1 1 0,-1-1 0,1 1 0,-1-1 0,1 1 0,0-1 0,0 1 0,0-1 0,0 3 0,0 36 0,1-23 0,-1-10 0,1 0 0,-1 0 0,1 0 0,0 0 0,3 9 0,5 38 0,-5-40 0,1 0 0,1-1 0,14 23 0,-4 7 0,-13-37 0,-1 1 0,-1-1 0,1 1 0,-1-1 0,0 1 0,0-1 0,-1 1 0,0 0 0,-2 11 0,2 4 0,-1-16 0,-1 1 0,0 0 0,0-1 0,0 1 0,-1-1 0,0 0 0,0 0 0,0 0 0,-1 0 0,0 0 0,-9 9 0,9-11 0,1 0 0,-1 0 0,0 0 0,-1-1 0,1 0 0,-1 0 0,1 0 0,-1-1 0,0 1 0,-7 1 0,-6 2 0,-30 5 0,33-8 0,13-2 0,0-1 0,0 0 0,0 0 0,0 0 0,0 0 0,0 0 0,0 0 0,-1 0 0,1-1 0,0 1 0,0-1 0,0 0 0,0 1 0,1-1 0,-1 0 0,-3-2 0,4 2 0,0 1 0,1-1 0,-1 0 0,0 0 0,1 1 0,-1-1 0,0 0 0,1 0 0,-1 0 0,1 0 0,-1 0 0,1 0 0,0 0 0,-1 0 0,1 0 0,0 0 0,0 0 0,0 0 0,0 0 0,0 0 0,0 0 0,0 0 0,0 0 0,0 0 0,0 0 0,0 0 0,1 0 0,-1 0 0,0 0 0,1 0 0,-1 0 0,1 0 0,-1 1 0,1-1 0,1-2 0,3-5 0,1 1 0,1-1 0,0 1 0,13-11 0,10-11 0,-16 16 0,1 0 0,0 1 0,1 1 0,1 0 0,28-14 0,9-6 0,-8 6 0,-28 15 0,0 0 0,18-14 0,-5 2 0,-20 15 0,0-1 0,-1 0 0,17-17 0,-24 22 0,0-1 0,-1 1 0,1-1 0,-1 0 0,1 0 0,-1 0 0,-1 0 0,1-1 0,-1 1 0,1 0 0,-1-1 0,0 1 0,-1-1 0,1 1 0,-1-6 0,0 2 0,1 3 0,-1 1 0,0-1 0,-1 0 0,1 0 0,-1 1 0,0-1 0,0 0 0,-3-7 0,4 8 0,1 3 0,-1 0 0,0 0 0,0 1 0,0-1 0,0 0 0,0 0 0,0 0 0,0 1 0,0-1 0,0 0 0,-1 0 0,1 1 0,0-1 0,0 0 0,-1 1 0,1-1 0,0 0 0,-1 0 0,1 1 0,0-1 0,-1 1 0,1-1 0,-1 0 0,0 1 0,1-1 0,-1 1 0,1-1 0,-1 1 0,0 0 0,-1-1 0,1 0 0,0 1 0,0-1 0,0 1 0,0 0 0,0-1 0,0 1 0,0 0 0,0 0 0,0 0 0,0 0 0,0 0 0,0 0 0,0 0 0,-1 1 0,1-1 0,-1 1 0,-4 0 0,3-1 0,-1 1 0,0 0 0,1 0 0,-1 0 0,1 1 0,0-1 0,-1 1 0,1 0 0,-5 4 0,-27 20 0,-7 25 0,37-43 0,-1 0 0,2 0 0,-1 0 0,1 1 0,0 0 0,1-1 0,0 1 0,0 1 0,1-1 0,0 0 0,1 1 0,0-1 0,1 1 0,0 12 0,0-19 0,0 0 0,1-1 0,-1 1 0,1 0 0,-1 0 0,1 0 0,0-1 0,0 1 0,0 0 0,1-1 0,-1 1 0,0-1 0,1 0 0,0 1 0,0-1 0,0 0 0,0 0 0,0 0 0,0 0 0,0 0 0,0-1 0,1 1 0,-1-1 0,1 1 0,-1-1 0,1 0 0,0 0 0,-1 0 0,4 0 0,3 2 0,1-1 0,0 0 0,-1-1 0,1 0 0,0-1 0,0 0 0,14-2 0,-8 0-429,-3 1-1324,1 0 1,-1-1-1,0-1 0,0 0 0,-1-1 0,1 0 0,-1-1 0,17-9 0,-23 11 205,0 0 0,0 0-1,0 0 1,0 1 0,1 0-1,6-2 1,6-1-2384</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27.447"/>
    </inkml:context>
    <inkml:brush xml:id="br0">
      <inkml:brushProperty name="width" value="0.035" units="cm"/>
      <inkml:brushProperty name="height" value="0.035" units="cm"/>
    </inkml:brush>
  </inkml:definitions>
  <inkml:trace contextRef="#ctx0" brushRef="#br0">78 33 520,'-8'-12'8374,"8"11"-7800,0 0-1,0 1 1,0-1 0,0 0 0,0 0-1,0 0 1,0 0 0,-1 0 0,1 0-1,0 0 1,0 0 0,-1 1 0,1-1-1,-1 0 1,1 0 0,-1 0 0,1 1-1,-1-1 1,1 0 0,-1 1 0,1-1-1,-2-1 1,-9 1 4908,-5 8-4323,13-5-841,-1 0 0,1 1 0,0-1-1,0 1 1,0-1 0,0 1-1,-3 4 1,5-5-262,0-1 0,1 1 0,-1-1 0,0 1 0,1-1 0,-1 1 0,1 0 0,-1-1 0,1 1 0,0-1 0,0 1 0,0 0 0,0-1 0,0 1 0,0 0 0,0-1 1,0 1-1,1 0 0,-1-1 0,0 1 0,2 2 0,6 10-27,0-1 0,1 1 0,0-2 0,1 0 0,0 0 0,1 0 0,0-2 0,21 16 0,92 74-29,-99-79 0,1 0 0,1-2 0,0-1 0,1-2 0,1 0 0,1-2 0,56 19 0,-74-30 0,1 0 0,-1-1 0,0-1 0,0 0 0,1 0 0,-1-2 0,1 1 0,14-4 0,-23 4 0,16-3 0,32-10 0,-28 7-192,-23 6-67,-1 2-1255,0-2 1226,0 1 0,0-1 1,0 1-1,0 0 0,0-1 0,0 1 0,0 0 1,0-1-1,-1 1 0,1-1 0,0 1 1,0-1-1,-1 1 0,1 0 0,0-1 1,-1 1-1,1-1 0,-1 0 0,1 1 1,0-1-1,-1 1 0,1-1 0,-1 1 0,0-1 1,-1 1-1199,-1 0-1,1 0 1,0 0 0,-1 0 0,1-1 0,-1 1 0,1-1-1,-1 0 1,1 1 0,-1-1 0,-3-1 0,5 1 1305</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28.531"/>
    </inkml:context>
    <inkml:brush xml:id="br0">
      <inkml:brushProperty name="width" value="0.035" units="cm"/>
      <inkml:brushProperty name="height" value="0.035" units="cm"/>
    </inkml:brush>
  </inkml:definitions>
  <inkml:trace contextRef="#ctx0" brushRef="#br0">0 465 1424,'3'0'1614,"0"-1"0,0 1 1,-1 0-1,1-1 0,0 1 0,0-1 0,0 0 0,-1 0 0,4-2 0,4-6 34,-6 3-738,1 0 0,1 0-1,-1 1 1,1 0 0,0 0-1,13-8 1,15-14 1076,-15 10-1039,-11 10-645,1 0 0,-1-1 0,0 0 0,0-1 0,-1 0 0,0 0 0,-1-1 0,6-10 0,-1-5 116,-7 14-204,1 1-1,-1-1 1,4-22-1,-5 17-165,1-11 24,2 1-1,15-46 1,-19 55-72,-3 2 0,0 11 0,1 4 0,-1-1 0,1 1 0,0 0 0,-1 0 0,1-1 0,0 1 0,-1 0 0,1 0 0,0-1 0,-1 1 0,1 0 0,0 0 0,-1 0 0,1 0 0,-1 0 0,1 0 0,0 0 0,-1 0 0,1 0 0,-1 0 0,1 0 0,0 0 0,-1 0 0,1 0 0,-1 0 0,1 0 0,0 0 0,-1 0 0,1 0 0,-1 0 0,1 1 0,0-1 0,-1 0 0,1 0 0,0 1 0,-1-1 0,1 0 0,0 0 0,0 1 0,-1-1 0,1 0 0,0 1 0,0-1 0,-1 0 0,1 1 0,0-1 0,0 0 0,0 1 0,0-1 0,0 1 0,-1-1 0,1 0 0,0 1 0,0-1 0,0 1 0,0-1 0,0 0 0,0 2 0,0-1 0,-2 0 0,0 0 0,1 1 0,-1-1 0,0 1 0,1-1 0,-1 1 0,1 0 0,0 0 0,-1-1 0,1 1 0,0 0 0,0 0 0,0 0 0,0 0 0,1 1 0,-1-1 0,0 0 0,0 3 0,1-2 0,0-1 0,-1 1 0,1-1 0,-1 1 0,0-1 0,1 0 0,-1 1 0,0-1 0,-2 3 0,2-3 0,0 0 0,-1 0 0,2 1 0,-1-1 0,0 0 0,0 1 0,1-1 0,-1 1 0,1 2 0,-1-1 0,1 0 0,-1 0 0,0 0 0,0 0 0,0 0 0,-3 6 0,3-6 0,-1-1 0,1 1 0,0 0 0,0 0 0,0 0 0,0 7 0,0-7 0,1 0 0,-1 0 0,0 0 0,0 0 0,0 0 0,0 0 0,-1 0 0,-3 5 0,3-5 0,0 0 0,1 0 0,-1 0 0,1 0 0,0 0 0,0 0 0,0 0 0,0 7 0,0-3 0,0 1 0,0-1 0,-5 16 0,4-16 0,0 0 0,0 1 0,0 16 0,2-15 0,1 0 0,0 0 0,0 0 0,1-1 0,0 1 0,1-1 0,5 13 0,16 13 0,-23-34 0,6 5 0,2-2 0,-7-3 0,0-1 0,0 1 0,0-1 0,1 1 0,-1-1 0,0 0 0,0 0 0,1 0 0,-1 0 0,0 0 0,0-1 0,1 1 0,-1-1 0,0 1 0,4-3 0,6 0 0,24-4 0,-6 1 0,53-16 0,-76 19 0,0 1 0,0 1 0,1-1 0,9 0 0,22-5 0,-10 0 15,-25 7-23,0-1 1,1 1-1,-1-1 1,0 0 0,0-1-1,0 1 1,0-1 0,0 0-1,0 0 1,0 0-1,-1 0 1,1 0 0,-1-1-1,7-6 1,11-7-5581,-18 14 4720,0 1 0,-1-1 0,0 0 0,1 1-1,-1-1 1,0 0 0,1 0 0,-1-1 0,-1 1-1,1 0 1,2-3 0,-3 2-19,1-1-259,0 1 0,0-1 0,0 0 0,-1 0 1,1 1-1,-1-1 0,0 0 0,0-4 0,-1-3-1918</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29.464"/>
    </inkml:context>
    <inkml:brush xml:id="br0">
      <inkml:brushProperty name="width" value="0.035" units="cm"/>
      <inkml:brushProperty name="height" value="0.035" units="cm"/>
    </inkml:brush>
  </inkml:definitions>
  <inkml:trace contextRef="#ctx0" brushRef="#br0">262 221 216,'2'-1'2100,"-2"1"-1890,0-1 0,0 1 0,0 0 0,0 0 0,0 0 0,0 0 0,1-1 0,-1 1 0,0 0 0,0 0 0,0 0 0,0-1 0,0 1 0,0 0 0,0 0 0,0-1-1,0 1 1,0 0 0,0 0 0,0 0 0,0-1 0,0 1 0,-1 0 0,1 0 0,-1-2 2100,1 2-2100,0 0 0,-1 0 0,1-1 0,0 1 0,0 0 0,0 0 0,-1 0 0,1 0 0,0 0 0,-22-9 7740,16 7-6704,1 0 0,-1 1 0,0 0 0,0 0-1,0 1 1,-10 0 0,10 1-853,0 1 0,0 0 0,0 0 0,1 1 0,-1 0 0,1 0 0,0 0 0,-7 6 1,-9 5 189,4-4-583,10-7 0,0 1 0,0 0 0,1 0 0,-1 1 0,1 0 0,0 0 0,0 0 0,1 0 0,0 1 0,0 0 0,0 1 0,-7 12 0,10-16 0,1 1 0,0-1 0,0 1 0,0-1 0,0 1 0,0 0 0,1-1 0,-1 7 0,2-8 0,-1-1 0,1 1 0,-1-1 0,1 0 0,-1 1 0,1-1 0,0 1 0,-1-1 0,1 0 0,0 0 0,0 1 0,0-1 0,0 0 0,0 0 0,0 0 0,0 0 0,1 0 0,-1 0 0,0 0 0,1-1 0,-1 1 0,0 0 0,1-1 0,-1 1 0,1-1 0,-1 0 0,1 1 0,-1-1 0,3 0 0,7 2 0,0-1 0,0 0 0,0-1 0,0 0 0,0-1 0,0 0 0,0-1 0,0 0 0,0 0 0,16-7 0,-13 4 0,0-1 0,-1-1 0,0 0 0,0-1 0,0 0 0,-1-1 0,12-12 0,-21 19 0,-1-1 0,0 1 0,1-1 0,-1 0 0,0 0 0,0 0 0,-1 0 0,1 0 0,-1 0 0,0-1 0,1 1 0,-1-1 0,-1 1 0,1-1 0,0 1 0,-1-1 0,0 1 0,0-1 0,0 1 0,-1-5 0,2 5 0,-2 2 0,-6-7 0,6 5 0,1 12 0,0-6 0,0-1 0,0 1 0,1 0 0,-1 0 0,1 0 0,0 0 0,0 0 0,0-1 0,0 1 0,0 0 0,2 2 0,-2-3 0,0-1 0,0 1 0,-1-1 0,1 1 0,0-1 0,-1 1 0,1 0 0,-1-1 0,0 1 0,1 2 0,-1-2 0,0-1 0,1 1 0,-1-1 0,0 0 0,1 0 0,-1 1 0,1-1 0,0 0 0,-1 0 0,1 1 0,0-1 0,0 0 0,0 0 0,0 0 0,0 0 0,0 0 0,0 0 0,0-1 0,0 1 0,0 0 0,2 0 0,37 16 0,-36-16 0,1 0 0,-1 0 0,0-1 0,0 0 0,0 0 0,0 0 0,0 0 0,0-1 0,0 1 0,0-1 0,0 0 0,0 0 0,0-1 0,0 1 0,0-1 0,0 0 0,-1 0 0,6-4 0,-4 3 0,0-1 0,0 0 0,0 0 0,-1-1 0,1 1 0,-1-1 0,-1 0 0,1 0 0,0-1 0,-1 1 0,2-6 0,-2 3 0,-1 0 0,0-1 0,0 1 0,-1 0 0,0 0 0,0-1 0,-1 1 0,-1-14 0,-2 1 0,0 1 0,-7-23 0,1 5 0,6 25 0,-2 0 0,4 5 0,-1 0 0,1 8 0,0 0 0,0 0 0,0 0 0,1 0 0,-1 0 0,0 0 0,0 0 0,1 1 0,-1-1 0,0 0 0,0 0 0,1 1 0,-1-1 0,0 0 0,1 1 0,-1-1 0,0 1 0,0 0 0,0 0 0,0-1 0,0 1 0,1 0 0,-1 0 0,0-1 0,0 1 0,1 0 0,-1 0 0,1 0 0,-1 0 0,1 0 0,-1-1 0,1 1 0,-1 0 0,1 0 0,0 0 0,0 0 0,0 0 0,-1 1 0,1-1 0,0 0 0,0 0 0,0 0 0,0 0 0,1 0 0,-1 0 0,0 0 0,0 0 0,1 1 0,-1 0 0,9 35 0,-9 253 0,8-270 0,-6-15 0,-2-5 0,1 1 0,0-1 0,-1 0 0,1 0 0,0 0 0,0 1 0,-1-1 0,1 0 0,0 0 0,0 0 0,-1 0 0,1 0 0,0 0 0,0-1 0,-1 1 0,1 0 0,0 0 0,0 0 0,-1-1 0,1 1 0,0 0 0,-1-1 0,1 1 0,0-1 0,-1 1 0,1-1 0,-1 1 0,1-1 0,0 0 0,0 1 0,10-27 0,2-6 0,-11 25 0,0 1 0,1-1 0,1 1 0,4-9 0,8-13 0,-12 21 0,1 1 0,-1-1 0,12-13 0,-14 19 0,1-1 0,0 0 0,0 1 0,0 0 0,0 0 0,1 0 0,-1 0 0,1 0 0,-1 0 0,1 1 0,-1 0 0,8-2 0,-3 2 0,1 0 0,-1 0 0,1 1 0,-1 0 0,1 0 0,8 2 0,-14-1 0,0-1 0,1 1 0,-1 0 0,0 0 0,0 0 0,1 0 0,-1 0 0,0 1 0,0-1 0,0 1 0,-1 0 0,1 0 0,0 0 0,-1 0 0,1 1 0,-1-1 0,0 1 0,4 4 0,5 8 0,-10-14 0,0 0 0,0 1 0,0-1 0,0 1 0,0-1 0,0 1 0,0 0 0,0-1 0,0 1 0,-1 0 0,1-1 0,-1 1 0,1 0 0,-1 0 0,0 0 0,1 3 0,-2 0 0,1 0 0,-1 0 0,0 0 0,0 0 0,0 0 0,0 0 0,-1 0 0,0 0 0,0 0 0,-1-1 0,1 1 0,-1-1 0,0 0 0,0 1 0,0-1 0,-1-1 0,-7 8 0,-3 0 0,0 0 0,-1-1 0,-1-1 0,1 0 0,-2-1 0,-18 6 0,27-10 0,0-1 0,-1-1 0,1 0 0,-12 2 0,16-4 0,1 1 0,-1-1 0,0 0 0,1 0 0,-1 0 0,0-1 0,1 1 0,-1-1 0,1 0 0,-1 0 0,1 0 0,-1-1 0,-3-1 0,2-1-41,2 3-245,0-1-1,0 0 1,0 0 0,0 0-1,1 0 1,-1-1 0,1 1-1,-3-5 1,7 4-1074,1-1-1,-1 1 1,1 0-1,0-1 1,0 1-1,1 1 1,-1-1 0,7-4-1,89-49-13455,-82 50 12319</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30.204"/>
    </inkml:context>
    <inkml:brush xml:id="br0">
      <inkml:brushProperty name="width" value="0.035" units="cm"/>
      <inkml:brushProperty name="height" value="0.035" units="cm"/>
    </inkml:brush>
  </inkml:definitions>
  <inkml:trace contextRef="#ctx0" brushRef="#br0">1 235 1344,'1'0'444,"0"1"0,0-1 0,0 1 0,0 0 0,0-1 0,0 1 0,0 0 0,0 0 0,0-1 0,-1 1 0,1 0 0,0 0 0,0 0-1,-1 0 1,1 0 0,0 0 0,-1 0 0,0 1 0,1-1 0,-1 0 0,1 0 0,-1 0 0,0 0 0,0 1 0,0-1 0,0 0 0,0 0 0,0 0 0,0 1-1,0-1 1,-1 2 0,1 6 527,0 38 12872,5-48-13670,-1-1 1,1 1-1,-1-1 0,1 0 1,-1 0-1,0 0 0,0 0 1,0-1-1,0 0 0,5-4 1,5-4 11,-10 8-159,1-1 0,-2 0 0,1 0 0,0-1 0,-1 1 0,0-1 0,0 0-1,0 1 1,0-1 0,-1-1 0,3-7 0,6-29-26,-10 39 0,1 1 0,-1-1 0,-1 0 0,1 0 0,0-1 0,-1 1 0,0 0 0,1 0 0,-1 0 0,0 0 0,-1 0 0,1 0 0,0 0 0,-1 0 0,0 0 0,0 0 0,0 0 0,0 0 0,0 0 0,-1 0 0,1 0 0,-4-4 0,1-3 0,4 10 0,0 0 0,0-1 0,0 1 0,0 0 0,0-1 0,0 1 0,0 0 0,0 0 0,0-1 0,0 1 0,-1 0 0,1 0 0,0-1 0,0 1 0,0 0 0,0 0 0,0-1 0,-1 1 0,1 0 0,0 0 0,0 0 0,0-1 0,-1 1 0,1 0 0,0 0 0,0 0 0,-1 0 0,1-1 0,-1 1 0,1-1 0,0-2 0,-9-1 0,8 3 0,0 1 0,1 0 0,-1-1 0,0 1 0,1 0 0,-1 0 0,0-1 0,0 1 0,1 0 0,-1 0 0,0 0 0,0 0 0,1 0 0,-1 0 0,0 0 0,0 0 0,1 0 0,-1 1 0,0-1 0,1 0 0,-1 0 0,0 1 0,1-1 0,-1 0 0,0 1 0,1-1 0,-1 1 0,0 0 0,-4 2 0,3-2 0,-1 0 0,1 1 0,0-1 0,-1 1 0,1 0 0,0-1 0,0 1 0,0 0 0,0 0 0,0 1 0,0-1 0,1 0 0,-1 1 0,-1 3 0,-15 18 0,15-21 0,0 0 0,0 1 0,1-1 0,-1 1 0,1 0 0,0 0 0,0 0 0,0 0 0,0 0 0,1 0 0,-1 1 0,0 7 0,0 5 0,0-1 0,2 21 0,0-32 0,0 1 0,1 0 0,0 0 0,1 1 0,-1-1 0,1 0 0,0 0 0,1 0 0,-1-1 0,1 1 0,5 6 0,0-1 0,-7-9 0,0-1 0,0 1 0,0-1 0,0 1 0,1-1 0,-1 1 0,1-1 0,-1 0 0,4 2 0,0 1 0,1 0 0,0-1 0,0 0 0,0 0 0,1-1 0,-1 1 0,13 1 0,-9-1 0,0-2 0,0 1 0,0-2 0,0 1 0,1-1 0,19-3 0,-20 1 0,1 0 0,-1 0 0,0-1 0,16-7 0,-16 5 0,0 0 0,-1 0 0,0 0 0,0-1 0,0-1 0,-1 0 0,13-13 0,-12 11 0,-1 0 0,0-1 0,0 0 0,6-12 0,-11 16 0,0 0 0,0 0 0,-1 0 0,0-1 0,0 1 0,-1 0 0,0-1 0,0 1 0,0-12 0,-1-136 0,0 152 0,0 1 0,-1 0 0,1-1 0,-1 1 0,1-1 0,-1 1 0,0 0 0,1 0 0,-1-1 0,0 1 0,0 0 0,0 0 0,0 0 0,-1-2 0,-2-1 0,2-2 0,2 1 0,0 2 0,-1 5 0,-1-1 0,1 1 0,-1-1 0,1 1 0,0-1 0,-1 1 0,1-1 0,0 1 0,0 0 0,0 0 0,0 0 0,1-1 0,-1 1 0,0 0 0,1 0 0,-1 0 0,1 0 0,0 0 0,-1 4 0,2 42 0,0-27 0,0 0 0,7 36 0,-5-36 0,2 37 0,-5 115 0,0-168-36,0-1-1,-1 0 1,0 1-1,0-1 1,0 1-1,-2 4 1,1-4-123,0 1 0,0-1 0,1 1 0,0-1 1,0 1-1,0 8 0,1-29-12432,1 14 12089,-1-1 0,0 0 0,0 1 0,0-1 0,1 0-1,-1 1 1,1-1 0,-1 0 0,1 1 0,0-1 0,0 1-1,0-1 1,1-1 0,5-9-3918,-6 1 102</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31.003"/>
    </inkml:context>
    <inkml:brush xml:id="br0">
      <inkml:brushProperty name="width" value="0.035" units="cm"/>
      <inkml:brushProperty name="height" value="0.035" units="cm"/>
    </inkml:brush>
  </inkml:definitions>
  <inkml:trace contextRef="#ctx0" brushRef="#br0">0 253 1632,'25'-1'8886,"76"-19"-4841,-83 15-3634,0 1 1,25-1-1,5-2 138,357-51 869,3 1-1243,-333 44-173,61-11-117,104-29-2418,-203 47 929,-32 6-2402,-45 7-2820,31-2 4737</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6:31.600"/>
    </inkml:context>
    <inkml:brush xml:id="br0">
      <inkml:brushProperty name="width" value="0.035" units="cm"/>
      <inkml:brushProperty name="height" value="0.035" units="cm"/>
    </inkml:brush>
  </inkml:definitions>
  <inkml:trace contextRef="#ctx0" brushRef="#br0">135 315 2577,'-5'0'4102,"-15"0"-863,-31 5 2254,26-2-3050,6-1 1145,4-2 3069,41-6-4099,27-5-1229,12-3-787,153-21-347,-51 6-151,553-85-44,-417 61 0,-212 33 0,-71 13-2540,-18 4 527,-12 2 537,7 1 591,1 0 1,0-1-1,1 1 0,-1 0 1,0-1-1,0 1 1,0-1-1,0 0 0,0 0 1,0 0-1,1 1 1,-1-2-1,0 1 0,1 0 1,-1 0-1,1 0 1,-1-1-1,1 1 1,-2-3-1,-4-2-2262,-1-1-752</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25.452"/>
    </inkml:context>
    <inkml:brush xml:id="br0">
      <inkml:brushProperty name="width" value="0.035" units="cm"/>
      <inkml:brushProperty name="height" value="0.035" units="cm"/>
    </inkml:brush>
  </inkml:definitions>
  <inkml:trace contextRef="#ctx0" brushRef="#br0">42 37 408,'0'0'1908,"-8"-6"1313,9 5-3111,-1-1-1,1 1 1,-1 0-1,1 0 1,0 0 0,0 0-1,-1 1 1,1-1-1,0 0 1,0 0 0,0 0-1,0 1 1,0-1-1,0 0 1,0 1-1,0-1 1,1 1 0,-1-1-1,0 1 1,2-1-1,-2 1-5,-1 0-1,1 0 0,0-1 1,0 1-1,0 0 1,0-1-1,-1 1 0,1-1 1,0 1-1,-1-1 1,1 1-1,0-1 0,-1 1 1,1-1-1,1-1 1,-2 1 721,-14-4 15437,12 5-16214,1 0 36,-1 1-65,0 0-1,0 1 0,0-1 1,0 0-1,1 1 1,-1-1-1,1 1 0,-1 0 1,1-1-1,-1 1 0,1 0 1,0 0-1,-1 2 1,-2 2 70,1-3 4,1 0-1,-1 1 1,1 0-1,0-1 1,0 1-1,0 0 1,1 0-1,-1 0 1,1 0-1,0 0 1,0 1-1,0-1 1,1 0-1,-1 0 1,1 1-1,0-1 1,0 0-1,1 1 1,-1-1 0,1 0-1,0 0 1,0 0-1,2 5 1,7 28 231,-4-27-281,-1 1 1,0 0 0,6 20-1,-9-25-25,0-1-1,1 1 0,0 0 1,0-1-1,7 9 0,-6-9-1,-1 0 0,0 0 0,0 0 0,0 1-1,0-1 1,2 10 0,2 8 59,14 37-1,4 10-106,-22-62 27,-2 0 0,1 0 0,-1 0 0,-1 12 0,9 28-407,-9-47 226,0 0 0,0 0 0,0 0 0,0 0 0,0 0 0,0 0 0,-1 0 0,1 0 0,0 0 0,0 0 0,-1 0 0,1 0 0,-1-1 0,1 1 0,-1 0 0,1 0 0,-1 0 0,1-1 0,-1 1 0,0 0 0,1-1 0,-1 1 0,0 0 0,0-1 0,0 1 0,1-1 0,-1 1 0,0-1 0,0 0 0,0 1 0,0-1 0,0 0 0,0 0 0,0 1 0,1-1 0,-1 0-1,0 0 1,0 0 0,0 0 0,0 0 0,0 0 0,0-1 0,0 1 0,0 0 0,0 0 0,0-1 0,0 1 0,0 0 0,-1-2 0,1 2-386,0 0-1,-1 0 0,1-1 0,0 1 0,0-1 0,-1 1 0,1-1 1,0 1-1,0-1 0,0 0 0,0 0 0,0 1 0,0-1 1,0 0-1,0 0 0,0 0 0,0 0 0,1 0 0,-1 0 1,0-1-1,1 1 0,-1 0 0,0 0 0,1 0 0,-1-2 1,-6-7-2581,6 5 1667</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26.218"/>
    </inkml:context>
    <inkml:brush xml:id="br0">
      <inkml:brushProperty name="width" value="0.035" units="cm"/>
      <inkml:brushProperty name="height" value="0.035" units="cm"/>
    </inkml:brush>
  </inkml:definitions>
  <inkml:trace contextRef="#ctx0" brushRef="#br0">151 341 528,'-21'-6'1614,"13"4"-639,0 0 0,-1-1-1,1 0 1,-13-7 0,-12-5 1808,18 7-616,13 8-1955,1-1 0,-1 1 0,1-1 0,-1 1 1,1-1-1,0 0 0,-1 1 0,1-1 0,0 0 1,0 0-1,0 0 0,-1 0 0,1 0 0,0 0 0,0 0 1,1-1-1,-1 1 0,0 0 0,0 0 0,0-1 0,1 1 1,-1 0-1,1-1 0,-1 1 0,1-1 0,-1-2 0,28-16 1766,126-36-730,-38 16-1125,-25-1 79,-71 33 34,-15 6 77,-1 0 1,1 0-1,0 1 1,0-1-1,0 1 1,0 0-1,1 1 1,-1-1-1,8 0 1,-12 1-268,0 1-1,0-1 1,-1 0-1,1 0 1,0 0-1,0 0 1,0 0 0,0 0-1,0 1 1,0-1-1,0 0 1,0 0 0,-1 0-1,1 0 1,0 0-1,0 0 1,0 0-1,0 0 1,0 0 0,-1 0-1,1 0 1,0 1-1,0-1 1,0 0-1,0 0 1,-1 0 0,1 0-1,0 0 1,0 0-1,0 0 1,0 0 0,0 0-1,-1 0 1,1-1-1,0 1 1,0 0-1,0 0 1,0 0 0,0 0-1,-1 0 1,1 0-1,0 0 1,0 0 0,0 0-1,0 0 1,0-1-1,0 1 1,-1 0-1,1 0 1,0 0 0,0 0-1,0 0 1,0 0-1,0-1 1,0 1 0,0 0-1,0 0 1,0 0-1,0 0 1,0-1 0,0 2 31,-2-1-67,1 1 0,0-1 1,-1 0-1,1 1 0,0-1 1,-1 1-1,1 0 0,0-1 0,0 1 1,0 0-1,0 0 0,-1-1 1,1 1-1,0 0 0,1 0 0,-1 0 1,0 1-1,0-1 0,0 0 1,0 1-1,-17 32 47,11-17-23,6-14-34,0 1 1,0 0 0,1 0-1,-1-1 1,1 1 0,0 0 0,0 0-1,2 7 1,-2 0 9,1-8-8,0-1 0,0 1 0,0-1 0,0 1 0,0-1 1,0 1-1,1-1 0,-1 0 0,1 0 0,0 1 0,-1-1 1,1 0-1,0-1 0,0 1 0,4 2 0,0 4 30,-6-8-30,0 1 0,0-1 1,0 1-1,1-1 0,-1 0 1,0 1-1,0-1 0,1 0 0,-1 1 1,0-1-1,0 0 0,1 1 1,-1-1-1,1 0 0,-1 1 1,0-1-1,1 0 0,-1 0 0,0 0 1,1 1-1,-1-1 0,1 0 1,0 0-1,0 0 483,9-6 668,-7 4-1019,0-1-1,0 0 1,0 0 0,-1 0 0,1 0 0,-1 0 0,0-1 0,4-6 0,-4 5-86,1 0 1,0 0 0,1 0 0,6-7 0,-4 7-15,-5 4-28,1-1 1,0 1 0,-1 0-1,1-1 1,-1 1 0,1-1-1,-1 0 1,0 1 0,0-1-1,0 0 1,0 0 0,0 0-1,1-3 1,-1 4-4,0-1-1,0 1 1,0 0-1,0 0 1,0-1-1,0 1 1,0 0-1,0 0 1,1 0-1,-1 0 1,0 0-1,1 0 1,1 0 0,-3 1 1,1-1-4,-1 1-1,1 0 1,-1-1 0,0 1-1,1 0 1,-1-1 0,1 1 0,-1 0-1,1 0 1,-1 0 0,1 0-1,-1-1 1,0 1 0,1 0-1,-1 0 1,1 0 0,-1 0 0,1 0-1,-1 0 1,1 0 0,-1 0-1,1 0 1,-1 1 0,1-1-1,-1 0 1,1 0 0,2 1-4,2-2-4,0 0 1,0 0-1,0 0 0,0 1 0,0 0 1,0 0-1,1 0 0,7 2 1,17 1-29,-25-3 33,0 1 0,0 1 0,0-1 0,0 1 0,0 0 0,0 0 0,0 0 0,0 1 0,-1 0 0,1-1 0,-1 2 0,0-1 0,0 0 0,0 1 0,0 0 0,-1 0 0,5 6 0,-1-2-4,-6-4-8,-2 10 8,1-14 8,0 1 1,0-1-1,0 0 0,0 0 0,0 0 1,0 0-1,0 0 0,0 0 1,0 1-1,0-1 0,0 0 0,0 0 1,0 0-1,0 0 0,0 0 1,0 1-1,0-1 0,0 0 1,0 0-1,0 0 0,0 0 0,0 0 1,0 0-1,0 1 0,0-1 1,0 0-1,-1 0 0,1 0 0,0 0 1,0 0-1,0 0 0,0 0 1,0 0-1,0 0 0,0 1 1,-1-1-1,1 0 0,0 0 0,0 0 1,0 0-1,0 0 0,0 0 1,0 0-1,-1 0 0,1 0 0,0 0 1,0 0-1,0 0 0,0 0 1,0 0-1,-1 0 0,1 0 0,0 0 1,-9-7 154,-5-11 91,12 15-230,0-1-1,0 0 1,1 0-1,-1 1 0,1-1 1,-1 0-1,1 0 1,0 0-1,1-1 1,-1 1-1,1 0 0,0-7 1,0 10-17,0-5-11,-1 1-1,1 0 1,1-1-1,-1 1 1,1 0-1,0 0 1,0-1-1,1 1 1,3-8-1,-5 12 15,1-2-263,1 0 0,-1 0 0,1 0 0,0 0 0,0 0 0,0 1 0,0-1 0,0 1 0,1-1 0,-1 1 0,1 0 0,5-4 0,15-5-5901,-19 9 5332,-1 0 0,1 1-1,0-1 1,0 0 0,0 1 0,0 0-1,0 0 1,0 0 0,8 0 0,42-9-6449,-44 9 4059</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27.014"/>
    </inkml:context>
    <inkml:brush xml:id="br0">
      <inkml:brushProperty name="width" value="0.035" units="cm"/>
      <inkml:brushProperty name="height" value="0.035" units="cm"/>
    </inkml:brush>
  </inkml:definitions>
  <inkml:trace contextRef="#ctx0" brushRef="#br0">327 45 2208,'2'-4'4686,"-1"3"-4316,0 0 1,-1 0 0,1 0 0,-1-1 0,1 1 0,-1 0-1,0 0 1,1 0 0,-1-1 0,0 1 0,0 0 0,0-2 0,-6-6 3625,-2-1 4747,0 8-6831,7 2-517,-18 0 1632,-11 1-2039,-45 9 1,73-10-987,-14 3-2,1 1 0,0 1 0,-27 12 0,36-15 0,0 0 0,0 0 0,0 0 0,0 1 0,0 0 0,1 0 0,-1 0 0,1 1 0,0 0 0,0 0 0,0 0 0,1 1 0,-1-1 0,1 1 0,-6 9 0,9-12 0,0 0 0,0 0 0,1 0 0,-1 0 0,0 0 0,1 0 0,-1 0 0,1 0 0,0 0 0,0 0 0,0 0 0,0 0 0,0 0 0,0 0 0,1 1 0,-1-1 0,0 0 0,1 0 0,1 3 0,0-1 0,0-1 0,1 1 0,-1 0 0,1-1 0,0 1 0,0-1 0,0 0 0,0 0 0,4 3 0,4 2 0,0-1 0,0-1 0,1 0 0,0 0 0,21 7 0,-15-8 0,1 0 0,0-1 0,0-1 0,32 1 0,-40-5-377,1 0 0,0 0 0,20-6 0,-27 6 239,0-1-1,0 1 1,0-1-1,-1 0 1,1 0-1,-1-1 1,1 0-1,-1 1 1,0-1-1,0 0 0,5-5 1,-7 4 64,1 0-1,-1 0 1,0 0-1,0 0 1,-1 0-1,1 0 1,-1-1-1,0 1 1,0-1 0,0 1-1,-1-6 1,0-57-25,-2 32 93,2-16 1823,0 50-1118,0-1 536,2 3-1010,0 0-226,-1 0-1,-1-1 0,1 0-1,0 1 1,0-1 0,0 1-1,-1-1 1,1 1 0,0 0-1,0-1 1,-1 1 0,1 0-1,-1-1 1,1 1 0,-1 0 0,1 0-1,-1 0 1,1-1 0,-1 1-1,1 0 1,-1 2 0,0-2-1,1 0 0,-1 0 1,0 0-1,0-1 0,1 1 1,-1 0-1,1 0 0,-1 0 1,1 0-1,-1 0 0,1 0 1,-1-1-1,1 1 0,1 1 1,-1-1 0,0 0 0,-1-1 1,1 1-1,0 0 1,0 0-1,-1 0 0,1 0 1,-1 0-1,1 1 1,-1-1-1,1 0 1,-1 0-1,0 0 0,1 0 1,-1 2-1,0-1 0,1 1 0,-1-1-1,1 1 1,-1-1 0,1 0 0,0 1-1,0-1 1,2 4 0,-2-4-1,1 0-1,-1 1 1,0-1 0,0 1 0,0-1 0,-1 1-1,1-1 1,0 6 0,-1-5-20,1 0 0,-1 0-1,1 0 1,0 0 0,0 0 0,0 0 0,0 0 0,1 0-1,2 5 1,-2-5-273,0 0 0,-1 0 0,1 0-1,-1 0 1,0 0 0,0 1 0,0-1-1,0 0 1,0 7 0,-1-8 663,1 9-7123,5-14 730,-1-5 3227,8-5-379,-7 9 2126,-1 0 0,0-1 0,0 0 0,-1 0 1,0-1-1,1 1 0,3-9 0,0 0-1190</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27.308"/>
    </inkml:context>
    <inkml:brush xml:id="br0">
      <inkml:brushProperty name="width" value="0.035" units="cm"/>
      <inkml:brushProperty name="height" value="0.035" units="cm"/>
    </inkml:brush>
  </inkml:definitions>
  <inkml:trace contextRef="#ctx0" brushRef="#br0">0 53 928,'2'-1'598,"0"-1"1,0 1-1,0-1 0,0 0 0,-1 0 0,1 0 1,0 0-1,-1 0 0,0 0 0,1 0 0,-1 0 0,0-1 1,0 1-1,0 0 0,-1-1 0,1 1 0,-1-1 1,1 1-1,-1-1 0,0 1 0,0-6 4931,1 8-5456,0 1 0,0-1 1,0 1-1,0-1 0,-1 1 0,1 0 1,0-1-1,0 1 0,-1 0 0,1-1 1,0 1-1,-1 0 0,1 0 1,-1 0-1,1-1 0,-1 1 0,1 0 1,-1 2-1,12 13 175,-7-12-218,0 0-1,-1 0 1,0 0-1,0 0 1,0 1-1,-1-1 1,4 7-1,8 9 27,27 46 46,-39-62-415,-1 0 0,1 0 0,-1 1 0,0-1 0,0 0 0,0 1 0,0-1 0,-1 1 0,2 9 0,0 45-3531,-3-56 3784,0-3-91,-1 1 1,1-1-1,0 0 1,0 1-1,-1-1 0,1 1 1,0-1-1,-1 0 0,1 1 1,-1-1-1,1 0 1,0 0-1,-1 1 0,1-1 1,-1 0-1,1 0 0,-1 0 1,1 1-1,0-1 1,-1 0-1,1 0 0,-1 0 1,1 0-1,-1 0 0,1 0 1,-1 0-1,0 0 1,-17 0-4519,16 0 4440,-8 0-1600,2 0-182</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27.580"/>
    </inkml:context>
    <inkml:brush xml:id="br0">
      <inkml:brushProperty name="width" value="0.035" units="cm"/>
      <inkml:brushProperty name="height" value="0.035" units="cm"/>
    </inkml:brush>
  </inkml:definitions>
  <inkml:trace contextRef="#ctx0" brushRef="#br0">117 95 40,'-67'-5'6804,"63"4"-6199,-1 1 0,1 0 0,0-1-1,-1 0 1,1 0 0,0-1 0,-7-2-1,6 1 623,1 1 331,12 1-1146,41-4 707,36-1-779,-60 6-318,-8-1-19,-1 2 0,1-1 0,19 5-1,20 0-18,-15 0-132,-38-4 108,-1-1-1,1 0 0,-1 0 0,1 0 0,-1 0 1,1 0-1,-1-1 0,5 0 0,10-2-265,-4 2-406,1-1 0,-1 0 0,0-1 0,0 0 0,19-8 0,-4 1-1257,-24 9 1428,0 0 1,0-1-1,0 0 0,0 0 1,0 0-1,-1 0 1,1-1-1,-1 1 1,1-1-1,-1 0 0,5-5 1,-7-2-1682</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27.875"/>
    </inkml:context>
    <inkml:brush xml:id="br0">
      <inkml:brushProperty name="width" value="0.035" units="cm"/>
      <inkml:brushProperty name="height" value="0.035" units="cm"/>
    </inkml:brush>
  </inkml:definitions>
  <inkml:trace contextRef="#ctx0" brushRef="#br0">60 10 2080,'-1'-1'293,"1"1"-1,-1-1 1,1 0-1,-1 1 1,1-1-1,-1 1 1,1-1-1,-1 1 1,0-1-1,1 1 1,-1-1-1,0 1 1,1-1-1,-1 1 1,0 0-1,1 0 1,-1-1-1,0 1 1,0 0-1,1 0 1,-1 0-1,0 0 1,0-1-1,-1 2 1,-22-2 3026,23 2-3243,0-1 0,0 1 0,0-1 0,0 1-1,0-1 1,0 1 0,0-1 0,0 1 0,1 0 0,-1-1 0,0 1 0,0 0 0,1 0-1,-1 0 1,1-1 0,-1 1 0,1 0 0,-1 0 0,1 0 0,-1 0 0,1 0 0,0 0-1,-1 2 1,0 26 999,2-16-914,-1-11-118,1 0 1,-1 0-1,1 1 1,0-1 0,0 0-1,0 0 1,0 0-1,0 0 1,0 0 0,1 0-1,2 2 1,8 18 225,22 41 60,-16-35-291,-15-25-42,-1 0 1,0 0-1,1 0 0,-1 0 1,0 1-1,-1-1 0,1 1 1,0-1-1,-1 1 0,2 6 1,-3-8-135,0-1 1,1 0-1,-1 1 1,1-1-1,0 1 1,-1-1-1,1 0 1,0 0-1,0 1 1,0-1-1,0 0 1,0 0-1,0 0 1,0 0-1,0 0 1,0 0-1,0 0 1,1 0-1,-1-1 1,0 1-1,1 0 1,-1-1-1,1 1 1,-1-1-1,0 0 1,1 1-1,-1-1 1,3 0-1,-3 0-839,16-10-2562,-16 9 3297,0 1-1,0-1 0,0 1 1,0-1-1,0 0 0,0 0 0,0 1 1,-1-1-1,1 0 0,0 0 0,0 0 1,-1 0-1,1 0 0,0 0 0,-1 0 1,1 0-1,-1 0 0,0 0 0,1-1 1,2-6-1188,4-3-502</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28.401"/>
    </inkml:context>
    <inkml:brush xml:id="br0">
      <inkml:brushProperty name="width" value="0.035" units="cm"/>
      <inkml:brushProperty name="height" value="0.035" units="cm"/>
    </inkml:brush>
  </inkml:definitions>
  <inkml:trace contextRef="#ctx0" brushRef="#br0">249 32 304,'9'-31'11393,"-10"31"-11175,1 0 0,-1 0 0,0 0 0,1 0 0,-1 0 0,1 0 0,-1 0 0,0 0 0,1 0 0,-1 0 0,1 0 0,-1 0 0,1 0 0,-1 1 0,1-1 0,-1 0 0,0 0 0,1 1 0,-1-1 0,1 0 0,0 1 0,-1-1 0,1 1 0,-1-1 0,1 0 0,-1 1 0,1-1 0,0 1 0,0-1 0,-1 1 0,1-1 0,0 1 0,0 0 0,-1-1 1,1 2-1,0 0 121,1 0 1,-1 0 0,0 0 0,1 0-1,0 0 1,0 0 0,-1 0 0,1-1-1,2 4 1,-2-3-170,1 0 0,-1 0-1,-1 0 1,1 0 0,0 0-1,0 0 1,-1 0 0,1 0-1,0 4 1,-1-5-114,0 1 1,0 0-1,1-1 1,-1 1-1,1-1 1,-1 1 0,1-1-1,-1 1 1,1-1-1,0 0 1,0 1-1,0-1 1,0 0-1,0 0 1,2 3-1,9 14 299,-10-13-317,0 1 0,0-1-1,1 0 1,0 0 0,0 0 0,0 0 0,5 5 0,17 32 31,-22-38-213,0 0-1,0 1 1,0-1-1,-1 1 1,0 0-1,0-1 1,0 1-1,-1 0 1,0 0 0,1 0-1,-2 1 1,1 4-1,-1-9-43,0-1 0,0 1 0,0 0 0,0-1-1,0 1 1,-1-1 0,1 1 0,0-1 0,0 1 0,-1-1-1,1 1 1,0-1 0,-1 1 0,1-1 0,-1 1 0,1-1-1,0 1 1,-1-1 0,1 0 0,-1 1 0,1-1 0,-1 0-1,1 0 1,-1 1 0,0-1 0,1 0 0,-1 0 0,1 0-1,-1 1 1,1-1 0,-1 0 0,0 0 0,1 0 0,-1 0-1,1 0 1,-1 0 0,0 0 0,1-1 0,-1 1 0,0 0-1,-31-7-3932,22 4 3295,-3-1-18,0 0 1,0-1 0,-12-6 0,11 4 504,-1 1 1,-18-5 0,19 6 485,-1 0-1,-22-14 1,-3 1 924,-10-8 3300,45 24-4177,-6-1 9463,16 2-8213,-1 2-1342,1-1-1,-1 1 1,1 0 0,-1 0 0,1 0-1,4 3 1,16 4 151,-3-2-279,-1 2 0,-1 1-1,1 0 1,-2 1-1,29 20 1,10-3-2296,-55-26 1545,0 1 0,0-1 0,0 0 0,1 1 0,-1-1 0,0-1 0,1 1 0,-1-1 0,1 1 0,3-1 0,-6 0-672,-1-15-6538</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29.059"/>
    </inkml:context>
    <inkml:brush xml:id="br0">
      <inkml:brushProperty name="width" value="0.035" units="cm"/>
      <inkml:brushProperty name="height" value="0.035" units="cm"/>
    </inkml:brush>
  </inkml:definitions>
  <inkml:trace contextRef="#ctx0" brushRef="#br0">85 407 896,'0'0'3669,"-1"-15"4403,-11 6-6164,7 5-515,-1 0 0,1 0 0,0 0 0,-11-4 0,13 6-953,1 0 1,0-1 0,-1 1-1,1 0 1,0-1-1,1 0 1,-1 1-1,0-1 1,1 0 0,0 0-1,-1 0 1,1 0-1,-1-3 1,-2-10 737,3 15-1140,1 1-1,-1-1 0,1 0 1,-1 0-1,1 0 0,0 0 1,-1 0-1,1 0 0,0 0 0,0 0 1,0 0-1,0 0 0,0 0 1,0 0-1,0 0 0,0 0 0,0 0 1,0 0-1,1 0 0,-1-2 1,7-16 289,-6 15-299,0 0 0,0-1 0,1 2 0,-1-1 0,1 0 0,0 0 0,5-7-1,11-15 61,-16 22-76,1-1 0,0 1 0,0-1 0,0 1-1,6-5 1,44-44 35,-43 45-48,-3 2 6,-1 0 1,2 0 0,-1 1 0,11-6 0,9-3 33,6-3 6,34-5-57,2 8-37,-67 13 45,0 1 0,0-1 0,1 0 1,-1 1-1,0 0 0,0 0 0,1-1 1,-1 1-1,0 0 0,1 1 0,3 0 1,3 0-11,67 4-72,-62-3 65,1 0-1,0 1 0,-1 0 0,0 1 0,1 0 1,-2 1-1,16 8 0,-14-7-17,6 6-729,1 0 0,-2 2 1,1 0-1,-2 1 0,0 1 0,18 19 0,-30-28 132,6 7-899,15 9-3023,-28-23 4506,0 0-1,0 1 1,0-1-1,0 0 1,0 0 0,1 0-1,-1 0 1,0 0-1,0 0 1,0 1-1,1-1 1,-1 0 0,0 0-1,0 0 1,0 0-1,0 0 1,1 0-1,-1 0 1,0 0 0,0 0-1,1 0 1,-1 0-1,0 0 1,0 0-1,0 0 1,1 0 0,-1 0-1,0 0 1,0 0-1,0 0 1,1 0-1,-1 0 1,0-1 0,0 1-1,0 0 1,0 0-1,1 0 1,-1 0-1,0 0 1,0 0 0,0-1-1,0 1 1,0 0-1,1 0 1,-1 0-1,0-1 1,0 1 0,0 0-1,0 0 1,0 0-1,0 0 1,0-1-1,0 1 1,0 0 0,0 0-1,0-1 1,0 1-1,0 0 1,0 0-1,0 0 1,0-1 0,0 1-1,0 0 1,-1-1-389,-1 1 0,1 0 1,-1-1-1,1 1 0,0-1 0,-1 0 0,1 1 1,0-1-1,0 0 0,0 0 0,-1 0 1,1 0-1,-1-1 0,-11-8-3833,4 5 2081</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29.560"/>
    </inkml:context>
    <inkml:brush xml:id="br0">
      <inkml:brushProperty name="width" value="0.035" units="cm"/>
      <inkml:brushProperty name="height" value="0.035" units="cm"/>
    </inkml:brush>
  </inkml:definitions>
  <inkml:trace contextRef="#ctx0" brushRef="#br0">227 27 224,'0'-5'5108,"-2"-11"-64,-30 11 4092,32 8-8431,0-3-669,0 1 0,0-1 0,0 0 1,0 0-1,0 1 0,0-1 1,0 0-1,0 1 0,0-1 0,0 0 1,0 0-1,0 1 0,0-1 1,0 0-1,0 1 0,0-1 1,0 0-1,0 1 0,0-1 0,0 0 1,1 0-1,-1 1 0,0-1 1,0 0-1,0 0 0,1 1 1,49 41 664,-32-29-650,-1 0 0,18 19 0,4 3-71,27 22-94,-56-45 55,5 3-70,9 6-633,-31-21 747,0-1 0,0 0 0,0-1 0,0 1 0,1-1 0,-8-3 0,-30-8-48,8 6 76,20 4 1,0 0-1,-26-1 0,3 1-23,30 2 6,1 0 0,0 0 1,0 1-1,0 0 0,-1 1 1,1 0-1,-12 2 0,3 2-175,13-5 72,0 1 0,0 0 0,0 1 0,0-1-1,0 1 1,1 0 0,-5 2 0,-49 26-9291,30-15 1911,20-14 4652</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31.161"/>
    </inkml:context>
    <inkml:brush xml:id="br0">
      <inkml:brushProperty name="width" value="0.035" units="cm"/>
      <inkml:brushProperty name="height" value="0.035" units="cm"/>
    </inkml:brush>
  </inkml:definitions>
  <inkml:trace contextRef="#ctx0" brushRef="#br0">112 78 400,'-3'-9'9462,"-8"6"-5772,1 0-1316,-12-5 5385,-2-1-2379,21 8-5057,1 0 0,-1 0 0,1 1 0,-1-1 0,1 1 0,-1-1 0,0 1 0,1 0 0,-5 0 0,6 0 52,0 0-283,-5-1-87,6 1-5,0 0 0,0 0 0,-1 0 0,1 0 0,0 0 0,0 0 0,0 0 0,0 0 0,0-1 0,-1 1 0,1 0 0,0 0 0,0 0 0,0 0 0,0 0 0,0 0 0,0 0 0,0-1 0,-1 1 0,1 0 0,0 0 0,0 0 0,0 0 0,0 0 0,0-1 0,0 1 0,0 0 0,0 0 0,0 0 0,0 0 0,0-1 0,0 1 0,0 0 0,0 0 0,0 0 0,0 0 0,0-1 0,0 1 0,0 0 0,0 0 0,0 0 0,0 0 0,0 0 0,0-1 0,1 1 0,8-4 0,18-1 0,-26 5 0,0 0 0,0 0 0,0 0 0,0 0 0,0-1 0,-1 1 0,1 0 0,0 0 0,0-1 0,0 1 0,0 0 0,0-1 0,0 1 0,-1-1 0,2 0 0,3-1 0,-1 0 0,1 1 0,0-1 0,0 1 0,0 0 0,0 0 0,0 1 0,9 0 0,25-5 0,-30 3 0,0 1 0,0 0 0,0 1 0,0 0 0,18 2 0,2-1 0,-19 1 0,14 1 0,-22-3 0,-2 0 0,1 0 0,0 0 0,-1 0 0,1 0 0,-1 0 0,1 0 0,0 0 0,-1 0 0,1 0 0,0 0 0,-1 0 0,1 1 0,-1-1 0,1 0 0,0 0 0,-1 1 0,1-1 0,-1 0 0,1 1 0,-1-1 0,1 1 0,-1-1 0,1 2 0,6 3 0,-5 0 0,-2-3 0,0-1 0,0 1 0,0-1 0,0 1 0,-1-1 0,1 1 0,0-1 0,-1 1 0,1-1 0,-1 0 0,1 1 0,-1-1 0,-1 2 0,-1 7 0,1-6 0,0 1 0,0-1 0,-1 1 0,0-1 0,0 0 0,-7 7 0,7-7 0,0 0 0,0 0 0,0 0 0,-4 9 0,-7 10 0,-20 18 0,13-14 0,10-11 0,11-16 2,-1 0-1,1 1 1,0-1-1,-1 0 1,1 1-1,0-1 1,0 0-1,-1 1 1,1-1 0,0 1-1,0-1 1,0 0-1,0 1 1,0-1-1,-1 1 1,1-1-1,0 0 1,0 1 0,0-1-1,0 1 1,0-1-1,0 1 1,0-1-1,1 1 1,-1-1-1,0 1 1,1 13-239,-8-14-5292,13-5 1249,0-1 0,-1 0 1,0 0-1,4-8 0,-7 5-868</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32.256"/>
    </inkml:context>
    <inkml:brush xml:id="br0">
      <inkml:brushProperty name="width" value="0.035" units="cm"/>
      <inkml:brushProperty name="height" value="0.035" units="cm"/>
    </inkml:brush>
  </inkml:definitions>
  <inkml:trace contextRef="#ctx0" brushRef="#br0">195 37 280,'0'0'1423,"-7"-5"6840,13 4-6950,-14-1 1529,-17 0 555,-38 2 4586,-32 0-1693,94 0-6074,0-1-124,0-2 323,20 1-162,174 2-253,-174 0 0,34-8 0,-35 5 0,34-1 0,-30 2 0,40-2 0,-65 7 0,0 0 0,0-1 0,0 1 0,0-1 0,-1 0 0,1 0 0,-1 0 0,-3 1 0,2-1 0,1 1 0,0-1 0,1 1 0,-1 0 0,-6 6 0,8-7 0,0-1 0,0 1 0,0 0 0,1 0 0,-1 0 0,0 0 0,1 0 0,0 1 0,-1-1 0,1 0 0,0 1 0,-1 3 0,2-5 0,0 0 0,0 0 1,-1 0-1,1 0 0,0 0 0,-1 0 1,1 0-1,-1 0 0,1 0 0,-1 0 1,1 0-1,-1 0 0,0 0 0,-1 1 1,1-1-2,0 0-1,1 0 1,-1 0 0,0 0 0,1 0 0,-1 0 0,0 0-1,1 0 1,-1 0 0,1 0 0,0 1 0,-1-1 0,1 0 0,0 0-1,-1 2 1,0 0-663,0 1 0,-1 0-1,0-1 1,0 0-1,0 1 1,0-1-1,-1 0 1,1 0 0,-4 3-1</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33.180"/>
    </inkml:context>
    <inkml:brush xml:id="br0">
      <inkml:brushProperty name="width" value="0.035" units="cm"/>
      <inkml:brushProperty name="height" value="0.035" units="cm"/>
    </inkml:brush>
  </inkml:definitions>
  <inkml:trace contextRef="#ctx0" brushRef="#br0">43 84 560,'-27'0'11479,"24"0"-9975,-9-4 10558,38-3-8557,88-2-3342,-54 2-853,184-25-9997,-172 21 6103,-48 6 1299,0 1-1,31-1 0,-45 5 911</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33.425"/>
    </inkml:context>
    <inkml:brush xml:id="br0">
      <inkml:brushProperty name="width" value="0.035" units="cm"/>
      <inkml:brushProperty name="height" value="0.035" units="cm"/>
    </inkml:brush>
  </inkml:definitions>
  <inkml:trace contextRef="#ctx0" brushRef="#br0">7 221 1688,'-7'10'8031,"81"-16"-1724,48-16-6170,-52 8 124,-33 7-979,0-1 0,67-24 0,-80 21-621,1 0 0,22-16 0,-37 21 433,-1-1 1,1-1-1,-1 1 1,0-1-1,-1-1 1,0 0-1,7-10 1,-5-1-1560</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33.735"/>
    </inkml:context>
    <inkml:brush xml:id="br0">
      <inkml:brushProperty name="width" value="0.035" units="cm"/>
      <inkml:brushProperty name="height" value="0.035" units="cm"/>
    </inkml:brush>
  </inkml:definitions>
  <inkml:trace contextRef="#ctx0" brushRef="#br0">178 1 616,'-167'0'15107,"165"2"-12934,-7 1-110,13 1 1849,15 6-2458,27 8-519,38 16-261,-42-16-604,-28-12-64,0 1 0,-1 0 0,0 1 0,0 1-1,0 0 1,-1 0 0,-1 1 0,18 20-1,-26-27-3,0 1 0,0 1 0,0-1 0,-1 0 0,0 1 0,0-1 0,0 1 0,-1 0 0,1 0 0,-1-1 0,0 1 0,-1 0 0,1 0 0,-1 0 0,0 0 0,0 0 0,-1 0 0,1 0 0,-1 0 0,0 0 0,0 0 0,-1-1 0,1 1 0,-1 0 0,-5 8 0,5-10-1,0-1 0,0 1 0,-1 0-1,1-1 1,-1 0 0,0 1-1,0-1 1,-4 3 0,-18 13 32,18-11-169,-1-1-1,0 0 0,-1-1 0,0 0 0,1 0 0,-2-1 0,-16 6 1,2-1-1537,19-7 793,-1 0 1,0 0-1,0-1 0,0 0 0,0 0 1,0-1-1,0 0 0,-12 0 0,13-1-324,1 0-1,0 1 1,0-1-1,0-1 1,0 1-1,0 0 1,0-1-1,-4-2 1</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38.705"/>
    </inkml:context>
    <inkml:brush xml:id="br0">
      <inkml:brushProperty name="width" value="0.035" units="cm"/>
      <inkml:brushProperty name="height" value="0.035" units="cm"/>
    </inkml:brush>
  </inkml:definitions>
  <inkml:trace contextRef="#ctx0" brushRef="#br0">0 0 480,'0'0'1058,"10"7"651,-7-5-1394,0 0-1,0 1 0,0-1 0,0 1 0,-1 0 1,1 0-1,-1 0 0,0 0 0,1 1 0,-2-1 1,1 0-1,2 7 0,11 19 578,-11-22-766,-1 1-1,0 0 1,-1 0 0,0 0-1,0 0 1,-1 0-1,0 0 1,0 16-1,4 20 206,3 66 26,-2-59-281,-4-27-39,1-1 1,1 0-1,9 28 1,6 6 21,2-1 0,3-1 0,35 61 0,-21-58-92,2-2 0,50 54 0,-78-97-301,1 0 0,25 20 1,-32-29-322,0 0 0,1 0-1,-1-1 1,1 1 0,9 2 0,-9-5-1197</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39.632"/>
    </inkml:context>
    <inkml:brush xml:id="br0">
      <inkml:brushProperty name="width" value="0.035" units="cm"/>
      <inkml:brushProperty name="height" value="0.035" units="cm"/>
    </inkml:brush>
  </inkml:definitions>
  <inkml:trace contextRef="#ctx0" brushRef="#br0">11 179 664,'-1'-1'239,"0"0"-1,0 0 1,0-1-1,0 1 1,0 0 0,1 0-1,-1-1 1,0 1-1,1 0 1,-1-1-1,1 1 1,-1 0 0,1-1-1,0 1 1,0-1-1,0 1 1,0-1-1,0 1 1,0 0 0,0-1-1,0 1 1,1-3-1,-1-4 831,1 7-998,-1 0 0,0 0 0,1 0 0,-1 0 0,1 1 0,0-1-1,-1 0 1,1 0 0,0 1 0,-1-1 0,1 0 0,0 1 0,0-1 0,-1 1-1,1-1 1,0 1 0,0-1 0,0 1 0,0-1 0,0 1 0,0 0 0,0 0 0,1-1-1,6-2 416,-3 1-383,0 1 0,0-1-1,0 1 1,0 0-1,0 0 1,0 1 0,0-1-1,10 1 1,14-1 86,244-22 420,-95 10-472,7-2-71,-44 5-27,-31 3-30,109-8 39,31-5 42,-149 14 952,-100 6-791,-1 5-191,0-4-41,0 0 0,1 0 0,-1 0 1,0 1-1,0-1 0,0 0 0,0 0 1,-1 0-1,1 0 0,0 1 0,0-1 0,-1 0 1,1 0-1,-1 0 0,1 0 0,-1 0 0,1 0 1,-1 0-1,0 0 0,1 0 0,-2 1 1,1 0 19,1-1 0,-1 1 0,1-1 1,0 1-1,-1-1 0,1 1 0,0-1 1,0 1-1,0-1 0,0 1 0,0 0 1,1 2-1,0 1 203,-2 7 168,2 1 1,0-1-1,5 24 0,-4-24-75,-1 1 1,0 0-1,-1 0 0,-2 21 0,1 1 163,0-14-118,-5 32 0,5-46-325,1 0-1,0 1 1,1-1 0,-1 0-1,4 14 1,0 1 73,-1-10-6,-1 0 0,1 0 0,1-1 0,0 1 0,10 18 0,35 49 767,-30-50-418,16 31 1,-6-3-85,36 79-78,-36-76-259,-21-47-39,-1 1-1,-1 0 1,0 0 0,0 0 0,5 25-1,8 29 9,-12-43-3,-5-20-14,0 1-1,-1 0 1,0-1 0,0 1 0,1 9 0,-3-11-51,1 0 1,0 0-1,-1 0 1,1-1-1,-1 1 0,0 0 1,-1-1-1,1 1 1,-1-1-1,1 1 1,-1-1-1,0 0 0,-2 4 1,2-6-128,1 1 1,0-1 0,0 1-1,-1-1 1,1 0-1,-1 0 1,1 0-1,-1 0 1,0 0 0,1 0-1,-1 0 1,0 0-1,0-1 1,1 1-1,-1-1 1,0 1 0,0-1-1,0 0 1,0 1-1,0-1 1,1 0-1,-1 0 1,0-1 0,0 1-1,0 0 1,0-1-1,-2 0 1,3 1-277,0-1 1,0 0-1,0 1 1,0-1-1,-1 0 1,1 0-1,0 0 0,0 0 1,1 0-1,-1 0 1,-2-3-1,-9-10-4293,-4 4 1021</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40.497"/>
    </inkml:context>
    <inkml:brush xml:id="br0">
      <inkml:brushProperty name="width" value="0.035" units="cm"/>
      <inkml:brushProperty name="height" value="0.035" units="cm"/>
    </inkml:brush>
  </inkml:definitions>
  <inkml:trace contextRef="#ctx0" brushRef="#br0">34 69 352,'-6'-1'1993,"-21"6"13159,27-4-14202,2 0-728,1 1-1,-1-1 1,0 1 0,0 0 0,0 0 0,0 0 0,0 0 0,0 0 0,3 4 0,4 18 214,-8-19-393,1-1 0,-1 1 0,2 0 0,-1 0 0,0-1 0,4 6 0,-1-3-6,0 1 0,-1 0 0,0 1 0,5 14-1,-4-10-2,-2 28 51,-1-38-80,0 0 10,0 0 1,-1 1-1,1-1 1,-1 1-1,0-1 1,0 1-1,0-1 1,0 1 0,0-1-1,-1 1 1,0 0-1,0 4 1,1-6 80,0-1 0,0 1 1,0-1-1,0 0 1,1 0-1,-1 1 0,0-1 1,0 0-1,1 0 0,-1 0 1,1 0-1,-1 0 0,1-1 1,-1 1-1,1 0 1,-1-1-1,1 1 0,0-1 1,-1 1-1,1-1 0,0 0 1,2 0-1,2-2 176,0 0 0,-1 0 0,1 1 1,0-1-1,0 1 0,0 1 0,11-1 0,16-3 137,96-14 290,-66 10-606,292-49-17,-95 8-112,-55 1-5,-153 34 56,17-10 24,-19 6-112,-38 13 62,8 0 64,7 0-23,41 0-135,-35 5 64,-33 0 40,0 0 0,1 0 1,-1 0-1,1 0 1,-1 0-1,1 0 1,-1 0-1,1 0 0,-1 0 1,1 0-1,-1 0 1,1 0-1,-1-1 1,1 1-1,-1 0 0,1 0 1,-1 0-1,1-1 1,-1 1-1,0 0 1,1 0-1,-1-1 0,1 1 1,0-1-1,2-1-7,-14 2-370,-13 0-1955,-32-3 0,47 1 1109,1 1 0,0-1 0,0-1 0,0 1 0,0-1 0,0-1 1,-12-6-1,-29-13-6769,32 13 4655</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41.429"/>
    </inkml:context>
    <inkml:brush xml:id="br0">
      <inkml:brushProperty name="width" value="0.035" units="cm"/>
      <inkml:brushProperty name="height" value="0.035" units="cm"/>
    </inkml:brush>
  </inkml:definitions>
  <inkml:trace contextRef="#ctx0" brushRef="#br0">328 4 536,'-25'0'5477,"-7"-2"-2334,23 1-2423,0 0-1,1 1 1,-1 0 0,0 1-1,-9 1 1,9-1-501,7-1-117,0 0 0,0 0 0,0 0 0,0 1 0,0-1 0,0 0 0,1 1 0,-1 0 1,0-1-1,0 1 0,-1 1 0,-1 0 106,0 0 1,0 0-1,0-1 1,0 0 0,0 0-1,-7 2 1,6-3 6,1 1 1,-1 1-1,0-1 1,1 1-1,-1 0 1,-7 3 0,-16 11 855,20-12-758,1 0 1,-1 0-1,1 1 1,-10 9 0,9-8-58,8-6-233,-1 0-1,0 1 1,1-1-1,-1 1 1,1-1-1,-1 1 1,1-1-1,-1 1 1,1-1-1,-1 1 1,1-1-1,0 1 1,-1-1-1,1 1 1,0 0-1,-1-1 1,1 1-1,0 0 1,0-1-1,-1 1 1,1 0-1,0-1 1,0 1-1,0 1 1,-4 15 451,3-16-443,0 0 0,1 0 0,-1 1 0,1-1 0,-1 0 0,1 0 0,0 1 0,0-1 0,-1 0 0,1 1 1,0-1-1,0 0 0,0 1 0,1-1 0,-1 0 0,0 1 0,0-1 0,1 1 0,2 5 26,0-1 0,0 0 0,1 0 0,0 0 0,0-1 0,0 1 0,1-1 0,-1 0 1,10 6-1,8 10 17,-18-16-60,1 0-1,1 0 1,-1 0 0,1-1 0,-1 0 0,13 6-1,1-1 21,1-1-1,0-1 0,0-1 0,0 0 0,1-1 1,0-2-1,-1 0 0,2-1 0,-1-1 0,39-4 1,-55 3-30,9-2 22,1 0 1,17-6 0,-26 6-22,-1 0 0,1 0 1,-1-1-1,0 0 0,0 0 1,0 0-1,0-1 0,6-6 1,-9 8-4,0 0 1,0 0-1,0-1 1,0 1-1,0-1 1,-1 0-1,1 1 1,-1-1-1,0 0 1,0 0-1,0 0 1,0 0-1,0 0 1,-1 0-1,1 0 1,-1 0-1,0 0 1,0 0-1,0 0 0,0 0 1,-1 0-1,1-1 1,-1 1-1,0 0 1,-1-2-1,0-2 4,-1 0-1,0 1 1,-1-1-1,1 1 1,-1 0-1,0 0 1,-1 0 0,0 1-1,0-1 1,-9-7-1,-1 0-8,10 8 0,-1 0 1,1 0-1,-1 1 0,0-1 1,0 1-1,-1 1 1,-11-6-1,-34-10 0,42 18-10,0 0 0,0 0-1,0 1 1,1 1-1,-14 2 1,-19 0-151,1 2-1343,25-1-1304,13-3 144,8 0-2531,8 0 2655,-5-3-2487,-1-3 1900</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41.831"/>
    </inkml:context>
    <inkml:brush xml:id="br0">
      <inkml:brushProperty name="width" value="0.035" units="cm"/>
      <inkml:brushProperty name="height" value="0.035" units="cm"/>
    </inkml:brush>
  </inkml:definitions>
  <inkml:trace contextRef="#ctx0" brushRef="#br0">44 228 160,'-41'0'8563,"41"0"-8534,0 0 0,0 0 0,0 0 0,0 0-1,0 0 1,0 0 0,0 0 0,-1 0 0,1 0 0,0 0-1,0 0 1,0 0 0,0 0 0,0 0 0,0 0 0,0 0-1,0 0 1,0 0 0,-1 0 0,1-1 0,0 1 0,0 0 0,0 0-1,0 0 1,0 0 0,0 0 0,0 0 0,0 0 0,0 0-1,0 0 1,0 0 0,0 0 0,0-1 0,0 1 0,0 0-1,-1 0 1,1 0 0,0 0 0,0 0 0,0 0 0,0 0-1,0 0 1,0-1 0,0 1 0,0 0 0,0 0 0,0 0 0,0 0-1,1 0 1,-1 0 0,0 0 0,0 0 0,0 0 0,0-1-1,0 1 1,0 0 0,0 0 0,0 0 0,0 0 0,0 0-1,0 0 1,0 0 0,0 0 0,0 0 0,1 0 0,-1 0-1,0 0 1,0-1 0,6-5 857,-5 5-908,26-13 818,-16 5-67,0 0 0,12-11 0,-18 15-439,28-35 1213,9-13-184,-27 36-1045,-12 14-255,0-1 0,0 1 1,0 0-1,0 0 0,0 0 1,6-4-1,9-13-28,-10 18-520,0 4-5025,9 3-792,-17 0 1567</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42.267"/>
    </inkml:context>
    <inkml:brush xml:id="br0">
      <inkml:brushProperty name="width" value="0.035" units="cm"/>
      <inkml:brushProperty name="height" value="0.035" units="cm"/>
    </inkml:brush>
  </inkml:definitions>
  <inkml:trace contextRef="#ctx0" brushRef="#br0">261 131 648,'0'0'895,"-1"-25"3701,-114-43 629,104 62-5059,0 0 1,0 1 0,-1 1-1,-14-5 1,20 8-132,-34-6 57,38 7-83,-16 0 26,18 0-52,0 0 0,-1 0-1,1 0 1,0 0 0,0 0 0,0 0 0,-1 0 0,1 0 0,0 0-1,0 0 1,-1 0 0,1 0 0,0 0 0,0 0 0,-1 0-1,1 1 1,0-1 0,0 0 0,0 0 0,-1 0 0,1 0-1,0 0 1,0 0 0,0 1 0,-1-1 0,1 0 0,0 0-1,0 0 1,0 0 0,0 1 0,0-1 0,0 0 0,-1 0-1,1 0 1,0 1 0,0-1 0,0 0 0,0 0 0,0 1 0,0-1-1,0 0 1,0 0 0,0 1 0,0-1 0,0 0 0,0 0-1,0 1 1,0-1 0,0 0 0,0 0 0,0 0 0,0 1-1,1-1 1,-1 1-134,1 0 0,-1-1 0,1 1 0,-1-1-1,1 1 1,-1-1 0,1 1 0,0-1 0,-1 1 0,1-1-1,0 0 1,-1 1 0,1-1 0,0 0 0,0 0 0,-1 1-1,1-1 1,0 0 0,0 0 0,-1 0 0,1 0 0,1 0-1,30 6-5014,-30-1 3216</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43.167"/>
    </inkml:context>
    <inkml:brush xml:id="br0">
      <inkml:brushProperty name="width" value="0.035" units="cm"/>
      <inkml:brushProperty name="height" value="0.035" units="cm"/>
    </inkml:brush>
  </inkml:definitions>
  <inkml:trace contextRef="#ctx0" brushRef="#br0">127 1 472,'-26'6'5164,"23"-4"-4839,1 0 0,-1-1-1,0 1 1,1-1 0,-1 0 0,0 0 0,0 0 0,0 0-1,0 0 1,0 0 0,-6 0 0,7 0 214,-7 3-83,-15 4 286,23-7-710,0-1 0,0 1-1,0-1 1,0 1-1,0-1 1,0 1 0,0 0-1,0 0 1,0-1 0,1 1-1,-1 0 1,0 0-1,1 0 1,-1 0 0,0 0-1,1 0 1,-1 0 0,1 0-1,-1 2 1,-3 3 50,4-6-80,-1 1 0,1-1 0,0 0 0,-1 0 0,1 1 0,0-1 0,0 0 0,-1 1 0,1-1 0,0 0 0,0 1 0,-1-1 0,1 0 0,0 1 0,0-1 0,0 0 0,0 1 0,-1-1 0,1 1 0,0-1 0,0 0 0,0 1 0,0-1 0,0 1 0,0-1 0,0 1 0,0 0 2,0 1-1,0-1 1,0 1-1,0-1 1,0 1 0,0-1-1,1 1 1,-1-1-1,0 1 1,1-1 0,-1 1-1,1-1 1,0 0-1,-1 1 1,1-1 0,1 2-1,9 13 36,2 2-29,-11-15-7,0 1-1,1-1 0,-1 0 0,0 0 1,1 0-1,0 0 0,0 0 0,4 2 1,-5 4 13,14 2 0,-6-5-19,-9-6 3,-1 1-1,1-1 0,0 0 0,0 1 1,0-1-1,0 1 0,-1-1 1,1 1-1,0-1 0,0 1 1,-1 0-1,1-1 0,0 1 0,-1 0 1,1 0-1,-1 0 0,1-1 1,-1 1-1,1 0 0,-1 0 1,0 0-1,1 0 0,-1 0 1,0 0-1,0 0 0,0 0 0,0-1 1,0 1-1,0 0 0,0 0 1,0 0-1,0 2 0,0 22 3,0-24 134,-27 3-371,27-4 208,0 1 1,-1-1-1,1 0 1,-1 0-1,1 0 1,0 1-1,-1-1 1,1 0-1,-1 0 1,1 0-1,-1 0 1,1 0-1,-1 0 0,1 0 1,0 0-1,-1 0 1,1 0-1,-1 0 1,1 0-1,-1 0 1,1 0-1,-1-1 1,1 1-1,0 0 1,-1 0-1,1 0 1,-1-1-1,1 1 0,0 0 1,-1 0-1,1-1 1,0 1-1,-1 0 1,1-1-1,0 1 1,0-1-1,-1 1 1,1-1-308,0-30-8493</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43.965"/>
    </inkml:context>
    <inkml:brush xml:id="br0">
      <inkml:brushProperty name="width" value="0.035" units="cm"/>
      <inkml:brushProperty name="height" value="0.035" units="cm"/>
    </inkml:brush>
  </inkml:definitions>
  <inkml:trace contextRef="#ctx0" brushRef="#br0">681 1 1360,'-54'4'6344,"-20"10"-3189,36-5-2542,-14 11-73,-258 84 265,307-103-804,-12 3-3,1 0 0,0 1 0,0 0 0,0 2 0,1-1 0,0 2 1,-22 15-1,34-21-9,-1-1 0,0 1 0,1 0 0,0 0 0,-1 0 0,1 0 0,0 0 1,0 0-1,0 0 0,0 1 0,0-1 0,1 0 0,-1 0 0,1 1 0,-1-1 0,1 1 0,0-1 0,0 0 1,0 1-1,1 4 0,-1-4-39,0-2 4,0-1 0,0 0-1,0 1 1,0-1 0,0 0 0,0 1-1,0-1 1,0 0 0,0 0 0,1 1 0,-1-1-1,0 0 1,0 1 0,0-1 0,1 0-1,-1 0 1,0 1 0,0-1 0,1 0 0,-1 0-1,0 0 1,0 1 0,1-1 0,-1 0-1,0 0 1,1 0 0,-1 0 0,0 0 0,1 0-1,-1 0 1,0 1 0,1-1 0,-1 0-1,0 0 1,1 0 0,-1 0 0,0 0 0,1-1-1,-1 1 1,0 0 0,1 0 0,-1 0-1,0 0 1,0 0 0,1 0 0,-1 0 0,0-1-1,1 1 1,-1 0 0,0 0 0,0 0-1,1-1 1,-1 1 0,0 0 0,0 0 0,0-1-1,1 1 1,-1 0-140,1-1 0,-1 1 0,1 0 0,-1 0 0,1-1 0,-1 1 0,1 0 0,-1-1 0,1 1 1,-1 0-1,1-1 0,-1 1 0,0 0 0,1-1 0,-1 1 0,0-1 0,1 1 0,-1-1 0,0 1 0,0-1 0,1 1 0,-1-1 0,0 1 0,0-1 0,0 0 0,0 1 0,0-1 0,0 0 0,-7 0-2392</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45.281"/>
    </inkml:context>
    <inkml:brush xml:id="br0">
      <inkml:brushProperty name="width" value="0.035" units="cm"/>
      <inkml:brushProperty name="height" value="0.035" units="cm"/>
    </inkml:brush>
  </inkml:definitions>
  <inkml:trace contextRef="#ctx0" brushRef="#br0">184 101 1600,'0'0'6456,"-17"-4"5576,17 5-11894,0 0 0,0-1-1,-1 1 1,1 0 0,0-1-1,0 1 1,-1 0 0,1-1 0,0 1-1,-1 0 1,1-1 0,-1 1-1,1 0 1,-1-1 0,1 1-1,-1-1 1,1 1 0,-1-1-1,1 1 1,-1-1 0,0 0 0,1 1-1,-1-1 1,0 0 0,1 1-1,-1-1 1,0 0 0,-1 0-1,1 1-131,-1-1 0,1 1 0,-1 0 1,1 0-1,0-1 0,-1 1 0,1 0 0,0 0 0,0 0 0,-1 1 0,1-1 0,0 0 0,0 0 0,-1 2 0,0 0 18,0-1 0,0 1-1,0-1 1,0 0 0,-1 0 0,1 0 0,0 0 0,-6 2-1,-16 16 218,-1 7 55,20-23-227,0 1 0,1 0-1,-1 0 1,1 0-1,1 0 1,-1 1 0,1-1-1,0 1 1,-5 11-1,3-4 25,4-11-86,0 0-1,0 0 1,0 0-1,0 0 1,0 0 0,1 0-1,-1 0 1,0 0-1,1 0 1,0 0 0,0 0-1,-1 1 1,1-1-1,0 0 1,1 0 0,-1 0-1,0 0 1,1 0-1,-1 1 1,1-1-1,0 0 1,-1 0 0,1 0-1,1 2 1,0-1 0,1 0 1,-1-1 0,0 1-1,1 0 1,-1-1-1,1 0 1,0 1-1,0-1 1,-1 0-1,2 0 1,-1-1 0,0 1-1,0-1 1,0 1-1,1-1 1,-1 0-1,1 0 1,-1-1-1,1 1 1,6-1 0,26 3 10,1-2 1,71-8 0,-64 3-165,-14 0-98,-1-2-1,1-1 0,-1-2 1,28-12-1,-49 18 192,0-1-1,-1-1 1,1 1-1,-1-1 1,10-9 0,13-8 39,-28 21 34,0-1 0,-1 0-1,1 0 1,-1 0 0,0 1 0,1-2 0,-1 1 0,0 0 0,0 0 0,0 0 0,-1 0 0,1-1 0,0 1 0,-1 0 0,1-1 0,-1 1 0,0-1 0,0 1 0,0 0 0,0-1 0,-1-3 0,1 6-6,0-1 309,-9-1 267,8 1-551,0 1 1,0-1-1,0 1 0,0 0 1,0 0-1,0-1 0,0 1 0,0 0 1,0 0-1,-1 0 0,1 0 0,0 0 1,-1 1-1,-15 3-7,12-3-25,1-1-1,-1 2 0,1-1 1,0 0-1,-8 5 1,-9 2 8,19-7-13,-1-1 0,1 1 0,0-1 1,0 1-1,0 0 0,0 0 0,0 0 0,0 0 0,1 1 1,-1-1-1,0 0 0,0 1 0,1-1 0,-2 3 1,-17 10 5,18-13-7,1-1-1,0 1 1,0-1 0,0 1 0,0-1-1,-1 1 1,1 0 0,0 0-1,0 0 1,0-1 0,0 1 0,1 0-1,-1 0 1,0 0 0,0 1-1,0-1 1,1 0 0,-1 0 0,1 0-1,-1 0 1,0 3 0,1-4 8,0 1-4,1-1 1,-1 1-1,0-1 0,0 0 1,1 0-1,-1 1 0,0-1 1,0 0-1,1 1 0,-1-1 1,0 0-1,1 0 0,-1 1 1,1-1-1,-1 0 0,0 0 1,1 0-1,-1 0 0,0 0 1,1 1-1,-1-1 0,1 0 1,-1 0-1,1 0 0,-1 0 1,1 0-1,5-1 35,0 0 0,0 0 1,0 0-1,0-1 0,-1 0 0,9-3 0,11-4-17,10-1-11,-30 11-23,0 0-1,0 1 1,0-1 0,0 1-1,-1 0 1,1 0 0,-1 0-1,1 1 1,7 6 0,-3-3-1,-6-5 17,-1 0 0,1 0-1,-1 0 1,1-1 0,-1 1 0,1 0 0,-1-1 0,1 0 0,0 0 0,-1 0 0,1 0-1,-1 0 1,1 0 0,2-1 0,39-11-32,-35 9-27,-3 2-142,1-1 1,-1 0-1,0-1 1,1 0-1,-1 0 1,-1 0-1,1 0 1,0-1-1,-1 0 1,0 0-1,6-6 1,2-1-611,-12 10 738,0 1-1,0-1 1,0 1 0,0-1 0,0 0-1,-1 0 1,1 0 0,0 0 0,0 0 0,0 1-1,-1-1 1,1 0 0,0-1 0,-1 1-1,1-1 1,10-18-770,-9 18 772,-1 0-1,0 0 1,1-1-1,-1 1 1,0-1-1,0 1 1,0-1 0,0 1-1,-1-1 1,1 0-1,-1 1 1,1-1-1,-1-4 1,-1-1 62,0 0 1,-1-1-1,0 1 1,0 0 0,-1 0-1,-6-16 1,2 9 171,-3-2 361,8 15-157,1 0-1,-1-1 0,1 1 1,0 0-1,-1-1 1,1 0-1,0 1 1,0-1-1,0-4 0,1 6 375,-8-4 1637,8 5-2354,-1 0-1,1 0 1,0-1 0,0 1-1,0 0 1,-1 0-1,1 0 1,0 0-1,0 0 1,0 0 0,-1 0-1,1 0 1,0 0-1,0 0 1,-1 0 0,1-1-1,0 1 1,0 1-1,-1-1 1,1 0-1,0 0 1,0 0 0,0 0-1,-1 0 1,1 0-1,0 0 1,0 0-1,-1 0 1,1 0 0,0 0-1,0 1 1,0-1-1,0 0 1,-1 0 0,1 0-1,0 0 1,0 1-1,0-1 1,0 0-1,-1 0 1,1 0 0,0 0-1,0 1 1,0-1-1,0 0 1,0 0 0,0 1-1,0-1 1,0 0-1,0 0 1,0 1-1,0-1 1,-8 10 473,7-9-485,0-1 0,1 1-1,-1-1 1,0 1 0,1-1 0,-1 1 0,1-1 0,-1 1-1,1 0 1,-1-1 0,1 1 0,0 0 0,-1-1 0,1 1 0,0 0-1,-1 1 1,1 11 99,0 0 1,0 1-1,2-1 0,0 0 0,4 14 1,-4-18-82,3 5-46,0 1 1,-1 0 0,-1 0 0,2 17 0,-5-27-25,1 1 1,0-1 0,0 0 0,0 0-1,3 6 1,5 22-1311,-9-31 1083,1 0-1,-1 0 1,0-1 0,0 1 0,-1 0 0,1-1 0,0 1-1,-1 0 1,1-1 0,-1 1 0,1 0 0,-1-1-1,1 1 1,-1-1 0,0 1 0,-2 2 0,3-4 104,0 0 0,0 0 0,-1 0 0,1 0 0,0 1 1,0-1-1,0 0 0,0 0 0,-1 0 0,1 1 0,0-1 0,0 0 1,0 0-1,0 0 0,0 1 0,0-1 0,0 0 0,0 0 0,0 1 1,0-1-1,0 0 0,0 0 0,0 1 0,0-1 0,0 0 0,0 0 0,0 1 1,0-1-1,0 0 0,0 0 0,0 1 0,0-1 0,0 0 0,0 0 1,0 0-1,0 1 0,1-1 0,9 2-3098,13-7-869,-19 2 3504,-1 2 48,-1 0 0,0 0 0,0-1 0,0 1 0,0-1 0,0 1 0,-1-1-1,3-2 1,-4 3 450,0 0-1,1 0 1,-1 0-1,0 1 1,0-1-1,1 0 1,-1 0-1,0 0 1,0 0-1,0 0 1,0 1-1,0-1 0,-1 0 1,1 0-1,0 0 1,0 0-1,0 1 1,-1-1-1,1 0 1,0 0-1,-1 0 1,1 1-1,-1-1 1,1 0-1,-1 1 0,1-1 1,-1 0-1,0 0 1,-4-5-295,4 5 420,0-1-1,0 1 1,0 0 0,0 0 0,0 0 0,0 0 0,0 0-1,0 0 1,0 0 0,0 0 0,-1 1 0,1-1 0,0 0 0,-1 1-1,1-1 1,-3 0 0,-3-4 452,-3 0 803,7 5-581,0 0 1,0 0-1,0-1 0,0 0 1,0 0-1,0 0 0,0 0 0,0 0 1,-3-2-1,0 2 1574,6 1-2174,0 0 0,-1 0 0,1 0 0,-1 0 0,1 1 0,0-1 1,-1 0-1,1 0 0,0 0 0,-1 0 0,1-1 0,-1 1 0,1 0 0,0 0 0,-1 0 0,1 0 1,-1 0-1,1 0 0,0-1 0,-1 1 0,1 0 0,0 0 0,-1 0 0,1-1 0,0 1 0,-1 0 0,1-1 1,0 1-1,0 0 0,-1 0 0,1-2 2004,0 1-1929,0 1-1,0-1 1,0 1-1,1-1 0,-1 1 1,0-1-1,0 1 1,0-1-1,1 1 0,-1 0 1,0-1-1,1 1 1,-1-1-1,0 1 1,1 0-1,-1-1 0,0 1 1,1 0-1,-1 0 1,1-1-1,-1 1 0,0 0 1,1 0-1,0-1 1,-1 1-223,13-4 484,93-25 31,-100 28-598,0-1 0,-1 0 0,1 0-1,-1 0 1,6-3 0,-9 4-428,-2 1 480,0-1 0,0 1-1,0-1 1,1 1-1,-1-1 1,0 1 0,0-1-1,1 1 1,-1 0 0,0-1-1,1 1 1,-1 0-1,1-1 1,-1 1 0,0 0-1,1-1 1,-1 1-1,1 0 1,-1 0 0,1 0-1,0-1 1,-1 1-129,1 0 0,-1 0 0,1-1-1,-1 1 1,1 0 0,-1 0 0,1-1 0,-1 1 0,1 0 0,-1-1-1,0 1 1,1 0 0,-1-1 0,0 1 0,1-1 0,-1 1 0,0-1-1,1 1 1,-1 0 0,0-1 0,0 1 0,1-2 0,-1-7-3650,-2 4-2068,-5 5 4083</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47.734"/>
    </inkml:context>
    <inkml:brush xml:id="br0">
      <inkml:brushProperty name="width" value="0.035" units="cm"/>
      <inkml:brushProperty name="height" value="0.035" units="cm"/>
    </inkml:brush>
  </inkml:definitions>
  <inkml:trace contextRef="#ctx0" brushRef="#br0">119 10 784,'0'0'1292,"-5"-6"5300,0 2-5171,-18 8 18910,23-3-20278,0 26-55,-9 8 47,1 7 91,6-24-111,0-1 0,0 0-1,-10 28 1,3-10-27,6-21-9,-1 1-35,1-1-1,1 0 1,-1 24 0,2-27-442,-1 1 0,0 0 0,0-1 0,-1 0 0,-6 13 0,4-7-1426,5-16 1630,-1 0 1,1 0 0,0 0-1,-1 0 1,1 0 0,0 0-1,0 0 1,0 1 0,0-1-1,0 0 1,0 0 0,0 0-1,0 0 1,1 0 0,-1 1-1,0-1 1,1 0-1,-1 0 1,1 0 0,-1 0-1,1 0 1,-1 0 0,1 0-1,0 0 1,-1 0 0,1-1-1,0 1 1,0 0 0,0 0-1,0-1 1,1 2 0,0-1-311,0 0 1,0 0-1,0-1 1,0 1 0,0-1-1,0 1 1,0-1-1,0 0 1,1 1 0,-1-1-1,0 0 1,0-1 0,0 1-1,0 0 1,0 0-1,3-2 1,3-2-2714</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48.228"/>
    </inkml:context>
    <inkml:brush xml:id="br0">
      <inkml:brushProperty name="width" value="0.035" units="cm"/>
      <inkml:brushProperty name="height" value="0.035" units="cm"/>
    </inkml:brush>
  </inkml:definitions>
  <inkml:trace contextRef="#ctx0" brushRef="#br0">110 1 1600,'0'0'10010,"-15"11"-8720,5 4-527,7-13-688,0 0-2,0-1 1,0 1-1,1 0 1,-1 0-1,0 0 1,1 0-1,-1 1 0,1-1 1,0 1-1,-4 5 1,-12 16 199,16-22-258,0-1 1,0 1-1,0 1 1,1-1-1,-1 0 1,0 0-1,1 1 1,0-1-1,-1 0 0,1 1 1,0 0-1,0-1 1,1 1-1,-1 0 1,1-1-1,-1 5 1,-4 9 16,4-15-30,1-1 0,-1 1 1,1 0-1,0-1 0,-1 1 1,1 0-1,0-1 0,-1 1 1,1 0-1,0 0 1,0-1-1,0 1 0,0 0 1,0 0-1,0-1 0,0 1 1,0 0-1,0 0 0,0-1 1,0 1-1,0 0 0,0 0 1,1-1-1,-1 1 1,0 0-1,0-1 0,1 1 1,-1 0-1,1-1 0,-1 1 1,0 0-1,1-1 0,-1 1 1,1-1-1,0 1 0,-1-1 1,1 1-1,-1-1 1,1 1-1,0-1 0,0 1 1,2 0 10,-1 0 1,1 0 0,-1 0-1,1-1 1,-1 1 0,1-1-1,0 1 1,0-1 0,-1 0-1,1 0 1,0 0 0,-1 0 0,1 0-1,3-2 1,0 1 3,-1 0 1,0-1-1,0 0 0,0 0 1,0 0-1,5-3 0,-3 1-6,-5 3-9,0 0 0,0 0-1,0-1 1,0 1 0,0-1 0,-1 1 0,1-1 0,0 1 0,-1-1-1,1 0 1,-1 0 0,2-2 0,-1-1 3,0 1 0,-1-1 1,1 0-1,-1 0 0,0 0 0,-1 0 0,1 0 1,-1 0-1,0 0 0,0-7 0,0-1 17,-2 10-10,-1 1 0,1 0 0,0 0 0,0 1 0,-1-1 0,1 0 0,-1 1 0,-5-3 0,2 1 14,-3-1-79,9 4-23,-1 0 0,0 0 0,0-1 0,0 1 0,0 0 0,1 0 0,-1-1 0,0 1 0,0 0 0,1-1 0,-1 1 0,0-1-1,1 1 1,-1-1 0,0 1 0,1-1 0,-1 0 0,1 1 0,-1-1 0,1 0 0,-1 1 0,1-1 0,-1 0 0,1 0-1,0 0 1,-1 1 0,1-2 0,0 1-699,0 0 650,0 1-1,0 0 0,0-1 0,0 1 0,0 0 0,0 0 0,0-1 0,0 1 1,0 0-1,0-1 0,0 1 0,0 0 0,0-1 0,0 1 0,0 0 1,1 0-1,-1-1 0,0 1 0,0 0 0,0 0 0,1-1 0,-1 1 0,0 0 1,0 0-1,0-1 0,1 1 0,-1 0 0,0 0 0,0 0 0,1 0 0,-1-1 1,0 1-1,1 0 0,-1 0 0,1 0 0,8-6-2420,0 5-719</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48.743"/>
    </inkml:context>
    <inkml:brush xml:id="br0">
      <inkml:brushProperty name="width" value="0.035" units="cm"/>
      <inkml:brushProperty name="height" value="0.035" units="cm"/>
    </inkml:brush>
  </inkml:definitions>
  <inkml:trace contextRef="#ctx0" brushRef="#br0">43 1 912,'0'0'1359,"-27"0"9118,24 0-9487,-9 5 6798,12-5-7729,1 1-52,0-1 1,1 1 0,-1-1 0,0 1 0,0-1-1,0 1 1,0 0 0,1-1 0,-1 1 0,0 0 0,0 0-1,0 0 1,0 0 0,-1 0 0,3 2 0,16 24 114,-7-10-27,13 31 157,-20-39-193,-2 0-1,1 0 0,-1 0 0,0 0 0,-1 0 0,0 1 1,1 14-1,6 33 158,-9-52-204,0-1 0,0 1 0,0-1 0,1 0 0,0 1 0,0-1 0,3 8 0,-3-9-4,0 0 0,-1-1 1,1 1-1,-1 0 0,1 0 1,-1 0-1,0 0 0,0 3 0,-1-5-7,1 0 0,0 0 0,0 1-1,0-1 1,0 0 0,0 0 0,0 0-1,0 1 1,1-1 0,-1 0 0,0 0-1,1 0 1,-1 0 0,0 0 0,1 1-1,0-1 1,-1 0 0,1 0 0,0 0-1,-1 0 1,1-1 0,0 1 0,0 0-1,0 0 1,0 0 0,2 1 0,-1 3 8,-2-5-8,0 0-1,0 1 0,0-1 0,0 0 1,0 0-1,1 0 0,-1 1 0,0-1 0,0 0 1,0 0-1,0 0 0,0 1 0,0-1 0,0 0 1,0 0-1,0 0 0,1 0 0,-1 1 1,0-1-1,0 0 0,0 0 0,0 0 0,1 0 1,-1 0-1,0 0 0,0 0 0,0 0 0,0 1 1,1-1-1,-1 0 0,0 0 0,0 0 1,0 0-1,1 0 0,-1 0 0,0 0 0,0 0 1,0 0-1,1 0 0,-1 0 0,0 0 0,0 0 1,0 0-1,1 0 0,-1-1 0,0 1 1,13 2-73,-13-1 30,1-1 0,0 0 0,-1 0 1,1 0-1,-1 0 0,1 0 0,0 1 1,-1-1-1,1 0 0,0 0 0,-1 0 0,1-1 1,-1 1-1,1 0 0,0 0 0,-1 0 1,1 0-1,-1-1 0,1 1 0,0 0 0,0-1 1,21-6-1913,5-3-2186,-18 4 2091,0 0-1,-1-1 0,10-11 1,-3 4-1427,-7 8 1011</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49.793"/>
    </inkml:context>
    <inkml:brush xml:id="br0">
      <inkml:brushProperty name="width" value="0.035" units="cm"/>
      <inkml:brushProperty name="height" value="0.035" units="cm"/>
    </inkml:brush>
  </inkml:definitions>
  <inkml:trace contextRef="#ctx0" brushRef="#br0">99 58 1008,'-26'1'10928,"17"4"-10341,0 1 0,0 0 0,1 1 1,0 0-1,0 0 0,-9 11 0,17-17-580,-1 0 1,1 0-1,-1 0 0,0 0 1,1 0-1,0 0 0,-1 1 1,1-1-1,0 0 0,-1 0 1,1 0-1,0 0 0,0 0 1,0 0-1,0 1 0,0-1 1,0 0-1,0 0 0,1 0 1,-1 0-1,0 0 0,1 0 1,-1 1-1,1-1 0,-1 0 1,1 0-1,-1 0 0,1 0 1,0 0-1,-1-1 0,1 1 1,0 0-1,0 0 0,-1 0 1,1-1-1,0 1 0,0 0 1,0-1-1,2 2 0,1 0 10,-1 0-1,1 0 1,0 0-1,-1 0 1,1-1-1,0 1 1,0-1-1,0 0 1,0 0-1,8 0 1,13 6 58,-2 0-32,-22-7-42,0 0 0,0 0 0,0 0 0,0 0-1,0 0 1,0 0 0,0-1 0,0 1 0,0 0-1,-1 0 1,1-1 0,0 1 0,0-1 0,0 1 0,0-1-1,-1 1 1,1-1 0,0 1 0,0-1 0,-1 1 0,1-1-1,0-1 1,12-4 10,-12 6-8,0 0-1,0 0 1,0 0-1,0 0 0,-1-1 1,1 1-1,0 0 1,0 0-1,0-1 1,-1 1-1,1-1 0,0 1 1,0-1-1,-1 1 1,1-1-1,0 1 0,-1-1 1,1 0-1,-1 1 1,1-1-1,-1 0 0,1 1 1,-1-1-1,1 0 1,-1 0-1,1 1 1,-1-3-1,9-23 81,-10 23-72,1 1 1,-1-1-1,0 1 1,0-1 0,1 1-1,-2-1 1,1 1-1,0-1 1,0 1 0,-1 0-1,1 0 1,-1 0 0,0 0-1,0 0 1,0 0-1,-2-2 1,-13-8 55,17 12-70,0 0 0,0 0 0,0 0 0,0 0 0,0 0 0,0 0 0,1 0 0,-1 0 0,0 0 0,0-1 0,0 1 0,0 0 0,0 0 0,0 0 0,0 0-1,0 0 1,0 0 0,0 0 0,0 0 0,0 0 0,0 0 0,0 0 0,0 0 0,0 0 0,0 0 0,0 0 0,0 0 0,0-1 0,0 1 0,0 0 0,0 0 0,0 0 0,0 0 0,0 0 0,0 0 0,0 0 0,0 0 0,0 0 0,7 2-70,-6-2 72,-1 1 1,1-1-1,-1 0 1,1 0-1,-1 1 1,1-1-1,-1 0 0,1 0 1,-1 0-1,1 1 1,-1-1-1,1 0 1,-1 0-1,1 0 1,0 0-1,-1 0 0,1 0 1,-1 0-1,1 0 1,-1 0-1,1-1 1,-1 1-1,1 0 0,-1 0 1,1 0-1,0-1 1,0 1-1,17 0 30,-3 1-15,0-1 0,0-1 0,-1 0 0,1-1 0,0 0 0,27-9 0,26-10-12,-63 19 4,-4 2-3,0 0 1,0-1-1,0 1 0,0 0 0,0-1 0,0 1 1,0-1-1,0 1 0,0-1 0,0 1 0,0-1 0,0 0 1,0 1-1,0-1 0,-1 0 0,1 0 0,0 0 0,-1 1 1,1-1-1,0 0 0,-1 0 0,1 0 0,-1 0 0,1-2 1,-9-15 1245,7 18-1155,1 0 0,0-1 0,-1 1 0,1 0 0,-1-1 0,1 1 0,0 0 0,-1 0 0,1-1 0,-1 1 0,1 0 0,-1 0 0,1 0 0,-1 0 0,1 0 0,-1-1 0,1 1 0,-1 0 0,0 0 0,1 0 0,-1 0 0,1 1 0,-1-1 0,1 0 0,-1 0 0,1 0 0,-1 0 0,1 0 0,-1 1 0,0-1 0,-23 7 97,22-6-34,-3 0-74,1 1-1,-1 0 1,1 0-1,-1 0 1,-6 5-1,3 14-26,8-19-54,0-1 0,0 1 0,0-1 0,0 1 0,0-1 0,0 1 0,0-1 0,1 1 0,-1-1 0,0 1 0,1-1 1,0 0-1,-1 1 0,1-1 0,0 0 0,1 2 0,9 18 22,-4-10-8,-6-9-13,0 0-1,0 0 0,0 0 0,1 0 0,-1 0 0,0-1 0,1 1 0,0 0 1,-1-1-1,4 3 0,-2-2-2,-1 1 1,0-1-1,0 1 0,0 0 1,0 0-1,0-1 0,-1 1 1,1 1-1,-1-1 1,0 0-1,0 0 0,0 0 1,1 6-1,-2-7-2,0 0-1,1-1 0,-1 1 1,1 0-1,-1 0 1,1-1-1,0 1 1,0-1-1,-1 1 0,1-1 1,2 3-1,-2-3 2,0 0 1,-1 1-1,1-1 0,0 1 0,0-1 0,-1 1 0,1-1 1,-1 1-1,1-1 0,0 4 0,-1-3 5,0 0-1,1 0 1,-1-1-1,1 1 1,-1 0-1,1-1 1,0 1-1,0 0 1,0-1-1,0 1 1,1 1-1,7 14 19,16 39 54,-21-43-26,1-1 1,0 0-1,8 12 1,9 20 369,-7-8 225,-9-25-339,0 1 0,-1 1 0,-1-1 0,0 1 0,-1-1 0,0 1 0,1 18 1,-4-17-225,-2-1 1,0 1 0,-3 12-1,3-21-75,0-1 0,0 0 0,0 0-1,-1-1 1,1 1 0,-1 0 0,0-1 0,-6 6-1,-3 4 25,10-3 50,2-10-75,0 0-1,0 1 1,0-1-1,0 0 1,0 0-1,0 1 1,0-1-1,-1 0 1,1 0-1,0 1 1,0-1-1,0 0 1,0 0-1,0 0 1,0 1-1,0-1 1,0 0-1,-1 0 1,1 1-1,0-1 1,0 0-1,0 0 1,0 0-1,-1 0 1,1 1-1,0-1 1,0 0-1,0 0 1,-1 0-1,1 0 1,0 0-1,0 0 1,-1 0-1,1 0 1,0 1-1,0-1 1,-1 0-1,1 0 1,0 0-1,0 0 1,-1 0-1,1 0 1,-4 0 149,1 1 1,0 0-1,-1-1 1,1 1-1,-1-1 1,1 0 0,0 0-1,-1-1 1,1 1-1,-1-1 1,1 0-1,0 1 1,0-1-1,-1-1 1,1 1 0,0 0-1,-5-4 1,-3-2 205,1-1 1,0 0-1,-12-12 1,14 12-278,2 1-16,0 0 0,0-1 0,1 0 0,0 0 0,-5-10 0,-4-8 21,8 13-71,0 0-1,1 0 0,0-1 0,-4-21 0,8 26-24,1 1 0,-1-1-1,2 0 1,-1 1 0,1-1 0,0 0 0,1 1 0,0-1 0,0 1 0,1 0 0,4-9-1,-5 13-11,1 0-1,-1 1 0,1-1 0,-1 1 0,1-1 1,7-5-1,6-7-226,-11 10-154,1 0 0,0 1 0,1 0 0,-1 0 0,9-4 0,17-13-3342,-26 17 2642,1 1 1,0 0 0,12-6 0,6-3-1560,70-45-10700,-71 47 9331</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0.727"/>
    </inkml:context>
    <inkml:brush xml:id="br0">
      <inkml:brushProperty name="width" value="0.035" units="cm"/>
      <inkml:brushProperty name="height" value="0.035" units="cm"/>
    </inkml:brush>
  </inkml:definitions>
  <inkml:trace contextRef="#ctx0" brushRef="#br0">42 730 1496,'-1'1'329,"-1"0"235,0 1 0,-1 0 0,1-1 0,-1 0 0,1 1 0,-1-1 0,0 0 0,1 0 0,-1-1 0,0 1 0,0 0 0,0-1 0,-4 1 0,17-8 2669,-8 5-3108,1 0 1,-1 0-1,1 0 0,0 1 1,-1-1-1,1 1 0,3-1 0,85-26 1452,-79 25-1308,-1-2 1,18-8-1,4-2 211,90-43 1166,-71 32-1117,-37 17-281,0 0-1,18-13 1,7-6 213,114-81 887,35-22-494,-41 36-602,-87 53-209,72-37 0,-73 43-61,-36 21-11,-22 14 21,-4 0-48,-3 4 46,0 0 1,-1 0 0,1 0-1,-1-1 1,-9 3-1,8-3 4,-11 4 8,5-1-1,-1-1-1,1 0 1,-1-1-1,0-1 1,-18 1-1,-92 2 145,73 1-143,10-1-34,36-6 31,1 2-3,-12 9-7,15-10 15,2 0-9,5 1 4,1-1 0,-1 1-1,0 0 1,1 0 0,10 4 0,10 1 0,14 1 3,1 2-1,-2 2 1,69 26 0,-103-34 0,-1 0 0,1 0 1,-1 1-1,1 0 1,-1 0-1,0 0 0,0 0 1,-1 1-1,7 8 1,-10-12-4,-1-1 0,0 1 0,0-1 0,1 1 0,-1 0 0,0-1 1,0 1-1,0-1 0,0 1 0,0 0 0,0-1 0,0 1 0,0-1 1,0 1-1,0 0 0,0-1 0,0 1 0,0-1 0,-1 1 0,1 0 1,0-1-1,0 1 0,-1-1 0,1 1 0,0-1 0,-1 1 0,1-1 1,-1 1-1,0 0 0,-15 15-18,12-12 9,-9 5-149,0 0 0,0 0 0,0-2 0,-1 1 1,-22 7-1,3-1-903,22-10 503,10-4 378,-1 0 0,1 0 0,0 0 0,0 0 0,0 0 0,0 1 0,1-1 0,-1 0 0,0 1 0,0-1 0,0 0 0,0 1 0,0-1 0,0 1 0,0 0 0,1-1 0,-1 1 0,0 0 0,0-1 0,1 1 0,-1 0 0,0 0 0,0 1 0,34-11-6676,1-2 1365,-17 6 2138</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1.567"/>
    </inkml:context>
    <inkml:brush xml:id="br0">
      <inkml:brushProperty name="width" value="0.035" units="cm"/>
      <inkml:brushProperty name="height" value="0.035" units="cm"/>
    </inkml:brush>
  </inkml:definitions>
  <inkml:trace contextRef="#ctx0" brushRef="#br0">196 73 920,'-1'-1'282,"0"0"0,-1 0 0,1 0 0,0 0 0,0 0 0,0 0 0,0 0 0,0 0 0,0-1 0,0 1 0,0 0 0,1-1 0,-1 1 0,1-1 0,-1 1 0,1-1 0,-1 1 0,1-1 0,0 1 0,-1-1 0,1 1 0,0-1 0,0 1 0,0-4 0,-8-11 2877,7 15-2938,-1 0 1,1-1-1,-1 1 0,0 0 0,1 0 1,-1 0-1,0 0 0,0 0 0,0 0 1,0 0-1,0 1 0,0-1 1,-2 0-1,-1 0 458,3 0-450,0 0 0,-1 0 1,1 0-1,0 1 0,0-1 1,-1 1-1,1-1 0,-1 1 1,1 0-1,0 0 0,-1 0 1,1 0-1,0 1 0,-1-1 0,1 1 1,0-1-1,0 1 0,-5 2 1,5-3-192,1 1 1,-1 0 0,0 0-1,1-1 1,-1 1-1,1 0 1,-1 1 0,1-1-1,-1 0 1,1 0 0,0 1-1,-1-1 1,1 0-1,0 1 1,0 0 0,0-1-1,0 1 1,1-1 0,-1 1-1,0 0 1,1 0-1,-1-1 1,1 1 0,-1 2-1,-7 54 478,8-42-448,1 0 0,5 26-1,10 51 85,-8-66-145,-6-18-141,1 0 0,-1 0 0,-1 0-1,2 13 1,-3-19-37,0 0 0,1 0-1,0 0 1,-1 0 0,1 0 0,1 0-1,1 5 1,-1-5-132,-1 0 0,0 0 0,0-1 1,0 1-1,0 0 0,-1 0 0,1 5 0,0-8 172,-1 1 1,0 0-1,0 0 0,0 0 0,1-1 1,-1 1-1,0 0 0,1 0 1,-1 0-1,1-1 0,-1 1 0,1 0 1,-1-1-1,1 1 0,-1-1 0,1 1 1,0-1-1,-1 1 0,1-1 0,0 1 1,0-1-1,-1 1 0,1-1 0,0 0 1,0 1-1,1-1 0,-1 2-1564,-1-10 622,-2-1 984,-1 0 0,0 0 0,-1 1 1,0-1-1,-5-8 0,8 15 107,-4-4 118,2 0 0,-1-1 0,1 1 0,0-1 0,-5-12 0,-8-34 837,-2 4-97,2 5-145,5 11-201,9 27-405,-1 1 0,2 0-1,-1 0 1,1-1 0,-1 1 0,2-1 0,-2-9 0,2 8-2,-1 7-112,1-1 0,0 1-1,0-1 1,0 1 0,-1-1-1,1 1 1,0-1-1,0 1 1,0-1 0,0 1-1,0-1 1,0 0 0,0 1-1,0-1 1,0 1-1,0-1 1,0 1 0,0-1-1,1 1 1,-1-1-1,0 1 1,0-1 0,0 1-1,1-1 1,-1 1 0,0 0-1,1-1 1,-1 1-1,0-1 1,1 1 0,-1 0-1,0-1 1,1 1 0,-1 0-1,1-1 1,-1 1-1,1 0 1,-1 0 0,1 0-1,-1-1 1,1 1 0,-1 0-1,1 0 1,-1 0-1,1 0 1,0 0 0,46 2-1,-1 3 0,0 1 1,84 24-1,-106-24-2,-1 2 0,1 1 1,-1 1-1,-1 1 0,0 1 0,28 21 0,-46-29-11,0 0 0,-1 0 0,0 0-1,0 0 1,0 1 0,0 0 0,-1-1 0,0 1-1,0 0 1,0 0 0,-1 1 0,1-1-1,-1 0 1,0 0 0,-1 1 0,1 6 0,-2-9 1,1 1 1,-1-1 0,0 0-1,0 0 1,0 0 0,0 0 0,-1 0-1,1 0 1,-1 0 0,0 0-1,0 0 1,-3 4 0,-32 31-6,35-36 5,-14 11-4,-1-1 0,0 0 0,-1-1 0,0-1 0,-1-1 0,-26 10-1,-22 10-2,50-21-264,-1 0 0,1-2 0,-34 8 0,27-13-2140,24-1 2359,0 0 0,0 0-1,0 0 1,0 0 0,-1 0 0,1 0 0,0 0 0,0 0 0,0 0 0,0 0 0,0 0 0,0 0 0,0 0 0,-1 0 0,1 0-1,0 0 1,0 0 0,0 0 0,0 0 0,0 0 0,0 0 0,0 0 0,-1 0 0,1 0 0,0 0 0,0 0 0,0 0 0,0-1-1,0 1 1,0 0 0,0 0 0,0 0 0,0 0 0,0 0 0,0 0 0,0 0 0,0 0 0,-1-1 0,1 1 0,0 0 0,0 0 0,0 0-1,0 0 1,0 0 0,0 0 0,0 0 0,0-1 0,0 1 0,0 0 0,14-8-2069,17-3-1510,-22 1 1527</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2.494"/>
    </inkml:context>
    <inkml:brush xml:id="br0">
      <inkml:brushProperty name="width" value="0.035" units="cm"/>
      <inkml:brushProperty name="height" value="0.035" units="cm"/>
    </inkml:brush>
  </inkml:definitions>
  <inkml:trace contextRef="#ctx0" brushRef="#br0">24 138 1696,'0'-20'10084,"0"23"-9996,0 0-1,0 1 1,0-1-1,0 0 1,-1 0 0,1 0-1,-1 0 1,0 0 0,0 0-1,-2 3 1,-5 20 344,7-24-416,-1 0 0,1 0 0,0 0 0,1 0 0,-1 0 0,0 0 0,1 1 0,-1-1 0,1 0 0,-1 0 0,1 0 0,0 1 0,0-1 0,0 0 0,0 1 0,1-1 0,-1 0 0,0 0 0,1 0 0,0 1 0,-1-1 0,1 0 0,0 0 0,0 0-1,0 0 1,1 0 0,-1 0 0,0-1 0,1 1 0,-1 0 0,1-1 0,0 1 0,-1-1 0,1 1 0,0-1 0,0 0 0,4 2 0,0 0 21,0 0 1,0 0-1,1-1 0,-1 0 0,1-1 0,-1 1 1,1-1-1,-1 0 0,1-1 0,0 0 1,0 0-1,9-1 0,2-2 74,1-1-1,-1-1 1,-1-1 0,19-7-1,-35 12-94,1 1-1,-1-1 0,1 0 0,-1 0 1,1 0-1,-1 0 0,0 0 0,1 0 0,-1-1 1,0 1-1,0 0 0,0-1 0,0 1 1,0-1-1,0 1 0,0-1 0,0 1 0,-1-1 1,1 0-1,-1 1 0,1-1 0,-1 0 0,0 1 1,1-1-1,-1 0 0,0-2 0,0 1 90,0 0 0,-1-1-1,1 1 1,-1 0 0,0 0-1,0 0 1,0 0-1,0 0 1,0 0 0,-1 0-1,1 0 1,-5-5 0,-1 0 107,-1 0 0,0 0 0,-1 0 0,0 1 0,0 1 1,0-1-1,-1 1 0,0 1 0,-13-5 0,18 8-200,0 0-1,0 0 0,0 1 1,0 0-1,0 0 0,0 0 1,0 0-1,-1 1 0,-5 0 1,10 0-9,0 0 0,0 0 1,-1 0-1,1 1 0,0-1 1,0 0-1,0 0 0,0 1 1,0-1-1,0 0 0,0 1 1,0-1-1,0 1 0,0 0 1,0-1-1,0 1 0,0 0 1,0 0-1,1-1 0,-1 1 1,0 0-1,0 0 0,1 0 1,-1 0-1,0 1 0,2 0 2,0 0 0,1 0 0,0 0-1,-1-1 1,1 1 0,0 0-1,-1-1 1,1 0 0,0 1 0,0-1-1,0 0 1,3 1 0,22 6-14,1-1 0,0-2 1,48 4-1,-56-8 26,0-1 0,0-1 0,0-1 0,0 0 0,0-2 0,20-5 0,-19 5 4,-19 4-19,1 0 0,-1 0 0,1 0 0,-1-1 0,0 1-1,1-1 1,-1 0 0,0 1 0,1-1 0,-1 0 0,2-2 0,10-4 11,15-11 18,-28 17-30,0 0 0,0 0 1,1 0-1,-1 0 0,0 0 1,0 0-1,-1 0 0,1-1 1,0 1-1,0 0 0,0-1 1,-1 1-1,1-1 0,-1 1 1,1 0-1,-1-1 0,0 1 1,1-3-1,-1 2 5,0 0 0,1 0 0,-1 0 0,0 1 0,0-1 0,-1 0 0,1 0 0,0 0 0,-1 1 0,1-1-1,-1 0 1,1 1 0,-1-1 0,0 0 0,1 1 0,-1-1 0,0 1 0,0-1 0,0 1 0,-1-1 0,1 1 0,0 0 0,-3-2 0,-3-4 99,7 6-103,0 1-1,0 0 1,0-1 0,-1 1 0,1 0 0,0 0 0,-1-1 0,1 1 0,0 0 0,-1 0 0,1-1 0,0 1 0,-1 0 0,1 0 0,0 0 0,-1-1 0,1 1 0,-1 0 0,1 0 0,0 0-1,-1 0 1,1 0 0,-1 0 0,1 0 0,0 0 0,-1 0 0,-4-3 29,5 3-30,-1 0-1,1-1 1,0 1-1,0 0 1,-1 0-1,1-1 1,0 1-1,-1 0 1,1 0-1,0-1 1,-1 1-1,1 0 1,0 0-1,-1 0 1,1 0-1,0 0 1,-1 0-1,1-1 1,-1 1 0,1 0-1,0 0 1,-1 0-1,1 0 1,-1 0-1,1 1 1,0-1-1,-1 0 1,1 0-1,0 0 1,-1 0-1,1 0 1,0 0-1,-1 1 1,1-1-1,0 0 1,-1 0-1,0 1 1,-7 1-1,7-2 0,-1 0-1,1 0 1,0 1-1,-1-1 1,1 1-1,0-1 0,-1 1 1,1-1-1,0 1 1,0 0-1,-1 0 1,0 0-1,2 0 1,0-1 1,-1 1-1,1-1 0,0 0 0,0 1 0,0-1 0,-1 0 1,1 1-1,0-1 0,0 0 0,-1 1 0,1-1 0,0 0 1,-1 1-1,1-1 0,0 0 0,-1 0 0,1 0 0,0 1 1,-1-1-1,1 0 0,-1 0 0,1 0 0,0 0 0,-1 0 1,1 0-1,-1 0 0,1 0 0,0 0 0,-1 0 0,1 0 1,-1 0-1,1 0 0,-1 0 0,1 0 0,-1 0 0,0 0-1,0 0 1,0 1-1,0-1 0,0 1 1,0 0-1,0 0 0,0 0 0,0 0 1,0 0-1,0-1 0,0 2 1,1-1-1,-1 0 0,0 0 0,1 0 1,-1 0-1,1 0 0,-1 0 0,1 1 1,-1-1-1,1 0 0,0 0 1,0 1-1,0-1 0,0 2 0,0 0 2,1-1 1,-1 0-1,1 1 0,0-1 0,0 0 0,0 1 0,0-1 0,0 0 0,0 0 0,1 0 0,1 2 0,8 23-9,12 12 6,-19-30-2,1 0 0,12 17 1,17 27 0,-17-16 19,-14-30-13,1-1 0,-1 1 1,0-1-1,0 1 0,-1 0 0,0 0 0,0 0 0,-1 0 0,0 1 0,0-1 1,0 0-1,-1 0 0,-1 1 0,1-1 0,-2 8 0,-3 9-11,-1-1 0,-2 0 0,-11 28 0,17-46 6,-4 8 4,-1 0-1,-1 0 1,0 0 0,0-1-1,-1-1 1,-1 1-1,0-1 1,0-1 0,-23 17-1,9-6 6,21-17-2,0-1 1,-1 0-1,1 0 1,0 0-1,-1 0 1,0-1-1,0 1 1,1-1-1,-2 0 1,1 0-1,0 0 1,0-1-1,0 0 1,-1 0-1,1 0 1,-1 0-1,-6 0 1,9-1-1,0-1-1,0 1 1,0 0 0,0-1 0,1 0 0,-1 1 0,0-1 0,0 0 0,0 0 0,1 0 0,-1 0 0,0 0 0,1-1 0,-1 1 0,1 0 0,0-1 0,-1 1 0,1-1 0,0 1 0,0-1 0,0 0 0,-1-2 0,0 0 2,0 0 0,0 0-1,0 0 1,1 0 0,0-1 0,0 1 0,0 0 0,0-9 0,1 2 8,-1 5-12,1 0 0,0 0-1,1 0 1,0 0-1,0 0 1,0 0-1,0 1 1,3-7-1,7-17-6,2 2 0,17-30 1,-24 47-75,1 0 1,0 0 0,1 1 0,0 1-1,0-1 1,1 1 0,0 1 0,16-11-1,-4 5-792,0 2 0,0 0-1,1 2 1,0 0-1,31-7 1,-32 10-624,23-5-1395,-41 11 2244,0-1 1,0 1-1,0 0 1,0 1-1,0-1 1,0 0-1,4 2 1,2 2-1476</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3.147"/>
    </inkml:context>
    <inkml:brush xml:id="br0">
      <inkml:brushProperty name="width" value="0.035" units="cm"/>
      <inkml:brushProperty name="height" value="0.035" units="cm"/>
    </inkml:brush>
  </inkml:definitions>
  <inkml:trace contextRef="#ctx0" brushRef="#br0">0 1 1080,'120'1'12143,"0"1"-5270,47 5-3231,223 19-1961,-172 1-1503,107 25-99,-229-37 56,-72-13-168,-16-6-91,-1 2-153,-6 2 152,0-1-1,-1 1 0,1 0 1,-1 0-1,1 0 0,-1 0 0,1 0 1,-1 0-1,1-1 0,-1 1 1,1 0-1,-1-1 0,1 1 0,-1 0 1,0-1-1,1 1 0,-1 0 0,1-1 1,-1 1-1,0 0 0,1-1 1,-1 1-1,0-1 0,0 1 0,1-1 1,-1 1-1,0-1 0,0 1 1,0-1-1,0 1 0,0-1 0,1 1 1,-1-1-1,0 0 0,0 1 1,0-1-1,0 1 0,-1-1 0,1 1 1,0-1-1,0 1 0,0-1 1,0 1-1,0-1 0,-1 1 0,1-2 1,-11-20-6325,10 20 5805,-1 0 0,1 0 0,-1 0 0,1 0 0,0 0 0,-1 0 0,1-1 0,0 1 0,1 0 0,-1-1 0,0 1 0,0-4 0,0 1-1319,-6 0-346</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4.430"/>
    </inkml:context>
    <inkml:brush xml:id="br0">
      <inkml:brushProperty name="width" value="0.035" units="cm"/>
      <inkml:brushProperty name="height" value="0.035" units="cm"/>
    </inkml:brush>
  </inkml:definitions>
  <inkml:trace contextRef="#ctx0" brushRef="#br0">334 56 1256,'-1'0'241,"1"-1"0,0 1-1,0-1 1,0 1 0,-1-1-1,1 1 1,0-1 0,0 1 0,-1-1-1,1 1 1,0-1 0,-1 1-1,1-1 1,-1 1 0,1 0-1,-1-1 1,1 1 0,-1 0-1,1-1 1,-1 1 0,1 0 0,-1 0-1,1-1 1,-1 1 0,1 0-1,-1 0 1,0 0 0,1 0-1,-1 0 1,1 0 0,-1 0-1,0 0 1,-27 0 4515,19 0-4253,-6 1 1180,0 1 1,-24 6-1,16-2-56,10-3-860,0 1-1,1 0 1,-1 1-1,1 0 1,0 1 0,1 0-1,-14 10 1,19-12-621,0 1 0,0 0 1,1 0-1,-1 0 0,1 0 1,0 1-1,1 0 0,-1 0 0,1 0 1,0 1-1,1-1 0,-1 1 1,1 0-1,-2 9 0,3-8-117,0 0 0,1 0 0,-1 1 0,2-1 0,0 1 0,0-1 0,0 1 0,1-1 0,0 0 0,4 14 0,-4-18-25,1-1 0,-1 1 1,1-1-1,0 0 0,0 0 0,0 0 0,1 0 1,-1 0-1,1-1 0,0 1 0,-1-1 0,7 5 1,42 23 32,-27-20-14,0-1-1,1-2 0,0 0 1,49 6-1,-31-5 5,3-1-1,-1-2 1,1-2-1,48-3 0,137-21 55,-199 16-63,0-1-1,-1-1 0,32-13 1,-59 18-14,0 0 0,0 0 1,0-1-1,0 0 0,0 0 1,0 0-1,-1 0 0,0 0 1,1-1-1,-1 0 0,-1 1 1,5-8-1,-7 10-5,0-1 1,1 1-1,-1-1 1,-1 1 0,1 0-1,0-1 1,0 1-1,0-1 1,-1 1-1,1 0 1,-1-1-1,1 1 1,-1 0-1,0-1 1,1 1 0,-1 0-1,0 0 1,0 0-1,-1-2 1,-21-22 3,18 21 5,0 0-1,0 0 1,-1 0-1,1 1 1,-1 0-1,0 0 1,0 0-1,0 1 1,0 0-1,0 0 0,-10-1 1,-4 1 14,-1 0-1,-25 2 1,28 0-26,2 1 20,0 2-1,0 0 1,1 0 0,-1 2-1,1 0 1,-24 11-1,38-16-14,-33 21-28,31-20 28,1 1 1,-1-1-1,1 0 1,0 1-1,-1-1 0,1 1 1,0 0-1,0 0 1,0-1-1,0 1 0,0 1 1,0-1-1,1 0 1,-1 0-1,-1 4 1,-2 7 23,4-7 19,16-4-9,1-3-25,0 0 0,0-1 0,0-1 0,0 0 0,-1-1 0,1-1 1,-1 0-1,0-1 0,20-11 0,-5 2-92,-16 12 90,-14 3-9,1 0-1,-1 0 0,0 0 0,0 0 0,1 0 1,-1 0-1,0 0 0,0 0 0,1 0 0,-1 1 1,0-1-1,0 0 0,1 0 0,-1 0 0,0 0 1,0 0-1,0 1 0,0-1 0,1 0 0,-1 0 1,0 0-1,0 1 0,0-1 0,0 0 0,0 0 1,1 0-1,-1 1 0,0-1 0,0 0 0,0 0 1,0 1-1,0-1 0,0 0 0,0 0 0,0 1 1,0-1-1,10 16-13,23 31 78,-29-43-63,-1 0 1,1 0-1,0 0 0,0-1 1,0 0-1,1 0 1,9 5-1,-7-3 2,25 7 18,-22-9 3,-6-3-15,-1 1 0,1 0 1,-1-1-1,1 0 0,0 0 1,-1 0-1,1 0 0,-1 0 1,1-1-1,-1 0 0,1 0 0,-1 0 1,5-1-1,15-5 21,-19 6-27,0-1 0,0 0 0,0 0 0,0 0 0,-1 0 0,1 0-1,-1-1 1,1 0 0,-1 0 0,0 0 0,0 0 0,0 0 0,4-7 0,5-7 14,14-28 1,-26 44-17,3-5-2,-1 3 4,0 0-1,0 0 1,-1 0-1,0 0 1,1-1-1,-1 1 1,0 0-1,-1-1 1,1 1-1,0-7 1,7-73 414,-8 61-228,1 10 0,-1 0-1,0 0 0,-1-1 1,-1 1-1,-3-14 0,4 23-179,0 0-1,0 0 1,1 0-1,-1 0 1,1 0 0,-1 0-1,1 0 1,0 0-1,1-6 1,-1 7-8,1 1 0,0-1 1,-1 1-1,1-1 1,0 1-1,-1 0 1,1-1-1,0 1 0,0 0 1,0-1-1,0 1 1,0 0-1,0 0 0,1 0 1,-1 0-1,0 0 1,2-1-1,-1-2 0,-4 1 0,-5 6 0,6-2 0,0 0 0,1-1 0,-1 1 0,0 0 0,0 0 0,1 0 0,-1 0 0,0 0 0,1 0 0,-1 0 0,1 0 0,-1 0 0,1 0 0,-1 3 0,-6 11 0,5-12 0,0 1 0,1 0 0,-1 0 0,1 0 0,0 0 0,0 0 0,0 1 0,0 5 0,-2 4 0,-2 14 0,1 0 0,1 31 0,-5 27 0,5-53 0,2-21 0,0 1 0,-1-1 0,-6 23 0,-2 8 0,8-33 0,0 0 0,0-1 0,-7 17 0,6-20 0,-1 1-2,1 1-1,0-1 0,0 0 0,1 1 0,0 0 0,0-1 0,-1 15 0,3-19-115,-1-1 0,1 0 0,0 0 0,-1 0 0,0 0-1,1 0 1,-1 0 0,0 0 0,0 0 0,-2 3 0,2-4-641,0 1 0,0 0 0,0 0 1,0 0-1,1 0 0,-1 0 0,0 0 1,1 1-1,0-1 0,-1 3 0,2-11-6501,-1-11 4615,-1 9 1287,1 4 1028,0 0 110,0 0 1,0 0-1,0 1 1,0-1-1,-1 0 1,0 0-1,1 1 1,-1-1-1,-3-6 1,3 9 195,1-1 0,-1 0 1,0 0-1,1 0 0,0 0 0,0 0 1,-1 0-1,1 0 0,0 0 0,1-3 1,-1 3 67,0 1 0,0-1 0,0 0 0,0 1 0,0-1 0,0 0 0,0 1 0,0-1 0,-1 1 1,1-1-1,-1 0 0,1 1 0,-1-1 0,0 1 0,0-2 0,0 2 31,1 0 1,-1 0-1,1 0 0,0 0 0,-1 0 1,1 0-1,0 0 0,0 0 0,0 0 1,0 0-1,0 0 0,0 0 0,0 0 1,0 0-1,0 0 0,1-2 0,-1 2 37,0 0 0,1-1 0,-1 1 0,0 0 0,0-1 0,0 1 0,0 0 0,0-1-1,-1 1 1,1 0 0,0-1 0,-1-1 0,0 2 91,0-1 0,0 0 0,0 0 0,0 0-1,1 0 1,-1 0 0,1 0 0,-1 0 0,1 0 0,0-3 0,0 4-158,0 0-1,0 0 1,0 0 0,1 0 0,-1 1 0,0-1 0,1 0-1,-1 0 1,1 0 0,-1 1 0,1-1 0,-1 0 0,1 1 0,-1-1-1,1 0 1,0 1 0,-1-1 0,1 1 0,0-1 0,0 1-1,-1-1 1,1 1 0,0 0 0,0-1 0,0 1 0,-1 0 0,3-1-1,21-6 64,2 0-1,41-5 0,41-4-34,-24 3-70,-15 0-82,-36 8-242,34-9 1,-67 14 243,1 0 1,-1 0 0,1 0 0,-1 0 0,1 0-1,0 0 1,-1 0 0,1 0 0,-1-1-1,1 1 1,-1 0 0,1 0 0,-1 0-1,1-1 1,-1 1 0,1 0 0,-1-1 0,0 1-1,1 0 1,-1-1 0,1 1 0,-1-1-1,0 1 1,1 0 0,-1-1 0,0 1-1,1-1 1,-1 1 0,0-1 0,0 1 0,0-1-1,1 0 1,-2 0-130,0 0-1,0 0 1,0 0-1,0 1 1,0-1-1,0 0 1,0 1-1,0-1 1,-1 1-1,1-1 1,0 1-1,0 0 1,-2-1-1,-8-2-1756,-1 1 1,1 1-1,-12-1 0,7 2-280</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5.681"/>
    </inkml:context>
    <inkml:brush xml:id="br0">
      <inkml:brushProperty name="width" value="0.035" units="cm"/>
      <inkml:brushProperty name="height" value="0.035" units="cm"/>
    </inkml:brush>
  </inkml:definitions>
  <inkml:trace contextRef="#ctx0" brushRef="#br0">111 38 2056,'-16'-1'6072,"6"-2"-4025,8 3-1423,1-1-1,-1 1 0,1 0 1,-1-1-1,1 1 1,0-1-1,-1 1 0,1-1 1,0 0-1,-1 0 1,1 0-1,0 0 0,0 0 1,0 0-1,-2-1 1,2 0 165,0 0-251,0 1 0,0 0-1,0-1 1,0 1-1,-1 0 1,1 0 0,0-1-1,-1 1 1,1 0 0,0 1-1,-1-1 1,1 0-1,-1 0 1,0 0 0,1 1-1,-1-1 1,0 1-1,1 0 1,-1-1 0,0 1-1,-2 0 1,4 0-538,-1 0 0,0 0 0,1 0 0,-1 0 0,0 0 0,1 0 0,-1 0 0,1 1 0,-1-1 0,0 0 0,1 0 0,-1 1 0,0-1 0,1 0 0,-1 1 0,1-1 0,-1 1 0,1-1 0,-1 0 0,1 1 0,-1-1 0,1 1 0,0 0 0,-1-1 0,1 1 0,0-1 0,-1 1 0,1-1 0,0 1 0,0 0 0,0-1 0,-1 1 0,1 0 0,0-1 0,0 2 0,-2 4 0,1-4 0,0 1 0,-1-1 0,1 1 0,0-1 0,1 1 0,-1 0 0,0-1 0,1 1 0,-1 0 0,1 0 0,0 3 0,1 39 0,0-20 0,0-17 0,0 1 0,1 0 0,-1 0 0,2-1 0,-1 1 0,5 8 0,8 34 0,-3 5 0,27 78 0,-38-130 0,21 47-636,-18-43 357,1 1 1,-2-1-1,1 1 1,-1-1-1,-1 1 0,1 0 1,-2 0-1,2 18 1,-3-26 146,0 5-1065,0 0 0,1 1 0,-1-1 0,3 9-1,9 7-7035,-11-18 6386,-9-3-8306</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6.020"/>
    </inkml:context>
    <inkml:brush xml:id="br0">
      <inkml:brushProperty name="width" value="0.035" units="cm"/>
      <inkml:brushProperty name="height" value="0.035" units="cm"/>
    </inkml:brush>
  </inkml:definitions>
  <inkml:trace contextRef="#ctx0" brushRef="#br0">56 152 728,'-49'-30'12812,"42"28"-6702,7 2-6066,0 0 0,0 0 0,0 0 0,0 1 0,0-1 0,0 0 0,1 0 0,-1 0 0,0 0 0,0 0 0,0 0 0,0 0 0,0 0 0,0 1 0,0-1 0,0 0 0,0 0 0,0 0 0,0 0 0,1 0 0,-1 0 0,0 0 0,0 0 0,0 0 0,0 0 0,0 0 0,0 0 0,0 0 0,1 0 0,-1 0 0,0 0 0,0 0 0,0 0 0,0 0 0,0 0 0,0 0 0,0 0 0,1 0 0,-1 0 0,0 0 0,0 0 0,0 0 0,0 0 0,0 0 0,0 0 0,0 0 0,0 0 0,1 0 0,-1 0 0,0-1 0,0 1 0,0 0 0,0 0 0,0 0 0,0 0 0,0 0 0,20 16 807,45 19-711,-50-26-127,19 14 14,0-2-19,-12-6 67,-12-9 191,-9-6-191,0 0 0,0 1 0,0-1 0,0 0 0,1 0 0,-1 0-1,0 0 1,0 0 0,0 0 0,0 0 0,0 0 0,0-1 0,0 1 0,0 0-1,0-1 1,0 1 0,0-1 0,1 0 0,19-10 1174,-20 10-1055,15-9 87,-1 0-1,-1 0 1,0-2-1,-1 0 1,0 0-1,13-16 0,-5 3-585,-16 19 142,1 0 0,-1 0 0,0-1 0,0 0 0,5-11 0,-8 13-776,-1 0 0,1 1 0,-1-1 0,0 0 0,0 0 0,-1 0 0,1-7 0,-4-2-6451,-12 12 478,14 2 6691,-14 0-3692</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6.793"/>
    </inkml:context>
    <inkml:brush xml:id="br0">
      <inkml:brushProperty name="width" value="0.035" units="cm"/>
      <inkml:brushProperty name="height" value="0.035" units="cm"/>
    </inkml:brush>
  </inkml:definitions>
  <inkml:trace contextRef="#ctx0" brushRef="#br0">110 80 616,'-4'-2'1266,"0"1"-1,0-1 1,1 0-1,-1 0 1,1-1-1,-5-3 1,-22-13 7327,23 16-6348,0 0 1,1-1 0,0 0-1,0-1 1,-10-7-1,15 0-1032,8 36-1197,-5-21-16,-1 1-1,1 0 1,-1 1-1,0-1 1,0 0-1,1 7 1,-2-3 0,1 1 0,0-1 0,5 17 0,-4-17 0,0 0 0,0 1 0,0 16 0,-1-9-320,1 1-1,4 19 1,-3-19-314,-1 0 1,1 20-1,-3-35 305,0 0 0,1 0-1,-1 0 1,0 0 0,1 0 0,-1 0-1,1 0 1,0 0 0,-1 0 0,1 0-1,0 0 1,0 0 0,0-1 0,1 1-1,-1 0 1,0-1 0,1 1 0,-1-1-1,0 0 1,1 1 0,0-1 0,-1 0-1,3 1 1,1 1-1308,1-1-1,-1 1 1,1-1 0,-1-1-1,1 1 1,0-1 0,7 1 0,11-1-3459</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7.213"/>
    </inkml:context>
    <inkml:brush xml:id="br0">
      <inkml:brushProperty name="width" value="0.035" units="cm"/>
      <inkml:brushProperty name="height" value="0.035" units="cm"/>
    </inkml:brush>
  </inkml:definitions>
  <inkml:trace contextRef="#ctx0" brushRef="#br0">26 34 448,'-3'-3'1503,"1"0"-1,0 1 1,0-1 0,0-1-1,0 1 1,-2-5-1,0 1 384,4 7-1831,0 0 1,0 0-1,0 0 1,0 0-1,0 0 1,0 0 0,0 0-1,0 1 1,0-1-1,0 0 1,0 0 0,0 0-1,0 0 1,0 0-1,0 0 1,0 0-1,0 1 1,0-1 0,0 0-1,0 0 1,0 0-1,0 0 1,0 0 0,0 0-1,0 0 1,0 0-1,0 0 1,0 1-1,0-1 1,0 0 0,-1 0-1,1 0 1,0 0-1,0 0 1,0 0 0,0 0-1,0 0 1,0 0-1,0 0 1,0 0-1,0 0 1,-1 0 0,1 0-1,0 0 1,0 0-1,0 0 1,0 0-1,0 0 1,0 0 0,0 0-1,-1 0 1,1 0-1,0 0 1,0 0 0,0 0-1,0 0 1,0 0-1,0 0 1,0 0-1,0 0 1,-1 0 0,1 0-1,0 0 1,0 0-1,0 0 1,0 0 0,0 0-1,0 0 1,0-1-1,0 6 220,0-1-1,1 1 1,0-1-1,0 0 1,0 1-1,3 4 0,-3-4-112,1 0-1,0 0 0,-1 0 0,0 0 0,0 0 0,-1 8 0,1-6-56,0 0 1,0 1 0,0-1-1,4 11 1,-3-11-57,0 0-1,-1 0 1,1 0 0,-1 12 0,-1-18-43,1 1-1,-1 0 1,0-1 0,1 1-1,-1-1 1,1 1 0,-1-1 0,1 1-1,0 0 1,0-1 0,0 0-1,1 3 1,-1-3-3,0 0 0,0 0 0,0 1 0,-1-1 0,1 0 0,-1 0 0,1 1 0,0-1 0,-1 1 0,0-1 0,1 0 0,-1 3 0,1-3 26,0 0 0,-1 0 0,1 0-1,0 1 1,0-1 0,0 0-1,0 0 1,0-1 0,1 1-1,-1 0 1,0 0 0,0 0 0,1-1-1,-1 1 1,0-1 0,1 1-1,-1-1 1,3 1 0,-3-1 384,17-10 2212,0-4-1081,-17 14-1493,1-1 0,-1 0 0,0 1-1,1-1 1,-1 0 0,0 0 0,1 0 0,-1 0 0,0 0 0,0 0-1,0-1 1,0 1 0,0 0 0,0 0 0,0-1 0,-1 1 0,1-1-1,0 1 1,-1-1 0,1 1 0,-1-1 0,1-1 0,-1-10-17,0 0 0,0 0 0,-2 1 0,1-1 0,-2 0 0,1 1 0,-8-20 0,9 30-112,0-1 0,0 1 0,0-1 0,0 1 0,-1 0 0,1 0 0,-1 0 0,1 0 0,-1 0 0,0 0 0,0 0 0,0 0 0,0 0 0,0 1 0,0-1 0,-5-1 0,0-2-593,5 4-105,-5 1-830,56 5-16256,-40-5 15546</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7.628"/>
    </inkml:context>
    <inkml:brush xml:id="br0">
      <inkml:brushProperty name="width" value="0.035" units="cm"/>
      <inkml:brushProperty name="height" value="0.035" units="cm"/>
    </inkml:brush>
  </inkml:definitions>
  <inkml:trace contextRef="#ctx0" brushRef="#br0">166 0 1104,'-25'0'6328,"19"1"-5231,-1 0 0,1 1-1,0-1 1,-1 1 0,-8 4-1,-5 1 201,16-5-1169,0 1 0,0-1 1,0 0-1,0 1 0,1 0 0,-1 0 1,1 0-1,0 0 0,0 1 1,0-1-1,-3 5 0,3-3-270,-1-1-1,0 1 0,0-1 1,0 0-1,-6 4 1,10-5-1113,8 1-231,9 0-1920,-14-4 2872,-1 0 1,1-1-1,-1 1 0,1-1 1,-1 1-1,0-1 0,1 0 1,-1 0-1,0 0 0,1 0 1,2-3-1,4-1-2348</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8.043"/>
    </inkml:context>
    <inkml:brush xml:id="br0">
      <inkml:brushProperty name="width" value="0.035" units="cm"/>
      <inkml:brushProperty name="height" value="0.035" units="cm"/>
    </inkml:brush>
  </inkml:definitions>
  <inkml:trace contextRef="#ctx0" brushRef="#br0">25 16 2377,'-1'-2'3894,"-8"-7"-462,1 5-1193,7 4-2168,1-1 1,0 1-1,0 0 0,0 0 1,-1 0-1,1 0 0,0 0 1,0 0-1,0 0 1,0 0-1,-1 0 0,1 0 1,0 0-1,0 0 0,0 0 1,-1 0-1,1 0 1,0 0-1,0 0 0,0 0 1,0 0-1,-1 0 0,1 1 1,0-1-1,0 0 1,0 0-1,0 0 0,-1 0 1,1 0-1,0 0 0,0 0 1,0 1-1,0-1 1,0 0-1,0 0 0,0 0 1,-1 0-1,1 1 0,0-1 1,0 0-1,0 0 1,0 0-1,0 0 0,0 1 1,0-1-1,0 0 0,0 0 1,0 0-1,0 1 1,0-1-1,0 1 624,0 31 4158,0-27-4596,0 1 1,1-1-1,-1 0 0,1 0 1,0 0-1,0 0 1,1 0-1,2 6 0,-1-3-128,-2-4-108,1 1 0,-1-1 0,1 0 0,0 0 0,0 0 0,1 0 0,-1 0 0,1 0 0,0 0 0,5 4 0,5 2 20,-11-8-32,0 0 0,-1-1 0,1 0 0,0 1 0,0-1 0,0 0 0,0 0-1,1 0 1,-1 0 0,0 0 0,0 0 0,0-1 0,1 1 0,-1-1 0,0 0 0,4 1-1,-4-1 2,5 0 14,0 1 0,0-2 1,1 1-1,-1-1 1,0 0-1,0 0 0,0 0 1,0-1-1,-1 0 0,13-6 1,-18 7-22,0 1-1,0-1 1,0 0 0,0 0 0,0 0-1,0 1 1,0-1 0,0 0 0,0 0 0,0 0-1,-1-1 1,1 1 0,0 0 0,-1 0-1,1 0 1,-1 0 0,1-1 0,-1 1-1,1 0 1,-1-1 0,0 1 0,0 0 0,0 0-1,0-3 1,0 2-2,-1-1 0,1 1 0,-1-1 0,0 1 0,0-1 0,0 1-1,0-1 1,0 1 0,-1 0 0,1-1 0,-4-2 0,0-1 2,-1 0 1,0 1-1,0-1 0,0 1 1,0 1-1,-1-1 0,-12-5 1,-29-12-164,47 21-23,-6-2-4328,15 1 459,44 5-608,-34-2 2052,1 1 1,35-4-1,-31-2 118</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8.412"/>
    </inkml:context>
    <inkml:brush xml:id="br0">
      <inkml:brushProperty name="width" value="0.035" units="cm"/>
      <inkml:brushProperty name="height" value="0.035" units="cm"/>
    </inkml:brush>
  </inkml:definitions>
  <inkml:trace contextRef="#ctx0" brushRef="#br0">188 10 920,'-2'-1'559,"0"0"1,0 0-1,0 0 0,0 0 0,-1 0 0,1 0 1,0 1-1,0-1 0,0 1 0,-1-1 1,1 1-1,0 0 0,-1 0 0,1 0 0,0 0 1,-1 0-1,1 1 0,0-1 0,0 1 0,-1-1 1,-2 2-1,-5 2 111,7-3-185,0 0 1,0 1 0,-1-1 0,1 1 0,0 0 0,1 0 0,-1 0-1,-3 3 1,-36 37 1640,37-37-2091,-3 1-18,1 1 0,1 0 0,-1 0 0,-5 9 0,11-15-15,0 0 0,1 1 0,-1-1 0,0 0 0,0 1 1,1-1-1,-1 1 0,0-1 0,1 1 0,0-1 0,-1 1 0,1-1 0,0 1 0,0 0 1,0-1-1,0 1 0,0-1 0,0 1 0,0 0 0,0-1 0,1 1 0,-1-1 0,1 1 0,-1-1 1,1 1-1,-1-1 0,1 1 0,0-1 0,0 0 0,0 1 0,0-1 0,2 2 0,0 0 6,0 0-1,0 0 0,1 0 1,-1-1-1,1 1 0,0-1 1,0 0-1,0 0 0,0 0 1,0-1-1,0 1 0,0-1 1,1 0-1,-1 0 0,0-1 1,1 1-1,-1-1 0,1 0 1,-1 0-1,0-1 0,1 1 1,-1-1-1,6-1 0,-3 0-7,0 1-1,0-1 0,-1-1 1,1 0-1,0 1 0,-1-2 1,0 1-1,1-1 0,-1 0 1,-1 0-1,8-7 0,10-15-10,-22 24 13,0 1 1,0-1-1,0 1 0,-1-1 1,1 0-1,0 1 0,-1-1 0,1 0 1,-1 0-1,1 1 0,-1-1 1,0 0-1,1 0 0,-1 0 1,0 0-1,0 1 0,-1-1 0,1 0 1,-1-2-1,-5-8 14,5 10-12,0 0-1,0 0 1,0 0 0,0 0 0,0-1-1,0 1 1,0 0 0,1-1 0,-1-2-1,1 4-9,0-1 0,0 1 0,0-1 0,-1 1 1,1 0-1,0-1 0,-1 1 0,1-1 0,-1 1 0,1 0 0,-1-1 0,0 1 0,0 0 0,0-1 0,1 1 0,-1 0 0,0 0 0,0 0 0,0 0 0,-1 0 0,1 0 0,0 0 0,0 0 0,-1 1 0,1-1 0,0 0 0,-1 1 0,1-1 0,0 1 0,-4-1 0,3 0-117,-1 1 0,0-1 1,0 1-1,0 0 0,0 0 1,0 0-1,0 1 0,1-1 1,-1 1-1,0-1 0,0 1 1,0 0-1,1 0 0,-1 0 1,-3 2-1,3-1 169,3-2-201,-1 0 0,0 0 0,1 1 0,-1-1 0,0 0 0,1 0 0,-1 1 0,0-1 0,1 0 0,-1 1 0,1-1 0,-1 1 0,1-1-1,-1 1 1,1-1 0,-1 1 0,1-1 0,-1 1 0,1-1 0,0 1 0,-1-1 0,1 1 0,0 0 0,0-1 0,-1 1 0,1 0 0,0-1 0,0 1 0,0 0 0,0-1 0,0 1 0,0 0-1,0-1 1,0 1 0,0 0 0,0-1 0,0 1 0,0 0 0,1-1 0,-1 1 0,0 0 0,0-1 0,1 2 0,0-1-118,1 0 1,-1 0-1,0 0 0,1 0 0,-1 0 1,1 0-1,0-1 0,-1 1 1,1 0-1,-1-1 0,1 1 1,0-1-1,0 0 0,2 1 1,29 0-2686,-26-1 1895,10 0-978</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8.798"/>
    </inkml:context>
    <inkml:brush xml:id="br0">
      <inkml:brushProperty name="width" value="0.035" units="cm"/>
      <inkml:brushProperty name="height" value="0.035" units="cm"/>
    </inkml:brush>
  </inkml:definitions>
  <inkml:trace contextRef="#ctx0" brushRef="#br0">270 22 688,'0'0'1622,"-18"-11"5330,13 12-6209,0 0 0,0 0 0,0 1 0,0-1 0,1 1 0,-1 0 0,0 0 0,1 1 0,0 0 0,0-1 0,0 1 0,0 0 0,0 1 0,0-1 0,-5 7 0,-30 38 1129,37-45-1827,1 1-1,-1-1 0,1 1 0,0 0 1,0-1-1,0 1 0,1 0 0,-1 0 1,1 0-1,0 4 0,1-6-35,1-1-1,-1 1 1,0-1-1,0 0 1,1 1-1,-1-1 1,1 0-1,-1 0 1,1 0-1,2 1 1,-4-1 5,5-1 13,-1 1 1,1 0-1,0-1 0,-1 0 0,1 0 1,-1-1-1,1 1 0,-1-1 1,1 0-1,7-3 0,-4 2 3,14-5 26,31-14 1,-48 19-55,0-1-1,0 1 1,-1-1 0,1 0 0,-1 0 0,1-1 0,-1 0 0,0 1-1,-1-1 1,1 0 0,-1-1 0,4-4 0,-6 7-2,-1 0 0,1 0 0,-1 0 0,1 0 0,-1 0 0,0 0 0,0 0 0,0 0 0,0 0 0,0 0 0,0-1 0,-1 1 0,1 0 0,-1 0 0,1 0 0,-1 1 0,0-1 0,0 0 0,0 0 0,0 0 0,-2-3 0,-12-5-18,12 8-8,0-1-1,0 1 1,0 0 0,0 0-1,-1 1 1,1-1 0,0 1-1,-1 0 1,1-1 0,-1 1-1,1 1 1,-1-1-1,-5 0 1,-22 1-1161,1 1 0,-1 1 0,-52 11 0,61-9 202,-17 7-1556,31-8 2048,-14 5-2458,22-7 2859,0-1-1,0 0 0,-1 0 0,1 0 0,0 1 1,0-1-1,-1 0 0,1 1 0,0-1 0,0 0 0,0 0 1,0 1-1,-1-1 0,1 0 0,0 1 0,0-1 1,0 0-1,0 1 0,0-1 0,0 0 0,0 1 0,0-1 1,0 0-1,0 1 0,0-1 0,0 0 0,0 1 0,0-1 1,0 0-1,0 1 0,0-1 0,1 0 0,-1 1 1,0-1-1,0 0 0,0 1 0,1-1 0,-1 0 0,0 0 1,0 1-1,1-1 0,-1 0 0,0 0 0,0 0 1,1 1-1,-1-1 0,0 0 0,1 0 0,-1 0 0,0 0 1,0 0-1,1 1 0,-1-1 0,1 0 0,-1 0 0,2 6-5464</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7:59.478"/>
    </inkml:context>
    <inkml:brush xml:id="br0">
      <inkml:brushProperty name="width" value="0.035" units="cm"/>
      <inkml:brushProperty name="height" value="0.035" units="cm"/>
    </inkml:brush>
  </inkml:definitions>
  <inkml:trace contextRef="#ctx0" brushRef="#br0">125 4 528,'-10'-3'15999,"8"7"-11694,0-1-3987,0 0-1,1 1 1,-1-1-1,1 0 0,0 0 1,0 1-1,0-1 1,-1 7-1,1-6-30,1 0-1,-1 0 1,0 0-1,0 0 1,0 0-1,-2 5 1,1-5-144,0 0 0,1 0 1,0 0-1,0 1 0,0-1 0,0 6 1,-1 9 11,0-1 0,-1 0 1,-8 25-1,2-10-155,6-23-220,0 0-1,-9 17 1,-3 11-2166,6-20 504,8-15 1341,-1-1 0,0 1 0,1 0-1,-1 0 1,1 0 0,0 0-1,0 0 1,0 0 0,1 1 0,-1-1-1,1 0 1,-1 0 0,1 1-1,0 3 1,9 28-7749,-2-29 4990</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0.061"/>
    </inkml:context>
    <inkml:brush xml:id="br0">
      <inkml:brushProperty name="width" value="0.035" units="cm"/>
      <inkml:brushProperty name="height" value="0.035" units="cm"/>
    </inkml:brush>
  </inkml:definitions>
  <inkml:trace contextRef="#ctx0" brushRef="#br0">0 24 840,'8'-16'9410,"-8"16"-9367,0-7 621,-3 8-1512,-1 1 700,6 0-377,0-1 1,-1 0-1,1 0 0,0 0 1,-1-1-1,1 1 1,0 0-1,0-1 0,0 1 1,0-1-1,0 1 0,0-1 1,-1 0-1,1 0 1,4 0-1</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1.263"/>
    </inkml:context>
    <inkml:brush xml:id="br0">
      <inkml:brushProperty name="width" value="0.035" units="cm"/>
      <inkml:brushProperty name="height" value="0.035" units="cm"/>
    </inkml:brush>
  </inkml:definitions>
  <inkml:trace contextRef="#ctx0" brushRef="#br0">269 1 72,'0'0'1047,"-7"5"-1035,4-2-1,3-2 4,0-1 0,0 0 0,-1 1 0,1-1 0,0 1 0,0-1 0,-1 0 0,1 1 0,0-1 0,0 1 0,-1-1 0,1 0 0,-1 0 0,1 1 0,0-1 0,-1 0 0,1 0 0,-1 1 0,1-1 0,0 0 0,-1 0 0,1 0 0,-2 1 0,-8-1 411,6 0-113,1 1 0,0-1 0,-1 0 1,1-1-1,-1 1 0,1 0 0,0-1 0,-1 0 1,-5-2-1,4 2 116,0 1 0,0-1 0,1 1 0,-1 0 1,0 0-1,0 1 0,0-1 0,0 1 0,-8 3 0,-9 0 416,19-3-810,1-1 0,0 0 0,-1 0 0,1 1 0,0-1 1,0 1-1,0 0 0,-1 0 0,1 0 0,0 0 0,0 0 0,0 0 0,0 1 1,1-1-1,-1 0 0,-2 4 0,-11 5 33,14-10-65,0 1 1,0-1 0,0 1-1,0-1 1,0 1 0,0-1-1,0 1 1,0 0 0,1-1-1,-1 1 1,0 0 0,0 0-1,1-1 1,-1 1 0,0 0-1,1 0 1,-1 0-1,1 0 1,-1 0 0,1 0-1,0 0 1,-1 0 0,1 0-1,0 0 1,0 0 0,-1 0-1,1 0 1,0 0 0,0 2-1,0-1 1,1 0-1,-1-1 0,0 1 0,0-1 0,1 1 1,-1-1-1,1 1 0,-1-1 0,1 1 0,0-1 1,-1 1-1,1-1 0,0 0 0,0 1 0,0-1 1,0 0-1,0 0 0,0 1 0,1-1 1,-1 0-1,0 0 0,0-1 0,1 1 0,-1 0 1,1 0-1,-1-1 0,1 1 0,-1 0 0,1-1 1,-1 0-1,3 1 0,31-11 109,-30 9-111,0-1 0,0 1 0,0-1 0,-1-1 0,1 1 0,0-1 0,-1 1 0,0-1-1,5-5 1,-3 1 8,-5 6-4,0 0 0,0 0 1,0 0-1,0 0 0,-1 0 1,1-1-1,0 1 0,-1 0 1,1-1-1,-1 1 0,1 0 1,-1-1-1,1 1 0,-1-1 0,0 1 1,0-1-1,0 1 0,0 0 1,0-1-1,0-1 0,0 1 12,-1 1 0,1 0 0,0-1 0,0 1 0,-1 0 0,1-1 0,-1 1 0,1 0 0,-1 0 0,1 0 0,-1-1 0,0 1 0,0 0-1,1 0 1,-1 0 0,0 0 0,0 0 0,0 0 0,0 1 0,-3-3 0,2 2-9,0 0 0,-1 0-1,1 0 1,-1 0 0,1 1 0,-1-1-1,1 1 1,-1-1 0,1 1 0,-1 0 0,0 0-1,1 0 1,-1 0 0,1 1 0,-5 0 0,0 1-31,1 0 1,0 0 0,0 1 0,0 0 0,0 0 0,-5 4 0,-25 12-1050,33-18 806,1 1 1,0-1 0,0 1-1,0-1 1,0 1 0,1 0-1,-1 0 1,0 0 0,1 0-1,-1 0 1,1 0-1,0 0 1,0 0 0,0 0-1,-2 5 1,-3 5-2446,-1-5 308</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2.030"/>
    </inkml:context>
    <inkml:brush xml:id="br0">
      <inkml:brushProperty name="width" value="0.035" units="cm"/>
      <inkml:brushProperty name="height" value="0.035" units="cm"/>
    </inkml:brush>
  </inkml:definitions>
  <inkml:trace contextRef="#ctx0" brushRef="#br0">126 268 1560,'-126'-5'16340,"136"0"-13354,11 3-1809,0 0 1,33-9 0,9-1-676,592-86 78,-295 44-1047,-220 34 236,28-6-1836,-59 5-3788,-90 17 2961,21-3-4964</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2.400"/>
    </inkml:context>
    <inkml:brush xml:id="br0">
      <inkml:brushProperty name="width" value="0.035" units="cm"/>
      <inkml:brushProperty name="height" value="0.035" units="cm"/>
    </inkml:brush>
  </inkml:definitions>
  <inkml:trace contextRef="#ctx0" brushRef="#br0">66 163 864,'0'0'161,"-5"4"738,-1 0-1,0-1 1,0 0 0,0 0 0,0 0 0,0-1-1,-10 2 1,8 1 3725,11-6-4501,0-1 0,0 1 0,0 0 0,0 1 0,0-1 0,0 1 0,0-1 0,0 1 0,6 0 0,23-3 596,92-10 839,-34 4-836,298-34 221,37-7-982,-341 40 56,-53 8-147,-1-1 1,54-14-1,-75 12-159,-8 5 219,0-1 0,0 0 1,0 1-1,1-1 0,-1 1 0,0-1 1,0 1-1,1 0 0,-1-1 1,0 1-1,3 0 0,5-1-1068,-1 0 0,1-1 0,14-4 0,1-1-2505,-14 3 1275,-2-1-470</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3.283"/>
    </inkml:context>
    <inkml:brush xml:id="br0">
      <inkml:brushProperty name="width" value="0.035" units="cm"/>
      <inkml:brushProperty name="height" value="0.035" units="cm"/>
    </inkml:brush>
  </inkml:definitions>
  <inkml:trace contextRef="#ctx0" brushRef="#br0">124 226 288,'-24'1'2167,"18"0"-1384,1-1 1,-1 1-1,0-1 0,0-1 1,0 1-1,0-1 1,0 0-1,0 0 0,-8-3 1,5 2-436,-9 1 6888,12 3-547,19-2-4729,-11 0-1838,23 0 113,24-2-104,0-3-1,49-11 1,-83 13-124,27-4-3,-9 2-49,0-1 0,49-17 0,-70 19 6,-8 3-7,-1 0 0,1-1 0,0 1-1,0-1 1,-1 0 0,1 0 0,-1 0 0,0 0-1,1-1 1,-1 1 0,5-6 0,-9 6 24,1 0 0,-1 0 1,1 0-1,-1 0 0,0 0 0,0 1 1,0-1-1,0 0 0,0 0 0,0 1 1,-1-1-1,1 1 0,-2-3 1,-18-7-1,-1 1 1,1 1 0,-2 0-1,-40-9 1,39 12 112,-7-3 215,0 2 0,0 1 1,-63-3-1,27 9 1244,58 2-1420,14 3-72,15 5-43,99 19 137,-43-12-158,-51-11 4,0 2-1,24 10 0,-43-15-3,0 0 0,0 1-1,0-1 1,0 1 0,-1 0-1,1 0 1,-1 1 0,0 0-1,6 8 1,-8-9 0,0 0 0,-1 1 1,1-1-1,-1 1 0,0 0 0,-1 0 0,1 0 1,-1 0-1,0 0 0,0 0 0,-1 0 0,1 10 1,-1-13-2,0-1 0,-1 1 0,1 0 0,-1-1 0,1 1 0,-1-1 0,1 1 1,-1 0-1,0-1 0,0 0 0,-2 4 0,2-4-5,0 0-1,1 0 1,-1 1-1,0-1 1,0 0-1,1 1 1,-1-1-1,1 1 1,-1-1-1,1 1 1,-1 2 0,1-2-83,-1 0 1,0 0 0,1 0 0,-1 0 0,0 0 0,0 0 0,0 0 0,-1 0 0,1 0 0,0-1 0,-1 1 0,1 0 0,-1-1 0,0 1 0,1-1 0,-1 0 0,0 0 0,0 1 0,0-1 0,0 0 0,-2 0 0,-14 12-2088,12-9 832,1 0 0,-1-1 1,0 0-1,0 0 0,-1 0 0,1-1 0,-12 3 0,11-2-1248,0-2-549</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4.042"/>
    </inkml:context>
    <inkml:brush xml:id="br0">
      <inkml:brushProperty name="width" value="0.035" units="cm"/>
      <inkml:brushProperty name="height" value="0.035" units="cm"/>
    </inkml:brush>
  </inkml:definitions>
  <inkml:trace contextRef="#ctx0" brushRef="#br0">229 65 1624,'-8'-5'2262,"0"1"0,0 0-1,-1 0 1,1 1 0,-1 0 0,0 1-1,0 0 1,0 0 0,0 1-1,0 0 1,-15 0 0,24 2-2185,-1-1 0,1 0 0,0 0 0,0 0 0,-1-1 0,1 1 0,0 0 0,-1 0 0,1 0 0,0 0 0,0 0 0,-1 0 0,1 0 0,0 0 0,0-1 0,-1 1 0,1 0 0,0 0 0,0 0 0,-1-1 0,1 1 0,0 0 0,0 0 0,0 0 0,-1-1 0,1 1 0,0 0 0,0 0 0,0-1 0,0 1 0,0 0 0,0-1 0,0 1 0,0 0 0,-1 0 0,1-1 0,0 1 0,0 0 0,0-1 0,0 1 0,1 0 0,-1-1 0,0 1 0,0 0 0,0 0 0,0-1 0,-1 0 261,-6 1-293,0 1-45,4 3 0,-1 2 0,0 0 0,0 1 0,1-1 0,0 1 0,0-1 0,0 1 0,1 0 0,0 0 0,-1 12 0,-5 14 0,4-17 0,1 1 0,1-1 0,1 0 0,0 1 0,2 17 0,-1-9 0,8 0 0,-8-24 0,0-1 0,0 0 0,0 1 0,0-1 0,0 1 0,0-1 0,0 0 0,0 1 0,0-1 0,0 1 0,0-1 0,0 0 0,1 1 0,-1-1 0,0 0 0,0 1 0,0-1 0,0 0 0,1 1 0,-1-1 0,0 0 0,0 1 0,1-1 0,-1 0 0,0 1 0,1-1 0,-1 0 0,0 0 0,1 0 0,-1 1 0,0-1 0,1 0 0,-1 0 0,1 1 0,-1-1 0,0 0 0,1 0 0,-1 0 0,0 0 0,0 1 0,0-1 0,0 0 0,0 0 0,0 0 0,0 0 0,0 0 0,1 1 0,-1-1 0,0 0 0,0 0 0,0 0 0,0 0 0,0 0 0,1 0 0,-1 0 0,0 0 0,0 0 0,0 0 0,0 0 0,1 0 0,-1 0 0,0 0 0,0 1 0,0-1 0,0-1 0,1 1 0,-1 0 0,0 0 0,0 0 0,0 0 0,0 0 0,1 0 0,-1 0 0,0 0 0,0 0 0,3-8 0,-2-12 0,-1 19 0,1-23 0,0 17 0,-1 0 0,1 0 0,-2 0 0,1 0 0,-1 0 0,0 0 0,0 0 0,0 1 0,-5-12 0,-2 1 0,1 1 0,0-1 0,-3-17 0,5 11 0,4 17 0,0 1 0,-1-1 0,1 1 0,-1 0 0,-3-7 0,4 11 0,1 1 0,0-1 0,-1 1 0,1-1 0,0 1 0,0-1 0,-1 1 0,1-1 0,0 0 0,0 1 0,0-1 0,0 1 0,0-1 0,0 1 0,0-1 0,0 0 0,0 1 0,0-1 0,0 0 0,1-20 0,1 17 0,-2 4 0,1-1 0,-1 1 0,0 0 0,1-1 0,-1 1 0,1 0 0,-1 0 0,1 0 0,-1 0 0,1-1 0,-1 1 0,1 0 0,-1 0 0,1 0 0,-1 0 0,1 0 0,-1 0 0,1 0 0,0 0 0,-1 0 0,1 0 0,-1 1 0,1-1 0,-1 0 0,0 0 0,1 0 0,-1 1 0,1-1 0,-1 0 0,1 1 0,114 46 0,-108-43 0,0 1 0,0 0 0,0 0 0,-1 0 0,9 10 0,4 3 0,-17-17-1,42 40-571,-42-38 480,1 0 0,-1-1 0,0 1 0,0 0 0,0 0 0,-1 1 0,1-1 0,-1 0 0,0 0 0,1 1 0,-1-1 0,-1 1 0,1-1 1,0 4-1,-1-5-369,0-1 1,0 0-1,1 1 1,-1-1 0,0 0-1,1 0 1,-1 1 0,1-1-1,-1 0 1,1 0-1,-1 0 1,1 0 0,0 1-1,0-1 1,0 0-1,0 0 1,0-1 0,0 1-1,0 0 1,0 0 0,0 0-1,0-1 1,0 1-1,0 0 1,0-1 0,1 1-1,-1-1 1,0 0-1,0 1 1,1-1 0,-1 0-1,3 0 1,0 1-1143,1-1 1,-1 1-1,1-1 0,0 0 1,-1-1-1,1 1 0,8-3 1,-4-2-783</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4.581"/>
    </inkml:context>
    <inkml:brush xml:id="br0">
      <inkml:brushProperty name="width" value="0.035" units="cm"/>
      <inkml:brushProperty name="height" value="0.035" units="cm"/>
    </inkml:brush>
  </inkml:definitions>
  <inkml:trace contextRef="#ctx0" brushRef="#br0">168 38 1744,'-8'-27'8163,"7"26"-7854,1 0 0,-1 1-1,0-1 1,1 0-1,-1 1 1,0-1 0,1 0-1,-1 1 1,0-1 0,0 1-1,0-1 1,0 1-1,1-1 1,-1 1 0,0 0-1,0 0 1,0-1-1,0 1 1,0 0 0,0 0-1,0 0 1,0 0-1,0 0 1,0 0 0,0 0-1,-2 0 2928,-5 2 488,7-2-3628,1 0 0,0 0 0,-1 0 0,1 0 0,-1 0 0,1 0 0,0 0 1,-1 0-1,1 0 0,-1 0 0,1 0 0,0 0 0,-1 0 0,1 0 0,-1 0 0,1 1 1,0-1-1,-1 0 0,1 0 0,0 0 0,-1 1 0,1-1 0,0 0 0,-1 0 1,1 1-1,0-1 0,-1 1 0,-39 51 1699,38-50-1781,1 0 1,0 0-1,0 1 1,0-1-1,0 0 1,0 0-1,-1 5 1,-5 12 33,5-14-38,0-1-1,0 1 1,0 0 0,1 0 0,-1 0-1,1 0 1,0 9 0,-4 12 3,-26 64-1618,27-74-20,-2 4-3997,11-22 854,-5 2 4678,0 0 0,0 0 0,0 0 0,1 0 1,-1 0-1,0-1 0,0 1 0,1 0 0,-1 0 0,0 0 0,0 0 0,0 0 0,0 0 0,1 0 0,-1-1 0,0 1 1,0 0-1,0 0 0,0 0 0,1-1 0,-1 1 0,0 0 0,0 0 0,0 0 0,0-1 0,0 1 0,0 0 0,0 0 0,0 0 1,0-1-1,0 1 0,0 0 0,1 0 0,-1-1 0,0 1 0,-1 0 0,1 0 0,0-1 0,0 1 0,0 0 0,0 0 1,0 0-1,0-1 0,0 1 0,0 0 0,0-1-89,0-1 1,0 1-1,0 0 0,1 0 1,-1 0-1,0 0 0,1 0 1,-1-1-1,1 1 0,-1 0 1,1 0-1,-1 0 0,1 0 1,0 0-1,0 1 1,1-2-1,-2 1 114,1 0 0,0 0 0,-1 1 0,1-1-1,0 0 1,-1 0 0,1 0 0,-1 0 0,1 0 0,-1 0 0,0 0 0,1 0 0,-1 0 0,0 0 0,0 0-1,1-1 1,-1-3-12,1-1 0,1 1 0,-1 0 1,1-1-1,0 1 0,0 0 0,0 1 0,4-7 0,8-17 100,1-2 233,-12 26-93,-1 0-1,0 0 1,1 0-1,-1 0 0,-1 0 1,1 0-1,-1-1 0,0 1 1,2-7-1,-8-3 602,5 13-642,-1 1 0,1-1 0,-1 0 0,1 0 0,-1 0 0,1 0 0,0 0 0,-1 0 0,1 0 0,0 0 0,0 0 0,0 0 0,0 0 0,0 0 0,0 0 0,0 0 0,0 0 0,0 0 0,0 0 0,0 0 0,1 0 0,0-1 0,5-8 2139,-5-1 8784,1 11-10830,1 1 0,-1-1 0,1 0 0,-1 1 1,1 0-1,-1 0 0,1-1 0,-1 2 0,0-1 0,1 0 1,-1 0-1,0 1 0,0-1 0,0 1 0,0 0 0,3 3 0,-1 0-240,0-1-1,-1 1 0,1 0 0,-1 0 0,0 0 0,2 8 1,20 55 105,-15-29-25,-5-17-338,11 32 0,-14-38-650,-2-15 769,-1 0-1,1 0 1,0 0-1,0 0 1,0-1 0,0 1-1,0 0 1,0 0-1,1 0 1,-1 0-1,0 0 1,0-1-1,1 1 1,-1 0 0,0 0-1,1-1 1,-1 1-1,0 0 1,1 0-1,-1-1 1,1 1-1,0-1 1,-1 1-1,1 0 1,-1-1 0,1 1-1,1 0 1,0 0-315,-1 0 1,0 0-1,1 0 0,-1 0 1,1-1-1,-1 1 1,1 0-1,-1-1 1,1 1-1,0-1 1,-1 0-1,1 1 1,-1-1-1,1 0 0,0 0 1,-1 0-1,1 0 1,0 0-1,-1-1 1,1 1-1,0 0 1,-1-1-1,4-1 1,3 0-1457,1-1 0,-1-1 0,0 1 0,9-7 0,-8 5-17</inkml:trace>
</inkml:ink>
</file>

<file path=ppt/ink/ink1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4.947"/>
    </inkml:context>
    <inkml:brush xml:id="br0">
      <inkml:brushProperty name="width" value="0.035" units="cm"/>
      <inkml:brushProperty name="height" value="0.035" units="cm"/>
    </inkml:brush>
  </inkml:definitions>
  <inkml:trace contextRef="#ctx0" brushRef="#br0">76 44 696,'4'-18'3599,"0"-2"2808,-4 20-6098,0-1 0,-1 1-1,1-1 1,-1 1-1,1-1 1,-1 1 0,1-1-1,-1 1 1,0 0 0,1 0-1,-1-1 1,1 1-1,-1 0 1,0 0 0,1-1-1,-1 1 1,0 0 0,1 0-1,-1 0 1,1 0 0,-1 0-1,0 0 1,1 0-1,-1 0 1,0 0 0,1 1-1,-2-1 1,-1 0 634,0 1 1,0-1-1,0 1 0,1-1 1,-1 1-1,0 0 1,-3 2-1,3 0-781,1 1 0,-1-1-1,1 1 1,0 0 0,0 0 0,0-1-1,1 1 1,-1 1 0,1-1 0,0 0-1,0 0 1,0 0 0,0 8 0,1-5-134,-1 0 1,0 0 0,-1 0 0,-2 9 0,2-9-8,0 0-1,0 0 1,1-1 0,0 11 0,1-16-21,0 1 1,0-1-1,0 0 1,1 0 0,-1 0-1,1 0 1,-1 0-1,1 0 1,-1 0 0,1 1-1,-1-1 1,1-1-1,0 1 1,0 0 0,1 1-1,-2-1 2,1 0-1,0-1 0,-1 1 1,1 0-1,0 0 0,-1 0 0,1-1 1,-1 1-1,1 0 0,-1 0 1,0 0-1,1 0 0,-1 0 1,0 1-1,1-1 3,-1 0 0,1 0 0,-1 0 1,1-1-1,0 1 0,-1 0 0,1-1 0,0 1 0,-1-1 0,1 1 1,0-1-1,0 1 0,0-1 0,0 1 0,-1-1 0,1 0 0,0 1 1,0-1-1,0 0 0,0 0 0,0 0 0,0 0 0,0 1 0,0-1 1,0-1-1,-1 1 0,1 0 0,0 0 0,2-1 0,29-3 72,-5-7-71,-15 7-7,0 0-1,19-12 1,-28 14 1,0 0 0,1-1 1,-1 1-1,0-1 1,-1 1-1,1-1 0,0 0 1,-1 0-1,1-1 0,-1 1 1,0 0-1,3-8 0,-4 7 7,0 0 0,0 0 0,0 0 0,0 0 0,-1 0 0,1 0 0,-1 0 0,0 0 0,0 0 0,-1 0 0,1 0 0,-1 0-1,0 0 1,0 0 0,0 0 0,-1 0 0,1 0 0,-1 1 0,-3-5 0,5 1 8,0 7-14,0-1 0,0 1 0,0-1 0,0 1 0,0-1-1,0 1 1,0-1 0,0 0 0,0 1 0,0-1-1,0 1 1,0-1 0,0 1 0,-1-1 0,1 1 0,0-1-1,0 1 1,-1-1 0,1 1 0,0 0 0,-1-1-1,1 1 1,0-1 0,-1 1 0,1 0 0,-1-1 0,1 1-1,-1 0 1,1-1 0,-1 1 0,1 0 0,-1 0-1,1 0 1,-1-1 0,-2 0-55,1 0 0,0 1 1,-1-1-1,1 0 0,0 1 0,-1-1 0,1 1 0,-1 0 0,1 0 1,-1 0-1,1 0 0,-1 1 0,1-1 0,-1 0 0,1 1 1,-5 1-1,4-1-424,-1 1 1,1-1 0,-1 1-1,1-1 1,0 1 0,0 0-1,0 0 1,0 0-1,-5 5 1,8-6 187,0-1 0,0 1 0,0-1 1,0 0-1,0 1 0,0-1 0,0 1 0,0-1 0,0 1 0,0-1 0,0 1 0,0-1 0,0 1 1,0-1-1,0 0 0,1 1 0,-1-1 0,0 1 0,0-1 0,0 1 0,1-1 0,-1 0 0,0 1 0,1-1 1,-1 0-1,0 1 0,1-1 0,-1 0 0,0 0 0,1 1 0,-1-1 0,1 0 0,-1 0 0,0 1 1,2-1-1,15 7-9784,-10-7 7045</inkml:trace>
</inkml:ink>
</file>

<file path=ppt/ink/ink1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07.326"/>
    </inkml:context>
    <inkml:brush xml:id="br0">
      <inkml:brushProperty name="width" value="0.035" units="cm"/>
      <inkml:brushProperty name="height" value="0.035" units="cm"/>
    </inkml:brush>
  </inkml:definitions>
  <inkml:trace contextRef="#ctx0" brushRef="#br0">185 203 1160,'-5'-4'8741,"0"3"-7022,-27 6 2571,32-4-4236,-1-1 0,1 0 0,0 1 0,0-1 1,-1 0-1,1 1 0,0-1 0,-1 0 0,1 0 0,0 1 1,-1-1-1,1 0 0,-1 0 0,1 0 0,0 1 0,-1-1 0,1 0 1,-1 0-1,1 0 0,0 0 0,-1 0 0,1 0 0,-1 0 1,0 0-1,-29 5 5160,28-5-4487,-31 1 6745,33 8-7396,-2-7-68,0-1-6,1 0 1,-1 0-1,0 0 0,0 1 0,1-1 1,-1 1-1,1-1 0,-1 1 0,1 0 1,0-1-1,0 1 0,0 0 0,0 0 0,0 0 1,0 0-1,0 0 0,0 0 0,1 0 1,-1 0-1,1 0 0,0 1 0,-1-1 0,1 0 1,0 0-1,0 0 0,1 0 0,-1 0 1,0 1-1,1 2 0,0-2 2,-1 1 0,1 0 1,-1-1-1,0 1 0,0 0 0,-1-1 0,-1 8 0,0 0 15,0-1 1,0 1-1,2 0 0,-1 12 0,1-18-13,-1-1 0,0 0-1,0 1 1,0-1 0,0 0 0,-1 0-1,0 0 1,-2 5 0,2-6-4,0 1 1,1-1 0,-1 1-1,1 0 1,0-1-1,0 1 1,0 0-1,0 4 1,-7 30 104,8-38-101,0 0 0,0 0 1,0 1-1,0-1 0,0 0 1,0 0-1,0 1 0,0-1 1,0 0-1,0 0 1,1 0-1,-1 1 0,0-1 1,0 0-1,0 0 0,0 0 1,1 0-1,-1 1 0,0-1 1,0 0-1,0 0 0,1 0 1,-1 0-1,0 0 0,0 0 1,1 1-1,-1-1 1,0 0-1,0 0 0,1 0 1,-1 0-1,0 0 0,0 0 1,1 0-1,-1 0 0,0 0 1,0 0-1,1 0 0,-1 0 1,0-1-1,1 1 0,18-6 553,-12 3-399,-1-1 1,1 1 0,-1-1-1,8-7 1,7-7-161,-17 15 0,1 0 0,-1-1 0,0 1 0,0-1 0,0 0 0,0-1 0,-1 1 0,0-1 0,0 1 0,3-8 0,-3 4 0,-1-1 0,0 1 0,0-1 0,-1 0 0,0 0 0,-1 0 0,-1-12 0,1 3 0,9-18 0,-8 32 0,6 4 0,-6 0 0,0 0 0,0 1 0,1-1 0,-1 0 0,0 1 0,0-1 0,0 1 0,0 0 0,0-1 0,0 1 0,0 0 0,0 0 0,-1-1 0,1 1 0,0 0 0,0 0 0,0 0 0,-1 0 0,1 0 0,-1 0 0,1 0 0,-1 0 0,1 0 0,0 2 0,1 2 0,0-1 0,1 0 0,-1 1 0,1-1 0,-1 1 0,0-1 0,-1 1 0,2 6 0,4 10 0,-6-17 0,0-1 0,0 1 0,-1 0 0,1 0 0,-1-1 0,0 1 0,0 0 0,-1 4 0,1-5 0,0 0 0,0 1 0,0-1 0,0 0 0,0 0 0,0 0 0,1 0 0,0 0 0,-1 1 0,3 4 0,-1-6 0,-2 2 0,0 12 0,0-13 0,7-12 0,-4 5 0,0 0 0,0-1 0,0 1 0,-1-1 0,1 0 0,-1 0 0,0 0 0,-1 0 0,1 0 0,0-5 0,-1 3 0,1 0 0,-1 0 0,1 0 0,1 0 0,-1 1 0,1-1 0,0 1 0,5-9 0,3-7 0,-10 21 0,-1-1 0,1 1 0,-1-1 0,1 1 0,-1 0 0,1-1 0,0 1 0,0 0 0,0-1 0,0 1 0,0 0 0,0 0 0,2-2 0,0-1 0,-2 3 0,-1 0 0,1 0 0,-1 1 0,1-1 0,-1 0 0,1 1 0,-1-1 0,1 1 0,-1-1 0,1 1 0,0-1 0,0 1 0,-1-1 0,1 1 0,0-1 0,0 1 0,-1 0 0,1-1 0,0 1 0,1 0 0,4 2 0,0 0 0,0 0 0,0 0 0,-1 1 0,1 0 0,-1 1 0,7 4 0,29 33 0,-32-34 0,-8-6 0,0-1 0,0 1 0,0 0 0,0-1 0,0 1 0,0 0 0,0 0 0,0 0 0,0 0 0,-1 0 0,1 0 0,0 0 0,0 0 0,-1 0 0,1 0 0,-1 0 0,1 0 0,-1 1 0,1 0 0,-1-2 0,0 1 0,0-1 0,0 0 0,0 0 0,0 1 0,0-1 0,0 0 0,0 1 0,0-1 0,0 0 0,0 0 0,0 1 0,0-1 0,0 0 0,1 0 0,-1 0 0,0 1 0,0-1 0,0 0 0,0 0 0,1 0 0,-1 1 0,0-1 0,0 0 0,0 0 0,1 0 0,-1 0 0,0 1 0,0-1 0,1 0 0,1 2 0,-7 5 0,5-7 0,0 0 0,0 0 0,0 1 0,0-1 0,0 0 0,0 0 0,0 0 0,0 0 0,0 1 0,0-1 0,0 0 0,0 0 0,0 0 0,0 0 0,0 1 0,0-1 0,0 0 0,0 0 0,0 0 0,0 0 0,0 0 0,0 1 0,1-1 0,-1 0 0,0 0 0,0 0 0,0 0 0,0 0 0,0 1 0,0-1 0,1 0 0,-1 0 0,0 0 0,0 0 0,0 0 0,0 0 0,0 0 0,1 0 0,-1 0 0,0 0 0,0 0 0,0 0 0,0 0 0,1 0 0,-1 0 0,0 0 0,0 0 0,0 0 0,0 0 0,1 0 0,-1 0 0,0 0 0,0 0 0,0 0 0,0 0 0,1 0 0,-1 0 0,0 0 0,0 0 0,0 0 0,0 0 0,1-1 0,-1 1 0,7-2-60,0 0-1,-1-1 1,1 1 0,-1-2-1,0 1 1,0-1-1,0 0 1,0 0 0,-1 0-1,1-1 1,-1 0 0,0 0-1,-1 0 1,8-11-1,-2-1 49,-7 13 74,0 0 1,-1 0-1,0-1 1,0 1-1,0 0 1,0-1-1,-1 1 1,1-1-1,-1 1 1,0-1-1,0-8 1,1 11-50,0 0 0,-1 0 0,1-1 0,1 1 0,-1 1 0,0-1-1,0 0 1,1 0 0,-1 1 0,1-1 0,-1 1 0,4-1 0,-7 3-13,-1 0 0,1 0 0,-1 0 0,1 0 0,0 0 0,0 0 0,-1 1 0,1-1 0,0 0 0,0 1 0,0-1 0,1 1 0,-2 1 0,-12 23 0,11-16 0,1 1 0,0-1 0,0 1 0,1-1 0,1 1 0,0 18 0,1-11 0,-1-15 0,1 0 0,0-1 0,-1 1 0,1-1 0,0 1 0,1-1 0,-1 1 0,0-1 0,1 0 0,3 5 0,-4-2 0,1-1 0,5-8 0,0 1 0,-7 3 0,1 0 0,-1 0 0,1 0 0,-1 0 0,1 0 0,-1-1 0,1 1 0,-1 0 0,0 0 0,1 0 0,-1-1 0,1 1 0,-1 0 0,0 0 0,1-1 0,-1 1 0,0 0 0,1-1 0,-1 1 0,0 0 0,0-1 0,1 1 0,-1-1 0,0 1 0,0 0 0,1-1 0,7-25 0,-9 18 0,1 0 0,-2 0 0,1 0 0,-1 0 0,0 0 0,-5-11 0,6 15 0,0 1 0,0-1 0,1 0 0,-1 0 0,1 1 0,0-1 0,0 0 0,1-5 0,0-7 0,-1 14 0,1 0 0,-1 0 0,1 0 0,-1 0 0,1 0 0,0 0 0,-1 0 0,1 0 0,0 1 0,0-1 0,1 0 0,-1 1 0,0-1 0,0 0 0,1 1 0,-1 0 0,1-1 0,-1 1 0,1 0 0,0 0 0,0 0 0,-1 0 0,1 0 0,0 0 0,0 0 0,4-1 0,8-2 0,0 0 0,28-3 0,-16 3 0,-16 2 0,0 1 0,0 0 0,0 1 0,0 0 0,0 1 0,0 0 0,-1 0 0,1 1 0,18 6 0,-25-7 0,0 0 0,-1 1 0,1-1 0,-1 0 0,0 1 0,1-1 0,-1 1 0,0 0 0,0 0 0,0 0 0,0 0 0,-1 0 0,1 0 0,0 0 0,2 5 0,-3-2 0,1-1 0,-1 1 0,0 0 0,0 0 0,-1-1 0,1 1 0,-1 8 0,-1-11 0,0 0 0,1 0 0,-1 0 0,0 0 0,-1 0 0,1 0 0,0 0 0,0-1 0,-1 1 0,1 0 0,-1-1 0,1 1 0,-1-1 0,0 0 0,1 1 0,-5 1 0,-9 9 0,4-2 0,4-10 0,7 0 0,-1-1 0,1 1 0,-1 0 0,1 0 0,-1 0 0,1 0 0,0 0 0,-1 0 0,1-1 0,-1 1 0,1 0 0,0 0 0,-1-1 0,1 1 0,0 0 0,-1 0 0,1-1 0,0 1 0,-1 0 0,1-1 0,0 1 0,0-1 0,-1 1 0,1 0 0,0-1 0,0 1 0,0-1 0,0 1 0,0 0 0,-1-1 0,1 1 0,0-1 0,0 1 0,0-1 0,0 1 0,0-1 0,0 1 0,0 0 0,1-1 0,-1 1 0,0-1 0,0 1 0,0-1 0,0 1 0,1-1 0,-1-3 0,1 0 0,0 0 0,-1 0 0,2 1 0,-1-1 0,0 0 0,1 1 0,0-1 0,3-4 0,6-17 0,-9 20 0,1 0 0,0 0 0,-1 0 0,2 0 0,-1 1 0,0-1 0,1 1 0,4-5 0,18-23 0,9-14 0,-27 39 0,-7 6 0,0 1 0,0-1 0,0 1 0,0-1 0,0 0 0,-1 1 0,1-1 0,0 0 0,0 0 0,0 0 0,-1 0 0,1 1 0,0-1 0,-1 0 0,1 0 0,-1 0 0,1 0 0,-1 0 0,0-1 0,1 1 0,-1-2 0,1 3-2,-1 0 0,1 0 0,-1 0-1,1 0 1,-1-1 0,1 1 0,0 0 0,-1 0 0,1 0 0,-1 0-1,1 0 1,-1 0 0,1 0 0,-1 0 0,1 1 0,0-1 0,-1 0-1,1 0 1,-1 0 0,1 1 0,-1-1 0,1 0 0,-1 0 0,1 1-1,-1-1 1,0 0 0,1 1 0,-1-1 0,1 1 0,-1-1 0,0 0-1,1 2 1,6 7-3,-6-8 5,-1-1 0,1 1 0,0 0-1,0-1 1,-1 1 0,1 0 0,0 0-1,-1-1 1,1 1 0,-1 0 0,1 0-1,-1 0 1,0 0 0,1 0 0,-1 0-1,0 0 1,1 1 0,-1 0 2,0-1 1,1 0-1,-1 1 1,0-1-1,1 1 1,-1-1-1,1 0 0,0 0 1,-1 1-1,1-1 1,0 0-1,1 2 1,-1-2-1,0 0 1,0 0 0,0 0 0,0 1 0,-1-1-1,1 0 1,-1 0 0,1 1 0,-1-1 0,1 0-1,-1 1 1,1 1 0,-1-1-3,1 0 0,0 0 1,-1 1-1,1-1 0,0 0 0,1 0 1,-1 0-1,0 0 0,0 0 0,1 0 0,-1-1 1,1 1-1,0 0 0,-1-1 0,3 2 1,7 8-96,-10-10 98,1 0 0,-1 0 0,1 0 0,0 0 0,0 0-1,-1 0 1,1-1 0,0 1 0,0 0 0,4 0 0,7 3 59,-13-3-62,1-1 0,-1 0 1,0 0-1,0 0 1,0 0-1,1 0 0,-1 0 1,0 0-1,0 0 0,1 0 1,-1 0-1,0 0 1,0 0-1,1 0 0,-1 0 1,0 0-1,0 0 0,1 0 1,-1 0-1,0 0 1,0 0-1,0 0 0,1 0 1,-1 0-1,0 0 0,0 0 1,1-1-1,-1 1 1,0 0-1,0 0 0,2-3-2,12-2 2,-12 5 0,-1 0 0,1 0 0,0-1 0,-1 1 0,1-1 0,-1 1 0,1-1 0,-1 0 0,1 0 0,-1 0 0,1 1 0,-1-1 0,0-1 0,3-1 0,18-22 0,-16 20 0,-1-1 0,0 1 0,0-1 0,-1 0 0,0-1 0,0 1 0,0-1 0,4-10 0,-1 2 0,-5 12 0,-1 0 0,1-1 0,-1 1 0,0 0 0,1-1 0,-2 1 0,2-5 0,6-13 0,-9 16 0,-3 1 0,9 7 0,-3-2 0,0 0 0,0 1 0,0-1 0,0 0 0,0 1 0,0 0 0,-1-1 0,1 1 0,2 3 0,-3-3 0,1 0 0,-1 0 0,1-1 0,0 1 0,0 0 0,-1-1 0,1 1 0,0-1 0,4 3 0,4 1 0,-4-5 0,-5-1 0,1 0 0,0-1 0,0 1 0,-1 0 0,1-1 0,-1 0 0,1 1 0,-1-1 0,0 0 0,0 1 0,2-4 0,3-5 0,-5-3 0,-1 13 0,0-1 0,0 0 0,-1 1 0,1-1 0,0 1 0,0-1 0,0 0 0,0 1 0,0-1 0,0 1 0,0-1 0,1 1 0,-1-1 0,0 0 0,0 1 0,0-1 0,1 1 0,-1-1 0,1 0 0,1 0 0,1 0 0,-1-8 0,-2 5 0,0 13 0,0-3 0,0 8 0,0 0 0,-1-1 0,-1 1 0,-2 14 0,2-22 0,1-1 0,0 1 0,1 0 0,0 0 0,0 0 0,0 0 0,0 0 0,1-1 0,0 1 0,0 0 0,4 11 0,2 0 0,1 0 0,14 23 0,4 6 0,-7-12 0,1 0 0,39 47 0,-35-49 0,-1 0 0,30 57 0,-49-80 0,-1-1 0,0 1 0,0-1 0,-1 1 0,0 0 0,-1 0 0,0 0 0,0 0 0,-1 0 0,0 0 0,-1 0 0,0 0 0,0 0 0,-1 0 0,0 0 0,-1 0 0,0-1 0,0 1 0,-1-1 0,0 0 0,0 0 0,-1 0 0,0 0 0,0-1 0,-1 0 0,0 0 0,0-1 0,-1 1 0,-10 7 0,-3 1 0,0-1 0,0-1 0,-1-1 0,-1-1 0,-43 15 0,63-25 0,-24 7 0,-34 6 0,51-12 0,0-1 0,-1-1 0,1 0 0,0 0 0,0 0 0,-1-1 0,-12-4 0,13 3 0,0 0 0,0-1 0,1 0 0,-1-1 0,1 0 0,-9-5 0,14 7 0,1 0 0,-1 0 0,1 0 0,0 0 0,0 0 0,0-1 0,0 1 0,0-1 0,0 1 0,0-1 0,1 0 0,0 0 0,-1 1 0,1-1 0,0 0 0,0 0 0,1 0 0,-1-1 0,1 1 0,-1 0 0,1-5 0,-1-5 0,1-1 0,1 0 0,0 0 0,1 1 0,1-1 0,0 1 0,0-1 0,2 1 0,-1 0 0,2 1 0,9-18 0,-12 25 0,15-24 0,2 1 0,23-26 0,-25 28 0,6-5 0,-3 9 0,-12 13 0,0 1 0,0-1 0,18-11 0,-7 11-3815,-19 9 3404,0 0 0,0 0 0,0 0-1,0 0 1,0-1 0,0 1 0,0 0 0,0-1 0,0 1-1,-1-1 1,1 1 0,0-1 0,0 1 0,0-1-1,0 0 1,-1 1 0,1-1 0,0 0 0,-1 0 0,1 1-1,-1-1 1,1 0 0,0 0 0,-1 0 0,0 0 0,1 0-1,-1 0 1,0 0 0,1 0 0,-1 0 0,0 0-1,0-1 1</inkml:trace>
</inkml:ink>
</file>

<file path=ppt/ink/ink1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44.576"/>
    </inkml:context>
    <inkml:brush xml:id="br0">
      <inkml:brushProperty name="width" value="0.035" units="cm"/>
      <inkml:brushProperty name="height" value="0.035" units="cm"/>
    </inkml:brush>
  </inkml:definitions>
  <inkml:trace contextRef="#ctx0" brushRef="#br0">1110 11 88,'0'1'132,"0"-1"-1,0 1 1,0 0 0,0-1-1,0 1 1,0-1 0,0 1-1,-1 0 1,1-1 0,0 1 0,0 0-1,0-1 1,-1 1 0,1-1-1,0 1 1,0-1 0,-1 1-1,1-1 1,-1 1 0,1-1-1,0 1 1,-1-1 0,1 1-1,-1-1 1,1 0 0,-1 1-1,-1 10 7526,2-15-6908,0 3 250,-21 6 302,-8 1-432,-70-1 2862,47 0-1861,-50 6 1903,-63-11 1273,95-6-4208,55 6-728,7 0-70,-1 0 0,1 0 0,-1 0-1,1 2 1,-9 1 0,12-2-31,0 1 0,0-1 0,0 0 0,0-1 0,-1 1 0,-7-1 0,-9 5-42,17-3 21,3 0 10,-9-1-6,10-1 13,0 0-1,-1 0 1,1 0-1,0 0 1,0 0-1,0 1 1,0-1 0,0 0-1,-1 0 1,1 1-1,0-1 1,0 1-1,0-1 1,-1 2-1,2-2-3,-1 0-1,1 1 0,0-1 1,0 0-1,-1 0 1,1 0-1,0 1 0,0-1 1,-1 0-1,1 0 1,0 0-1,-1 1 0,1-1 1,0 0-1,-1 0 1,1 0-1,0 0 0,-1 0 1,1 0-1,0 0 1,-1 0-1,1 0 0,0 0 1,-1 0-1,1 0 1,0 0-1,-1 0 0,1 0 1,0 0-1,-1 0 1,1 0-1,0 0 0,-1-1 1,1 1-1,-1 0 0,-1-1 2,-10 6-8,12-5 6,-1 0 0,1 0 0,0 0-1,0 0 1,-1 0 0,1 0-1,0 0 1,0 0 0,0 0 0,-1 0-1,1 0 1,0 0 0,0 0 0,-1 0-1,1 0 1,0 0 0,0 0-1,0 0 1,0 1 0,-1-1 0,1 0-1,0 0 1,0 0 0,0 0 0,0 1-1,-1-1 1,1 0 0,0 0-1,0 0 1,0 1 0,0-1 0,0 0-1,0 0 1,0 0 0,0 1 0,0-1-1,-3 1-12,3-1 12,0 0 1,-1 0 0,1 0-1,0 0 1,0 0 0,0 0-1,-1 0 1,1 0 0,0 0-1,0 0 1,0 0 0,0 0-1,-1 0 1,1 0 0,0 0-1,0 0 1,0 0-1,0 0 1,-1 0 0,1 0-1,0 0 1,0 0 0,0 0-1,0 0 1,0 1 0,-1-1-1,1 0 1,0 0 0,0 0-1,0 0 1,0 0 0,0 0-1,0 1 1,0-1 0,0 0-1,-1 0 1,1 0-1,0 0 1,0 1 0,0-1-1,0 0 1,0 0 0,0 0-1,0 0 1,0 1 0,0-1-1,0 0 1,0 0 0,0 1-8,-35 16 62,21-8-74,-28 13 74,37-15-76,5-6 19,-1 0 1,1 0-1,0 0 0,-1-1 0,1 1 0,-1 0 1,0 0-1,1-1 0,-1 1 0,1 0 0,-1-1 1,0 1-1,0-1 0,1 1 0,-1-1 1,0 1-1,0-1 0,0 1 0,1-1 0,-2 0 1,1 1 2,0-1 0,0 1 0,0-1 0,0 1 0,0-1 1,0 1-1,0-1 0,0 1 0,0 0 0,0 0 0,1-1 0,-1 1 1,0 0-1,-1 2 0,-8 7 52,-7 10-20,11-14-19,1 0 0,-1-1-1,-1 0 1,1 0 0,-1 0 0,-8 4-1,3-2 77,7-3-50,0-1-1,1 1 1,0 0 0,0 0 0,0 0 0,-5 9 0,7-10-40,1 0 0,0 0 0,-1 0 0,0 0 0,1 0 0,-1 0 0,-3 2 0,5-4 1,-1-1 0,1 0 1,0 1-1,0-1 1,-1 1-1,1-1 0,0 0 1,0 1-1,-1-1 1,1 1-1,0-1 0,0 0 1,0 1-1,0-1 0,0 1 1,0-1-1,0 1 1,-1-1-1,1 1 0,1-1 1,-1 0-1,0 1 1,0-1-1,0 1 0,0-1 1,0 1-1,0 2 4,-6 6 5,5-8-5,0 0-1,0-1 0,1 1 1,-1 0-1,0 0 0,1 0 1,-1 0-1,1 0 0,-1 0 1,1 0-1,-1 0 0,1 0 1,0 0-1,0 0 0,-1 0 0,1 0 1,0 0-1,0 1 0,0 0 2,-1 0-1,1 0 0,-1 0 0,0 0 1,0 0-1,0 0 0,0 0 0,0-1 1,0 1-1,0 0 0,-2 1 0,2-1-4,-1 0-1,1 0 1,0 0-1,-1 0 0,1 0 1,0 0-1,0 0 1,0 0-1,1 0 1,-1 1-1,0 3 0,-1 0 8,0-1 0,0 1 0,-1 0 0,0-1 0,0 0 0,0 0 0,-1 0 0,-6 9 0,9-11-1,0 0-1,0 0 1,1 0-1,-1 0 1,1 0-1,0 0 1,0 1-1,0-1 1,2 5-1,-2 3 9,0-10-11,1 0 0,-1 0-1,1 0 1,-1 1-1,0-1 1,1 0 0,0 0-1,-1 0 1,1 0-1,0 0 1,-1 0 0,3 1-1,-2-1 2,-1 0-1,1 0 1,0 0-1,0 0 1,-1 0 0,1 0-1,-1 0 1,1 0-1,-1 1 1,1-1-1,-1 0 1,1 2-1,-1-1 2,1 0-1,-1 0 1,1 0-1,-1 0 1,1 0 0,0 0-1,0 0 1,0 0-1,0 0 1,0 0-1,0-1 1,3 4-1,20 20 41,-19-21-50,37 43 56,-31-37-11,-6-6-31,0 0 0,-1 0 0,0 0 0,1 1 0,4 8 0,-7-11-6,0 0-1,0 1 0,0-1 0,0 0 0,0-1 0,0 1 0,1 0 0,2 1 0,15 14 9,-18-15-8,0 0 0,1 0 0,-1 0 0,0 0 0,1 0 0,-1 0 0,1-1 0,-1 1 0,1-1 0,5 3 0,9 10 13,28 12 88,-26-20-46,0-2-1,1 1 0,37 2 1,-39-6-31,1 1 0,27 7 1,-4-1 35,36 8 15,-50-10-42,-1 0 1,1-2-1,30 1 1,52 6-37,132-11 0,-168-5 0,-4-1 0,-34 4 0,52-9 0,-52 5 0,53-1 0,-62 6 0,39-8 0,-57 8 0,47-8 0,82-14 0,-101 11 0,9-2 0,-24 7 0,5-1 0,1 1 0,-14 3 0,6-4 0,-14 5 0,35-11 0,-31 13 0,-7 1 0,0-1 0,1 1 0,-1-1 0,0 0 0,0 0 0,1 0 0,-1-1 0,3-1 0,45-24 0,-49 25 0,0 1 0,0-1 0,0 1 0,-1-1 0,1 0 0,-1 0 0,1 1 0,-1-1 0,1 0 0,-1-1 0,1-2 0,12-16 0,1 8 0,-14 13 0,0 0 0,-1-1 0,1 1 0,-1 0 0,1-1 0,-1 1 0,1-1 0,0 1 0,-1-1 0,0 1 0,1-1 0,-1 0 0,1 1 0,-1-1 0,0 0 0,1 1 0,-1-1 0,0 0 0,0 1 0,1-1 0,-1 0 0,0-1 0,1 0 0,1-1 0,0 0 0,0 1 0,-1-1 0,1 1 0,0 0 0,5-4 0,1-2 0,4-2 0,-11 9 0,1 0 0,0 0 0,-1 0 0,1 0 0,-1 0 0,0-1 0,1 1 0,-1 0 0,0-1 0,0 1 0,0-1 0,0 1 0,0-1 0,1-2 0,-2 3 0,0 0 0,0-1 0,1 1 0,-1 0 0,1-1 0,-1 1 0,1 0 0,-1-1 0,1 1 0,0 0 0,-1 0 0,1 0 0,2-2 0,-2 2 0,-1 0 0,1 0 0,0 0 0,-1 0 0,1 0 0,0 0 0,-1 0 0,1 0 0,-1 0 0,1 0 0,-1-1 0,0 1 0,1-1 0,-1 0 0,1 0 0,-1 0 0,1 0 0,0 1 0,0-1 0,-1 0 0,1 1 0,1-1 0,-1 1 0,0-1 0,2-1 0,-2 1 0,1 1 0,-1 0 0,0-1 0,0 1 0,0-1 0,0 0 0,0 1 0,0-1 0,0 0 0,-1 0 0,2-2 0,-2 2 0,0 0 0,1 0 0,-1 0 0,1 0 0,-1 0 0,1 1 0,0-1 0,0 0 0,0 0 0,0 1 0,0-1 0,3-2 0,-3 2 0,0 0 0,1 1 0,-1-1 0,0 0 0,0 0 0,0 0 0,0 0 0,0 0 0,0 0 0,-1-1 0,1 1 0,-1 0 0,1-3 0,-2 1 0,1 2 0,0 1 0,0 0 0,0 0 0,0 0 0,1-1 0,-1 1 0,0 0 0,1 0 0,-1 0 0,0 0 0,1 0 0,-1 0 0,1 0 0,0 0 0,-1 0 0,1 0 0,1-1 0,-1-2 0,0-1 0,0 1 0,-1 0 0,1-1 0,-1 1 0,0 0 0,0-1 0,0 1 0,-2-5 0,1-7 0,-7-10 0,8 24 0,-1 1 0,1-1 0,0 0 0,-1 1 0,0-1 0,1 1 0,-1-1 0,0 1 0,0 0 0,-1-3 0,1 3 0,0-1 0,0 0 0,0 1 0,0-1 0,0 0 0,1 0 0,-1 0 0,0 1 0,1-1 0,-1-4 0,0 0 0,-1 0 0,1 1 0,-1-1 0,-1 0 0,1 1 0,-5-7 0,7 11 0,-1-1 0,0 0 0,-1 0 0,1-1 0,0 1 0,-1 0 0,0 0 0,1 0 0,-1 1 0,0-1 0,0 0 0,0 1 0,-3-3 0,-20-26 0,21 27 0,1-1 0,-1 1 0,1-1 0,0 0 0,0 0 0,-4-6 0,-26-22 0,30 29 0,0 0 0,-1 0 0,1 0 0,-1 1 0,1-1 0,-1 1 0,0 0 0,0 0 0,0 0 0,0 1 0,0-1 0,0 1 0,-7-1 0,-22-9 0,26 9 0,0 0 0,0 1 0,0 0 0,0 0 0,-12 0 0,-11-1 0,-73-1 0,16 1 0,-183-15 0,207 9 0,-74-4 0,116 13 0,-35 6 0,39-4 0,-2 1 0,-12 2 0,-40-2-3795,47-2 774,0-1 0,-33-2 1,-13-10-10807,39 10 8984</inkml:trace>
</inkml:ink>
</file>

<file path=ppt/ink/ink1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46.818"/>
    </inkml:context>
    <inkml:brush xml:id="br0">
      <inkml:brushProperty name="width" value="0.035" units="cm"/>
      <inkml:brushProperty name="height" value="0.035" units="cm"/>
    </inkml:brush>
  </inkml:definitions>
  <inkml:trace contextRef="#ctx0" brushRef="#br0">2719 201 1792,'-25'-18'6514,"21"15"-5898,0-1 1,-1 1-1,1-1 0,-1 2 1,0-1-1,1 0 0,-1 1 1,-1 0-1,1 0 0,0 0 0,0 1 1,-1-1-1,-7 1 0,6 0 332,-1 0-1,1 0 1,-1-1-1,-12-4 0,13 4-169,0-1-1,0 2 1,-1-1-1,-12 0 1,-8 0 1359,1 0 1,-45-11 0,-12-1-1380,-14 4-740,-116-28 1,142 24-19,-82-5 0,130 16 0,-62-2 0,-45 0 0,97 2 0,-55 3 0,33 2 0,-18 3 0,7 0 0,34-3 0,0 2 0,-59 14 0,58-11 0,-18-1 0,39-5 0,0 0 0,1 1 0,-17 4 0,19-3 0,1-1 0,-1-1 0,-13 1 0,-9 2 0,-36 6 0,-82 25 0,58-12 0,65-13 0,16-5 0,1-1 0,-1-1 0,-21 5 0,-3-1 0,18 1 0,9-7 0,0 1 0,-1 0 0,1 1 0,0 0 0,0 0 0,0 0 0,0 1 0,-11 8 0,-3 0 0,18-10 0,0 0 0,0 0 0,1 0 0,-1 1 0,1-1 0,-1 1 0,-5 5 0,1-3 0,7-4 0,1-1 0,-1 0 0,1 0 0,-1 0 0,1 0 0,-1 1 0,1-1 0,0 0 0,-1 1 0,1-1 0,-1 0 0,1 1 0,-1-1 0,1 0 0,0 1 0,-1-1 0,1 1 0,0-1 0,-1 1 0,1-1 0,0 1 0,0-1 0,0 1 0,-1-1 0,1 1 0,0 0 0,-1 0 0,1 0 0,-1 0 0,0 0 0,0 0 0,0-1 0,0 1 0,0 0 0,0 0 0,0-1 0,0 1 0,0-1 0,0 1 0,0-1 0,0 1 0,-2 0 0,2-1 0,-1 0 0,1 1 0,-1-1 0,1 1 0,-1 0 0,1-1 0,0 1 0,-1 0 0,1 0 0,0 0 0,0 0 0,-1 0 0,1 0 0,0 0 0,0 1 0,0-1 0,0 0 0,1 0 0,-2 3 0,1-1 0,1 1 0,-1-1 0,0 1 0,-1-1 0,1 0 0,0 1 0,-1-1 0,0 0 0,0 0 0,0 0 0,0 0 0,-4 4 0,5-6 0,-10 25 0,-23 16 0,22-32 0,-6 7 0,12-10 0,4-7 0,1 1 0,-1 0 0,1 0 0,-1 0 0,1 0 0,-1 0 0,1 0 0,0 0 0,0 0 0,0 0 0,0 1 0,-1-1 0,2 0 0,-3 3 0,-16 18 0,13-12 0,6-9 0,0-1 0,0 1 0,0 0 0,0-1 0,0 1 0,0-1 0,-1 1 0,1 0 0,0-1 0,0 1 0,-1 0 0,1-1 0,0 1 0,-1-1 0,1 1 0,0-1 0,-2 2 0,-1 7 0,3-5 0,-1 0 0,1 0 0,0-1 0,0 1 0,1 0 0,-1 0 0,1 0 0,0 0 0,0-1 0,3 7 0,7 30 0,-10-36 0,1-1 0,-1 1 0,0 0 0,0-1 0,-1 1 0,1 0 0,-1 0 0,0 0 0,0-1 0,0 5 0,0 1 0,8 23 0,-7-28 0,0 0 0,0 0 0,1 0 0,-1-1 0,1 1 0,0 0 0,0-1 0,0 1 0,1-1 0,4 6 0,4 12 0,-7-16 0,0 0 0,0-1 0,1 1 0,-1-1 0,1 0 0,10 6 0,-8-5 0,1 0 0,-1 1 0,0 0 0,7 8 0,27 8 0,-37-18 0,1 0 0,0 0 0,0-1 0,1 0 0,-1 0 0,1-1 0,10 5 0,47 8 0,-11-3 0,158 41 0,-199-49 0,4 1 0,1 0 0,0-1 0,0-1 0,18 2 0,-15-4 0,1 1 0,0 1 0,32 9 0,-34-7 0,1 0 0,0-2 0,33 2 0,73 1 0,-95-6 0,11 0 0,41-5 0,-48 3 0,52 2 0,-51 1 0,54-5 0,53-8 0,-112 8 0,149-23 0,14 1 0,-114 15 0,-48 8 0,36-9 0,48-9 0,-97 16 0,63-15 0,116-44 0,-171 54 0,0 1 0,29-5 0,12-6 0,-47 12 0,20-10 0,-7 1 0,-26 14 0,0 0 0,0 0 0,0-1 0,-1 0 0,11-8 0,33-20 0,-16 11 0,-23 13 0,-10 7 0,1 1 0,-1-1 0,0 0 0,0 0 0,1 0 0,-1 0 0,0 0 0,0 0 0,0-1 0,0 1 0,1-2 0,9-9 0,-10 12 0,0-1 0,0 1 0,0-1 0,0 0 0,-1 0 0,1 1 0,0-1 0,0 0 0,-1 0 0,1 0 0,0 0 0,-1 0 0,1 0 0,-1 0 0,1 0 0,-1 0 0,0 0 0,1-2 0,3-9 0,0-4 0,-4 11 0,-1 1 0,1 0 0,-1-1 0,0 1 0,-1 0 0,1-1 0,-1 1 0,-4-8 0,-23-34 0,14 24 0,-13-11 0,5 9 0,18 18 0,-1 0 0,0 0 0,0 1 0,-10-7 0,-12-10 0,27 21 0,0 0 0,0 0 0,0 0 0,-1 1 0,1-1 0,0 0 0,0 1 0,-1-1 0,1 1 0,0-1 0,-4 1 0,4-1 0,0 1 0,0 0 0,-1-1 0,1 1 0,0 0 0,0-1 0,0 0 0,0 1 0,-1-1 0,1 0 0,-1-1 0,-5-2 0,0 0 0,0 1 0,0 0 0,-1 0 0,1 0 0,-1 1 0,0 0 0,1 0 0,-11 0 0,-56-13 0,40 7 0,27 6 0,1 1 0,0-1 0,-1 1 0,-10 0 0,3 0 0,0-1 0,-24-5 0,3 0 0,6 1 0,-44-15 0,49 13 0,17 7-149,6 1-866</inkml:trace>
</inkml:ink>
</file>

<file path=ppt/ink/ink1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47.593"/>
    </inkml:context>
    <inkml:brush xml:id="br0">
      <inkml:brushProperty name="width" value="0.035" units="cm"/>
      <inkml:brushProperty name="height" value="0.035" units="cm"/>
    </inkml:brush>
  </inkml:definitions>
  <inkml:trace contextRef="#ctx0" brushRef="#br0">36 1006 1424,'0'-1'174,"-1"1"0,1-1-1,0 1 1,0-1 0,0 1 0,-1-1-1,1 1 1,0-1 0,-1 1-1,1-1 1,0 1 0,-1 0 0,1-1-1,-1 1 1,1-1 0,-1 1-1,1 0 1,-1-1 0,1 1 0,-1 0-1,1 0 1,-1 0 0,1-1-1,-1 1 1,1 0 0,-1 0 0,1 0-1,-1 0 1,0 0 0,1 0-1,-2 0 1,2 0-24,0 0 0,-1 0 0,1 0 0,-1 0 0,1 0 0,-1 0 0,1 0 0,-1 0 0,1-1 0,0 1 0,-1 0 0,1 0 0,-1 0 0,1 0 0,0-1 0,-1 1 0,1 0 0,0 0 0,-1-1 0,1 1 0,0 0 0,-1-1 0,1 1 0,0 0 0,0-1 0,-1 1 0,1-1 0,0 0 0,-4-3 1598,4 4-1406,-1 0 1,1 0-1,-1 0 1,1 0-1,0-1 1,-1 1-1,1 0 1,0-1-1,-1 1 0,1 0 1,0 0-1,0-1 1,-1 1-1,1-1 1,0 1-1,0 0 1,0-1-1,-1 1 0,1 0 1,0-1-1,0 1 1,0-1-1,0 1 1,0-1-1,0 1 1,0 0-1,0-1 1,0 1-1,0-1 0,0 1 1,0-1-1,0 1 1,0 0-1,0-1 1,0 1-1,0-1 1,1 1-1,-1 0 0,0-1 1,0 1-1,1 0 1,-1-1-1,1 0 1,49-45 4226,-41 37-4550,1 1 1,19-11-1,-4 2-28,-24 16 9,28-20 0,-2-1 0,44-45 0,13-17 0,-66 65 0,35-27 0,-8 6 0,26-24 0,34-34 0,-56 51 0,53-56 0,-85 83 0,-1-1 0,0 0 0,18-33 0,-29 45 0,0 0 0,-1 0 0,0 0 0,0-1 0,-1 0 0,0 1 0,-1-1 0,0 0 0,1-15 0,-3 24 0,0 1 0,0-1 0,0 1 0,0-1 0,0 1 0,0-1 0,0 1 0,0-1 0,0 1 0,0-1 0,-1 1 0,1-1 0,0 1 0,0 0 0,0-1 0,-1 1 0,1-1 0,0 1 0,-1 0 0,1-1 0,-1 0 0,1 1 0,-1-1 0,1 0 0,-1 1 0,1-1 0,-1 0 0,1 1 0,0-1 0,-1 0 0,1 1 0,0-1 0,0 0 0,-1 0 0,1 1 0,0-1 0,0 0 0,0 0 0,0 0 0,0 1 0,0-1 0,0-1 0,-1-3 0,-6 5 0,4 1 0,0 0 0,0 0 0,0 1 0,0-1 0,0 0 0,0 1 0,1 0 0,-1 0 0,-3 3 0,-4 3 0,-65 28 0,70-33 0,0-1 0,-1 0 0,1-1 0,0 1 0,-1-1 0,1 0 0,-1-1 0,-6 1 0,-19 3 0,21-2 0,-1-1 0,1 0 0,-1 0 0,-13-1 0,-16-1 0,37 1 0,0 1 0,0-1 0,0 0 0,0 1 0,0 0 0,0 0 0,0 0 0,1 0 0,-1 0 0,0 0 0,-3 3 0,-16 6 0,20-9 0,0 1 0,0-1 0,0 1 0,1-1 0,-1 1 0,1 0 0,-1 0 0,1 0 0,-1 0 0,1 0 0,0 0 0,0 0 0,0 0 0,0 0 0,0 0 0,1 1 0,-1-1 0,1 0 0,-1 0 0,1 1 0,0 2 0,0-5 0,0 2 0,1-1 0,-1 0 0,0 1 0,1-1 0,0 0 0,-1 0 0,1 0 0,0 0 0,0 0 0,-1 1 0,1-1 0,0-1 0,0 1 0,0 0 0,0 0 0,0 0 0,1 0 0,1 0 0,-2 0 0,0 0 0,0 0 0,0 0 0,1-1 0,-1 1 0,0-1 0,1 1 0,-1-1 0,0 1 0,1-1 0,-1 0 0,0 0 0,1 1 0,-1-1 0,1 0 0,-1 0 0,1-1 0,-1 1 0,0 0 0,1 0 0,-1-1 0,1 1 0,-1-1 0,2 0 0,5-2 0,80-20 0,-49 12 0,60-9 0,-51 14 0,-2-1 0,60 0 0,-87 7 0,-7-1 0,0 1 0,0 1 0,12 1 0,-21-1 0,0-1 0,-1 1 0,1 0 0,0-1 0,-1 1 0,0 1 0,1-1 0,-1 0 0,1 0 0,-1 1 0,0-1 0,0 1 0,0 0 0,0 0 0,0 0 0,0 0 0,-1 0 0,4 4 0,-5-4 0,1-1 0,-1 1 0,1-1 0,-1 1 0,1-1 0,-1 1 0,0-1 0,0 1 0,0-1 0,0 1 0,0-1 0,0 1 0,-1-1 0,1 1 0,0-1 0,-1 1 0,1-1 0,-1 1 0,1-1 0,-1 0 0,0 1 0,-1 1 0,-24 30 0,10-14 0,14-17-190,0 0 0,1 1 1,-1-1-1,1 0 0,0 1 0,0 0 0,0-1 0,0 1 1,0 0-1,1-1 0,-1 1 0,1 0 0,0 0 0,0-1 1,0 1-1,0 0 0,0 0 0,0-1 0,1 1 0,0 0 1,0 2-1,1-2-200,0 0 0,0 0 0,0 0 0,0 0 0,1 0 0,-1-1 0,1 0 0,0 1 0,-1-1 1,1 0-1,0 0 0,0 0 0,1-1 0,-1 1 0,0-1 0,6 2 0,67 18-10724,-27-10 5139</inkml:trace>
</inkml:ink>
</file>

<file path=ppt/ink/ink1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51.755"/>
    </inkml:context>
    <inkml:brush xml:id="br0">
      <inkml:brushProperty name="width" value="0.035" units="cm"/>
      <inkml:brushProperty name="height" value="0.035" units="cm"/>
    </inkml:brush>
  </inkml:definitions>
  <inkml:trace contextRef="#ctx0" brushRef="#br0">825 1105 3761,'-9'-16'2098,"0"2"1,-2-1-1,0 1 0,-15-16 1,-57-47 3478,63 59-4001,-13-9 661,-1 1 0,-1 2 0,-1 2 0,-51-25 0,78 44-2224,-1 0-1,0 0 1,1 1-1,-1 0 1,0 1 0,0 0-1,0 0 1,0 1-1,0 1 1,0-1-1,0 2 1,-10 1 0,-17 6-7,-62 22 0,98-30-6,-18 6 0,1 0 0,-26 15 0,37-18 0,0 1 0,0 0 0,1 0 0,0 0 0,0 1 0,0 0 0,1 0 0,-8 11 0,11-15 0,1 0 0,0 0 0,0 0 0,0 0 0,0 0 0,0 0 0,0 0 0,0 0 0,1 1 0,-1-1 0,1 0 0,0 0 0,0 1 0,0-1 0,0 0 0,0 0 0,0 1 0,0-1 0,1 0 0,-1 0 0,1 0 0,0 1 0,-1-1 0,1 0 0,0 0 0,0 0 0,0 0 0,1 0 0,1 3 0,0-3 0,0 1 0,0-1 0,0 1 0,0-1 0,1 0 0,-1 0 0,1 0 0,-1-1 0,1 1 0,0-1 0,-1 0 0,1 0 0,0 0 0,0 0 0,0-1 0,7 1 0,14-2 0,0 0 0,0-2 0,-1 0 0,1-2 0,-1-1 0,0 0 0,-1-2 0,1-1 0,-1-1 0,-1-1 0,0-1 0,33-23 0,-45 28 0,-1 0 0,0 0 0,0-1 0,-1 0 0,0-1 0,0 0 0,-1 0 0,0-1 0,-1 1 0,0-1 0,-1-1 0,0 1 0,0-1 0,-1 0 0,-1 0 0,1 0 0,1-15 0,1-25 0,0 13 0,0-46 0,-7 69 0,0 0 0,-5-20 0,2 20 0,2 0 0,-1-21 0,3 32 0,-1-1 0,0 1 0,0-1 0,0 1 0,-3-8 0,2 8 0,1-1 0,-1 1 0,1 0 0,0-1 0,-1-8 0,-1 6 0,2 6 0,1 1 0,-1-1 0,1 1 0,0-1 0,-1 1 0,1-1 0,0 0 0,-1 1 0,1-1 0,0 0 0,0 1 0,-1-1 0,1 0 0,0 1 0,0-1 0,0 0 0,0 1 0,0-2 0,2-1 0,1 7 0,2 4 0,11 20 0,-2-1 0,-10-20 0,0 0 0,-1-1 0,0 1 0,3 13 0,-2-8 0,0 0 0,1 0 0,12 23 0,-9-21 0,-1 0 0,5 17 0,30 69 0,-35-80 0,2 9 0,10 48 0,-15-62 0,0 0 0,6 15 0,6 25 0,-15-50 0,1 1 0,0-1 0,1 0 0,-1 0 0,1 0 0,0 0 0,7 8 0,6 10 0,-15-21-246,0-1 0,0 1 1,1-1-1,-1 0 0,0 1 0,1-1 1,-1 0-1,1 0 0,-1 0 0,1 0 0,0 0 1,0-1-1,-1 1 0,1 0 0,0-1 1,0 1-1,-1-1 0,1 0 0,0 0 1,0 0-1,0 0 0,0 0 0,3 0 0,21-23-6184,6-24 1352,-15 21 3141,82-109-1249,-92 126 3301,-6 8-69,0 0 0,0-1-1,0 1 1,0 0 0,0 0-1,0-1 1,-1 1 0,1-1-1,-1 1 1,1 0-1,-1-1 1,1 1 0,-1-1-1,0-1 1,9-29 18723,-9 37-19615,3 5 2334,2 7-293,-5-9-979,0 1 1,1-1-1,0 1 1,4 13 0,6 30-176,-9-47-41,0 0 0,0 0 0,1 0 0,-1 0 0,1-1 0,0 1 0,1-1 0,-1 0 0,1 0 0,-1 0 0,1 0 0,0-1 0,1 0 0,-1 0 0,1 0 0,-1 0 0,1 0 0,0-1 0,0 0 0,0 0 0,0 0 0,0-1 0,0 0 0,1 0 0,-1 0 0,10 0 0,4 0 0,19-1 0,-35-1 0,0 1 0,0-1 0,-1 0 0,1 0 0,0 0 0,0 0 0,-1 0 0,1 0 0,-1-1 0,1 0 0,-1 1 0,0-1 0,1 0 0,-1 0 0,0 0 0,0 0 0,0 0 0,-1-1 0,1 1 0,0-1 0,-1 1 0,0-1 0,1 0 0,-1 1 0,0-1 0,-1 0 0,1 0 0,0 1 0,-1-1 0,1 0 0,-1 0 0,0 0 0,0 0 0,0 0 0,-1 0 0,1 0 0,-1 0 0,1 1 0,-1-1 0,0 0 0,0 0 0,0 1 0,0-1 0,-1 0 0,1 1 0,-1-1 0,-3-3 0,1 1 0,0-1 0,0 1 0,-1-1 0,1 1 0,-1 0 0,-1 0 0,1 1 0,-1-1 0,-11-6 0,-14 2 0,21 6 0,0 0 0,0-1 0,1 1 0,-12-7 0,-6-5 0,22 15 0,5 4 0,3-3 0,0 0 0,0 0 0,0 0 0,0 0 0,1-1 0,-1 1 0,0-1 0,0 0 0,7-1 0,-8 1 0,20 1-195,-6-1-249,0 0-1,-1-1 1,18-3 0,-9 2-505,-21 2 814,0 0 0,1 0-1,-1 0 1,0 0 0,0-1-1,0 1 1,1-1-1,-1 0 1,0 0 0,0 0-1,0 0 1,0-1 0,0 1-1,0-1 1,2-2 0,5 0-66,-9 4 198,0 0 0,-1 0 1,1-1-1,-1 1 0,1 0 1,-1 0-1,1 0 0,-1 0 1,1 0-1,-1-1 1,1 1-1,-1 0 0,1-1 1,-1 1-1,1 0 0,-1-1 1,1 1-1,-1 0 0,1-1 1,-1 1-1,0-1 1,1 1-1,-1-1 0,0 1 1,0 0-1,1-1 0,-1 0 1,0 1-1,0-1 0,0 1 1,1-1-1,2-10 96,2-5 1281,-5 15-1261,0 0 0,0 1 0,0-1-1,0 1 1,0-1 0,0 1 0,0-1-1,0 0 1,0 1 0,0-1 0,1 1 0,-1-1-1,0 1 1,0-1 0,1 1 0,-1-1 0,0 1-1,1-1 1,-1 1 0,0-1 0,1 1-1,-1 0 1,1-1 0,-1 1 0,1-1 0,-1 1-1,1 0 1,0-1 394,0 3-486,0 0-1,-1 0 1,1 1 0,0-1 0,0 0 0,1 0-1,-1 0 1,0 0 0,1 0 0,2 3-1,8 12-8,-8-10-12,0 1 0,-1 0 0,0 1 0,0-1 0,-1 1 0,0-1 0,1 13 0,-3-16 0,1 0 0,0-1 0,0 1 0,0 0 0,3 7 0,-2-7 0,-1-1 0,1 1 0,-1 0 0,0-1 0,1 10 0,-2-9 0,0 0 0,1 0 0,0 0 0,0 0 0,0 0 0,1 0 0,0 0 0,0 0 0,0-1 0,0 1 0,1-1 0,0 1 0,0-1 0,0 0 0,0 0 0,1-1 0,6 7 0,-9-10 0,0 1 0,0-1 0,0 1 0,0-1 0,0 0 0,0 0 0,0 0 0,0 0 0,0 1 0,1-1 0,-1-1 0,0 1 0,0 0 0,0 0 0,0 0 0,0-1 0,0 1 0,0 0 0,0-1 0,0 1 0,0-1 0,0 1 0,0-1 0,1 0 0,23-21 0,-20 17 0,0 1 0,-1-1 0,0 0 0,0-1 0,6-9 0,5-8 0,-11 18 0,-1 0 0,0 0 0,-1-1 0,5-8 0,-7 11 0,1 0 0,1 0 0,-1 0 0,0 0 0,1 0 0,0 1 0,0-1 0,-1 0 0,1 1 0,1 0 0,-1-1 0,4-2 0,-4 4 0,0 0 0,1 1 0,-1-1 0,1 1 0,0-1 0,-1 1 0,1 0 0,-1 0 0,1 0 0,0 0 0,-1 1 0,1-1 0,-1 1 0,1-1 0,-1 1 0,1 0 0,-1 0 0,5 2 0,6 2 0,80 28 0,-78-26 0,-13-6 0,0 0 0,0 0 0,0 0 0,0 0 0,0 0 0,0-1 0,0 1 0,0-1 0,1 1 0,2-1 0,5 3 0,0 0 0,21-10 0,-29 7 0,0-1 0,-1 0 0,1 0 0,0 0 0,0 0 0,-1 0 0,1 0 0,0 0 0,-1 0 0,1 0 0,-1-1 0,1 1 0,-1-1 0,0 1 0,0-1 0,0 0 0,0 1 0,0-1 0,0 0 0,0 0 0,0 0 0,-1 1 0,1-1 0,-1 0 0,1 0 0,-1-3 0,9-37 0,-8 31 0,0 0 0,1 0 0,0 0 0,1 1 0,0-1 0,9-18 0,-11 24 0,1 1 0,-1 0 0,1 0 0,1-1 0,-1 1 0,0 1 0,1-1 0,3-4 0,-5 7 0,1 1 0,-1-1 0,1 0 0,-1 0 0,1 0 0,0 1 0,-1-1 0,1 1 0,0 0 0,-1-1 0,1 1 0,0 0 0,-1 0 0,1 0 0,0 0 0,0 0 0,-1 0 0,1 0 0,0 1 0,-1-1 0,1 1 0,0-1 0,-1 1 0,1 0 0,2 1 0,19 6 0,7 4 0,-14-5 0,-14-7 0,0 1 0,-1 0 0,1-1 0,0 1 0,0 0 0,0 0 0,0 0 0,-1 0 0,1 1 0,0-1 0,-1 0 0,2 3 0,16 14 0,-16-16 0,0 0 0,-1 1 0,1-1 0,-1 1 0,0-1 0,0 1 0,0 0 0,0 0 0,2 3 0,7 13 0,-10-17 0,1-1 0,-1 1 0,0 0 0,0 0 0,0 0 0,0 0 0,0 0 0,0 0 0,-1 0 0,1 0 0,-1 0 0,1 0 0,-1 0 0,0 4 0,0-3 0,0 1 0,0-1 0,-1 0 0,0 0 0,0 0 0,1 0 0,-2 0 0,1 0 0,0 0 0,-1 0 0,1-1 0,-1 1 0,0 0 0,0-1 0,-3 4 0,3-3 0,0 2 0,0 1 0,-4-12 0,-3-9 0,9 7 0,0-1 0,1 1 0,0-1 0,0 1 0,1-1 0,3-10 0,-3 14 0,-1 0 0,1-1 0,0 1 0,0 0 0,1 0 0,0 0 0,0 1 0,0-1 0,7-7 0,24-29 0,-13 20 0,-18 18 0,0 0 0,0-1 0,1 1 0,-1 1 0,1-1 0,-1 0 0,1 1 0,0 0 0,0 0 0,8-3 0,-11 5 0,14-5 0,0 1 0,0 0 0,17-1 0,-27 4 0,0 1 0,0 0 0,0 0 0,0 1 0,0 0 0,1-1 0,-1 2 0,-1-1 0,1 1 0,0-1 0,0 1 0,0 1 0,4 2 0,8 3 0,8 6 0,16 16 0,-28-21 0,-1 0 0,1 1 0,-2 0 0,15 16 0,-20-19 0,-1 0 0,1-1 0,0 0 0,0 0 0,0-1 0,1 0 0,10 7 0,-15-12 0,1 1 0,-1-1 0,0 0 0,1 0 0,-1 0 0,0 0 0,1 0 0,-1-1 0,0 1 0,1 0 0,-1-1 0,0 0 0,0 0 0,0 1 0,0-1 0,1-1 0,1-1 0,2 0 0,-2 1 0,0 0 0,0 0 0,0-1 0,-1 1 0,1-1 0,-1 0 0,1 0 0,-1-1 0,0 1 0,-1-1 0,1 1 0,0-1 0,-1 0 0,0 0 0,0 0 0,0 0 0,1-5 0,1-2 0,-2 1 0,1-1 0,-1 1 0,-1-1 0,1-19 0,6-45 0,-8 30 0,-7-151 0,-1 103 0,4 70 0,3 13 0,0-1 0,-1 1 0,-7-20 0,6 22 0,3 7 0,0 0 0,0 0 0,0 0 0,-1 0 0,1 0 0,0 0 0,-1 0 0,1 0 0,-1 0 0,1 0 0,-1 0 0,1 0 0,-1 0 0,1 0 0,-1 1 0,0-1 0,0 0 0,1 1 0,-1-1 0,0 0 0,0 1 0,0-1 0,0 1 0,1-1 0,-1 1 0,-2-1 0,-2 4 0,1 2 0,3-3 0,-1-1 0,1 1 0,-1-1 0,1 1 0,0 0 0,0 0 0,0 0 0,0 0 0,1 0 0,-1 0 0,0 0 0,1 0 0,-1 0 0,1 0 0,0 0 0,0 0 0,0 3 0,-1 22 0,0-8 0,1-1 0,1 1 0,1-1 0,0 1 0,1-1 0,7 24 0,15 56 0,-19-74 0,-1-1 0,-2 1 0,0 0 0,-2 0 0,-1 34 0,-1-25 0,2-22 0,-1 0 0,2-1 0,-1 1 0,2 0 0,-1-1 0,1 0 0,9 20 0,-1-13 0,-11-17 0,1 0 0,-1 1 0,0-1 0,0 1 0,1-1 0,-1 0 0,0 1 0,0-1 0,1 0 0,-1 1 0,0-1 0,1 0 0,-1 1 0,1-1 0,-1 0 0,0 0 0,1 1 0,-1-1 0,1 0 0,-1 0 0,1 0 0,-1 0 0,1 0 0,-1 0 0,0 0 0,1 0 0,-1 0 0,1 0 0,-1 0 0,1 0 0,-1 0 0,1 0 0,-1 0 0,1 0 0,-1 0 0,0-1 0,2 1 0,2-1 0,0 0 0,0 0 0,1 0 0,-1 0 0,0-1 0,0 0 0,0 0 0,0 0 0,-1 0 0,1-1 0,-1 1 0,1-1 0,-1 0 0,6-6 0,4-3 0,-5 5 0,-1-1 0,-1 0 0,0 0 0,0 0 0,0-1 0,4-9 0,7-12 0,-15 27 0,-1 0 0,1 0 0,-1 0 0,0-1 0,0 1 0,0-5 0,6-15 0,-6 6 0,-1 12 0,27 67 0,-25-57 0,0 1 0,1-1 0,0 0 0,0 0 0,5 6 0,13 21 0,-19-26 0,1 0 0,1-1 0,-1 1 0,1-1 0,9 10 0,-1 0 0,-10-14 0,1 0 0,-1 0 0,0 0 0,0 0 0,0 0 0,1 0 0,-1-1 0,0 1 0,1-1 0,-1 0 0,0 1 0,1-1 0,-1 0 0,0 0 0,1-1 0,-1 1 0,1 0 0,-1-1 0,0 0 0,3 0 0,0-1 0,0 0 0,0 0 0,0-1 0,0 0 0,0 0 0,6-5 0,-9 6 0,0 0 0,-1 0 0,1-1 0,-1 1 0,0 0 0,0 0 0,0-1 0,0 1 0,0-1 0,0 1 0,0-1 0,-1 1 0,1-1 0,-1 1 0,0-1 0,0 0 0,0-2 0,0 1 0,0 0 0,-1 1 0,0-1 0,0 0 0,0 1 0,0-1 0,0 0 0,-1 1 0,1 0 0,-1-1 0,0 1 0,0 0 0,0 0 0,-5-5 0,0 0 0,0 1 0,-1 1 0,0 0 0,-13-9 0,16 13 0,1 0 0,0 1 0,-1-1 0,1 1 0,-1 0 0,1 0 0,-1 1 0,0-1 0,1 1 0,-1 0 0,0 0 0,1 1 0,-1 0 0,0-1 0,1 1 0,-7 3 0,2 0 0,2 1 0,7-4-2,0-1 1,0 0-1,0 0 1,0 0-1,0 0 1,0 0-1,0 1 1,0-1-1,0 0 1,0 0-1,0 0 1,0 0-1,0 1 1,0-1-1,0 0 1,0 0-1,0 0 1,1 0-1,-1 1 1,0-1-1,0 0 1,0 0-1,0 0 1,0 0-1,0 0 1,0 0-1,0 1 1,1-1-1,-1 0 1,0 0-1,0 0 1,0 0-1,0 0 1,0 0-1,1 0 1,-1 0-1,0 0 1,0 0-1,0 0 1,0 0-1,1 0 1,-1 0-1,0 0 1,0 0-1,0 0 1,0 0-1,1 0 1,-1 0-1,0 0 1,0 0-1,0 0 1,1 0-1,10 1-524,-11-1 419,8 4-6493,0 1-850,1-4 6908,31 2-3905,-26-2 3420,0 0-1,19-2 1,34-5-1971,84-21 0,-113 18 3800,64-26 0,-98 33-336,0 0 0,0-1 1,-1 1-1,1-1 0,-1 1 0,4-5 0,6-3 2521,-13 10-2918,0 0 0,1 0 0,-1 0 0,0 0 0,0 0 0,1 0 0,-1 0 0,0-1 0,0 1 0,1 0 0,-1 0 0,0 0 0,0 0 0,1-1 0,-1 1 0,0 0 0,0 0 0,0 0 0,1-1 0,-1 1 0,0 0 0,0 0 0,0-1 0,0 1 0,0 0 0,0 0 0,0-1 0,1 1 0,-1 0 0,0 0 1,0-1-1,0 1 0,0 0 0,0-1 0,0 1 0,0 0 0,0 0 0,-1-1 0,-12-3 5460,-33 4 5666,33 1-9635,5-1-1560,1 2 0,0-1 0,0 1 0,0 0 0,0 0 0,0 0 0,1 1 0,-1 1 0,1-1 0,0 1 0,-1 0 0,2 0 0,-1 0 0,0 1 0,1 0 0,0 0 0,0 1 0,-6 8 0,-12 13 0,21-26 0,-1 1 0,1 0 0,0 0 0,0 0 0,1 0 0,-1 0 0,0 0 0,1 1 0,-1-1 0,1 1 0,0-1 0,0 1 0,0-1 0,0 1 0,0 0 0,0-1 0,1 1 0,-1 0 0,1 0 0,0 4 0,-1 3 0,1 17 0,0-26 0,0 0 0,0 0 0,1 0 0,-1 0 0,0 1 0,0-1 0,1 0 0,-1 0 0,1 0 0,-1 0 0,1 0 0,-1 0 0,1-1 0,-1 1 0,1 0 0,0 0 0,0 0 0,0 0 0,10 7 0,-9-6 0,0-1 0,0 0 0,0 1 0,1-1 0,-1 0 0,0 0 0,0 0 0,1 0 0,-1 0 0,1-1 0,-1 1 0,0-1 0,1 0 0,-1 0 0,5 0 0,-1 1 0,-3-1 0,0 0 0,0 0 0,-1 0 0,1 0 0,0-1 0,0 1 0,-1-1 0,1 1 0,0-1 0,4-2 0,16-5 0,-21 8 0,0 0 0,0-1 0,0 1 0,0-1 0,0 0 0,0 0 0,0 1 0,0-1 0,0 0 0,-1-1 0,1 1 0,2-2 0,12-9 0,-15 12 0,1-1 0,-1 0 0,1 0 0,-1 0 0,0 0 0,0 0 0,1 0 0,-1 0 0,0-1 0,0 1 0,0 0 0,0-1 0,0 1 0,-1-1 0,2-1 0,13-15 0,-13 16 0,0 1 0,0-1 0,-1 0 0,1 0 0,0 0 0,-1 0 0,3-4 0,2-6 0,-4 10 0,-1 1 0,0-1 0,1 0 0,-1 0 0,0 0 0,-1 0 0,1-1 0,0 1 0,-1 0 0,1 0 0,-1 0 0,1-4 0,1 5 0,4 5 0,7 10 0,-10-11 0,-1 0 0,0 0 0,0 0 0,0 0 0,1-1 0,-1 1 0,1-1 0,0 1 0,0-1 0,0 0 0,0 0 0,0-1 0,4 3 0,43 14 0,-45-16 0,4-1 0,1 0 0,-1 0 0,0-1 0,0 0 0,0-1 0,0 0 0,17-4 0,-22 4 0,52-7 0,-26 4 0,0-2 0,44-12 0,-58 12 0,2 0 0,-1-1 0,26-13 0,-37 17 0,-1-1 0,0 0 0,1 0 0,-1-1 0,-1 1 0,1-1 0,-1 0 0,1 0 0,-1-1 0,6-10 0,-8 12 0,0-1 0,1 0 0,-1 1 0,-1-1 0,1 0 0,1-7 0,-3 10 0,0 0 0,0 0 0,0 0 0,0 1 0,0-1 0,-1 0 0,1 0 0,-1 0 0,1 0 0,-1 1 0,0-1 0,1 0 0,-1 1 0,0-1 0,0 0 0,0 1 0,0-1 0,-1 1 0,1 0 0,-2-3 0,-5-7 0,7 10 0,1 0 0,-1 0 0,1 0 0,-1 0 0,0 0 0,1 1 0,-1-1 0,0 0 0,1 0 0,-1 1 0,0-1 0,0 0 0,0 1 0,0-1 0,0 1 0,0-1 0,0 1 0,0-1 0,0 1 0,0 0 0,-1-1 0,-8-1 0,0 0 0,0 0 0,0 1 0,0 1 0,-1 0 0,1 0 0,0 1 0,0 0 0,0 1 0,0 0 0,0 1 0,0 0 0,1 0 0,-16 8 0,-3 5 0,21-12 0,0 0 0,1 0 0,-1 0 0,1 1 0,0 0 0,0 0 0,0 0 0,1 1 0,-1 0 0,-6 11 0,11-15 0,-2 1 0,0 1 0,0 0 0,1 1 0,0-1 0,0 0 0,0 1 0,0-1 0,1 1 0,0-1 0,0 1 0,0 0 0,0 9 0,1-10 0,0 0 0,0 0 0,1 1 0,-1-1 0,1 0 0,0 0 0,0 0 0,1 0 0,-1 0 0,1 0 0,0 0 0,0 0 0,0-1 0,0 1 0,1-1 0,0 1 0,-1-1 0,1 0 0,0 0 0,6 4 0,-3-3 0,0-1 0,1 0 0,-1 0 0,0 0 0,1-1 0,0 0 0,0 0 0,-1-1 0,1 0 0,0 0 0,0 0 0,8-1 0,-4 0 0,0 0 0,0-1 0,0 0 0,0-1 0,0 0 0,0-1 0,0 0 0,-1-1 0,1 0 0,-1 0 0,0-1 0,-1-1 0,11-6 0,-16 9 0,-1 1 0,0-1 0,0 0 0,0 0 0,0-1 0,0 1 0,0 0 0,-1-1 0,1 0 0,-1 1 0,0-1 0,-1 0 0,1 0 0,0 0 0,-1-1 0,0 1 0,0 0 0,0 0 0,-1-1 0,0 1 0,1 0 0,-2-5 0,2-8 0,-1 10 0,0-1 0,0 0 0,0 0 0,-1 0 0,0 1 0,-1-1 0,0 0 0,-2-8 0,-18-34 0,4 7 0,-25-45 0,24 57 0,-1 0 0,-1 2 0,-35-38 0,53 64 0,0 0 0,1 1 0,0-1 0,-1 1 0,0-1 0,0 1 0,0 0 0,0 0 0,-6-3 0,4 2 0,-9-6 0,13 9 0,1 0 0,-1-1 0,1 1 0,0 0 0,-1 0 0,1 0 0,-1 0 0,1 0 0,-1-1 0,1 1 0,-1 0 0,1 0 0,-1 0 0,1 0 0,-1 0 0,1 1 0,-1-1 0,1 0 0,-1 0 0,1 0 0,-1 0 0,1 0 0,0 1 0,-1-1 0,1 0 0,-1 0 0,1 1 0,0-1 0,-1 1 0,-1 3 0,0 0 0,0 0 0,1 0 0,-1 0 0,1 1 0,0-1 0,0 0 0,1 1 0,-1-1 0,1 8 0,0 1 0,0 0 0,4 22 0,2-13 0,17 44 0,-3-12 0,-13-36 0,1 1 0,11 19 0,-1-3 0,-11-21 0,8 16 0,-2 0 0,9 33 0,-15-41 0,-1 0 0,-2 0 0,0 0 0,1 35 0,-5 64 0,0-118-51,0 0-1,1 1 1,0-1 0,-1 0-1,1 1 1,1-1 0,2 6-1,-3-7-62,0 0-1,0 0 1,0 1-1,0-1 1,0 0-1,-1 1 0,1-1 1,-1 0-1,0 1 1,1-1-1,-1 1 1,0-1-1,0 1 1,-1-1-1,1 0 1,-1 4-1,0-3-1102,-4 15-1302,4-11-2786,-16 1-14543</inkml:trace>
</inkml:ink>
</file>

<file path=ppt/ink/ink1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52.131"/>
    </inkml:context>
    <inkml:brush xml:id="br0">
      <inkml:brushProperty name="width" value="0.035" units="cm"/>
      <inkml:brushProperty name="height" value="0.035" units="cm"/>
    </inkml:brush>
  </inkml:definitions>
  <inkml:trace contextRef="#ctx0" brushRef="#br0">93 326 800,'-8'2'2079,"0"-1"0,-1 1 1,1-2-1,0 1 0,-12-2 0,6 1 1192,-3-5 7654,27 1-8271,19-1-1921,0 3 0,36 0 0,-12 0-290,688-65-443,-477 38 0,523-59 0,-450 47 0,-110 13 0,-198 24 0,26-2 0,-79 5 0,-1-5-4837,1 0-3617,23 5 8231,0 1 0,1 0 0,-1-1 0,0 1 0,1-1 0,-1 1 0,1-1 0,-1 1 0,0-1 1,1 0-1,-1 1 0,1-1 0,-1 0 0,1 1 0,0-1 0,-1 0 0,1 1 0,0-1 1,0 0-1,-1 0 0,1 0 0,0 1 0,0-1 0,0 0 0,0-1 0,0-9-7613,0 6 3688</inkml:trace>
</inkml:ink>
</file>

<file path=ppt/ink/ink1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54.024"/>
    </inkml:context>
    <inkml:brush xml:id="br0">
      <inkml:brushProperty name="width" value="0.035" units="cm"/>
      <inkml:brushProperty name="height" value="0.035" units="cm"/>
    </inkml:brush>
  </inkml:definitions>
  <inkml:trace contextRef="#ctx0" brushRef="#br0">297 120 1384,'0'-3'629,"0"0"0,0 0-1,0 0 1,0 0 0,-1 0-1,1 0 1,-1 0 0,0 1 0,0-1-1,0 0 1,-1-3 0,-2-4 1571,3 8-1736,1 1-1,-1 0 0,1-1 0,-1 1 1,0 0-1,1-1 0,-1 1 0,0 0 0,0 0 1,0-1-1,0 1 0,0 0 0,-2-1 0,-2-1 295,0 0 0,0 0-1,0 1 1,-1 0 0,1 0-1,-1 1 1,1-1-1,-1 1 1,1 0 0,-1 1-1,0-1 1,0 1 0,1 0-1,-1 1 1,0-1-1,0 1 1,1 0 0,-1 1-1,-8 2 1,-7 3-758,-37 16 0,52-20 0,0 0 0,0 1 0,0 0 0,1 0 0,-1 0 0,1 0 0,0 1 0,1 0 0,-1 0 0,-4 7 0,7-9 0,1-1 0,-1 1 0,1-1 0,0 1 0,0 0 0,0-1 0,0 1 0,1 0 0,-1 0 0,1-1 0,-1 1 0,1 0 0,0 0 0,0 0 0,1 0 0,0 5 0,0-4 0,1 1 0,-1-1 0,1 0 0,0 0 0,1 0 0,-1 0 0,1 0 0,-1 0 0,7 5 0,-1-1 0,0 0 0,1-1 0,0-1 0,0 0 0,0 0 0,1 0 0,0-1 0,11 3 0,18 6 0,0-3 0,0-1 0,1-2 0,0-1 0,79 1 0,-87-8 0,1-2 0,-1-1 0,0-2 0,-1-1 0,61-19 0,-83 22 0,0-1 0,-1 0 0,1 0 0,13-10 0,-20 12 0,0 1 0,1-1 0,-1 0 0,0 0 0,-1 0 0,1 0 0,0-1 0,0 1 0,-1 0 0,0-1 0,1 1 0,-1-1 0,0 1 0,0-1 0,0 0 0,-1 1 0,1-1 0,-1 0 0,1-4 0,-1 3 0,-1 0 0,1 1 0,-1-1 0,0 1 0,0-1 0,0 1 0,0-1 0,-1 1 0,0 0 0,1 0 0,-1 0 0,0 0 0,0 0 0,-1 0 0,1 0 0,-1 1 0,1-1 0,-1 1 0,0-1 0,-4-2 0,0 0 0,0-1 0,-1 1 0,1 0 0,-1 1 0,1 0 0,-10-4 0,14 7 0,0 0 0,0 0 0,-1 0 0,1 1 0,0-1 0,0 1 0,0 0 0,-1 0 0,1 0 0,0 0 0,0 1 0,-1-1 0,1 1 0,0 0 0,0 0 0,0 0 0,0 0 0,0 0 0,-4 3 0,-7 4 0,12-8 0,-1 1 0,1 0 0,0 0 0,0 1 0,0-1 0,1 0 0,-1 1 0,0-1 0,0 1 0,1-1 0,-1 1 0,1 0 0,-1 0 0,-1 3 0,-9 13 0,8-13 0,0 1 0,0-1 0,0 1 0,1 0 0,0 0 0,1 0 0,-3 6 0,5-10 0,-1-1 0,1 0 0,0 1 0,0-1 0,0 0 0,0 1 0,0-1 0,0 1 0,1-1 0,-1 0 0,0 1 0,1-1 0,-1 0 0,1 0 0,-1 1 0,2 1 0,0-1 0,-1 0 0,1-1 0,0 1 0,-1-1 0,1 1 0,0-1 0,0 0 0,0 1 0,0-1 0,0 0 0,1 0 0,-1-1 0,3 2 0,-3-1 0,1-1 0,-1 1 0,1-1 0,-1 0 0,1 0 0,-1 0 0,1 0 0,0 0 0,-1 0 0,1-1 0,-1 1 0,1-1 0,-1 1 0,5-3 0,0 1 0,-1 0 0,-1 0 0,1-1 0,-1 1 0,0-1 0,0 0 0,0 0 0,9-8 0,3-1 0,10-14 0,-27 26 0,1 0 0,-1-1 0,0 1 0,0 0 0,1 0 0,-1-1 0,0 1 0,1 0 0,-1 0 0,0 0 0,1 0 0,-1-1 0,1 1 0,-1 0 0,0 0 0,1 0 0,-1 0 0,1 0 0,-1 0 0,0 0 0,1 0 0,-1 0 0,1 0 0,-1 0 0,0 0 0,1 0 0,-1 1 0,0-1 0,1 0 0,-1 0 0,1 0 0,-1 0 0,0 1 0,0-1 0,1 0 0,-1 0 0,0 1 0,1-1 0,-1 0 0,0 1 0,0-1 0,1 0 0,-1 1 0,0 0 0,2 1 0,-1-1 0,0 0 0,0 0 0,0 1 0,0-1 0,0 0 0,0 0 0,1 0 0,-1 0 0,0 0 0,1 0 0,-1 0 0,1-1 0,-1 1 0,3 0 0,6 5 0,26 25 0,-28-26 3,-6-5-4,-1 0 0,0 1 0,0-1 0,0 0 0,0 1 0,0-1 0,0 1 0,0 0 0,0-1 1,0 1-1,0 0 0,-1 0 0,1-1 0,0 1 0,1 2 0,-1-3-160,-1 0 0,1 0 0,-1 1 0,1-1 0,-1 0 0,1 0 0,-1 0 0,1 0 0,-1 0 0,1 0 0,-1 0 1,1 0-1,-1 0 0,1 0 0,-1 0 0,1 0 0,-1 0 0,1 0 0,0 0 0,-1-1 0,1 1 0,-1 0 0,0 0 0,1-1 0,-1 1 0,1 0 0,-1-1 0,1 1 0,-1 0 0,0-1 0,1 1 0,-1-1 0,0 1 0,1-1 1,-1 0-1,17-20-7972,8-26 855,-7 6 5154,11-32 1764,-28 68 527,0 1 1,0 0-1,-1-1 0,0 0 1,0 1-1,-1-7 1,1-4 1054,0 15-1107,0-1 1,-1 0 0,1 1-1,0-1 1,0 1 0,0-1-1,-1 0 1,1 1 0,0-1-1,0 1 1,-1-1 0,1 0-1,-1 1 1,1-1-1,0 1 1,-1-1 0,1 1-1,-1 0 1,1-1 0,-1 1-1,1-1 1,-1 1 0,0 0-1,1-1 1,-1 1 0,1 0-1,-1 0 1,-1-1 0,-17-1 7559,17 2-7341,1 0 1,0 1-1,0-1 1,0 1-1,0-1 1,0 1-1,0 0 1,0-1-1,0 1 1,0 0-1,1 0 1,-1-1-1,0 1 1,0 0-1,1 0 1,-1 0-1,0 0 1,1 0-1,-1 0 1,1 0 0,-1 2-1,-1 0-90,1 0 0,0 0 0,0 0-1,0 0 1,0 0 0,1 1 0,-1 3 0,1 0-145,1 1 0,0-1 0,1 0 0,-1 0 0,1 0 0,1 0-1,-1 0 1,5 6 0,1 6-21,33 55-78,-39-70 0,0 0 0,-1-1 0,0 0 0,1 1 0,0-1 0,0 0 0,3 4 0,1-4 0,-5-11 0,-1 5 0,0-1 0,-1 1 0,0 0 0,1 0 0,-1 0 0,0 0 0,-3-5 0,3 5 0,-1-1 0,1 1 0,0 0 0,0-1 0,0 1 0,0-1 0,0-6 0,1-5 0,1-1 0,0 1 0,1 0 0,4-18 0,-5 28 0,1 0 0,0-1 0,0 1 0,0 0 0,0 0 0,1 0 0,0 0 0,4-6 0,-3 2 0,-4 7 0,1 1 0,-1 0 0,1 0 0,-1 0 0,1 0 0,-1-1 0,1 1 0,0 0 0,-1 0 0,1 0 0,0 0 0,0 0 0,0 1 0,0-1 0,0 0 0,0 0 0,0 1 0,0-1 0,0 0 0,0 1 0,0-1 0,0 1 0,0-1 0,3 1 0,-1-1 0,1 0 0,0 0 0,0 0 0,0 1 0,-1 0 0,1 0 0,0 0 0,0 0 0,0 0 0,0 1 0,-1 0 0,1 0 0,4 1 0,53 23 0,-38-15 0,-6-1-388,0 1 1,0 0-1,-1 1 0,-1 1 0,0 1 1,21 21-1,-19-13-2745,-13-16 2069,-1 0-1,1-1 1,0 0-1,7 6 1,27 12-5702,-10-7 12,-19-6 2501</inkml:trace>
</inkml:ink>
</file>

<file path=ppt/ink/ink1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54.745"/>
    </inkml:context>
    <inkml:brush xml:id="br0">
      <inkml:brushProperty name="width" value="0.035" units="cm"/>
      <inkml:brushProperty name="height" value="0.035" units="cm"/>
    </inkml:brush>
  </inkml:definitions>
  <inkml:trace contextRef="#ctx0" brushRef="#br0">320 113 1656,'4'-5'1118,"1"0"-1,-1 0 1,1 0-1,5-10 1,-9 13-669,0 1 0,0-1 1,0 0-1,0 1 0,-1-1 0,1 0 1,-1 0-1,1 0 0,-1 0 0,0 0 1,1 0-1,-1 1 0,0-1 1,0 0-1,0 0 0,-1 0 0,1 0 1,0 0-1,-1 0 0,1 0 0,-2-2 1,0 1 74,1 1 1,-1 0 0,1-1-1,-1 1 1,0 0 0,0 0-1,0 0 1,0 0 0,-1 0-1,1 1 1,0-1 0,-1 1-1,1-1 1,-1 1 0,1 0-1,-1 0 1,0 0 0,0 0-1,1 1 1,-1-1 0,0 1 0,0-1-1,0 1 1,0 0 0,1 0-1,-6 1 1,-15 6 948,-36 4-1473,36-3 0,0 0 0,1 1 0,-26 15 0,42-21 0,0 0 0,1 1 0,0 0 0,0 0 0,0 0 0,0 0 0,1 1 0,-1 0 0,1 0 0,0 0 0,1 1 0,-1-1 0,-2 9 0,2-7 0,2 0 0,-1 1 0,1-1 0,0 1 0,0 0 0,1 0 0,0-1 0,1 1 0,0 0 0,0 0 0,0 0 0,1 0 0,0-1 0,1 1 0,0 0 0,0-1 0,1 1 0,-1-1 0,2 0 0,-1 0 0,1 0 0,0 0 0,0 0 0,7 7 0,20 20 0,2-1 0,54 44 0,-55-52 0,-2 2 0,0 1 0,45 56 0,-71-77 0,0 0 0,0-1 0,0 2 0,-1-1 0,0 0 0,0 1 0,-1-1 0,0 1 0,0 0 0,1 9 0,-3-14 0,0 1 0,0-1 0,0 0 0,0 1 0,-1-1 0,1 0 0,-1 1 0,0-1 0,0 0 0,0 0 0,0 1 0,0-1 0,-1 0 0,0 0 0,1-1 0,-1 1 0,0 0 0,-1-1 0,1 1 0,0-1 0,-1 1 0,1-1 0,-1 0 0,0 0 0,1 0 0,-6 2 0,-2 1-704,0-1 1,0-1-1,-17 5 0,14-6-1468,0 0 0,0 0 0,0-2 0,-25-1 0,21 0-653,1-2 0,-1 0 0,-22-8-1,-16-12-772,37 13 1165</inkml:trace>
</inkml:ink>
</file>

<file path=ppt/ink/ink1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56.360"/>
    </inkml:context>
    <inkml:brush xml:id="br0">
      <inkml:brushProperty name="width" value="0.035" units="cm"/>
      <inkml:brushProperty name="height" value="0.035" units="cm"/>
    </inkml:brush>
  </inkml:definitions>
  <inkml:trace contextRef="#ctx0" brushRef="#br0">1 381 480,'0'-5'825,"0"3"-423,0-1 1,0 0 0,0 1 0,0-1 0,0 1 0,1-1 0,-1 0 0,1 1 0,0-1 0,0 1 0,0-1 0,0 1 0,1-3-1,14-24 2582,-11 20-1702,0 0-1,11-16 1,-5 10-39,-8 11-868,-1 0 0,1 1 0,0-1 0,0 1 0,1-1 0,-1 1 0,7-5 0,84-50 10087,-91 57-10237,-1-1 0,1 1 0,0 1 0,0-1 0,0 0 0,0 1 0,0-1 0,0 1 0,0 0 0,0 0 0,5 1 0,39 6 569,-26-3-468,24 3-209,0 3 0,0 1 0,62 25 0,-99-32-117,0 0 0,0 0 0,0 1 0,0 0 0,-1 0 0,0 1 0,0 0 0,7 7 0,-14-7 0,-7-1 0,2-2 0,-2 1 0,-6-2 0,11-1 0,0-1 0,0 1 0,0-1 0,0 0 0,0 0 0,0 0 0,0 0 0,-1 0 0,1-1 0,0 1 0,0-1 0,0 1 0,0-1 0,1 0 0,-1 1 0,0-1 0,0 0 0,0 0 0,1-1 0,-1 1 0,0 0 0,1 0 0,-1-1 0,1 1 0,-1-1 0,1 1 0,0-1 0,0 0 0,0 0 0,0 1 0,0-1 0,0 0 0,0 0 0,1 0 0,-2-3 0,3 0 0,0 0 0,-1 1 0,2-1 0,-1 1 0,1-1 0,-1 1 0,1 0 0,0 0 0,1 0 0,-1 0 0,1 0 0,0 0 0,0 0 0,0 1 0,0-1 0,0 1 0,5-3 0,-1 0 0,1 0 0,-1 1 0,1 0 0,0 1 0,0-1 0,1 2 0,-1-1 0,11-2 0,-10 4 0,16-5 0,0 1 0,1 1 0,40-1 0,-45 6 0,1 2 0,0 0 0,0 1 0,-1 1 0,0 2 0,37 13 0,-48-16 0,30 14 0,-37-16 0,0 1 0,-1-1 0,1 1 0,-1 0 0,1 0 0,-1 0 0,1 0 0,-1 0 0,0 0 0,0 1 0,2 3 0,-3 4 0,-1-10 0,0 0 0,-1 0 0,1 0 0,0 0 0,0 1 0,0-1 0,0 0 0,0 0 0,0 0 0,0 0 0,0 1 0,0-1 0,0 0 0,0 0 0,0 0 0,0 0 0,0 1 0,0-1 0,0 0 0,0 0 0,0 0 0,0 0 0,0 0 0,0 1 0,1-1 0,-1 0 0,0 0 0,0 0 0,0 0 0,0 0 0,0 1 0,0-1 0,0 0 0,1 0 0,-1 0 0,0 0 0,0 0 0,0 0 0,0 0 0,0 0 0,1 0 0,-1 1 0,0-1 0,0 0 0,0 0 0,0 0 0,1 0 0,-1 0 0,0 0 0,0 0 0,0 0 0,0 0 0,1 1 0,-1-1 0,0 0 0,0 0 0,0 0 0,0 0 0,1 0 0,-1 0 0,0 0 0,0 0 0,0 0 0,1 0 0,-1 0 0,0 0 0,0 0 0,0-1 0,0 1 0,1 0 0,-1 0 0,0 0 0,0 0 0,0 0 0,0 0 0,0 0 0,1 0 0,-1-1 0,0 1 0,0 0 0,0 0 0,0 0 0,0 0 0,0 0 0,1-1 0,-1 1 0,0 0 0,0 0 0,0 0 0,0 0 0,0-1 0,0 1 0,0 0 0,0 0 0,0 0 0,0 0 0,0-1 0,0 1 0,0-6 0,0-115 0,-2 117 0,-5 3 0,-4 1 0,10 0 0,2 5 0,-15 11 0,11-6 0,-2 7 0,5-9 0,0-1 0,-1 1 0,0-1 0,0 0 0,-3 9 0,3-11 0,-1 1 0,2 0 0,-1 0 0,1 0 0,0 0 0,0 0 0,0 0 0,2 6 0,-1-9 0,-1 1 0,1-1 0,-1 0 0,1 0 0,0 0 0,0 0 0,1 0 0,-1 0 0,1 0 0,-1-1 0,1 1 0,0 0 0,0-1 0,0 1 0,5 3 0,-2-3 0,1-1 0,-1 1 0,1-1 0,0 0 0,0 0 0,0-1 0,0 0 0,0 0 0,0 0 0,0-1 0,0 0 0,0 0 0,0 0 0,1-1 0,6-1 0,-9 0 0,0 1 0,1-1 0,-1 1 0,0-1 0,0-1 0,0 1 0,-1 0 0,1-1 0,0 0 0,-1 0 0,0 0 0,0 0 0,0-1 0,3-3 0,2-4 0,-7 11 0,-1-1 0,1 1 0,0-1 0,-1 0 0,1 0 0,-1 1 0,1-1 0,-1 0 0,1 0 0,-1 0 0,0 0 0,1 1 0,-1-1 0,0 0 0,0 0 0,1 0 0,-1-2 0,0-1 0,-1 0 0,0 0 0,1 0 0,-1 1 0,-1-1 0,1 0 0,0 0 0,-3-3 0,-3-11 0,5 13 0,0 1 0,-1-1 0,1 1 0,-1 0 0,0 0 0,0 0 0,0 0 0,0 1 0,-5-5 0,-19-22 0,20 26 0,0 4 0,7 0 0,0 0 0,-1 0 0,1 0 0,0 1 0,0-1 0,0 0 0,0 0 0,0 0 0,-1 0 0,1 1 0,0-1 0,0 0 0,0 0 0,0 0 0,0 1 0,0-1 0,0 0 0,0 0 0,0 1 0,0-1 0,0 0 0,0 0 0,0 0 0,0 1 0,0-1 0,0 0 0,0 0 0,0 0 0,0 1 0,0-1 0,0 0 0,0 0 0,0 1 0,0-1 0,0 0 0,0 0 0,1 0 0,-1 0 0,0 1 0,0-1 0,0 0 0,0 0 0,0 0 0,1 0 0,-1 1 0,0-1 0,0 0 0,0 0 0,1 1-6,0 0 0,0 1 0,-1-1 0,1 1 0,0-1 0,-1 1 0,1 0 0,-1-1 0,1 1 0,-1-1 0,0 1 1,0 0-1,0-1 0,0 4 0,1-3-384,1-1 1,-1 1 0,1 0 0,-1-1 0,1 0 0,0 1-1,-1-1 1,5 2 0,-6-2 290,4-1-178,-1 0 1,1 0 0,-1 0 0,1 0 0,-1 0 0,1-1-1,-1 1 1,0-1 0,1 0 0,-1 0 0,0 0-1,6-3 1,5-1-232,-8 3 372,-1 0 0,1-1 0,-1 1 0,0-1 0,0 0 0,8-6 0,18-10 155,-24 15 430,0-1 1,-1 0 0,1 0-1,-1 0 1,0-1-1,-1 1 1,10-13 0,-10 10 1441,6-4 93,-9 11-1237,-2-4-318,-2 1-354,-5 3-75,-1 1 0,0 0 0,7 0 0,0-1 0,-1 1 0,1 0 0,0 0 0,0 0 0,0 0 0,0 0 0,0 0 0,0 1 0,0-1 0,0 0 0,0 0 0,0 1 0,0-1 0,0 1 0,-1 0 0,-4 2 0,-3 1 0,8-1 0,1-1 0,-1-2 0,0 0 0,1 0 0,-1 0 0,0 0 0,1 0 0,-1 1 0,0-1 0,1 0 0,-1 0 0,0 1 0,1-1 0,-1 0 0,1 1 0,-1-1 0,1 0 0,-1 1 0,1-1 0,-1 1 0,1-1 0,-1 1 0,1-1 0,0 1 0,-1-1 0,1 1 0,0 0 0,-1-1 0,1 1 0,0-1 0,0 1 0,0 0 0,0-1 0,-1 1 0,1 0 0,0-1 0,0 1 0,0 0 0,0 5 0,2-2 0,-2-4 0,0 1 0,0-1 0,1 0 0,-1 0 0,0 1 0,0-1 0,1 0 0,-1 0 0,0 0 0,1 1 0,-1-1 0,0 0 0,0 0 0,1 0 0,-1 0 0,0 0 0,1 0 0,-1 1 0,0-1 0,1 0 0,-1 0 0,1 0 0,-1 0 0,0 0 0,1 0 0,-1 0 0,0-1 0,1 1 0,-1 0 0,0 0 0,1 0 0,-1 0 0,0 0 0,1 0 0,-1-1 0,3 1 0,3 4 0,0 1 0,-1-1 0,1 1 0,-1 1 0,0-1 0,0 1 0,0 0 0,-1 0 0,0 0 0,-1 1 0,1-1 0,-1 1 0,0 0 0,3 11 0,5 7 0,-9-21 0,-1-1 0,1 0 0,0 1 0,-1-1 0,0 1 0,0-1 0,0 1 0,-1 0 0,1 7 0,0 1 0,-1-5 0,0 0 0,0 0 0,-1 0 0,1 0 0,-1 0 0,-1-1 0,-2 8 0,3-9 0,-1-1 0,0 1 0,0-1 0,-1 0 0,-3 6 0,6-10 0,-1 0 0,1 0 0,0 0 0,0 0 0,0 0 0,0 0 0,0 0 0,0 0 0,0 0 0,-1 0 0,1 0 0,0 0 0,0 0 0,0 0 0,0 1 0,0-1 0,-1 0 0,1 0 0,0 0 0,0 0 0,0-1 0,0 1 0,0 0 0,0 0 0,-1 0 0,1 0 0,0 0 0,0 0 0,0 0 0,0 0 0,0 0 0,0 0 0,-1 0 0,1 0 0,0 0 0,0 0 0,0-1 0,0 1 0,0 0 0,0 0 0,0 0 0,0 0 0,0 0 0,-1 0 0,1 0 0,0-1 0,0 1 0,0 0 0,0 0 0,0 0 0,0 0 0,0 0 0,0 0 0,0-1 0,-3-9 0,2 8 0,2-10 0,1 0 0,0 1 0,1-1 0,0 1 0,6-15 0,6-21 0,-12 35 0,1 1 0,1 0 0,0 1 0,0-1 0,1 1 0,0 0 0,9-11 0,2-6 0,-8 12 0,-2 11 0,-6 4 0,-1-1 0,1 1 0,-1 0 0,1 0 0,-1 0 0,1 0 0,-1-1 0,1 1 0,-1 0 0,1 0 0,-1 0 0,1 0 0,-1 0 0,1 0 0,-1 0 0,1 0 0,-1 0 0,1 1 0,0-1 0,-1 0 0,1 0 0,-1 0 0,0 0 0,1 1 0,-1-1 0,1 0 0,-1 1 0,1-1 0,-1 0 0,0 1 0,1 0 0,0-1 0,2 1 0,-1 0 0,1 1 0,-1-1 0,1 0 0,-1 1 0,0-1 0,0 1 0,0 0 0,0 0 0,0-1 0,0 2 0,0-1 0,0 0 0,2 4 0,11 13 0,-13-18 0,-1 1 0,0 0 0,0-1 0,0 1 0,0 0 0,0 0 0,0 0 0,0-1 0,-1 1 0,1 0 0,0 4 0,3 8 0,4 17 0,-5-5 0,-4-11 0,0-25 0,1 1 0,0 0 0,1 0 0,0 0 0,1 0 0,0 0 0,0 0 0,1 0 0,0 1 0,1-1 0,4-8 0,2-3 0,-8 15 0,0 1 0,0-1 0,1 0 0,0 1 0,0-1 0,0 1 0,1 0 0,-1 0 0,1 0 0,0 1 0,0-1 0,0 1 0,0 0 0,8-4 0,-10 7 0,0-1 0,0 1 0,0-1 0,0 1 0,1 0 0,-1 0 0,0 0 0,0 0 0,0 0 0,0 0 0,1 1 0,-1-1 0,0 1 0,0 0 0,0-1 0,0 1 0,0 0 0,3 2 0,2 0 0,-1 1 0,1 0 0,-1 0 0,9 8 0,43 59 0,-57-70-11,0 1-1,0-1 1,0 0 0,0 0-1,0 0 1,-1 1 0,1-1 0,-1 0-1,1 1 1,-1-1 0,1 1-1,-1-1 1,0 0 0,0 1-1,1-1 1,-1 1 0,0-1-1,-1 1 1,1-1 0,0 1-1,0-1 1,0 0 0,-1 1 0,1-1-1,-1 0 1,1 1 0,-2 2-1,-3 13-555,6-16 341,-1-1 0,0 1 0,0 0 0,-1-1 0,1 1-1,0-1 1,0 1 0,0 0 0,0-1 0,0 1 0,-1-1 0,1 1 0,0-1 0,-1 1 0,1-1 0,0 1 0,-1-1 0,1 1 0,0-1 0,-1 1 0,1-1-1,-1 1 1,1-1 0,-1 0 0,1 1 0,-1-1 0,1 0 0,-1 0 0,1 1 0,-1-1 0,0 0 0,-6 1-5972,-9 0-8612</inkml:trace>
</inkml:ink>
</file>

<file path=ppt/ink/ink1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58.565"/>
    </inkml:context>
    <inkml:brush xml:id="br0">
      <inkml:brushProperty name="width" value="0.035" units="cm"/>
      <inkml:brushProperty name="height" value="0.035" units="cm"/>
    </inkml:brush>
  </inkml:definitions>
  <inkml:trace contextRef="#ctx0" brushRef="#br0">328 425 1008,'1'-13'3685,"-1"10"-2907,1 0 0,-1 0 1,0 1-1,0-1 0,0 0 1,0 0-1,0 0 0,-1 1 0,1-1 1,-1 0-1,0 0 0,0 1 1,0-1-1,0 1 0,0-1 1,-2-2-1,-4-7 5581,7 11-6178,0 1-1,-1 0 1,1 0-1,0-1 1,0 1-1,0 0 1,0-1-1,0 1 1,0 0-1,0 0 1,-1-1-1,1 1 1,0 0-1,0 0 1,0-1-1,-1 1 1,1 0-1,0 0 1,0 0-1,-1-1 1,1 1-1,0 0 1,0 0-1,-1 0 1,1 0-1,0 0 1,0 0-1,-1-1 1,1 1-1,0 0 1,-1 0-1,1 0 1,0 0-1,-1 0 1,1 0-1,0 0 1,0 0-1,-1 0 1,1 1-1,0-1 1,-1 0-1,1 0 1,0 0-1,0 0 1,-1 0-1,1 1 1,-7 1-181,0 0 0,0 1 0,0 1 0,1-1 0,-9 6 0,-9 5 0,15-8 0,-1 1 0,2-1 0,-1 2 0,1-1 0,0 1 0,1 0 0,-1 1 0,-8 14 0,-2 0 0,16-19 0,-1 1 0,1-1 0,0 1 0,0 0 0,0 0 0,1-1 0,0 1 0,0 0 0,0 0 0,0 0 0,1 0 0,0 6 0,0-9 0,0 0 0,1 0 0,-1 0 0,0-1 0,1 1 0,0 0 0,-1 0 0,1 0 0,0-1 0,0 1 0,0 0 0,0-1 0,0 1 0,0-1 0,0 1 0,1-1 0,-1 0 0,0 1 0,1-1 0,-1 0 0,1 0 0,-1 0 0,1 0 0,0 0 0,0 0 0,-1-1 0,1 1 0,0-1 0,0 1 0,3 0 0,8 1 0,-1 0 0,1-1 0,21-1 0,-26 0 0,-4 0 0,0 0 0,0 0 0,0 0 0,0 1 0,0-1 0,0 1 0,0 0 0,6 2 0,12 5 0,-18-7 0,0 0 0,0 0 0,0 1 0,0-1 0,0 1 0,0 0 0,0 1 0,-1-1 0,1 1 0,-1-1 0,1 1 0,-1 0 0,0 0 0,0 0 0,2 5 0,12 13 0,-12-16 0,-1 0 0,-1 0 0,1 0 0,-1 0 0,3 6 0,0 0 0,-1 0 0,-1-1 0,1 2 0,-2-1 0,0 0 0,0 1 0,-1-1 0,1 20 0,-4-15 0,0 0 0,-1-1 0,-1 1 0,0 0 0,-2-1 0,1 0 0,-2 0 0,-11 23 0,14-33 0,0 1 0,0 0 0,-1-1 0,0 0 0,0 0 0,0 0 0,0 0 0,-1-1 0,0 1 0,0-1 0,0-1 0,0 1 0,-11 5 0,3-3 0,-1-1 0,1 0 0,-1-1 0,0-1 0,-16 2 0,22-4 0,-1 0 0,1-1 0,-1 0 0,1-1 0,-1 0 0,1 0 0,-1-1 0,1 0 0,0 0 0,-12-6 0,8 3 0,1-1 0,-1 0 0,1-1 0,0 0 0,1-1 0,-12-10 0,19 15 0,1-1 0,-1 1 0,1-1 0,0 0 0,-1 1 0,2-1 0,-1 0 0,0 0 0,1 0 0,0 0 0,0 0 0,0-1 0,0 1 0,1 0 0,-1 0 0,1-1 0,0 1 0,1-6 0,0 4 0,-1 1 0,1-1 0,1 0 0,-1 0 0,1 1 0,0-1 0,0 1 0,1 0 0,-1-1 0,1 1 0,0 0 0,1 1 0,5-8 0,18-14 0,2 1 0,0 1 0,44-27 0,29-10 0,105-72 0,-192 123 0,-1-2 0,0 0 0,20-22 0,-32 32 0,-1 0 0,1 0 0,0 0 0,-1 0 0,0-1 0,1 1 0,-1-1 0,0 1 0,0-1 0,-1 1 0,1-1 0,0 0 0,-1 1 0,0-1 0,1-3 0,0 4 0,-2 1 0,1 1 0,0-1 0,0 1 0,-1-1 0,1 1 0,0 0 0,0-1 0,-1 1 0,1 0 0,-1-1 0,1 1 0,0 0 0,-1-1 0,1 1 0,-1 0 0,1 0 0,-1-1 0,1 1 0,-1 0 0,1 0 0,-1 0 0,0 0 0,-7-1 0,7 1 0,0 0 0,0 0 0,1 0 0,-1 0 0,0 0 0,0 0 0,0 0 0,0 0 0,1 0 0,-1 0 0,0 1 0,0-1 0,0 0 0,1 1 0,-1-1 0,0 1 0,0-1 0,1 0 0,-1 1 0,0 0 0,1-1 0,-1 1 0,1-1 0,-1 1 0,1 0 0,-1-1 0,0 2 0,-3 4 0,1-5 0,1 0 0,0 0 0,0 1 0,0 0 0,0-1 0,0 1 0,0 0 0,0 0 0,0 0 0,1 0 0,-1 0 0,-1 3 0,2-4 0,0 0 0,1 1 0,-1-1 0,0 0 0,-1 0 0,1 0 0,0 0 0,0 0 0,0 0 0,-1-1 0,1 1 0,-2 1 0,2-2 0,0 1 0,-1-1 0,1 1 0,0 0 0,0 0 0,0 0 0,0 0 0,0 0 0,0 0 0,0 0 0,-2 2 0,1 1 0,0-1 0,-1 0 0,0 1 0,1-1 0,-7 5 0,6-6 0,0 0 0,1 1 0,-1-1 0,1 1 0,0 0 0,0 0 0,0 0 0,-2 4 0,-3 8 0,6-14 0,0 0 0,0 1 0,0-1 0,0 1 0,1-1 0,-1 1 0,1 0 0,-1-1 0,1 1 0,0 0 0,-1-1 0,1 1 0,0 0 0,0 0 0,0-1 0,0 1 0,0 0 0,1-1 0,-1 1 0,0 0 0,1-1 0,0 1 0,-1-1 0,1 1 0,0 0 0,0-1 0,-1 0 0,1 1 0,0-1 0,1 1 0,-1-1 0,0 0 0,2 2 0,-2-2 0,1 0 0,-1 0 0,1 0 0,-1 0 0,1 0 0,0 0 0,0 0 0,-1-1 0,1 1 0,0 0 0,0-1 0,0 0 0,0 1 0,-1-1 0,1 0 0,0 0 0,0 0 0,0 0 0,0 0 0,0-1 0,0 1 0,2-1 0,51-17 0,-34 11 0,-14 4 0,0 0 0,0-1 0,-1 0 0,1 0 0,-1 0 0,0-1 0,0 0 0,0 0 0,10-11 0,-15 11 0,0 1 0,-1-1 0,1 0 0,-1 1 0,0-1 0,0 1 0,-1-10 0,0-2 0,1 15 0,0 1 0,0 0 0,0 0 0,0 0 0,0-1 0,1 1 0,-1 0 0,0 0 0,0 0 0,0 0 0,0 0 0,0 0 0,0 0 0,0 0 0,0 0 0,0 0 0,0-1 0,0 1 0,0 0 0,0 0 0,0 0 0,0 0 0,0 0 0,0 0 0,0 0 0,0 0 0,0-1 0,0 1 0,0 0 0,0 0 0,0 0 0,0 0 0,0 0 0,0 0 0,0 0 0,0 0 0,0-1 0,0 1 0,0 0 0,0 0 0,-1 0 0,1 0 0,0 0 0,0 0 0,0 0 0,0 0 0,0 0 0,0 0 0,0 0 0,0 0 0,0 0 0,0 0 0,-1 0 0,1-1 0,0 1 0,0 0 0,0 0 0,0 0 0,0 0 0,0 0 0,0 0 0,-1 0 0,1 0 0,-1 1 0,0-1 0,0 0 0,0 0 0,0 0 0,-1 0 0,1 0 0,0-1 0,0 1 0,0 0 0,0 0 0,0-1 0,0 1 0,0-1 0,0 1 0,0-1 0,0 1 0,0-1 0,-2-1 0,2-2 0,1 3 0,1 0 0,-1 0 0,1 0 0,0 0 0,-1 0 0,1 1 0,0-1 0,-1 0 0,1 0 0,0 1 0,0-1 0,0 0 0,0 1 0,0-1 0,0 1 0,0-1 0,0 1 0,0 0 0,0-1 0,0 1 0,0 0 0,0 0 0,0-1 0,2 1 0,-1 0 0,103-24 0,-58 15 0,-6 0 0,-17 8 0,27 1 0,-49-1 0,2 1 0,6 12 0,-10-12 0,1 0 0,-1 1 0,0-1 0,0 1 0,1-1 0,-1 1 0,0-1 0,0 1 0,1-1 0,-1 1 0,0 0 0,0-1 0,0 1 0,0-1 0,0 1 0,0-1 0,0 1 0,0-1 0,0 1 0,0 0 0,0-1 0,-1 1 0,1-1 0,0 1 0,0-1 0,-1 1 0,-7 32 0,8-31 0,-1 1 0,1-1 0,-1 1 0,0-1 0,0 0 0,1 1 0,-1-1 0,-1 0 0,1 0 0,0 1 0,-2 1 0,1-2 0,1 0 0,-1 1 0,1-1 0,0 0 0,-1 1 0,1 0 0,1-1 0,-1 1 0,0-1 0,1 1 0,-1 4 0,0 5 0,2 27 0,-1-38 0,-1 0 0,2 0 0,-1 0 0,0-1 0,0 1 0,0 0 0,0 0 0,0 0 0,1 0 0,-1-1 0,0 1 0,1 0 0,-1 0 0,1-1 0,-1 1 0,1 0 0,-1-1 0,1 1 0,-1 0 0,1-1 0,0 1 0,-1-1 0,1 1 0,0-1 0,0 1 0,-1-1 0,1 1 0,0-1 0,0 0 0,-1 0 0,1 1 0,1-1 0,40-1 0,-32-1 0,0-1 0,0 0 0,-1 0 0,1-1 0,-1 0 0,0-1 0,0 0 0,-1-1 0,0 0 0,0 0 0,0 0 0,0-1 0,8-11 0,-14 16 0,-1-1 0,1 1 0,0-1 0,-1 0 0,0 1 0,0-1 0,0 0 0,0 0 0,0 0 0,-1 0 0,1 0 0,-1 0 0,1 0 0,-1 0 0,0 0 0,-1 0 0,1 0 0,0-1 0,-3-4 0,0-3 0,-1 0 0,0 1 0,-11-20 0,9 20 0,2-1 0,4 10 0,0 0 0,0 1 0,0-1 0,0 1 0,0-1 0,0 0 0,-1 1 0,1-1 0,0 1 0,-1-1 0,1 0 0,0 1 0,-1-1 0,1 1 0,0-1 0,-1 1 0,1-1 0,-1 1 0,0-1 0,0 0 0,0 0 0,0 0 0,1-1 0,-1 1 0,0 0 0,0-1 0,1 1 0,-1-1 0,1 1 0,0 0 0,-1-1 0,1-2 0,0 2 0,0 2 0,-7-4 0,7 1 0,0 2 0,1 1 0,-1 0 0,1-1 0,-1 1 0,0 0 0,1 0 0,0-1 0,-1 1 0,1 0 0,-1 0 0,1 0 0,-1 0 0,1 0 0,-1 0 0,1 0 0,-1 0 0,1 0 0,0 0 0,-1 0 0,1 0 0,-1 0 0,1 0 0,-1 0 0,1 0 0,-1 1 0,2-1 0,-2 1 0,118 4 0,-85-11 0,-30 5 0,-1 1 0,1-1 0,-1 0 0,0 0 0,1 0 0,-1 0 0,0-1 0,0 1 0,0-1 0,0 1 0,0-1 0,3-3 0,4-2 0,-9 6 0,0 1 0,0 0 0,1-1 0,-1 1 0,0-1 0,0 1 0,1 0 0,-1-1 0,0 1 0,0-1 0,0 1 0,0-1 0,0 1 0,0 0 0,0-1 0,0 1 0,0-1 0,0 1 0,0-1 0,0 1 0,0-1 0,0 1 0,0 0 0,0-1 0,-1 1 0,1-1 0,0 1 0,0 0 0,-1-1 0,1 1 0,0-1 0,0 1 0,-1 0 0,1-1 0,0 1 0,-1 0 0,-14-15 0,8 15 0,6 0 0,0 0 0,0 1 0,0-1 0,0 1 0,0-1 0,0 1 0,0-1 0,0 1 0,0-1 0,1 1 0,-1 0 0,0-1 0,0 1 0,1 0 0,-1 0 0,0 0 0,1-1 0,-1 1 0,1 0 0,-1 0 0,1 0 0,-1 0 0,1 0 0,0 0 0,0 0 0,-1 0 0,1 0 0,0 0 0,0 0 0,0 0 0,0 0 0,0 2 0,1 1 0,0 0 0,0 0 0,0 0 0,0 0 0,4 7 0,-3-7 0,15 34 0,1-1 0,45 67 0,-57-93 0,0 0 0,0 0 0,-2 1 0,1-1 0,-1 1 0,-1 0 0,0 0 0,-1 1 0,2 22 0,-4-28 0,0 0 0,-1 0 0,0 0 0,0 0 0,-1-1 0,0 1 0,0 0 0,-1-1 0,1 1 0,-2-1 0,1 0 0,0 0 0,-1 0 0,0 0 0,-1-1 0,-7 8 0,-1 2 0,10-12 0,1 0 0,0 0 0,-1 0 0,1-1 0,-1 1 0,0-1 0,0 0 0,-6 4 0,8-6 0,1 1 0,0-1 0,-1 0 0,1 1 0,-1-1 0,1 0 0,-1 1 0,1-1 0,-1 0 0,1 0 0,-1 0 0,1 0 0,-1 1 0,1-1 0,-1 0 0,1 0 0,-1 0 0,0 0 0,1 0 0,-1 0 0,1 0 0,-1 0 0,1-1 0,-1 1 0,-2-10 0,9-15 0,-6 25 0,5-11 0,0 0 0,0 0 0,1 0 0,1 1 0,0 0 0,0 1 0,11-12 0,17-22 0,5-6 0,2 1 0,2 2 0,2 2 0,91-67 0,-112 92 0,0-1 0,-2-2 0,0 0 0,-2-2 0,0 0 0,24-39 0,-41 56 0,0-1 0,0 1 0,-1-1 0,0 0 0,-1 0 0,0 0 0,0-1 0,-1 1 0,0 0 0,0-1 0,-1-13 0,0 21 0,0-1 0,-1 0 0,1 1 0,0-1 0,-1 1 0,1-1 0,-1 1 0,0-1 0,1 1 0,-1-1 0,0 1 0,0 0 0,0-1 0,0 1 0,0 0 0,0 0 0,0 0 0,0-1 0,-2 0 0,0 0 0,0 1 0,1-1 0,-1 1 0,0 0 0,0 0 0,0 0 0,0 0 0,0 0 0,0 0 0,0 1 0,0 0 0,-5-1 0,5 2 0,-1-1 0,1 0 0,-1 1 0,1 0 0,-1 0 0,1 0 0,0 0 0,0 0 0,-1 1 0,1-1 0,0 1 0,0 0 0,0 0 0,1 0 0,-1 0 0,-3 4 0,-3 3 0,1 1 0,1 1 0,-8 12 0,10-17 0,-11 36 0,14-38 0,0 0 0,0 0 0,1-1 0,0 1 0,-1 1 0,1-1 0,1 0 0,-1 0 0,1 0 0,0 0 0,0 1 0,0-1 0,0 0 0,2 8 0,0-4 0,0 0 0,0 0 0,1 0 0,0 0 0,1 0 0,6 11 0,1 3 0,-10-18 0,0 0 0,1 0 0,0 0 0,0 0 0,5 6 0,-2-2 0,2-1 0,-1 0 0,15 12 0,-18-17 0,0 0 0,0 0 0,0 0 0,1-1 0,-1 1 0,0-1 0,1 0 0,-1 0 0,1 0 0,-1 0 0,1-1 0,0 0 0,4 1 0,10-3 0,1 0 0,-1-1 0,0 0 0,0-2 0,0 0 0,0-1 0,-1-1 0,0 0 0,-1-2 0,26-16 0,-32 17 0,0 0 0,-1-1 0,0 0 0,0 0 0,13-20 0,-8 12 0,-13 15 0,-2-6 0,0 7 0,1 1 0,0 0 0,-1-1 0,1 1 0,0 0 0,0-1 0,-1 1 0,1 0 0,0 0 0,-1-1 0,1 1 0,-1 0 0,1 0 0,0 0 0,-1 0 0,1 0 0,-1-1 0,1 1 0,0 0 0,-1 0 0,1 0 0,-1 0 0,1 0 0,-1 0 0,1 0 0,0 0 0,-1 1 0,0-1 0,-3 3 0,1-2 0,-1 1 0,1 0 0,0 0 0,0 0 0,0 1 0,0-1 0,0 1 0,1 0 0,-1-1 0,1 1 0,-1 0 0,1 1 0,-3 5 0,-1 3 0,0 0 0,-8 24 0,12-32 0,1 0 0,0 0 0,1 0 0,-1 0 0,1 0 0,0-1 0,-1 1 0,2 0 0,-1 0 0,0 0 0,1 0 0,0 0 0,0 0 0,0 0 0,0 0 0,1-1 0,2 6 0,2 0 0,0 0 0,1 0 0,0-1 0,0 0 0,11 9 0,-16-15-88,0 0 0,1 1 0,-1-1-1,1 0 1,0-1 0,-1 1 0,1 0 0,0-1 0,0 1 0,0-1 0,6 2-1,-7-3-56,0 0-1,1-1 0,-1 1 1,0 0-1,0-1 0,0 1 1,0-1-1,0 1 0,0-1 0,0 0 1,0 0-1,0 0 0,0 0 1,0 0-1,-1-1 0,1 1 1,0 0-1,-1-1 0,2-1 0,5-11-5788,-8 12 5004,1 1 0,-1-1-1,0 0 1,1 1 0,-1-1 0,0 0 0,0 1 0,0-1 0,0 1-1,-1-1 1,1 0 0,0 1 0,-1-1 0,0-1 0,-6-3-4842</inkml:trace>
</inkml:ink>
</file>

<file path=ppt/ink/ink1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8:58.928"/>
    </inkml:context>
    <inkml:brush xml:id="br0">
      <inkml:brushProperty name="width" value="0.035" units="cm"/>
      <inkml:brushProperty name="height" value="0.035" units="cm"/>
    </inkml:brush>
  </inkml:definitions>
  <inkml:trace contextRef="#ctx0" brushRef="#br0">19 210 3697,'0'1'424,"0"0"1,0 0 0,0 0 0,0 0-1,0 0 1,0 0 0,-1 0-1,1 0 1,0 0 0,-1 0-1,1 0 1,0 0 0,-1 0-1,1 0 1,-1 0 0,0 0-1,1 0 1,-1-1 0,0 1 0,1 0-1,-1 0 1,0-1 0,0 1-1,0 0 1,0-1 0,1 1-1,-1-1 1,-1 1 0,-2 5 5670,10-2-3646,6-2-639,16 2-809,1-2 0,0-1-1,0-1 1,0-1 0,31-6 0,-18 2-606,89-6-395,87-9 0,655-107 0,-834 121 0,-15 3 0,1-1 0,-1-1 0,34-13 0,-16 3 0,-38 15 0,-8 0 0,3 1-278,-1 0 1,1 0-1,-1-1 1,0 1-1,1-1 0,-1 1 1,0-1-1,1 0 0,-1 0 1,0 0-1,0 0 1,1 0-1,-1 0 0,0 0 1,1 0-1,-1-1 1,-3 0-1,-31-15-9407,10 3 4071,2 7-744</inkml:trace>
</inkml:ink>
</file>

<file path=ppt/ink/ink1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0.108"/>
    </inkml:context>
    <inkml:brush xml:id="br0">
      <inkml:brushProperty name="width" value="0.035" units="cm"/>
      <inkml:brushProperty name="height" value="0.035" units="cm"/>
    </inkml:brush>
  </inkml:definitions>
  <inkml:trace contextRef="#ctx0" brushRef="#br0">437 1 1000,'6'4'11017,"-8"-3"-10026,1 0-294,0-1-1,0 1 1,-1 0 0,1-1 0,-1 1 0,1-1 0,0 1 0,-1-1-1,1 0 1,-1 0 0,1 0 0,-1 0 0,-1 0 0,-2 6 4850,2-3-1676,9-1-3619,-5-2-247,-1 0 1,0 0 0,0 0 0,0 0 0,0 0-1,0 1 1,1-1 0,-1 0 0,0 0 0,0 0 0,0 0-1,0 1 1,0-1 0,0 0 0,1 0 0,-1 0-1,0 0 1,0 1 0,0-1 0,0 0 0,0 0 0,0 0-1,0 1 1,0-1 0,0 0 0,0 0 0,0 0-1,0 1 1,0-1 0,0 0 0,0 0 0,0 0 0,0 1-1,-1-1 1,1 0 0,0 0 0,0 0 0,0 1-1,0-1 1,0 0 0,0 0 0,0 0 0,-1 0 0,1 0-1,0 1 1,0-1 0,0 0 0,0 0 0,-1 0-1,1 0 1,-5 7 31,-57 68-37,20-18 0,26-33 0,9-12 0,-1 0 0,-10 23 0,5-4 0,8-21 0,1 0 0,0 0 0,0 0 0,1 1 0,0 0 0,1-1 0,-2 23 0,4-27 0,-1 0 0,1 0 0,1 0 0,-1 0 0,1 0 0,0 0 0,0 0 0,0-1 0,1 1 0,0 0 0,0-1 0,1 1 0,0-1 0,5 9 0,-2-5 7,-6-6-14,-6-4-22,-143-69-20949,73 34 12023,59 26 7014</inkml:trace>
</inkml:ink>
</file>

<file path=ppt/ink/ink1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0.377"/>
    </inkml:context>
    <inkml:brush xml:id="br0">
      <inkml:brushProperty name="width" value="0.035" units="cm"/>
      <inkml:brushProperty name="height" value="0.035" units="cm"/>
    </inkml:brush>
  </inkml:definitions>
  <inkml:trace contextRef="#ctx0" brushRef="#br0">1 16 288,'10'-5'5771,"-4"3"-3678,-10-1 605,3 3-2474,1 0 0,0-1 0,0 1 0,-1 0 0,1 0 0,0 0 0,-1 0 0,1 0 0,0 0 0,-1 0 1,1 0-1,0 0 0,-1 0 0,1 0 0,0 0 0,-1 0 0,1 0 0,0 0 0,-1 0 0,1 0 0,0 0 0,-1 0 0,1 1 0,0-1 0,-1 0 0,1 0 0,0 0 1,0 0-1,-1 1 0,1-1 0,0 0 0,0 0 0,-1 1 0,1-1 0,0 0 0,0 1 0,0-1 0,-1 0 0,1 0 0,0 1 0,0-1 0,0 0 0,0 1 0,0 0 0,4 22 6790,12 12-4219,-1-5-2031,-10-20-704,0 1 0,1-2-1,0 1 1,1 0-1,13 12 1,22 10 21,-41-31-60,1 0 0,0 1 0,0-1 0,-1 0 0,1-1 0,0 1 0,0 0 0,0 0 0,0-1 0,0 1 0,0-1 0,0 0 0,1 0 1,1 0-1,31-2 365,-26 1-330,27-5-40,-1-1 0,-1-1 1,58-23-1,-89 30-16,7-3 0,0-1 0,0 1 0,-1-2 0,0 1 0,0-1 0,0-1 0,9-8 0,-15 12-546,0-1 1,0 1-1,-1-1 1,1 0-1,2-5 1,-3 6-166,-1 0 1,0 0-1,0 0 1,-1 0-1,1 0 1,0 0-1,-1 0 1,0 0-1,0-1 1,0 1-1,0 0 1,0 0 0,-1 0-1,1 0 1,-1 0-1,0 0 1,0 0-1,0 0 1,0 0-1,-2-3 1,-6 0-4638,-6 0-69</inkml:trace>
</inkml:ink>
</file>

<file path=ppt/ink/ink1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1.732"/>
    </inkml:context>
    <inkml:brush xml:id="br0">
      <inkml:brushProperty name="width" value="0.035" units="cm"/>
      <inkml:brushProperty name="height" value="0.035" units="cm"/>
    </inkml:brush>
  </inkml:definitions>
  <inkml:trace contextRef="#ctx0" brushRef="#br0">0 19 928,'0'-1'15389,"3"15"-8934,7 4-1897,1 4-1652,-6 1-2533,-2 0 0,0 0 0,-1 0 0,-1 1 0,-4 32 0,2 1-80,1 49-293,0-106 0,0 0 0,0 0 0,0 1 0,0-1 0,0 0 0,0 0 0,0 0 0,0 0 0,0 1 0,0-1 0,0 0 0,0 0 0,0 0 0,0 0 0,0 1 0,0-1 0,0 0 0,0 0 0,0 0 0,0 0 0,0 0 0,0 1 0,1-1 0,-1 0 0,0 0 0,0 0 0,0 0 0,0 0 0,0 0 0,1 0 0,-1 1 0,0-1 0,0 0 0,0 0 0,0 0 0,0 0 0,1 0 0,-1 0 0,0 0 0,0 0 0,0 0 0,0 0 0,1 0 0,-1 0 0,0 0 0,0 0 0,0 0 0,0 0 0,1 0 0,-1 0 0,0 0 0,0 0 0,0 0 0,0-1 0,1 1 0,-1 0 0,0 0 0,0 0 0,0 0 0,0 0 0,0 0 0,0 0 0,1-1 0,-1 1 0,0 0 0,0 0 0,0 0 0,8-8 0,-8 8 0,3-5 0,0 0 0,0 1 0,-1-1 0,4-11 0,4-7 0,19-37 0,34-99 0,-31 74 0,-29 72 0,3 0 0,-5 2 0,0 12 0,0-1 0,0 1 0,0 0 0,0-1 0,0 1 0,0 0 0,0 0 0,0 0 0,0-1 0,0 1 0,-1 0 0,1 0 0,0 0 0,-1 1 0,1-1 0,0 0 0,-1 0 0,0 0 0,1 0 0,-1 1 0,1 0 0,-1 1 0,1 0 0,-1-1 0,1 1 0,0 0 0,0-1 0,0 1 0,0-1 0,2 3 0,6 15 0,6 9 0,1 0 0,-7 13 0,-7-28 0,2 1 0,6 19 0,-7-11 0,-4-22 0,1 1 0,0-1 0,0 1 0,0-1 0,0 1 0,1-1 0,-1 1 0,0-1 0,1 0 0,-1 1 0,1-1 0,-1 1 0,1-1 0,-1 0 0,2 2 0,-2 0 0,0-3 0,0 0 0,0 0 0,0 1 0,0-1 0,0 0 0,0 0 0,0 1 0,0-1 0,0 0 0,0 0 0,0 1 0,0-1 0,0 0 0,0 0 0,0 1 0,0-1 0,0 0 0,0 0 0,0 1 0,0-1 0,0 0 0,1 0 0,-1 1 0,0-1 0,0 0 0,0 0 0,0 0 0,1 1 0,-1-1 0,0 0 0,0 0 0,0 0 0,1 1 0,-1-1 0,0 0 0,0 1 0,0-1 0,1 0 0,-1 1 0,0-1 0,0 0 0,0 1 0,0-1 0,1 0 0,-1 1 0,0-1 0,0 0 0,1 0 0,-1 1 0,0-1 0,1 0 0,-1 0 0,0 0 0,1 1 0,-1-1 0,0 0 0,1 0 0,-1 0 0,0 0 0,1 0 0,-1 0 0,1 0 0,-1 1 0,0-1 0,1 0 0,-1 0 0,0-1 0,1 1 0,-1 0 0,1 0 0,-1 0 0,0 0 0,1 0 0,-1 0 0,0 0 0,1-1 0,-1 1 0,0 0 0,1 0 0,-1 0 0,0-1 0,0 1 0,1 0 0,-1 0 0,0-1 0,0 1 0,1 0 0,-1-1 0,0 1 0,0 0 0,0-1 0,1 0 0,1 0 0,0-1 0,0 0 0,0 0 0,0 0 0,0 0 0,0-1 0,-1 1 0,1 0 0,-1-1 0,3-4 0,-2 2 0,0 1 0,1-1 0,0 1 0,0 0 0,4-5 0,4-5 0,0-1 0,-1 0 0,0 0 0,13-31 0,-18 36 0,0 0 0,0 0 0,13-17 0,-15 23 0,0-1 0,0 0 0,0 0 0,3-10 0,-4 9 0,0 1 0,1 0 0,-1 0 0,7-8 0,-9 13 0,1-1 0,0 1 0,-1 0 0,1 0 0,-1-1 0,1 1 0,-1 0 0,1 0 0,0-1 0,-1 1 0,1 0 0,-1 0 0,1 0 0,0 0 0,-1 0 0,1 0 0,0 0 0,-1 0 0,1 0 0,0 1 0,-1-1 0,1 0 0,-1 0 0,1 0 0,-1 1 0,1-1 0,0 0 0,-1 1 0,1-1 0,-1 0 0,1 1 0,-1-1 0,0 1 0,1-1 0,-1 1 0,1 0 0,24 26 0,-15-15 0,-4-5 0,-1 1 0,0 0 0,0-1 0,-1 2 0,0-1 0,3 10 0,9 16 0,9 29 0,-13-35 13,-10-22-22,0-1 0,1 1 0,-1-1 0,1 1 0,0-1 0,1 0 0,-1 0 0,1 0 0,7 7 0,-10-12-93,-1 1 0,1-1 0,0 0 0,0 1-1,0-1 1,0 0 0,0 0 0,0 0 0,0 0 0,-1 0 0,1 0 0,0 0 0,0 0 0,0 0 0,0 0 0,0 0 0,0-1 0,0 1 0,0 0 0,-1-1 0,1 1 0,1-1 0,21-18-823,-18 14 845,0-1 1,-1 1 0,0-1 0,0 0 0,-1-1 0,6-11-1,0-6 113,-6 17 104,-1 0-1,0 0 0,0 0 0,0 0 1,0-1-1,-1 1 0,0-8 0,-2 11 50,1 0-1,0-1 0,0 1 1,0 0-1,1-1 0,-1 1 0,1 0 1,0-1-1,0 1 0,1 0 1,-1 0-1,1 0 0,0 0 0,3-5 1,-5 4-185,-7 1-1,-1 8 0,2-1 0,0 1 0,0 0 0,1 0 0,0 0 0,0 1 0,0-1 0,0 1 0,1 1 0,0-1 0,-5 9 0,6-10 0,1 0 0,-1 0 0,1 1 0,-8 6 0,7-7 0,0 0 0,0 0 0,0 0 0,-5 9 0,-25 60 0,32-57 0,2-11 0,6-4 0,-6-1 0,-1 0 0,1 0 0,0-1 0,-1 1 0,1 0 0,0 0 0,-1 0 0,1 0 0,0-1 0,-1 1 0,1 0 0,0 0 0,-1-1 0,1 1 0,-1-1 0,1 1 0,-1 0 0,1-1 0,-1 1 0,1-1 0,-1 1 0,1-1 0,0-1 0,1 0 0,5-3 0,1-1 0,-1 0 0,12-12 0,-2 0 0,-7 5 0,-9 11 0,0 1 0,0-1 0,0 0 0,0 1 0,0 0 0,0-1 0,0 1 0,1 0 0,-1-1 0,1 1 0,1-1 0,5-5 0,-7 6 0,0 0 0,0 0 0,0 0 0,0 0 0,0 0 0,1 0 0,-1 0 0,0 0 0,1 0 0,-1 1 0,1-1 0,1 0 0,4 4 0,-3 0 0,-1 0 0,0 1 0,0-1 0,0 0 0,0 1 0,-1 0 0,1-1 0,-1 1 0,0 0 0,0 0 0,0 1 0,-1-1 0,1 0 0,0 7 0,13 27 0,7-7-65,-13-47-14943,-9 13 13872,1 1-1,0-1 0,-1 1 0,0-1 0,0 1 0,1-1 0,-1 1 0,-1-1 1,0-4-1,1 1-1228,0 0-292</inkml:trace>
</inkml:ink>
</file>

<file path=ppt/ink/ink1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2.181"/>
    </inkml:context>
    <inkml:brush xml:id="br0">
      <inkml:brushProperty name="width" value="0.035" units="cm"/>
      <inkml:brushProperty name="height" value="0.035" units="cm"/>
    </inkml:brush>
  </inkml:definitions>
  <inkml:trace contextRef="#ctx0" brushRef="#br0">0 42 328,'2'-1'587,"-1"0"0,1-1 0,-1 1-1,0-1 1,0 1 0,1-1 0,-1 1 0,0-1-1,1-2 1,-2 3-431,0 1-1,1 0 1,-1 0-1,0-1 1,0 1-1,0 0 1,1-1-1,-1 1 1,0 0-1,0 0 1,0-1-1,0 1 1,0 0-1,0-1 1,0 1-1,1 0 1,-1-1-1,0 1 1,0 0-1,0-1 1,0 1-1,0 0 1,-1-1-1,1 1 1,0 0-1,0-1 1,0 1-1,0 0 1,0-1-1,0 1 1,0 0-1,-1-1 1,1 1-1,0 0 1,0 0-1,0-1 1,-1 1-1,1 0 1,0 0-1,0-1 1,-1 1-1,1 0 1,0 0-1,-1 0 1,1 0 0,0-1-1,0 1 1,-1 0-1,1 0 1,-1 0-1,1 0 48,-1 0 0,1 0 0,0 0 1,0 0-1,-1 0 0,1 0 0,0 0 0,0 0 0,-1 0 0,1 0 0,0 0 1,0 0-1,-1 0 0,1-1 0,0 1 0,0 0 0,-1 0 0,1 0 0,0 0 1,0 0-1,0-1 0,-1 1 0,1 0 0,0 0 0,0 0 0,0-1 0,0 1 1,0 0-1,-1 0 0,1 0 0,0-1 0,0 1 0,0 0 0,0 0 0,0-1 1,0 1-1,0 0 0,0 0 0,0-1 0,0 1 0,0 0 0,0 0 0,0-1 1,0 1-1,0 0 0,0-1 0,0 1 0,0 0 0,6-3 6708,1 9-5135,13 16-1776,-17-19 0,1 0 0,-1 1 0,0-1 0,0 1 0,0 0 0,0-1 0,-1 1 0,1 0 0,-1 1 0,0-1 0,0 0 0,-1 1 0,1-1 0,-1 1 0,0-1 0,1 9 0,-2-7 0,0 2 0,0 0 0,0 0 0,-1 0 0,0 0 0,0 0 0,-1 0 0,-3 10 0,-26 44 0,28-57 0,2-4 0,0 1 0,1-1 0,-1 0 0,0 1 0,1-1 0,-1 1 0,1-1 0,-1 1 0,1-1 0,0 1 0,0-1 0,-1 1 0,1 1 0,1-13 0,0 0 0,1 0 0,0 0 0,0 0 0,1 0 0,1 0 0,-1 1 0,1-1 0,8-11 0,4-5 0,0 0 0,25-27 0,-35 42 0,-5 9 0,-1 1 0,1 0 0,0 0 0,-1 0 0,1 0 0,0 0 0,0 0 0,0 0 0,-1 0 0,1 0 0,0 0 0,0 1 0,2-2 0,2-1 0,12-6 0,-17 9 0,1 0 0,-1 0 0,1 0 0,0 0 0,-1 0 0,1 0 0,-1 0 0,1 0 0,-1 1 0,1-1 0,-1 0 0,1 0 0,0 0 0,-1 1 0,1-1 0,-1 0 0,1 1 0,-1-1 0,0 0 0,1 1 0,-1-1 0,1 1 0,-1-1 0,0 0 0,1 2 0,6 6 0,-4-5 0,-1 0 0,1 0 0,-1 0 0,0 0 0,0 1 0,2 5 0,1 3 0,-1 0 0,0 1 0,-1-1 0,0 1 0,-1-1 0,1 24 0,-3-32-159,-1-1-1,0 0 1,0 0 0,0 0-1,0 0 1,0-1 0,0 1 0,-1 0-1,0 0 1,-2 3 0,4-24-22015,1 15 21360,-1 1 0,1 0 0,0 0 1,0 0-1,0-1 0,2-1 1,-3 4 637,7-10-1681</inkml:trace>
</inkml:ink>
</file>

<file path=ppt/ink/ink1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2.624"/>
    </inkml:context>
    <inkml:brush xml:id="br0">
      <inkml:brushProperty name="width" value="0.035" units="cm"/>
      <inkml:brushProperty name="height" value="0.035" units="cm"/>
    </inkml:brush>
  </inkml:definitions>
  <inkml:trace contextRef="#ctx0" brushRef="#br0">1 99 544,'19'-21'2252,"-14"15"-1119,1 0 0,0 0 0,0 0 0,12-8-1,-2-3 1805,-10 9-816,-6 8-1904,0-1 0,0 1 0,0 0 0,0-1 0,0 1 0,0 0 0,0-1 0,0 1 0,-1 0 0,1-1 0,0 1 0,0 0 0,0-1 0,0 1 0,-1 0 0,1-1 0,0 1 0,0 0 0,0 0-1,-1-1 1,1 1 0,0 0 0,-1 0 0,1 0 0,0-1 0,0 1 0,-1 0 0,1 0 0,0 0 0,-1 0 0,1 0 0,0 0 0,-1-1 0,1 1 0,0 0 0,-7-2 6809,7 2-6807,0 0 1,0 0-1,0 0 1,0-1 0,0 1-1,0 0 1,0 0 0,0 0-1,0-1 1,0 1-1,0 0 1,0 0 0,0 0-1,0-1 1,0 1 0,0 0-1,0 0 1,0 0-1,0-1 1,-1 2-219,0 0 1,0 0-1,0 0 0,0 1 0,0-1 1,0 0-1,1 0 0,-1 1 0,0-1 1,1 0-1,-1 1 0,1-1 1,0 1-1,-1-1 0,1 0 0,0 1 1,0-1-1,0 3 0,0 34-3,1-19 0,-1 90 2,0-105 0,1 0 0,0-1 0,-1 1 0,1 0 0,0-1 0,3 7 0,-2-6 0,-1 0 0,1 0 0,-1 0 0,0 0 0,0 0 0,-1 1 0,1 3 0,2-1 0,-2-6 0,-1-1 0,1 1 0,-1-1 0,1 1 0,-1 0 0,0-1 0,1 1 0,-1 0 0,0-1 0,1 1 0,-1 0 0,0-1 0,0 1 0,0 0 0,0-1 0,0 1 0,0 0 0,0 0 0,2 4 0,5-5 0,0-5 0,-7 4 0,2-4 0,1 1 0,-1-1 0,1 1 0,0 0 0,0 0 0,7-6 0,-8 8 0,-1 0 0,1 0 0,-1 0 0,0 0 0,1-1 0,-1 1 0,0 0 0,1-5 0,-1 4 0,0 0 0,0 0 0,0 1 0,0-1 0,1 0 0,0 0 0,3-4 0,3-2 0,1 0 0,-2 0 0,1-1 0,-2 0 0,1-1 0,7-16 0,-7 18 0,-7 9 0,1-1 0,0 0 0,0 0 0,-1 1 0,1-1 0,-1 0 0,1 0 0,-1 0 0,1 0 0,-1 0 0,1 0 0,-1 1 0,0-1 0,1 0 0,-1 0 0,0 0 0,0 0 0,0 0 0,0-1 0,0 1 0,0 0 0,0-1 0,1-2 0,0 3 0,-1 1 0,0 0 0,0 0 0,0 0 0,1 0 0,-1 0 0,0 0 0,0 0 0,0 0 0,1 0 0,-1-1 0,0 1 0,0 0 0,0 0 0,1 0 0,-1 0 0,0 0 0,0 0 0,0 1 0,1-1 0,-1 0 0,0 0 0,0 0 0,1 0 0,-1 0 0,0 0 0,0 0 0,0 0 0,0 0 0,1 0 0,-1 1 0,0-1 0,0 0 0,0 0 0,0 0 0,1 1 0,0 2 0,0-1 0,0 0 0,0 0 0,0 0 0,-1 0 0,1 0 0,0 0 0,-1 0 0,1 0 0,-1 0 0,0 0 0,0 0 0,0 1 0,0 3 0,0-3 0,8 25 0,-8-24 0,1 1 0,0-1 0,-1 1 0,1-1 0,1 0 0,-1 1 0,1-1 0,0 0 0,4 7 0,2 11 0,-6-11-138,-3-1-323,18-15-5153,-2-5 24,-1 0 0,24-23-1,36-35-2968,-64 58 7615</inkml:trace>
</inkml:ink>
</file>

<file path=ppt/ink/ink1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3.026"/>
    </inkml:context>
    <inkml:brush xml:id="br0">
      <inkml:brushProperty name="width" value="0.035" units="cm"/>
      <inkml:brushProperty name="height" value="0.035" units="cm"/>
    </inkml:brush>
  </inkml:definitions>
  <inkml:trace contextRef="#ctx0" brushRef="#br0">171 105 560,'27'-26'2913,"-23"22"-1945,1 1 0,-1-1 1,0 0-1,0-1 0,-1 1 0,6-8 0,-9 11-710,1 1 0,-1-1 0,0 0-1,1 1 1,-1-1 0,0 0 0,1 1 0,-1-1 0,0 0-1,0 1 1,0-1 0,0 0 0,0 0 0,0 1-1,0-1 1,0 0 0,0 0 0,0 1 0,0-1-1,0 0 1,-1 1 0,1-1 0,0 0 0,0 1 0,-1-1-1,1 0 1,-1 1 0,1-1 0,0 1 0,-1-1-1,1 0 1,-1 1 0,1-1 0,-1 1 0,0 0-1,1-1 1,-1 1 0,1-1 0,-1 1 0,0 0 0,1-1-1,-1 1 1,-1 0 0,2 0-51,-1 0 0,1 0 0,0 0-1,-1-1 1,1 1 0,-1 0 0,1 0 0,0 0 0,-1 0 0,1 0 0,0-1-1,-1 1 1,1 0 0,0 0 0,-1-1 0,1 1 0,0 0 0,0 0 0,-1-1-1,1 1 1,0 0 0,0-1 0,-1 1 0,1 0 0,0-1 0,0 1 0,0-1-1,0 1 1,0 0 0,-1-1 0,1 1 0,0 0 0,0-1 0,0 1-1,0-1 1,0 1 0,0 0 0,0-1 0,0 1 0,1-1 0,-1 1 0,0-4 1780,-2 3-1537,-5 1-403,5 0-47,0 0 0,0 0 0,0 0 0,-1 1 0,1-1 0,0 1 0,0-1 0,0 1 0,0 0 0,0-1 0,0 1 0,0 0 0,0 1 0,0-1 0,0 0 0,-2 2 0,-8 5 0,-9 8 0,8-6 0,6-4 0,0 0 0,0 0 0,1 0 0,0 1 0,0 0 0,1 0 0,-5 9 0,-11 12 0,15-18 0,0-1 0,0 1 0,1 0 0,0 0 0,-4 13 0,4-11 0,5-11 0,-1 1 0,1-1 0,-1 0 0,1 0 0,-1 1 0,1-1 0,0 0 0,0 0 0,0 1 0,0-1 0,-1 0 0,2 1 0,-1-1 0,0 0 0,0 1 0,0-1 0,1 0 0,-1 1 0,0-1 0,1 0 0,-1 0 0,1 0 0,0 1 0,1 1 0,-1-2 0,1 0 0,0 1 0,-1-1 0,1 0 0,0 0 0,0 0 0,0 0 0,0 0 0,0-1 0,0 1 0,0-1 0,0 1 0,0-1 0,2 0 0,3 1 0,0-1 0,0 0 0,0 0 0,0-1 0,0 0 0,0 0 0,0-1 0,12-4 0,-15 4 0,14-6 0,0 0 0,-1-2 0,0 0 0,17-14 0,-13 9 0,-16 12 0,0-1 0,-1 1 0,1-1 0,-1 1 0,5-7 0,16-15 0,-19 25 0,-5 5 0,-1 13 0,-1-10 0,1 0 0,0 0 0,1 0 0,-1 0 0,2 0 0,3 14 0,-4-7 0,-1-14 0,0 1 0,-1 0 0,1 0 0,0 0 0,1-1 0,-1 1 0,0 0 0,0 0 0,1 0 0,-1-1 0,1 1 0,-1 0 0,1-1 0,0 1 0,0 0 0,1 2 0,-2-4-60,0 0 0,1 0 0,-1 1 0,0-1 0,0 0 0,0 0 0,0 1 0,0-1 0,0 0 0,0 0 0,0 1 0,0-1 0,1 0 0,-1 0 0,0 1 0,0-1 0,0 0 0,1 0 0,-1 0 0,0 0 0,0 1 0,0-1 0,1 0 0,-1 0 0,0 0 0,0 0 0,1 0 0,-1 0 0,0 0 0,0 1 0,1-1 0,-1 0 0,0 0 0,0 0 0,1 0 0,-1 0 0,0 0 0,1 0 0,-1 0 0,0-1 0,0 1 0,1 0-1,-1 0 1,0 0 0,0 0 0,1 0 0,-1 0 0,0 0 0,0-1 0,0 1 0,1 0 0,-1 0 0,0 0 0,0 0 0,0-1 0,1 1 0,-1 0 0,0 0 0,0-1 0,0 1 0,0 0 0,0 0 0,0-1 0,1 1 0,5-19-6290,-5 17 5216,1-3-815,-1 1 0,0 0 0,0-1 0,0 1 0,-1-1 0,1 1 0,-1-7 1,0 0-2195</inkml:trace>
</inkml:ink>
</file>

<file path=ppt/ink/ink1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3.930"/>
    </inkml:context>
    <inkml:brush xml:id="br0">
      <inkml:brushProperty name="width" value="0.035" units="cm"/>
      <inkml:brushProperty name="height" value="0.035" units="cm"/>
    </inkml:brush>
  </inkml:definitions>
  <inkml:trace contextRef="#ctx0" brushRef="#br0">34 68 88,'9'-19'3637,"8"-14"5190,-16 33-8694,-1-1 1,0 1-1,0 0 0,0-1 1,0 1-1,1 0 0,-1 0 0,0-1 1,0 1-1,0 0 0,0-1 1,0 1-1,0 0 0,0 0 1,0-1-1,0 1 0,0 0 1,0-1-1,0 1 0,0 0 0,0-1 1,0 1-1,0 0 0,0-1 1,0 1-1,-1 0 0,1 0 1,0-1-1,0 1 0,0 0 0,0 0 1,-1-1-1,1 1 0,0 0 1,0 0-1,-1 0 0,1-1 1,0 1-1,0 0 0,-1 0 1,1 0-1,0 0 0,0-1 0,-1 1 1,1 0-1,0 0 0,-1 0 1,-21-4 13385,13 21-13222,9-14-297,0 0 0,-1-1 0,0 1 0,1 0 0,-1 0 0,0 0 0,-3 4 0,3-4 0,0 0 0,-1-1 0,1 1 0,0 1 0,1-1 0,-1 0 0,0 5 0,1 171 0,-5-145 0,4-29 0,0 0 0,0 1 0,1-1 0,-1 0 0,1 1 0,0-1 0,2 8 0,1 4 0,1 1 0,-1 0 0,2 34 0,-5-49 0,1-1 0,-1 0 0,1 0 0,-1 0 0,1 0 0,0 0 0,0 0 0,0 0 0,1 3 0,0-4 0,-1 1 0,0 0 0,0 0 0,0 0 0,-1 1 0,1-1 0,0 0 0,-1 0 0,1 3 0,-1-5-18,0 0-1,0 0 1,0 1 0,0-1-1,0 0 1,0 0-1,0 1 1,0-1 0,0 0-1,0 0 1,0 0 0,0 1-1,0-1 1,0 0-1,0 0 1,0 0 0,1 1-1,-1-1 1,0 0 0,0 0-1,0 0 1,0 1 0,1-1-1,-1 0 1,0 0-1,0 0 1,0 0 0,0 0-1,1 1 1,-1-1 0,0 0-1,0 0 1,1 0-1,-1 0 1,0 0 0,0 0-1,0 0 1,1 0 0,-1 0-1,0 0 1,1 0 0,12-5-1791,10-12-1886,-2-8-1581,-14 18 3852,0 0 0,-1-1 0,0 0 0,6-11 0,-1-2-27,8-14 146,26-67 0,-35 77 1539,-6 15 9,0 0 0,-1 0-1,3-12 1,-4 14 182,0 1 0,0-1 0,7-13 0,-6 16 217,0-1-1,-1 1 0,0-1 0,0 1 1,-1-1-1,1 0 0,0-10 1,-11-32 10875,9 33-8519,1 34-2860,-1 5-123,0 0-1,-8 45 0,7-56-14,-1-1 0,1 0 0,1 1 0,2 21 0,0-20 0,-2 0 0,0-1 0,-2 23 0,-1-25 0,1 1 0,1 0 0,0-1 0,0 1 0,1 0 0,1 0 0,0-1 0,5 22 0,-4-20 0,4 1 0,-4-10 0,-2-3 0,0-1 0,0 0 0,0 1 0,0-1 0,0 1 0,0-1 0,0 1 0,0-1 0,0 1 0,0-1 0,0 0 0,1 1 0,-1-1 0,0 1 0,0-1 0,0 0 0,1 1 0,-1-1 0,0 1 0,1-1 0,-1 0 0,0 0 0,1 1 0,-1-1 0,0 0 0,1 1 0,-1-1 0,1 0 0,-1 0 0,1 0 0,-1 0 0,0 1 0,1-1 0,-1 0 0,1 0 0,-1 0 0,1 0 0,-1 0 0,1 0 0,-1 0 0,1 0 0,-1 0 0,0 0 0,1 0 0,-1-1 0,1 1 0,0 0 0,6-6 0,-1 1 0,1-1 0,-1 0 0,6-8 0,3-2 0,25-46 0,-38 60 0,0 0 0,0-1 0,0 0 0,-1 1 0,0-1 0,1 0 0,-1 1 0,0-1 0,0 0 0,-1 0 0,1 0 0,0 0 0,-1-4 0,2 3 0,-2 4 0,0 0 0,0 0 0,0 0 0,1-1 0,-1 1 0,0 0 0,0 0 0,1 0 0,-1 0 0,0 0 0,0 0 0,1 0 0,-1 0 0,0 0 0,0 0 0,1 0 0,-1 0 0,0 0 0,0 0 0,0 0 0,1 0 0,-1 0 0,0 1 0,0-1 0,1 0 0,-1 0 0,0 0 0,0 0 0,0 0 0,1 1 0,0 1 0,0-1 0,0 0 0,0 0 0,0 1 0,0-1 0,0 0 0,0 0 0,0 0 0,-1 1 0,1-1 0,-1 0 0,1 1 0,0 1 0,0-1 0,0 0 0,0 0 0,0 1 0,0-1 0,0 0 0,1 0 0,-1 0 0,3 2 0,5 9 0,-8-11 0,0-1 0,0 1 0,1 0 0,-1-1 0,0 1 0,1 0 0,-1-1 0,1 0 0,2 3 0,-1-2 0,1 0 0,-1-1 0,1 1 0,-1 0 0,1-1 0,0 0 0,0 0 0,0 0 0,0 0 0,0-1 0,-1 1 0,1-1 0,0 0 0,0 0 0,0-1 0,0 1 0,0-1 0,0 0 0,0 0 0,0 0 0,-1 0 0,6-3 0,35-22 0,-36 18 0,0 1 0,0-1 0,0 0 0,-1-1 0,0 0 0,-1 0 0,0-1 0,8-17 0,-10 19 0,-3 6 0,0-1 0,0 1 0,0 0 0,-1-1 0,1 1 0,-1-1 0,1 1 0,-1-1 0,0-4 0,-1 3 0,0 4 0,1-1 0,0 1 0,-1 0 0,1 0 0,0-1 0,-1 1 0,1 0 0,0 0 0,-1 0 0,1-1 0,0 1 0,-1 0 0,1 0 0,-1 0 0,1 0 0,-1 0 0,1 0 0,0 0 0,-1 0 0,1 0 0,-1 0 0,1 0 0,0 0 0,-1 0 0,1 0 0,-1 0 0,1 0 0,0 1 0,-1-1 0,1 0 0,-1 0 0,1 0 0,0 1 0,-1-1 0,1 0 0,0 0 0,-1 1 0,1-1 0,0 0 0,0 1 0,-1-1 0,1 0 0,0 1 0,0-1 0,0 0 0,-1 1 0,1 0 0,0-1 0,-10 9 0,9-8 0,-1 0 0,1 0 0,0 0 0,0 1 0,-1-1 0,1 0 0,0 0 0,0 1 0,0-1 0,0 1 0,1-1 0,-2 3 0,-8 14 0,8-16 0,1 1 0,-1 0 0,1 0 0,-1-1 0,1 1 0,0 0 0,0 0 0,0 0 0,0 1 0,1-1 0,-1 3 0,0 22 0,0-18 0,1 0 0,0 0 0,1 0 0,-1 0 0,2 0 0,0 0 0,3 13 0,1-6 0,-1 0 0,3 18 0,-5-20 0,0 0 0,2 0 0,9 23 0,9 28 0,-17-48 0,14 66 0,-17-68 0,0 0 0,-1 0 0,-1 0 0,0 0 0,-2 25 0,0-5 0,1-35 0,0 0 0,0 1 0,-1-1 0,1 0 0,0 0 0,-1 0 0,1 0 0,-1 0 0,1 0 0,-1 0 0,1 0 0,-1 0 0,0 0 0,1 0 0,-1 0 0,0 0 0,0 0 0,0-1 0,0 1 0,0 0 0,0 0 0,0-1 0,0 1 0,0-1 0,0 1 0,0-1 0,0 1 0,0-1 0,0 0 0,0 0 0,-1 1 0,1-1 0,0 0 0,0 0 0,-2 0 0,-7 0 0,-1 0 0,0-1 0,-12-2 0,6 1 0,-335-18-6567,170 15-10135,147 5 11717</inkml:trace>
</inkml:ink>
</file>

<file path=ppt/ink/ink1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4.326"/>
    </inkml:context>
    <inkml:brush xml:id="br0">
      <inkml:brushProperty name="width" value="0.035" units="cm"/>
      <inkml:brushProperty name="height" value="0.035" units="cm"/>
    </inkml:brush>
  </inkml:definitions>
  <inkml:trace contextRef="#ctx0" brushRef="#br0">59 184 3313,'-42'22'15517,"25"-17"-5502,25 0-6093,13-6-3922,-1-1 0,27-7 0,9 0 0,247-34 0,-11 1 0,-62 8 0,-153 22 0,10-5 0,-41 6 0,-33 6 0,-13 5-26,0 0-1,1 0 1,-1 0-1,0 0 1,0 0-1,1 0 1,-1 0 0,0 0-1,1 0 1,-1 0-1,0 0 1,0 0-1,1 0 1,-1-1 0,0 1-1,0 0 1,1 0-1,-1 0 1,0-1-1,0 1 1,0 0 0,1 0-1,-1 0 1,0-1-1,0 1 1,0 0-1,0 0 1,0-1 0,0 1-1,1 0 1,-1-1-1,0 1 1,0 0-1,0-1 1,-9-6-2207,-20-3-2908,26 9 4487,-2-1-1111,1 1-1,-1 0 1,0 0-1,0 1 1,0-1-1,0 1 0,0 0 1,-6 1-1,-6 3-2749</inkml:trace>
</inkml:ink>
</file>

<file path=ppt/ink/ink1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4.580"/>
    </inkml:context>
    <inkml:brush xml:id="br0">
      <inkml:brushProperty name="width" value="0.035" units="cm"/>
      <inkml:brushProperty name="height" value="0.035" units="cm"/>
    </inkml:brush>
  </inkml:definitions>
  <inkml:trace contextRef="#ctx0" brushRef="#br0">144 252 640,'-124'35'22106,"114"-32"-19701,1 2-442,17-2 569,19-3 589,330-59-3121,-229 35 0,341-75 0,-446 93-678,0-1 0,0-1 1,34-18-1,-54 24-434,1 0 0,-1-1 1,1 0-1,-1 0 0,0 0 0,0 0 1,3-5-1,-5 7 515,0 0 0,0 0-1,-1-1 1,1 1 0,0 0 0,-1-1 0,1 1-1,-1 0 1,1-1 0,-1 1 0,0-1 0,0 1 0,0-1-1,1 1 1,-1-1 0,-1 1 0,1 0 0,0-1-1,0 1 1,0-1 0,-1 1 0,1-1 0,-2-1-1,-5-4-3911</inkml:trace>
</inkml:ink>
</file>

<file path=ppt/ink/ink1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4.978"/>
    </inkml:context>
    <inkml:brush xml:id="br0">
      <inkml:brushProperty name="width" value="0.035" units="cm"/>
      <inkml:brushProperty name="height" value="0.035" units="cm"/>
    </inkml:brush>
  </inkml:definitions>
  <inkml:trace contextRef="#ctx0" brushRef="#br0">9 95 696,'-9'-13'14987,"9"13"-14849,1 0 1,-1-1 0,0 1 0,0 0 0,0 0-1,0 0 1,0-1 0,0 1 0,0 0 0,0 0-1,1 0 1,-1 0 0,0 0 0,0-1 0,0 1 0,0 0-1,1 0 1,-1 0 0,0 0 0,0 0 0,0 0-1,1 0 1,-1-1 0,0 1 0,0 0 0,0 0 0,1 0-1,-1 0 1,0 0 0,0 0 0,0 0 0,1 0-1,-1 0 1,0 0 0,0 0 0,0 0 0,1 0 0,-1 1-1,0-1 1,6-3 4565,8-4-3065,64-7-881,0 3 1,125-1-1,-103 6-1989,-86 6-190,1-1 1,15-3-1,-25 3 310,-1 0 0,0 0 0,1-1 0,-1 1 0,7-4 0,-10 3-582,-1 2 1482,0 0-1,0 0 0,0 0 1,0-1-1,0 1 0,0 0 1,0 0-1,0 0 0,0-1 1,0 1-1,0 0 0,0 0 1,0 0-1,0 0 0,0-1 1,-1 1-1,1 0 0,0 0 1,-7-4-5798,-1 3 2270</inkml:trace>
</inkml:ink>
</file>

<file path=ppt/ink/ink1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5.298"/>
    </inkml:context>
    <inkml:brush xml:id="br0">
      <inkml:brushProperty name="width" value="0.035" units="cm"/>
      <inkml:brushProperty name="height" value="0.035" units="cm"/>
    </inkml:brush>
  </inkml:definitions>
  <inkml:trace contextRef="#ctx0" brushRef="#br0">66 69 1080,'-12'-1'2478,"7"1"-1219,1 0 0,-1-1 0,0 2-1,0-1 1,0 0 0,1 1 0,-1 0-1,-5 2 1,4 4 2439,12 3-660,-4-9-2429,-1 1 0,1 0 0,0-1 0,0 1-1,-1-1 1,1 0 0,0 0 0,1 1 0,3 0 0,25 6 1955,39-5-1456,-57-3-620,22-2-176,54-9-1,-28 2-264,-45 6-36,31-10 1,14-3-5,-2-3-361,-44 16-589,9-3-2437,-3-2-4352,-16 2 5704,-5 5 1431,0 1-1,0-1 0,0 0 1,0 1-1,0-1 1,0 0-1,0 1 0,0-1 1,0 0-1,0 1 1,-1-1-1,1 0 0,0 1 1,0-1-1,-1 1 0,1-1 1,-1 0-1,1 1 1,0-1-1,-1 1 0,0-1 1,-1-5-3295</inkml:trace>
</inkml:ink>
</file>

<file path=ppt/ink/ink1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6.748"/>
    </inkml:context>
    <inkml:brush xml:id="br0">
      <inkml:brushProperty name="width" value="0.035" units="cm"/>
      <inkml:brushProperty name="height" value="0.035" units="cm"/>
    </inkml:brush>
  </inkml:definitions>
  <inkml:trace contextRef="#ctx0" brushRef="#br0">228 48 2537,'9'-2'8214,"-15"-2"-2312,5 3-4949,0 0 1,-1 1-1,1-1 0,0 1 1,-1 0-1,1-1 1,-1 1-1,1 0 1,-1 0-1,1 0 1,0 0-1,-2 0 1,-7 16 2765,7-13-3719,1 1 0,-1 0 0,1 0 0,0 0 0,0 1 0,1-1 0,-1 0 0,1 1 0,0-1 0,0 1 0,0 5 0,0 0 0,1 0 0,0-1 0,1 1 0,3 15 0,-1 4 0,-3-24 0,1 1 0,-1 0 0,1-1 0,0 1 0,3 6 0,14 40 0,13 63 0,-23-62 0,1-18 0,-6-27-61,-3-8 13,1 1 1,-1 0-1,0-1 0,1 1 0,-1-1 0,0 1 0,1-1 0,-1 1 0,1-1 0,-1 1 0,1-1 0,-1 1 0,1-1 0,-1 0 0,1 1 0,-1-1 0,1 0 1,0 1-1,-1-1 0,1 0 0,-1 0 0,1 0 0,0 1 0,-1-1 0,1 0 0,1 0 0,-1 0-427,0 0 0,0-1 0,0 1 0,0 0 0,0 0 1,0-1-1,0 1 0,0-1 0,0 1 0,0-1 0,0 1 0,0-1 0,0 1 0,0-1 0,-1 0 0,1 0 0,0 1 0,0-1 1,-1 0-1,1 0 0,-1 0 0,1 0 0,0 0 0,-1 0 0,0 0 0,1 0 0,0-1 0,1-2-470,-1 0 0,1 0 0,-1-1 0,0 1 0,0 0 0,0 0 0,0-8 0,8-51-4195,-11 33 4876,-1 0 0,-8-35 0,3 18 1259,7 40-756,1 0 1,0 0-1,1-1 0,0 1 0,0 0 0,0 0 1,3-7-1,-2 4 228,0 1-1,0 0 1,0-14 0,3-7 911,-4 28-1015,0-1-1,-1 1 1,1-1 0,-1 0 0,1 0 0,-1 1 0,0-1 0,0 0 0,0 0 0,0 1 0,0-1 0,-1 0 0,1 0 0,-1 1 0,0-1 0,0 0 0,0 1 0,-1-4 0,-3-2 2687,4 7-2787,1 1 0,0-1 0,-1 0 0,1 0-1,-1 1 1,1-1 0,-1 0 0,1 1 0,-1-1 0,1 0 0,-1 1 0,0-1 0,1 1 0,-1-1 0,0 1-1,0 0 1,1-1 0,-1 1 0,0-1 0,-1 1 0,0-1 66,-1 1 1,0 0-1,-1-1 1,1 1-1,0 1 1,0-1-1,0 0 0,0 1 1,0-1-1,1 1 1,-1 0-1,-3 1 1,-38 18 366,29-13-303,-4 4-315,1 0 0,0 1 0,0 1 0,1 0 0,1 1 0,1 1 0,0 1 0,-16 20 1,28-30-64,-1-1 1,1 1-1,0 0 0,0 0 1,1 1-1,0-1 1,0 1-1,0-1 1,1 1-1,0-1 1,0 1-1,0 0 1,1-1-1,0 1 1,2 8-1,-2 1 136,0-16-150,0 1 0,0-1 0,0 1 0,1-1 0,-1 0 0,0 1 0,0-1 0,0 0 0,1 1 0,-1-1 0,0 0-1,0 1 1,1-1 0,-1 0 0,0 0 0,1 1 0,-1-1 0,0 0 0,1 0 0,-1 1 0,1-1 0,-1 0 0,0 0 0,1 0 0,-1 0-1,0 0 1,1 0 0,-1 0 0,1 0 0,-1 0 0,1 0 0,-1 0 0,0 0 0,1 0 0,-1 0 0,1 0 0,-1 0 0,0 0 0,1 0 0,-1 0-1,1-1 1,-1 1 0,1 0 0,23-10 9,-20 9-10,0-1 0,-1 0 0,0 0 0,0 0 0,0-1 0,0 1 0,0-1 0,-1 1 0,1-1 0,-1 0 0,4-5 0,10-12 0,-6 7 0,0 0 0,11-18 0,13-18 0,-19 29 0,-8 10 0,1 0 0,0 1 0,10-10 0,0 3 0,-14 12 0,-1 1 0,1 0 0,0-1 0,0 1 0,1 1 0,-1-1 0,1 1 0,-1-1 0,9-2 0,-6 4-173,-1 1 1,1-1-1,-1 1 0,1 1 1,-1-1-1,1 1 1,-1 0-1,0 0 0,1 1 1,-1 0-1,9 4 0,0-1-341,13 5-2570,-21-7 1693,0 0 1,0-1-1,0 0 0,1 0 1,-1 0-1,14 0 0,55 4-11323,-51-1 8250</inkml:trace>
</inkml:ink>
</file>

<file path=ppt/ink/ink1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8.229"/>
    </inkml:context>
    <inkml:brush xml:id="br0">
      <inkml:brushProperty name="width" value="0.035" units="cm"/>
      <inkml:brushProperty name="height" value="0.035" units="cm"/>
    </inkml:brush>
  </inkml:definitions>
  <inkml:trace contextRef="#ctx0" brushRef="#br0">218 21 1504,'21'-8'7860,"-13"5"1495,-20-2-3226,7 3-5062,5 2-965,0-1-1,-1 1 1,1 0-1,0 0 1,0 0-1,0-1 1,-1 1 0,1 0-1,0 0 1,-1 0-1,1 0 1,0 0 0,0 0-1,-1 0 1,1-1-1,0 1 1,-1 0-1,1 0 1,0 0 0,-1 0-1,1 0 1,0 0-1,0 0 1,-1 0 0,1 1-1,0-1 1,-1 0-1,1 0 1,0 0-1,0 0 1,-1 0 0,1 0-1,0 0 1,-1 1-1,1-1 1,0 0 0,0 0-1,0 0 1,-1 1-1,1-1 1,0 0-1,0 0 1,0 1 0,-1-1-1,1 0 1,0 0-1,0 1 1,0-1 0,0 0-1,0 1 1,0-1-1,0 0 1,0 1-1,0-1 1,0 0 0,0 0-1,0 1 1,0-1-1,0 0 1,0 1 0,0-1-1,0 0 1,0 1-1,-24 11 250,8 1-351,0 0 0,-27 29 0,28-24 0,1 0 0,1 1 0,-18 33 0,12-18 0,15-27 0,0 0 0,0 1 0,1-1 0,1 1 0,-1 0 0,1 0 0,0 0 0,1 0 0,0 0 0,0 0 0,1 14 0,1-17 0,-1 0 0,1 0 0,0-1 0,0 1 0,0 0 0,1 0 0,-1-1 0,1 1 0,0-1 0,1 1 0,-1-1 0,1 0 0,0 0 0,0 0 0,0 0 0,0-1 0,1 1 0,-1-1 0,1 0 0,5 3 0,-5-3 0,1 0 0,-1 0 0,1-1 0,0 0 0,0 0 0,0 0 0,0-1 0,0 0 0,0 0 0,0 0 0,1 0 0,-1-1 0,6 0 0,11-1 0,1-2 0,-1-1 0,0 0 0,-1-2 0,1 0 0,-1-1 0,-1-2 0,1 0 0,34-21 0,-44 22 0,1 1 0,18-19 0,-26 22 0,0 1 0,-1-1 0,0 0 0,0-1 0,0 1 0,0-1 0,0 1 0,-1-1 0,0 0 0,2-5 0,6-17 0,3-11 0,-12 36 0,-1 0 0,0 1 0,0-1 0,1 0 0,-1 0 0,0 1 0,-1-1 0,1 0 0,0 0 0,0 1 0,-1-1 0,1 0 0,-1 0 0,0 1 0,1-1 0,-1 1 0,0-1 0,-1-1 0,1 0 0,1 3 0,1-1 0,-1 1 0,0 0 0,0 0 0,0-1 0,0 1 0,0 0 0,0 0 0,0-1 0,0 1 0,0 0 0,0 0 0,0-1 0,0 1 0,0 0 0,0 0 0,0-1 0,0 1 0,0 0 0,-1 0 0,1-1 0,0 1 0,0 0 0,0 0 0,0 0 0,0-1 0,-1 1 0,1 0 0,0 0 0,0 0 0,0 0 0,-1-1 0,1 1 0,-7-3 0,-2 6 0,3 2 0,1 1 0,-1 0 0,1 0 0,0 0 0,0 1 0,-4 7 0,8-12 0,-1 3 0,-1 1 0,1-1 0,-1 1 0,2 0 0,-1 0 0,1 0 0,-1 0 0,2 0 0,-1 0 0,1 0 0,0 0 0,1 8 0,-1-3 0,-1-11 0,1 1 0,0 0 0,0-1 0,0 1 0,0-1 0,0 1 0,0 0 0,0-1 0,0 1 0,0 0 0,0-1 0,0 1 0,0-1 0,0 1 0,1 0 0,-1-1 0,0 1 0,0-1 0,1 1 0,-1-1 0,0 1 0,1-1 0,-1 1 0,1-1 0,-1 1 0,1 0 0,4 4 0,-4-5 0,-1 1 0,0-1 0,0 0 0,0 1 0,0-1 0,0 0 0,1 1 0,-1-1 0,0 0 0,0 1 0,0-1 0,1 0 0,-1 0 0,0 1 0,1-1 0,-1 0 0,0 0 0,0 1 0,1-1 0,-1 0 0,0 0 0,1 0 0,-1 0 0,1 0 0,-1 1 0,0-1 0,1 0 0,-1 0 0,0 0 0,1 0 0,-1 0 0,0 0 0,1 0 0,-1 0 0,1 0 0,-1 0 0,0-1 0,1 1 0,-1 0 0,0 0 0,1 0 0,-1 0 0,0 0 0,1-1 0,-1 1 0,0 0 0,1 0 0,-1-1 0,0 1 0,0 0 0,1 0 0,-1-1 0,0 1 0,0 0 0,1-1 0,-1 1 0,0 0 0,0-1 0,30-15 0,-23 13 0,-1 0 0,1-1 0,-1 1 0,0-1 0,0-1 0,-1 1 0,1-1 0,6-7 0,-10 9 0,1 0 0,-1 0 0,0 0 0,0 0 0,-1-1 0,1 1 0,1-7 0,-3 9 0,1 0 0,-1-1 0,0 1 0,0 0 0,0-1 0,0 1 0,0 0 0,0-1 0,0 1 0,0 0 0,0-1 0,-1 1 0,1 0 0,-1-1 0,1 1 0,-1 0 0,1 0 0,-1-1 0,0 1 0,1 0 0,-1 0 0,0 0 0,-1-2 0,-11-9 0,11 9 0,0 0 0,-1 1 0,1-1 0,-1 1 0,0 0 0,0 0 0,0 0 0,-4-2 0,-3-3 0,8 6 0,0 0 0,0 0 0,0-1 0,0 2 0,0-1 0,0 0 0,0 0 0,0 0 0,0 1 0,-1 0 0,1-1 0,0 1 0,-4 0 0,1-1 0,3 1 0,0-1 0,-1 1 0,1 0 0,-1 0 0,1 0 0,0 0 0,-1 0 0,1 0 0,-1 1 0,-2 0 0,-3 0 0,1-1-131,7 0-44,0 0-1,-1 0 0,1 1 1,0-1-1,0 0 0,0 0 0,0 0 1,0 1-1,0-1 0,0 0 1,0 0-1,0 0 0,0 1 1,0-1-1,1 0 0,-1 0 0,0 0 1,0 1-1,0-1 0,0 0 1,0 0-1,0 0 0,0 0 1,0 1-1,1-1 0,-1 0 0,0 0 1,0 0-1,0 0 0,0 0 1,0 1-1,1-1 0,-1 0 1,0 0-1,0 0 0,0 0 0,1 0 1,-1 0-1,0 0 0,0 0 1,0 0-1,1 0 0,-1 0 1,0 0-1,0 0 0,0 0 0,1 0 1,-1 0-1,0 0 0,0 0 1,0 0-1,1 0 0,-1 0 1,0 0-1,0 0 0,0 0 0,1 0 1,-1 0-1,0-1 0,0 1 1,0 0-1,0 0 0,1 0 1,-1 0-1,0 0 0,0-1 0,17-8-6578,36-15-1,-32 16 3666,4-2-793</inkml:trace>
</inkml:ink>
</file>

<file path=ppt/ink/ink1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9.008"/>
    </inkml:context>
    <inkml:brush xml:id="br0">
      <inkml:brushProperty name="width" value="0.035" units="cm"/>
      <inkml:brushProperty name="height" value="0.035" units="cm"/>
    </inkml:brush>
  </inkml:definitions>
  <inkml:trace contextRef="#ctx0" brushRef="#br0">67 185 2112,'6'1'5164,"-6"1"-2107,-11 6-318,-2 2 766,-1 4 102,-5 7 1093,11-9-3093,8-11-1477,-1 0 0,0 1 0,0-1 1,0 0-1,0 1 0,1-1 0,-1 1 0,1-1 0,-1 1 0,1-1 0,0 1 0,-1-1 0,1 1 1,0-1-1,0 4 0,0-2-67,0 0 0,0 0 0,1 0 0,-1 0 0,1 0 0,-1 0 0,1 0 0,0 0 0,0 0 0,0 0 0,0-1 0,3 4 1,0 0-28,1-1 0,0 0 1,0 0-1,7 5 1,-10-9-28,5 5 20,1-1-1,0-1 1,0 0 0,1 0 0,12 4 0,18 9 44,6 1-32,-31-13-36,0 1 0,21 12 0,-20-10-4,19 13-3,-32-20 3,-1 0 0,0 0-1,1 0 1,-1 0-1,0 1 1,0-1 0,0 0-1,0 1 1,0-1 0,0 0-1,0 1 1,0-1-1,-1 1 1,1 0 0,0-1-1,-1 1 1,0-1-1,1 3 1,-1-2 10,-1 0 0,0-1 0,1 1 0,-1-1 1,0 1-1,0-1 0,0 1 0,0-1 0,0 0 0,0 1 0,0-1 0,-1 0 0,1 0 0,0 0 0,-1 0 1,1 0-1,-1 0 0,1 0 0,-1 0 0,1-1 0,-1 1 0,1 0 0,-1-1 0,0 0 0,-2 1 0,-3 1 84,-1 0-1,0 0 1,0-1-1,-9 0 0,10-1-14,0 0 0,-1 0 0,1-1 0,0 0 0,-7-3 0,11 4-79,1-1-1,0 0 1,0 0 0,0 0-1,0 0 1,0 0 0,0-1-1,1 1 1,-1 0 0,0-1-1,1 0 1,-1 1-1,1-1 1,-1 0 0,1 0-1,0 0 1,0 1 0,-2-6-1,2 6-16,1-1 0,0 1 0,0 0 0,0-1 0,0 1 0,0-1 0,0 1 0,1-1 0,-1 1 0,0-1-1,1 1 1,-1 0 0,1-1 0,0 1 0,-1 0 0,1-1 0,0 1 0,1-2 0,5-11-220,-5 8 11,0 0 0,1 0 0,-1 0 0,8-10 0,6-13-1076,10-19-1091,-16 32 930,12-29 0,20-39-1634,-23 52 2449,-15 27 589,-1 1 1,0-1 0,0 0-1,-1 0 1,1 0 0,1-7-1,2-8 701,16-32 1,-8 19 2694,-14 33-3190,0-1 0,1 0 0,-1 1 1,0-1-1,0 1 0,1-1 0,-1 1 0,0-1 0,0 0 0,0 1 0,0-1 0,0 1 0,0-1 0,0 0 0,0 1 0,0-1 0,0 1 0,0-1 0,-1 0 0,1 1 0,0-1 1,0 1-1,0-1 0,-1 1 0,1-1 0,0 1 0,-1-1 0,1 1 0,-1-1 0,1 1 0,0-1 0,-1 1 0,1-1 0,-1 1 0,1 0 0,-1-1 0,1 1 0,-1 0 1,1 0-1,-1-1 0,0 1 0,1 0 0,-1 0 0,1 0 0,-1 0 0,0 0 0,1 0 0,-1 0 0,1 0 0,-1 0 0,0 0 0,1 0 0,-2 0 0,2 1 683,2 20-757,0 0 1,1 0-1,1 0 0,1 0 1,1 0-1,1-1 0,12 25 0,-16-38-73,14 66-1,8 23 0,-24-92 0,2 4 0,0 0 0,0 0 0,-1 1 0,-1-1 0,1 1 0,0 9 0,6 65 0,-8-62 0,1-16 0,-1 1 0,1 0 0,-2-1 0,1 1 0,-1 0 0,1-1 0,-1 1 0,-1-1 0,-2 8 0,3-1 0,1-12-17,0 0 1,0 0-1,0 1 0,0-1 1,0 0-1,0 0 0,-1 0 1,1 1-1,0-1 0,0 0 0,0 0 1,0 0-1,0 1 0,0-1 1,0 0-1,0 0 0,0 0 1,0 0-1,-1 1 0,1-1 1,0 0-1,0 0 0,0 0 1,0 0-1,-1 0 0,1 0 1,0 1-1,0-1 0,0 0 1,0 0-1,-1 0 0,1 0 0,0 0 1,0 0-1,0 0 0,-1 0 1,1 0-1,0 0 0,0 0 1,0 0-1,-1 0 0,1 0 1,0 0-1,0 0 0,0 0 1,-1 0-1,1 0 0,-10-4-1775,8 3 1196,-5-2-1068,0-1 0,0 0 0,1 0 0,-1 0 0,1-1 0,0 1 0,-8-10 0,9 9 1091,0-1-1,1 1 0,0-1 0,0 0 0,1 0 0,-1-1 0,1 1 0,-3-9 0,0-5 749,-4-10 1753,8 5 4895,3 24-6586,-1-1-1,1 0 1,0 1 0,-1-1 0,1 1-1,0-1 1,0 1 0,0-1 0,0 1-1,0-1 1,1 1 0,-1 0 0,0 0-1,1-1 1,-1 1 0,0 0 0,1 0-1,-1 0 1,1 1 0,0-1 0,-1 0-1,4 0 1,50-17 6271,-39 13-5721,152-46-787,-111 39 0,-49 9 0,-1 0 0,1 1 0,0-1 0,0 2 0,13-3 0,-14 2-3238,-7 2 3067,1-1 0,-1 1 0,0 0 0,0 0 0,0 0 0,0-1 0,0 1-1,1 0 1,-1 0 0,0 0 0,0 0 0,0 0 0,0 0 0,1-1-1,-1 1 1,0 0 0,0 0 0,0 0 0,1 0 0,-1 0 0,0 0 0,0 0-1,1 0 1,-1 0 0,0 0 0,0 0 0,0 0 0,1 0 0,-1 0-1,0 0 1,0 0 0,0 0 0,1 0 0,-1 0 0,0 0 0,0 0 0,0 0-1,1 1 1,-1-1 0,0 0 0,0 0 0,0 0 0,1 0 0,-1 0-1,0 1 1,0-1 0,0 0 0,0 0 0,0 0 0,0 1 0,1-1 0,-1 0-1,0 0 1,0 0 0,0 1 0,0-1 0,0 0 0,0 0 0,0 0-1,0 1 1,0-1 0,0 0 0,-17 0-16433</inkml:trace>
</inkml:ink>
</file>

<file path=ppt/ink/ink1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09.341"/>
    </inkml:context>
    <inkml:brush xml:id="br0">
      <inkml:brushProperty name="width" value="0.035" units="cm"/>
      <inkml:brushProperty name="height" value="0.035" units="cm"/>
    </inkml:brush>
  </inkml:definitions>
  <inkml:trace contextRef="#ctx0" brushRef="#br0">83 300 3849,'-83'41'23239,"96"-43"-18783,1 0-3452,71-11-853,288-52-83,-156 20-68,135-33 0,-340 76 0,-1-2 0,-1 1 0,1-1 0,0-1 0,-1 0 0,11-7 0,-15 8-106,11-10-662,-17 14 729,1-1-1,-1 1 1,1-1 0,-1 1 0,0-1-1,0 1 1,1-1 0,-1 1-1,0-1 1,0 0 0,1 1-1,-1-1 1,0 1 0,0-1-1,0 0 1,0 1 0,0-1-1,0 1 1,0-1 0,0 0 0,0 1-1,0-1 1,0 1 0,-1-1-1,1 0 1,0 1 0,0-1-1,0 1 1,-1-1 0,1 1-1,0-1 1,-2 0 0,-10-7-3813,11 8 3598,1 0 0,-1 0 0,0-1-1,1 1 1,-1 0 0,1 0 0,-1-1 0,1 1-1,-1 0 1,0-1 0,1 1 0,0-1 0,-1 1-1,1-1 1,-1 1 0,1-1 0,-1 1 0,1-1 0,0 1-1,-1-1 1,1 1 0,0-1 0,0 0 0,-1 1-1,1-1 1,0 1 0,0-1 0,0 0 0,0 1-1,0-1 1,0 0 0,0 1 0,0-1 0,0 0 0,0 1-1,0-1 1,1 0 0,-1-1-689,0 0 0,0 0 0,-1 0 1,1 0-1,0 0 0,-1 0 0,1 0 0,-1 0 0,0 0 0,1 1 0,-1-1 1,-1-2-1,0-5-3429</inkml:trace>
</inkml:ink>
</file>

<file path=ppt/ink/ink1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11.807"/>
    </inkml:context>
    <inkml:brush xml:id="br0">
      <inkml:brushProperty name="width" value="0.035" units="cm"/>
      <inkml:brushProperty name="height" value="0.035" units="cm"/>
    </inkml:brush>
  </inkml:definitions>
  <inkml:trace contextRef="#ctx0" brushRef="#br0">153 6 1296,'0'0'1871,"26"-6"24984,-18 7-26491,-1-1 0,1 1-1,-1 0 1,0 1 0,0 0-1,9 3 1,-1 0-165,-14-4-199,1 0 0,0 0 0,0 0 0,-1 0 0,1 0 0,-1 0 0,1 1 0,-1-1 0,1 1 0,-1-1 0,0 1 0,1-1 0,-1 1 0,0 0 0,0-1 0,0 1 0,-1 0 0,1 0 0,1 4 0,-1 0 0,1 1 0,-1 0 0,0-1 0,0 14 0,-1-17 0,-1 1 0,1-1 0,-1 0 0,0 1 0,0-1 0,0 0 0,-2 4 0,-4 14 0,1-2 0,0 0 0,-1-1 0,-15 29 0,1-4 0,9-18 0,-24 36 0,-7 12 0,21-29 0,6-15 0,-14 40 0,17-35 0,2-8 0,-8 32 0,17-49 0,0 1 0,1 0 0,0 0 0,0-1 0,1 1 0,0 0 0,2 13 0,0-12 0,0 0 0,1-1 0,0 1 0,1 0 0,0-1 0,0 0 0,10 15 0,-10-18 0,1-1 0,0 1 0,1-1 0,0 0 0,0-1 0,0 1 0,0-1 0,1 0 0,0-1 0,0 0 0,8 4 0,-2-2 0,1-1 0,-1-1 0,1-1 0,0 1 0,-1-2 0,1 0 0,19 0 0,-7-2 0,-1-1 0,0-2 0,31-6 0,-31 3 0,0-1 0,-1-2 0,37-17 0,-58 24 0,0 0 0,0 0 0,0 0 0,0 0 0,-1 0 0,1-1 0,0 1 0,-1-1 0,0 0 0,0 0 0,0 0 0,0 0 0,0 0 0,2-6 0,-4 8 0,1 0 0,-1 0 0,1-1 0,-1 1 0,0 0 0,1-1 0,-1 1 0,0 0 0,0-1 0,0 1 0,0 0 0,0-1 0,0 1 0,-1 0 0,1-1 0,0 1 0,-1 0 0,1 0 0,-1-1 0,1 1 0,-1 0 0,0 0 0,1 0 0,-1 0 0,0 0 0,0-1 0,0 1 0,0 1 0,0-1 0,0 0 0,0 0 0,0 0 0,0 0 0,0 1 0,-1-1 0,1 1 0,0-1 0,0 1 0,-1-1 0,-1 1 0,-1-1 0,-1 1 0,0 0 0,1 0 0,-1 0 0,0 1 0,1-1 0,-1 1 0,0 0 0,1 1 0,-1-1 0,-5 4 0,-4-1 0,-1 1 0,-1 1 0,2 0 0,-1 1 0,1 0 0,0 1 0,0 1 0,1 0 0,-15 13 0,-54 62 0,73-74 0,1 0 0,0 1 0,1 0 0,0 0 0,1 1 0,-9 23 0,0-2 0,12-26 0,0-1 0,0 1 0,1 0 0,-1 0 0,-1 10 0,2 3 0,-10 66 0,0 101 0,11-128 0,3 92 0,0-121 0,1 0 0,15 58 0,75 173 0,-50-126 0,-10-25 0,-29-95 0,0 1 0,-1-1 0,0 0 0,-1 1 0,-1-1 0,-1 20 0,0-33 0,0 0 0,0 0 0,-1 1 0,1-1 0,0 0 0,-1 0 0,1 0 0,-1 0 0,0 0 0,0 0 0,0 0 0,0 0 0,0-1 0,0 1 0,0 0 0,-1 0 0,1-1 0,0 1 0,-1-1 0,-2 3 0,1-2 0,-1 0 0,1 0 0,-1-1 0,0 1 0,1-1 0,-1 0 0,0 0 0,0 0 0,0 0 0,-5 0 0,-2-1 0,0 0 0,0 0 0,0-1 0,0-1 0,0 0 0,0 0 0,-13-5 0,17 4-424,0 0 1,1 0-1,-1-1 0,1 0 0,-1 0 1,1 0-1,-9-9 0,13 11 162,0 0-1,0-1 1,0 1-1,0-1 1,0 1-1,0-1 1,1 0-1,-1 1 1,1-1-1,0 0 1,0 0-1,0 0 1,0 0-1,1 0 1,-1 0 0,1 0-1,0 0 1,0 0-1,0 0 1,0-5-1,3-4-2475,1 1-1,0 0 1,0 0-1,7-13 1,-6 15 701,5-17-3626</inkml:trace>
</inkml:ink>
</file>

<file path=ppt/ink/ink1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12.592"/>
    </inkml:context>
    <inkml:brush xml:id="br0">
      <inkml:brushProperty name="width" value="0.035" units="cm"/>
      <inkml:brushProperty name="height" value="0.035" units="cm"/>
    </inkml:brush>
  </inkml:definitions>
  <inkml:trace contextRef="#ctx0" brushRef="#br0">221 1213 544,'0'0'1132,"22"-21"24583,-27 21-23200,6-4-2151,-1 1-1,0-1 0,0 1 0,0-1 1,0 0-1,-1-4 0,1 1-45,0-19-318,1 2 0,-1 0 0,-1 0 0,-1 0 0,-2 0 0,-7-29 0,-41-142 0,45 170 0,2-1 0,0 0 0,-3-49 0,8-85 0,2 76 0,-2-152 0,-1 223 0,0 0 0,-1 0 0,0 0 0,0 1 0,-6-14 0,4 12 0,4 13 0,0 0 0,0 0 0,0 0 0,0 0 0,0 0 0,-1 0 0,1 0 0,0 0 0,-1 0 0,1 0 0,-1 0 0,1 0 0,-1 0 0,1 0 0,-1 0 0,0 1 0,1-1 0,-1 0 0,0 1 0,0-1 0,0 0 0,1 1 0,-1-1 0,0 1 0,0-1 0,0 1 0,0-1 0,0 1 0,0 0 0,0-1 0,0 1 0,0 0 0,0 0 0,0 0 0,0 0 0,0 0 0,0 0 0,0 0 0,0 0 0,0 0 0,-2 1 0,-2-1 0,0 1 0,0 0 0,0 0 0,0 1 0,1 0 0,-1-1 0,0 1 0,1 1 0,-1-1 0,1 1 0,0 0 0,0 0 0,0 0 0,0 0 0,0 1 0,1-1 0,-1 1 0,1 0 0,0 0 0,-3 5 0,6-7 0,-1-1 0,1 1 0,-1-1 0,1 0 0,-1 1 0,1-1 0,0 1 0,0-1 0,0 1 0,0-1 0,0 1 0,0-1 0,0 1 0,0-1 0,0 1 0,1-1 0,-1 1 0,1-1 0,-1 1 0,1-1 0,-1 0 0,1 1 0,0-1 0,0 0 0,0 1 0,0-1 0,0 0 0,0 0 0,0 0 0,0 0 0,0 0 0,0 0 0,2 1 0,8 2-872,-1 0 1,20 4-1,-14-4-2226,-13-3 2395,-1 0 1,1 0 0,-1-1 0,1 0 0,0 1 0,0-1 0,-1 0-1,1 0 1,0-1 0,-1 1 0,6-1 0,31-6-11063,-29 2 7471</inkml:trace>
</inkml:ink>
</file>

<file path=ppt/ink/ink1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13.991"/>
    </inkml:context>
    <inkml:brush xml:id="br0">
      <inkml:brushProperty name="width" value="0.035" units="cm"/>
      <inkml:brushProperty name="height" value="0.035" units="cm"/>
    </inkml:brush>
  </inkml:definitions>
  <inkml:trace contextRef="#ctx0" brushRef="#br0">268 79 1032,'2'-17'9936,"15"-5"950,-20 16-7967,-6-1 1897,-23 7-1638,28 0-3178,0 0 0,0 1 0,0-1 0,0 1 0,0 0 0,0 1 0,0-1 0,0 1 0,1-1 0,-1 1 0,0 0 0,1 1 0,-4 2 0,-11 6 0,4-4 0,0 2 0,1-1 0,0 2 0,1 0 0,0 0 0,0 1 0,1 0 0,0 1 0,1 1 0,1-1 0,-11 20 0,17-28 0,1 1 0,0-1 0,0 1 0,0 0 0,1-1 0,-1 1 0,1 0 0,0 0 0,1 0 0,-1 0 0,1 7 0,4-3 0,2-3 0,2-2 0,-4-4 0,-1-1 0,1 1 0,0-1 0,-1 0 0,1 0 0,-1 0 0,0 0 0,1-1 0,-1 0 0,5-3 0,31-24 0,-31 22 0,-4 3 0,1-1 0,-1 0 0,0-1 0,0 1 0,3-7 0,7-8 0,2-10 0,-14 25 0,1 1 0,-1-1 0,0 1 0,1 0 0,5-6 0,22-30 0,-24 30 0,1 0 0,1 1 0,12-14 0,-17 20 0,0 1 0,0-1 0,0 1 0,1 0 0,-1 0 0,0 0 0,1 1 0,0-1 0,-1 1 0,1 0 0,0 0 0,-1 0 0,1 0 0,0 1 0,6-1 0,-2 2 0,0 0 0,0 1 0,1 0 0,-1 0 0,-1 0 0,1 1 0,0 1 0,-1-1 0,11 7 0,17 8 0,-8-4 0,6 3 0,-29-16-60,-1 1-526,0-1 1,0 0 0,1 0-1,-1 0 1,0 0 0,1-1 0,-1 1-1,0-1 1,1 0 0,-1 0-1,1 0 1,-1 0 0,0-1-1,1 1 1,-1-1 0,0 0-1,1 0 1,-1 0 0,0 0-1,4-3 1,11-6-3209,-14 8 2272,1-1 0,0 1 0,-1-1-1,0 0 1,0-1 0,0 1 0,6-6 0,-2 2-2866</inkml:trace>
</inkml:ink>
</file>

<file path=ppt/ink/ink1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14.907"/>
    </inkml:context>
    <inkml:brush xml:id="br0">
      <inkml:brushProperty name="width" value="0.035" units="cm"/>
      <inkml:brushProperty name="height" value="0.035" units="cm"/>
    </inkml:brush>
  </inkml:definitions>
  <inkml:trace contextRef="#ctx0" brushRef="#br0">1 1 1320,'6'0'1134,"1"1"-1,0 0 1,-1 0-1,0 1 0,1 0 1,5 2-1,-8-3-650,-1 1-1,0-1 1,0 1-1,1-1 1,-1 1-1,0 0 1,-1 1-1,1-1 0,0 0 1,-1 1-1,1-1 1,-1 1-1,3 3 1,17 29 4979,-22-33-5149,0-1-1,-1 1 1,1 0-1,-1 0 1,1 0-1,-1 0 1,1-1-1,-1 1 1,0 0 0,0 0-1,0-1 1,0 1-1,0-1 1,-2 3-1,0 1 368,-5 7 416,-32 55 2011,37-61-3011,0 1 1,0 0-1,1 0 1,-1 0-1,2 0 0,-1 1 1,1-1-1,-1 9 0,-2 11 36,3-24-120,1 1 1,-1 0-1,0-1 0,1 1 0,0-1 0,0 1 1,0 7-1,2 0 5,1 0-1,0 0 1,1 0 0,0 0 0,0-1 0,1 0-1,0 0 1,1 0 0,0 0 0,1-1 0,0 0 0,0 0-1,1-1 1,11 9 0,-16-14-11,1 0 1,0-1-1,0 0 1,-1 0-1,1 0 1,1 0-1,-1 0 1,0-1-1,0 0 1,1 0-1,-1 0 1,0 0-1,1-1 1,-1 1-1,1-1 0,-1 0 1,1-1-1,-1 1 1,0-1-1,5-1 1,1-1 3,-1 0 1,-1 0-1,1-1 1,0 0-1,-1-1 1,0 0 0,0 0-1,10-9 1,3-3-26,-10 9 10,-1 0-1,0-1 0,11-12 0,-18 16 8,0 2-1,0 0-1,0-1 0,-1 1 1,1-1-1,-1 0 0,0 0 1,0 0-1,-1 0 0,3-5 1,2-11-5,-4 17 7,-1-1-1,1 0 1,-1 0-1,0 0 0,0 0 1,-1 0-1,1-8 1,-1-44 138,0 55-141,0 1 0,0 0 0,0 0 0,0 0 0,0 0 1,0-1-1,0 1 0,0 0 0,0 0 0,0 0 0,0-1 0,0 1 0,0 0 0,0 0 0,0 0 0,0 0 0,0-1 1,0 1-1,0 0 0,0 0 0,0 0 0,-1 0 0,1-1 0,0 1 0,0 0 0,0 0 0,0 0 0,0 0 0,0 0 1,-1 0-1,1-1 0,0 1 0,0 0 0,0 0 0,0 0 0,-1 0 0,1 0 0,0 0 0,0 0 0,0 0 0,0 0 1,-1 0-1,1 0 0,0 0 0,0 0 0,0 0 0,-1 0 0,1 0 0,0 0 0,0 0 0,0 0 0,0 0 0,-1 0 1,1 0-1,-8 6-30,7-6 28,-11 36-30,9-27 39,0 0-1,0 0 1,1 0-1,0 0 1,0 12-1,1-18-12,1 1 0,0 0 0,0 0 0,1 0 0,-1-1 0,1 1 0,-1 0 0,1-1 0,1 1 0,-1 0 0,0-1 0,1 1-1,0-1 1,3 6 0,-4-8 9,-1 0-1,1 0 0,-1 0 0,0-1 1,1 1-1,-1 0 0,0 0 0,0 0 1,0 0-1,0 0 0,1 0 1,-1 0-1,-1 0 0,1 0 0,0 1 1,1 8 58,0-10-59,-1 0-1,1 1 1,0-1-1,-1 0 1,1 0-1,-1 0 1,1 0-1,0 0 1,-1 0-1,1 1 1,0-1-1,-1-1 1,1 1-1,-1 0 1,1 0-1,0 0 1,-1 0-1,1 0 1,0-1-1,-1 1 1,2-1-1,0 1-1,0-1 0,0 0 0,0 0 0,1 0 0,-1 0 0,0 0 0,0-1 0,0 1 0,0-1 0,-1 1 0,1-1 0,0 0 0,-1 1 0,1-1 0,2-4 0,3-4 0,-6 8 0,-1 1 0,1 0 0,-1-1 0,1 1 0,-1 0 0,1-1 0,-1 1 0,0-1 0,0 1 0,0 0 0,0-1 0,0 1 0,0-1 0,0 1 0,0-1 0,-1 1 0,0-2 0,-8-25 0,8 25 0,-1-1 0,-1 1 0,1 0 0,-1-1 0,1 1 0,-1 0 0,0 0 0,0 1 0,0-1 0,-1 1 0,1-1 0,-1 1 0,1 0 0,-5-2 0,-12-7 0,5 5-446,13 10-376,2-3 711,0 0-765,10 4-7909,-8-5 8142,-1-1 0,1 1-1,0-1 1,-1 1-1,1-1 1,0 1 0,-1-1-1,1 0 1,-1 0-1,1 0 1,-1 0 0,0 0-1,1 0 1,-1 0-1,0 0 1,2-2 0,-2 1 62,1 1 1,-1-1 0,1 1 0,0-1 0,-1 1 0,1 0-1,0 0 1,0 0 0,0 0 0,4-2 0,10 2-2172</inkml:trace>
</inkml:ink>
</file>

<file path=ppt/ink/ink1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17.773"/>
    </inkml:context>
    <inkml:brush xml:id="br0">
      <inkml:brushProperty name="width" value="0.035" units="cm"/>
      <inkml:brushProperty name="height" value="0.035" units="cm"/>
    </inkml:brush>
  </inkml:definitions>
  <inkml:trace contextRef="#ctx0" brushRef="#br0">0 643 584,'17'-2'29878,"-17"8"-28068,0 2-3301,1-1 1752,0 0 0,1 0-1,0-1 1,0 1-1,5 9 1,2 7 12,16 76-124,-24-91-149,0 1 0,0-1 0,-1 0 0,-1 15 0,0-1 0,1-20 0,0 0 0,0 1 0,-1-1 0,1 1 0,-1-1 0,0 0 0,0 0 0,0 1 0,0-1 0,-1 3 0,0-4 0,1 1 0,0 0 0,0 0 0,1 0 0,-1 1 0,0-1 0,1 0 0,-1 0 0,1 0 0,-1 3 0,3 0 0,5 0 0,-7-5 0,1 0 0,-1 0 0,0 0 0,1 0 0,-1 0 0,1 0 0,-1-1 0,0 1 0,1 0 0,-1 0 0,1 0 0,-1 0 0,0 0 0,1-1 0,-1 1 0,0 0 0,1 0 0,-1-1 0,0 1 0,1 0 0,-1 0 0,0-1 0,0 1 0,1 0 0,-1-1 0,0 1 0,0 0 0,0-1 0,1 1 0,-1-1 0,0 1 0,0 0 0,0-1 0,0 1 0,0-1 0,0 1 0,0 0 0,0-1 0,0 1 0,0-1 0,0 1 0,0 0 0,0-1 0,0 1 0,0-1 0,-1 1 0,2-3 0,2-5 0,0-1 0,0 1 0,0-1 0,1-12 0,-2 10 0,1 0 0,0 0 0,5-11 0,-2 7 0,0 0 0,-1 0 0,4-18 0,-7 26 0,0 1 0,1-1 0,6-11 0,-7 13 0,1 1 0,-1-1 0,0 0 0,0 1 0,-1-1 0,1 0 0,-1 0 0,1-7 0,-2 9 0,0 1 0,1-1 0,-1 1 0,1-1 0,0 1 0,0 0 0,0-1 0,0 1 0,0 0 0,3-4 0,0-1 0,-3 1 0,0 6 0,-1 0 0,0 0 0,1 0 0,-1 0 0,0 0 0,1 0 0,-1 0 0,0 0 0,1 0 0,-1 0 0,0 1 0,1-1 0,-1 0 0,0 0 0,1 0 0,-1 0 0,0 1 0,0-1 0,1 0 0,-1 0 0,0 1 0,0-1 0,1 0 0,-1 0 0,0 1 0,0-1 0,0 0 0,0 1 0,1-1 0,-1 0 0,0 0 0,0 1 0,0-1 0,0 0 0,0 1 0,0-1 0,0 1 0,0-1 0,0 0 0,0 1 0,0-1 0,0 0 0,0 1 0,0-1 0,0 3 0,0-1 0,1 0 0,-1 0 0,1 0 0,0 0 0,-1 1 0,1-1 0,0 0 0,2 2 0,-2-2 0,1 0 0,-1 0 0,-1 0 0,1 0 0,0 0 0,0 0 0,-1 0 0,1 0 0,-1 3 0,1-2 0,-1 1 0,1-1 0,-1 1 0,1-1 0,0 0 0,0 1 0,3 4 0,-3-5 0,1 0 0,-1 1 0,0-1 0,0 0 0,0 1 0,-1-1 0,1 6 0,0-5 0,-1 0 0,1-1 0,0 1 0,0-1 0,0 0 0,3 7 0,-3-7 0,1 1 0,-1-1 0,0 0 0,0 1 0,0-1 0,0 8 0,3 5 0,-4-14 0,1 0 0,0 0 0,0 1 0,-1-1 0,1 0 0,-1 1 0,0-1 0,1 0 0,-2 4 0,2-6 0,-1 0 0,0 0 0,0 0 0,0 0 0,0 0 0,0 0 0,0 0 0,1 0 0,-1 0 0,0-1 0,0 1 0,0 0 0,0 0 0,0 0 0,1 0 0,-1 0 0,0 0 0,0 0 0,0 0 0,0 0 0,1 0 0,-1 0 0,0 0 0,0 0 0,0 0 0,0 1 0,0-1 0,1 0 0,-1 0 0,0 0 0,0 0 0,0 0 0,0 0 0,0 0 0,0 0 0,1 0 0,-1 1 0,0-1 0,0 0 0,0 0 0,0 0 0,0 0 0,0 0 0,0 0 0,0 1 0,0-1 0,0 0 0,0 0 0,1 0 0,-1 0 0,0 0 0,0 1 0,0-1 0,0 0 0,0 0 0,0 0 0,-1 1 0,5-9 0,0 3 0,0-1 0,0 0 0,-1 0 0,0 0 0,0 0 0,-1-1 0,0 1 0,2-9 0,-2 10 0,23-95 0,-8 42 0,-16 37 0,1 16 0,5 5 0,-5 2 0,1 0 0,-1 0 0,0 1 0,0-1 0,0 0 0,0 1 0,0-1 0,-1 1 0,1 0 0,-1-1 0,1 1 0,0 4 0,6 8 0,15 20 0,21 36 0,-40-64 0,0 0 0,0-1 0,1 1 0,-1-1 0,1 0 0,1 0 0,-1 0 0,1-1 0,0 0 0,0 0 0,1 0 0,-1-1 0,10 5 0,-14-9 0,-1 1 0,0 0 0,1-1 0,-1 1 0,1-1 0,-1 0 0,1 1 0,-1-1 0,1 0 0,-1 0 0,1 0 0,0 0 0,-1 0 0,1 0 0,-1-1 0,1 1 0,-1-1 0,2 0 0,3-1 0,-1 0 0,0 0 0,-1-1 0,1 0 0,5-4 0,1-1 0,-1-1 0,0-1 0,12-13 0,-17 15 0,1 0 0,-1 1 0,-1-2 0,1 1 0,-1 0 0,-1-1 0,0 0 0,0 0 0,3-15 0,-3-2 0,-1 1 0,-1-31 0,-1 47 0,-3 0 0,2 8 0,0 1 0,1-1 0,-1 0 0,1 0 0,0 1 0,-1-1 0,1 0 0,-1 0 0,1 0 0,0 0 0,0 0 0,0 0 0,-1 1 0,1-1 0,0 0 0,0 0 0,0 0 0,1-2 0,-1 0 0,0 12 0,0 0 0,0 1 0,1-1 0,0 0 0,4 11 0,-4-15 0,-1 1 0,1-1 0,-1 0 0,-1 10 0,2 17 0,4-11 0,-2-6 0,0 1 0,2 32 0,-5 115 0,-9-116 0,8-38 0,-2-8 0,-1-11 0,4-6 0,0 1 0,1-1 0,1 1 0,5-23 0,-5 26-16,-1 0-1,0-1 1,0 1 0,-2-1-1,1 1 1,-2 0-1,1-1 1,-6-17 0,2 3 10,2 14 26,-1 1 1,0-1 0,-7-13 0,7 15-4,-1 0 1,1 0-1,-3-19 1,2 10-18,0 0 0,-8-19 0,-6-23 0,-4-1 0,15 42 0,6 18 0,1 0 0,0-1 0,-1 1 0,1-1 0,0 0 0,1 1 0,-1-1 0,0-5 0,1 8 0,1 1 0,-1-1 0,0 0 0,1 1 0,-1-1 0,0 1 0,1-1 0,-1 1 0,1-1 0,-1 1 0,1 0 0,-1-1 0,1 1 0,-1-1 0,1 1 0,-1 0 0,1-1 0,0 1 0,-1 0 0,1 0 0,0 0 0,-1-1 0,1 1 0,-1 0 0,1 0 0,0 0 0,1 0 0,2 2 0,0 0 0,0 0 0,0-1 0,1 0 0,-1 0 0,9 1 0,-8-1 0,1 0 0,-1 0 0,1 1 0,-1-1 0,0 1 0,0 0 0,6 3 0,-6-2 0,0 0 0,-1 0 0,0 0 0,0 0 0,0 1 0,0-1 0,0 1 0,-1 0 0,1 0 0,-1 1 0,0-1 0,0 1 0,-1-1 0,1 1 0,1 6 0,3 9 0,-5-17 0,-1 0 0,0 0 0,0 0 0,0 0 0,0 0 0,-1 0 0,1 0 0,-1 0 0,0 0 0,1 1 0,-2-1 0,1 0 0,-1 6 0,-1 1 0,-1-1 0,0 1 0,-1 0 0,1-1 0,-2 0 0,-6 11 0,0-4 0,6-7 0,-1 0 0,0 0 0,0-1 0,-1 0 0,0 0 0,0-1 0,-1 1 0,0-1 0,-1-1 0,-11 8 0,-32 19 0,43-28 0,3-2-296,7-5-433,6-5-1084,19-11-5870,42-38 0,-43 34 4284,47-33-1,-23 14 1651,-26 21 1855,-21 18 77,0-1 1,0 1 0,0 0 0,0 0 0,0 1 0,0-1 0,1 0-1,-1 1 1,1-1 0,4-1 0,-5 2 129,0 0 0,0 0 0,-1 0 1,1 0-1,0 0 0,0 0 0,-1-1 0,1 1 0,-1-1 0,0 1 1,2-3-1,8-7 3472,-10 11-3444,-1-1 1,0 1-1,1-1 0,-1 0 0,0 1 1,1-1-1,-1 1 0,0-1 0,0 0 1,1 1-1,-1-1 0,0 1 1,0-1-1,0 0 0,0 1 0,0-1 1,0 0-1,0 1 0,0-1 0,0 0 1,0 1-1,-1-1 0,1-4 6221,8 14-3892,-3-4-2670,-1 0 0,0 0 0,0 1 0,-1-1 0,0 1 0,0-1 0,0 1 0,-1 0 0,1 0 0,-1 0 0,-1 1 0,1-1 0,0 10 0,-2 2 0,0 0 0,-1 0 0,-1-1 0,-1 1 0,-6 23 0,6-19 0,3-20 0,1-1 0,-1 1 0,0-1 0,0 1 0,-1-1 0,1 1 0,0-1 0,0 1 0,-1-1 0,1 1 0,-1-1 0,1 1 0,-1-1 0,0 0 0,-1 3 0,1 1 0,1-5 0,0 0 0,1 0 0,-1 0 0,0 0 0,1 0 0,-1 0 0,0 0 0,1-1 0,-1 1 0,0 0 0,1 0 0,-1 0 0,0 0 0,1-1 0,-1 1 0,0 0 0,0 0 0,1 0 0,-1-1 0,0 1 0,0 0 0,0-1 0,1 1 0,-1 0 0,0 0 0,0-1 0,0 1 0,0 0 0,0-1 0,0 1 0,1 0 0,-1-1 0,0 0 0,10-17 0,12-28 0,-13 29 0,10-29 0,15-23 0,-33 67 0,0-1 0,0 0 0,0 0 0,0 0 0,1 1 0,-1-1 0,1 1 0,-1-1 0,5-3 0,1 5 0,-4 3 0,0 0 0,0 0 0,0 1 0,-1-1 0,1 1 0,0-1 0,-1 1 0,3 4 0,10 9 0,4 10 0,-17-22 0,1 0 0,-1 0 0,1-1 0,-1 1 0,1-1 0,0 0 0,1 0 0,-1 0 0,4 3 0,12 7 0,-15-9 0,0-1 0,1 1 0,-1-1 0,1 0 0,0-1 0,0 1 0,9 2 0,-11-4 0,0 0 0,1 0 0,-1 0 0,1-1 0,0 0 0,-1 1 0,1-1 0,-1-1 0,1 1 0,-1 0 0,1-1 0,-1 0 0,1 0 0,-1 0 0,1 0 0,-1 0 0,0-1 0,0 1 0,0-1 0,0 0 0,0 0 0,0 0 0,5-5 0,-4 2 0,1-1 0,-1 0 0,-1 0 0,1 0 0,-1 0 0,5-13 0,-7 16 0,0-1 0,-1 0 0,1 0 0,-1 1 0,0-1 0,0 0 0,0 0 0,0 1 0,-1-1 0,1 0 0,-1 0 0,0 1 0,-1-1 0,1 1 0,-2-4 0,-9-20 0,7 13 0,-1 0 0,-1 1 0,0 0 0,-1 0 0,-15-19 0,-10-6 0,7 7 0,-38-35 0,49 54 0,6 3 0,-1 0 0,0 1 0,0 0 0,-1 1 0,-17-9 0,23 13 0,4 2 0,0 0 0,0 0 0,0 0 0,-1 0 0,1 0 0,-1 0 0,1 0 0,0 1 0,-1-1 0,1 0 0,-1 1 0,1 0 0,-1-1 0,0 1 0,1 0 0,-1 0 0,-2-1 0,3 2 0,0 0 0,0 0 0,0 0 0,0 1 0,1-1 0,-1 0 0,0 0 0,1 0 0,-1 1 0,1-1 0,-1 0 0,1 0 0,0 1 0,-1-1 0,1 0 0,0 1 0,0-1 0,0 0 0,0 1 0,0-1 0,0 0 0,1 1 0,-1 1 0,12 42 0,-7-28 0,9 20 0,-10-22 0,1 0 0,1 0 0,0-1 0,11 18 0,14 35 0,-22-42 0,-4-15 0,-2 0 0,1 0 0,1 12 0,2 7 0,-5-23 0,0 1 0,0-1 0,-1 1 0,1 11 0,-2 139-13165,0-176 5457,6-8 3921,-5 21 3517,-1 0 0,0-1 0,-1 1 0,1 0-1,-1 0 1,0 0 0,-1 0 0,-2-7 0,-1-7 1758,1 1 0,1-1 0,1 0 0,0 0 1,3-31-1,-1 32 873,-1 14-1555,1 1-1,0-1 1,0 1-1,0-1 0,1 1 1,-1-1-1,1 1 1,0 0-1,1-1 0,-1 1 1,1 0-1,-1 0 1,1 0-1,3-4 1,-1 4-605,0 1 1,0 0 0,1 1 0,-1-1-1,1 1 1,-1 0 0,1 0 0,0 0-1,-1 1 1,9-2 0,59-10-40,79-4-82,-118 12-36,58-15 0,-76 14 548,-15 6-585,0 0 0,0 0 0,0 0 0,0 0-1,0 0 1,0 0 0,0 0 0,0 0 0,0 0 0,1 0 0,-1 0-1,0 0 1,0 0 0,0 0 0,0 0 0,0 0 0,0 0 0,0 0-1,0 0 1,0-1 0,0 1 0,0 0 0,0 0 0,0 0 0,0 0-1,0 0 1,1 0 0,-1 0 0,0 0 0,0 0 0,0 0 0,0 0-1,0-1 1,0 1 0,0 0 0,0 0 0,0 0 0,0 0 0,0 0-1,0 0 1,0 0 0,0 0 0,0 0 0,-1-1 0,1 1 0,0 0-1,0 0 1,0 0 0,0 0 0,0 0 0,0 0 0,0 0 0,0 0-1,0 0 1,0 0 0,0 0 0,0 0 0,-16-2 173,5 3-180,0 0 0,0 1 0,0 0 0,1 1 0,-1 0 0,-10 6 0,-10 1 0,24-7 0,0 1 0,0-1 0,0 1 0,1 0 0,-1 1 0,1 0 0,0-1 0,1 2 0,-1-1 0,1 1 0,0 0 0,-5 8 0,7-9 0,1 1 0,-1-1 0,1 0 0,1 1 0,-1-1 0,1 1 0,-2 10 0,3-14 0,-1 0 0,1 1 0,0-1 0,0 0 0,0 0 0,0 1 0,0-1 0,1 0 0,-1 0 0,1 1 0,-1-1 0,1 0 0,0 0 0,0 0 0,0 0 0,0 0 0,0 0 0,0 0 0,0 0 0,1-1 0,-1 1 0,4 2 0,-1-1 0,-1-1 0,0 0 0,0 0 0,0 0 0,0 0 0,0-1 0,0 1 0,0-1 0,1 0 0,-1 0 0,0 0 0,1-1 0,-1 1 0,1-1 0,-1 0 0,1 0 0,-1 0 0,5-1 0,2 0 0,0-1 0,0-1 0,-1 1 0,1-2 0,-1 1 0,0-1 0,0-1 0,0 0 0,0 0 0,7-7 0,33-20 0,-40 22 0,0 0 0,-1 0 0,0-1 0,-1 0 0,10-19 0,-9 8 0,-7 11 0,-1 12 0,-1-1 0,0 1 0,1 0 0,-1-1 0,1 1 0,-1-1 0,1 1 0,-1 0 0,1 0 0,-1-1 0,1 1 0,0 0 0,-1 0 0,1-1 0,0 1 0,0 0 0,-1 0 0,1 0 0,0 0 0,0 1 0,0 3 0,0 1 0,0-1 0,1 1 0,-1-1 0,1 0 0,1 1 0,2 9 0,-2-12 0,0-1 0,-1 1 0,1 0 0,0 0 0,0-1 0,1 0 0,-1 1 0,1-1 0,-1 0 0,1 0 0,-1 0 0,1 0 0,0-1 0,0 1 0,0-1 0,0 1 0,0-1 0,4 1 0,-6-2 0,1 0 0,-1 1 0,1-1 0,-1 0 0,1 0 0,-1 0 0,1 0 0,-1 0 0,1 0 0,-1 0 0,1-1 0,-1 1 0,1-1 0,-1 1 0,1-1 0,-1 1 0,0-1 0,1 0 0,-1 1 0,0-1 0,0 0 0,1 0 0,-1 0 0,1-2 0,4-1 0,-4 2 0,0 1 0,-1-1 0,1 1 0,0-1 0,0 0 0,-1 0 0,1 0 0,-1 0 0,0 0 0,0 0 0,1 0 0,-1-1 0,-1 1 0,1 0 0,0 0 0,0-1 0,-1 1 0,0-1 0,1 1 0,-1 0 0,0-1 0,0 1 0,-1-4 0,0-5 0,-1 0 0,0 0 0,-6-19 0,4 11 0,4 17 0,0-1 0,0 0 0,-1 0 0,0 0 0,1 0 0,-1 0 0,-2-4 0,-106-176 0,85 136 0,23 43 0,-6-8 0,5 8 0,2 13 0,9 18 0,-9-22 0,1 0 0,0 0 0,0 0 0,0 0 0,5 9 0,2 9 0,10 31 0,-12-39 0,0 1 0,6 30 0,-5-16 0,-5-22 0,0-1 0,-1 1 0,1 0 0,-1 10 0,7 86 0,-8-86 0,0-4 0,0 0 0,1 0 0,0 0 0,4 18 0,-3-25-672,-1 0-1,-1 0 0,1 0 1,-1 0-1,-1 9 1,0 5-1132,1-21 1713,0 1 0,0-1-1,0 0 1,0 0-1,0 0 1,0 1-1,0-1 1,0 0-1,0 0 1,0 0-1,0 0 1,0 1-1,0-1 1,0 0 0,0 0-1,0 0 1,0 1-1,1-1 1,-1 0-1,0 0 1,0 0-1,0 0 1,0 0-1,0 1 1,1-1 0,-1 0-1,0 0 1,0 0-1,0 0 1,0 0-1,1 0 1,-1 0-1,0 0 1,0 0-1,0 1 1,1-1 0,-1 0-1,10-3-3034,9-10-364,-16 9 3143,0 1 0,0 0 0,-1-1 0,0 1 1,1-1-1,-1 0 0,1-5 0,10-15-399,-9 15 823,0-1 0,0 0 0,-1 0 0,0 0 0,-1 0 0,0 0 0,0-1-1,-1-14 1,-1 4 1446,1-1 0,1 1 0,0-1-1,8-27 1,-8 42-473,-2 0 1,1 1-1,-1-1 0,-1-11 0,1 0 2073,0 17-3073,0 1 0,0-1 0,0 1 0,0 0 1,0-1-1,1 1 0,-1-1 0,0 1 0,0 0 0,0-1 1,1 1-1,-1-1 0,0 1 0,0 0 0,1-1 1,-1 1-1,0 0 0,1-1 0,-1 1 0,0 0 0,1 0 1,-1 0-1,0-1 0,1 1 0,-1 0 0,1 0 0,-1 0 1,1-1-1,19-1 495,23 7-504,-39-4 5,13 2-66,0 1 0,0 0 1,-1 2-1,0 0 0,0 0 0,-1 2 0,0 0 1,0 1-1,-1 0 0,0 1 0,24 22 0,-32-26-222,-1 0-1,0-1 0,-1 2 0,1-1 0,-1 0 0,0 1 0,-1 0 0,1 0 0,-1 0 0,3 13 0,-6-18 91,0 0 1,1-1 0,-1 1-1,-1 0 1,1-1-1,0 1 1,0 0-1,0-1 1,-1 1-1,1-1 1,-1 1 0,0 0-1,1-1 1,-1 1-1,0-1 1,-1 2-1,1-1-292,0 0 0,0 0 0,0 0 0,0 0 0,0 0 0,0 0 0,1 1 0,-1-1 0,1 4 0,0-6 322,0 0 0,0 1 1,0-1-1,0 1 0,0-1 0,0 0 1,-1 1-1,1-1 0,0 1 0,0-1 0,0 0 1,0 1-1,0-1 0,-1 1 0,1-1 0,0 0 1,0 1-1,-1-1 0,1 0 0,0 1 0,0-1 1,-1 0-1,1 0 0,0 1 0,-1-1 0,1 0 1,0 0-1,-1 0 0,1 1 0,-1-1 0,1 0 1,0 0-1,-1 0 0,1 0 0,-1 0 1,1 0-1,-1 0 0,1 0 0,0 0 0,-1 0 1,1 0-1,-1 0 0,1 0 0,0 0 0,-1 0 1,0-1-1,0 1-567,-1 0 0,1-1 0,-1 1 0,1-1 0,-1 0 0,1 0 1,0 1-1,-1-1 0,1 0 0,0 0 0,-3-2 0,2-3-1895,-5-4-286</inkml:trace>
</inkml:ink>
</file>

<file path=ppt/ink/ink1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18.261"/>
    </inkml:context>
    <inkml:brush xml:id="br0">
      <inkml:brushProperty name="width" value="0.035" units="cm"/>
      <inkml:brushProperty name="height" value="0.035" units="cm"/>
    </inkml:brush>
  </inkml:definitions>
  <inkml:trace contextRef="#ctx0" brushRef="#br0">169 84 1864,'-8'-46'5133,"8"45"-4928,-1-1-1,1 1 1,0-1-1,-1 1 0,1-1 1,-1 1-1,1 0 0,-1-1 1,0 1-1,1 0 0,-1-1 1,0 1-1,0 0 0,-2-2 1,-3-7 1991,6 9-2143,-1 1 0,1-1 0,-1 1 0,1 0 0,0-1 0,-1 1 0,1-1 0,-1 1 0,0 0 0,1-1 0,-1 1 0,1 0 0,-1 0 0,1 0 0,-1-1 0,0 1 0,1 0 0,-1 0 0,1 0 0,-1 0 0,0 0 0,1 0 0,-1 0 1,1 0-1,-1 0 0,0 1 0,1-1 0,-1 0 0,1 0 0,-1 0 0,0 1 0,1-1 0,-1 0 0,1 1 0,-1-1 0,1 0 0,-1 1 0,1-1 0,0 0 0,-1 1 0,1-1 0,-1 1 0,1-1 0,0 1 0,-1-1 0,1 1 0,0 0 0,0-1 0,-1 1 0,1-1 1,0 2-1,-1 17 149,0-14-282,1-1 0,-1 1 0,1 0-1,0 0 1,0-1 0,1 1 0,-1 0 0,1 0 0,0-1 0,1 1 0,-1-1 0,4 9 0,11 8-1146,-10-12 207,1 0 0,0-1 0,0 0 0,1 0 0,15 12-1,-19-17 538,-1-1 0,0 1-1,1 0 1,-1 0-1,-1 0 1,1 0-1,4 6 1,-5-6 188,0 0 1,0 0 0,0-1 0,0 1 0,1-1 0,4 5 7339,-7-7-6921,-8 7 3906,-18 22-2605,-4 5-763,-1-2-317,2 2 0,-46 70 0,69-95-323,-1 3-6,1 0-1,0 0 0,-7 24 0,3-9-1,9-26-9,1 1 0,0 0-1,-1 0 1,1 0 0,0 0-1,0-1 1,0 1-1,0 0 1,0 0 0,1 0-1,-1 0 1,0 0 0,1-1-1,0 1 1,-1 0 0,1 0-1,0-1 1,0 1 0,0 0-1,0-1 1,0 1-1,0-1 1,0 1 0,1-1-1,1 2 1,-2-3 7,1 0 0,0 1-1,-1-1 1,1 0 0,-1 0 0,1 0-1,0 0 1,-1-1 0,1 1 0,-1 0-1,1-1 1,-1 1 0,1-1 0,-1 1-1,1-1 1,-1 0 0,1 0 0,-1 1-1,0-1 1,2-2 0,-1 2 4,25-25 206,-12 11-144,-8 4-39,3 0-23,0-1-1,-6 5-86,-2 16-680,-6-2 237,4-6 482,0-1 0,-1 0 0,1 0-1,0 1 1,-1-1 0,1 0 0,0 1-1,0-1 1,-1 0 0,1 1 0,0-1-1,0 0 1,0 1 0,-1-1 0,1 0-1,0 1 1,0-1 0,0 0 0,0 1 0,0-1-1,0 1 1,0-1 0,0 0 0,0 1-1,-1 2-175,1-1 0,-1 0 0,0 0 0,0 0-1,0 0 1,0 0 0,0 0 0,0 0 0,0 0-1,-1 0 1,1-1 0,-1 1 0,0 0 0,-2 1-1,-25 18-4507,19-15 2724,2 4-371</inkml:trace>
</inkml:ink>
</file>

<file path=ppt/ink/ink1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18.573"/>
    </inkml:context>
    <inkml:brush xml:id="br0">
      <inkml:brushProperty name="width" value="0.035" units="cm"/>
      <inkml:brushProperty name="height" value="0.035" units="cm"/>
    </inkml:brush>
  </inkml:definitions>
  <inkml:trace contextRef="#ctx0" brushRef="#br0">151 477 400,'-20'3'4868,"1"-1"0,-1-1 0,-23-1-1,14-1 1173,27 1-5912,1 0 0,0 0 0,0 0 0,0 0 0,0 0 0,0 0 0,0 0 0,0 0 0,0-1 0,0 1 0,0 0 1,0-1-1,0 1 0,-2-2 0,3 2-55,0 0 0,0-1 0,0 1 0,0 0 0,-1 0 0,1-1 0,0 1 0,0 0 0,0-1 0,0 1-1,0 0 1,0 0 0,0-1 0,0 1 0,0 0 0,0-1 0,0 1 0,0 0 0,0-1 0,0 1 0,0 0 0,0 0 0,1-1 0,-1 1 0,0 0 0,0-1 0,0 1 0,0 0 0,1 0 0,-1-1 0,2-1 194,-1 0 1,1 0-1,0 1 0,0-1 1,0 1-1,0-1 0,0 1 0,0 0 1,5-2-1,54-17-267,107-20 0,-119 31 0,303-60 0,77-15 0,-5-26 0,-390 99-110,-1 0 0,-1-2 0,44-24 0,-47 23-2237,-26 13 1600,1 0-1,-1 0 1,0-1-1,0 1 1,0-1 0,0 0-1,0 0 1,-1 0-1,1 0 1,0 0 0,2-4-1,-5 6 565,0 0-1,0 0 0,0 0 1,1-1-1,-1 1 0,0 0 1,0 0-1,0-1 1,0 1-1,0 0 0,0 0 1,0-1-1,0 1 1,0 0-1,0 0 0,0 0 1,0-1-1,0 1 0,0 0 1,0 0-1,0-1 1,0 1-1,0 0 0,0 0 1,0-1-1,-1 1 0,1 0 1,0 0-1,0 0 1,0-1-1,0 1 0,0 0 1,-1 0-1,1 0 1,0 0-1,0-1 0,0 1 1,-1 0-1,1 0 0,0 0 1,0 0-1,0 0 1,-1 0-1,1 0 0,0 0 1,0-1-1,-1 1 1,1 0-1,0 0 0,0 0 1,-1 0-1,1 0 0,0 0 1,0 0-1,-1 0 1,1 1-1,0-1 0,-16-1-3288,15 1 3186,-10 4-2510,-4 1-107</inkml:trace>
</inkml:ink>
</file>

<file path=ppt/ink/ink1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18.815"/>
    </inkml:context>
    <inkml:brush xml:id="br0">
      <inkml:brushProperty name="width" value="0.035" units="cm"/>
      <inkml:brushProperty name="height" value="0.035" units="cm"/>
    </inkml:brush>
  </inkml:definitions>
  <inkml:trace contextRef="#ctx0" brushRef="#br0">210 263 3025,'-124'42'14040,"47"-17"-1704,68-23-9094,60-14-3118,269-50-124,-154 31 0,152-37 0,-256 52 0,46-16 0,-90 27 0,20-11 0,-12 4-1887,-22 10 746,1 0-1,-1-1 1,1 1-1,-1-1 0,7-5 1,-10 7 955,0 0 1,-1 0-1,1 1 1,0-1-1,-1 0 1,1 0-1,-1 0 0,1 0 1,-1 0-1,0 0 1,1 0-1,-1 0 1,0 0-1,0 0 1,0 0-1,0-1 0,0 1 1,0 0-1,0 0 1,0 0-1,0 0 1,0 0-1,0 0 0,-1 0 1,1 0-1,0 0 1,-1 0-1,1 0 1,-1 0-1,0-1 1,-8-14-8860,8 6 4164</inkml:trace>
</inkml:ink>
</file>

<file path=ppt/ink/ink1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50.761"/>
    </inkml:context>
    <inkml:brush xml:id="br0">
      <inkml:brushProperty name="width" value="0.035" units="cm"/>
      <inkml:brushProperty name="height" value="0.035" units="cm"/>
    </inkml:brush>
  </inkml:definitions>
  <inkml:trace contextRef="#ctx0" brushRef="#br0">435 30 920,'0'-10'16193,"-2"-7"-3813,-6 15-11165,7 2-1161,1 0 0,-1 0 0,1 0 1,-1 0-1,1-1 0,-1 1 0,1 0 0,-1 0 1,1 0-1,-1 0 0,1 0 0,-1 0 0,1 0 0,-1 0 1,1 1-1,-1-1 0,1 0 0,-1 0 0,1 0 1,-1 0-1,1 1 0,-1-1 0,1 0 0,-1 1 1,1-1-1,0 0 0,-1 1 0,1-1 0,-1 0 1,1 1-1,0-1 0,-1 1 0,1-1 0,0 0 0,0 1 1,-1-1-1,1 2 0,-4 1-54,0 1 0,0-1 0,0 0 0,-8 5 0,-10 7 0,-23 26 0,-43 51 0,11-10 0,57-62 0,10-11 0,-1 1 0,1 1 0,1-1 0,0 2 0,1-1 0,-14 26 0,-19 26-6419,34-58 1173,13-20-11527</inkml:trace>
</inkml:ink>
</file>

<file path=ppt/ink/ink1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51.123"/>
    </inkml:context>
    <inkml:brush xml:id="br0">
      <inkml:brushProperty name="width" value="0.035" units="cm"/>
      <inkml:brushProperty name="height" value="0.035" units="cm"/>
    </inkml:brush>
  </inkml:definitions>
  <inkml:trace contextRef="#ctx0" brushRef="#br0">0 37 2345,'3'-13'10253,"1"10"-8539,-3 2-653,0 0-698,-1 1 0,0 0 0,0-1 0,0 1 1,1 0-1,-1-1 0,0 1 0,0 0 0,0-1 1,0 1-1,0-1 0,0 1 0,1 0 1,-1-1-1,0 1 0,0-1 0,0 1 0,0 0 1,0-1-1,-1 1 0,1-1 0,0 1 0,0 0 1,0-1-1,0 1 0,0-8 7302,6 6-7586,-5 3 99,-1 2-176,1 0-1,-1-1 1,1 1 0,-1-1 0,1 1 0,0-1 0,0 1 0,0-1 0,0 1 0,0-1-1,1 0 1,-1 0 0,1 1 0,-1-1 0,1 0 0,0 0 0,0-1 0,2 3-1,5 3-2,1 0 0,19 10-1,-9-5 0,-3-3 2,0-1 0,21 8 0,16 7 0,4 6 0,-29-16 0,-1 1 0,50 35 0,-70-43 2,0-1 0,1 0-1,15 6 1,10 6-340,-23-9-1025,4 2-3825,-14-10 4683,-1 0-1,1 0 1,0 1 0,0-1 0,-1 0 0,1 0 0,0 0 0,0 0-1,-1 0 1,1 0 0,0 0 0,0-1 0,-1 1 0,1 0 0,0 0-1,-1-1 1,1 1 0,0 0 0,-1-1 0,2 1 0,-1-16-9670,-1 10 5353</inkml:trace>
</inkml:ink>
</file>

<file path=ppt/ink/ink1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51.439"/>
    </inkml:context>
    <inkml:brush xml:id="br0">
      <inkml:brushProperty name="width" value="0.035" units="cm"/>
      <inkml:brushProperty name="height" value="0.035" units="cm"/>
    </inkml:brush>
  </inkml:definitions>
  <inkml:trace contextRef="#ctx0" brushRef="#br0">64 126 184,'-41'-6'8327,"19"-2"7071,27 6-14594,119 0 4175,3-1-3914,125-2-541,-196 4-445,105-14 0,-85 4-308,-42 7-577,-1-1 1,35-11-1,-68 16 742,0 0 1,0 0-1,0 0 1,0 0-1,0 0 1,0 0-1,0 0 0,1 0 1,-1 0-1,0 0 1,0 0-1,0 0 1,0 0-1,0 0 1,0 0-1,0 0 1,0 0-1,0 0 0,0 0 1,0 0-1,1 0 1,-1 0-1,0 0 1,0 0-1,0 0 1,0 0-1,0 0 1,0 0-1,0-1 0,0 1 1,0 0-1,0 0 1,0 0-1,0 0 1,0 0-1,0 0 1,0 0-1,0 0 1,0 0-1,0 0 0,0 0 1,0-1-1,0 1 1,0 0-1,0 0 1,0 0-1,0 0 1,0 0-1,0 0 1,0 0-1,0 0 0,0 0 1,0 0-1,0-1 1,0 1-1,0 0 1,0 0-1,0 0 1,0 0-1,0 0 1,0 0-1,0 0 0,0 0 1,-1 0-1,1 0 1,0 0-1,-10-5-3425,-27-6-1915,9 3 1126,12 1 1248,13 5 2353,-1 1-1,1-1 1,0 1 0,0 0-1,0 0 1,-6 0 0,-7-4-2580</inkml:trace>
</inkml:ink>
</file>

<file path=ppt/ink/ink1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39:51.777"/>
    </inkml:context>
    <inkml:brush xml:id="br0">
      <inkml:brushProperty name="width" value="0.035" units="cm"/>
      <inkml:brushProperty name="height" value="0.035" units="cm"/>
    </inkml:brush>
  </inkml:definitions>
  <inkml:trace contextRef="#ctx0" brushRef="#br0">84 22 2937,'-18'-6'5514,"17"5"-4993,0 0 0,0 1 0,-12-8 15220,13 7-15541,-4-2 3387,1 2-3767,-8 1 3532,10 0-3350,0 0 0,0 0 0,0 0 0,0 0 0,-1 1 0,1-1 1,0 0-1,0 1 0,0-1 0,0 1 0,0-1 0,0 1 0,0 0 1,0-1-1,0 1 0,1 0 0,-1 0 0,0-1 0,0 1 0,1 0 0,-1 0 1,0 0-1,1 0 0,-1 1 0,-8 52-2,9-34 0,1 1 0,5 26 0,0-1 0,-5-34 0,1 1 0,0-1 0,5 19 0,1-7 0,0 1 0,3 26 0,-7-35-742,0-1 1,9 20-1,-1-1-1229,-11-32 1331,0 1 0,1-1 0,-1 0-1,0 1 1,1-1 0,-1 0-1,1 0 1,0 0 0,0 0 0,0 0-1,0 0 1,0-1 0,0 1-1,0 0 1,4 1 0,12 5-9160,-9-7 4602</inkml:trace>
</inkml:ink>
</file>

<file path=ppt/ink/ink1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1.272"/>
    </inkml:context>
    <inkml:brush xml:id="br0">
      <inkml:brushProperty name="width" value="0.035" units="cm"/>
      <inkml:brushProperty name="height" value="0.035" units="cm"/>
    </inkml:brush>
  </inkml:definitions>
  <inkml:trace contextRef="#ctx0" brushRef="#br0">218 11 1848,'-1'-10'30916,"-5"9"-30913,5 2-2,-14 10-2,13-10 1,1 0 0,0 0 0,-1 0 0,1 0 0,0 0 0,0 0 0,0 0 0,0 1 0,0-1 0,0 0 0,0 1 0,1-1 0,-1 1 0,0-1 0,1 1 0,-1-1 0,1 1 0,-1-1 0,1 1 0,0 0 0,0-1 0,0 1 0,0-1 0,0 1 0,0 0 0,0 1 0,-2 21 0,-9 18 0,-6 44 0,14-72 0,-13 101 0,15-113 0,-3 20 0,-1 34 0,4-50 0,1 0 0,1 0 0,-1-1 0,1 1 0,0 0 0,0 0 0,0 0 0,1-1 0,0 1 0,0-1 0,5 8 0,2 2 0,-8-12 0,0 0 0,0-1 0,1 1 0,-1-1 0,1 1 0,0-1 0,0 0 0,0 1 0,0-1 0,0 0 0,0 0 0,1-1 0,-1 1 0,0 0 0,1-1 0,0 1 0,-1-1 0,1 0 0,0 0 0,4 1 0,0-1 0,1 0 0,-1-1 0,0 0 0,1 0 0,-1 0 0,0-1 0,1-1 0,8-1 0,-2-1 0,0-1 0,-1 0 0,15-8 0,-10 4 0,-1-1 0,0-1 0,-1 0 0,29-26 0,-40 31 0,0 1 0,0 0 0,0-1 0,-1 0 0,0 0 0,0-1 0,-1 1 0,1-1 0,-1 1 0,-1-1 0,1 0 0,-1 0 0,0-1 0,-1 1 0,0 0 0,1-11 0,-2 8 0,0 3 0,0 0 0,0 0 0,0 0 0,-1 1 0,0-1 0,-1 0 0,1 0 0,-4-7 0,-2-3 0,-1 1 0,0 0 0,-1 0 0,-1 1 0,0 0 0,-19-20 0,9 14 0,6 7 0,-24-21 0,33 31 0,0 0 0,0 1 0,0 0 0,-1 0 0,1 1 0,-1-1 0,0 1 0,0 0 0,-9-1 0,6 1 0,0 1 0,-1 0 0,1 1 0,-1 0 0,1 0 0,-10 2 0,-3 1 0,-23 6 0,17-2 0,17-4 0,1 0 0,0 0 0,-1 1 0,2 1 0,-12 5 0,7-2-888,12-8 718,1 0-1,0 0 0,0 0 1,1 1-1,-1-1 0,0 1 0,0-1 1,0 1-1,0-1 0,0 1 0,0-1 1,0 1-1,1 0 0,-1-1 1,0 1-1,1 0 0,-1 0 0,0-1 1,1 1-1,-1 0 0,1 0 1,-1 0-1,1 0 0,-1 0 0,1 0 1,0 0-1,-1 1 0,1-1-43,1-1-1,-1 0 1,0 1 0,0-1-1,0 0 1,0 1 0,0-1-1,1 0 1,-1 0-1,0 1 1,0-1 0,1 0-1,-1 0 1,0 1 0,0-1-1,1 0 1,-1 0-1,0 0 1,1 0 0,-1 1-1,0-1 1,0 0 0,1 0-1,-1 0 1,0 0 0,1 0-1,-1 0 1,0 0-1,1 0 1,-1 0 0,1 0-1,17 0-4144,-10 0 67,8 1-663,0 3 82</inkml:trace>
</inkml:ink>
</file>

<file path=ppt/ink/ink1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2.189"/>
    </inkml:context>
    <inkml:brush xml:id="br0">
      <inkml:brushProperty name="width" value="0.035" units="cm"/>
      <inkml:brushProperty name="height" value="0.035" units="cm"/>
    </inkml:brush>
  </inkml:definitions>
  <inkml:trace contextRef="#ctx0" brushRef="#br0">237 32 576,'-3'-2'10348,"-12"-10"338,12 10-10419,3 2 53,-1 0 0,1 0 0,0-1-1,0 1 1,-1 0 0,1 0 0,0-1-1,-1 1 1,1 0 0,0 0 0,0-1 0,0 1-1,-1 0 1,1-1 0,0 1 0,0 0-1,0-1 1,0 1 0,0 0 0,-1-1 0,1 1-1,0 0 1,0-1 0,0 1 0,0 0-1,0-1 1,0 1 0,0-1 0,0 1 0,0 0-1,1-1 1,-1 1 0,0-1 0,0-1-299,0 2-21,0 0 0,0 0 0,0-1 0,-1 1 0,1 0 0,0 0 0,0 0 0,0 0 0,0 0-1,0-1 1,0 1 0,0 0 0,0 0 0,-1 0 0,1 0 0,0 0 0,0 0 0,0 0 0,0 0 0,0-1 0,-1 1-1,1 0 1,0 0 0,0 0 0,0 0 0,0 0 0,-1 0 0,1 0 0,0 0 0,0 0 0,0 0 0,0 0 0,-1 0-1,1 0 1,0 0 0,0 0 0,0 0 0,0 0 0,-1 1 0,1-1 0,0 0 0,0 0 0,0 0 0,0 0-1,0 0 1,-1 0 0,1 0 0,0 0 0,0 1 0,0-1 0,-2 7 0,2-4 0,0 45 0,-1-11 0,2 0 0,6 51 0,-4-69 0,-2 1 0,-1 27 0,0-28 0,0-1 0,5 36 0,-3-34-2226,0-1-1,-2 0 1,-1 26 0,-1-2-1205,2-42 3212,-1-1-1,1 0 0,0 0 1,-1 0-1,1 0 1,0 0-1,-1 0 1,1 1-1,-1-1 1,1 0-1,-1 0 1,1 0-1,0 0 1,-1 0-1,1-1 1,-1 1-1,1 0 1,0 0-1,-1 0 1,1 0-1,-1 0 1,1-1-1,0 1 0,-1 0 1,1 0-1,0 0 1,-1-1-1,1 1 1,-1-1-1,-12-6-1569,-1 0 807,12 6 911,1 0-1,-1 1 1,0-1-1,1 0 1,-1 0-1,1 0 1,-1-1-1,1 1 1,-1 0-1,-1-3 1,-1 0 7,1 1 0,-1 0 0,1 0 0,-1 0 0,-7-4 0,7 5 132,0-1 0,0 0 0,0 0 1,0 0-1,-6-7 0,-27-25 1698,31 30-674,0 0 1,0 0 0,0-1 0,1 0 0,0 1-1,-7-11 1,6 7 1568,-7-12 2968,13 20-5542,0 1 0,0-1 1,0 0-1,0 1 0,0-1 0,0 1 0,0-1 1,0 0-1,0 1 0,0-1 0,0 1 1,0-1-1,0 0 0,0 1 0,1-1 1,-1 1-1,0-1 0,0 0 0,1 1 0,-1-1 1,1 1-1,-1-1 0,0 1 0,1-1 1,-1 1-1,1 0 0,-1-1 0,1 1 1,-1 0-1,1-1 0,-1 1 0,1 0 0,-1-1 1,1 1-1,-1 0 0,2 0 0,83-34 852,-30 13-923,-2-2 0,71-41 0,-99 50-46,-16 9 12,0 0 0,0 0 0,-1-1 1,0 0-1,0-1 0,9-8 1,-5 2-7,2-5 34,-13 17 24,1-1 0,-1 0-1,1 1 1,-1-1 0,1 1-1,0-1 1,0 1 0,0 0-1,-1-1 1,1 1 0,0 0-1,0 1 1,0-1 0,1 0-1,-1 0 1,0 1 0,0-1-1,0 1 1,4 0 0,2-1-5,-1-2-29,-7 6 0,0-3 0,-1 0 0,1 1 0,0-1 0,-1 0 0,1 1 0,-1-1 0,1 0 0,-1 0 0,1 0 0,-1 1 0,1-1 0,-1 0 0,1 0 0,0 0 0,-1 0 0,1 0 0,-1 0 0,1 0 0,-1 0 0,1 0 0,-1 0 0,1 0 0,-1 0 0,1 0 0,-1-1 0,0 1 0,-1-1 0,-3 4 0,0 0 0,1-1 0,-1 1 0,1 1 0,0-1 0,0 1 0,-4 3 0,-11 10 0,17-15 0,-1 0 0,0 0 0,1 1 0,-1-1 0,1 1 0,0-1 0,0 1 0,0 0 0,0 0 0,1 0 0,-1 0 0,1 0 0,-1 0 0,1 0 0,0 1 0,0-1 0,0 6 0,-1 5 0,1 1 0,2 27 0,-1-17 0,0-4 0,1-1 0,1 1 0,5 27 0,-4-31 0,-1 1 0,0-1 0,-2 22 0,0-36 0,9 46 0,-8-38 0,2-16 0,0-1 0,6-15 0,21-14 0,-27 30 0,1 0 0,-1 1 0,1-1 0,0 1 0,0 0 0,1 0 0,-1 0 0,1 0 0,0 1 0,7-4 0,5-5 0,1 2 0,-15 9 0,-1 1 0,1 0 0,0-1 0,0 1 0,0 0 0,-1 1 0,1-1 0,0 0 0,0 1 0,0 0 0,-1 0 0,1-1 0,0 2 0,-1-1 0,1 0 0,-1 0 0,0 1 0,1-1 0,2 3 0,1 1 0,0 1 0,0-1 0,0 1 0,-1 0 0,0 0 0,5 9 0,-9-15 0,0 2 0,0 1 0,1 0 0,-1-1 0,1 0 0,0 1 0,0-1 0,0 0 0,0 0 0,0 0 0,0 0 0,1-1 0,-1 1 0,1 0 0,3 1 0,-6-3-30,1 0 0,-1 0 0,0 0 0,1 0 1,-1 0-1,0 0 0,1 0 0,-1 0 0,0 0 0,1 0 0,-1 0 0,0 0 0,0 0 1,1 0-1,-1 0 0,0 1 0,1-1 0,-1 0 0,0 0 0,0 0 0,1 0 0,-1 1 0,0-1 1,0 0-1,1 0 0,-1 1 0,0-1 0,0 0 0,0 0 0,0 1 0,1-1 0,-1 0 1,0 1-1,0-1 0,0 0 0,0 1 0,0-1 0,-7 3-2428,3-4-2283,2 0 3167,0 0-1,0 0 1,1-1 0,-1 1-1,0 0 1,1-1 0,-3-2-1,-2-2-4018</inkml:trace>
</inkml:ink>
</file>

<file path=ppt/ink/ink1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2.939"/>
    </inkml:context>
    <inkml:brush xml:id="br0">
      <inkml:brushProperty name="width" value="0.035" units="cm"/>
      <inkml:brushProperty name="height" value="0.035" units="cm"/>
    </inkml:brush>
  </inkml:definitions>
  <inkml:trace contextRef="#ctx0" brushRef="#br0">0 95 96,'0'0'3201,"9"11"6285,-9-10-9249,0 0 0,0 0 0,0 0 1,1 0-1,-1 0 0,0 0 0,1-1 1,-1 1-1,1 0 0,-1 0 0,1 0 0,-1-1 1,1 1-1,-1 0 0,1 0 0,0-1 1,0 1-1,-1-1 0,1 1 0,0 0 1,0-1-1,-1 0 0,1 1 0,0-1 0,0 1 1,0-1-1,0 0 0,0 0 0,0 1 1,0-1-1,0 0 0,0 0 0,0 0 0,-1 0 1,1 0-1,0 0 0,0 0 0,2-1 1,6 0 700,1 0 0,18-5 0,-18 4-287,-2 0-467,-1 0 0,1 0 0,-1-1-1,0 0 1,0 0 0,0 0 0,0-1 0,-1 0-1,1-1 1,-1 1 0,0-1 0,-1-1 0,1 1-1,-1-1 1,0 0 0,6-8 0,-10 12-171,7-18 1264,-8 20-1245,0-1-1,0 1 1,-1-1-1,1 1 1,0-1 0,0 1-1,0-1 1,0 1 0,0 0-1,-1-1 1,1 1-1,0-1 1,0 1 0,0-1-1,-1 1 1,1 0 0,0-1-1,-1 1 1,1 0-1,0-1 1,-1 1 0,1 0-1,-1 0 1,1-1-1,0 1 1,-1 0 0,1 0-1,-1 0 1,1-1 0,-1 1-1,1 0 1,-1 0-1,1 0 1,0 0 0,-1 0-1,1 0 1,-1 0 0,1 0-1,-1 0 1,1 0-1,-1 0 1,0 1 0,0-1 110,-16 0 142,10 2-228,0 0-1,0 1 0,0-1 0,0 1 0,1 0 0,-1 1 0,1 0 0,0 0 1,0 0-1,0 1 0,-6 6 0,8-6-28,0 1 0,0 0 1,1 1-1,0-1 0,0 0 1,0 1-1,1 0 0,0-1 0,0 1 1,-1 14-1,3-15-22,2 0 0,-1 0-1,1 1 1,0-1 0,0 0 0,1 0 0,-1-1 0,1 1-1,1-1 1,-1 1 0,1-1 0,0 0 0,0 0 0,0-1-1,6 5 1,-7-7-65,0 1 0,0-1 0,0 0 0,0-1 1,0 1-1,0-1 0,1 1 0,-1-1 0,1 0 0,-1 0 0,6 0 0,41 2-3522,-44-3 2742,0-1-1,0 1 0,0-1 1,0-1-1,0 1 0,0-1 1,0 0-1,-1 0 0,1-1 0,-1 1 1,1-1-1,-1-1 0,0 1 1,0-1-1,0 0 0,-1 0 1,1 0-1,-1 0 0,0-1 1,0 0-1,-1 0 0,1 0 0,-1 0 1,0-1-1,4-10 0,-5 7 35,-1 0 0,0 0-1,-1 0 1,1 0-1,-3-17 1,0-4 1006,3 28 71,-1-1 0,0 1 1,1-1-1,-1 1 0,1 0 0,0-1 0,-1 1 0,1 0 1,0-1-1,1 1 0,-1 0 0,0 0 0,1 0 0,2-3 1,-4 5-172,0-1 1,0 1 0,0 0-1,0-1 1,0 1 0,0-1-1,0 1 1,0-1 0,0 1 0,0 0-1,-1-1 1,1 1 0,0-1-1,0 1 1,0-1 0,-1 1-1,1 0 1,0-1 0,0 1-1,-1 0 1,1-1 0,0 1-1,-1 0 1,1-1 0,0 1 0,-1 0-1,1 0 1,0-1 0,-1 1-1,1 0 1,-1 0 0,1 0-1,0 0 1,-1 0 0,1-1-1,-1 1 1,1 0 0,-1 0 0,-3-2 2413,12 1 244,-3-2 294,3 0 3362,-5 8-5493,-2-3-507,1-1-1,0 1 1,0 0-1,0-1 1,1 1-1,-1-1 1,5 2-1,-3-1 126,-1 1-384,1 0 1,-1 0 0,0 0-1,0 0 1,0 1 0,0-1-1,0 1 1,-1 0 0,0 0-1,2 4 1,13 19 0,-15-23-147,0 1 1,0-1-1,-1 1 0,0 0 0,1 0 1,-2-1-1,1 1 0,0 0 0,-1 0 1,0 0-1,0 0 0,-1 0 1,0 5-1,-1 12 106,-6 3-59,8-24-56,0 0-1,0 0 0,-1 0 0,1 0 0,0 0 1,-1-1-1,1 1 0,-1 0 0,1 0 0,0 0 1,-1-1-1,0 1 0,1 0 0,-1-1 0,1 1 0,-1 0 1,-1 0-1,1-1-1,1 1 0,-1-1 1,1 1-1,-1-1 0,0 1 0,1 0 1,-1-1-1,1 1 0,0-1 1,-1 1-1,1 0 0,0-1 0,-1 1 1,1 0-1,0-1 0,-1 2 0,0-2 9,0 0-1,0 0 0,-1 0 0,1 0 1,0 0-1,0-1 0,0 1 1,-1-1-1,1 1 0,0-1 0,0 1 1,0-1-1,0 0 0,0 1 0,0-1 1,0 0-1,0 0 0,0 0 0,0 0 1,1 0-1,-1 0 0,-1-1 0,2-3 3,-1 1 0,1-1-1,1 1 1,-1-1-1,1 1 1,-1-1-1,1 1 1,0 0-1,1-1 1,-1 1-1,1 0 1,0 0-1,0 0 1,3-4-1,4-7 22,-4 6-11,0 1 0,1 0 0,0 0 0,1 0 0,0 1 0,8-8 0,-13 13-61,32-24 111,-31 25-236,0-1 1,0 0-1,0 0 1,0 1-1,0 0 0,0 0 1,1-1-1,-1 2 1,1-1-1,4 0 0,-4 1-794,1 0 0,0-1-1,0 1 1,0-1 0,7-2-1,-11 2 450,0 1-1,1 0 1,-1-1-1,0 1 1,0-1-1,0 1 0,0-1 1,0 0-1,0 1 1,0-1-1,-1 0 1,1 0-1,0 0 0,0 1 1,0-1-1,-1 0 1,1 0-1,-1 0 1,1 0-1,-1 0 1,1 0-1,-1-1 0,1 1 1,-1 0-1,0 0 1,0 0-1,1 0 1,-1-2-1</inkml:trace>
</inkml:ink>
</file>

<file path=ppt/ink/ink1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3.806"/>
    </inkml:context>
    <inkml:brush xml:id="br0">
      <inkml:brushProperty name="width" value="0.035" units="cm"/>
      <inkml:brushProperty name="height" value="0.035" units="cm"/>
    </inkml:brush>
  </inkml:definitions>
  <inkml:trace contextRef="#ctx0" brushRef="#br0">144 11 2505,'0'0'4424,"-20"-7"11748,8 3-11231,10 4-3259,2 21 1361,1-14-3043,0 0 0,0 0 0,0-1 0,4 12 0,-3-12 0,0 1 0,-1 0 0,0-1 0,1 12 0,-1-12 0,0 0 0,0 0 0,0 0 0,1 0 0,0 0 0,0 0 0,5 9 0,-4-9 0,-1-1 0,1 1 0,-1 0 0,0 0 0,-1 0 0,1 0 0,0 11 0,6 66 0,-8-76 0,0 0 0,0 1 0,-1-1 0,0 0 0,-1 0 0,0 0 0,0 0 0,0 0 0,-5 8 0,-4 16-41,10-25-56,-1-1 0,1 0-1,-1 0 1,-1 0 0,1 0 0,-1 0-1,-5 8 1,1 2-1993,7-14 1868,0 0-1,0 0 0,-1 0 1,1 0-1,0 0 0,-1 0 1,1 0-1,-1-1 1,1 1-1,-1 0 0,0 0 1,1 0-1,-1 0 0,0-1 1,1 1-1,-1 0 1,-1 0-1,-7 6-2775,-3-2-4927,11-5 7651,0-1-1,0 1 0,0-1 0,0 1 1,0-1-1,0 0 0,0 0 1,0 1-1,1-1 0,-1 0 0,0 0 1,0 0-1,1 0 0,-2-1 1,-7-8-484,6 6 747,0 0-1,0 0 0,0 0 1,0 0-1,-4-8 1,-1-7 726,5 13 387,0-1 1,1 1-1,-1-1 1,1 0-1,1 0 0,-1 1 1,1-1-1,0-9 1,-4 6 1933,4 9-2930,1 1 0,0 0 1,-1-1-1,1 1 0,0-1 0,-1 1 0,1-1 1,0 1-1,0 0 0,-1-1 0,1 1 0,0-1 1,0 1-1,0-1 0,0 1 0,-1-1 1,1 1-1,0-1 0,0 1 0,0-1 0,0 1 1,0-1-1,0 1 0,0-1 0,1 1 0,-1-1 1,0 1-1,0-1 0,0 1 0,0-1 0,1 1 1,-1-1-1,0 1 0,1-1 0,24-25 4075,-20 22-4019,0 1 1,0-1 0,0 1 0,1 0-1,0 0 1,11-4 0,20-4-144,-1-2 0,0-1 0,56-31 0,-70 29-19,0 0 0,-2-1 0,24-25 0,-9-3 0,-11 13 0,-16 26 0,-9 4 0,1 3 0,0-1 0,0 0 0,0 0 0,0 0 0,0 0 0,0 0 0,-1 0 0,1 1 0,0-1 0,0 0 0,0 0 0,0 0 0,0 0 0,0 0 0,0 0 0,0 1 0,0-1 0,0 0 0,0 0 0,0 0 0,-1 0 0,1 0 0,0 0 0,0 0 0,0 0 0,0 0 0,0 0 0,0 1 0,0-1 0,-1 0 0,1 0 0,0 0 0,0 0 0,0 0 0,0 0 0,0 0 0,0 0 0,-1 0 0,1 0 0,0 0 0,0 0 0,0 0 0,0 0 0,0 0 0,-1 0 0,1 0 0,0-1 0,0 1 0,0 0 0,0 0 0,0 0 0,0 0 0,0 0 0,-1 0 0,1 0 0,0 0 0,0-1 0,-13 25 0,2-5 0,8-9 0,0 1 0,0-1 0,-1 0 0,-9 17 0,11-22 0,0-1 0,0 0 0,1 1 0,0-1 0,0 0 0,0 1 0,-1 7 0,-2 13 0,2-13 0,1 0 0,0 0 0,0 0 0,3 23 0,0 2 0,-2-21 0,-1-6 0,1 0 0,1 0 0,0 0 0,0 0 0,4 14 0,-3-4 0,-2-18 0,0 0 0,0 0 0,0-1 0,0 1 0,0 0 0,1 0 0,-1 0 0,1 0 0,-1-1 0,1 1 0,0 0 0,1 3 0,-2-4 0,0-1 0,0 0 0,0 1 0,0-1 0,0 0 0,0 1 0,0-1 0,0 0 0,0 1 0,0-1 0,0 0 0,0 1 0,0-1 0,0 1 0,1-1 0,-1 0 0,0 1 0,0-1 0,0 0 0,0 0 0,1 1 0,-1-1 0,0 0 0,0 1 0,1-1 0,0 1 0,0-1 0,-1 0 0,1 1 0,0-1 0,0 0 0,-1 0 0,1 0 0,0 1 0,0-1 0,0 0 0,-1 0 0,1 0 0,0 0 0,0 0 0,0-1 0,-1 1 0,1 0 0,0 0 0,0 0 0,-1-1 0,1 1 0,0 0 0,0-1 0,-1 1 0,1-1 0,0 1 0,-1-1 0,1 1 0,0-2 0,0 2 0,2-2 0,0-1 0,-1 0 0,1 1 0,-1-1 0,0 0 0,1 0 0,-1 0 0,0 0 0,2-7 0,13-17 0,-5 12 0,0 1 0,17-30 0,-16 22 0,-10 19 0,0-1 0,0 0 0,1 1 0,-1-1 0,5-2 0,11-12 0,-16 17 0,0 0 0,0 0 0,0 0 0,0 0 0,0 1 0,0-1 0,0 1 0,0 0 0,0 0 0,0 0 0,5 1 0,-6 1 0,1 0 0,0-1 0,-1 1 0,0 0 0,0 0 0,1 1 0,-1-1 0,0 0 0,-1 1 0,1-1 0,2 4 0,10 12 0,-12-15 0,0 0 0,-1 1 0,1-1 0,0 0 0,-1 0 0,0 1 0,0-1 0,0 1 0,0-1 0,-1 1 0,1-1 0,-1 1 0,0-1 0,0 1 0,0 0 0,0-1 0,-1 1 0,0-1 0,1 1 0,-3 5 0,-1 17-1128,4-25 985,0 0 0,0 1-1,0-1 1,0 0 0,0 1 0,0-1-1,0 0 1,0 1 0,0-1 0,-1 0 0,1 1-1,-1-1 1,1 0 0,-1 0 0,1 0 0,-1 1-1,0-1 1,1 0 0,-1 0 0,0 0-1,0 0 1,0 0 0,0 0 0,0-1 0,-1 2-1</inkml:trace>
</inkml:ink>
</file>

<file path=ppt/ink/ink1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4.489"/>
    </inkml:context>
    <inkml:brush xml:id="br0">
      <inkml:brushProperty name="width" value="0.035" units="cm"/>
      <inkml:brushProperty name="height" value="0.035" units="cm"/>
    </inkml:brush>
  </inkml:definitions>
  <inkml:trace contextRef="#ctx0" brushRef="#br0">249 45 1456,'1'-1'486,"0"0"-1,0 1 0,-1-1 0,1 0 0,0 1 1,-1-1-1,1 0 0,0 0 0,-1 0 1,1 0-1,-1 0 0,0 1 0,1-1 1,-1 0-1,0 0 0,1 0 0,-1 0 1,0 0-1,0 0 0,0 0 0,0 0 1,0 0-1,0 0 0,0 0 0,0 0 0,0 0 1,-1 0-1,1 0 0,0 0 0,-1 0 1,1 0-1,-1 0 0,1 0 0,-1 0 1,1 0-1,-1 0 0,1 1 0,-1-1 1,0 0-1,1 0 0,-1 1 0,0-1 0,0 1 1,0-1-1,0 1 0,1-1 0,-1 1 1,0-1-1,0 1 0,0 0 0,0-1 1,-1 1-1,-10-2 1313,11 2-1612,-1 0 1,0-1 0,1 1-1,-1 0 1,0 0-1,1 0 1,-1 0-1,0 1 1,1-1-1,-4 1 1,-21 3 960,21-3-1049,1-1-1,-1 1 1,1 0-1,-1 0 1,-6 2-1,-15 10-91,-46 28-1,68-37-5,-1 1 0,1 0 0,0 0 0,0 0 0,1 0 0,-1 1 0,1-1 0,0 1 0,1 0 0,-4 10 0,5-12 0,-1 0 0,1 1 0,0 0 0,1-1 0,-1 1 0,1-1 0,0 9 0,0-10 0,1 0 0,-1-1 0,1 1 0,0-1 0,0 1 0,0 0 0,1-1 0,-1 0 0,0 1 0,1-1 0,0 0 0,-1 0 0,1 0 0,4 4 0,-1 0 0,-4-5 0,-1-1 0,1 1 0,-1 0 0,1 0 0,-1-1 0,1 1 0,0-1 0,-1 1 0,1 0 0,0-1 0,0 1 0,-1-1 0,1 0 0,2 1 0,6 2 0,-6-1 0,-1-1 0,1 0 0,1 0 0,-1-1 0,0 1 0,0 0 0,0-1 0,0 0 0,1 0 0,-1 0 0,0 0 0,0 0 0,0-1 0,0 1 0,1-1 0,-1 0 0,3-1 0,21-7 0,-23 9 0,0-1 0,0 0 0,0-1 0,0 1 0,0-1 0,-1 0 0,1 1 0,0-2 0,-1 1 0,6-5 0,3-3 0,-9 8 0,0-1 0,-1 0 0,1 1 0,0-1 0,-1 0 0,1-1 0,1-3 0,21-24 0,-8 9 0,-10 19 0,0 6 0,-6-2 0,0 0 0,0 0 0,0 1 0,0-1 0,-1 0 0,1 0 0,0 1 0,-1-1 0,1 1 0,-1-1 0,1 0 0,-1 1 0,0-1 0,1 1 0,-1-1 0,0 3 0,8 29 0,-8-28 0,0 1 0,0-1 0,-1 1 0,0-1 0,0 1 0,-3 8 0,1-2 0,-2 2 0,2-7-1898,2 4-5475,13-13-3187,12-29 1242,-16 25 7204</inkml:trace>
</inkml:ink>
</file>

<file path=ppt/ink/ink1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4.855"/>
    </inkml:context>
    <inkml:brush xml:id="br0">
      <inkml:brushProperty name="width" value="0.035" units="cm"/>
      <inkml:brushProperty name="height" value="0.035" units="cm"/>
    </inkml:brush>
  </inkml:definitions>
  <inkml:trace contextRef="#ctx0" brushRef="#br0">0 95 680,'66'-54'10278,"-37"31"-4190,-8 6 3762,-19 16-8183,23 2 2397,-23 0-4056,0-1-1,0 1 1,0 0-1,0 0 1,0 0-1,0 0 1,0 0 0,0 1-1,0-1 1,-1 0-1,1 1 1,0 0-1,-1-1 1,0 1 0,1 0-1,-1 0 1,0-1-1,0 1 1,0 0-1,2 4 1,-1 1-11,-1 1 0,0-1 0,0 0-1,0 1 1,-1 10 0,-1-12 3,1-1 0,-1 1 0,-1-1 0,1 1 0,-1-1 0,1 0 0,-2 0 0,1 0 0,0 0 0,-4 5 0,0 0 0,-1-4 0,6-6 0,1 1 0,-1-1 0,1 0 0,-1 0 0,1 1 0,0-1 0,-1 0 0,1 1 0,-1-1 0,1 0 0,0 1 0,-1-1 0,1 0 0,0 1 0,-1-1 0,1 1 0,0-1 0,0 1 0,0-1 0,-1 1 0,1-1 0,0 1 0,0-1 0,0 2 0,-1 2 0,0-5 0,4-12 0,-1 10 0,0 1 0,0 0 0,0-1 0,1 1 0,-1 0 0,0 0 0,1 0 0,0 1 0,4-3 0,13-10 0,-6 1 0,0 1 0,2 0 0,24-14 0,11 4 0,-47 21 0,1 0 0,-1 0 0,0 0 0,1 0 0,-1 0 0,0 1 0,1 0 0,-1 0 0,1 0 0,-1 0 0,0 1 0,1 0 0,-1 0 0,0 0 0,1 0 0,-1 1 0,0 0 0,0-1 0,0 1 0,-1 1 0,1-1 0,4 4 0,10 7 0,-15-12 0,0 1 0,-1-1 0,1 1 0,-1 0 0,0-1 0,1 1 0,-1 0 0,0 0 0,0 1 0,0-1 0,-1 0 0,3 4 0,2 9 0,-4-11 0,0 0 0,0 0 0,-1 0 0,0 0 0,1 1 0,-2-1 0,1 0 0,0 1 0,-1 5 0,0-9-177,0-1 0,0 1 0,0 0 0,-1-1 0,1 1 0,0-1 0,0 1 0,-1 0 0,1-1 0,0 1 0,-1-1 0,1 1 0,0-1 0,-1 1 0,1-1 0,-1 1 0,1-1 0,-1 1-1,1-1 1,-1 0 0,1 1 0,-1-1 0,0 0 0,1 1 0,-1-1 0,1 0 0,-1 0 0,0 0 0,1 0 0,-1 1 0,0-1 0,1 0 0,-1 0 0,-1 0 0,-21-3-8339,-4-4-1835,10 3 5048</inkml:trace>
</inkml:ink>
</file>

<file path=ppt/ink/ink1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6.523"/>
    </inkml:context>
    <inkml:brush xml:id="br0">
      <inkml:brushProperty name="width" value="0.035" units="cm"/>
      <inkml:brushProperty name="height" value="0.035" units="cm"/>
    </inkml:brush>
  </inkml:definitions>
  <inkml:trace contextRef="#ctx0" brushRef="#br0">8 10 3721,'0'-10'27527,"0"11"-27514,1-1 0,-1 0 0,0 0 0,0 0 0,0 0 0,0 0 0,0 0 0,0 0 0,0 0 0,0 0 0,0 0 0,0 0 0,0 1 0,0-1 0,0 0 0,0 0 0,0 0 0,0 0 0,0 0 0,0 0 0,0 0 0,0 0 0,0 0 0,0 1 0,0-1 0,0 0 0,0 0 0,0 0 0,0 0 0,0 0 0,-1 0 0,1 0 0,0 0 0,0 0 0,0 0 0,0 0 0,0 0 0,0 1 0,0-1 0,0 0-1,0 0 1,0 0 0,0 0 0,0 0 0,-1 0 0,1 0 0,0 0 0,0 0 0,0 0 0,0 0 0,0 0 0,0 0 0,0 0 0,0 0 0,0 0 0,-1 0 0,1 0 0,0 0 0,0 0 0,0 0 0,0 0 0,0 0 0,0 0 0,-4 1 484,2 15-306,3-14-191,1 0 0,-1 0 0,1 0 0,0 1 0,0-2 0,0 1 0,0 0 0,0 0 0,4 2 0,6 6 0,0 1 0,-7-7 0,-1-1 0,0 1 0,0 0 0,0 1 0,5 6 0,8 11 0,-13-18 0,0 1 0,-1 0 0,1 0 0,-1 0 0,3 6 0,-2-1 0,0 0 0,-1 0 0,-1 0 0,0 0 0,0 0 0,0 14 0,-2 65 0,-2-38 0,3-40 0,-1 0 0,1 0 0,1 0 0,0 0 0,1-1 0,0 1 0,1-1 0,0 0 0,0 0 0,1 0 0,0 0 0,1-1 0,0 0 0,1 0 0,-1-1 0,2 1 0,-1-2 0,1 1 0,1-1 0,9 7 0,-8-6 0,0-1 0,0 0 0,1-1 0,-1 0 0,14 4 0,-17-7 0,0-1 0,0 0 0,0-1 0,0 0 0,0 0 0,0 0 0,0-1 0,1 0 0,13-2 0,7-5-2382,-22 5 822,-1-1 1,1 1-1,-1-1 1,1 0-1,6-6 0,-9 7 535,-1 0 0,1-1 0,0 0 0,-1 0 0,1 0 0,-1 0 0,0 0 0,0 0 0,2-5 0,-2 6 528,-1-1 1,0 0-1,-1 0 1,1 0 0,0 0-1,-1 0 1,0-5-1,0-8-4396</inkml:trace>
</inkml:ink>
</file>

<file path=ppt/ink/ink1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7.108"/>
    </inkml:context>
    <inkml:brush xml:id="br0">
      <inkml:brushProperty name="width" value="0.035" units="cm"/>
      <inkml:brushProperty name="height" value="0.035" units="cm"/>
    </inkml:brush>
  </inkml:definitions>
  <inkml:trace contextRef="#ctx0" brushRef="#br0">101 97 1296,'-74'6'11785,"72"-6"-11370,-1 0-1,1 0 1,0 1 0,0-1-1,0 1 1,0 0-1,0 0 1,0 0-1,0 0 1,-4 3 1350,31-4 1050,-11-1-2343,-1-1 0,1 0 1,-1-1-1,20-7 0,15-3-191,53-18-146,-51 14-66,-10 1-53,-13 6-17,-19 8 405,0 0 0,1 1 0,-1 0 0,1 0 0,-1 1 0,0 0 1,1 0-1,-1 1 0,1 0 0,14 4 0,18 7 1365,-35-11-1621,0 0 1,0 0-1,-1 1 1,1 0-1,-1 0 1,1 0-1,-1 1 1,0 0-1,8 5 1,14 11 35,-19-13-141,-1-1 1,0 1-1,1 0 0,8 10 0,-1 2-43,-12-15 0,1 0 0,-1 0 0,0 1 0,0 0 0,-1 0 0,1-1 0,-1 2 0,0-1 0,0 0 0,0 0 0,0 1 0,-1-1 0,0 0 0,0 1 0,0 0 0,0 6 0,-1-2 0,1-4 0,-1 0 0,-1 1 0,1-1 0,-1 0 0,-1 6 0,2-9 0,-1 0 0,0 0 0,0 0 0,0 0 0,-1-1 0,1 1 0,0 0 0,-1 0 0,1-1 0,-1 1 0,1-1 0,-1 1 0,0-1 0,1 0 0,-3 1 0,3-1 0,0-1 0,0 0 0,0 0 0,0 0 0,0-1 0,0 1 0,0 0 0,0 0 0,0 0 0,0-1 0,1 1 0,-1 0 0,0-1 0,0 1 0,0-1 0,0 1 0,1-1 0,-1 1 0,0-1 0,0 0 0,1 1 0,-1-1 0,0-1 0,-19-19 0,13 13 0,5 6 0,1 1 0,-1-1 0,1 0 0,-1 0 0,1 0 0,0 0 0,-1 0 0,1 0 0,0 0 0,0 0 0,1 0 0,-1 0 0,0-1 0,1 1 0,-1-3 0,-3-14 0,3 17 0,0-1 0,0 1 0,0 0 0,1 0 0,-1-1 0,1 1 0,0 0 0,0-1 0,-1 1 0,2 0 0,-1-1 0,0 1 0,0 0 0,1-1 0,0-2 0,1 1 0,0 0 0,0 0 0,1 0 0,-1 0 0,1 0 0,0 1 0,0-1 0,1 1 0,-1-1 0,0 1 0,1 0 0,0 1 0,0-1 0,0 1 0,0-1 0,0 1 0,1 1 0,-1-1 0,0 0 0,1 1 0,-1 0 0,1 0 0,5 0 0,45-5-1926,27 5-5645,7-2-1287,-28-4 5895,-30 2 803,-4 1-1657,28-8 0,-44 7 2226</inkml:trace>
</inkml:ink>
</file>

<file path=ppt/ink/ink1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7.728"/>
    </inkml:context>
    <inkml:brush xml:id="br0">
      <inkml:brushProperty name="width" value="0.035" units="cm"/>
      <inkml:brushProperty name="height" value="0.035" units="cm"/>
    </inkml:brush>
  </inkml:definitions>
  <inkml:trace contextRef="#ctx0" brushRef="#br0">295 58 1184,'-2'-11'7823,"-32"-7"-3948,28 16-2283,0 0 0,-1 0 0,1 0 0,-1 1 0,1 0 0,-1 0 0,1 1 0,-1 0 0,0 0 0,-10 2 0,-16 6 781,23-4-2373,0 1 0,0 0 0,1 0 0,-1 1 0,1 0 0,1 1 0,-1 0 0,1 0 0,1 1 0,-11 12 0,1-2 0,15-15 0,0 1 0,0 0 0,0 0 0,0 0 0,0 0 0,1 0 0,0 0 0,-1 0 0,2 0 0,-1 1 0,0-1 0,1 0 0,0 1 0,0-1 0,0 0 0,1 1 0,-1-1 0,1 0 0,0 0 0,0 1 0,2 3 0,-1-5 0,-1 1 0,1-1 0,0 1 0,0-1 0,0 0 0,0 0 0,1 0 0,-1 0 0,1-1 0,0 1 0,0-1 0,0 1 0,0-1 0,0 0 0,0 0 0,1 0 0,-1-1 0,1 1 0,-1-1 0,1 0 0,4 2 0,-1-3 0,-1 1 0,0 0 0,0-1 0,0 0 0,0-1 0,0 1 0,0-1 0,1 0 0,-1-1 0,-1 1 0,1-1 0,9-4 0,8-5 0,-15 8 0,0 0 0,0-1 0,-1 0 0,1 0 0,-1 0 0,-1-1 0,1 0 0,0-1 0,-1 1 0,8-10 0,-7 7 0,-6 6 0,1 0 0,0 1 0,-1-1 0,1 0 0,-1 0 0,0 0 0,1 0 0,-1 0 0,0 0 0,0-1 0,-1 1 0,1 0 0,0-1 0,0-2 0,-1 3 0,0 0 0,0 0 0,0 1 0,0-1 0,1 0 0,-1 1 0,1-1 0,-1 0 0,1 1 0,0-1 0,1-3 0,0 2 0,0 0 0,-1-1 0,0 1 0,1-1 0,-1 0 0,-1 1 0,1-1 0,0 0 0,-1 1 0,0-1 0,0-7 0,4 20 0,-2-6 0,-1 0 0,1 0 0,-1 0 0,0 0 0,1 0 0,-1 1 0,-1-1 0,1 0 0,0 1 0,-1 3 0,1-5 0,-1 1 0,0-1 0,1 1 0,0-1 0,0 1 0,-1-1 0,2 1 0,-1-1 0,0 1 0,0-1 0,1 0 0,-1 0 0,3 3 0,7 12 0,-9-14 0,-1 0 0,1 0 0,0-1 0,1 1 0,-1 0 0,0-1 0,1 1 0,-1-1 0,1 0 0,0 0 0,0 0 0,0 0 0,0-1 0,4 3 0,-3-4 0,0 1 0,0-1 0,0 0 0,1 0 0,-1-1 0,0 1 0,0-1 0,0 0 0,0 0 0,0 0 0,0 0 0,0-1 0,0 0 0,5-2 0,-1 0 0,-1 1 0,-1 0 0,1-1 0,0 0 0,-1 0 0,0-1 0,0 1 0,0-1 0,-1-1 0,1 1 0,-1-1 0,4-7 0,-6 10 0,-1 0 0,-1 0 0,1 0 0,0 0 0,-1-1 0,0 1 0,1-1 0,-1 1 0,-1-1 0,1 0 0,0 1 0,-1-1 0,0 0 0,0 1 0,0-1 0,0 0 0,-1 1 0,1-1 0,-1 0 0,0 1 0,0-1 0,0 1 0,-3-6 0,1 4 0,2 4 0,0 0 0,1 0 0,-1 0 0,1 0 0,0 0 0,-1 0 0,1 0 0,0 0 0,0-1 0,-1 1 0,1 0 0,0 0 0,0 0 0,1-2 0,-1 1 0,-7-11 0,5 9 0,-1-3 0,3 8 0,-1-1 0,0 0 0,0 1 0,0-1 0,0 1 0,1-1 0,-1 1 0,0-1 0,0 1 0,1 0 0,-1-1 0,1 1 0,-1 0 0,0 0 0,1-1 0,-1 2 0,0 1 0,0 0 0,0 0 0,1 0 0,0 0 0,-1 1 0,1-1 0,0 0 0,0 0 0,2 6 0,-2 1 0,1 2 0,1-1 0,-1 1 0,2-1 0,-1 0 0,8 16 0,-5-10 0,0 4 0,-4-16 0,0 0 0,0 1 0,1-1 0,0 0 0,0-1 0,2 6 0,0-4 0,-4-5 0,1 0 0,-1 0 0,1 0 0,0 1 0,-1-1 0,1 0 0,0 0 0,0 0 0,0-1 0,0 1 0,0 0 0,0 0 0,0 0 0,1 0 0,-1-1-99,-1 0 0,0 0 0,1 0-1,-1 0 1,1 0 0,-1 0 0,0 0 0,1 0 0,-1-1 0,1 1 0,-1 0-1,0 0 1,1 0 0,-1-1 0,0 1 0,1 0 0,-1 0 0,0-1 0,1 1-1,-1 0 1,0 0 0,1-1 0,-1 1 0,0 0 0,0-1 0,0 1-1,1-1 1,-1 1 0,0 0 0,0-1 0,0 1 0,0-1 0,0 1 0,0 0-1,0-1 1,1 1 0,-1-1 0,-1 1 0,1-1 0,0 1 0,0 0 0,0-1-1,0 1 1,0-1 0,0-1-953,2 0 147,0-1 0,-1 0 0,1 0 0,-1 0 1,0 0-1,1 0 0,-1 0 0,0 0 0,-1 0 0,1 0 0,-1 0 1,1-1-1,-1 1 0,0 0 0,0 0 0,0-1 0,-1 1 0,1 0 0,-1 0 1,0 0-1,0-1 0,0 1 0,-2-4 0,-6-9-3344</inkml:trace>
</inkml:ink>
</file>

<file path=ppt/ink/ink1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7.887"/>
    </inkml:context>
    <inkml:brush xml:id="br0">
      <inkml:brushProperty name="width" value="0.035" units="cm"/>
      <inkml:brushProperty name="height" value="0.035" units="cm"/>
    </inkml:brush>
  </inkml:definitions>
  <inkml:trace contextRef="#ctx0" brushRef="#br0">51 68 1040,'-41'-42'8845,"40"40"-8516,0 0 0,-1 0 0,1 0 0,0 0 0,0 0 1,1 0-1,-1-1 0,0 1 0,0-4 0,25 5-2652,11 1-3777,-27 0 2939</inkml:trace>
</inkml:ink>
</file>

<file path=ppt/ink/ink1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8.360"/>
    </inkml:context>
    <inkml:brush xml:id="br0">
      <inkml:brushProperty name="width" value="0.035" units="cm"/>
      <inkml:brushProperty name="height" value="0.035" units="cm"/>
    </inkml:brush>
  </inkml:definitions>
  <inkml:trace contextRef="#ctx0" brushRef="#br0">62 1 3161,'-4'0'5306,"-9"1"966,10 15 1779,-3-2-3703,5-11-3944,0-1-1,-1 0 1,2 1 0,-1-1-1,0 1 1,0 0-1,1-1 1,-1 5 0,1-4-234,-1 1 1,1-1 0,-1 1 0,0-1-1,0 1 1,-3 6 0,2-7-71,1 0 0,0 1 0,-1-1 0,2 1 1,-1-1-1,0 1 0,0 3 0,-7 51-100,7-27 0,0-21 0,1 0 0,0 0 0,0 0 0,1 0 0,0-1 0,1 1 0,3 11 0,3 16 0,-8-32 0,0-4 0,0-1 0,0 1 0,0 0 0,0 0 0,0 0 0,0-1 0,1 1 0,-1 0 0,0 0 0,0-1 0,0 1 0,1 0 0,-1 0 0,0-1 0,1 1 0,-1 0 0,1-1 0,-1 1 0,1 0 0,-1-1 0,1 1 0,-1-1 0,1 1 0,-1-1 0,1 1 0,0-1 0,-1 1 0,2 0 0,-1-1 0,-1 0 0,0 1 0,1-1 0,-1 0 0,0 0 0,1 1 0,-1-1 0,0 0 0,1 0 0,-1 0 0,1 1 0,-1-1 0,0 0 0,1 0 0,-1 0 0,1 0 0,-1 0 0,0 0 0,1 0 0,-1 0 0,1 0 0,-1 0 0,1 0 0,-1 0 0,0 0 0,1 0 0,-1-1 0,1 1 0,-1 0 0,0 0 0,1 0 0,-1 0 0,0-1 0,1 1 0,-1 0 0,0-1 0,1 1 0,-1 0 0,0 0 0,0-1 0,1 1 0,-1 0 0,0-1 0,0 1 0,1-1 0,-1 1 0,0-1 0,0 0 0,11-8 0,-10 8 0,1 0 0,-1 0 0,0 0 0,0 0 0,0 0 0,0 0 0,0 0 0,0 0 0,0 0 0,0-1 0,0 1 0,0-3 0,6-9 0,-6 11 0,1 0 0,-1 0 0,-1 0 0,1 0 0,0 0 0,0 0 0,-1 0 0,1 0 0,-1 0 0,0 0 0,1 0 0,-1-4 0,8-40 0,-7 40 0,0 0 0,0 0 0,0 0 0,1 0 0,0 0 0,5-11 0,5-14 0,-10 24 0,1 0 0,0 0 0,0 1 0,0-1 0,1 1 0,8-11 0,-7 8 0,-4 8 0,-1 1 0,0-1 0,1 0 0,-1 1 0,0-1 0,1 0 0,-1 1 0,1-1 0,-1 1 0,1-1 0,0 0 0,-1 1 0,1-1 0,-1 1 0,1 0 0,0-1 0,0 1 0,-1 0 0,1-1 0,0 1 0,1-1 0,0 1 0,0 1 0,1-1 0,-1 0 0,0 1 0,0-1 0,1 1 0,-1-1 0,0 1 0,0 0 0,0 0 0,0 0 0,0 0 0,3 3 0,29 21 0,-33-24 0,0 0 0,0 1 0,0-1 0,-1 0 0,1 1 0,0-1 0,-1 0 0,1 1 0,0-1 0,-1 1 0,1 1 0,7 15 0,-4-12 0,-1 0 0,1 0 0,-1 0 0,4 10 0,-5-10 0,1 1 0,0-1 0,0 0 0,7 8 0,-10-13-243,1 0 1,0 0-1,0 1 0,0-1 1,-1 0-1,1 1 0,-1-1 1,1 0-1,-1 1 1,1-1-1,-1 1 0,0-1 1,0 1-1,0-1 0,0 1 1,0-1-1,0 1 0,0-1 1,0 1-1,-1-1 0,1 1 1,-1-1-1,1 0 0,-1 1 1,1-1-1,-1 1 1,0-1-1,1 0 0,-2 2 1,0-1-216,1 0 0,0 0-1,0 1 1,0-1 0,0 0 0,1 1 0,-1-1 0,1 1 0,-1 2 0,1-5 379,0 0-1,0 0 1,0 0-1,0 0 0,0 0 1,0 0-1,0 0 1,0 0-1,0 1 1,0-1-1,0 0 1,0 0-1,0 0 1,0 0-1,0 0 0,0 0 1,0 0-1,0 0 1,0 0-1,0 1 1,1-1-1,-1 0 1,0 0-1,0 0 1,0 0-1,0 0 0,0 0 1,0 0-1,0 0 1,0 0-1,0 0 1,0 0-1,0 0 1,1 0-1,-1 0 1,0 0-1,0 0 0,0 0 1,0 0-1,0 0 1,0 0-1,0 0 1,0 0-1,1 0 1,-1 0-1,0 0 1,0 0-1,0 0 0,0 0 1,0 0-1,0 0 1,0 0-1,0 0 1,0 0-1,1 0 1,-1 0-1,0 0 1,0 0-1,0 0 0,0 0 1,0 0-1,0 0 1,0 0-1,0-1 1,0 1-1,0 0 1,0 0-1</inkml:trace>
</inkml:ink>
</file>

<file path=ppt/ink/ink1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8.955"/>
    </inkml:context>
    <inkml:brush xml:id="br0">
      <inkml:brushProperty name="width" value="0.035" units="cm"/>
      <inkml:brushProperty name="height" value="0.035" units="cm"/>
    </inkml:brush>
  </inkml:definitions>
  <inkml:trace contextRef="#ctx0" brushRef="#br0">76 21 2048,'-2'0'513,"1"0"0,0 0-1,0 0 1,0 0-1,0 0 1,0-1 0,0 1-1,0-1 1,0 1-1,0 0 1,0-1 0,0 0-1,0 1 1,0-1-1,0 1 1,0-1 0,0 0-1,1 0 1,-2-1-1,-9-6 7856,-1 5 1612,11 4-9933,-1-1 0,1 0 0,0 1-1,-1-1 1,1 1 0,0 0 0,0-1 0,0 1 0,-1 0 0,1 0 0,0 0-1,0 0 1,0 0 0,0 0 0,0 0 0,0 0 0,1 0 0,-1 0 0,0 0-1,0 1 1,1-1 0,-1 0 0,1 0 0,-1 1 0,1-1 0,0 1 0,-1 1-1,-1 4 116,1 0-1,0 0 0,0 0 1,0 10-1,2-7-161,1 0 0,0 0 0,0 0 0,1 0 0,7 18 0,5 14 0,0-10 0,-13-29 0,0 1 0,0 0 0,0 0 0,0 0 0,0 0 0,-1 0 0,0 1 0,0-1 0,1 8 0,-2-7 0,1 0 0,0 0 0,-1 0 0,2-1 0,2 10 0,-2-9 0,0 1 0,-1-1 0,0 1 0,0 0 0,0-1 0,0 7 0,-1-12-1,0 0 0,0 1 0,0-1 0,0 0 0,0 0 0,0 1 0,0-1 0,0 0 0,0 0 0,1 0 0,-1 1 0,0-1 0,0 0 0,0 0 0,0 0 0,0 1 0,1-1 0,-1 0 0,0 0 0,0 0 0,0 0 0,0 1 0,1-1-1,-1 0 1,0 0 0,0 0 0,1 0 0,-1 0 0,0 0 0,0 0 0,0 0 0,1 0 0,-1 0 0,0 0 0,0 0 0,1 0 0,-1 0 0,0 0 0,0 0 0,1 0 0,-1 0 0,0 0 0,0 0 0,1 0 0,-1 0 0,0 0 0,9-6-607,-11-6-4071,1 12 4458,1-1 0,0 1 1,0-1-1,0 0 0,-1 1 1,1-1-1,0 0 0,0 1 1,0-1-1,0 0 0,0 1 1,0-1-1,1 0 0,-1 1 1,0-1-1,0 0 0,0 1 1,0-1-1,1 0 0,16-34-7426,-13 29 6475,0-1 0,-1 0 0,0 0 1,0 0-1,0 0 0,-1-1 0,0 1 1,1-12-1,-3 2-816,0-3 127</inkml:trace>
</inkml:ink>
</file>

<file path=ppt/ink/ink1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9.088"/>
    </inkml:context>
    <inkml:brush xml:id="br0">
      <inkml:brushProperty name="width" value="0.035" units="cm"/>
      <inkml:brushProperty name="height" value="0.035" units="cm"/>
    </inkml:brush>
  </inkml:definitions>
  <inkml:trace contextRef="#ctx0" brushRef="#br0">72 127 360,'-7'-17'2037,"-1"0"0,-14-20 0,-7-2 4739,23 27-2611,6 12-4109,1 0 0,-1-1 0,0 1 0,1-1 0,-1 1 0,0 0 0,1 0 0,-1-1 0,0 1 0,1 0 0,-1-1 0,1 1 0,-1 0-1,1 0 1,-1 0 0,0 0 0,1-1 0,-1 1 0,1 0 0,-1 0 0,1 0 0,-1 0 0,1 0 0,-1 0 0,1 0 0,-1 0 0,1 0 0,-1 0 0,1 1 0,16 3 179,10 2-1687,20-3-2449,5 0-4084,-35-3 4502</inkml:trace>
</inkml:ink>
</file>

<file path=ppt/ink/ink1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09.861"/>
    </inkml:context>
    <inkml:brush xml:id="br0">
      <inkml:brushProperty name="width" value="0.035" units="cm"/>
      <inkml:brushProperty name="height" value="0.035" units="cm"/>
    </inkml:brush>
  </inkml:definitions>
  <inkml:trace contextRef="#ctx0" brushRef="#br0">6 1 2441,'-5'6'13313,"10"-2"-10336,-3-2-2184,0-1 0,0 1 0,-1 0 0,1 0 0,-1 0 0,1 0 0,-1 0 0,0 1 0,2 2 0,-2-2-275,1 0 0,-1 1 0,0-1 0,0 0 0,0 0 0,-1 1 0,1 3 0,-1 249 1444,0-255-1962,0-1 0,0 0 0,0 1 0,0-1 0,0 0 0,0 0 0,1 1 0,-1-1 0,0 0 0,0 0 0,0 0 0,0 1 0,0-1 0,0 0 0,1 0 0,-1 0 0,0 1 0,0-1 0,0 0 0,0 0 0,1 0 0,-1 0 0,0 1 0,0-1 0,1 0 0,-1 0 0,0 0 0,0 0 0,1 0 0,-1 0 0,0 0 0,0 0 0,1 0 0,-1 0 0,0 0 0,0 0 0,1 0 0,-1 0 0,0 0 0,0 0 0,1 0 0,-1 0 0,0 0 0,0 0 0,1 0 0,-1 0 0,0 0 0,0 0 0,1-1 0,9-4 0,9-6 0,-8 4 0,1 1 0,-1-2 0,-1 0 0,1 0 0,-1-1 0,11-12 0,23-47 0,-11 10 0,-15 21 0,-18 37 0,0 0 0,0-1 0,0 1 0,1 0 0,-1 0 0,0-1 0,0 1 0,1 0 0,-1 0 0,0-1 0,0 1 0,1 0 0,-1 0 0,0 0 0,1 0 0,-1-1 0,0 1 0,0 0 0,1 0 0,-1 0 0,0 0 0,1 0 0,-1 0 0,0 0 0,1 0 0,-1 0 0,0 0 0,1 0 0,-1 0 0,1 0 0,-1 0 0,0 0 0,0 0 0,1 0 0,-1 1 0,1-1 0,2 3 0,13 26 0,3 5 0,6 13 0,-20-40 0,0-1 0,1 0 0,-1 0 0,1-1 0,0 0 0,1 0 0,11 6 0,-14-8 0,1-1 0,0 0 0,0-1 0,0 1 0,0-1 0,0 0 0,1 0 0,-1-1 0,0 0 0,0 0 0,1 0 0,9-2 0,-9 1 0,-1-1 0,1 1 0,-1-1 0,0-1 0,0 1 0,1-1 0,-2 0 0,1 0 0,0-1 0,-1 1 0,9-9 0,1 0 0,-13 10 0,1 1 0,-1-1 0,1 0 0,-1 0 0,0 0 0,1 0 0,-1 0 0,0 0 0,0 0 0,-1-1 0,1 1 0,0 0 0,-1-1 0,1 1 0,-1 0 0,0-1 0,0 1 0,0 0 0,0-1 0,0 1 0,0 0 0,-1-1 0,1 1 0,-1 0 0,0-4 0,-3-19 0,4 21 0,-1 0 0,0 0 0,-1 0 0,1 0 0,-1 1 0,1-1 0,-1 0 0,0 1 0,-1-1 0,1 1 0,0 0 0,-1 0 0,-5-6 0,-2-2 0,10 9 0,-1 0 0,-16 1 0,15 1 0,0 0 0,1 1 0,-1 0 0,1-1 0,-1 1 0,1 0 0,-1 0 0,1 0 0,-1 0 0,1 0 0,0 0 0,0 0 0,-1 0 0,1 1 0,0-1 0,0 0 0,0 1 0,0-1 0,0 3 0,-6 5 0,5-5 0,-1 0 0,1 0 0,0 0 0,0 0 0,1 0 0,-1 0 0,1 0 0,0 1 0,0-1 0,0 1 0,0 5 0,2 56 0,0-31 0,0-29 0,-1 0 0,1 0 0,0 0 0,5 12 0,-4-12 0,-1 0 0,1 0 0,-1 0 0,0 0 0,0 7 0,3 18 0,-3-26 0,0 0 0,0 0 0,0 0 0,-1 1 0,0-1 0,0 0 0,-1 6 0,-1-1 0,0 0 0,0 0 0,2 1 0,-1-1 0,1 0 0,0 1 0,1-1 0,0 0 0,5 18 0,11 51 0,-14-70 0,-1-1 0,0 1 0,-1-1 0,0 1 0,0 0 0,-1-1 0,0 1 0,0 0 0,-1 0 0,0-1 0,-1 1 0,-4 13 0,-3 8 0,6-21 0,1-1 0,-1 0 0,-5 10 0,4-10 0,2-3 0,-1 1 0,0-1 0,0 0 0,-7 7 0,10-11 0,-1 0 0,0 0 0,1-1 0,-1 1 0,0 0 0,0-1 0,0 1 0,0 0 0,1-1 0,-1 1 0,0-1 0,0 0 0,0 1 0,0-1 0,0 0 0,0 1 0,0-1 0,0 0 0,0 0 0,0 0 0,0 0 0,-1 0 0,1 0 0,0 0 0,0-1 0,0 1 0,0 0 0,0 0 0,0-1 0,0 1 0,0-1 0,1 1 0,-2-1 0,-7-25 0,9 24 0,0 0 0,0 0 0,0 0 0,0 0 0,0-1 0,0 1 0,0 0 0,1 0 0,-1 0 0,1 0 0,0 0 0,1-3 0,2-7 0,0-1 0,0 1 0,1-1 0,0 1 0,11-16 0,8-20 0,0-2 0,1 2 0,51-73 0,-2 15 0,-74 102 15,0 4-18,0 0 1,0-1-1,0 1 1,0-1-1,0 1 1,0 0-1,0-1 1,1 1-1,-1-1 0,0 1 1,0 0-1,0-1 1,0 1-1,0 0 1,1-1-1,-1 1 0,0 0 1,0-1-1,0 1 1,1 0-1,-1-1 1,0 1-1,1 0 0,-1-1 1,0 1-1,1 0 1,-1 0-1,0 0 1,1-1-1,-1 1 1,0 0-1,1 0 0,-1 0 1,1 0-1,-1 0 1,2-1-714</inkml:trace>
</inkml:ink>
</file>

<file path=ppt/ink/ink1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11.445"/>
    </inkml:context>
    <inkml:brush xml:id="br0">
      <inkml:brushProperty name="width" value="0.035" units="cm"/>
      <inkml:brushProperty name="height" value="0.035" units="cm"/>
    </inkml:brush>
  </inkml:definitions>
  <inkml:trace contextRef="#ctx0" brushRef="#br0">28 37 880,'-1'-1'857,"0"-1"0,1 1 0,-1 0 0,0 0-1,0 0 1,0 0 0,0 0 0,0 0 0,0 0 0,0 0 0,0 0-1,0 0 1,0 0 0,0 1 0,-1-1 0,1 0 0,-2 0 0,-1-1 1748,3 1-2279,1 1 0,0 0 0,0-1 0,-1 1 0,1-1 0,0 1 0,0-1 0,-1 1 0,1-1 0,0 1 0,0-1 0,0 1 0,0-1 0,0 1 0,0-1 0,0 1 0,0-1 0,0 1 0,0-1 0,0 1 0,0-1 0,0 1 0,0-2 0,1 2-228,-1 0-1,0 0 0,0-1 1,0 1-1,0 0 0,0 0 1,0 0-1,0-1 0,1 1 1,-1 0-1,0 0 0,0 0 0,0 0 1,1 0-1,-1-1 0,0 1 1,0 0-1,0 0 0,1 0 1,-1 0-1,0 0 0,0 0 1,0 0-1,1 0 0,-1 0 1,0 0-1,0-1 0,1 1 1,-1 0-1,0 1 0,0-1 0,1 0 1,-1 0-1,0 0 0,0 0 1,1 0-1,-1 0 0,0 0 1,0 0-1,0 0 0,1 0 1,-1 0-1,0 1 0,0-1 1,0 0-1,1 0 0,-1 0 1,0 0-1,0 1 0,0-1 0,0 0 1,0 0-1,1 0 0,-1 1 1,0-1-1,0 0 0,0 0 1,0 1-1,0-1 0,0 0 1,0 0-1,4 7-97,-1 0 0,1 0 0,-1 0 0,-1 0 0,0 0 0,0 1 0,0-1 0,-1 1 0,1 8 0,4 20 0,-3 2 0,-3-31 0,1 0 0,-1 0 0,1 0 0,0 0 0,3 7 0,21 76 0,-12-47 0,-10-32 0,1 1 0,0-1 0,5 12 0,15 23 0,-22-43 0,-2-3 0,0 1 0,0-1 0,0 1 0,0 0 0,0-1 0,1 1 0,-1 0 0,0-1 0,1 1 0,-1-1 0,0 1 0,1-1 0,-1 1 0,1-1 0,-1 1 0,1-1 0,-1 1 0,1-1 0,-1 1 0,1-1 0,-1 0 0,1 1 0,0-1 0,-1 0 0,1 0 0,-1 0 0,1 1 0,0-1 0,-1 0 0,1 0 0,0 0 0,-1 0 0,1 0 0,0 0 0,-1 0 0,1 0 0,0 0 0,-1 0 0,1-1 0,0 1 0,-1 0 0,1 0 0,-1 0 0,1-1 0,0 1 0,-1 0 0,1-1 0,0 0 0,3 0 0,0-1 0,-1 0 0,1 0 0,0-1 0,-1 1 0,1-1 0,-1 0 0,0 1 0,0-1 0,0-1 0,0 1 0,-1 0 0,1-1 0,2-4 0,4-8 0,13-34 0,-20 45 0,4-15 0,-1 1 0,0-2 0,-2 1 0,3-28 0,4-28 0,-8 57 0,-1 14 0,-1 0 0,1-1 0,0 1 0,0 0 0,0 0 0,1 1 0,0-1 0,0 0 0,0 0 0,1 1 0,4-7 0,-7 10 0,0 1 0,0 0 0,0-1 0,1 1 0,-1 0 0,0 0 0,0-1 0,1 1 0,-1 0 0,0 0 0,0 0 0,1-1 0,-1 1 0,0 0 0,1 0 0,-1 0 0,0 0 0,1 0 0,-1-1 0,0 1 0,1 0 0,-1 0 0,0 0 0,1 0 0,-1 0 0,0 0 0,1 0 0,-1 0 0,0 0 0,1 0 0,-1 0 0,0 1 0,1-1 0,-1 0 0,0 0 0,1 0 0,2 4 0,7 13 0,4 15 0,-3-8 0,-7-14 0,0 0 0,0 0 0,3 17 0,7 20 0,11 17 0,-17-44 0,-7-17 0,0 0 0,-1-1 0,1 1 0,0 0 0,0-1 0,0 1 0,1-1 0,-1 0 0,0 1 0,1-1 0,0 0 0,-1 0 0,1 0 0,0 0 0,0 0 0,3 2 0,-3-4 0,0 1 0,-1-1 0,1 0 0,0 0 0,0 0 0,0 0 0,-1 0 0,1 0 0,0 0 0,0-1 0,-1 1 0,1 0 0,0-1 0,0 0 0,-1 1 0,1-1 0,-1 0 0,1 0 0,0 0 0,1-2 0,0 1 0,5-4 0,1 0 0,-1-1 0,0-1 0,11-12 0,5-5 0,-16 17 0,-2-1 0,1 0 0,-1 0 0,7-15 0,5-5 0,-15 23 0,1 0 0,-1-1 0,0 1 0,-1-1 0,4-11 0,6-16 0,-10 27 0,2-6 0,-4 13 0,1 0 0,-1-1 0,0 1 0,0 0 0,0 0 0,1-1 0,-1 1 0,0 0 0,0 0 0,1 0 0,-1 0 0,0-1 0,0 1 0,1 0 0,-1 0 0,0 0 0,0 0 0,1 0 0,-1 0 0,0 0 0,1 0 0,-1 0 0,0 0 0,1 0 0,-1 0 0,0 0 0,0 0 0,1 0 0,-1 0 0,0 0 0,1 0 0,-1 0 0,0 0 0,0 1 0,1-1 0,-1 0 0,0 0 0,0 0 0,1 1 0,8 25 0,-7-21 0,0 1 0,0 0 0,0 0 0,1 10 0,-2-11 0,0 1 0,0-1 0,1 0 0,0 1 0,0-1 0,4 8 0,11 23 0,-7-20 0,5 5 0,-8-14 0,-7-6 0,1 0 0,0 0 0,0 0 0,-1 0 0,1 0 0,0 0 0,0 0 0,0 0 0,0-1 0,0 1 0,0 0 0,0-1 0,0 1 0,1-1 0,-1 1 0,0-1 0,0 1 0,0-1 0,0 0 0,1 1 0,-1-1 0,0 0 0,0 0 0,1 0 0,-1 0 0,0 0 0,0-1 0,1 1 0,-1 0 0,0 0 0,0-1 0,1 1 0,-1-1 0,0 1 0,0-1 0,0 1 0,0-1 0,1-1 0,20-9 0,-18 9 0,0 1 0,-1-1 0,0 0 0,1 0 0,-1 0 0,0 0 0,0-1 0,0 1 0,4-6 0,5-4 0,-11 10 0,1 1 0,-1-1 0,1 0 0,-1 1 0,0-1 0,0 0 0,1 0 0,-1 1 0,-1-1 0,1 0 0,1-2 0,9-19 0,-10 21 0,1 0 0,-1-1 0,1 1 0,-1-1 0,0 1 0,0-1 0,0 0 0,0 1 0,-1-1 0,1 0 0,-1 0 0,0-3 0,1 2 0,-1 3 0,0 0 0,0 0 0,0 0 0,0 0 0,0 0 0,0 0 0,0 1 0,0-1 0,0 0 0,0 0 0,-1 0 0,1 0 0,0 0 0,-1 0 0,1 0 0,-1 1 0,1-1 0,-1 0 0,1 0 0,-1 0 0,1 1 0,-1-1 0,-1 0 0,0-4 0,-5 5 0,4 2 0,1-1 0,0 0 0,-1 0 0,1 1 0,0 0 0,0-1 0,0 1 0,0 0 0,0 0 0,1 0 0,-1 0 0,1 0 0,-1 0 0,-1 5 0,-8 9 0,9-14 0,1 0 0,0 1 0,0-1 0,0 1 0,0-1 0,0 1 0,0 0 0,1-1 0,-1 1 0,1 0 0,0-1 0,0 1 0,0 0 0,0-1 0,0 1 0,1 0 0,-1-1 0,2 4 0,1 6 0,1 1 0,7 15 0,-7-18 0,-3-8 0,0 1 0,0-1 0,1 0 0,-1 0 0,0 0 0,1 0 0,-1-1 0,1 1 0,0 0 0,0 0 0,0-1 0,-1 0 0,1 1 0,1-1 0,-1 0 0,0 0 0,0 0 0,0 0 0,1 0 0,-1 0 0,0-1 0,1 1 0,-1-1 0,0 0 0,1 1 0,-1-1 0,1 0 0,-1 0 0,1-1 0,-1 1 0,0-1 0,5 0 0,11-6 0,-12 5 0,0-1 0,0 1 0,0-1 0,0 0 0,8-6 0,-12 8 0,0-1 0,-1 0 0,1 1 0,-1-1 0,1 0 0,-1 0 0,1 0 0,-1 0 0,0 0 0,0-1 0,0 1 0,0 0 0,-1 0 0,1-1 0,-1 1 0,1 0 0,-1-1 0,0 1 0,0-5 0,1 4 0,-1 0 0,0 0 0,0 1 0,0-1 0,0 0 0,-1 0 0,1 0 0,-1 0 0,0 0 0,0 0 0,0 0 0,0 1 0,0-1 0,0 0 0,-1 1 0,0-1 0,1 1 0,-1 0 0,0-1 0,0 1 0,0 0 0,-3-2 0,-2-3 0,5 5 0,1 0 0,-1 1 0,0-1 0,0 0 0,0 1 0,0-1 0,0 1 0,0 0 0,-1 0 0,-3-2 0,-12-5 0,15 6 0,0 1 0,0-1 0,0 1 0,0 0 0,-1-1 0,1 2 0,0-1 0,-1 0 0,1 0 0,0 1 0,-1 0 0,1 0 0,-4 0 0,-3 4 0,-4 2 0,-7 4 0,14-6 0,1-1 0,-5 6 0,2-4-2873,9-5 2706,0 0 1,0 0 0,-1 0 0,1 0 0,0 0-1,-1 0 1,1 1 0,0-1 0,-1 0 0,1 0-1,0 0 1,-1 0 0,1 1 0,0-1 0,0 0-1,-1 0 1,1 1 0,0-1 0,0 0 0,0 0-1,-1 1 1,1-1 0,0 0 0,0 1 0,0-1-1,0 0 1,0 1 0,0-1 0,0 0-1,0 1 1,-1-1 0,1 0 0,0 1 0,0-1-1,0 0 1,1 1 0,-1-1 0,0 1 0,25 5-13281,-18-6 9613</inkml:trace>
</inkml:ink>
</file>

<file path=ppt/ink/ink1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12.571"/>
    </inkml:context>
    <inkml:brush xml:id="br0">
      <inkml:brushProperty name="width" value="0.035" units="cm"/>
      <inkml:brushProperty name="height" value="0.035" units="cm"/>
    </inkml:brush>
  </inkml:definitions>
  <inkml:trace contextRef="#ctx0" brushRef="#br0">118 304 3353,'1'-3'1272,"-1"1"1,0 0-1,0 0 1,0-1 0,-1 1-1,1 0 1,-1 0-1,1-1 1,-2-1 0,2 3-784,-1 0 1,0 1-1,0-1 1,1 0 0,-1 1-1,0-1 1,0 1-1,0 0 1,0-1 0,0 1-1,0 0 1,1-1-1,-1 1 1,0 0 0,0 0-1,0 0 1,0 0-1,-6 0 7239,-3 11-7580,-8 7-148,14-15 0,1 1 0,-1-1 0,1 0 0,0 1 0,0 0 0,0 0 0,0 0 0,-3 7 0,-16 30 0,21-39 0,-1 7 0,-1-1 0,2 1 0,-1 0 0,1 0 0,0 0 0,1 13 0,1-19 0,-1 1 0,1-1 0,0 0 0,0 0 0,0 1 0,0-1 0,1 0 0,-1 0 0,1 0 0,0-1 0,0 1 0,0 0 0,0-1 0,0 1 0,0-1 0,1 1 0,0-1 0,-1 0 0,1 0 0,0 0 0,0-1 0,0 1 0,0-1 0,4 2 0,-3-2 0,1-1 0,-1 1 0,0-1 0,1 0 0,-1 0 0,1-1 0,-1 1 0,1-1 0,-1 0 0,1 0 0,-1-1 0,0 1 0,0-1 0,0 0 0,0 0 0,0 0 0,0 0 0,0-1 0,6-5 0,23-28 0,-21 19 0,-10 15 0,-1 0 0,1-1 0,0 1 0,-1-1 0,0 1 0,0-1 0,1 0 0,-1 1 0,1-6 0,5-12 0,-6 19 0,0-1 0,0 0 0,0 0 0,0 0 0,-1 0 0,1 0 0,-1 0 0,1 0 0,-1 0 0,0 0 0,1 0 0,-1 0 0,0 0 0,-1 0 0,1-4 0,-7-18 0,0 0 0,-1 0 0,-2 0 0,-14-26 0,19 40 0,1-1 0,0 1 0,-2-14 0,3 14 0,1 1 0,-1 0 0,-1 0 0,1 0 0,-7-9 0,8 15 0,0 0 0,0-1 0,0 1 0,0 0 0,0-1 0,1 1 0,-2-7 0,2 10 0,1 0 0,0-1 0,0 1 0,0-1 0,0 1 0,0 0 0,-1-1 0,1 1 0,0 0 0,0-1 0,-1 1 0,1 0 0,0-1 0,-1 1 0,1 0 0,0 0 0,-1-1 0,1 1 0,0 0 0,-1 0 0,1 0 0,0 0 0,-1-1 0,1 1 0,-1 0 0,1 0 0,0 0 0,-1 0 0,1 0 0,-1 0 0,1 0 0,-1 0 0,1 0 0,0 0 0,-1 0 0,1 0 0,-1 0 0,1 1 0,0-1 0,-1 0 0,1 0 0,0 0 0,-1 0 0,0 1 0,0 1 0,1 1 0,-1-1 0,1 0 0,-1 1 0,1-1 0,0 0 0,0 1 0,0-1 0,0 0 0,0 1 0,1 3 0,0 5 0,-10 31 0,9-25 0,0 0 0,1 1 0,1-1 0,0 0 0,1 0 0,1 0 0,1 0 0,12 29 0,-9-23 0,-7-19 0,0 0 0,1 0 0,-1 0 0,1-1 0,0 1 0,0 0 0,3 3 0,2 4 0,1 0 0,7 18 0,-9-18 0,0 1 0,12 14 0,-13-19 0,-3-5 0,-1 0 0,1 1 0,0-1 0,0 0 0,1 0 0,-1 0 0,4 2 0,-4-3 0,0 0 0,0 0 0,0 0 0,0 0 0,0-1 0,0 1 0,1-1 0,-1 0 0,0 1 0,0-1 0,0 0 0,1 0 0,-1 0 0,0-1 0,0 1 0,0 0 0,1-1 0,-1 1 0,0-1 0,0 0 0,0 0 0,0 0 0,0 0 0,0 0 0,0 0 0,-1-1 0,1 1 0,0 0 0,-1-1 0,1 0 0,1-1 0,7-5 0,-9 7 0,1 0 0,0 0 0,-1-1 0,1 1 0,-1 0 0,1-1 0,-1 1 0,0-1 0,0 0 0,0 1 0,0-1 0,0 0 0,0 0 0,0 1 0,0-1 0,0-3 0,1-2 0,-1-1 0,-1 0 0,1-13 0,-1 17 0,0 8 0,0-3 0,0 0 0,1 0 0,-1 0 0,1 0 0,-1 0 0,1 0 0,-1 0 0,1 0 0,0 0 0,-1 0 0,1 0 0,0 0 0,0 0 0,0-1 0,0 1 0,0 0 0,0 0 0,0-1 0,0 1 0,0-1 0,0 1 0,0-1 0,0 1 0,0-1 0,0 0 0,0 0 0,1 1 0,0-1 0,9 0 0,1-1 0,-1 0 0,0 0 0,0-1 0,1 0 0,-1-1 0,-1-1 0,1 0 0,11-5 0,-11 4 0,-8 4 0,0-1 0,0 0 0,-1 0 0,1 0 0,0 0 0,-1 0 0,1-1 0,-1 1 0,0-1 0,0 0 0,0 0 0,0 1 0,0-1 0,0 0 0,-1-1 0,0 1 0,1 0 0,-1 0 0,0-1 0,-1 1 0,1 0 0,-1-1 0,1 1 0,-1-1 0,0 1 0,0 0 0,-1-1 0,1 1 0,-1-1 0,1 1 0,-1 0 0,0-1 0,-3-5 0,1-1 0,-4-6 0,-19-15 0,26 30 0,-1 1 0,1 0 0,0-1 0,0 1 0,0-1 0,-1 1 0,1 0 0,0-1 0,-1 1 0,1 0 0,0 0 0,0-1 0,-1 1 0,1 0 0,-1 0 0,1-1 0,0 1 0,-1 0 0,1 0 0,0 0 0,-1 0 0,1-1 0,-1 1 0,1 0 0,-1 0 0,1 0 0,0 0 0,-1 0 0,1 0 0,-1 0 0,1 0 0,-1 0 0,1 0 0,0 1 0,-1-1 0,1 0 0,-1 0 0,1 0 0,0 0 0,-1 1 0,0-1 0,-28 13 0,25-11 0,-30 29 0,32-29 0,0 0 0,1 0 0,-1 1 0,0-1 0,1 1 0,0-1 0,0 1 0,-1 0 0,1-1 0,1 1 0,-1 0 0,0 0 0,1 0 0,-1 0 0,1 0 0,0-1 0,0 1 0,0 0 0,1 3 0,0 4 0,1-1 0,0 1 0,1-1 0,5 13 0,-6-19 0,0 0 0,0 0 0,0 0 0,1 0 0,-1-1 0,1 1 0,5 4 0,3 2 0,-7-5 0,1-1 0,0 1 0,0-1 0,0 0 0,0 0 0,0-1 0,1 1 0,-1-1 0,1 0 0,0-1 0,0 0 0,7 2 0,0-2 0,-1-1 0,0 0 0,1 0 0,17-4 0,-23 3 0,-1 0 0,1-1 0,-1 0 0,0-1 0,0 1 0,0-1 0,9-6 0,-12 7 0,1 0 0,-1-1 0,0 1 0,0-1 0,0 0 0,-1 0 0,1 0 0,-1 0 0,1 0 0,-1 0 0,0-1 0,0 1 0,1-5 0,7-17 0,-8 21 0,0-1 0,0 0 0,0 0 0,-1 0 0,1 0 0,-1 0 0,0 0 0,0-10 0,-2 6 0,0 0 0,0 0 0,0 0 0,-1-1 0,-1 1 0,-4-12 0,-28-52 0,10 23 0,6 16 0,-5-10 0,13 31 0,9 12 0,1 0 0,0 0 0,0 0 0,0 0 0,0-1 0,0 1 0,0 0 0,0 0 0,1-1 0,-1 1 0,0 0 0,0-3 0,-6-6 0,13 10 0,-4 7 0,-3-3 0,1-1 0,0 1 0,0-1 0,0 0 0,1 1 0,0-1 0,-1 1 0,1-1 0,0 0 0,1 0 0,-1 0 0,0 0 0,1 0 0,0 0 0,3 4 0,0 3 0,0-1 0,-1 1 0,4 10 0,-4-8 0,0-1 0,9 16 0,-6-16 0,-1 1 0,0-1 0,-1 1 0,0 0 0,-1 1 0,5 22 0,6 7 0,-11-33 0,-1 0 0,0 0 0,3 11 0,-2 13-1032,0 0 0,-2 36 1,-2-66 331,0 0 0,-1-1 0,1 1 0,0 0 0,-1 0 0,0-1 0,1 1 0,-1-1 0,0 1 0,0-1 0,-1 1 0,-2 4 0,3-6-274,0 0 1,-1 1-1,1-1 1,-1 0-1,1 1 1,-1-1-1,1 0 1,-1 0-1,0 0 1,1 0-1,-1-1 1,-2 2-1,-4 2-3861</inkml:trace>
</inkml:ink>
</file>

<file path=ppt/ink/ink1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13.604"/>
    </inkml:context>
    <inkml:brush xml:id="br0">
      <inkml:brushProperty name="width" value="0.035" units="cm"/>
      <inkml:brushProperty name="height" value="0.035" units="cm"/>
    </inkml:brush>
  </inkml:definitions>
  <inkml:trace contextRef="#ctx0" brushRef="#br0">479 14 1160,'0'-1'439,"0"1"0,0-1 0,0 1 0,0-1-1,0 1 1,0-1 0,0 0 0,0 1 0,-1-1 0,1 1-1,0-1 1,0 1 0,0-1 0,-1 1 0,1-1 0,0 1-1,-1 0 1,1-1 0,0 1 0,-1-1 0,1 1 0,-1 0-1,0-1 1,-12-1 6135,-20 14-429,28-10-5553,-14 7 1202,1 2 1,0 0 0,-32 26-1,44-33-1608,2 0-161,-1 1 0,1-1 0,0 1 0,0 0 0,1 0 0,-1 0 0,1 0 0,0 0 0,0 1 0,1-1 0,0 1 0,0 0 0,0 0 0,1 0 0,-2 12 0,3-13-25,0 0 0,0 0 0,0 0 0,0 0 0,1 0 0,0 0 0,2 8 0,1 1 0,-3-9 0,0 0 0,1 0 0,0 0 0,0-1 0,0 1 0,4 4 0,10 23 0,17 39 0,9 14 0,-10 8 0,-31-91 0,-1 0 0,1-1 0,-1 1 0,0-1 0,0 1 0,0 0 0,0-1 0,0 1 0,0 0 0,0-1 0,-1 1 0,1 0 0,0-1 0,-1 1 0,1-1 0,-2 3 0,-3 14 0,5-15-143,-1-1 0,1-1 0,-1 1-1,0 0 1,0 0 0,0 0 0,0 0 0,0 0 0,0-1 0,0 1-1,-1-1 1,1 1 0,0-1 0,-1 1 0,0-1 0,1 0-1,-1 1 1,0-1 0,1 0 0,-1 0 0,0-1 0,0 1 0,0 0-1,-2 0 1,-2 1-362,1 0-1,-1 0 0,1-1 1,-1 0-1,1 0 0,-1 0 1,0-1-1,-7 0 0,-5-3-1430,1 0-1,-1-2 0,1 0 1,-32-14-1,33 11 1813,0 0 1,1-1-1,0-1 0,0 0 0,1-1 1,1 0-1,-1-2 0,-15-18 0,13 13 603,13 15-290,-1 0 1,1-1-1,0 1 0,0-1 1,1 0-1,-1 0 1,-2-6-1,5 9-72,-1 0 0,1 0 0,0 0 0,0-1 0,0 1 0,0 0 0,0 0 0,0-1 0,0 1 1,0 0-1,0 0 0,1-1 0,-1 1 0,0 0 0,1 0 0,-1 0 0,1-1 0,-1 1 0,1 0 0,0 0 0,-1 0 0,1 0 0,1-1 0,0 0 224,1-1 1,-1 1-1,0 0 0,0 1 0,1-1 0,-1 0 0,6-2 1,17-6 2178,-4 1-1128,0 0 1,24-5-1,24 0-572,78-8-1,-56 16-755,-57 1 747,-33 5 228,-24 21-164,6 15-606,16-32-269,0 1 0,0 0 0,0-1 0,1 1 0,0 0 0,0 0 0,0-1 0,1 7 0,0 5 0,-1-5 0,0-6 0,0 1 0,0 0 0,0 0 0,2 8 0,-2-13 0,1 1 0,-1-1 0,1 1 0,-1-1 0,1 0 0,-1 1 0,1-1 0,0 0 0,0 0 0,0 0 0,0 1 0,0-1 0,0 0 0,0 0 0,0 0 0,0 0 0,0 0 0,1-1 0,-1 1 0,0 0 0,0-1 0,4 2 0,-4-2 0,0 1 0,1-1 0,-1 1 0,1-1 0,-1 0 0,1 0 0,-1 0 0,1 0 0,-1 0 0,1 0 0,-1 0 0,0 0 0,1-1 0,-1 1 0,1-1 0,-1 1 0,0-1 0,1 1 0,-1-1 0,0 0 0,1 0 0,1-1 0,6-3 0,0 0 0,-1 0 0,1-1 0,-1 0 0,0 0 0,-1-1 0,0 1 0,10-13 0,26-22 0,14-10 0,-46 40 0,-9 9 0,-1 1 0,1-1 0,0 1 0,0-1 0,-1 1 0,1 0 0,0 0 0,0 0 0,0 0 0,4-2 0,9-1 0,-3 0 0,1 0 0,20-3 0,-28 6 0,0 1 0,0 0 0,0 0 0,1 1 0,-1-1 0,0 1 0,0 0 0,0 1 0,-1-1 0,6 3 0,5 3 0,29 18 0,-36-20 0,-4-1 0,1-1 0,-1 0 0,0 1 0,-1 0 0,1 0 0,-1 0 0,0 0 0,5 8 0,6 8 0,-12-16 0,0 0 0,0 0 0,0-1 0,0 1 0,-1 0 0,1 1 0,-1-1 0,0 0 0,1 8 0,-2-12 0,0 1 0,0 0 0,0-1 0,0 1 0,0-1 0,-1 1 0,1 0 0,0-1 0,0 1 0,0 0 0,-1-1 0,1 1 0,0-1 0,-1 1 0,1-1 0,0 1 0,-1-1 0,1 1 0,0-1 0,-1 1 0,1-1 0,-1 0 0,1 1 0,-1-1 0,1 1 0,-1-1 0,0 0 0,1 0 0,-1 1 0,1-1 0,-1 0 0,0 0 0,1 0 0,-1 0 0,1 0 0,-1 1 0,0-1 0,1 0 0,-1 0 0,0-1 0,1 1 0,-2 0 0,-13-4 0,13 3 0,0 1 0,0-1 0,0 0 0,0 0 0,0 0 0,0-1 0,0 1 0,0 0 0,0-1 0,0 1 0,1-1 0,-1 0 0,1 1 0,-1-1 0,1 0 0,0 0 0,0 0 0,0 0 0,0 0 0,0 0 0,-1-4 0,0-3 0,0 0 0,1 1 0,0-1 0,1-15 0,1 18 0,0 1 0,0-1 0,1 1 0,-1 0 0,1-1 0,1 1 0,-1 0 0,6-9 0,-2 5 0,-4 5 0,0 1 0,1 1 0,-1-1 0,1 0 0,0 1 0,0-1 0,0 1 0,0 0 0,5-2 0,-1 2-715,-6 2 414,0 0 0,1 0-1,-1-1 1,0 1 0,0 0-1,0 0 1,0-1 0,0 1-1,0-1 1,1 1 0,-1-1-1,0 1 1,0-1 0,1-1 0</inkml:trace>
</inkml:ink>
</file>

<file path=ppt/ink/ink1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15.222"/>
    </inkml:context>
    <inkml:brush xml:id="br0">
      <inkml:brushProperty name="width" value="0.035" units="cm"/>
      <inkml:brushProperty name="height" value="0.035" units="cm"/>
    </inkml:brush>
  </inkml:definitions>
  <inkml:trace contextRef="#ctx0" brushRef="#br0">151 149 2136,'-1'-10'10131,"-11"10"-1914,2 2-3396,-16 9-1609,10-3-1808,10-5-1171,1 2 0,0-1 0,0 0 0,0 1 1,0 0-1,1 0 0,0 0 0,0 1 0,1 0 0,-5 7 0,1-2 2,5-8-231,0-1-1,1 1 0,-1 0 1,1 0-1,-1 0 0,1 0 1,0 0-1,0 0 0,0 0 1,0 1-1,1-1 0,-1 0 1,1 5-1,-5 14-3,5-20 0,-1 0 0,0 0 0,1 0 0,0 0 0,-1 0 0,1 0 0,0 0 0,0 0 0,0 1 0,0-1 0,1 2 0,1 6 0,0-1 0,1 1 0,1-1 0,-1 0 0,2 0 0,-1 0 0,10 12 0,-10-16 0,0 1 0,1-2 0,-1 1 0,1-1 0,1 1 0,-1-1 0,0-1 0,1 1 0,0-1 0,0 0 0,0 0 0,11 3 0,-7-3 0,0-1 0,0 0 0,0 0 0,1-1 0,19-1 0,-24 0 0,0 0 0,-1-1 0,1 0 0,-1 0 0,1-1 0,-1 1 0,1-1 0,-1 0 0,0-1 0,0 1 0,0-1 0,7-5 0,6-6 0,-15 12 0,1 0 0,-1-1 0,0 1 0,1-1 0,-2 0 0,1 0 0,0 0 0,0 0 0,-1 0 0,0-1 0,1 1 0,-1-1 0,-1 0 0,1 1 0,1-6 0,8-19 0,-9 24 0,0 0 0,0 0 0,-1 0 0,1 0 0,-1 0 0,0-1 0,0 1 0,0-8 0,-1-4 0,0 0 0,-1 0 0,0 0 0,-2 0 0,0 0 0,-6-19 0,-8-28 0,8 36 0,-7-15 0,15 41 0,-1-3 0,-1-1 0,1 0 0,0 0 0,0 0 0,0 0 0,-1-6 0,-1 5 0,4 6 0,0 0 0,0 0 0,0 0 0,0-1 0,0 1 0,0 0 0,0 0 0,0 0 0,0 0 0,0 0 0,0 0 0,0 0 0,0 0 0,0 0 0,0 0 0,0 0 0,-1-1 0,1 1 0,0 0 0,0 0 0,0 0 0,0 0 0,0 0 0,0 0 0,0 0 0,0 0 0,0 0 0,0 0 0,-1 0 0,1 0 0,0 0 0,0 0 0,0 0 0,0 0 0,0 0 0,0 0 0,0 0 0,0 0 0,0 0 0,-1 0 0,1 0 0,0 0 0,0 0 0,0 0 0,0 0 0,0 0 0,0 0 0,0 1 0,0-1 0,0 0 0,0 0 0,0 0 0,0 0 0,-1 0 0,1 0 0,0 0 0,0 0 0,0 0 0,0 0 0,0 0 0,0 0 0,0 1 0,0-1 0,0 0 0,0 0 0,0 0 0,0 0 0,0 0 0,1 14 0,0-1 0,1 0 0,0 0 0,1 0 0,1-1 0,8 21 0,16 26 0,69 106 0,-90-154 0,0 0 0,1 0 0,0-1 0,0 1 0,12 9 0,-8-9 0,-9-8 0,1 0 0,-1-1 0,0 1 0,1-1 0,0 1 0,5 2 0,-7-4 0,0 0 0,0 0 0,0 0 0,1 0 0,-1 0 0,0 0 0,0-1 0,0 1 0,1-1 0,-1 1 0,0-1 0,1 0 0,-1 0 0,0 0 0,1 0 0,-1-1 0,0 1 0,1 0 0,-1-1 0,0 0 0,0 1 0,0-1 0,0 0 0,1 0 0,1-2 0,1 0 0,-1 0 0,0-1 0,0 1 0,-1-1 0,1 0 0,-1 0 0,0 0 0,0 0 0,0 0 0,0-1 0,-1 1 0,0-1 0,0 0 0,0 0 0,-1 0 0,2-6 0,0-7 0,0 0 0,-2-1 0,0-23 0,-9-5 0,8 46 0,0 0 0,0 0 0,0 0 0,-1 0 0,1 0 0,0 0 0,0 0 0,-1 0 0,1 0 0,0 0 0,-1 0 0,1 0 0,-1 0 0,0 0 0,1 0 0,-1 1 0,1-1 0,-1 0 0,0 0 0,-1 0 0,-5-3 0,-1 8 0,2-1 0,-23 18 0,27-20 0,1 0 0,0 0 0,0 0 0,-1 1 0,1-1 0,0 0 0,0 1 0,0-1 0,1 1 0,-1-1 0,0 1 0,1 0 0,-1-1 0,1 1 0,-1 0 0,1-1 0,-1 3 0,1-1 0,-1 1 0,1-1 0,-1 1 0,0-1 0,-1 1 0,-2 4 0,3-6 0,0 1 0,0-1 0,0 0 0,0 0 0,0 1 0,0-1 0,1 0 0,-1 1 0,1-1 0,-1 1 0,1-1 0,0 1 0,0-1 0,0 0 0,1 1 0,-1-1 0,0 1 0,2 3 0,3 2 0,-3-7 0,-1 1 0,0-1 0,0 1 0,0-1 0,0 1 0,-1-1 0,1 1 0,0-1 0,-1 1 0,1 2 0,0-3 0,-1-1 0,0 1 0,1 0 0,-1 0 0,1-1 0,-1 1 0,1 0 0,-1-1 0,1 1 0,0 0 0,-1-1 0,1 1 0,0-1 0,-1 1 0,1-1 0,0 1 0,0-1 0,-1 0 0,1 1 0,0-1 0,0 0 0,0 0 0,0 0 0,0 1 0,-1-1 0,1 0 0,0 0 0,0 0 0,1 0 0,27-2 0,-14 0 0,-14 3 0,0-1 0,1 0 0,-1 0 0,0 0 0,0-1 0,0 1 0,0 0 0,0 0 0,1-1 0,-1 1 0,0 0 0,0-1 0,0 1 0,1-2 0,5-2 0,-1 1 0,1 0 0,0 0 0,14-3 0,-2 0 0,-11 3 0,-8 2 0,1 1 0,-1 0 0,0 0 0,0 0 0,1 0 0,-1 0 0,0-1 0,1 1 0,-1 0 0,0 0 0,1 0 0,-1 0 0,0 0 0,1 0 0,-1 0 0,1 0 0,-1 0 0,0 0 0,1 0 0,-1 1 0,0-1 0,1 0 0,-1 0 0,0 0 0,0 0 0,1 0 0,-1 1 0,0-1 0,1 0 0,-1 0 0,0 1 0,13 3 0,-12-5 0,0 1 0,0 0 0,1 1 0,-1-1 0,0 0 0,0 0 0,0 0 0,1 1 0,-1-1 0,0 1 0,0-1 0,0 1 0,0-1 0,0 1 0,0 0 0,0-1 0,0 1 0,0 0 0,0 0 0,-1 0 0,1-1 0,0 1 0,0 0 0,-1 0 0,1 0 0,0 0 0,-1 1 0,1 0 0,-1-1 2,0 0-1,0 1 1,1-1 0,-1 0-1,0 0 1,0 0 0,1 1-1,-1-1 1,1 0-1,-1 0 1,1 0 0,0 0-1,-1 0 1,2 1 0,-1 0-11,0-1 1,0 1-1,0-1 1,0 1 0,0 0-1,0-1 1,-1 1-1,1 0 1,-1 0 0,1-1-1,-1 1 1,1 0-1,-1 0 1,0 3 0,0-5-152,0 0 0,0 1 0,0-1 0,0 0 0,0 0 0,0 0 0,0 0 0,0 1 0,0-1 0,0 0 0,0 0 1,0 0-1,0 1 0,0-1 0,0 0 0,0 0 0,0 0 0,1 0 0,-1 0 0,0 1 0,0-1 0,0 0 0,0 0 0,0 0 1,0 0-1,1 0 0,-1 0 0,0 1 0,0-1 0,0 0 0,0 0 0,1 0 0,-1 0 0,0 0 0,0 0 0,0 0 0,1 0 1,-1 0-1,0 0 0,0 0 0,12-4-5636,18-15-3524,-17 11 5846,2-4-492,-14 3 2061</inkml:trace>
</inkml:ink>
</file>

<file path=ppt/ink/ink1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16.093"/>
    </inkml:context>
    <inkml:brush xml:id="br0">
      <inkml:brushProperty name="width" value="0.035" units="cm"/>
      <inkml:brushProperty name="height" value="0.035" units="cm"/>
    </inkml:brush>
  </inkml:definitions>
  <inkml:trace contextRef="#ctx0" brushRef="#br0">76 80 280,'8'-47'6435,"-7"43"-6340,-1 3 307,0-1 0,0 1 0,0 0 1,0-1-1,0 1 0,0 0 0,0-1 0,0 1 0,-1 0 0,1 0 0,0-1 1,-1 1-1,1 0 0,-1 0 0,1-1 0,-1 1 0,0 0 0,1 0 0,-5-4 3800,0 6 529,4 0-4854,0 2 740,-1-1 1,1 1 0,0-1-1,0 1 1,0-1-1,0 1 1,-1 4 0,2 3-274,-2 0 0,1 0 1,-1 1-1,-1-1 0,1-1 1,-2 1-1,0 0 0,0-1 1,-7 13-1,7-14-305,0 1 1,0 0-1,1-1 0,0 2 0,1-1 1,0 0-1,1 0 0,-1 14 1,2-20-36,1 0 0,-1-1 1,1 1-1,0-1 0,0 1 1,0-1-1,1 1 0,-1-1 1,0 1-1,1-1 0,0 0 1,-1 0-1,1 0 1,0 0-1,0 0 0,0 0 1,1 0-1,-1-1 0,0 1 1,0-1-1,4 2 0,0 0 3,-1 0-1,1-1 1,0 1-1,0-1 0,0-1 1,0 1-1,0-1 0,12 1 1,47 4-70,1-1 47,-61-5 13,1 0 0,-1 1-1,1 0 1,-1 0 0,0 0-1,0 1 1,0-1 0,0 1-1,8 4 1,-12-5 3,-1-1 1,1 0-1,0 0 1,-1 1 0,1-1-1,-1 0 1,1 0-1,-1 1 1,1-1-1,-1 1 1,1-1-1,-1 0 1,0 1-1,1-1 1,-1 1 0,0-1-1,1 1 1,-1-1-1,0 1 1,1-1-1,-1 1 1,0 0-1,0-1 1,0 1-1,1-1 1,-1 1 0,0 0-1,0-1 1,0 1-1,0-1 1,0 1-1,0 0 1,0-1-1,0 1 1,-1-1-1,1 1 1,0 0-1,0-1 1,0 1 0,-1-1-1,1 1 1,0-1-1,-1 1 1,1-1-1,0 1 1,-1-1-1,1 1 1,-1-1-1,1 1 1,0-1 0,-1 0-1,1 1 1,-1-1-1,1 0 1,-1 1-1,0-1 1,1 0-1,-2 1 1,-24 10 14,22-9-13,0 0 1,-1 0-1,1 0 1,-1-1-1,1 0 1,-1 0-1,1 0 1,-1 0-1,-6 0 1,11-1-3,-18 0 3,18 0-2,-1 0 0,1 0 1,-1 0-1,0 0 0,1 0 1,-1 0-1,1 0 0,-1 0 1,1 0-1,-1 0 0,0 0 1,1-1-1,-1 1 0,1 0 1,-1 0-1,1-1 0,-1 1 1,1 0-1,-1-1 0,1 1 1,-1 0-1,1-1 0,0 1 1,-1-1-1,1 1 0,-1-1 1,-3-4 4,4 5-6,-1-1 1,1 1-1,0 0 1,-1 0-1,1-1 1,0 1-1,-1 0 1,1-1-1,0 1 0,0 0 1,-1-1-1,1 1 1,0 0-1,0-1 1,-1 1-1,1-1 1,0 1-1,0 0 1,0-1-1,0 1 1,0-1-1,0 1 1,0-1-1,0 1 0,0-1 1,0 1-1,0 0 1,0-1-1,0 1 1,0-1-1,0 1 1,0-1-1,0 1 1,0 0-1,1-1 1,-1 1-1,0-1 0,0 1 1,0 0-1,1-1 1,13-24-11,2 0 1,0 1-1,1 1 0,2 1 1,0 1-1,1 0 0,34-26 1,-46 40-1,0 0 0,-1 0 0,1-1 0,-2 1 0,1-2 1,-1 1-1,10-18 0,-16 25 12,0 1 1,1-1-1,-1 0 0,0 0 1,0 0-1,0 0 0,0 0 1,0 1-1,0-1 0,0 0 0,0 0 1,0 0-1,0 0 0,0 0 1,-1 1-1,1-1 0,0 0 1,0 0-1,-1 0 0,1 1 1,-1-1-1,1 0 0,-1 0 1,1 1-1,-1-1 0,1 0 1,-1 1-1,0-1 0,1 1 1,-1-1-1,0 1 0,1-1 1,-1 1-1,0-1 0,0 1 1,0 0-1,1-1 0,-1 1 1,0 0-1,0 0 0,-1 0 1,-1-2 3,0 1 0,0 1 0,0-1 0,0 0 0,0 1 0,0 0 0,0-1 0,0 1 0,0 0 0,-1 1 0,-3 0 1,2 0 42,0 1 1,0 0 0,1 0 0,-1 0-1,-4 4 1,7-5-42,0 0 1,0 0-1,1 0 0,-1 0 0,0 0 0,1 1 1,-1-1-1,1 1 0,-1-1 0,1 1 0,0-1 1,0 1-1,-1 0 0,1 0 0,0 0 0,1-1 1,-1 1-1,0 0 0,1 0 0,-1 0 0,1 0 1,-1 1-1,1-1 0,0 0 0,0 0 0,0 0 1,0 0-1,0 0 0,1 0 0,-1 0 0,0 0 1,1 0-1,1 4 0,1-1-8,1 0 0,-1 0 0,1 0 0,0 0 0,0-1 0,1 1 0,0-1 0,-1 0 0,1 0 0,11 5 0,8 9 0,-8-6 0,-10-7 0,0-1 0,0 1 0,0 0 0,0 1 0,-1 0 0,0-1 0,0 2 0,4 6 0,2 3 0,-9-15 0,-1 0 0,0 0 0,0 0 0,-1 0 0,1 0 0,0 0 0,0 0 0,0 1 0,-1-1 0,1 0 0,0 0 0,-1 1 0,0-1 0,1 1 0,-1-1 0,0 0 0,1 1 0,-1 2 0,0 1 0,0-4 0,0 0 0,0 0 0,0 0 0,1 0 0,-1 0 0,0 0 0,0 0 0,-1-1 0,1 1 0,0 0 0,0 0 0,0 0 0,-1 0 0,1 0 0,0-1 0,-1 1 0,1 0 0,0 0 0,-1 0 0,1-1 0,-1 1 0,0 0 0,1-1 0,-2 2 0,0 1 0,4-7 0,0 1 0,0-1 0,0 1 0,0 0 0,1 0 0,-1 0 0,1 0 0,-1 0 0,1 1 0,0-1 0,4-2 0,-5 4 0,11-9 0,-8 6 0,0 0 0,0 0 0,0-1 0,4-5 0,6-7 0,12-19 0,15-20 0,-16 25-8,-19 24 3,-1-1 0,0 0 0,8-12 0,-14 19 4,1 1 0,-1-1 0,0 0 0,1 0 0,-1 1 0,1-1 0,-1 0 0,1 1 0,0-1 0,-1 1 0,1-1 0,-1 1 0,1-1 0,0 1 0,1-2 0,-2 3 0,1-1 1,-1 0-1,0 0 1,1 0-1,-1 0 0,0 0 1,1 1-1,-1-1 1,0 0-1,0 0 1,1 0-1,-1 1 1,0-1-1,0 0 1,0 0-1,1 1 1,-1-1-1,0 0 0,0 1 1,0-1-1,0 0 1,1 1-1,-1-1 1,0 0-1,0 0 1,0 1-1,0-1 1,0 1-1,0-1 1,0 0-1,0 1 0,0-1 1,0 0-1,0 1 1,0-1-1,0 0 1,0 1-1,-1-1 1,1 15 8,0 0 0,0 0 0,2 0 0,-1 0 0,2 0 1,0-1-1,6 18 0,-4-20-8,-3-7 0,-1-1 0,1 1 0,0-1 0,1 0 0,-1 0 0,4 5 0,-3-2 1,-3-6-1,0 0-1,0 0 1,1 0 0,-1-1 0,0 1-1,1 0 1,-1 0 0,0 0 0,1 0 0,0 0-1,-1-1 1,1 1 0,-1 0 0,1 0-1,0-1 1,-1 1 0,1-1 0,0 1-1,0 0 1,-1-1 0,1 1 0,0-1-1,0 0 1,0 1 0,0-1 0,0 0 0,0 1-1,0-1 1,0 0 0,0 0 0,1 0-1,-3-1-292,0 0 0,0-1 0,0 1-1,0 0 1,1-1 0,-1 1 0,0 0-1,1-1 1,-1 1 0,1-1 0,-1 1-1,1-4 1,-8-17-5386,7 20 5063,1 0 0,-1 0 0,0-1 0,1 1 0,0 0 0,-1-1 0,1 1 0,0 0 0,0-1 1,0 1-1,1 0 0,-1-1 0,2-3 0,1-21-4603,-3 23 4591,0 1 223,0 0 0,0 1 0,0-1-1,0 1 1,-1-1 0,1 1 0,-1-1-1,1 1 1,-1-1 0,0 1 0,0-1-1,0 1 1,-2-3 0,-5-9-1801</inkml:trace>
</inkml:ink>
</file>

<file path=ppt/ink/ink1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16.258"/>
    </inkml:context>
    <inkml:brush xml:id="br0">
      <inkml:brushProperty name="width" value="0.035" units="cm"/>
      <inkml:brushProperty name="height" value="0.035" units="cm"/>
    </inkml:brush>
  </inkml:definitions>
  <inkml:trace contextRef="#ctx0" brushRef="#br0">61 143 1656,'-57'-106'10748,"56"103"-10164,0-1 0,1 1 0,-1-1 0,1 1 0,0-1 0,0-5 0,1 3 1777,0 22-2245,-1-13-580,0-1 0,0 1-1,0-1 1,1 1-1,-1 0 1,1-1-1,0 1 1,0-1-1,0 1 1,0-1 0,0 0-1,0 1 1,1-1-1,-1 0 1,3 3-1,-4-5 324,0 1 0,0-1 0,0 0 0,0 0 0,1 1 0,-1-1-1,0 0 1,0 1 0,0-1 0,0 0 0,-1 1 0,1-1 0,0 0-1,0 1 1,0-1 0,0 0 0,0 1 0,0-1 0,0 0 0,-1 0-1,1 1 1,0-1 0,0 0 0,0 0 0,-1 1 0,1-1 0,0 0-1,0 0 1,0 0 0,-1 1 0,1-1 0,0 0 0,-1 0 0,1 0-1,0 0 1,0 0 0,-1 1 0,0-1 0,0 0-501,-7 6-3070</inkml:trace>
</inkml:ink>
</file>

<file path=ppt/ink/ink1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17.910"/>
    </inkml:context>
    <inkml:brush xml:id="br0">
      <inkml:brushProperty name="width" value="0.035" units="cm"/>
      <inkml:brushProperty name="height" value="0.035" units="cm"/>
    </inkml:brush>
  </inkml:definitions>
  <inkml:trace contextRef="#ctx0" brushRef="#br0">319 137 280,'0'0'1346,"-5"-3"3858,0 1-4656,5 2-584,0 0 1,-1 0-1,1 0 1,0 0-1,0 0 1,-1 0-1,1 0 1,0 0-1,-1 0 1,1 0-1,0 0 1,-1 0 0,1 0-1,0 1 1,0-1-1,-1 0 1,1 0-1,0 0 1,0 1-1,-1-1 1,1 0-1,0 0 1,0 0-1,0 1 1,0-1 0,-1 0-1,1 1 1,0-1-1,0 0 1,0 0-1,0 1 1,0-1-1,0 0 1,0 1-1,0-1 1,-1 0-1,1 0 1,0 1 0,0-1-1,1 0 1,-1 1-1,0-1 1,0 0-1,0 1 1,0-1-1,0 0 1,0 0-1,0 1 1,-5-1-1008,9 0 611,-3 0 360,-1 0 62,1 0 0,-1-1-1,0 1 1,0 0 0,0 0 0,0-1 0,0 1-1,1 0 1,-1 0 0,0 0 0,0-1 0,0 1 0,1 0-1,-1 0 1,0 0 0,0 0 0,0-1 0,1 1 0,-1 0-1,0 0 1,1 0 0,-1 0 0,0 0 0,0 0 0,1 0-1,-1 0 1,0 0 0,0 0 0,1 0 0,-1 0 0,1 0-1,-1 0-10,0 0 0,1 0 0,-1 0 0,1 0 0,-1 0 0,0 0 0,1 0 0,-1 0 0,0 0 0,1-1 0,-1 1 0,0 0 0,1 0 0,-1 0 0,0 0 0,1-1 0,-1 1 1,0 0-1,0 0 0,1 0 0,-1-1 0,0 1 0,0 0 0,1 0 0,-1-1 0,0 1 0,0 0 0,0-1 0,1 1 0,-1 0 0,0-1 0,0 1 0,0 0 0,0-1 0,0 1 13,0-1 0,0 1 0,0 0 1,0-1-1,0 1 0,0 0 1,0 0-1,0-1 0,0 1 0,0 0 1,0-1-1,0 1 0,0 0 1,0-1-1,0 1 0,0 0 0,0 0 1,0-1-1,0 1 0,0 0 1,0 0-1,1-1 0,-1 1 0,0 0 1,0 0-1,0-1 0,1 1 1,-1 0-1,0 0 0,0 0 0,0-1 1,1 1-1,-1 0 0,0 0 1,0 0-1,1 0 0,-1 0 0,0-1 1,1 1-1,-1 0 0,0 0 0,0 0 1,1 0-1,-1 0 0,0 0 1,1 0-1,-1-1 24,1 0 1,-1-1-1,1 1 1,-1 0-1,1 0 1,-1 0-1,1 0 1,0-1-1,-1 1 1,1 0-1,0 0 1,0 0-1,1 0 1,-2-3 252,-1 1 0,1 0 1,-1 0-1,1 0 0,-1 0 1,0 0-1,-1 0 1,1 0-1,0 0 0,-1 1 1,1-1-1,-1 0 0,0 1 1,0-1-1,0 1 1,0 0-1,-3-3 0,-6-4 1270,-1 0 0,-20-12 0,28 18-1092,-1 1 91,1 1 0,-1-1 0,0 1 0,0 0 0,1 0-1,-1 0 1,0 1 0,0-1 0,-8 2 0,-22 8 3619,22-3-2175,1 0-1,0 0 1,-16 12 0,9-6-1211,16-10-705,1 0 0,-1 0 0,1 0 0,0 0 0,-1 0 1,1 0-1,0 1 0,0-1 0,0 1 0,1-1 0,-1 1 1,1 0-1,-1 0 0,1 0 0,0 0 0,0 0 0,0 0 1,1 0-1,-1 0 0,1 0 0,0 0 0,-1 0 0,1 0 1,1 0-1,-1 4 0,2-2-66,0 0 0,0 0 0,0 0 0,1 0 0,-1 0 0,1-1 0,0 1 0,5 4 0,3 1 0,-9-9 0,-1 0 0,1 1 0,0-1 0,-1 0 0,1 1 0,-1-1 0,0 1 0,0-1 0,1 1 0,-1 0 0,0-1 0,0 1 0,0 0 0,-1 0 0,2 2 0,-1 0 0,0 0 0,0-1 0,1 1 0,-1-1 0,1 0 0,0 1 0,0-1 0,0 0 0,3 3 0,11 20 0,1 9 0,0 2 0,-13-28 0,0 1 0,1-1 0,0-1 0,10 14 0,9 15 0,-19-26 0,0-1 0,0 1 0,3 15 0,-6-21 0,-1 0 0,0 0 0,-1 0 0,1 0 0,-1 0 0,0 0 0,0 0 0,-1 0 0,1 0 0,-3 9 0,2-10-25,0 0 0,1-1 0,0 1 0,0 0 0,0 0 0,2 7 0,-1 22-304,-1-31 311,-1-1 1,1 0-1,0 1 0,-1-1 0,1 1 1,0-1-1,-1 0 0,0 1 0,1-1 1,-1 0-1,0 0 0,0 0 0,0 1 1,0-1-1,0 0 0,0 0 0,0 0 1,0 0-1,-1 0 0,0 0-558,-1-1 4,0 0 0,0 0 0,0-1 0,0 1 0,0-1 0,-4-1 1,0-1-593,0 0 1,0-1-1,0 0 1,0 0-1,1-1 1,0 1-1,-7-8 1,-28-18-539,29 20 1526,-1 0 0,-19-22-1,-3-16 300,33 45-4,0 0-1,0 0 1,0 0 0,1 0 0,-1 0 0,1-1 0,0 1 0,0 0-1,0-1 1,0 1 0,1-1 0,-1 1 0,1-1 0,0 0 0,0-3-1,4 3 265,-1 1-1,1 0 0,-1 1 0,1-1 0,5-3 0,89-15 2034,-30 4-1611,8 1-561,-64 13-182,1 0 1,-1-1 0,0-1 0,-1 0 0,12-6-1,36-15 1503,-38 18-636,-18 6-746,0 1-1,0-1 1,0 1-1,0 0 1,0 0-1,0 0 1,0 1-1,0-1 1,0 1-1,0 0 1,1 0-1,-1 0 1,0 0-1,0 0 1,6 2-1,-5-1 58,0 1 0,0 0 0,0 0-1,0 0 1,0 1 0,0-1 0,-1 1 0,5 4-1,-6-5-185,0-1 0,-1 1 0,1 0-1,-1 0 1,1 0 0,-1 0 0,1 1-1,-1-1 1,0 0 0,0 0 0,0 1-1,-1-1 1,1 1 0,0-1 0,0 6-1,0-1-5,0 1 0,1-1 0,1 1 0,-1-1 0,1 0 0,0 1 0,5 7 0,-6-10-76,-1 1 0,-1-1-1,1 1 1,-1 0-1,0-1 1,0 1-1,-2 8 1,2-9-642,0-6 565,-1 0 0,1 1 0,0-1 0,-1 0 0,1 1 0,0-1 0,-1 0 0,1 1 0,-1-1 0,1 1 0,-1-1 0,1 0 0,-1 1 0,1 0 0,-1-1 0,0 1 0,1-1 0,-1 1 0,0 0 0,1-1 0,-2 1 0,-10-9-2213,9 3 1164,0 0 1,1 0-1,0-1 0,0 1 1,0-1-1,1 1 0,-1-1 0,1-9 1,1 12 863,-1 0 1,0 0-1,0 0 1,0 0-1,0 0 1,0 0-1,-3-5 1,-4-12-264,5 14 541,1 1 0,-1 0 0,0 0-1,-1 0 1,1 0 0,-6-5 0,-13-26 602,-22-31 2666,40 59-2599,-5-10 2461,7 0 2841,2 18-5923,0 1-1,0 0 1,1 0 0,-1 0 0,0 0-1,0-1 1,0 1 0,0 0 0,1 0-1,-1 0 1,0 0 0,0 0 0,0 0-1,0-1 1,1 1 0,-1 0 0,0 0-1,0 0 1,1 0 0,-1 0 0,0 0-1,0 0 1,0 0 0,1 0 0,-1 0-1,0 0 1,0 0 0,0 0 0,1 0-1,-1 0 1,0 0 0,0 0 0,1 0-1,-1 1 1,0-1 0,16 3-2540,4 2-2898,62-5-8141,-64 0 9304</inkml:trace>
</inkml:ink>
</file>

<file path=ppt/ink/ink1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18.990"/>
    </inkml:context>
    <inkml:brush xml:id="br0">
      <inkml:brushProperty name="width" value="0.035" units="cm"/>
      <inkml:brushProperty name="height" value="0.035" units="cm"/>
    </inkml:brush>
  </inkml:definitions>
  <inkml:trace contextRef="#ctx0" brushRef="#br0">68 297 1976,'-15'-12'11849,"14"25"-6553,-1-7-4220,1 0 0,-1 0 0,0 0 0,0-1 0,0 1 0,-1-1 0,0 0 0,-4 7-1,-10 20 1056,15-27-2056,0 0 1,1 0 0,-1 0-1,1 0 1,0 1 0,1-1-1,-1 0 1,1 1 0,0-1-1,0 1 1,1-1 0,-1 0-1,3 9 1,-1-10-74,-1 0 0,1-1 1,0 1-1,0 0 0,0-1 1,0 0-1,0 1 0,1-1 1,0 0-1,0 0 0,0 0 0,0-1 1,0 1-1,0-1 0,0 1 1,1-1-1,0 0 0,5 2 1,3 0 0,-1-1 1,1 0 0,-1-1-1,1 0 1,0-1 0,0 0 0,0-1-1,23-2 1,-12-1 2,0-1 0,-1-1 0,39-14 0,-55 17-2,0 0 1,0-1-1,0-1 0,0 1 1,0-1-1,-1 0 0,1 0 1,-1 0-1,0-1 0,6-7 1,0-1 16,-9 11-19,0 0 0,-1 1 1,1-1-1,-1 0 0,1 0 0,-1 0 0,0 0 0,0 0 0,2-4 1,3-9 15,-5 13-17,0 1 1,0-1-1,0 0 1,0 1-1,0-1 1,0 0-1,-1 0 1,1 0-1,-1 0 1,0 0-1,1 0 1,-1 0-1,0 0 1,0 0-1,0 0 1,-1 0-1,1-2 1,-7-12 2,6 13 0,-1 0-1,1 0 0,0-1 0,0 1 1,0 0-1,0-1 0,0-5 1,1 7 1,-1 0 1,1 0 0,-1 1 0,0-1 0,0 0-1,0 1 1,0-1 0,0 0 0,0 1 0,0-1-1,0 1 1,-1 0 0,1-1 0,0 1 0,-1 0-1,-1-1 1,1 0 20,-1 0 0,1 1 0,0-1 0,-1 1 0,1 0 0,-1-1 0,1 1 0,-1 0 0,0 1 0,-4-2 0,-2 3 1,0 1 1,1 0-1,-12 5 1,8-3-17,-5 1-11,0 1 0,-24 13 0,36-16 0,0 0 0,-1 0 0,1 1 0,1-1 0,-1 1 0,0 0 0,1 1 0,0-1 0,0 1 0,-7 10 0,11-13 0,-1 0 0,1 0 0,-1 1 0,1-1 0,0 0 0,-1 0 0,1 1 0,0-1 0,1 0 0,-1 4 0,1 3 0,0-8 0,-1 1 0,1-1 0,0 0 0,0 0 0,0 0 0,0 0 0,0 0 0,0 0 0,0 0 0,0-1 0,0 1 0,0 0 0,0-1 0,2 2 0,-2-2 0,3 1 0,0 0 0,0 0 0,0-1 0,1 0 0,-1 0 0,0 0 0,0 0 0,0 0 0,8-3 0,38-13 0,-23 7 0,-7 0 0,0 0 0,0-1 0,19-14 0,-37 22 0,1 1 0,-1-1 0,1-1 0,-1 1 0,0 0 0,0 0 0,0-1 0,0 1 0,-1-1 0,3-4 0,4-7 0,-6 9 0,-1 1 0,-1 4 0,1 0 0,-1-1 0,0 1 0,0 0 0,0 0 0,0 0 0,0 0 0,1 0 0,-1 0 0,0 0 0,0 0 0,0 0 0,0 0 0,1 0 0,-1 0 0,0 0 0,0 0 0,0 0 0,1 0 0,-1 0 0,0 0 0,0 0 0,0 0 0,0 0 0,1 0 0,-1 0 0,0 0 0,0 0 0,0 0 0,0 0 0,1 0 0,-1 0 0,0 1 0,0-1 0,0 0 0,0 0 0,0 0 0,1 0 0,-1 0 0,0 1 0,0-1 0,0 0 0,0 0 0,0 0 0,0 0 0,0 1 0,0-1 0,0 0 0,0 0 0,0 0 0,0 0 0,0 1 0,0-1 0,0 0 0,0 0 0,0 6 0,0-4 0,1-1 0,-1 1 0,0 0 0,1-1 0,-1 1 0,1-1 0,-1 0 0,1 1 0,0-1 0,-1 1 0,1-1 0,1 2 0,-1-2 0,0 0 0,0 1 0,0-1 0,0 1 0,0-1 0,-1 1 0,1 0 0,-1-1 0,1 1 0,-1-1 0,1 1 0,-1 2 0,1-1 0,0 1 0,1-1 0,-1 0 0,1 0 0,0-1 0,-1 1 0,1 0 0,1 0 0,-1-1 0,0 1 0,0-1 0,1 0 0,0 0 0,-1 0 0,1 0 0,0 0 0,4 1 0,3 5 0,-10-8 0,1 1 0,-1-1 0,1 1 0,-1-1 0,1 1 0,-1-1 0,1 1 0,0-1 0,-1 1 0,1-1 0,0 1 0,-1-1 0,1 0 0,0 0 0,-1 1 0,1-1 0,0 0 0,0 0 0,-1 0 0,1 0 0,1 0 0,2 0 0,1 0 0,-1 0 0,0-1 0,0 0 0,0 0 0,5-1 0,2-4 0,-10 6 0,0-1 0,0 1 0,0-1 0,0 1 0,0-1 0,0 0 0,0 1 0,0-1 0,0 0 0,-1 0 0,1 0 0,0 1 0,0-1 0,-1 0 0,1 0 0,0-2 0,2-2 0,-1-1 0,0 1 0,0-1 0,0 1 0,-1-1 0,0 0 0,0 1 0,-1-1 0,1 0 0,-1 0 0,0 0 0,-1 1 0,0-1 0,1 0 0,-4-10 0,0-6 0,-2-7 0,-14-25 0,15 40 0,0 0 0,-14-26 0,-16-43 0,28 71 0,-10-13 0,16 21 0,8 14 0,8 30 0,-11-24 0,27 36 0,-20-24 0,1 0 0,20 33 0,-18-35 0,-1 10 0,-12-31 0,0 0 0,0 0 0,1 0 0,0-1 0,0 1 0,0 0 0,1-1 0,3 6 0,4 15 0,-3-19 0,1-2 0,-7-3 0,-1-1 0,1 0 0,-1 0 0,1 1 0,-1-1 0,1 0 0,-1 0 0,1 0 0,-1 0 0,1 0 0,-1 0 0,1 0 0,-1 0 0,1 0 0,0 0 0,-1 0 0,1 0 0,-1 0 0,1 0 0,-1 0 0,1-1 0,-1 1 0,1 0 0,-1 0 0,0-1 0,1 1 0,-1 0 0,1-1 0,-1 1 0,1 0 0,-1-1 0,1 0 0,4-1 0,-1-1 0,0 0 0,0 1 0,0-1 0,0-1 0,0 1 0,-1-1 0,1 1 0,-1-1 0,0 0 0,0 0 0,-1 0 0,1-1 0,-1 1 0,0-1 0,0 1 0,2-8 0,13-25 0,-14 28 0,0 0 0,0 1 0,1 0 0,0 0 0,0 0 0,9-11 0,-13 18 0,0 1 0,0 0 0,0-1 0,1 1 0,-1-1 0,0 1 0,1 0 0,-1-1 0,0 1 0,1 0 0,-1-1 0,0 1 0,1 0 0,-1 0 0,0-1 0,1 1 0,-1 0 0,1 0 0,-1 0 0,1-1 0,-1 1 0,0 0 0,1 0 0,-1 0 0,1 0 0,-1 0 0,1 0 0,-1 0 0,1 0 0,-1 0 0,1 0 0,-1 0 0,1 0 0,-1 1 0,0-1 0,1 0 0,0 1 0,2-1 0,0 1 0,0-1 0,0 1 0,0 0 0,0 0 0,0 0 0,0 1 0,0-1 0,-1 1 0,1-1 0,-1 1 0,1 0 0,-1 0 0,1 0 0,-1 0 0,3 5 0,5 2 0,15 26 0,-12-21 0,-11-11 0,1 0 0,-1-1 0,1 1 0,-1-1 0,1 1 0,0-1 0,0 0 0,0 0 0,0-1 0,1 1 0,2 1 0,-2-2 0,0 0 0,0 0 0,0 0 0,0-1 0,0 1 0,0-1 0,0 0 0,0-1 0,0 1 0,0 0 0,-1-1 0,1 0 0,0 0 0,0 0 0,6-3 0,-5 2-421,13-6-2898,-18 8 3234,0 0 1,1-1-1,-1 1 1,0 0-1,0-1 1,1 1-1,-1-1 1,0 1 0,0 0-1,1-1 1,-1 1-1,0-1 1,0 1-1,0-1 1,0 1-1,0-1 1,0 1-1,0 0 1,0-1-1,0 1 1,0-1 0,0 1-1,0-1 1,0 1-1,0-1 1,0 1-1,0-1 1,0 1-1,-1 0 1,1-1-1,0 1 1,0-1-1,0 1 1,-1 0-1,1-1 1,0 1 0,-1-1-1,1 1 1,-1-1-1,-7-17-7063,7 15 6269,0 1-1,1 0 1,-1 0 0,0 0-1,0 0 1,0 0 0,0 1-1,0-1 1,0 0-1,-1 0 1,1 1 0,-3-3-1,-4 2-2963</inkml:trace>
</inkml:ink>
</file>

<file path=ppt/ink/ink1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19.208"/>
    </inkml:context>
    <inkml:brush xml:id="br0">
      <inkml:brushProperty name="width" value="0.035" units="cm"/>
      <inkml:brushProperty name="height" value="0.035" units="cm"/>
    </inkml:brush>
  </inkml:definitions>
  <inkml:trace contextRef="#ctx0" brushRef="#br0">101 79 2689,'-32'-7'4104,"20"3"-1246,-1 1-1,1 0 0,-19 0 2217,56 8-1649,16-3-2184,-26-1-1216,0-1 0,-1 0 0,18-2 0,58-16-6083,-72 13 2614,0-1 0,31-13 0,-30 9-547,5 4-113</inkml:trace>
</inkml:ink>
</file>

<file path=ppt/ink/ink1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19.390"/>
    </inkml:context>
    <inkml:brush xml:id="br0">
      <inkml:brushProperty name="width" value="0.035" units="cm"/>
      <inkml:brushProperty name="height" value="0.035" units="cm"/>
    </inkml:brush>
  </inkml:definitions>
  <inkml:trace contextRef="#ctx0" brushRef="#br0">17 15 744,'-8'-12'8277,"2"10"-4927,3 12-2908,4-9-552,-1 0 0,1 1-1,-1-1 1,1 1-1,-1-1 1,1 0-1,0 1 1,-1-1-1,1 0 1,0 0-1,0 0 1,0 1 0,0-1-1,0 0 1,0 0-1,1-1 1,-1 1-1,0 0 1,0 0-1,1 0 1,-1-1 0,2 1-1,36 14-5607,-34-13 4328,4 2-1391</inkml:trace>
</inkml:ink>
</file>

<file path=ppt/ink/ink1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19.858"/>
    </inkml:context>
    <inkml:brush xml:id="br0">
      <inkml:brushProperty name="width" value="0.035" units="cm"/>
      <inkml:brushProperty name="height" value="0.035" units="cm"/>
    </inkml:brush>
  </inkml:definitions>
  <inkml:trace contextRef="#ctx0" brushRef="#br0">211 10 896,'10'-10'23330,"-19"15"-20518,-41 22-727,39-22-1564,0 0-1,0 1 1,0 0-1,1 1 1,0 0-1,-13 13 1,0-1-521,20-16 0,0-1 0,0 0 0,0 1 0,0 0 0,0 0 0,0 0 0,1 0 0,-1 0 0,1 0 0,0 1 0,0-1 0,-2 6 0,-3 8 0,6-15 0,0 1 0,-1-1 0,2 0 0,-1 1 0,0-1 0,0 1 0,1 0 0,-1-1 0,1 1 0,0 3 0,0-4 0,0 1 0,0-1 0,0 0 0,0 1 0,0-1 0,1 1 0,-1-1 0,1 1 0,0-1 0,-1 0 0,1 1 0,2 2 0,-2-4 0,1 0 0,-1 0 0,0 0 0,0 0 0,1 0 0,-1-1 0,0 1 0,1-1 0,-1 1 0,1-1 0,-1 1 0,0-1 0,1 0 0,-1 0 0,1 0 0,-1 0 0,1 0 0,-1 0 0,1 0 0,-1 0 0,1-1 0,-1 1 0,3-1 0,7-2 0,1 1 0,-1-1 0,-1-1 0,1 0 0,0-1 0,-1 0 0,0 0 0,13-11 0,29-18 0,-30 21 0,-3 0 0,-14 8 0,1 1 0,1 0 0,-1 0 0,0 0 0,14-5 0,-17 9 0,1-1 0,0 0 0,0 0 0,-1 0 0,1-1 0,-1 1 0,1-1 0,-1 0 0,4-2 0,-4 1 0,-2 3 0,0 0 0,0 0 0,0 0 0,0 0 0,0 1 0,0-1 0,-1 0 0,1 1 0,0-1 0,0 0 0,0 1 0,0-1 0,0 1 0,-1-1 0,1 1 0,0 0 0,0-1 0,-1 1 0,1 0 0,-1 0 0,1-1 0,0 1 0,-1 0 0,1 0 0,-1 0 0,0-1 0,1 1 0,-1 0 0,1 2 0,2 3 0,1-1 0,-3-4 0,0 0 0,0 0 0,0 0 0,0 0 0,0 0 0,0 0 0,0 0 0,-1 0 0,1 0 0,0 0 0,-1 1 0,1 1 0,0-1 0,-1-1 0,1 0 0,-1 0 0,1 1 0,0-1 0,-1 0 0,1 0 0,0 0 0,0 0 0,0 0 0,0 0 0,0 0 0,0 0 0,0 0 0,0-1 0,0 1 0,0 0 0,0-1 0,2 2 0,-3-2 0,0 0 0,1 0 0,-1 1 0,1-1 0,-1 0 0,1 0 0,-1 1 0,1-1 0,-1 0 0,1 0 0,-1 0 0,1 0 0,-1 0 0,1 0 0,-1 0 0,1 0 0,-1 0 0,1 0 0,-1 0 0,1 0 0,-1 0 0,1 0 0,-1 0 0,1-1 0,-1 1 0,1 0 0,-1 0 0,1 0 0,-1-1 0,1 1 0,158-62 0,-153 61-6,0 0 0,1 1 0,-1-1 0,0 1-1,0 1 1,0-1 0,0 1 0,0 0 0,0 0 0,0 0 0,0 1 0,9 4 0,-2-2-144,14 0-8859,-14-5 7102,-1 0 0,1 0 0,14-5 0,49-9-6666,-34 10 4014</inkml:trace>
</inkml:ink>
</file>

<file path=ppt/ink/ink1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20.691"/>
    </inkml:context>
    <inkml:brush xml:id="br0">
      <inkml:brushProperty name="width" value="0.035" units="cm"/>
      <inkml:brushProperty name="height" value="0.035" units="cm"/>
    </inkml:brush>
  </inkml:definitions>
  <inkml:trace contextRef="#ctx0" brushRef="#br0">33 66 360,'-9'-24'5976,"9"22"-5318,0 0 1,-1 0 0,1 0 0,-1 0-1,0 0 1,0 0 0,0 0 0,0 0-1,0 0 1,0 1 0,0-1 0,0 0-1,-1 1 1,-1-3 0,3 4-425,0 0 1,-1 0-1,1 0 0,0-1 1,0 1-1,-1 0 1,1 0-1,0-1 1,0 1-1,0 0 0,0 0 1,-1-1-1,1 1 1,0 0-1,0-1 1,0 1-1,0 0 0,0-1 1,0 1-1,0 0 1,0-1-1,0 1 1,0 0-1,0-1 0,0 1 1,0 0-1,1-5 5648,-7 9-5348,7-1-3,0 0 0,1 0 0,-1 0-1,1 0 1,0 0 0,4 5 0,11 18-442,-16-25-89,0 0 0,0 1 0,0-1 0,-1 0 0,1 1 0,0-1 0,-1 0 0,1 1 0,0-1 0,-1 1 0,1 1 0,7 15 0,49 66 0,-15-15 0,-14-7 0,-21-48 0,-1 1 0,-1 0 0,0 0 0,-1 0 0,3 18 0,-2-10 0,3 40-4557,-5-54 2174,4 19-7621,-18-27 3801,-11-2 2555,-37-20 1558,36 11 5083,-35-21-1,56 30-2575,0 0-1,0 0 0,0 0 0,0 1 1,0-1-1,0 1 0,0 0 0,0-1 0,0 1 1,0 0-1,0 0 0,-3 0 0,-1 0 1052,-7-2 5072,15-2-1897,6 0-3864,1 0 0,0 1 0,1-1 0,16-2 0,5-2 164,94-28-943,-66 21 0,-1-2 0,93-42 0,-145 56 0,0 0 0,0 0 0,0 0 0,0-1 0,-1 0 0,1 0 0,-1-1 0,-1 1 0,1-1 0,0 0 0,5-9 0,-9 14 0,5-5 0,-6 4 0,-1-1 0,1 1 0,-1 0 0,0 0 0,1 0 0,-1 0 0,0 0 0,0 0 0,0 0 0,0 1 0,0-1 0,0 0 0,0 0 0,0 1 0,0-1 0,0 0 0,-2 0 0,0 0 0,-1 0 0,0 1 0,1-1 0,-1 1 0,0 0 0,1 0 0,-1 0 0,0 0 0,1 0 0,-1 1 0,0 0 0,1 0 0,-6 2 0,-9 0 0,5 0 0,1 1 0,-1 0 0,1 1 0,0 0 0,0 1 0,0 0 0,1 1 0,0 0 0,0 1 0,1 0 0,-13 13 0,21-19 0,1-1 0,-1 1 0,1 0 0,-1 0 0,1-1 0,0 1 0,0 0 0,0 0 0,0 0 0,0 0 0,0 0 0,1 1 0,-1-1 0,1 0 0,-1 0 0,1 0 0,0 1 0,0-1 0,0 0 0,0 0 0,0 0 0,0 1 0,1-1 0,-1 0 0,1 0 0,0 0 0,-1 0 0,1 0 0,0 0 0,0 0 0,0 0 0,1 0 0,-1 0 0,0 0 0,3 2 0,-1 0 0,1-1 0,-1 1 0,1-1 0,-1 0 0,1 0 0,0-1 0,0 1 0,0-1 0,0 0 0,1 0 0,-1 0 0,1 0 0,-1-1 0,1 0 0,-1 0 0,1 0 0,5 0 0,17-3 0,49-8 0,-46 5 0,-16-1 0,-11 5 0,0 0 0,0-1 0,-1 1 0,1 0 0,0 0 0,0 1 0,0-1 0,1 0 0,-1 1 0,0 0 0,0 0 0,5 0 0,-7 0 0,0 0 0,0 0 0,1 0 0,-1 0 0,0 0 0,0 0 0,0 0 0,0 1 0,0-1 0,0 0 0,0 1 0,0-1 0,0 0 0,0 1 0,0-1 0,0 1 0,0 0 0,-1-1 0,1 1 0,0 0 0,0-1 0,0 1 0,0 1 0,0-1 0,-1-1 0,0 1 0,0-1 0,1 0 0,-1 1 0,0-1 0,1 0 0,-1 1 0,0-1 0,1 0 0,-1 0 0,1 1 0,-1-1 0,0 0 0,1 0 0,-1 0 0,1 1 0,-1-1 0,0 0 0,1 0 0,-1 0 0,1 0 0,0 0 0,10 5 0,-11-5 0,1 1 0,0 0 0,-1-1 0,1 1 0,0-1 0,0 0 0,-1 1 0,1-1 0,0 0 0,0 1 0,0-1 0,0 0 0,-1 0 0,1 0 0,0 0 0,1 1 0,73-2-6491,-57-2 3902,-1 0 1,1-2-1,-2 0 0,1 0 0,0-2 0,-1 0 0,0-1 0,17-11 1,-16 8-197</inkml:trace>
</inkml:ink>
</file>

<file path=ppt/ink/ink1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21.243"/>
    </inkml:context>
    <inkml:brush xml:id="br0">
      <inkml:brushProperty name="width" value="0.035" units="cm"/>
      <inkml:brushProperty name="height" value="0.035" units="cm"/>
    </inkml:brush>
  </inkml:definitions>
  <inkml:trace contextRef="#ctx0" brushRef="#br0">126 90 1944,'0'-2'273,"0"-1"645,0-1-1,0 1 1,0-1-1,0 0 0,-1 1 1,-1-6-1,1 8-637,1 0-1,-1 0 1,0 0-1,0 0 1,1 0-1,-1 0 1,0 0-1,0 0 1,0 0-1,0 0 1,0 0 0,-1 1-1,1-1 1,0 0-1,0 1 1,0-1-1,-1 1 1,1-1-1,-2 1 1,1-1 238,-1 0 1,1 1-1,-1-1 1,1 1 0,-1 0-1,1 0 1,-1 0-1,1 0 1,-1 0-1,1 1 1,-1-1-1,1 1 1,-4 1 0,-29 17 4712,24-12-3255,9-6-1836,1 1 0,-1 0 1,1-1-1,0 1 1,-1 0-1,1 0 0,0 0 1,0 0-1,0 0 0,1 0 1,-1 1-1,0-1 0,1 0 1,-1 0-1,1 0 0,0 1 1,0-1-1,0 0 0,0 0 1,0 1-1,0-1 1,0 0-1,1 0 0,-1 1 1,1-1-1,0 0 0,0 0 1,1 3-1,-1-3-140,0 0 0,0 0 0,1 0 0,-1 0 0,0 0 0,1 0 0,-1-1 0,1 1 0,-1-1 0,1 1 0,0-1 0,-1 1 0,1-1 0,3 2 0,113 68 0,-105-61 0,0 0 0,-1 1 0,-1 0 0,0 1 0,16 22 0,-20-26 0,-6-7 0,0 0 0,-1 0 0,1 0 0,0 0 0,0 0 0,-1 1 0,1-1 0,0 0 0,-1 0 0,1 1 0,-1-1 0,0 0 0,1 1 0,-1-1 0,0 1 0,0-1 0,0 1 0,0-1 0,0 0 0,0 1 0,0-1 0,-1 1 0,1-1 0,0 0 0,-1 1 0,1-1 0,-1 0 0,0 0 0,1 1 0,-1-1 0,0 0 0,0 0 0,-1 2 0,-3 2 0,0 0 0,-1-1 0,0 1 0,0-1 0,-8 5 0,4-3 0,0-1 0,0-1 0,-1 1 0,0-2 0,-14 4 0,1 0 0,22-6-28,-1-1-1,1 1 1,-1-1-1,1 0 1,-1 0-1,0 0 1,1 0-1,-1 0 1,1 0-1,-1-1 1,1 1-1,-3-2 1,5 2 15,-1 0 1,1 0-1,-1-1 1,1 1-1,-1 0 1,1 0-1,0 0 1,-1-1-1,1 1 1,0 0-1,-1-1 1,1 1-1,0 0 1,-1-1-1,1 1 1,0 0-1,0-1 1,-1 1-1,1-1 1,0 1-1,0 0 1,0-1-1,0 1 1,-1-1-1,1 0 1,1 0-5,-1 0 1,0 0-1,0 0 1,1 0-1,-1 0 1,1 0-1,-1 1 1,1-1-1,-1 0 1,1 0-1,-1 0 1,1 1-1,0-1 1,0 0-1,-1 0 1,1 1-1,1-1 1,26-21-1908,53-29-1,3-2-786,-41 23 1444,-10 8 445,-1-2-1,33-31 1,-60 49 870,1 1 1,-2-1 0,1 0 0,-1 0-1,0-1 1,0 1 0,0-1 0,-1 0 0,0 0-1,-1 0 1,0 0 0,0 0 0,2-13-1,-4 18 139,-1 0 0,1 0 0,0 0 0,-1 0-1,0 0 1,1 0 0,-1 0 0,0 0 0,0 1-1,0-1 1,0 0 0,0 1 0,0-1-1,-1 1 1,1-1 0,0 1 0,-3-2 0,-5-7 1928,-3 6-529,12 4-1495,-1 0-1,1 0 1,-1 0-1,1 0 1,-1 0-1,1 0 1,-1 0-1,1 0 1,0-1-1,-1 1 1,1 0-1,-1 0 1,1 0-1,-1 0 1,1-1-1,0 1 1,-1 0 0,1 0-1,0-1 1,-1 1-1,1 0 1,0 0-1,-1-1 1,1 1-1,0-1 1,-1 1-1,1 0 1,0-1-1,0 0 1,1 1 422,-1 2-494,-1-1-1,1 0 1,0 1 0,-1-1-1,1 0 1,-1 1 0,1-1-1,-1 0 1,0 0-1,1 0 1,-1 0 0,0 0-1,0 0 1,0 0-1,-2 2 1,-2 4-6,2 0-13,-1 1 0,1 0 0,1 1 0,-1-1 0,1 0 0,1 1 0,0-1 0,0 1 0,1-1 0,0 14 0,3 8 0,11 50 0,-2-23 0,-10-47 0,0-1 0,1 0 0,7 16 0,-6-16 0,0 1 0,4 18 0,-6-21 0,0 0 0,1 0 0,6 11 0,-7-13 0,1-1 0,-1 1 0,0 0 0,0 0 0,-1 0 0,1 0 0,-1 0 0,0 5 0,-1-9-183,0 0-1,0 0 1,0 0 0,1 0-1,-1-1 1,0 1 0,0 0-1,1 0 1,-1 0-1,0 0 1,1-1 0,-1 1-1,0 0 1,1 0 0,0-1-1,-1 1 1,1 0 0,-1-1-1,1 1 1,0 0 0,-1-1-1,1 1 1,0-1-1,0 1 1,-1-1 0,1 0-1,0 1 1,0-1 0,0 0-1,-1 1 1,1-1 0,0 0-1,0 0 1,0 0 0,0 0-1,0 0 1,0 0-1,1 0 1,1 0-770,0 0 1,0-1-1,1 1 0,-1-1 0,0 0 1,0 0-1,0 0 0,0 0 1,4-2-1,34-18-9191,-23 10 5159</inkml:trace>
</inkml:ink>
</file>

<file path=ppt/ink/ink1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21.521"/>
    </inkml:context>
    <inkml:brush xml:id="br0">
      <inkml:brushProperty name="width" value="0.035" units="cm"/>
      <inkml:brushProperty name="height" value="0.035" units="cm"/>
    </inkml:brush>
  </inkml:definitions>
  <inkml:trace contextRef="#ctx0" brushRef="#br0">376 18 1392,'1'0'417,"-1"-1"-1,0 1 1,0-1 0,0 1-1,0-1 1,0 0-1,0 1 1,0-1 0,0 1-1,0-1 1,0 1-1,0-1 1,0 1-1,0-1 1,-1 1 0,1-1-1,0 0 1,0 1-1,0-1 1,-1 1 0,1 0-1,0-1 1,-1 1-1,1-1 1,0 1-1,-1-1 1,1 1 0,-1 0-1,1-1 1,-1 1-1,1 0 1,-1-1 0,1 1-1,-1 0 1,1 0-1,-1 0 1,1-1-1,-1 1 1,1 0 0,-1 0-1,1 0 1,-1 0-1,1 0 1,-1 0 0,0 0-1,1 0 1,-1 0-1,1 0 1,-1 0-1,1 1 1,-1-1 0,1 0-1,-2 0 1,-6 1 3917,-33 20 211,31-17-4545,0 1 0,0 0 0,-13 10 0,11-7 0,-40 23 0,31-20 0,1 1 0,0 0 0,0 2 0,2 0 0,0 2 0,-25 25 0,36-32 0,3-5 0,1 0 0,0 0 0,0 0 0,0 0 0,-4 8 0,7-11 0,0 0 0,-1-1 0,1 1 0,0 0 0,0 0 0,0 0 0,0 0 0,0 0 0,0-1 0,0 1 0,0 0 0,0 0 0,0 0 0,0 0 0,1 0 0,-1-1 0,0 1 0,0 0 0,1 0 0,-1 0 0,1-1 0,-1 1 0,1 0 0,-1-1 0,1 1 0,-1 0 0,1-1 0,0 1 0,-1 0 0,1-1 0,0 1 0,-1-1 0,1 0 0,0 1 0,0-1 0,0 1 0,-1-1 0,1 0 0,1 0 0,33 12 0,1-2 0,0-2 0,0-1 0,66 3 0,-3 1 0,7 7 34,38 5-595,-127-22-2429,1 0 0,28-3-1,-22-1-5490,32-9 0,-32 7 3294</inkml:trace>
</inkml:ink>
</file>

<file path=ppt/ink/ink1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24.861"/>
    </inkml:context>
    <inkml:brush xml:id="br0">
      <inkml:brushProperty name="width" value="0.035" units="cm"/>
      <inkml:brushProperty name="height" value="0.035" units="cm"/>
    </inkml:brush>
  </inkml:definitions>
  <inkml:trace contextRef="#ctx0" brushRef="#br0">1 24 224,'2'-1'545,"0"0"0,0 0 0,0 0 0,1 1-1,-1-1 1,0 1 0,1-1 0,-1 1 0,5 0 0,-5 0-175,0 0-1,0-1 1,0 1 0,0 0 0,0-1 0,0 1 0,-1-1 0,1 1-1,3-2 1,-1 0-57,0 0 0,0 0-1,1 1 1,-1 0-1,1-1 1,-1 2-1,1-1 1,-1 0 0,6 1-1,50 1 1873,-25 0-1080,-6-1-156,0 0-1,1 2 1,-1 1-1,55 13 1,-76-13-820,0 0 0,-1 0 0,1 1 0,-1 0 1,0 0-1,0 1 0,0 0 0,-1 0 0,1 1 1,9 11-1,-13-14-88,-1-1 0,0 1 0,0 1 0,0-1 0,0 0 0,0 0 0,-1 1 0,1-1 0,-1 1 0,0-1-1,0 1 1,0 0 0,-1-1 0,1 1 0,-1 0 0,0-1 0,0 1 0,0 0 0,-1 0 0,1-1 0,-1 1 0,0 0 0,0-1 0,0 1 0,0-1 0,-3 6 0,-3 2 19,4-3-83,0-1 1,-1 1-1,0-1 1,-1 0-1,1-1 1,-1 1-1,-1-1 1,1 0 0,-1 0-1,0-1 1,0 1-1,-1-1 1,-8 4-1,-2 0-378,8-3-194,0-2 0,0 1 0,-1-1 0,1-1 0,-12 3 0,-43 5-3971,-4-6-4223,42-5 4849</inkml:trace>
</inkml:ink>
</file>

<file path=ppt/ink/ink1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26.511"/>
    </inkml:context>
    <inkml:brush xml:id="br0">
      <inkml:brushProperty name="width" value="0.035" units="cm"/>
      <inkml:brushProperty name="height" value="0.035" units="cm"/>
    </inkml:brush>
  </inkml:definitions>
  <inkml:trace contextRef="#ctx0" brushRef="#br0">387 28 632,'15'-7'6467,"-9"1"-3329,-5 6-2791,-1 0 0,0-1 1,0 1-1,0 0 0,0-1 1,0 1-1,0 0 0,1-1 1,-1 1-1,0 0 0,0-1 1,0 1-1,0 0 0,0-1 1,0 1-1,0 0 0,-1-1 1,1 1-1,0 0 0,-3-4 4516,3 3-4516,0 1 1,-1 0-1,-8-3 1432,8 3-863,-10 0 1359,8 0-2120,0-1 0,0 1 0,0 0 0,-1 0 0,1 1 0,0-1 0,0 1 0,0-1 0,0 1 0,1 0 0,-4 2 0,-2 0-137,0 1-1,1-1 0,-17 5 0,12-5-7,9-1-14,1 0 0,0-1-1,-1 1 1,1 0 0,0 0-1,0 0 1,0 0 0,0 0 0,0 1-1,1-1 1,-1 1 0,1-1 0,-1 1-1,1 0 1,0-1 0,0 1 0,0 0-1,1 0 1,-2 5 0,4-5 8,0 0 0,-1 1 0,1-1 0,0 0 0,1-1 0,-1 1 0,1 0 0,-1-1 0,1 1 0,0-1 0,0 0 0,3 3 0,1-3 9,-5-1 10,1 0 1,-1 0-1,1-1 0,-1 1 1,1-1-1,0 1 1,0-1-1,-1 0 0,1 0 1,0 0-1,0 0 1,-1 0-1,1-1 0,3 0 1,10-4 145,-10 4 18,0-1 0,1 0 0,-1-1 0,11-5 0,-17 6-115,1 0 1,-1-1-1,1 1 1,-1 0-1,0 0 0,0-1 1,0 1-1,0 0 1,0 0-1,-1-4 1,1 1 104,-1-4-81,1-6 73,1 15-166,-1-1-1,0 1 0,0 0 1,0-1-1,0 1 0,0 0 1,0-1-1,0 1 0,0 0 1,0 0-1,1-1 0,-1 1 1,0 0-1,0 0 0,0-1 1,1 1-1,-1 0 1,0 0-1,0-1 0,1 1 1,-1 0-1,0 0 0,0 0 1,1 0-1,-1 0 0,0-1 1,1 1-1,-1 0 0,0 0 1,0 0-1,1 0 0,-1 0 1,1 0-1,0 0-10,2 1-6,0-1 0,0 1 0,-1 0 0,1 0 0,0 0 0,-1 0 0,1 0 0,-1 1 0,1-1 0,-1 1 0,4 2 0,1 1 14,4 2 5,-1 0-1,14 13 1,-20-16 4,-1-1 0,1 1 1,-1 0-1,0 0 0,0 0 0,0 0 1,0 1-1,3 9 0,13 20 71,-15-29-77,-1 1 1,1 1-1,-1-1 0,4 10 1,-7-15-5,1 1 1,-1 0 0,1 0-1,-1-1 1,0 1-1,0 0 1,0 0 0,0 0-1,0 0 1,0-1 0,-1 1-1,1 0 1,-1 0-1,1-1 1,-1 1 0,1 0-1,-1-1 1,0 1-1,0 0 1,0-1 0,-2 3-1,-3 4-25,4-4-86,-1-1 0,0 1 0,0-1-1,0 1 1,0-1 0,-1 0 0,1 0 0,-1 0 0,0-1 0,0 1-1,0-1 1,0 0 0,-7 3 0,-21 3-2476,-1 0-1,-65 6 1,-67-8-6392,76-4 3340,14 2 894</inkml:trace>
</inkml:ink>
</file>

<file path=ppt/ink/ink1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28.124"/>
    </inkml:context>
    <inkml:brush xml:id="br0">
      <inkml:brushProperty name="width" value="0.035" units="cm"/>
      <inkml:brushProperty name="height" value="0.035" units="cm"/>
    </inkml:brush>
  </inkml:definitions>
  <inkml:trace contextRef="#ctx0" brushRef="#br0">280 0 3153,'-14'0'13511,"-7"0"-8268,13 0-4748,0 1 0,0 0 0,0 0 0,1 1 0,-1 0 0,1 0 0,-1 1 0,1 0 0,-14 8-1,-1 3 2242,-35 28 0,34-23-2297,18-15-439,1 0 0,-1 1 0,1 0 0,-1 0 0,1 0 0,1 0 0,-1 1 0,1-1 0,0 1 0,-3 8 0,5-10 0,-1-1 0,1 0 0,0 1 0,1 0 0,-1-1 0,1 1 0,-1-1 0,1 1 0,0 0 0,0-1 0,1 1 0,-1-1 0,1 1 0,0 0 0,0-1 0,0 0 0,0 1 0,1-1 0,-1 0 0,3 4 0,1 2 0,1-1 0,0 1 0,0-2 0,1 1 0,0-1 0,0 1 0,1-2 0,0 1 0,14 8 0,-5-7 0,0 0 0,0-2 0,1 0 0,0-1 0,0 0 0,0-2 0,1 0 0,-1-1 0,1-1 0,-1-1 0,1 0 0,34-6 0,-21 1 0,0-1 0,0-1 0,31-12 0,-36 8 0,1 1 0,47-25 0,-68 31 0,0-1 0,0 1 0,0-1 0,0-1 0,-1 1 0,0-1 0,0 0 0,-1-1 0,1 1 0,7-15 0,-12 19 0,0-1 0,0 1 0,0-1 0,-1 0 0,1 1 0,-1-1 0,1 0 0,-1 1 0,0-1 0,0 0 0,-1 0 0,1 1 0,0-1 0,-1 0 0,0 1 0,0-4 0,-20-40 0,18 41 0,-1 0 0,1 0 0,-1 0 0,0 1 0,0 0 0,0-1 0,-1 2 0,-7-7 0,-14-11 0,23 17 0,0 1 0,0 0 0,-1 1 0,1-1 0,-1 1 0,0-1 0,0 1 0,0 0 0,0 0 0,0 1 0,0-1 0,0 1 0,0 0 0,-1 0 0,1 1 0,0-1 0,-1 1 0,1 0 0,-1 0 0,1 0 0,-5 1 0,4 1 0,1 0 0,0 0 0,0 0 0,0 1 0,0 0 0,0-1 0,1 1 0,-1 1 0,-4 4 0,2-1 0,0 0 0,0 0 0,1 1 0,0 0 0,1 0 0,-1 0 0,1 1 0,1-1 0,0 1 0,0 0 0,1 0 0,0 0 0,0 0 0,0 16 0,2-22 0,0 0 0,0 0 0,1 0 0,-1 0 0,1 0 0,0 0 0,0 0 0,0 0 0,0-1 0,0 1 0,1 0 0,-1-1 0,1 1 0,0-1 0,0 1 0,0-1 0,0 0 0,3 3 0,4 1 0,-8-5 0,1 0 0,-1 0 0,0 0 0,1 0 0,-1-1 0,0 1 0,1 0 0,-1-1 0,1 1 0,-1-1 0,1 1 0,-1-1 0,1 0 0,-1 0 0,1 0 0,0 0 0,-1 0 0,1 0 0,-1 0 0,1 0 0,-1-1 0,1 1 0,-1 0 0,1-1 0,-1 1 0,2-2 0,8-1 0,0-2 0,0 1 0,15-10 0,-22 12 0,1-1 0,-1 0 0,0 0 0,0-1 0,-1 1 0,1-1 0,-1 0 0,1 0 0,4-8 0,4-1 0,7-6 0,-19 17 0,0 2 0,0 0 0,0 0 0,0-1 0,1 1 0,-1 0 0,0 0 0,0-1 0,0 1 0,0 0 0,0 0 0,0 0 0,1-1 0,-1 1 0,0 0 0,0 0 0,0 0 0,1-1 0,-1 1 0,0 0 0,0 0 0,0 0 0,1 0 0,-1 0 0,0 0 0,0-1 0,1 1 0,-1 0 0,0 0 0,0 0 0,1 0 0,-1 0 0,0 0 0,1 0 0,-1 0 0,0 0 0,0 0 0,1 0 0,-1 0 0,0 1 0,0-1 0,1 0 0,-1 0 0,0 0 0,0 0 0,1 0 0,0 0 0,0 0 0,0 0 0,-1 0 0,1 1 0,0-1 0,0 0 0,0 0 0,0 0 0,0 1 0,0-1 0,0 0 0,-1 1 0,1-1 0,0 1 0,0-1 0,0 1 0,-1 0 0,1-1 0,0 1 0,-1 0 0,1-1 0,0 2 0,5 4 0,19 25 0,-21-27 0,0 1 0,0 0 0,0 0 0,-1 1 0,0-1 0,5 11 0,-5-9 0,1 1 0,0-1 0,7 9 0,-11-15-42,0-1 0,0 0 1,0 0-1,0 0 0,0 0 0,0 0 1,0 1-1,0-1 0,1 0 0,-1 0 0,0 0 1,0 0-1,0 0 0,0 0 0,0 0 0,0 1 1,0-1-1,1 0 0,-1 0 0,0 0 1,0 0-1,0 0 0,0 0 0,0 0 0,1 0 1,-1 0-1,0 0 0,0 0 0,0 0 1,0 0-1,1 0 0,-1 0 0,0 0 0,0 0 1,0 0-1,0 0 0,0 0 0,1 0 1,-1 0-1,0 0 0,0 0 0,0 0 0,0 0 1,0-1-1,1 1 0,-1 0 0,0 0 0,0 0 1,0 0-1,0 0 0,0 0 0,0 0 1,0-1-1,0 1 0,0 0 0,1 0 0,-1 0 1,0 0-1,0 0 0,0-1 0,0 1 1,0 0-1,0 0 0,0 0 0,0-1 0,1-8-4116,4 3 2129,-3 3 817,1-1 0,0 0-1,1 1 1,-1 0 0,1-1 0,3-1 0,-4 2 663,-1 1 0,0-1 0,1 1 0,-1-1 0,0 0 0,0 0 0,0 0 0,-1 0 0,1 0 0,1-6 0,8-12-1723,-8 16 2064,1 0 0,-1 0 1,-1-1-1,1 1 1,-1-1-1,0 1 1,0-1-1,0 0 1,0-7-1,-1 11 316,-1-1-1,1 1 0,-1 0 0,1-1 0,0 1 0,0 0 1,0 0-1,0 0 0,0 0 0,1 0 0,-1 0 1,1 0-1,-1 1 0,1-1 0,0 0 0,2-1 0,6-8 1204,-9 10-1104,-1 0 0,1 1 1,-1-1-1,0 0 0,1 1 0,-1-1 0,0 0 1,1 0-1,-1 1 0,0-1 0,0 0 0,0 0 1,0 1-1,0-1 0,0 0 0,0 0 0,0 0 1,0 1-1,0-1 0,0 0 0,-1 0 0,1 1 1,0-1-1,0 0 0,-1 0 0,1 1 0,-1-1 1,1 0-1,0 1 0,-1-1 0,1 0 0,-1 1 1,0-1-1,-20-17 15978,22 19-16131,1 0 0,-1 1-1,1-1 1,-1 1 0,0-1 0,0 1-1,1-1 1,-1 1 0,0 0 0,0-1-1,0 1 1,-1 0 0,1 0-1,0 0 1,-1 0 0,1 0 0,-1 2-1,7 38 434,-7-36-487,1 0 0,0 0 0,1 0 0,-1 0 0,1 0 0,3 6 0,-2-7 0,-1 1 0,0-1 0,0 1 0,-1 0 0,0-1 0,1 8 0,6 23 0,-8-33 0,1-1 0,-1 0 0,1 0 0,-1 1 0,1-1 0,0 0 0,0 0 0,-1 0 0,2 0 0,-1 0 0,0 0 0,0 0 0,1 0 0,-1-1 0,1 1 0,1 1 0,3 4 0,-3-7 0,-1-1 0,1 0 0,-1 0 0,1 0 0,-1 0 0,1-1 0,-1 1 0,0-1 0,0 1 0,1-1 0,-1 0 0,3-3 0,5-8 0,-1-1 0,16-28 0,-8 11 0,-10 22 0,-6 9 0,0-1 0,-1 1 0,1-1 0,-1 1 0,1-1 0,0 0 0,-1 1 0,1-1 0,-1 0 0,0 0 0,1 1 0,-1-1 0,1 0 0,-1 0 0,0 0 0,0 0 0,1 0 0,-1 1 0,0 0 0,0-1 0,0 1 0,0-1 0,1 1 0,-1 0 0,0-1 0,0 1 0,1 0 0,-1-1 0,0 1 0,1 0 0,-1 0 0,0-1 0,1 1 0,-1 0 0,0 0 0,1 0 0,-1-1 0,0 1 0,1 0 0,-1 0 0,1 0 0,-1 0 0,0 0 0,1 0 0,-1 0 0,1 0 0,-1 0 0,0 0 0,2 0 0,16 1 0,-13-1 0,0 1 0,-1 0 0,1 0 0,-1 0 0,1 1 0,-1-1 0,0 1 0,0 0 0,0 0 0,0 1 0,0-1 0,-1 1 0,1 0 0,-1 0 0,1 0 0,-1 0 0,0 1 0,5 6 0,-6-7-114,1 1 1,0-1-1,0 0 1,0 1-1,1-1 1,6 4-1,-8-6-14,0 0-1,0 1 0,0-1 1,0 0-1,0 1 1,0 0-1,-1-1 0,1 1 1,-1 0-1,1 0 0,-1 0 1,0 0-1,1 0 1,-1 0-1,0 0 0,0 0 1,-1 0-1,1 1 1,0-1-1,-1 0 0,1 1 1,-1 3-1,0-3-2975</inkml:trace>
</inkml:ink>
</file>

<file path=ppt/ink/ink1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28.788"/>
    </inkml:context>
    <inkml:brush xml:id="br0">
      <inkml:brushProperty name="width" value="0.035" units="cm"/>
      <inkml:brushProperty name="height" value="0.035" units="cm"/>
    </inkml:brush>
  </inkml:definitions>
  <inkml:trace contextRef="#ctx0" brushRef="#br0">9 70 4025,'0'-10'9565,"-6"4"-4397,5 5-4642,1 1-331,0 0 0,0 0 1,0 0-1,0-1 0,-1 1 0,1 0 0,0 0 1,0-1-1,0 1 0,0 0 0,0 0 0,0-1 0,0 1 1,0 0-1,0 0 0,0-1 0,0 1 0,0 0 0,0 0 1,0-1-1,0 1 0,0 0 0,0 0 0,0-1 0,0 1 1,0 0-1,0 0 0,0-1 0,1 1 0,-1 0 1,0 0-1,0-1 0,0 1 0,0 0 0,1 0 0,-1 0 1,0 0-1,0-1 0,0 1 0,1 0 0,-1 0 0,0 0 1,0 0-1,0 0 0,1-1 0,-1 1 0,0 0 0,0 0 1,1 0-1,-1 0 0,0 0 0,1 0 0,-1 0 0,0 0 1,0 0-1,1 0 0,-1 0 0,1 1 1748,9 4-1723,-6 0-220,-3-4 0,0 0 0,0 0 0,0 0 0,0 0 0,0 0 0,0 0 0,0 0 0,-1 1 0,1-1 0,-1 0 0,1 0 0,-1 1 0,1-1 0,-1 0 0,1 3 0,-1-1 0,0 0 0,1 0 0,-1 0 0,1 0 0,0 0 0,0 0 0,3 5 0,-3-5 0,1-1 0,-1 1 0,0 0 0,0 0 0,0 0 0,-1 0 0,1 6 0,0-4 0,-1 1 0,1-1 0,0 0 0,1 1 0,2 6 0,-2-7 0,-1 0 0,1 1 0,-1-1 0,0 0 0,0 9 0,0-10 0,0 1 0,0 0 0,1 0 0,-1-1 0,1 1 0,0-1 0,0 1 0,1-1 0,-1 0 0,1 0 0,4 5 0,10 17 0,-16-24 0,1 0 0,-1 0 0,1-1 0,0 1 0,0-1 0,0 1 0,0-1 0,0 0 0,0 1 0,0-1 0,0 0 0,1-1 0,4 2 0,-4-1 0,-1-1 0,1 0 0,0-1 0,0 1 0,0 0 0,0-1 0,-1 0 0,1 1 0,0-1 0,0 0 0,-1-1 0,1 1 0,-1 0 0,1-1 0,-1 1 0,0-1 0,1 0 0,-1 0 0,0 0 0,0 0 0,0 0 0,0 0 0,-1-1 0,1 1 0,2-5 0,6-8 0,0 2 0,-1 0 0,0 0 0,-1-1 0,-1 0 0,10-28 0,-14 36 0,0 0 0,0 1 0,0 0 0,1-1 0,-1 1 0,1 0 0,8-6 0,1-4 0,-12 14 0,0 1 0,0-1 0,0 1 0,0-1 0,0 1 0,0 0 0,0-1 0,0 1 0,0 0 0,0 0 0,0 0 0,1 0 0,-1 0 0,0 0 0,0 0 0,0 0 0,0 0 0,0 1 0,0-1 0,0 0 0,0 1 0,2 0 0,23 10 0,14 26 0,-12 0 0,-21-31 0,0 0 0,-1 0 0,1 1 0,-1 0 0,9 14 0,-13-18 0,0 0 0,0 0 0,1 0 0,0-1 0,-1 1 0,1-1 0,0 0 0,0 0 0,0 0 0,0 0 0,1 0 0,-1-1 0,0 1 0,1-1 0,4 1 0,-6-2 0,0 0 0,0 0 0,0 0 0,-1-1 0,1 1 0,0 0 0,0-1 0,0 0 0,-1 1 0,1-1 0,2-1 0,6-2 0,-8 3 0,-1 1 0,1-1 0,0 0 0,-1 0 0,1 0 0,-1 1 0,1-1 0,-1-1 0,0 1 0,1 0 0,-1 0 0,0 0 0,0-1 0,1 1 0,-1-1 0,0 1 0,-1-1 0,1 1 0,0-1 0,0 1 0,-1-1 0,1 0 0,-1 1 0,1-3 0,0 0 0,-1 0 0,0 1 0,0-1 0,0 0 0,0 1 0,-1-1 0,1 1 0,-1-1 0,0 1 0,-2-6 0,-1-2 0,2 5 0,-1 0 0,1 0 0,-1 1 0,0-1 0,0 1 0,-1-1 0,-6-7 0,-10-17 0,16 23 0,0 0 0,0 1 0,0-1 0,-9-8 0,7 6 0,6 8 0,0-1 0,-1 1 0,1 0 0,-1-1 0,1 1 0,-1 0 0,0-1 0,1 1 0,-1 0 0,0 0 0,0 0 0,-1-2 0,2-2 0,0 5-24,0-1 0,0 1 1,1-1-1,-1 1 0,0 0 0,0-1 0,1 1 0,-1 0 1,0-1-1,1 1 0,-1 0 0,0-1 0,1 1 0,-1 0 1,1 0-1,-1-1 0,0 1 0,1 0 0,-1 0 0,1 0 1,-1 0-1,1 0 0,-1-1 0,1 1 0,-1 0 0,0 0 1,1 0-1,-1 0 0,1 0 0,-1 0 0,1 1 0,-1-1 1,1 0-1,-1 0 0,1 0 0,-1 0 0,1 1 0,15 4-3543,-14-4 3088,-1-1 0,1 1 0,-1 0 0,0-1-1,1 1 1,0-1 0,-1 1 0,1-1 0,-1 0 0,3 0 0,62 0-18718,-58 0 15690</inkml:trace>
</inkml:ink>
</file>

<file path=ppt/ink/ink1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29.157"/>
    </inkml:context>
    <inkml:brush xml:id="br0">
      <inkml:brushProperty name="width" value="0.035" units="cm"/>
      <inkml:brushProperty name="height" value="0.035" units="cm"/>
    </inkml:brush>
  </inkml:definitions>
  <inkml:trace contextRef="#ctx0" brushRef="#br0">1 107 1080,'6'3'1694,"1"0"-1,-1 0 0,1 0 1,-1 1-1,8 6 0,22 11 4757,-11-10-1338,-17-7-3571,0 0-1,0-1 1,0 0 0,17 3-1,-21-5-1407,0-1-1,0 0 1,0 0-1,0 0 0,-1-1 1,1 0-1,0 1 0,0-1 1,0 0-1,0-1 0,-1 1 1,1-1-1,-1 0 1,6-3-1,-2 1-103,-2 1 3,0 0 0,-1 0 0,1-1 0,6-6 0,-9 8-27,-1 1 1,0-1-1,1 0 1,-1 0-1,0 0 1,0 0-1,0 0 1,0-1-1,-1 1 0,1 0 1,-1 0-1,1-1 1,-1 1-1,0 0 1,0-4-1,0 2-5,0-1 0,0 1 0,0-1 0,-1 1 0,0-1 0,0 1 0,-1-1 0,1 1 0,-1 0 0,1 0 0,-2 0 0,1 0 0,0 0 0,-1 0 0,1 1 0,-1-1 0,0 1 0,0-1 0,-1 1 0,-4-3 0,-1-6 0,2 8 0,5 3 0,0 1 0,0 0 0,0-1 0,1 1 0,-1 0 0,0 0 0,0 0 0,0 0 0,0 0 0,0 0 0,0 1 0,1-1 0,-1 0 0,0 1 0,0 0 0,1-1 0,-1 1 0,0 0 0,1 0 0,-4 2 0,2 0 0,-1 0 0,0 1 0,1-1 0,0 1 0,-4 6 0,2-3 0,-25 38 0,27-40 0,1 0 0,-1 0 0,1 0 0,0 0 0,1 0 0,-1 1 0,1-1 0,-1 10 0,-2 10 0,3-21 0,0-1 0,0 1 0,1-1 0,-1 1 0,1 0 0,0-1 0,0 1 0,0-1 0,1 7 0,1-2 0,1-1 0,-1 1 0,1-1 0,1 1 0,-1-1 0,1 0 0,8 10 0,-9-13 0,0-1 0,0 0 0,0 0 0,0-1 0,0 1 0,1-1 0,0 1 0,-1-1 0,1 0 0,0 0 0,0-1 0,0 1 0,0-1 0,0 0 0,8 2 0,47-1-1700,-40-3-556,0-1-1,27-6 1,89-37-8778,-93 30 5806,0 4 17</inkml:trace>
</inkml:ink>
</file>

<file path=ppt/ink/ink1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30.524"/>
    </inkml:context>
    <inkml:brush xml:id="br0">
      <inkml:brushProperty name="width" value="0.035" units="cm"/>
      <inkml:brushProperty name="height" value="0.035" units="cm"/>
    </inkml:brush>
  </inkml:definitions>
  <inkml:trace contextRef="#ctx0" brushRef="#br0">0 41 96,'5'-8'6815,"-5"8"-6477,1-1 0,-1 1 0,0 0 0,1-1 0,-1 1 0,0-1-1,1 1 1,-1-1 0,0 1 0,1-1 0,-1 1 0,0-1 0,0 1-1,0-1 1,0 1 0,1-1 0,-1 0 0,0 1 0,0-1 0,0 1-1,0-1 1,0 1 0,0-1 0,0 0 0,-1 1 0,1-1 0,0 1-1,0-1 1,0 1 0,0-1 0,-1 1 0,1-1 0,-1 0 0,1 0-139,-5-13 13913,11 18-14099,0 1 1,0-1-1,-1 1 1,7 7-1,0-1-23,-7-6 10,-1-1 0,0 1 0,0-1 0,-1 1 0,5 9 0,6 7 0,-10-16 0,-1 1 0,0-1 0,-1 1 0,1-1 0,-1 1 0,0 0 0,0 0 0,0 8 0,10 26 0,7 8 0,4 10 0,-15-40 0,-7-15 0,-1-1 0,1 1 0,0-1 0,1 1 0,-1-1 0,0 0 0,1 1 0,-1-1 0,1 0 0,3 4 0,-4-6 0,1 2 0,0 0 0,0 0 0,1 0 0,-1 0 0,1-1 0,-1 1 0,1-1 0,0 1 0,0-1 0,5 2 0,-2-4 0,1 0 0,-1 0 0,1 0 0,-1-1 0,0 0 0,1 0 0,-1-1 0,0 0 0,-1 0 0,1 0 0,0 0 0,-1-1 0,0 0 0,0 0 0,7-8 0,-5 5 0,0 0 0,-1-1 0,0 0 0,0 0 0,-1-1 0,0 1 0,-1-1 0,1 0 0,4-16 0,-7 11 0,0 1 0,0-1 0,-1 0 0,-1-14 0,0 17 0,0 11 0,0-1 0,0 1 0,0-1 0,0 0 0,0 1 0,0-1 0,0 1 0,0-1 0,0 0 0,0 1 0,0-1 0,0 1 0,0-1 0,-1 0 0,1 1 0,0-1 0,0 1 0,-1-1 0,1 1 0,0-1 0,-1 1 0,1-1 0,-1 1 0,1-1 0,0 1 0,-1-1 0,1 1 0,-1 0 0,1-1 0,-1 1 0,0 0 0,1-1 0,-1 1 0,1 0 0,-1 0 0,1 0 0,-1-1 0,0 1 0,1 0 0,-1 0 0,1 0 0,-1 0 0,0 0 0,1 0 0,-1 0 0,0 0 0,1 1 0,-2-1 0,2 1 0,-1 0 0,0 0 0,0 1 0,0-1 0,1 0 0,-1 0 0,0 1 0,1-1 0,-1 0 0,1 1 0,0-1 0,-1 1 0,1-1 0,0 0 0,0 1 0,0-1 0,0 1 0,0-1 0,0 1 0,0-1 0,1 1 0,0 1 0,-1 0 0,1 0 0,-1 0 0,1 0 0,0 0 0,1 0 0,-1 0 0,0 0 0,1-1 0,-1 1 0,1 0 0,2 2 0,9 8 0,-10-10 0,0 1 0,1-1 0,0 0 0,-1 0 0,1 0 0,0 0 0,7 3 0,-1-3 0,-1 0 0,1-1 0,-1 0 0,1-1 0,0 0 0,0 0 0,-1-1 0,1 0 0,0-1 0,0 0 0,-1-1 0,1 0 0,0 0 0,-1-1 0,0 0 0,0-1 0,0 0 0,0 0 0,13-9 0,-11 6 0,-6 4 0,0 0 0,0 0 0,0-1 0,7-7 0,-9 9 0,0-1 0,0 0 0,-1 1 0,1-1 0,-1 0 0,0 0 0,0-1 0,0 1 0,0 0 0,-1-1 0,1 1 0,-1-1 0,0 1 0,0-1 0,0 0 0,-1 1 0,1-1 0,-1-7 0,0 9 0,-1-1 0,1 1 0,-1-1 0,0 1 0,0-1 0,0 1 0,0 0 0,-1 0 0,1-1 0,-3-2 0,-7-5 0,10 10 0,1 0 0,0 0 0,-1 0 0,1 0 0,0-1 0,-1 1 0,1 0 0,0 0 0,-1 0 0,1 0 0,0 0 0,-1 0 0,1 0 0,0 0 0,-1 0 0,1 0 0,0 0 0,-1 1 0,1-1 0,0 0 0,-1 0 0,1 0 0,0 0 0,0 0 0,-1 1 0,1-1 0,0 0 0,-1 0 0,1 1 0,0-1 0,-1 0 0,0 2 0,0-1 0,1 1 0,-1-1 0,0 1 0,0 0 0,1-1 0,-1 1 0,1 0 0,-1 0 0,1-1 0,0 1 0,-1 0 0,1 0 0,0-1 0,0 1 0,0 0 0,1 0 0,-1 0 0,0-1 0,1 1 0,-1 0 0,1 0 0,0-1 0,-1 1 0,1-1 0,0 1 0,0 0 0,0-1 0,0 0 0,0 1 0,3 1 0,4 6 0,0 0 0,1-1 0,17 12 0,-14-11 0,5 2 0,0 0 0,1-1 0,21 8 0,-24-11 0,0 0 0,-1 1 0,0 0 0,0 1 0,13 12 0,-26-21 0,0 1 0,0 0 0,0-1 0,-1 1 0,1 0 0,0 0 0,0 0 0,-1 0 0,1 0 0,-1 0 0,1 0 0,-1 0 0,1 0 0,-1 0 0,1 0 0,-1 0 0,0 0 0,0 0 0,1 0 0,-1 0 0,0 0 0,0 2 0,-1-1 0,1-1 0,-1 0 0,0 0 0,1 0 0,-1 0 0,0 0 0,1-1 0,-1 1 0,0 0 0,0 0 0,0 0 0,0-1 0,0 1 0,0 0 0,0-1 0,0 1 0,-2 0 0,-7 2 0,0 0 0,0 0 0,-20 2 0,22-4 0,-3 1 0,0-1 0,0 0 0,-13-1 0,22 0 0,-1 0 0,1 0 0,-1-1 0,0 1 0,1-1 0,-1 0 0,1 0 0,-1 0 0,1 0 0,0 0 0,-1 0 0,1-1 0,0 1 0,0-1 0,0 1 0,0-1 0,-3-3 0,5 5 0,0-1 0,-1 1 0,1 0 0,0-1 0,-1 1 0,1-1 0,0 0 0,0 1 0,-1-1 0,1 1 0,0-1 0,0 1 0,0-1 0,0 1 0,0-1 0,0 0 0,0 1 0,0-1 0,0 1 0,0-1 0,0 1 0,0-1 0,0 0 0,0 1 0,1-1 0,-1 1 0,0-1 0,0 1 0,1-1 0,0-1 0,1 0 0,-1 1 0,1-1 0,-1 1 0,1 0 0,0-1 0,-1 1 0,5-2 0,7-3 0,1 0 0,14-4 0,-13 5 0,47-16 0,32-13 0,-80 28 0,-1 0 0,0-1 0,0-1 0,19-14 0,-30 20 0,1-1 0,0 1 0,-1-1 0,1 1 0,-1-1 0,0 0 0,0 0 0,0 0 0,0 0 0,-1 0 0,1 0 0,-1 0 0,0-1 0,0 1 0,0 0 0,0-1 0,0 1 0,-1-1 0,0 1 0,1-1 0,-1 1 0,-1-1 0,1 1 0,0-1 0,-1 1 0,0-1 0,0 1 0,0-1 0,0 1 0,0 0 0,-1 0 0,1-1 0,-1 1 0,0 0 0,0 1 0,-4-6 0,-5-1 0,4 9 0,4 1 0,0 0 0,1 0 0,-1 1 0,1-1 0,0 1 0,-1 0 0,1-1 0,0 1 0,0 0 0,0 1 0,0-1 0,1 0 0,-1 0 0,1 1 0,-1-1 0,1 1 0,0-1 0,0 1 0,0 0 0,0-1 0,-1 6 0,1-3 0,0-1 0,0 0 0,1 1 0,-1-1 0,1 0 0,0 1 0,0-1 0,1 1 0,-1-1 0,1 0 0,0 1 0,2 4 0,2 5 0,1 0 0,9 15 0,-11-21 0,-1-3 0,0-1 0,1 1 0,-1-1 0,1 0 0,0 0 0,0 0 0,0-1 0,1 1 0,-1-1 0,1 0 0,0 0 0,6 2 0,9 4 0,37 10 0,-42-14 0,-2-2 0,1-1 0,-1 0 0,0-1 0,1-1 0,-1 0 0,1-1 0,-1 0 0,21-5 0,-16 0-2179,-2-1 0,1 0 0,30-20 0,-19 11-908,-21 12 1481,-1 0-1,0 0 0,0-1 0,-1 0 0,9-9 1,2-2-3505,1 0 74</inkml:trace>
</inkml:ink>
</file>

<file path=ppt/ink/ink1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31.825"/>
    </inkml:context>
    <inkml:brush xml:id="br0">
      <inkml:brushProperty name="width" value="0.035" units="cm"/>
      <inkml:brushProperty name="height" value="0.035" units="cm"/>
    </inkml:brush>
  </inkml:definitions>
  <inkml:trace contextRef="#ctx0" brushRef="#br0">167 27 2529,'0'-2'987,"-1"1"0,1 0 1,0 0-1,-1-1 1,1 1-1,-1 0 1,1 0-1,-1 0 0,0-1 1,1 1-1,-1 0 1,0 0-1,0 0 1,0 0-1,0 0 0,0 0 1,0 1-1,0-1 1,0 0-1,0 0 1,0 1-1,0-1 0,0 1 1,-1-1-1,1 1 1,0-1-1,0 1 1,-3-1-1,-7 4-787,0 0 1,0 1-1,0 0 1,0 1-1,1 0 0,-1 0 1,-11 9-1,20-12-200,-1 0 0,1 1 0,0-1 0,-1 1 0,1-1 0,0 1 0,0-1 0,1 1 0,-1 0 0,1 0 0,-1 0 0,-1 4 0,-10 41 0,11-39 0,2-4 0,0 1 0,0 0 0,1-1 0,0 1 0,-1-1 0,2 1 0,-1-1 0,1 1 0,0-1 0,0 0 0,0 1 0,1-1 0,0 0 0,0-1 0,6 9 0,11 18 0,-17-26 0,-1 0 0,1-1 0,0 0 0,0 1 0,0-1 0,1 0 0,-1-1 0,1 1 0,0-1 0,4 4 0,4 0 0,1 0 0,19 9 0,-27-14 0,0-1 0,0 1 0,1-1 0,-1 0 0,0 0 0,0-1 0,1 1 0,-1-1 0,1-1 0,5 0 0,-1 0 0,-7 1 0,0 0 0,1 0 0,-1-1 0,0 0 0,1 0 0,-1 0 0,0 0 0,0 0 0,0 0 0,3-3 0,6-2 0,-9 4 0,-1 1 0,1-1 0,0 1 0,-1-1 0,1 0 0,-1 0 0,1 0 0,-1 0 0,4-6 0,4-6 0,-8 11 0,1-1 0,0 0 0,-1 1 0,0-1 0,0 0 0,0 0 0,-1 0 0,1-1 0,-1 1 0,0 0 0,0 0 0,0-1 0,-1 1 0,1-5 0,-2 2 0,1 1 0,-1-1 0,0 1 0,-1-1 0,1 1 0,-1 0 0,-1-1 0,1 1 0,-1 0 0,0 0 0,0 1 0,-8-11 0,-4-1 0,0 0 0,-24-21 0,23 24 0,-17-8 0,24 17 0,1 4 0,6 1-306,1 0 0,-1 1 0,0-1 0,1 0 0,-1 0 1,1 1-1,-1-1 0,1 1 0,-1-1 0,1 1 0,0 0 0,-1-1 0,1 1 0,-1 0 0,1 0 0,-2 2 1,3-3 206,0 0 1,-1 0 0,1 0 0,0 1-1,0-1 1,0 0 0,0 0 0,-1 0 0,1 0-1,0 1 1,0-1 0,0 0 0,0 0-1,0 1 1,-1-1 0,1 0 0,0 0 0,0 0-1,0 1 1,0-1 0,0 0 0,0 0 0,0 1-1,0-1 1,0 0 0,0 0 0,0 1-1,0-1 1,0 0 0,0 0 0,0 1 0,0-1-1,0 0 1,1 0 0,-1 1 0,0-1-1,0 0 1,0 0 0,0 0 0,0 1 0,0-1-1,1 0 1,-1 0 0,0 0 0,0 0-1,0 1 1,1-1 0,-1 0 0,0 0 0,0 0-1,1 0 1,-1 0 0,0 0 0,0 0-1,0 1 1,1-1 0,-1 0 0,0 0 0,0 0-1,1 0 1,-1 0 0,0 0 0,0 0-1,1 0 1,-1 0 0,0-1 0,18 0-4394,-14 1 3006,-1-1 0,0 1 0,0-1 0,1 0 0,-1 0 0,0-1 0,4-1 0,1-2-2464</inkml:trace>
</inkml:ink>
</file>

<file path=ppt/ink/ink1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33.238"/>
    </inkml:context>
    <inkml:brush xml:id="br0">
      <inkml:brushProperty name="width" value="0.035" units="cm"/>
      <inkml:brushProperty name="height" value="0.035" units="cm"/>
    </inkml:brush>
  </inkml:definitions>
  <inkml:trace contextRef="#ctx0" brushRef="#br0">36 10 3457,'-21'-8'23742,"15"6"-19741,5 4-3933,0 0 0,0-1 0,0 1 0,0 0 0,1 0-1,-1 0 1,0-1 0,1 1 0,-1 0 0,1 0 0,0 0 0,-1 0 0,1 0 0,0 0 0,1 3 0,2 36 412,3-21-480,1 0 0,1 0 0,18 34 0,9 20 0,7 9 0,-23-35 0,-18-46-156,0 1 0,0-1 0,0 0-1,1 1 1,-1-1 0,1 0 0,0 0 0,2 3 0,-2-4-21,-1 1 0,1-1 0,-1 1 0,0-1 0,1 1 1,-1 0-1,0 0 0,0 0 0,0 0 0,0-1 0,-1 1 0,1 0 1,0 1-1,0 1 0,-1-4 107,0 0-1,0 1 1,0-1 0,0 0 0,0 0 0,0 0 0,0 0-1,0 1 1,0-1 0,-1 0 0,1 0 0,0 0-1,0 0 1,0 0 0,0 1 0,0-1 0,0 0 0,0 0-1,0 0 1,0 0 0,-1 0 0,1 0 0,0 1 0,0-1-1,0 0 1,0 0 0,0 0 0,0 0 0,-1 0-1,1 0 1,0 0 0,0 0 0,0 0 0,0 0 0,-1 0-1,1 0 1,0 0 0,0 0 0,0 0 0,-1 0-1,-9-3-3195,-9-9 561,-2-4 2250,17 13 548,-1 0 0,1-1 1,0 1-1,0-1 0,-4-4 0,-2-4 1501,0-1 1,1 0-1,1 0 0,-13-25 0,21 36-1504,0 0-1,0 0 0,-1 1 0,1-1 1,0 0-1,1 1 0,-1-1 1,0 0-1,0 0 0,1 1 1,-1-1-1,1 0 0,-1 1 0,1-1 1,0 1-1,0-1 0,-1 1 1,1-1-1,0 1 0,0-1 1,1 1-1,-1 0 0,0 0 0,0 0 1,1-1-1,-1 1 0,0 0 1,1 1-1,2-3 0,2-1 270,1 1 0,-1-1 0,1 1-1,0 0 1,10-3 0,11 0-359,74-23 0,-91 25 0,0-1 0,-1 0 0,0 0 0,0-1 0,0 0 0,-1-1 0,10-8 0,-17 12 0,1 1 0,-1-1 0,0 0 0,0 0 0,0 0 0,0-1 0,0 1 0,-1 0 0,1-1 0,-1 1 0,0-1 0,0 0 0,1-6 0,-2 8 0,-1 0 0,1 1 0,0-1 0,-1 1 0,1-1 0,-1 1 0,0-1 0,1 1 0,-1 0 0,0-1 0,0 1 0,0 0 0,0-1 0,0 1 0,-2-1 0,2 1 0,0-1 0,0 1 0,0 0 0,0 0 0,0 0 0,0-1 0,0 1 0,0-1 0,1 1 0,-1-1 0,1 1 0,-1-1 0,1 1 0,-1-1 0,1-1 0,0 2 0,0 1 0,0-1 0,0 1 0,1 0 0,-1-1 0,0 1 0,0-1 0,0 1 0,0 0 0,0-1 0,0 1 0,0-1 0,0 1 0,0-1 0,0 1 0,0 0 0,0-1 0,0 1 0,-1-1 0,1 1 0,0 0 0,0-1 0,0 1 0,0-1 0,-1 1 0,1 0 0,0-1 0,0 1 0,-1 0 0,1-1 0,0 1 0,-1 0 0,1 0 0,0-1 0,-1 1 0,1 0 0,-1 0 0,1 0 0,0-1 0,-1 1 0,1 0 0,-1 0 0,1 0 0,0 0 0,-2 0 0,2 0 0,0-1 0,0 1 0,0 0 0,-1 0 0,1 0 0,0 0 0,0 0 0,0-1 0,-1 1 0,1 0 0,0 0 0,0 0 0,-1 0 0,1 0 0,0 0 0,0 0 0,-1 0 0,1 0 0,0 0 0,0 0 0,-1 0 0,1 0 0,0 0 0,0 0 0,-1 0 0,1 0 0,0 0 0,0 0 0,0 1 0,-1-1 0,1 0 0,0 0 0,0 0 0,0 0 0,-1 0 0,1 1 0,0-1 0,0 0 0,0 0 0,0 0 0,-1 0 0,1 1 0,0-1 0,0 0 0,0 0 0,0 1 0,0-1 0,0 0 0,0 0 0,0 1 0,0-1 0,-1 0 0,1 0 0,0 0 0,0 1 0,-2 2 0,0 1 0,0-1 0,1 0 0,-1 1 0,1-1 0,-1 1 0,1 0 0,0-1 0,1 1 0,-1 0 0,1 0 0,-1-1 0,1 1 0,0 0 0,1 6 0,-1-6 0,1 2 0,-1 0 0,1 0 0,0 0 0,1 0 0,1 6 0,-1-6 0,0 0 0,0 0 0,-1 0 0,0 0 0,0 6 0,-1-7 0,1 0 0,0 0 0,0-1 0,0 1 0,0 0 0,1-1 0,4 8 0,-4-7 0,0-1 0,-1 0 0,1 1 0,-1-1 0,1 1 0,-2 0 0,2 7 0,-1-5 0,0-1 0,0 1 0,0-1 0,1 1 0,0-1 0,0 0 0,1 0 0,0 0 0,0 0 0,7 10 0,2 4 0,-12-19 0,1 0 0,0 0 0,-1-1 0,1 1 0,0 0 0,0 0 0,0-1 0,0 1 0,0-1 0,0 1 0,0-1 0,0 1 0,0-1 0,0 1 0,0-1 0,0 0 0,0 0 0,0 0 0,0 1 0,0-1 0,0 0 0,0 0 0,1 0 0,-1-1 0,0 1 0,0 0 0,0 0 0,0-1 0,0 1 0,0 0 0,0-1 0,0 1 0,2-2 0,15-8 0,-14 7 0,1 1 0,-1-1 0,0 1 0,0-1 0,0 0 0,0-1 0,-1 1 0,5-6 0,0 0 0,-5 6 0,-1 1 0,1-1 0,-1 0 0,0 1 0,0-1 0,0 0 0,-1 0 0,1 0 0,-1 0 0,1-1 0,-1 1 0,0 0 0,1-7 0,-2 7 0,1 1 0,-1-1 0,1 1 0,0 0 0,0-1 0,-1 1 0,2 0 0,-1 0 0,0 0 0,0-1 0,1 1 0,-1 1 0,1-1 0,2-3 0,-2 4 0,-1-1 0,1 1 0,-1-1 0,0 1 0,0-1 0,0 1 0,0-1 0,0 0 0,0 0 0,0 0 0,0 1 0,-1-1 0,1-4 0,-1 6 0,0 0 0,0-1 0,0 1 0,1-1 0,-1 1 0,0 0 0,0-1 0,0 1 0,0-1 0,0 1 0,1 0 0,-1-1 0,0 1 0,0 0 0,0-1 0,1 1 0,-1 0 0,0-1 0,1 1 0,-1 0 0,0-1 0,1 1 0,-1 0 0,0 0 0,1-1 0,-1 1 0,0 0 0,1 0 0,-1 0 0,1 0 0,0-1 0,17 2 0,13 8 0,-13 0 0,0 2 0,0 0 0,-1 1 0,21 18 0,-32-24 0,0-1 0,1 1 0,0-1 0,0-1 0,0 1 0,0-1 0,1 0 0,-1-1 0,1 0 0,14 4 0,-6-1-3056,-15-6 2742,0 0 0,-1 1 0,1-1-1,0 0 1,0 1 0,0-1 0,-1 0 0,1 0 0,0 0 0,0 1 0,0-1 0,-1 0 0,1 0 0,0 0-1,0-1 1,0 1 0,-1 0 0,1 0 0,0 0 0,0 0 0,1-1 0,22-11-6970,11-15 1290,-32 24 5696,0 0 1,0 0-1,0-1 0,0 1 0,-1-1 0,1 0 0,-1 0 0,0 0 0,0 0 0,0 0 1,1-5-1,-3 6 475,1-1 0,-1 1 1,1 0-1,-1 0 1,0-1-1,0 1 0,-1 0 1,1 0-1,-1 0 1,1-1-1,-1 1 1,0 0-1,0 0 0,0 0 1,-2-3-1,-13-16 7934,32 34-4083,-13-10-3735,1 0 0,0-1 0,0 1 1,0 0-1,1-1 0,-1 0 0,0 0 0,0 0 1,1-1-1,-1 0 0,0 1 0,1-1 0,-1-1 1,1 1-1,-1-1 0,0 0 0,0 0 0,1 0 1,7-3-1,5-4 243,-17 8-525,1 0 0,0 0 0,0-1 0,0 1 0,0 0 0,0-1 0,0 1 0,-1 0 0,1-1 0,0 1 0,0-1 0,-1 1 0,1-1 0,0 0 0,-1 1 0,1-1 0,0 0 0,-1 0 0,1 1 0,-1-1 0,1 0 0,-1 0 0,0 0 0,1 1 0,-1-1 0,0 0 0,1 0 0,-1 0 0,0 0 0,0 0 0,0 0 0,0 0 0,0 0 0,0 0 0,0-1 0,0 1 30,0 0 1,0-1-1,0 1 0,0-1 1,0 1-1,0-1 0,0 1 1,-1 0-1,1-1 0,0 1 1,-1-1-1,1 1 0,-1 0 1,0-1-1,1 1 0,-1 0 1,0 0-1,0 0 0,0 0 1,0-1-1,0 1 0,0 0 1,0 0-1,0 1 0,0-1 1,0 0-1,-1 0 1,1 1-1,0-1 0,-1 0 1,1 1-1,-2-1 0,-5-4 311,-1 0 122,-5 4-173,-7 1-73,12 3-211,-1-1-1,1 1 1,1 1-1,-1-1 1,-14 9-1,20-10-12,1-1-1,-1 1 1,0 0-1,1 0 0,0 0 1,-1 0-1,1 0 1,0 1-1,0-1 1,0 1-1,0-1 0,0 1 1,1 0-1,-1-1 1,1 1-1,0 0 1,0 0-1,0 0 1,0 0-1,0 0 0,0 4 1,1-1-1,0-1-1,0 1 1,1 0 0,0-1 0,0 1-1,0-1 1,0 0 0,1 1 0,0-1-1,0 0 1,1 0 0,-1 0 0,1 0-1,0 0 1,0-1 0,6 7 0,-2-2-4,-6-7-1,1 0 0,-1 0-1,1 0 1,0 0 0,0 0 0,0 0 0,0-1 0,0 1-1,0-1 1,0 1 0,4 1 0,1 0-181,-1 1 0,1-1 0,-1-1 0,1 1 1,0-1-1,0 0 0,0-1 0,0 0 0,0 0 0,1 0 0,-1-1 0,0 0 1,0-1-1,1 1 0,6-3 0,-8 1-549,0 0-1,0 0 1,-1-1 0,1 1 0,-1-2 0,0 1-1,0 0 1,0-1 0,0 0 0,-1 0-1,1 0 1,-1-1 0,0 0 0,0 1 0,-1-1-1,1-1 1,-1 1 0,4-11 0,0 2-37,-5 11 699,-1 1-1,0 0 1,0-1-1,0 1 1,-1 0-1,1-1 0,0 1 1,-1-1-1,0 1 1,1-1-1,-1-3 1,0-93 2900,0 98-2671,0 0 1,0 0-1,0 0 1,0 0-1,1 0 1,-1 0-1,0 0 1,1 0 0,-1 0-1,1 0 1,-1 0-1,1 0 1,-1 1-1,1-1 1,-1 0-1,1 0 1,0 0-1,0 1 1,-1-1 0,1 0-1,0 1 1,0-1-1,0 1 1,0-1-1,0 1 1,0-1-1,0 1 1,-1 0 0,1-1-1,0 1 1,0 0-1,1 0 1,-1 0-1,0 0 1,0 0-1,0 0 1,0 0 0,0 0-1,0 0 1,0 0-1,2 1 1,2 0 349,0 0 1,0 0 0,0 1-1,0-1 1,0 1 0,0 0-1,5 3 1,-1 0-6,-6-4-347,-1 1 0,1-1 0,-1 1 0,0-1 0,0 1 0,1 0 0,-1 0 0,2 2 1,17 17 462,-18-20-589,0 2-1,0-1 1,0 0-1,-1 0 1,1 1-1,-1 0 1,1-1-1,-1 1 1,0 0-1,0 0 1,-1 0-1,1 0 1,0 1-1,-1-1 1,0 0-1,2 6 0,1 6 46,-3-14-72,-1 0-1,1-1 1,-1 1-1,1 0 0,-1 0 1,0 0-1,1 0 1,-1 0-1,0 0 0,0 0 1,0 0-1,0 0 1,1 0-1,-1 0 0,-1 0 1,1 0-1,0 0 1,0 0-1,0 0 0,-1 0 1,1 2-1,-5 7 23,4-8-12,1 0 1,-1-1-1,1 1 0,-1-1 1,1 1-1,-1-1 0,0 1 1,0-1-1,0 0 0,0 1 0,0-1 1,0 0-1,0 0 0,0 1 1,-1-1-1,1 0 0,0 0 1,-1 0-1,1-1 0,-1 1 1,1 0-1,-1 0 0,1-1 1,-1 1-1,0-1 0,1 0 1,-4 1-1,2 2 515,3-3-524,0 0 1,0 0-1,0 0 0,0 0 1,0 1-1,0-1 1,0 0-1,0 0 0,0 0 1,0 0-1,0 0 1,0 0-1,-1 0 0,1 1 1,0-1-1,0 0 1,0 0-1,0 0 0,0 0 1,0 0-1,0 0 1,-1 0-1,1 0 0,0 0 1,0 0-1,0 0 1,0 0-1,0 0 0,0 0 1,-1 0-1,1 0 1,0 0-1,0 0 0,0 0 1,0 0-1,0 0 1,0 0-1,-1 0 0,1 0 1,0 0-1,0 0 1,0 0-1,0 0 0,0 0 1,0 0-1,0 0 1,-1 0-1,1 0 0,0-1 1,-3-1 85,1 0 0,-1-1 0,1 1 0,0-1 0,0 1 1,0-1-1,0 0 0,0 0 0,1 0 0,-1 0 0,1 0 0,0-1 1,0 1-1,0 0 0,0-1 0,1 1 0,-1 0 0,1-1 0,0 1 0,0-1 1,0 1-1,1-6 0,0 1-114,0 0 1,0-1-1,1 1 1,0 0-1,1 0 1,0 0-1,0 0 1,8-12 0,-1 1-505,-9 16 98,0 0 1,1 0 0,-1 1-1,1-1 1,-1 1 0,1-1-1,0 1 1,0 0 0,0-1-1,4-1 1,-4-1-2313,-2 4 2487,0 1 1,0-1-1,0 1 0,0-1 0,0 1 0,1-1 0,-1 1 0,0-1 0,0 1 0,0 0 0,1-1 0,-1 1 1,0-1-1,0 1 0,1 0 0,-1-1 0,0 1 0,1 0 0,-1-1 0,1 1 0,-1 0 0,0 0 0,1-1 1,-1 1-1,1 0 0,-1 0 0,0 0 0,1-1 0,-1 1 0,1 0 0,-1 0 0,1 0 0,8-3-1396,12-4-8266</inkml:trace>
</inkml:ink>
</file>

<file path=ppt/ink/ink1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33.473"/>
    </inkml:context>
    <inkml:brush xml:id="br0">
      <inkml:brushProperty name="width" value="0.035" units="cm"/>
      <inkml:brushProperty name="height" value="0.035" units="cm"/>
    </inkml:brush>
  </inkml:definitions>
  <inkml:trace contextRef="#ctx0" brushRef="#br0">51 1 2969,'-4'0'2228,"-14"1"11332,15 2-11778,1-2 1085,2-1-2806,-1 0 0,1 0-1,0 0 1,0 0 0,-1 0 0,1 0 0,0 0-1,0 1 1,-1-1 0,1 0 0,0 0 0,0 0-1,-1 0 1,1 0 0,0 0 0,0 0 0,0 1-1,-1-1 1,1 0 0,0 0 0,0 0 0,0 1 0,0-1-1,0 0 1,-1 0 0,1 0 0,0 1 0,0-1-1,0 0 1,0 0 0,0 1 0,0-1 0,0 0-1,-8 18 3133,7-17-3051,0 1 0,0 0 0,0 0 0,0 0 0,0 0-1,1 0 1,-1 0 0,0 0 0,1 0 0,-1 3-1,1 4-68,0-1 0,1 0 0,0 1 0,4 14 0,-4-21-240,-1 1 1,0-1 0,1 1-1,-1-1 1,0 1 0,0-1-1,0 1 1,-1-1 0,1 1 0,-1-1-1,-1 4 1,2-4-58,-1-1 0,1 1 0,-1-1 0,1 0 0,0 1-1,0-1 1,-1 1 0,1-1 0,0 1 0,0-1 0,0 1 0,1-1 0,-1 1 0,0-1 0,1 1 0,-1-1-1,0 1 1,1-1 0,0 1 0,-1-1 0,2 2 0,0 0-590,0-1 0,0 0-1,1 0 1,-1 0 0,0 0 0,1-1 0,-1 1-1,1-1 1,0 1 0,-1-1 0,1 0 0,3 1-1,10 4-3423,0 4-531</inkml:trace>
</inkml:ink>
</file>

<file path=ppt/ink/ink1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33.813"/>
    </inkml:context>
    <inkml:brush xml:id="br0">
      <inkml:brushProperty name="width" value="0.035" units="cm"/>
      <inkml:brushProperty name="height" value="0.035" units="cm"/>
    </inkml:brush>
  </inkml:definitions>
  <inkml:trace contextRef="#ctx0" brushRef="#br0">353 9 3097,'-8'-8'17738,"8"8"-17415,-6 6 5239,4 2-5662,1-6 308,1 0 1,-1 1-1,0-1 0,1 0 0,-1 0 0,0 1 0,0-1 0,0 0 0,-1 0 0,1 0 0,-3 2 1,-9 20 878,11-18-1023,1 0-1,0 0 1,1 0 0,-1 0-1,1 0 1,0 0 0,1 0-1,1 9 1,-2-12-59,0 0 0,1 0-1,0 1 1,0-1 0,0 0 0,0 0-1,1 0 1,-1 0 0,1 0-1,-1-1 1,1 1 0,0 0 0,0-1-1,0 1 1,1-1 0,2 3 0,25 15-1,-20-13-4,-1-1 0,2 1 0,16 6 0,15 13-19,-18-10-1,-24-16 20,1 1 0,0-1-1,0 1 1,0-1 0,0 1 0,0-1 0,-1 1 0,1 0-1,0-1 1,0 1 0,-1 0 0,1 0 0,0-1 0,-1 1-1,1 0 1,-1 0 0,1 0 0,-1 0 0,0 0-1,1 0 1,-1 0 0,0 0 0,0 0 0,1-1 0,-1 3-1,-1-2 3,1 0 0,-1 0 0,1 0 0,-1 0 0,0 0-1,1 0 1,-1 0 0,0 0 0,0 0 0,0 0 0,0 0-1,0 0 1,0-1 0,0 1 0,0 0 0,0-1 0,-1 2-1,-9 2 16,0 1-1,0-1 0,-15 3 0,25-7-16,-56 11-361,-106 7 0,141-17-53,-7 2-1716,0-2 0,-45-5-1,71 4 1626,1 0 0,-1-1 1,0 1-1,1-1 0,-1 0 0,1 1 0,0-1 0,-1 0 0,1-1 0,0 1 0,-1 0 0,1-1 0,-2-2 0,-11-16-9679,14 14 5783</inkml:trace>
</inkml:ink>
</file>

<file path=ppt/ink/ink1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35.158"/>
    </inkml:context>
    <inkml:brush xml:id="br0">
      <inkml:brushProperty name="width" value="0.035" units="cm"/>
      <inkml:brushProperty name="height" value="0.035" units="cm"/>
    </inkml:brush>
  </inkml:definitions>
  <inkml:trace contextRef="#ctx0" brushRef="#br0">43 32 1360,'0'-1'924,"0"0"1,0 0-1,0 0 0,0 0 0,0 0 0,0-1 0,0 1 0,-1 1 1,1-1-1,0 0 0,-1 0 0,1 0 0,-1 0 0,1 0 0,-1 0 1,1 0-1,-1 0 0,1 1 0,-3-3 0,-4-2 2298,4 1 1954,-12 2-709,8 3-4408,4 8-59,4-3 0,0-1 0,0 0 0,1 0 0,-1 0 0,1 0 0,3 6 0,2 4 0,-1 12 0,-2 0 0,0 1 0,-2-1 0,-1 0 0,-2 35 0,0-12 0,4-34 0,-2-14 0,0 1 0,0-1 0,0 1 0,-1 0 0,1-1 0,-1 1 0,0 5 0,0-8 0,0 3 0,9-1 0,-8-2 0,0 0 0,-1 0 0,1 0 0,0 1 0,0-2 0,0 1 0,0 0 0,0 0 0,0 0 0,0 0 0,0 0 0,0-1 0,-1 1 0,1 0 0,0-1 0,0 1 0,0-1 0,-1 1 0,1-1 0,0 1 0,0-1 0,-1 0 0,1 1 0,-1-1 0,1 0 0,0 1 0,0-2 0,4-5 0,4-1 0,0-1 0,0 0 0,-1-1 0,0 0 0,-1 0 0,0-1 0,-1 0 0,0 0 0,0-1 0,-1 1 0,6-23 0,14-38 0,-22 59 0,8-27 0,-10 24 0,8 37 0,-1 16 0,-7-32 0,-1 0 0,2 0 0,-1 0 0,0 0 0,1-1 0,2 6 0,3 7 0,-5-11 0,1-1 0,-1 0 0,1 0 0,0 0 0,6 7 0,11 19 0,-18-28 0,-1 0 0,1 0 0,0 0 0,1 0 0,-1-1 0,0 1 0,1-1 0,-1 0 0,1 1 0,0-1 0,0-1 0,0 1 0,0 0 0,4 1 0,2-3 0,-7 1 0,-1-1 0,1 0 0,-1 0 0,0 0 0,1 0 0,-1 0 0,0-1 0,1 1 0,-1 0 0,0-1 0,1 1 0,-1-1 0,0 1 0,1-1 0,-1 0 0,1 0 0,10-6 0,-8 5 0,1 0 0,-1-1 0,-1 1 0,1-1 0,0 1 0,-1-1 0,1 0 0,-1 0 0,0-1 0,0 1 0,0-1 0,0 1 0,-1-1 0,4-7 0,12-26 0,-14 31 0,-1 1 0,0-1 0,0 0 0,-1 1 0,1-1 0,-1 0 0,-1-1 0,1 1 0,0-9 0,-1 10 0,0-1 0,0 1 0,0-1 0,1 1 0,0-1 0,0 1 0,4-7 0,-6 11 0,0 1 0,1-1 0,-1 0 0,0 1 0,1-1 0,-1 0 0,0 0 0,0 1 0,0-1 0,0 0 0,0 1 0,0-1 0,0 0 0,0 0 0,0 1 0,0-1 0,0-1 0,-1-11 0,2 8 0,6 5 0,-4 2 0,0-1 0,-1 1 0,1 0 0,-1 0 0,1 0 0,-1 0 0,0 1 0,0-1 0,0 1 0,2 2 0,9 10 0,29 27 0,-36-35 0,1 0 0,-1 0 0,-1 0 0,0 1 0,0-1 0,6 12 0,-10-17 0,0 0 0,1 0 0,0-1 0,-1 1 0,1-1 0,0 1 0,0-1 0,0 0 0,0 1 0,0-1 0,0 0 0,0 0 0,0-1 0,0 1 0,3 0 0,-2 0 0,0-1 0,0-1 0,0 1 0,0 0 0,0-1 0,0 1 0,0-1 0,0 0 0,0 0 0,0 0 0,0 0 0,3-2 0,1-2 0,0-1 0,0 0 0,0 0 0,0 0 0,-1-1 0,0 0 0,-1 0 0,1 0 0,4-11 0,13-23 0,-22 36 0,0 6 0,0 0 0,0 1 0,0-1 0,-1 0 0,1 1 0,0-1 0,-1 0 0,1 1 0,-1-1 0,0 1 0,1-1 0,-1 1 0,0 2 0,9 48 0,-9-48 0,1 1 0,0-1 0,1 1 0,-1 0 0,1-1 0,0 0 0,0 1 0,0-1 0,0 0 0,1 0 0,0 0 0,0-1 0,0 1 0,0-1 0,0 1 0,6 3 0,-2-2 0,-5-3 0,-1-1 0,0 0 0,1 0 0,-1-1 0,0 1 0,1 0 0,0 0 0,-1-1 0,1 1 0,-1-1 0,1 1 0,-1-1 0,1 0 0,0 1 0,3-1 0,-1 0 0,-1 0 0,1 0 0,0 0 0,0-1 0,0 1 0,-1-1 0,1 0 0,0 0 0,0 0 0,-1-1 0,6-2 0,2-4 0,-10 8 0,-1 0 0,1-1 0,0 1 0,0-1 0,-1 1 0,1 0 0,0-1 0,-1 1 0,1-1 0,-1 1 0,1-1 0,0 0 0,-1 1 0,1-1 0,-1 0 0,0 1 0,1-1 0,-1 0 0,0 0 0,1 1 0,-1-1 0,0 0 0,0 0 0,1 1 0,-1-1 0,0 0 0,0 0 0,0-1 0,0-1 0,0 1 0,-1-1 0,1 1 0,0-1 0,-1 1 0,0-1 0,0 1 0,1-1 0,-2 1 0,1-1 0,0 1 0,0 0 0,-2-3 0,-29-25 0,0 8 0,23 16 0,0 1 0,-15-14 0,12 12 0,11 7 0,-1-1 0,1 1 0,-1-1 0,1 0 0,-1 0 0,1 0 0,0 0 0,-1 0 0,1 0 0,0 0 0,0 0 0,0 0 0,-2-3 0,0-3-401,6 6-594,4 3-1546,-1-1 1255,1 0-1,-1 0 0,0-1 1,1 1-1,-1-2 1,0 1-1,0-1 1,8-1-1,23-2-4962,-20 4 2646,-1 0-203</inkml:trace>
</inkml:ink>
</file>

<file path=ppt/ink/ink1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35.703"/>
    </inkml:context>
    <inkml:brush xml:id="br0">
      <inkml:brushProperty name="width" value="0.035" units="cm"/>
      <inkml:brushProperty name="height" value="0.035" units="cm"/>
    </inkml:brush>
  </inkml:definitions>
  <inkml:trace contextRef="#ctx0" brushRef="#br0">395 330 2449,'-1'-1'528,"1"1"1,-1-1 0,1 0 0,0 0 0,-1 1-1,1-1 1,-1 0 0,0 1 0,1-1 0,-1 0 0,1 1-1,-1-1 1,0 1 0,1-1 0,-1 1 0,0 0-1,0-1 1,0 1 0,1-1 0,-3 1 0,-20-8 7473,19 6-6814,-12-1-562,0 0 0,0 1 1,0 0-1,0 1 1,0 1-1,0 1 1,0 0-1,0 1 1,0 1-1,0 0 1,0 1-1,1 1 1,0 0-1,0 1 1,-22 13-1,29-14-626,0 0 0,1 1 0,0 0 0,0 1 0,1-1 0,-10 13 0,14-16 0,0 0 0,-1 0 0,2 1 0,-1-1 0,0 0 0,1 1 0,-1-1 0,1 1 0,0-1 0,0 1 0,0 0 0,1 0 0,-1-1 0,1 1 0,0 0 0,0 0 0,0 0 0,2 4 0,-1-1 0,2 0 0,-1 0 0,1 0 0,0 0 0,0-1 0,8 12 0,-8-15 0,0 0 0,-1 0 0,1 0 0,0 0 0,0-1 0,1 1 0,-1-1 0,0 0 0,1 0 0,0 0 0,-1 0 0,1 0 0,0-1 0,8 2 0,2 1 0,-10-3 0,-1 0 0,1 0 0,0 0 0,0-1 0,0 1 0,0-1 0,-1 0 0,1 0 0,0 0 0,0 0 0,0-1 0,0 1 0,-1-1 0,5-2 0,8-2 0,10-4 0,-15 2 0,-3 2 0,-1 0 0,1 0 0,11-11 0,-17 14 0,0 0 0,0 0 0,0-1 0,0 1 0,-1 0 0,1-1 0,-1 1 0,0-1 0,0 0 0,0 0 0,0 1 0,0-1 0,0 0 0,-1 0 0,1 0 0,-1-4 0,0-6 0,1 1 0,-1-1 0,0 1 0,-1 0 0,0-1 0,-1 1 0,-1 0 0,0 0 0,-6-17 0,-26-48 0,28 59 0,-1 0 0,0 0 0,-1 1 0,-1 0 0,-1 1 0,-24-29 0,15 18 0,18 23 0,-1 0 0,1 0 0,-1 0 0,0 1 0,0-1 0,-4-3 0,-35-35 0,33 37 0,1 5 0,7 0 0,1 0 0,-1 0 0,1 0 0,-1 0 0,1 0 0,-1 1 0,1-1 0,0 0 0,-1 0 0,1 1 0,-1-1 0,1 0 0,0 0 0,-1 1 0,1-1 0,-1 0 0,1 1 0,0-1 0,0 1 0,-1-1 0,1 0 0,-1 2 0,2 1 0,0 2 0,-1 0 0,1 0 0,0 0 0,1 0 0,-1 0 0,1 0 0,0 0 0,0-1 0,0 1 0,1-1 0,0 0 0,-1 1 0,2-1 0,6 7 0,-5-5 0,28 48 0,-24-41 0,-2 1 0,12 29 0,-14-30 0,0 0 0,1-1 0,1 0 0,12 19 0,-5-12 0,-2 1 0,0 0 0,-2 1 0,9 23 0,-2-5 0,-5-10 0,-8-18 0,0 0 0,10 17 0,-9-17 0,-5-9 0,1-1 0,-1 1 0,1-1 0,-1 0 0,1 1 0,0-1 0,-1 0 0,1 0 0,0 1 0,0-1 0,0 0 0,0 0 0,2 1 0,4 4 0,-7-6-92,0 0-1,0 0 1,0 0-1,0 0 1,1 1-1,-1-1 1,0 0-1,0 0 1,1 0-1,-1 0 1,0 0-1,0 0 1,0 0-1,1 0 1,-1 0-1,0 0 1,0 0-1,1 0 1,-1 0-1,0 0 1,0 0-1,0 0 1,1 0-1,-1 0 1,0 0-1,0 0 1,1 0-1,-1 0 1,0 0-1,0 0 1,0-1-1,1 1 1,-1 0-1,0 0 1,0 0-1,0 0 1,0 0-1,1-1 1,-1 1 0,0 0-1,0 0 1,0 0-1,0-1 1,0 1-1,0 0 1,1-1-1,5-11-7055,-5 10 5799,8-29-12201,-8 21 8849</inkml:trace>
</inkml:ink>
</file>

<file path=ppt/ink/ink1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36.224"/>
    </inkml:context>
    <inkml:brush xml:id="br0">
      <inkml:brushProperty name="width" value="0.035" units="cm"/>
      <inkml:brushProperty name="height" value="0.035" units="cm"/>
    </inkml:brush>
  </inkml:definitions>
  <inkml:trace contextRef="#ctx0" brushRef="#br0">168 79 2593,'4'0'744,"-1"0"0,0-1 0,1 0 1,-1 1-1,0-1 0,0 0 0,1-1 1,-1 1-1,0-1 0,-1 1 0,7-5 0,-4 2 854,-4-1 3333,-11-5-2178,4 3 1461,3-1-1191,3 8-2965,-1 0-1,1 0 1,0 0-1,0-1 1,0 1-1,0 0 1,0 0-1,0 0 1,0 0-1,-1-1 0,1 1 1,0 0-1,0 0 1,0 0-1,0 0 1,0-1-1,0 1 1,0 0-1,0 0 1,0 0-1,0-1 1,0 1-1,0 0 1,0 0-1,0 0 1,0 0-1,0-1 1,1 1-1,-1 0 0,0 0 1,0 0-1,0 0 1,0-1-1,0 1 1,0 0-1,0 0 1,0 0-1,1 0 1,-1 0-1,0 0 1,0-1-1,0 1 1,0 0-1,0 0 1,1 0-1,-1 0 1,0 0-1,0 0 0,1 0 1,1-2 1144,-4-7-553,-5 5-649,-1 0 0,9 3 0,-14 0 0,-1 1 0,6 1 0,1 1 0,1 0 0,-1 1 0,1 0 0,0 0 0,0 1 0,-9 6 0,2-1 0,6-4 0,0 1 0,1-1 0,0 1 0,0 0 0,0 1 0,1-1 0,0 1 0,0 0 0,1 0 0,-1 1 0,-3 10 0,1-2 0,5-14 0,1 0 0,0 0 0,1 0 0,-1 0 0,0 0 0,0 0 0,1 0 0,0 0 0,-1 0 0,1 0 0,0 3 0,0 1 0,0 0 0,1 0 0,0 0 0,0 0 0,0 0 0,1 0 0,0 0 0,0 0 0,5 9 0,-5-12 0,-1-1 0,1 1 0,-1-1 0,1 0 0,0 0 0,0 0 0,0 0 0,0 0 0,0 0 0,1 0 0,-1-1 0,1 1 0,-1-1 0,1 0 0,-1 1 0,1-1 0,0-1 0,-1 1 0,1 0 0,0-1 0,0 1 0,5-1 0,11 1 0,13-1 0,-30 0 0,13-2 0,0-1 0,20-7 0,-31 9 0,0 0 0,-1-1 0,1 1 0,-1-1 0,1 0 0,-1 0 0,0 0 0,0-1 0,0 1 0,0-1 0,0 0 0,-1 0 0,1 0 0,3-6 0,0 0 0,-5 7 0,0 0 0,0 0 0,0 0 0,0 0 0,0 0 0,0 0 0,0 0 0,-1 0 0,1-1 0,-1 1 0,0 0 0,1 0 0,-1-4 0,0 3 0,0-1 0,0 0 0,0 0 0,0 0 0,-1 0 0,1 1 0,-1-1 0,0 0 0,0 0 0,0 0 0,-3-5 0,-8-12 0,9 15 0,0 0 0,-1 1 0,0-1 0,0 1 0,-8-8 0,3-4 0,2 12 0,5 4-130,0 0 0,1 0 1,-1 0-1,0 0 0,0 1 0,1-1 1,-1 0-1,0 1 0,0 0 0,0-1 1,0 1-1,0 0 0,1 0 0,-1 0 1,0 0-1,0 0 0,0 1 0,0-1 1,0 0-1,0 1 0,1 0 0,-4 1 0,-1 0-580,-15 8-6777,9 7-12826</inkml:trace>
</inkml:ink>
</file>

<file path=ppt/ink/ink1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36.788"/>
    </inkml:context>
    <inkml:brush xml:id="br0">
      <inkml:brushProperty name="width" value="0.035" units="cm"/>
      <inkml:brushProperty name="height" value="0.035" units="cm"/>
    </inkml:brush>
  </inkml:definitions>
  <inkml:trace contextRef="#ctx0" brushRef="#br0">10 63 1216,'1'-1'396,"0"0"-1,0 1 1,0-1 0,-1 0-1,1 0 1,0 1 0,-1-1-1,1 0 1,-1 0-1,1 0 1,-1 0 0,1 0-1,-1 0 1,1 0-1,-1 0 1,0 0 0,0 0-1,1 0 1,-1 0 0,0 0-1,0 0 1,0 0-1,0 0 1,0 0 0,-1 0-1,1 0 1,0 0-1,0 0 1,-1-2 0,0 1 483,1 0 1,-1 1 0,0-1-1,0 0 1,0 0-1,0 0 1,0 1 0,0-1-1,0 0 1,-1 1 0,1-1-1,-3-1 1,2-6 3818,3 20-1149,-1-4-3549,0-1 0,1 1 0,0-1 0,4 13 0,6 46 0,4-21 0,-10-33 0,-1 0 0,6 23 0,23 75 0,-30-98 0,1 1 0,0-1 0,7 14 0,9 26 0,-14-32-2431,-4-15 885,0 1 0,-1 0-1,1-1 1,-1 1-1,1 10 1,-2-16 1093,0 1 1,0-1-1,0 1 0,0-1 1,1 0-1,-1 1 1,0-1-1,1 1 1,-1-1-1,0 1 0,1 0 1,-1-1-1,1 1 1,-1-1-1,1 1 0,-1 0 1,0-1-1,1 1 1,0 0-1,-1-1 0,1 1 1,6-5-4442,-6 0-217</inkml:trace>
</inkml:ink>
</file>

<file path=ppt/ink/ink1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44.809"/>
    </inkml:context>
    <inkml:brush xml:id="br0">
      <inkml:brushProperty name="width" value="0.035" units="cm"/>
      <inkml:brushProperty name="height" value="0.035" units="cm"/>
    </inkml:brush>
  </inkml:definitions>
  <inkml:trace contextRef="#ctx0" brushRef="#br0">312 319 888,'0'0'4808,"9"-10"1040,-7 9-5773,-2 0-6,1 1 0,-1 0 1,1 0-1,-1 0 0,1-1 1,-1 1-1,0 0 0,1 0 1,-1 0-1,1 0 0,-1 0 1,1 0-1,0 0 0,-1 0 1,1 0-1,-1 0 0,1 0 1,-1 0-1,1 0 0,-1 0 1,0 1-1,1-1 0,-1 0 1,1 0-1,-1 1 1,1-1-1,0 1 0,-1-1-81,0 4 12,0-3 140,-1-1 208,-11-1 59,12 2-330,0-1 0,0 0 0,-1 0 0,1 0 0,0 0-1,0 0 1,0 0 0,0 0 0,0 0 0,-1 0 0,1 0 0,0 0 0,0 0 0,0 0 0,0 0 0,0 0 0,-1 0 0,1 0 0,0 0 0,0 0 0,0 0 0,0 0 0,0 0-1,0-1 1,-1 1 0,1 0 0,0 0 0,0 0 0,0 0 0,0 0 0,0 0 0,0 0 0,0 0 0,0 0 0,0-1 0,-1 1 0,1 0 0,0 0 0,0 0 0,0 0 0,0 0-1,0 0 1,0-1 0,0 1 0,0 0 0,0 0 0,0 0 0,0 0 0,0 0 0,0-1 0,0 1 0,0 0 0,0 0 0,0 0 0,0 0 0,0 0 0,0-1 0,0 1-1,0 0 1,1 0 0,-1 0 0,0 0 0,0 0 0,0 0 0,-2-1 310,0 0 0,1 0 0,-1 0 0,0 0 1,0 1-1,0-1 0,0 1 0,0-1 0,0 1 0,0 0 0,0 0 0,-2 0 0,-19-3 1228,17 2-1437,0 0 0,1 0 0,-1 1 0,0 0 0,0 0 0,1 1 0,-1-1 0,-7 3 1,-21 0 300,23-2-400,-1 0 0,0 0 1,0 1-1,1 0 0,-1 1 0,1 0 1,0 1-1,0 1 0,0 0 1,-10 6-1,18-10-51,0 0 1,1 1-1,-1-1 1,1 1-1,0 0 1,-1-1-1,1 1 0,0 0 1,0 0-1,0 1 1,0-1-1,0 0 1,1 1-1,-1-1 1,1 1-1,0-1 1,-1 1-1,1 0 0,0-1 1,0 1-1,1 0 1,-1 0-1,1 0 1,-1 0-1,1 0 1,0 0-1,0 0 0,0-1 1,1 4-1,-1-4-15,0-1 1,0 0-1,1 1 0,-1-1 0,0 0 0,1 1 0,-1-1 0,1 0 0,-1 0 0,1 0 0,-1 1 0,1-1 1,0 0-1,0 0 0,-1 0 0,1 0 0,0 0 0,0 0 0,0 0 0,2 1 0,0 0 87,0-1 0,0 1 0,0 0 0,1-1 0,-1 0 0,1 0 0,5 2 0,1-2 191,-1 0 0,1 0 1,-1 0-1,1-2 0,14-1 0,-7 0-271,1-2-1,29-9 1,-41 11-21,1-1 0,-1 0-1,0 0 1,0-1 0,-1 1 0,1-1 0,-1-1 0,0 1 0,0-1 0,7-7 0,-9 6 1,1 0 0,-1 0 0,0 0 0,0 0 0,-1-1 0,0 0 0,0 1 0,0-1 0,-1 0 0,0 0 0,-1 0 0,1 0 0,-1 0 0,0 1 0,-1-1 0,0 0 0,0 0 0,0 0 0,-6-13 0,3 10 0,1-1 0,0 0 0,0 0 0,-1-14 0,2 15 0,1-1 0,-2 1 0,0 0 0,-4-12 0,4 15 0,0 1 0,0-1 0,1 0 0,0-1 0,1 1 0,-2-15 0,3 19 0,-1 1 0,1-1 0,-1 0 0,0 0 0,0 0 0,0 1 0,0-1 0,-1 0 0,1 1 0,-1-1 0,-2-3 0,2 0 0,2 3 0,0 6 0,0-2 0,0-1 0,0 1 0,0-1 0,0 0 0,0 1 0,0-1 0,0 1 0,0-1 0,0 0 0,0 1 0,0-1 0,1 1 0,-1-1 0,0 0 0,0 1 0,0-1 0,0 0 0,1 1 0,-1-1 0,0 0 0,0 1 0,1-1 0,-1 0 0,0 0 0,1 1 0,-1-1 0,0 0 0,1 1 0,3 4 0,4 16 0,-7-18 0,-1 0 0,1 0 0,0 0 0,0 0 0,0 0 0,0 0 0,0-1 0,1 1 0,3 5 0,8 17 0,19 41 0,1-7 0,18 36 0,-26-28 0,-16-49 0,-6-11 0,0 0 0,1-1 0,-1 0 0,1 0 0,1 0 0,6 7 0,-9-8 0,-1-4 0,-1 0 0,0 0 0,1 0 0,-1 0 0,1 0 0,-1-1 0,1 1 0,-1 0 0,1 0 0,0 0 0,-1-1 0,1 1 0,0 0 0,0-1 0,-1 1 0,1-1 0,0 1 0,0-1 0,2 1 0,4 3 0,-5-13 0,0 7 0,0 0 0,-1 0 0,1 0 0,-1 0 0,0 0 0,0 0 0,0-1 0,0 1 0,0 0 0,0-1 0,-1 1 0,1-1 0,-1 1 0,1-4 0,-1 5 0,0 0 0,0 0 0,0 0 0,0 0 0,0-1 0,1 1 0,-1 0 0,0 0 0,1 0 0,-1 0 0,1 0 0,-1 0 0,1 0 0,1-2 0,-1 1 0,1-1 0,-1 1 0,0-1 0,0 1 0,0-1 0,0 0 0,0 0 0,0 1 0,-1-1 0,1 0 0,-1 0 0,0 0 0,0 1 0,-1-6 0,3 4 0,5 3 0,1 1 0,1 0 0,-1 0 0,0 0 0,-2 0 0,-1 0 0,0 0 0,0-1 0,1 0 0,9-3 0,11 0 0,-25 4 0,0 0 0,1 0 0,-1 0 0,0 0 0,0-1 0,1 1 0,-1 0 0,0 0 0,1-1 0,-1 1 0,0-1 0,0 1 0,0-1 0,0 0 0,1 1 0,-1-1 0,0 0 0,0 0 0,0 0 0,0 0 0,-1 0 0,1 0 0,0 0 0,0 0 0,0 0 0,-1 0 0,1 0 0,0-2 0,3-3 0,-3 4 0,0 0 0,0 1 0,0-1 0,-1 0 0,1 0 0,0 1 0,-1-1 0,1 0 0,-1 0 0,1 0 0,-1 0 0,0 0 0,0 0 0,0 1 0,0-1 0,0 0 0,0 0 0,0 0 0,-2-3 0,1 0 0,-1 0 0,0 0 0,0 1 0,0-1 0,-1 1 0,0-1 0,-5-6 0,8 10 0,-1 0 0,0 0 0,0 1 0,0-1 0,0 0 0,0 0 0,0 0 0,0 0 0,0 1 0,0-1 0,-1 1 0,1-1 0,0 1 0,0-1 0,-1 1 0,1 0 0,0-1 0,0 1 0,-1 0 0,1 0 0,0 0 0,-1 0 0,1 0 0,0 0 0,-1 0 0,1 1 0,0-1 0,-2 1 0,-5 1 0,-25 12 0,25 7 0,7-18 0,-1 0 0,1 0 0,1 0 0,-1 1 0,0-1 0,1 0 0,-1 1 0,1-1 0,0 1 0,0-1 0,1 0 0,-1 1 0,1-1 0,0 0 0,-1 1 0,1-1 0,1 0 0,-1 0 0,0 0 0,1 0 0,3 6 0,-2-5 0,0-1 0,0 1 0,1 0 0,-1-1 0,1 0 0,-1 0 0,1 0 0,0 0 0,0-1 0,6 4 0,19 13 0,-26-17 0,0 0 0,0 0 0,0 0 0,0-1 0,0 1 0,0-1 0,1 0 0,-1 0 0,0 0 0,1 0 0,-1-1 0,1 1 0,-1-1 0,6 0 0,-2 0 0,0-1 0,-1 1 0,1-1 0,0-1 0,-1 1 0,11-5 0,9-1 0,-21 5 0,1 1 0,-1-1 0,0 0 0,0 0 0,7-3 0,3-5 0,0 1 0,18-18 0,-29 23 0,1 0 0,-1-1 0,0 0 0,0 0 0,-1 0 0,1-1 0,-1 1 0,0-1 0,-1 0 0,3-6 0,5-13 0,-8 21 0,0 0 0,0 0 0,0 0 0,-1 0 0,0 0 0,0 0 0,0 0 0,0-7 0,0 9 0,-1 0 0,0 0 0,1 0 0,-1 0 0,1 0 0,0 0 0,-1 0 0,1 0 0,0 1 0,0-1 0,2-2 0,-2 3 0,0 0 0,-1-1 0,1 1 0,0-1 0,0 1 0,-1 0 0,1-1 0,-1 1 0,0-1 0,1-2 0,-1 4 0,1-1 0,-1 0 0,0 1 0,1-1 0,-1 1 0,1-1 0,-1 0 0,1 1 0,-1-1 0,1 1 0,-1 0 0,1-1 0,-1 1 0,1-1 0,0 1 0,-1 0 0,1-1 0,0 1 0,-1 0 0,1 0 0,0 0 0,-1-1 0,1 1 0,0 0 0,-1 0 0,1 0 0,0 0 0,-1 0 0,1 0 0,0 0 0,0 1 0,-1-1 0,1 0 0,0 0 0,-1 0 0,2 1 0,25 7 0,12 15 0,-19-12 0,38 29 0,-25-4 0,-29-32 0,-1-1 0,0 1 0,0 0 0,0 0 0,4 6 0,5 9 0,5 17 0,-16-34 0,1 1 0,-1-1 0,0 1 0,0-1 0,0 0 0,-1 1 0,1 0 0,0-1 0,-1 1 0,0-1 0,1 1 0,-1 0 0,0-1 0,0 1 0,-1 4 0,0 11 0,1-18 0,0 1 0,0-1 0,0 0 0,0 0 0,0 1 0,0-1 0,-1 0 0,1 0 0,0 0 0,0 1 0,0-1 0,0 0 0,-1 0 0,1 0 0,0 0 0,0 1 0,0-1 0,-1 0 0,1 0 0,0 0 0,0 0 0,0 0 0,-1 0 0,1 0 0,0 0 0,0 0 0,-1 1 0,1-1 0,0 0 0,0 0 0,-1 0 0,1 0 0,0-1 0,0 1 0,-1 0 0,1 0 0,0 0 0,0 0 0,-1 0 0,1 0 0,0 0 0,-9-3 0,-34-10 0,29 4 0,10 6 0,0 0 0,1-1 0,-1 0 0,1 0 0,0 0 0,-4-6 0,6 9 0,1 0 0,-1 0 0,0 0 0,1-1 0,-1 1 0,1 0 0,0 0 0,-1-1 0,1 1 0,0 0 0,0-1 0,0 1 0,0-1 0,0 1 0,0 0 0,0-1 0,0 1 0,1 0 0,-1-1 0,0 1 0,1 0 0,-1 0 0,1-1 0,0 1 0,-1 0 0,3-2 0,6-11-17,5-3-131,2 3-239,-7 6 156,-1 1 0,1 0 0,1 1 0,15-9 0,49-23-288,-70 36 548,0 0-1,0 0 1,-1 0-1,1-1 1,-1 1-1,0-1 1,1 0-1,-1 0 1,-1 0-1,1-1 1,3-4-1,2-2 212,1-12 1171,-9 20-1217,7 10-155,-5-6-39,-1 0 0,0 1 0,0-1 0,0 0 0,0 0 0,0 1 0,0-1 0,0 5 0,8 16 0,-5-16 0,0 1 0,0-1 0,0 1 0,-1-1 0,4 13 0,-4-13 0,-1 1 0,2-1 0,7 13 0,-9-16 0,1 0 0,0 1 0,-1-1 0,0 1 0,0 0 0,0 0 0,-1-1 0,0 1 0,0 1 0,1 4 0,6 34 0,-8-44 0,0 0 0,0 1 0,0-1 0,0 0 0,0 1 0,0-1 0,0 0 0,0 1 0,0-1 0,0 0 0,0 1 0,0-1 0,0 0 0,1 1 0,-1-1 0,0 0 0,0 0 0,0 1 0,0-1 0,1 0 0,-1 1 0,0-1 0,0 0 0,1 0 0,-1 1 0,0-1 0,0 0 0,1 0 0,-1 0 0,0 0 0,1 1 0,1 0 0,-2-5-383,0 0 0,0 1-1,0-1 1,-1 0 0,1 0 0,-1 1-1,-3-8 1,-3-12-3286,7 21 3458,0 0 0,-1-1 1,0 1-1,1 0 1,-1-1-1,0 1 1,0 0-1,0 0 1,0 0-1,-1 0 1,-1-3-1,-78-85-1246,21 21 2986,36 37-657,20 24-575,-2 1 0,1-1 0,-1 1 0,-9-9 0,-8-12 504,21 24-717,0 0 0,-1 0 0,0 1 0,0-1-1,0 1 1,-6-5 0,9 7-195,0 1 0,0 0 0,0 0 0,0-1 0,0 1 1,0 0-1,0 0 0,0-1 0,0 1 0,0 0 0,0 0 0,0 0 1,0-1-1,1 1 0,-1 0 0,0 0 0,0 0 0,0-1 0,0 1 0,0 0 1,1 0-1,-1 0 0,0-1 0,0 1 0,0 0 0,0 0 0,1 0 1,-1 0-1,0 0 0,0 0 0,1 0 0,-1 0 0,0-1 0,0 1 0,0 0 1,1 0-1,-1 0 0,0 0 0,0 0 0,1 0 0,-1 0 0,0 0 1,0 0-1,1 1 0,17-5-4067,81 5-9509,-73 3 10099</inkml:trace>
</inkml:ink>
</file>

<file path=ppt/ink/ink1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46.536"/>
    </inkml:context>
    <inkml:brush xml:id="br0">
      <inkml:brushProperty name="width" value="0.035" units="cm"/>
      <inkml:brushProperty name="height" value="0.035" units="cm"/>
    </inkml:brush>
  </inkml:definitions>
  <inkml:trace contextRef="#ctx0" brushRef="#br0">89 309 2841,'0'0'324,"1"0"0,0 0 0,0 0 1,0 0-1,0 0 0,0 0 1,0 0-1,0 0 0,0-1 0,0 1 1,-1 0-1,1-1 0,0 1 1,1-1-1,9-16 19505,-12 20-19551,0-1 0,0 0 1,0 1-1,0-1 0,0 0 0,-1 0 0,1 0 1,-1 0-1,1 0 0,-1 0 0,-2 2 0,-3 4 9,-11 13 129,9-11-214,1 1 0,-9 13 1,14-20-177,1 0 0,0 1 0,0-1 0,1 0 0,0 1 1,-1-1-1,1 1 0,1-1 0,-1 1 0,0 6 1,1-9-24,0 0 1,0 1 0,1-1-1,-1 0 1,0 1-1,1-1 1,-1 0 0,1 0-1,0 1 1,0-1 0,0 0-1,0 0 1,0 0 0,0 0-1,2 2 1,0-1 9,0 0 1,1 0 0,-1-1-1,1 1 1,0-1-1,4 2 1,10 7 113,15 1-106,-6-3-25,31 6 4,-38-8 0,-10-5 0,0 1 0,-1 0 0,1 0 0,-1 1 0,0 1 0,0-1 0,0 1 0,13 11 0,-7-4 0,-14-11 0,1 0 0,-1 0 0,1 0 0,-1 0 0,1 0 0,-1 1 0,0-1 0,0 0 0,0 1 0,0-1 0,0 1 0,0 0 0,0-1 0,0 1 0,0 0 0,0 2 0,1 1 0,0 0 0,-1 0 0,0 0 0,0 0 0,0 0 0,0 0 0,-1 0 0,0 0 0,0 0 0,0 0 0,-1 0 0,0 0 0,0 0 0,0 0 0,0 0 0,-1 0 0,0 0 0,0-1 0,0 1 0,0-1 0,-1 1 0,0-1 0,0 0 0,0 0 0,-7 7 0,1-3 0,-1-1 0,1 1 0,-2-2 0,1 1 0,-1-1 0,0-1 0,0 0 0,0-1 0,-1 0 0,1 0 0,-1-1 0,0-1 0,-23 2 0,27-4 0,-1-1 0,0 0 0,1 0 0,-1-1 0,1 0 0,-1 0 0,1-1 0,0-1 0,0 1 0,0-1 0,-7-5 0,11 6 0,1 1 0,0-1 0,0 0 0,1 1 0,-1-1 0,1-1 0,-1 1 0,1 0 0,0-1 0,0 1 0,0-1 0,1 1 0,-1-1 0,1 0 0,0 0 0,0 1 0,0-1 0,1 0 0,-1 0 0,1 0 0,0 0 0,0 0 0,0 0 0,1 0 0,1-7 0,1-6 0,1 0 0,1 1 0,1-1 0,10-21 0,-10 28 0,0 0 0,1 0 0,0 1 0,0 0 0,1 0 0,0 0 0,0 1 0,12-8 0,-11 10 0,0-1 0,19-8 0,-19 10 0,0 1 0,0-1 0,-1-1 0,10-8 0,2 1 0,-18 12 0,0 0 0,0 0 0,0 0 0,0 0 0,0 0 0,-1 0 0,1 0 0,0 0 0,-1-1 0,1 1 0,-1-1 0,1 1 0,-1-1 0,0 0 0,0 0 0,0 1 0,0-1 0,2-4 0,-3 6 0,0-1 0,0 1 0,0-1 0,0 1 0,0-1 0,0 1 0,0-1 0,1 1 0,-1-1 0,0 1 0,0-1 0,0 1 0,1-1 0,-1 1 0,0 0 0,1-1 0,-1 1 0,0 0 0,1-1 0,-1 1 0,1 0 0,-1-1 0,0 1 0,1 0 0,-1 0 0,1-1 0,0 1 0,-1 0 0,1-1 0,0 1 0,-1 0 0,1-1 0,-1 1 0,1-1 0,-1 1 0,1-1 0,-1 1 0,0-1 0,1 1 0,-1-1 0,1 1 0,-1-1 0,0 0 0,0 1 0,1-1 0,-1 1 0,0-1 0,0 0 0,0 1 0,0-1 0,0 0 0,1 1 0,-2-2 0,1-2 0,0 13 0,9 11 0,-8-16 0,-1-1 0,1 0 0,0 0 0,1 0 0,-1 0 0,1 0 0,-1 0 0,1 0 0,3 4 0,5 12 0,4 4 0,-12-21 0,1 1 0,-2 0 0,1 0 0,0 0 0,0 0 0,-1 0 0,0 0 0,0 0 0,0 0 0,2 8 0,-3-10 0,0 0 0,0 1 0,1-1 0,-1 1 0,1-1 0,-1 1 0,1-1 0,0 0 0,-1 1 0,1-1 0,0 0 0,1 2 0,-1-2 0,0 0 0,0 0 0,0 0 0,-1 1 0,1-1 0,0 0 0,-1 0 0,1 0 0,-1 1 0,1-1 0,-1 0 0,0 2 0,0-2 0,0 2 0,9 4 0,-1-3 0,-7-4 0,-1 1 0,0-1 0,1 0 0,-1 0 0,1 0 0,-1 0 0,1 1 0,-1-1 0,1 0 0,-1 0 0,1 0 0,-1 0 0,1 0 0,-1 0 0,1 0 0,-1 0 0,1 0 0,-1 0 0,1-1 0,-1 1 0,1 0 0,-1 0 0,1 0 0,-1-1 0,0 1 0,1 0 0,-1 0 0,1-1 0,-1 1 0,0 0 0,1-1 0,-1 1 0,0-1 0,1 1 0,-1 0 0,0-1 0,0 1 0,1-1 0,-1 1 0,0-1 0,1 0 0,-1-1 0,6-6 0,-2 0 0,1-1 0,-1 0 0,0 0 0,4-18 0,-5 19 0,0 0 0,0 0 0,1 0 0,0 1 0,0-1 0,10-12 0,-6 2 0,-7 16 0,-1 0 0,1 0 0,0 0 0,-1 1 0,1-1 0,0 0 0,0 0 0,1 0 0,-1 1 0,0-1 0,0 0 0,1 1 0,-1-1 0,4-1 0,-5 3 0,0-1 0,0 1 0,1 0 0,-1-1 0,0 1 0,1 0 0,-1 0 0,1 0 0,-1-1 0,0 1 0,1 0 0,-1 0 0,1 0 0,-1 0 0,0 0 0,1 0 0,-1 0 0,1 0 0,-1 0 0,0 0 0,1 0 0,-1 0 0,1 0 0,-1 0 0,1 0 0,-1 0 0,0 0 0,1 0 0,-1 0 0,0 1 0,1-1 0,-1 0 0,1 0 0,-1 1 0,0-1 0,0 0 0,1 0 0,-1 1 0,0-1 0,1 0 0,-1 1 0,0-1 0,0 0 0,0 1 0,1-1 0,-1 1 0,0 0 0,0-1 0,16 18 0,-11-12 0,0-1 0,0 1 0,-1 0 0,0 1 0,0-1 0,4 8 0,-1-3 0,-6-11 0,0 1 0,-1 0 0,1-1 0,0 1 0,-1 0 0,1 0 0,-1-1 0,1 1 0,-1 0 0,0 0 0,1 0 0,-1 0 0,0-1 0,1 1 0,-1 0 0,0 2 0,10 19 0,-3-17 0,1-1 0,-6-3 0,-1-1 0,1 0 0,-1 0 0,1 1 0,-1-1 0,1 0 0,-1 0 0,1 0 0,-1-1 0,1 1 0,-1 0 0,1-1 0,-1 1 0,1 0 0,-1-1 0,0 0 0,1 1 0,-1-1 0,0 0 0,1 0 0,-1 0 0,0 0 0,0 0 0,2-1 0,2-3 0,3 1 0,-5 2 0,0 0 0,0 0 0,0 0 0,0 0 0,0 0 0,0-1 0,-1 1 0,1-1 0,-1 0 0,1 0 0,2-4 0,25-34 0,-21 25 0,-6 12 0,3 8 0,0-1 0,3 4 0,-5-1 0,3-2 0,-7-4 0,0 0 0,0 0 0,1 0 0,-1 0 0,0 0 0,0 0 0,1 0 0,-1 0 0,0 0 0,0 0 0,1 0 0,-1 0 0,0 0 0,0 0 0,0 0 0,1 0 0,-1 0 0,0 0 0,0 0 0,1 0 0,-1 1 0,0-1 0,0 0 0,0 0 0,0 0 0,1 0 0,-1 1 0,0-1 0,0 0 0,0 0 0,0 0 0,1 1 0,-1-1 0,0 0 0,0 0 0,0 0 0,0 1 0,0-1 0,0 0 0,0 0 0,0 1 0,18 0 0,-10-2 0,1-3 0,-8 3 0,1 0 0,-1 0 0,0-1 0,1 1 0,-1 0 0,0-1 0,0 1 0,0 0 0,0-1 0,0 0 0,0 1 0,0-1 0,0 0 0,-1 1 0,1-1 0,0 0 0,-1 0 0,0 1 0,1-1 0,-1 0 0,0 0 0,0 0 0,0 1 0,0-1 0,0 0 0,-1 0 0,0-2 0,0-7 0,1 8 0,-1 0 0,0 1 0,0-1 0,0 0 0,-1 1 0,1-1 0,-1 0 0,1 1 0,-1 0 0,-2-3 0,-11-9 0,14 13 0,0-1 0,0 1 0,0 0 0,0-1 0,0 1 0,-1 0 0,1 0 0,0 0 0,0 0 0,-1 0 0,1 0 0,-1 1 0,1-1 0,-1 0 0,1 1 0,-1-1 0,0 1 0,-1-1 0,-1 2 0,-1-1 0,1 1 0,0 0 0,0 0 0,1 0 0,-1 0 0,0 1 0,0 0 0,0 0 0,1 0 0,-1 0 0,1 0 0,0 1 0,0-1 0,0 1 0,0 0 0,-3 4 0,-2 0 0,6-5 0,0 0 0,0 0 0,0 0 0,0 1 0,0-1 0,1 0 0,-1 1 0,1-1 0,0 1 0,-1-1 0,1 1 0,0 0 0,0 0 0,1 0 0,-1-1 0,1 1 0,-1 0 0,1 0 0,0 0 0,0 0 0,1 4 0,0-4 0,0 1 0,0-1 0,0 1 0,1-1 0,-1 0 0,1 0 0,0 0 0,0 0 0,0 0 0,0 0 0,1 0 0,-1-1 0,1 1 0,-1-1 0,1 0 0,0 0 0,4 3 0,0-2 0,0 1 0,1-1 0,-1-1 0,1 1 0,-1-1 0,1-1 0,0 1 0,0-1 0,0-1 0,0 1 0,-1-1 0,1-1 0,0 1 0,0-1 0,0-1 0,0 0 0,12-4 0,-4 1 0,-9 4 0,-1-1 0,0 0 0,1 0 0,8-6 0,18-11 0,20-14 0,-27 12 0,30-32 0,-27 28 0,-24 22 0,0-1 0,-1 0 0,1 0 0,-1 0 0,0 0 0,0-1 0,3-5 0,-4 3 0,2 2 0,-4 5 0,-2 0 0,1 0 0,0-1 0,0 1 0,0 0 0,0 0 0,0 0 0,0-1 0,0 1 0,0 0 0,0 0 0,-1 0 0,1 0 0,0 0 0,0-1 0,0 1 0,0 0 0,-1 0 0,1 0 0,0 0 0,0 0 0,0 0 0,-1 0 0,1 0 0,0 0 0,0-1 0,0 1 0,-1 0 0,1 0 0,0 0 0,0 0 0,0 0 0,-1 0 0,1 0 0,-41 25 0,26-17 0,1 1 0,0 1 0,-21 17 0,31-22 0,0 0 0,0 0 0,0 1 0,0-1 0,1 1 0,0 0 0,0 0 0,-1 7 0,4-12 0,0 1 0,0-1 0,0 0 0,0 1 0,1-1 0,-1 0 0,0 1 0,1-1 0,0 0 0,-1 0 0,1 0 0,-1 1 0,1-1 0,0 0 0,0 0 0,0 0 0,0 0 0,0 0 0,0 0 0,0 0 0,0-1 0,2 2 0,7 8 0,-8-9 0,-1 0 0,1 0 0,-1 0 0,1 0 0,0 0 0,-1 0 0,1 0 0,0-1 0,0 1 0,0-1 0,-1 1 0,1-1 0,0 0 0,4 0 0,33 1 0,-27-2 0,-7 0 0,0 0 0,-1 0 0,1 0 0,0-1 0,-1 0 0,0 0 0,1 0 0,-1-1 0,0 1 0,0-1 0,0 0 0,-1 0 0,1 0 0,-1-1 0,1 1 0,-1-1 0,3-4 0,-2-3 0,0-1 0,-1 0 0,0 0 0,-1 0 0,0 0 0,-1 0 0,-1 0 0,-1-23 0,1 15 0,-1 7 0,-1-1 0,0 1 0,-1 0 0,-1 0 0,0 1 0,-10-23 0,-8-26 0,15 46 0,6 14 0,0-1 0,0 1 0,0-1 0,0 1 0,1-1 0,-1 0 0,1 1 0,-1-1 0,1 0 0,-1 1 0,1-4 0,0 5 0,0-1 0,0 0 0,0 1 0,0-1 0,0 1 0,0-1 0,-1 0 0,1 1 0,0-1 0,0 1 0,0-1 0,-1 1 0,1-1 0,0 1 0,0-1 0,-1 1 0,1-1 0,0 1 0,-1-1 0,1 1 0,-1-1 0,1 1 0,-1 0 0,1-1 0,-1 1 0,1 0 0,-1-1 0,1 1 0,-2 0 0,-6-7 0,7 7 0,1 0 0,0-1 0,0 1 0,0 0 0,-1-1 0,1 1 0,0 0 0,0 0 0,0 0 0,-1-1 0,1 1 0,0 0 0,-1 0 0,1 0 0,0-1 0,-1 1 0,1 0 0,0 0 0,0 0 0,-1 0 0,1 0 0,0 0 0,-1 0 0,1 0 0,-1 0 0,1 0 0,0 0 0,-1 0 0,1 0 0,0 0 0,-1 0 0,1 0 0,0 0 0,0 0 0,-1 0 0,0 1 0,-1 2 0,-2 4 0,0 0 0,1 1 0,-1-1 0,2 1 0,-1-1 0,1 1 0,1 0 0,-1 0 0,1 0 0,0 16 0,1-4 0,0 1 0,1-1 0,2 0 0,0 0 0,1 0 0,10 32 0,11 31 0,-20-71 0,-1-1 0,-1 1 0,4 23 0,-2-6 0,-3-19-496,-1 0 0,-1 0 0,0 0 0,-1 11 0,1 3-1232,0-23 1479,0 0-1,0 0 1,0 0-1,0 0 1,0 0-1,1 0 0,-1 0 1,0 0-1,1 0 1,-1 0-1,1-1 1,-1 1-1,1 0 1,-1 0-1,1 0 0,0-1 1,-1 1-1,1 0 1,0-1-1,0 1 1,1 0-1,1 1-497,-1-1 1,1 1-1,0-1 1,0 0-1,0 0 1,6 1-1,0-1-920,-1 0-1,0 0 0,1-1 0,10-1 1,0-3-2007,-3 3-101</inkml:trace>
</inkml:ink>
</file>

<file path=ppt/ink/ink1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47.438"/>
    </inkml:context>
    <inkml:brush xml:id="br0">
      <inkml:brushProperty name="width" value="0.035" units="cm"/>
      <inkml:brushProperty name="height" value="0.035" units="cm"/>
    </inkml:brush>
  </inkml:definitions>
  <inkml:trace contextRef="#ctx0" brushRef="#br0">487 19 392,'-15'-19'32404,"12"21"-33513,2-1 1201,-1 0 7,0 0 0,1 0-1,-1 0 1,1 1 0,-1-1 0,1 0 0,-1 1-1,1-1 1,-2 4 0,3-5-99,-22 24 0,14-15 0,0-1 0,1 2 0,-12 18 0,-1 5 0,12-20 0,0-1 0,-7 19 0,11-21 0,0 0 0,1 0 0,0 0 0,0 1 0,1-1 0,1 1 0,0-1 0,0 1 0,1 0 0,0 0 0,4 20 0,3-3 0,1 0 0,2-1 0,17 36 0,-5-28 0,-2-6 0,-17-23 0,1 0 0,-1 1 0,-1-1 0,1 1 0,-1-1 0,0 1 0,1 11 0,-3-16 0,0 0 0,0 0 0,0 0 0,0 0 0,-1 0 0,1 0 0,-1 0 0,0 0 0,1 0 0,-1 0 0,0-1 0,0 1 0,0 0 0,0 0 0,0-1 0,-1 1 0,1-1 0,0 1 0,-1-1 0,1 0 0,-1 1 0,0-1 0,1 0 0,-1 0 0,0 0 0,0 0 0,1-1 0,-1 1 0,0 0 0,0-1 0,-3 1 0,-29 10 0,-1-2 0,-42 5 0,60-12 0,-1-1 0,0-1 0,0 0 0,0-1 0,0-1 0,-24-5 0,33 5 0,0-1 0,1 1 0,-1-2 0,1 1 0,0-1 0,-9-5 0,15 7 0,-1 0 0,1 0 0,0 0 0,-1 0 0,1 0 0,0 0 0,1-1 0,-1 1 0,0-1 0,1 0 0,-1 1 0,1-1 0,0 0 0,0 0 0,0 0 0,0 0 0,0 0 0,1 0 0,-1 0 0,1 0 0,0-5 0,0 2 0,0-1 0,1 0 0,0 1 0,1-1 0,-1 1 0,1-1 0,0 1 0,1 0 0,0 0 0,0 0 0,0 0 0,0 0 0,1 1 0,0-1 0,0 1 0,1 0 0,-1 0 0,11-7 0,7-7 0,1 2 0,1 1 0,0 1 0,1 1 0,0 1 0,2 1 0,-1 1 0,1 2 0,34-8 0,97-3 0,-123 19 0,-30 1 0,-10 0 0,2 1 0,0-1 0,1 0 0,-1 1 0,1 0 0,-1 0 0,1 0 0,-1 0 0,1 0 0,0 0 0,-1 0 0,1 1 0,0-1 0,0 1 0,-3 3 0,3-4 0,-8 6 0,0 0 0,0 1 0,0-1 0,1 2 0,-10 12 0,6-4 0,1 0 0,-15 32 0,21-39 0,6-8 0,-1 0 0,1 0 0,0 0 0,0-1 0,0 1 0,0 0 0,0 0 0,0 0 0,0-1 0,1 3 0,-1 0 0,9 2 0,-9-6 0,0 0 0,1 1 0,-1-1 0,0 0 0,1 1 0,-1-1 0,1 0 0,-1 0 0,0 0 0,1 0 0,-1 1 0,1-1 0,-1 0 0,1 0 0,-1 0 0,0 0 0,1 0 0,-1 0 0,1 0 0,-1 0 0,1 0 0,-1 0 0,1 0 0,-1 0 0,0 0 0,1-1 0,-1 1 0,1 0 0,-1 0 0,0 0 0,1-1 0,-1 1 0,1 0 0,-1 0 0,0-1 0,1 1 0,-1 0 0,0-1 0,0 1 0,1 0 0,-1-1 0,0 0 0,2-1 0,17-7 0,-12 6 0,0-1 0,0 0 0,10-7 0,-14 9 0,0 0 0,0 1 0,0-1 0,0 0 0,0 1 0,0 0 0,4-1 0,-4 1 0,1 0 0,-1 0 0,0 0 0,0-1 0,0 1 0,0-1 0,3-2 0,24-19 0,39-21 0,-41 27 0,39-15 0,-63 31 0,-1 0 0,0 0 0,1 0 0,-1 0 0,1 0 0,-1 0 0,1 1 0,-1 0 0,1 0 0,-1 0 0,1 0 0,-1 0 0,1 1 0,-1 0 0,7 1 0,-4 0 0,0 0 0,0 0 0,-1 0 0,1 1 0,-1 0 0,1 0 0,-1 0 0,6 6 0,-10-8 0,5 4 0,-1 0 0,0 0 0,0 1 0,0-1 0,5 10 0,-9-14 0,-1 1 0,1 0 0,0 0 0,0 0 0,-1 1 0,1-1 0,-1 0 0,0 0 0,0 0 0,0 0 0,0 0 0,0 0 0,0 1 0,0-1 0,-1 0 0,1 0 0,-1 0 0,1 0 0,-1 0 0,0 0 0,0 0 0,-1 2 0,1-2 0,-1 0 0,1 0 0,-1 0 0,1 0 0,-1 0 0,0 0 0,1 0 0,-1 0 0,0-1 0,0 1 0,-3 1 0,-1 0 0,-1 0 0,1-1 0,0 1 0,-1-1 0,-8 1 0,1-3 0,11-1 0,0 1 0,1-1 0,-1 0 0,0 0 0,1 0 0,-1 0 0,1-1 0,-1 1 0,1-1 0,0 1 0,0-1 0,0 0 0,0 0 0,0 0 0,-2-3 0,-8-7 0,11 10 0,0 1 0,-1-1 0,1 0 0,0 0 0,0 0 0,0 0 0,1 0 0,-1 0 0,0 0 0,1 0 0,-1 0 0,1-1 0,0 1 0,0 0 0,0 0 0,0 0 0,0-1 0,0 1 0,1 0 0,0-4 0,2-6 0,0 0 0,8-16 0,-9 23 0,0 1-68,1 0 1,-1 0-1,1 0 1,0 0-1,0 0 0,0 1 1,1-1-1,-1 1 1,6-4-1,36-24-1770,-43 30 1714,3-2-1651,0 1 0,0 0 0,-1 0 0,1 1 0,10-3 1,7-1-5214,-8-2-776</inkml:trace>
</inkml:ink>
</file>

<file path=ppt/ink/ink1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48.924"/>
    </inkml:context>
    <inkml:brush xml:id="br0">
      <inkml:brushProperty name="width" value="0.035" units="cm"/>
      <inkml:brushProperty name="height" value="0.035" units="cm"/>
    </inkml:brush>
  </inkml:definitions>
  <inkml:trace contextRef="#ctx0" brushRef="#br0">27 254 2288,'-14'-2'8088,"9"-12"8760,5 14-16737,0 0 0,-1 0 0,1 0 0,0 0 0,-1 0-1,1 0 1,0 0 0,0 0 0,-1 0 0,1 0 0,0 0 0,0 0-1,-1 0 1,1-1 0,0 1 0,0 0 0,-1 0 0,1 0 0,0 0-1,0-1 1,0 1 0,-1 0 0,1 0 0,0-1 0,0 1-1,0 0 1,0 0 0,-1-1 0,1 1 0,0 0 0,0 0 0,0-1-1,0 1 1,0 0 0,0-1 0,0 1 0,0 0 0,0 0 0,0-1-1,0 1 1,0 0 0,0-1 0,0 1 0,0 0 0,0 0 0,0-1-1,0 1 1,1 0 0,-1-1 0,0 1-111,0-1 0,0 1 0,0 0 0,0-1 0,0 1 0,0 0 0,0-1 0,1 1 0,-1 0 0,0-1 0,0 1 0,0 0 0,0 0 0,1-1 0,-1 1 0,0 0 0,0-1 0,1 1 0,-1 0 0,0 0 0,0 0 0,1-1 0,-1 1 0,0 0 0,1 0 0,-1 0 0,0 0 0,1-1 0,3-1 0,3 2 0,1 0 0,-7 0 0,0 0 0,0 0 0,0 0 0,0 0 0,0 0 0,0 0 0,0 0 0,0-1 0,0 1 0,0 0 0,0-1 0,0 1 0,0 0 0,0-1 0,0 1 0,0-1 0,0 1 0,0-1 0,0 0 0,11-6 0,23 4 0,-24 6 0,0 0 0,0 1 0,0 1 0,-1-1 0,20 14 0,0-1 0,-22-13 0,-1 0 0,1 0 0,-1 1 0,0 0 0,-1 0 0,1 0 0,-1 1 0,0 0 0,0 1 0,5 8 0,1 1 0,-9-13 0,-1 0 0,0 0 0,0 0 0,0 1 0,0-1 0,-1 0 0,1 1 0,-1-1 0,0 1 0,0-1 0,0 1 0,0 0 0,-1 0 0,1-1 0,-1 1 0,0 4 0,0-4 0,0-13 0,0 5 0,1 0 0,-1 1 0,1-1 0,0 0 0,0 1 0,0-1 0,1 1 0,0-1 0,1-3 0,-1 4 0,0 0 0,0-1 0,-1 1 0,0-1 0,1 0 0,-1 1 0,-1-1 0,1 0 0,0-4 0,1 1 0,-1-1 0,2 1 0,-1 0 0,1 0 0,0 0 0,1 0 0,-1 0 0,8-9 0,0-3 0,-4 11 0,-6 7 0,0 0 0,-1 1 0,1-1 0,0 0 0,-1 0 0,1 1 0,-1-1 0,1 0 0,-1 0 0,1 0 0,-1 0 0,1 0 0,-1 0 0,1-1 0,-1 2 0,0 0 0,-1-1 0,1 1 0,0 0 0,0 0 0,0 0 0,0 0 0,0 0 0,0 0 0,0-1 0,0 1 0,0 0 0,0 0 0,0 0 0,0 0 0,0 0 0,0-1 0,0 1 0,0 0 0,0 0 0,0 0 0,0 0 0,1 0 0,-1 0 0,0-1 0,0 1 0,0 0 0,0 0 0,0 0 0,0 0 0,0 0 0,0 0 0,0 0 0,0-1 0,1 1 0,-1 0 0,0 0 0,0 0 0,0 0 0,0 0 0,0 0 0,0 0 0,1 0 0,-1 0 0,0 0 0,0 0 0,0 0 0,4-3 0,-2-15 0,-3 13 0,-6 5 0,-39 13 0,33-10 0,0 1 0,1 0 0,-1 0 0,1 2 0,-14 7 0,9-4 0,12-6 0,0-1 0,1 1 0,-1 0 0,-7 7 0,-5 4 0,15-13 0,0 1 0,0-1 0,1 0 0,-1 1 0,0 0 0,0-1 0,1 1 0,-1 0 0,1 0 0,0-1 0,-1 1 0,1 0 0,0 0 0,0 1 0,0-1 0,0 0 0,1 0 0,-1 0 0,0 3 0,-3 9 0,3-13 0,1 0 0,0 0 0,-1-1 0,1 1 0,0 0 0,-1 0 0,1 0 0,0 0 0,0 0 0,-1-1 0,1 1 0,0 0 0,0 0 0,0 0 0,0 0 0,1 0 0,-1 0 0,0 1 0,1 0 0,-1-1 0,1 1 0,-1-1 0,1 1 0,0-1 0,0 1 0,0-1 0,0 0 0,0 1 0,0-1 0,0 0 0,0 1 0,0-1 0,0 0 0,1 0 0,-1 0 0,1 0 0,-1-1 0,3 2 0,21 12 0,-21-11 0,0 0 0,1-1 0,0 1 0,-1-1 0,10 3 0,98 12 0,-16-3 0,-45-5 0,-19-3 0,36 10 0,-53-11 0,-9-4 0,1 1 0,0 0 0,-1 0 0,0 0 0,1 1 0,-1 0 0,0 1 0,-1-1 0,1 1 0,8 7 0,-9-7 0,-5-4 0,1 0 0,-1 0 0,0 1 0,1-1 0,-1 0 0,0 0 0,1 1 0,-1-1 0,0 0 0,1 1 0,-1-1 0,0 0 0,0 1 0,1-1 0,-1 0 0,0 1 0,0-1 0,0 1 0,0-1 0,0 0 0,1 1 0,-1-1 0,0 1 0,0-1 0,0 1 0,0-1 0,0 0 0,0 1 0,0-1 0,-1 1 0,1-1 0,0 1 0,-1 4 0,-6 0 0,5-5 0,-1 0 0,1 0 0,0 0 0,0 0 0,0 0 0,0-1 0,0 1 0,0-1 0,-1 1 0,1-1 0,0 0 0,0 1 0,1-1 0,-1 0 0,0-1 0,0 1 0,0 0 0,1 0 0,-3-3 0,4 4 0,-3-2 0,0 0 0,0 1 0,1-2 0,-1 1 0,0 0 0,1 0 0,0-1 0,0 1 0,0-1 0,0 0 0,0 0 0,0 0 0,0 1 0,1-2 0,0 1 0,0 0 0,0 0 0,0 0 0,0-1 0,0 1 0,1 0 0,0-1 0,-1 1 0,1 0 0,0-1 0,1 1 0,-1 0 0,1-1 0,-1 1 0,1 0 0,0 0 0,2-5 0,4-15 0,-6 20 0,-1 1 0,0-1 0,1 1 0,0-1 0,0 1 0,0-1 0,0 1 0,0 0 0,0-1 0,2-1 0,14-20 0,-13 17 0,0 0 0,1 1 0,-1-1 0,13-10 0,6-6 0,-18 17 0,1 0 0,0 0 0,1 1 0,10-8 0,-16 11 0,1 5 0,11 12 0,-12-14 0,-1-1 0,1 1 0,0 0 0,0 0 0,0 0 0,-1 0 0,1 0 0,0 0 0,-1 0 0,1 0 0,-1 0 0,1 0 0,-1 0 0,1 1 0,-1-1 0,0 0 0,0 0 0,1 2 0,-1-1 0,0 0 0,0 0 0,1 0 0,0 1 0,-1-1 0,1 0 0,0 0 0,0 0 0,2 3 0,-2-3 0,0 0 0,0 0 0,0 0 0,0 0 0,0 0 0,-1 0 0,1 0 0,-1 0 0,1 4 0,1 3 0,0-1 0,0 1 0,0-1 0,1 0 0,7 14 0,-4-7 0,1-6 0,-7-8 0,1-1 0,0 1 0,0 0 0,-1 0 0,1 0 0,0 0 0,-1 0 0,1 0 0,-1 0 0,1 0 0,-1 0 0,0 0 0,1 0 0,-1 1 0,0 1 0,1-2 0,-1 1 0,0-1 0,1 1 0,-1-1 0,1 0 0,-1 1 0,1-1 0,0 0 0,0 1 0,0-1 0,0 0 0,2 2 0,3 8 0,-6-11 0,0 1 0,0-1 0,0 0 0,0 0 0,0 0 0,0 0 0,0 1 0,0-1 0,0 0 0,0 0 0,0 0 0,0 0 0,0 1 0,0-1 0,0 0 0,0 0 0,0 0 0,0 0 0,0 1 0,0-1 0,-1 0 0,1 0 0,0 0 0,0 0 0,0 0 0,0 0 0,0 1 0,0-1 0,-1 0 0,1 0 0,0 0 0,0 0 0,0 0 0,0 0 0,0 0 0,-1 0 0,1 0 0,0 0 0,0 0 0,0 0 0,0 0 0,-1 0 0,1 0 0,0 0 0,0 0 0,0 0 0,0 0 0,-1 0 0,1 0 0,0 0 0,0 0 0,0 0 0,0 0 0,-1 0 0,1 0 0,0 0 0,0 0 0,0-1 0,0 1 0,0 0 0,0 0 0,-1 0 0,1 0 0,0 0 0,0 0 0,0-1 0,0 1 0,0 0 0,-8-8 0,8 8 0,-1-2 0,0-1 0,1 1 0,0-1 0,-1 1 0,1 0 0,0-1 0,0 1 0,0-1 0,0 1 0,1-1 0,-1 1 0,1 0 0,-1-1 0,1 1 0,0 0 0,0-1 0,2-2 0,-3 4 0,2-4-102,-1 0 0,1 1 0,-1-1 0,-1 0 1,1 0-1,-1 0 0,1 0 0,-1 1 0,-1-1 0,1 0 0,-1 0 0,0 0 0,0 0 0,0 1 1,-4-10-1,-2-1-320,-1-1 0,-1 1 1,-11-16-1,19 30 421,-34-61 218,-32-32 1945,61 87-2037,1 0 11,0 1 0,0 0-1,-1-1 1,0 2-1,-12-9 1,18 13-136,-1 1 0,-1-1 0,1 0 0,-1 0 0,1 0 0,0 0 0,-1-1 0,1 1 0,0 0 0,0 0 0,0-1 0,-1-1 0,2 2-21,0 1 0,0 0 0,0 0 1,0-1-1,0 1 0,0 0 0,0-1 0,0 1 0,1 0 0,-1-1 0,0 1 1,0 0-1,0 0 0,1-1 0,-1 1 0,0 0 0,0 0 0,1-1 1,-1 1-1,0 0 0,0 0 0,1 0 0,-1 0 0,0-1 0,1 1 0,-1 0 1,0 0-1,1 0 0,-1 0 0,0 0 0,0 0 0,1 0 0,-1 0 1,0 0-1,1 0 0,-1 0 0,0 0 0,1 0 0,-1 0 0,0 0 0,1 0 1,-1 0-1,1 1 0,13 4-1909,-13-5 1343,3 2-505,0-1 1,1 1-1,-1-1 1,0 0 0,0 0-1,1-1 1,-1 1-1,1-1 1,6 0-1,15 1-4258,-3 1 733,3 3-80</inkml:trace>
</inkml:ink>
</file>

<file path=ppt/ink/ink1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49.742"/>
    </inkml:context>
    <inkml:brush xml:id="br0">
      <inkml:brushProperty name="width" value="0.035" units="cm"/>
      <inkml:brushProperty name="height" value="0.035" units="cm"/>
    </inkml:brush>
  </inkml:definitions>
  <inkml:trace contextRef="#ctx0" brushRef="#br0">0 58 1880,'0'0'11439,"17"6"-6331,-15-5-4633,1 0 1,-1 0-1,0 0 1,1 0-1,-1 0 1,0 1 0,0-1-1,0 1 1,0-1-1,0 1 1,0 0 0,0 0-1,-1 0 1,1 0-1,-1 0 1,1 0-1,-1 1 1,0-1 0,0 0-1,0 1 1,0-1-1,0 0 1,-1 1-1,1-1 1,-1 1 0,1 0-1,-1 4 1,0-5-413,0-1 1,1 1-1,-1 0 0,1 0 1,-1 0-1,1 0 0,0-1 1,0 1-1,-1 0 0,3 2 1,-2-2-34,0-1-1,0 1 1,0 0 0,0 0 0,0 0-1,-1 0 1,1 0 0,0 0-1,-1 0 1,1 3 0,-1-2-30,0-1 0,1 1 0,-1 0 0,1-1 0,0 1 0,0 0 0,0-1 0,1 3 0,0-2 0,-1 0 0,0 0 0,1 0 0,-1 0 0,-1 0 0,1 0 0,0 0 0,-1 5 0,0-8 0,0 7 0,0-1 0,0 1 0,1-1 0,0 1 0,0-1 0,3 12 0,5 3 0,-8-10 0,1-7 0,5-3 0,1-2 0,-8 1 0,1 0 0,-1 0 0,0 0 0,1 0 0,-1 0 0,0 0 0,1 0 0,-1 0 0,1 0 0,-1 0 0,0 0 0,1 0 0,-1 0 0,0-1 0,1 1 0,-1 0 0,0 0 0,0 0 0,1-1 0,-1 1 0,0 0 0,1 0 0,-1-1 0,0 1 0,0 0 0,0 0 0,1-1 0,-1 1 0,0 0 0,0-1 0,0 1 0,0 0 0,0-1 0,1 1 0,-1 0 0,0-1 0,0 1 0,0-1 0,0 1 0,0-1 0,13-26 0,-9 17 0,13-20 0,-14 27 0,-1 0 0,1-1 0,-1 0 0,0 0 0,0 1 0,0-1 0,-1 0 0,1-1 0,-1 1 0,0 0 0,1-8 0,-1 7 0,-1 0 0,1 1 0,1-1 0,-1 0 0,1 1 0,2-7 0,3-7 0,-6 17 0,0-4 0,1-1 0,0 1 0,0 0 0,0 0 0,1 0 0,-1 0 0,6-6 0,-8 11 0,0 0 0,0 0 0,1-1 0,-1 1 0,0 0 0,1 0 0,-1 0 0,0 0 0,1 0 0,-1 0 0,0 0 0,1 0 0,-1 0 0,0 0 0,1 0 0,-1 0 0,0 0 0,1 0 0,-1 0 0,0 0 0,1 0 0,-1 0 0,0 0 0,1 0 0,-1 0 0,0 1 0,0-1 0,1 0 0,-1 0 0,0 0 0,1 1 0,-1-1 0,0 0 0,0 0 0,0 1 0,1-1 0,-1 0 0,0 1 0,0-1 0,0 0 0,0 0 0,1 1 0,-1-1 0,0 0 0,0 1 0,0-1 0,0 0 0,0 1 0,0-1 0,0 1 0,6 17 0,2 20 0,1-12 0,-9-22 0,1 0 0,-1 0 0,1-1 0,1 1 0,-1 0 0,0-1 0,1 1 0,0-1 0,-1 1 0,1-1 0,1 0 0,-1 0 0,3 4 0,-4-7 0,0 1 0,-1-1 0,1 1 0,0-1 0,0 0 0,0 1 0,-1-1 0,1 0 0,0 0 0,0 1 0,0-1 0,0 0 0,-1 0 0,1 0 0,0 0 0,0 0 0,0 0 0,0 0 0,0 0 0,-1-1 0,1 1 0,0 0 0,0 0 0,0-1 0,-1 1 0,1 0 0,0-1 0,1 0 0,0 0 0,6-3 0,0 1 0,-1-1 0,1 0 0,-1-1 0,11-9 0,8-5 0,-22 17 0,-1-1 0,0-1 0,1 1 0,-1 0 0,-1-1 0,1 1 0,-1-1 0,1 0 0,-1 0 0,3-8 0,13-19 0,-5 7 0,-8 12 0,-4 11 0,-1 0 0,0 0 0,1 0 0,-1 1 0,1-1 0,-1 0 0,1 0 0,-1 1 0,1-1 0,0 0 0,-1 1 0,1-1 0,0 1 0,-1-1 0,1 1 0,0-1 0,0 1 0,0-1 0,-1 1 0,1 0 0,0-1 0,0 1 0,0 0 0,0 0 0,0 0 0,0 0 0,0 0 0,-1 0 0,1 0 0,0 0 0,0 0 0,0 0 0,0 0 0,0 0 0,0 1 0,0-1 0,-1 0 0,1 1 0,1 0 0,4 3 0,0 0 0,0 0 0,0 1 0,7 8 0,-8-8 0,-1-1 0,1 0 0,0 0 0,8 5 0,10 2 0,11 5 0,43 15 0,-73-30 0,-1 0 0,1 0 0,0 0 0,0-1 0,0 1 0,6-1 0,-9 0 0,1 0 0,-1 0 0,0-1 0,0 1 0,0 0 0,0-1 0,0 1 0,0-1 0,0 1 0,0-1 0,0 0 0,0 1 0,-1-1 0,1 0 0,0 0 0,0 1 0,-1-1 0,1 0 0,0 0 0,0-2 0,5-3 0,-3 4 0,0-1 0,1 0 0,-1 0 0,0 0 0,0 0 0,0 0 0,-1 0 0,1-1 0,-1 1 0,0-1 0,0 0 0,0 0 0,0 0 0,-1 0 0,0 0 0,1-4 0,-1 6 0,-1-1 0,1 1 0,-1 0 0,1 0 0,-1 0 0,1 0 0,0-1 0,0 1 0,2-3 0,-2 3 0,0 1 0,0-1 0,0 0 0,0 0 0,0 0 0,-1 0 0,1 0 0,0 0 0,-1-3 0,1 3 0,-1 0 0,0 1 0,1-1 0,-1 0 0,1 1 0,0-1 0,-1 1 0,1-1 0,0 1 0,0-1 0,0 1 0,0 0 0,3-3 0,-1 1 0,-2-3 0,-1 6 0,0 0 0,0 0 0,0 0 0,0-1 0,0 1 0,0 0 0,0 0 0,0 0 0,0-1 0,1 1 0,-1 0 0,0 0 0,0 0 0,0 0 0,0-1 0,0 1 0,0 0 0,0 0 0,1 0 0,-1 0 0,0 0 0,0-1 0,0 1 0,0 0 0,1 0 0,-1 0 0,0 0 0,0 0 0,0 0 0,1 0 0,-1 0 0,0 0 0,0 0 0,0 0 0,1 0 0,-1 0 0,0 0 0,0 0 0,0 0 0,1 0 0,-1 0 0,0 0 0,0 0 0,0 0 0,1 0 0,-1 0 0,0 0 0,0 0 0,0 0 0,0 1 0,1-1 0,-1 0 0,7 4 0,2 16 0,-1-4 0,2 1 0,-7-14 0,0 0-1,0 0 1,0 0-1,0 1 1,-1-1 0,0 1-1,0 0 1,0-1-1,0 1 1,0 0 0,-1 0-1,1 1 1,-1-1 0,0 0-1,-1 0 1,2 8-1,-9-11-1941,8-13-7435,3-8-2679,-11 10 6928</inkml:trace>
</inkml:ink>
</file>

<file path=ppt/ink/ink1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49.919"/>
    </inkml:context>
    <inkml:brush xml:id="br0">
      <inkml:brushProperty name="width" value="0.035" units="cm"/>
      <inkml:brushProperty name="height" value="0.035" units="cm"/>
    </inkml:brush>
  </inkml:definitions>
  <inkml:trace contextRef="#ctx0" brushRef="#br0">160 194 3521,'-16'-21'4001,"-1"1"0,-1 0 0,0 1 0,-2 1 0,-21-15 0,29 23-1999,11 9-1855,-1-1 0,1 1 1,0 0-1,-1 0 0,1-1 0,0 1 0,0-1 0,0 1 1,0-1-1,0 1 0,0-1 0,0 0 0,1 1 1,-1-1-1,1 0 0,-1 0 0,1 0 0,-1 1 0,1-1 1,0 0-1,0-2 0,2-1-147,-2 4 0,0 1 0,0-1 0,1 1 0,-1-1 0,0 1 0,0 0 0,1-1 0,-1 1 0,1 0 0,-1-1 0,0 1 0,1 0 0,-1-1 0,1 1 0,-1 0 0,1 0 0,-1-1 0,0 1 0,1 0 0,-1 0 0,1 0 0,-1 0 0,1 0 0,-1 0 0,1 0 0,-1 0 0,1 0 0,-1 0 0,1 0 0,-1 0 0,1 0 0,0 0 0,0 1 0,7-3-521,0 1 0,0 0 1,0 1-1,0 0 0,0 0 0,12 2 0,11 0-1649,-3 0-2966,-1 0 0,31 8 1,-18-3-908,-24-7 2774</inkml:trace>
</inkml:ink>
</file>

<file path=ppt/ink/ink1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50.843"/>
    </inkml:context>
    <inkml:brush xml:id="br0">
      <inkml:brushProperty name="width" value="0.035" units="cm"/>
      <inkml:brushProperty name="height" value="0.035" units="cm"/>
    </inkml:brush>
  </inkml:definitions>
  <inkml:trace contextRef="#ctx0" brushRef="#br0">0 74 1296,'28'-20'8812,"-27"19"-8191,0 0 1,1 0-1,-1-1 0,0 1 1,0 0-1,0 0 1,0-1-1,0 1 0,-1-1 1,1 1-1,0-1 0,-1 1 1,1-1-1,-1 0 0,1 1 1,-1-3-1,0 3-284,0 0 0,0 1 0,0-1-1,1 0 1,-1 0 0,0 1 0,0-1 0,0 0-1,0 1 1,1-1 0,-1 0 0,0 1 0,1-1 0,-1 0-1,1 1 1,0-2 0,3-8 5585,-3 7-5501,-1 2-420,0 1 0,1 0 0,-1 0 0,0 0 0,0 0 0,0 0 0,1 0 0,-1 0-1,0 0 1,0 0 0,0 0 0,1 0 0,-1 0 0,0-1 0,0 1 0,1 1 0,-1-1 0,0 0-1,0 0 1,0 0 0,1 0 0,-1 0 0,0 0 0,0 0 0,0 0 0,1 0 0,-1 0 0,0 0-1,0 0 1,0 1 0,1-1 0,-1 0 0,0 0 0,0 0 0,0 0 0,0 1 0,2 2-8,10 15 7,0 1 0,16 35 0,-8-13 0,15 32 0,-9-22 0,7 13 0,-14-35 0,36 42 0,20 27 0,-60-82 0,-12-12 0,0 0 0,1 0 0,-1-1 0,1 0 0,6 5 0,-7-6 0,0 0 0,1-1 0,-1 1 0,0-1 0,0 0 0,1 0 0,-1 0 0,0-1 0,1 1 0,-1-1 0,1 1 0,-1-1 0,1 0 0,-1-1 0,1 1 0,-1-1 0,0 1 0,1-1 0,4-2 0,4-2 0,-2 0 0,1-1 0,0 0 0,11-9 0,1-1 0,-15 10 0,-1 0 0,0-1 0,0 1 0,0-1 0,9-13 0,16-17 0,17-22 0,-41 49 0,0 0 0,0 0 0,10-21 0,-17 25 0,-2 1 0,1 5 0,0 0 0,-1 0 0,1 0 0,0 0 0,0 0 0,-1 0 0,1 0 0,0 0 0,0 0 0,0 0 0,-1-1 0,1 1 0,0 0 0,0 0 0,-1 0 0,1 1 0,0-1 0,0 0 0,-1 0 0,1 0 0,0 0 0,0 0 0,-1 0 0,1 0 0,0 0 0,0 0 0,0 0 0,-1 1 0,1-1 0,0 0 0,-1 3 0,-6 2 0,0 0 0,1 0 0,0 0 0,0 1 0,1 0 0,0 0 0,0 1 0,0 0 0,0 0 0,-5 13 0,-6 8 0,14-26 0,0 1 0,0-1 0,1 1 0,-1-1 0,1 1 0,0 0 0,0 0 0,0 0 0,0 0 0,0 0 0,0 0 0,1 0 0,0 0 0,-1 4 0,1-5 0,1-1 0,-1 1 0,0 0 0,1 0 0,-1-1 0,0 1 0,1 0 0,0-1 0,0 1 0,-1-1 0,1 1 0,0-1 0,2 3 0,-1-3 0,1 0 0,-1-1 0,0 0 0,0 1 0,1-1 0,-1 0 0,0 0 0,0 0 0,1 0 0,-1 0 0,0-1 0,0 1 0,1-1 0,2-1 0,34-12 0,-23 8 0,-7 3 0,0-1 0,-1 0 0,1 0 0,-1 0 0,15-12 0,-5 6 0,-17 10 0,1-1 0,-1 0 0,0 1 0,1-1 0,-1 0 0,0 1 0,1-1 0,-1 0 0,0 0 0,0 0 0,2-3 0,14-5 0,-10 8 0,1 2 0,-6-1 0,0 1 0,0 0 0,0 0 0,0 0 0,-1 0 0,1 0 0,0 0 0,-1 0 0,1 0 0,-1 1 0,1-1 0,-1 0 0,0 1 0,1 0 0,-1-1 0,1 3 0,4 4 0,0-3 0,1 0 0,0 0 0,0-1 0,1 0 0,9 5 0,15 7 0,-29-15-171,0 0 1,0 1-1,1-1 0,-1 0 1,1-1-1,-1 1 0,0-1 0,1 1 1,5-1-1,37-3-2973,-38 2 2512,31-3-3476,0-1-1,-1-2 1,0-1-1,49-19 0,-81 25 3465,1-1 0,-1 0-1,0-1 1,10-6-1,-12 7 833,0 0-1,0-1 0,-1 1 1,0-1-1,1 0 1,3-6-1,-5 6 398,0 0 0,0 0 1,-1 1-1,1-1 0,-1 0 0,0-1 0,0 1 1,0 0-1,-1 0 0,1 0 0,-1-1 1,0 1-1,0 0 0,-1 0 0,1 0 0,-1-1 1,0 1-1,-2-5 0,3 7-153,-1 1-1,1-1 1,0 0-1,-1 0 1,1 1-1,0-1 1,0 0 0,0 0-1,1 1 1,-1-1-1,0 0 1,1 0-1,-1 1 1,1-1 0,1-2-1,2-15 4933,-1 12-3103,-2 7-2152,-1-1 0,1 1 0,-1-1 0,1 0 0,-1 1 0,1-1 0,-1 0-1,0 1 1,1-1 0,-1 0 0,0 0 0,0 0 0,1 1 0,-1-1 0,0 0 0,0 0-1,0 0 1,0 1 0,0-1 0,0-2 0,9 22-109,23 25 0,-23-31 0,-1 0 0,0 1 0,-2 1 0,1-1 0,4 20 0,-10-31 0,-1 0 0,0 0 0,0-1 0,0 1 0,0 0 0,0 0 0,-1-1 0,1 1 0,-1 0 0,0-1 0,-1 5 0,-16 28 0,15-29 0,1-2 0,-1 0 0,0-1 0,0 0 0,-1 1 0,1-1 0,-1 0 0,1-1 0,-5 4 0,8-6 0,-1 0 0,1 0 0,0 0 0,0 0 0,0 0 0,0 0 0,0 0 0,-1 0 0,1 0 0,0 0 0,0 0 0,0 0 0,0 1 0,0-1 0,-1 0 0,1 0 0,0-1 0,0 1 0,0 0 0,0 0 0,-1 0 0,1 0 0,0 0 0,0 0 0,0 0 0,0 0 0,0 0 0,0 0 0,-1 0 0,1 0 0,0 0 0,0 0 0,0-1 0,0 1 0,0 0 0,0 0 0,0 0 0,-1 0 0,1 0 0,0 0 0,0-1 0,0 1 0,0 0 0,-2-11 0,4-12 0,9-1 0,1 1 0,1 0 0,1 1 0,19-22 0,-14 20 0,33-30 0,-42 44 0,1 2 0,0 0 0,0 0 0,0 0 0,22-9 0,-16 4-421,-9 6-545,-15 6-6883,-27 7-9309,17-1 12441</inkml:trace>
</inkml:ink>
</file>

<file path=ppt/ink/ink1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52.541"/>
    </inkml:context>
    <inkml:brush xml:id="br0">
      <inkml:brushProperty name="width" value="0.035" units="cm"/>
      <inkml:brushProperty name="height" value="0.035" units="cm"/>
    </inkml:brush>
  </inkml:definitions>
  <inkml:trace contextRef="#ctx0" brushRef="#br0">1 94 3393,'0'-5'1018,"1"1"1,0 0-1,0-1 0,0 1 1,1 0-1,-1 0 1,1 0-1,0 0 1,0 0-1,1 0 1,-1 0-1,1 1 0,0-1 1,-1 1-1,2 0 1,-1 0-1,5-4 1,-8 7-911,0 0 1,0 0-1,0 0 1,1 0-1,-1 0 1,0 0 0,0-1-1,0 1 1,0 0-1,1 0 1,-1 0-1,0 0 1,0 0-1,0-1 1,0 1-1,0 0 1,1 0 0,-1 0-1,0-1 1,0 1-1,0 0 1,0 0-1,0 0 1,0-1-1,0 1 1,0 0 0,0 0-1,0-1 1,0 1-1,0 0 1,0 0-1,0 0 1,0-1-1,0 1 1,0 0 0,0 0-1,0-1 1,0 1-1,0 0 1,0 0-1,0 0 1,0-1-1,-1 1 1,1 0 0,0 0-1,0 0 1,0 0-1,0-1 1,-1 1-1,1 0 1,0 0-1,0 0 1,0 0 0,0 0-1,-1 0 1,1-1-1,0 1 1,0 0-1,0 0 1,-1 0-1,1 0 1,0 0 0,0 0-1,-1 0 1,1 0-1,0 0 1,0 0-1,-1 0 1,-10-2 1880,10 2-1699,0-1 545,11-7-397,-3 8-438,-7 0 0,1 0 0,-1 0 0,1 0 0,-1 1 0,1-1 0,-1 0 0,0 0 0,1 0 0,-1 0 0,1 1 0,-1-1 0,0 0 0,1 0 0,-1 1 0,1-1 0,-1 0 0,0 1 0,0-1 0,1 0 0,-1 1 0,0-1 0,1 0 0,-1 1 0,0-1 0,0 1 0,0-1 0,0 0 0,1 1 0,-1-1 0,0 1 0,0-1 0,0 1 0,0-1 0,0 1 0,0-1 0,0 1 0,0-1 0,0 1 0,0 2 0,7 13 0,-1 0 0,6 19 0,-5-14 0,11 26 0,-13-36 0,71 157 0,-67-144 0,6 32 0,-4-11 0,-6-24 0,-1 1 0,2 24 0,3 18 0,-7-32-3368,-3-28 2540,1 0 1,0 1-1,1-1 0,-1 0 1,1 0-1,-1 0 1,1 0-1,0 0 1,2 4-1,1 0-5410</inkml:trace>
</inkml:ink>
</file>

<file path=ppt/ink/ink1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53.072"/>
    </inkml:context>
    <inkml:brush xml:id="br0">
      <inkml:brushProperty name="width" value="0.035" units="cm"/>
      <inkml:brushProperty name="height" value="0.035" units="cm"/>
    </inkml:brush>
  </inkml:definitions>
  <inkml:trace contextRef="#ctx0" brushRef="#br0">0 211 1120,'2'-13'10583,"2"4"-4840,-3 8-5494,1 0 0,-1 0 1,0-1-1,1 1 0,0 0 1,-1 1-1,1-1 0,0 0 1,-1 0-1,1 1 0,0-1 0,0 1 1,2-1-1,7-2 572,4-1-624,0 1-1,0 1 1,0 1 0,22-1 0,27-2-142,85-11 31,-89 11 45,1-3 1,-1-2-1,62-19 1,-118 27-29,0 0 1,-1-1-1,1 1 1,0-1-1,-1 0 0,1 0 1,5-5-1,-7 6 93,-1-1-1,0 1 1,1-1-1,-1 1 0,0-1 1,0 1-1,0-1 1,0 0-1,-1 0 0,1 1 1,0-1-1,-1 0 1,1 0-1,-1 0 0,1 0 1,-1 1-1,0-5 1,-1 4 13,1-1 0,-1 1 1,0 0-1,0 0 1,0 0-1,0 0 1,-1 0-1,1 0 1,0 0-1,-1 1 0,1-1 1,-1 0-1,0 1 1,0-1-1,1 1 1,-1 0-1,0-1 1,0 1-1,0 0 0,-3-1 1,-5-3 305,-1 8-430,6-1-69,3-1-16,0-1 0,-1 1 0,1 0 0,-1 0 0,1 0 0,0 0 0,0 1 0,0-1 0,0 1 0,0-1 0,-3 4 0,-8 4 0,4-3 0,-1 1 0,1 0 0,1 0 0,-13 14 0,13-6 0,16-5 0,-6-10 0,0 0 0,0 1 0,1-1 0,-1 0 0,0-1 0,0 1 0,0 0 0,0 0 0,0-1 0,0 0 0,0 1 0,0-1 0,0 0 0,0 0 0,0 0 0,0 0 0,0 0 0,2-3 0,4 0 0,0 0 0,-8 1 0,1 1 0,15 2 0,-13 0 0,-1 1 0,1 0 0,-1-1 0,0 1 0,1 1 0,-1-1 0,0 0 0,0 0 0,0 1 0,0-1 0,0 1 0,0 0 0,0 0 0,2 2 0,29 36 0,-24-28 0,75 114-447,-83-125 8,0 0-1,0 0 0,0 0 1,1 0-1,-1 0 0,0 0 1,1 0-1,-1 0 1,1 0-1,-1-1 0,1 1 1,-1 0-1,1-1 0,-1 0 1,1 1-1,-1-1 0,1 0 1,0 0-1,-1 0 1,1 0-1,-1 0 0,1 0 1,2 0-1,2-2-1841,1 0 0,0 0-1,-1 0 1,8-4 0,-2 1 46,7-5-2108</inkml:trace>
</inkml:ink>
</file>

<file path=ppt/ink/ink1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53.637"/>
    </inkml:context>
    <inkml:brush xml:id="br0">
      <inkml:brushProperty name="width" value="0.035" units="cm"/>
      <inkml:brushProperty name="height" value="0.035" units="cm"/>
    </inkml:brush>
  </inkml:definitions>
  <inkml:trace contextRef="#ctx0" brushRef="#br0">115 222 1440,'8'-22'9380,"-7"22"-9127,-1 0 1,0-1-1,0 1 1,0-1 0,0 1-1,0 0 1,1-1-1,-1 1 1,0-1-1,0 1 1,0-1 0,0 1-1,0-1 1,0 1-1,-1-1 1,1 1 0,0 0-1,0-1 1,0 1-1,0-1 1,0 1-1,-1 0 1,1-1 0,0 1-1,0-1 1,-1 1-1,1 0 1,0-1-1,-1 1 1,1 0 0,0-1-1,-1 1 1,1 0-1,0 0 1,-1-1-1,1 1 1,-1 0 0,1 0-1,0 0 1,-1 0-1,0-1 1,1 1 80,-1 0-1,1 0 1,-1 0 0,1 0 0,-1 0-1,1 0 1,-1-1 0,1 1-1,0 0 1,-1 0 0,1-1 0,-1 1-1,1 0 1,0 0 0,-1-1 0,1 1-1,0 0 1,0-1 0,-1 1-1,1-1 1,0 1 0,-1-1 0,-3-3 3303,-3 9-3662,-18 24 34,18-21-9,-1-1 0,2 1 0,-1 1 0,1-1 0,0 1 0,1 0 0,0 0 0,0 1 0,-4 14 0,7-16 0,0-1 0,1 1 0,0 0 0,0 11 0,2-16 0,-1-1 0,0 0 0,1 1 0,-1-1 0,1 0 0,0 1 0,0-1 0,0 0 0,0 0 0,0 0 0,0 0 0,0 0 0,1 0 0,-1 0 0,1 0 0,-1-1 0,4 3 0,11 14 0,-14-16 0,-1 1 0,1-1 0,0 0 0,0 0 0,0 0 0,0 0 0,4 2 0,153 80 0,-138-73 0,-17-10 0,-1 0 0,0 0 0,0 1 0,0 0 0,0-1 0,-1 1 0,1 0 0,0 0 0,-1 0 0,1 1 0,-1-1 0,0 1 0,1-1 0,-1 1 0,2 4 0,-2-3 0,-1 0 0,1 0 0,-1 0 0,0 0 0,0 0 0,-1 0 0,1 6 0,-1-9 0,0 0 0,0 1 0,-1-1 0,1 0 0,0 0 0,-1 0 0,1 0 0,-1 0 0,1 0 0,-1 1 0,1-1 0,-1 0 0,0-1 0,0 1 0,1 0 0,-1 0 0,0 0 0,0 0 0,0-1 0,0 1 0,0 0 0,0-1 0,0 1 0,0 0 0,0-1 0,0 0 0,0 1 0,-1-1 0,1 0 0,0 1 0,-2-1 0,-9 4 0,8-3 0,0 0 0,1 0 0,-1 0 0,0-1 0,1 1 0,-5-1 0,5 1 0,-1-2 0,1 1 0,-1 0 0,0-1 0,1 1 0,0-1 0,-1 0 0,1 0 0,-1-1 0,-2-1 0,5 3 0,0-1 0,1 1 0,-1-1 0,0 1 0,1-1 0,-1 1 0,1-1 0,-1 0 0,1 1 0,-1-1 0,1 0 0,0 1 0,-1-1 0,1 0 0,0 0 0,-1 1 0,1-1 0,0 0 0,0 0 0,0 0 0,0-1 0,0 0 0,0 1 0,0-1 0,1 1 0,-1-1 0,1 1 0,-1-1 0,1 1 0,0-1 0,0 1 0,0 0 0,-1-1 0,1 1 0,2-2 0,16-24 0,19-33 0,-11 16 0,-14 21 0,0 0 0,-2-1 0,-1 0 0,0-1 0,-2 0 0,8-40 0,-8 15 0,-2 1 0,-1-78 0,-13 106 0,6 17 0,2 3 0,0 1 0,0 0 0,-1 0 0,1 0 0,0 0 0,-1-1 0,1 1 0,0 0 0,-1 0 0,1 0 0,-1 0 0,1 0 0,0 0 0,-1 0 0,1 0 0,0 0 0,-1 0 0,1 0 0,0 0 0,-1 0 0,1 0 0,0 1 0,-1-1 0,1 0 0,0 0 0,-1 0 0,1 0 0,0 1 0,-1-1 0,1 0 0,0 0 0,-1 1 0,-2 3 0,1 1 0,1 0 0,-1 0 0,1 0 0,0 1 0,-1 8 0,3 8 0,1-1 0,4 22 0,9 1 0,-11-34 0,0 0 0,4 19 0,15 67 0,-1-9 0,-15-57 0,-5-21 0,0-1 0,0 1 0,-1-1 0,0 14 0,0-17-306,-1 0 0,1 1 1,0-1-1,0 1 0,4 6 0,-3-6-269,-1-1-1,1 1 1,-1-1-1,0 1 1,0 9-1,31-40-19540,-22 19 15386</inkml:trace>
</inkml:ink>
</file>

<file path=ppt/ink/ink1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53.940"/>
    </inkml:context>
    <inkml:brush xml:id="br0">
      <inkml:brushProperty name="width" value="0.035" units="cm"/>
      <inkml:brushProperty name="height" value="0.035" units="cm"/>
    </inkml:brush>
  </inkml:definitions>
  <inkml:trace contextRef="#ctx0" brushRef="#br0">269 51 1384,'23'-42'11829,"-19"35"-7543,-10 6 1200,-2 3-511,5 0-4449,-5 3 38,0 2 0,1-1 1,0 1-1,-10 12 0,-22 21 896,-32 23-1460,26-22 0,37-33 0,-1 0 0,1 1 0,1 0 0,0 0 0,-8 12 0,12-16 0,0 1 0,0 0 0,0 0 0,1 1 0,0-1 0,0 0 0,1 1 0,-1-1 0,1 1 0,0 8 0,1-12 0,1-1 0,-1 1 0,0-1 0,1 1 0,-1-1 0,1 1 0,0-1 0,0 1 0,0-1 0,0 0 0,1 0 0,-1 1 0,0-1 0,4 3 0,-1-1 0,0 0 0,0 0 0,1 0 0,-1-1 0,1 0 0,7 4 0,5 1 0,1-1 0,0 0 0,19 4 0,153 46 0,-138-41 0,31 10-5821,-73-20 1984,-9-6 3532,-1 1 0,0-1-1,1 0 1,-1 1-1,0-1 1,1 0-1,-1 1 1,0-1 0,1 0-1,-1 0 1,1 1-1,-1-1 1,1 0 0,-1 0-1,1 0 1,-1 0-1,1 0 1,-1 0 0,1 0-1,-1 0 1,1 0-1,-1 0 1,1 0-1,-1 0 1,1 0 0,-1 0-1,1 0 1,-1 0-1,0 0 1,1-1 0,0 1-1,-1 0 206,0 0-1,0-1 1,0 1 0,0 0-1,0 0 1,0 0-1,0 0 1,0 0 0,0-1-1,0 1 1,0 0-1,0 0 1,0 0 0,0 0-1,0-1 1,0 1 0,0 0-1,0 0 1,0 0-1,0 0 1,0 0 0,0-1-1,0 1 1,0 0-1,0 0 1,0 0 0,-1 0-1,1 0 1,0 0-1,0-1 1,0 1 0,0 0-1,0 0 1,0 0 0,-1 0-1,1 0 1,0 0-1,0 0 1,0 0 0,0 0-1,0 0 1,-1 0-1,1 0 1,0 0 0,0 0-1,0 0 1,0-1-1,-1 2 1,1-1 0,0 0-1,0 0 1,0 0-1,0 0 1,0 0 0,-1 0-1,1 0 1,0 0 0,0 0-1,0 0 1,-2 0-952,-7-5-2913</inkml:trace>
</inkml:ink>
</file>

<file path=ppt/ink/ink1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54.257"/>
    </inkml:context>
    <inkml:brush xml:id="br0">
      <inkml:brushProperty name="width" value="0.035" units="cm"/>
      <inkml:brushProperty name="height" value="0.035" units="cm"/>
    </inkml:brush>
  </inkml:definitions>
  <inkml:trace contextRef="#ctx0" brushRef="#br0">29 267 1456,'-9'2'4269,"-11"9"16148,32-14-16355,24-6-3304,0 2 0,47-4 1,-19 3-471,715-77-288,-327 43 0,-427 40 0,6-1 0,-1-1 0,1-1 0,-1-1 0,41-16 0,-54 12-929,-17 9 849,1 1 0,-1 0-1,0 0 1,0-1 0,0 1-1,0 0 1,1-1 0,-1 1 0,0 0-1,0-1 1,0 1 0,0 0-1,0-1 1,0 1 0,0 0-1,0-1 1,0 1 0,0 0-1,0-1 1,0 1 0,0 0-1,0-1 1,0 1 0,0 0-1,0-1 1,0 1 0,-1 0-1,1-1 1,-2-1-600,0 0 0,0 0 0,0 0 0,0 1 0,-1-1 0,1 1-1,-1-1 1,-3-1 0,-12-8-2416,15 9 2040,0 0-1,0 0 0,0 0 0,0 0 0,-1 0 0,1 0 1,-1 1-1,1 0 0,-6-1 0,5 0 6,-12-3-3373</inkml:trace>
</inkml:ink>
</file>

<file path=ppt/ink/ink1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59.121"/>
    </inkml:context>
    <inkml:brush xml:id="br0">
      <inkml:brushProperty name="width" value="0.035" units="cm"/>
      <inkml:brushProperty name="height" value="0.035" units="cm"/>
    </inkml:brush>
  </inkml:definitions>
  <inkml:trace contextRef="#ctx0" brushRef="#br0">10 0 15064,'0'11'0,"-10"-8"0,20 1 0,-9 6 0,5-18 0,4 11 0,-17-12 0,13 1 0,-16 11 0,4-12 0</inkml:trace>
</inkml:ink>
</file>

<file path=ppt/ink/ink1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56.924"/>
    </inkml:context>
    <inkml:brush xml:id="br0">
      <inkml:brushProperty name="width" value="0.035" units="cm"/>
      <inkml:brushProperty name="height" value="0.035" units="cm"/>
    </inkml:brush>
  </inkml:definitions>
  <inkml:trace contextRef="#ctx0" brushRef="#br0">395 26 2240,'0'-1'605,"0"0"-1,0 0 0,-1 1 0,1-1 1,0 0-1,-1 1 0,1-1 0,0 1 0,-1-1 1,1 0-1,-1 1 0,1-1 0,-1 1 1,1-1-1,-1 1 0,1-1 0,-1 1 0,0-1 1,1 1-1,-1 0 0,0-1 0,1 1 1,-1 0-1,-1-1 0,-9-1 4343,2-6 3541,7 6-6821,-5 2-1368,3 2-296,0-1 0,0 1 0,0-1 1,0 1-1,0 0 0,-7 5 0,6-3-5,-30 20 2,2 1 0,1 2 0,-36 38 0,50-44 0,1 0 0,2 2 0,0 0 0,1 0 0,-16 39 0,23-46-548,1 1 1,0 0-1,1 1 0,2-1 1,-1 1-1,2 0 0,0-1 1,2 33-1,0-50 301,0 1-1,0-1 1,0 1 0,1-1-1,-1 0 1,0 1-1,0-1 1,1 0 0,-1 1-1,0-1 1,1 0 0,-1 1-1,0-1 1,1 0 0,-1 0-1,0 1 1,1-1 0,-1 0-1,1 0 1,-1 0-1,1 1 1,-1-1 0,0 0-1,1 0 1,-1 0 0,1 0-1,-1 0 1,1 0 0,-1 0-1,1 0 1,-1 0 0,0 0-1,1 0 1,0 0-213,-1 0 0,1 0 0,0 0-1,-1 0 1,1 0 0,-1 0 0,1 0 0,-1 0 0,1 0 0,-1-1 0,1 1 0,-1 0 0,1 0 0,-1 0 0,1-1-1,-1 1 1,1 0 0,-1 0 0,1-1 0,-1 1 0,0-1 0,1 1 0,-1 0 0,1-1 0</inkml:trace>
</inkml:ink>
</file>

<file path=ppt/ink/ink1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57.223"/>
    </inkml:context>
    <inkml:brush xml:id="br0">
      <inkml:brushProperty name="width" value="0.035" units="cm"/>
      <inkml:brushProperty name="height" value="0.035" units="cm"/>
    </inkml:brush>
  </inkml:definitions>
  <inkml:trace contextRef="#ctx0" brushRef="#br0">123 88 3785,'-1'-2'666,"1"-1"-1,-1 1 1,0 0 0,-1 0 0,1-1 0,0 1-1,-1 0 1,1 0 0,-1 1 0,-2-4-1,-21-20 5005,24 24-5432,-7-4 1767,-1 0 0,0 0 1,0 0-1,0 1 0,-11-3 1,4 2-859,27 10 223,15 5-168,165 89-1202,-128-68 0,-16-11 0,24 13 0,127 77 0,-185-102-1237,-1-1-1,0 2 1,0 0-1,-1 0 1,0 1 0,13 17-1,-11-17-3009</inkml:trace>
</inkml:ink>
</file>

<file path=ppt/ink/ink1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57.479"/>
    </inkml:context>
    <inkml:brush xml:id="br0">
      <inkml:brushProperty name="width" value="0.035" units="cm"/>
      <inkml:brushProperty name="height" value="0.035" units="cm"/>
    </inkml:brush>
  </inkml:definitions>
  <inkml:trace contextRef="#ctx0" brushRef="#br0">126 221 112,'-4'-3'1492,"-27"-16"5834,-29-24 0,30 14 2766,30 29-10031,0-1-1,0 1 1,0 0-1,0 0 0,0 0 1,0 0-1,0 0 1,0-1-1,0 1 0,0 0 1,0 0-1,0 0 1,0 0-1,0-1 1,0 1-1,0 0 0,0 0 1,0 0-1,0 0 1,0-1-1,0 1 0,0 0 1,0 0-1,0 0 1,1 0-1,-1 0 1,0-1-1,0 1 0,0 0 1,0 0-1,0 0 1,0 0-1,0 0 0,1 0 1,-1 0-1,0 0 1,0-1-1,0 1 1,0 0-1,1 0 0,11-5 1136,15-1-370,391-27 93,-308 26-949,-92 6-78,92-7-1508,-40-1-3321,-68 9 4214,1-1 0,-1 0 0,0 0 0,1 0 0,-1 0 0,0 0 0,0-1 0,0 1 0,0 0 0,0-1 0,0 0 0,0 1 0,-1-1 0,1 0 0,1-3 0,-2 4 55,-1 1 482,0-1 0,0 1 0,0-1 0,0 1 0,0 0 0,0-1 0,0 1 0,0-1 0,0 1 0,0-1 0,0 1 0,0 0 1,0-1-1,0 1 0,-1-1 0,1 1 0,0 0 0,0-1 0,0 1 0,-1 0 0,1-1 0,0 1 0,-1 0 0,1-1 0,0 1 0,-1-1 0,-3-4-3434,-3-5 238</inkml:trace>
</inkml:ink>
</file>

<file path=ppt/ink/ink1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0:57.773"/>
    </inkml:context>
    <inkml:brush xml:id="br0">
      <inkml:brushProperty name="width" value="0.035" units="cm"/>
      <inkml:brushProperty name="height" value="0.035" units="cm"/>
    </inkml:brush>
  </inkml:definitions>
  <inkml:trace contextRef="#ctx0" brushRef="#br0">76 37 3297,'-41'-30'15270,"36"27"-11232,5 2-3728,-1 1-1,0-1 1,1 1-1,-1 0 1,0-1-1,1 1 0,-1 0 1,0 0-1,0-1 1,0 1-1,1 0 1,-1 0-1,0 0 1,0 0-1,1 0 0,-1 0 1,-2 1-1,-1-2 247,-4 4 1981,5 17-1038,3 4-1499,1 0 0,7 38 0,-5-49 0,0-1 0,1 1 0,0-1 0,1 0 0,1 0 0,10 18 0,30 42 0,43 66 0,-67-96-2024,-18-33 1002,1 0-1,0 0 1,8 10 0,1 5-4356,-11-20 3330,-1 0-1,1 0 1,0 1 0,0-2-1,3 5 1,3-2-3321</inkml:trace>
</inkml:ink>
</file>

<file path=ppt/ink/ink1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03.270"/>
    </inkml:context>
    <inkml:brush xml:id="br0">
      <inkml:brushProperty name="width" value="0.035" units="cm"/>
      <inkml:brushProperty name="height" value="0.035" units="cm"/>
    </inkml:brush>
  </inkml:definitions>
  <inkml:trace contextRef="#ctx0" brushRef="#br0">9 74 560,'-7'-26'32207,"6"27"-32207,1-1 0,0 0 0,0 1 0,0-1 0,0 1 0,0-1 0,0 0 0,0 1 0,0-1 0,0 1 0,0-1 0,0 0 0,0 1 0,0-1 0,0 1 0,0-1 0,0 0 0,0 1 0,0-1 0,0 1 0,1-1 0,-1 0 0,0 1 0,0-1 0,0 0 0,1 1 0,-1-1 0,0 0 0,1 1 0,-1-1 0,0 0 0,1 0 0,-1 1 0,0-1 0,1 0 0,-1 0 0,0 0 0,1 0 0,0 1 0,8 5 0,-5-2 0,0-1 0,0 1 0,0 0 0,0 0 0,-1 1 0,1-1 0,3 8 0,9 11 0,-13-18 0,0-1 0,-1 1 0,0 0 0,0 0 0,0 0 0,-1 0 0,1 0 0,-1 0 0,0 6 0,4 13 0,-3-11 0,0 0 0,-1 0 0,-1 0 0,-2 24 0,0-1 0,3-25 0,-1 1 0,2-1 0,-1 1 0,2-1 0,6 21 0,-6-14 0,-3-17 0,0 1 0,0-1 0,0 0 0,0 1 0,0-1 0,1 1 0,-1-1 0,0 0 0,1 1 0,0-1 0,-1 0 0,2 3 0,0 1 0,5-11 0,0 1 0,0-1 0,-1-1 0,9-9 0,2-5 0,-12 16 0,0 0 0,0 0 0,-1-1 0,0 0 0,6-12 0,1-2 0,-8 15 0,-1 0 0,1 0 0,-1 0 0,0 0 0,1-6 0,5-10 0,-7 18 0,1 0 0,-1 0 0,0 0 0,0 0 0,-1 0 0,1 0 0,-1 0 0,1-6 0,-1 4 0,1 0 0,-1 0 0,1 0 0,0 0 0,3-8 0,-2 7 0,0 0 0,0 0 0,-1-1 0,0 1 0,1-13 0,-2 19 0,0 0 0,0-1 0,-1 1 0,1 0 0,0 0 0,0 0 0,0 0 0,0-1 0,0 1 0,0 0 0,1 0 0,-1 0 0,0 0 0,0 0 0,0-1 0,0 1 0,0 0 0,0 0 0,0 0 0,0 0 0,0 0 0,0 0 0,0-1 0,0 1 0,1 0 0,-1 0 0,0 0 0,0 0 0,0 0 0,0 0 0,0 0 0,0 0 0,1 0 0,-1-1 0,0 1 0,0 0 0,0 0 0,0 0 0,0 0 0,1 0 0,-1 0 0,0 0 0,0 0 0,0 0 0,0 0 0,0 0 0,1 0 0,-1 0 0,10 6 0,8 15 0,-13-15 0,0 1 0,1-1 0,0 0 0,10 8 0,7 8 0,-10-11 0,-1-1 0,2 0 0,18 10 0,-20-13 0,13 10 0,-17-10 0,1-1 0,0-1 0,1 1 0,-1-2 0,1 1 0,12 3 0,7 1 0,-19-5 0,0-1 0,0 0 0,0 0 0,20 1 0,-26-4 0,0-1 0,0 0 0,0 0 0,0 0 0,0 0 0,-1 0 0,1-1 0,6-4 0,-8 5 0,0 0 0,0 1 0,-1-2 0,1 1 0,-1 0 0,1 0 0,-1-1 0,1 1 0,-1 0 0,0-1 0,0 1 0,1-1 0,-1 0 0,0 1 0,-1-1 0,1 0 0,0 0 0,0 0 0,-1 0 0,1-2 0,8-33 0,-10 17 0,-1 0 0,-5-29 0,-27-57 0,31 96 0,-1 0 0,-9-18 0,0-1 0,12 26 0,0 2 0,0-1 0,1 0 0,-1 1 0,0-1 0,0 1 0,0-1 0,-1 1 0,1-1 0,0 1 0,-1 0 0,1 0 0,0-1 0,-1 1 0,1 0 0,-1 0 0,-2 0 0,-3-5 0,10 9-2293,19-5-20349,-6 1 17971</inkml:trace>
</inkml:ink>
</file>

<file path=ppt/ink/ink1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04.202"/>
    </inkml:context>
    <inkml:brush xml:id="br0">
      <inkml:brushProperty name="width" value="0.035" units="cm"/>
      <inkml:brushProperty name="height" value="0.035" units="cm"/>
    </inkml:brush>
  </inkml:definitions>
  <inkml:trace contextRef="#ctx0" brushRef="#br0">143 136 552,'0'0'5079,"-1"10"100,-1-9-4613,1 1 0,0-1 0,-1 0 1,1 1-1,0 0 0,0-1 0,0 1 0,0 0 0,0-1 0,0 1 0,0 0 0,1 0 0,-1 0 0,1 0 0,-1 0 0,1-1 0,0 1 0,-1 0 0,1 0 0,0 0 0,0 0 0,1 0 1,-1 3-1,0-3 210,2 0-464,-1-1 0,1 0 0,0 1 0,-1-1 1,1 0-1,0 0 0,0 0 0,-1 0 0,1 0 0,0-1 0,0 1 0,0-1 0,3 1 0,0 1 308,-1 0-494,1-1 0,0 0 1,0 0-1,0 0 0,0 0 0,-1-1 0,1 0 0,0 0 0,0 0 1,0 0-1,0-1 0,0 0 0,0 0 0,0 0 0,-1-1 0,10-3 1,-12 3-129,1 0 1,0 0 0,0 0-1,-1 0 1,1-1 0,-1 1-1,1 0 1,-1-1 0,2-4-1,4-9 51,-7 15-46,0 0 0,0-1 1,0 1-1,0-1 0,0 1 1,-1-1-1,1 1 1,-1-1-1,1 0 0,-1 1 1,1-1-1,-1-1 0,0-7 14,1 6-9,-1-1-1,0 0 1,0 0 0,-1 0-1,0 0 1,1 1-1,-1-1 1,-4-8 0,-3-9 8,5 12-19,3 10 1,0-1 0,0 1 0,0-1 1,0 0-1,0 1 0,-1-1 0,1 1 0,0-1 0,0 1 1,0-1-1,-1 1 0,1-1 0,0 1 0,0-1 0,-1 1 1,1 0-1,0-1 0,-1 1 0,1-1 0,-1 1 1,1 0-1,0-1 0,-1 1 0,1 0 0,-1-1 0,0 1 1,0-1 1,-1 0 0,0 0 1,1 0 0,-1 0-1,0 0 1,0 0 0,0 0-1,0 1 1,0-1 0,-4 0-1,-63-4-69,61 5 92,0 0 0,0 0 0,-1 1 0,1 0 0,0 0 0,0 1 0,0 0 0,0 1 0,0 0 0,-10 5 0,8-4-8,9-4-16,1 0 0,-1 0 0,0 0 0,0 0 0,1 1 0,-1-1 0,0 0 0,1 0 0,-1 1 0,1-1 0,-1 0 0,0 1 1,1-1-1,-1 0 0,1 1 0,-1-1 0,1 1 0,-1-1 0,1 1 0,-1-1 0,1 1 0,-1 0 0,1-1 0,0 1 0,-1 1 0,1-2-5,0 1 0,0-1 0,0 1 1,-1-1-1,1 1 0,0-1 0,0 0 0,0 1 1,-1-1-1,1 1 0,0-1 0,0 0 1,-1 1-1,1-1 0,0 0 0,-1 1 1,1-1-1,0 0 0,-1 1 0,1-1 0,-1 0 1,0 1 3,0-1 1,0 1 0,1-1 0,-1 1-1,0 0 1,1-1 0,-1 1 0,1-1-1,-1 1 1,1 0 0,-1 0-1,1-1 1,-1 1 0,1 0 0,0 0-1,-1 0 1,1-1 0,0 1 0,0 0-1,-1 0 1,1 0 0,0 0 0,0 1-1,0 0 12,1 0-1,-1 0 1,0 0 0,0 0-1,-1 0 1,1-1-1,0 1 1,-1 0 0,1 0-1,-1 0 1,1 0-1,-1 0 1,0-1 0,-2 4-1,2-3 3,0 0-1,0 0 1,0 0-1,1 0 0,-1 0 1,0 0-1,1 0 1,-1 0-1,1 2 0,-4 10 42,3-12-53,-1 1 0,0 1 0,0-1 0,1 1 0,-1 0 0,1-1 0,0 1 0,0 0 0,0 0 0,0-1 0,1 1 0,0 0 0,0 4 0,0 1 0,0-1 0,1 0 0,3 16 0,-4-22 0,1 1 0,0-1 0,0 0 0,-1 1 0,1-1 0,0 0 0,1 0 0,-1 0 0,0 0 0,1 0 0,-1 0 0,1 0 0,0 0 0,-1-1 0,1 1 0,0-1 0,0 1 0,0-1 0,3 2 0,31 14 0,-25-11 0,0-1 0,1 0 0,-1 0 0,1-1 0,0-1 0,15 3 0,33 4 0,-48-7 0,1 0 0,0-1 0,-1-1 0,1 0 0,0-1 0,0 0 0,24-4 0,-32 3 0,0 0 0,-1 0 0,0 0 0,0 0 0,0 0 0,0-1 0,0 0 0,4-2 0,13-5 0,6-4 0,0-7 0,-17 13 0,0 0 0,15-15 0,-23 19 0,1 1 0,-2 0 0,1-1 0,0 1 0,0-1 0,-1 1 0,1-1 0,-1 0 0,0 0 0,0 0 0,0 0 0,0 1 0,-1-1 0,1-1 0,0-4 0,3-26 0,-3 30 0,0 0 0,0 0 0,-1 0 0,1 0 0,-1 0 0,0 0 0,0 0 0,-1 0 0,1 0 0,-1 0 0,1 1 0,-1-1 0,0 0 0,-3-6 0,-6-11 0,6 13 0,1 1 0,-1 0 0,-9-13 0,12 18 0,0 0 0,0 0 0,0 0 0,0 0 0,0 0 0,0 0 0,0 0 0,1 0 0,-1 0 0,1 0 0,0-1 0,0 1 0,0 0 0,0 0 0,0 0 0,0-4 0,1-8 0,-1 14 0,0 0 0,0 0 0,0 0 0,0-1 0,0 1 0,0 0 0,0 0 0,0 0 0,0 0 0,0-1 0,0 1 0,0 0 0,0 0 0,0 0 0,0 0 0,0-1 0,-1 1 0,1 0 0,0 0 0,0 0 0,0 0 0,0 0 0,0-1 0,0 1 0,0 0 0,0 0 0,-1 0 0,1 0 0,0 0 0,0 0 0,0 0 0,0 0 0,0-1 0,-1 1 0,1 0 0,0 0 0,0 0 0,0 0 0,0 0 0,-1 0 0,1 0 0,-8 4 0,-4 9 0,11-8 0,0 1 0,0 0 0,1 0 0,-1 0 0,1 0 0,1 0 0,-1 0 0,3 8 0,2-2 0,0 0 0,2-1 0,8 15 0,2 1 0,5 10 0,-14-25 0,-1 0 0,8 18 0,-11-23 0,0 1 0,1-1 0,7 8 0,-5-10 0,0-2 0,-6-7-197,-1-2-1134,0 1 0,0-1 0,0 0 0,-1 1 0,0-1 0,0 1 0,-1-1 0,0 1 0,0 0 0,0-1 0,-4-6 0,-2-2-1118,-1 1-1,0 0 0,-1 0 1,-12-13-1,5 6 60</inkml:trace>
</inkml:ink>
</file>

<file path=ppt/ink/ink1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04.378"/>
    </inkml:context>
    <inkml:brush xml:id="br0">
      <inkml:brushProperty name="width" value="0.035" units="cm"/>
      <inkml:brushProperty name="height" value="0.035" units="cm"/>
    </inkml:brush>
  </inkml:definitions>
  <inkml:trace contextRef="#ctx0" brushRef="#br0">1 74 176,'8'-31'6484,"0"-5"1135,-8 35-6903,0 0 35,0-2-640,7 2 1598,-5 1-1785,-2 7-2717</inkml:trace>
</inkml:ink>
</file>

<file path=ppt/ink/ink1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05.857"/>
    </inkml:context>
    <inkml:brush xml:id="br0">
      <inkml:brushProperty name="width" value="0.035" units="cm"/>
      <inkml:brushProperty name="height" value="0.035" units="cm"/>
    </inkml:brush>
  </inkml:definitions>
  <inkml:trace contextRef="#ctx0" brushRef="#br0">234 168 3177,'8'-1'17660,"-9"2"-17733,-38 10 7523,38-11-7236,-1 1 1,0 0-1,1-1 0,-1 1 0,1 0 1,-1 0-1,1 0 0,-1 0 1,1 0-1,0 0 0,-1 1 0,1-1 1,0 0-1,0 1 0,0-1 1,0 1-1,0-1 0,0 1 0,0 2 1,-1-2-4,0 1-205,0-1 1,0 1-1,0-1 0,-1 1 1,1-1-1,-1 0 1,1 0-1,-1 0 0,0 0 1,-4 2-1,4-3-7,0 1-1,-1 0 1,1 0 0,0 0 0,1 1-1,-1-1 1,0 1 0,1-1 0,-1 1-1,-2 5 1,2-5 1,1 1 0,0 0 0,0 0 0,0 0 0,1 0 0,-1 1 0,1-1 0,0 0 0,0 1 0,1-1 0,-1 0 0,1 1 0,0-1 0,0 1 0,0-1 0,1 0 0,0 1 0,0-1 0,0 0 0,0 1 0,3 5 0,-1-4 0,1-1 0,-1 0 0,1 0 0,0 0 0,1 0 0,-1 0 0,1-1 0,0 0 0,0 0 0,6 3 0,6 3 0,0-2 0,18 7 0,3 1 0,8 0 0,-39-14 0,1 0 0,-1 0 0,0 0 0,0 1 0,-1 0 0,1 0 0,-1 1 0,10 7 0,11 8 0,-24-17 0,0 0 0,1 0 0,-2 0 0,1 0 0,0 0 0,0 0 0,-1 1 0,1 0 0,-1-1 0,0 1 0,0 0 0,0 0 0,3 5 0,-3-3 0,-1-1 0,0 1 0,1-1 0,-1 1 0,-1 0 0,1-1 0,-1 1 0,1 0 0,-2 0 0,1 0 0,-1 6 0,0-8 0,0-1 0,1 1 0,-1-1 0,0 1 0,0-1 0,-1 1 0,1-1 0,0 0 0,-1 1 0,0-1 0,1 0 0,-1 0 0,0 0 0,0-1 0,0 1 0,0 0 0,0-1 0,-1 1 0,1-1 0,-5 2 0,-11 4 0,-1-2 0,0-1 0,0 0 0,-34 2 0,37-4 0,2-2 0,0 0 0,-1-1 0,1 0 0,0-1 0,0-1 0,0 0 0,-23-8 0,29 7 0,-1 0 0,0-1 0,1 1 0,0-2 0,0 1 0,1-1 0,0 0 0,0 0 0,0-1 0,1 0 0,-1-1 0,-8-13 0,12 15 0,-1 0 0,1 0 0,0 0 0,1-1 0,-1 1 0,1 0 0,1-1 0,-1 0 0,1 1 0,0-1 0,0 0 0,1 0 0,0 0 0,1 1 0,-1-1 0,1 0 0,0 0 0,4-10 0,0 4 0,1 1 0,0 0 0,1 0 0,0 1 0,1 0 0,0 0 0,1 1 0,18-17 0,10-5 0,46-30 0,-36 28 0,35-32 0,-69 55 0,-1-1 0,-1 0 0,0 0 0,10-16 0,-19 24 0,1 1 0,-1-1 0,0 0 0,0 0 0,0 1 0,-1-1 0,0-1 0,1 1 0,-1 0 0,-1 0 0,1 0 0,-1-1 0,1 1 0,-1 0 0,-1-5 0,2 6 0,-1 3 0,0-1 0,-1 1 0,1 0 0,0 0 0,0 0 0,0 0 0,-1-1 0,1 1 0,0 0 0,0 0 0,0 0 0,-1 0 0,1 0 0,0-1 0,0 1 0,-1 0 0,1 0 0,0 0 0,0 0 0,-1 0 0,1 0 0,0 0 0,0 0 0,-1 0 0,1 0 0,0 0 0,0 0 0,-1 0 0,1 0 0,0 0 0,0 1 0,-1-1 0,1 0 0,0 0 0,0 0 0,-1 0 0,1 0 0,0 0 0,-1 0 0,1 0 0,0 0 0,-1 0 0,1 0 0,-1 0 0,1 0 0,0 1 0,-1-1 0,1 0 0,0 0 0,-1 0 0,1 0 0,0 0 0,-1 0 0,1 1 0,0-1 0,-1 0 0,1 0 0,0 0 0,0 1 0,-1-1 0,1 0 0,0 0 0,0 1 0,-1-1 0,1 0 0,0 1 0,0-1 0,0 0 0,0 1 0,0-1 0,-1 0 0,1 1 0,0-1 0,0 0 0,0 1 0,0-1 0,0 1 0,0 0 0,-17 21 0,16-19 0,-1 1 0,0-1 0,1 1 0,0-1 0,0 1 0,0-1 0,0 1 0,0 0 0,1-1 0,0 1 0,0 0 0,0 7 0,2-4 0,0 0 0,0 0 0,0 0 0,1 0 0,0 0 0,4 6 0,17 39 0,18 17 0,0-1 0,1 5 0,-33-55 0,-9-16 0,-1 0 0,1-1 0,0 1 0,0-1 0,0 1 0,0-1 0,0 1 0,0-1 0,0 0 0,0 0 0,0 1 0,2 0 0,-2 2 0,-1-124 0,1 114 0,0 1 0,0 0 0,1 0 0,-1 0 0,1 0 0,5-8 0,-6 10 0,0 0 0,0 0 0,1 1 0,0-1 0,-1 1 0,1-1 0,0 1 0,0 0 0,0 0 0,1 0 0,-1 0 0,4-3 0,-4 4 0,-1 1 0,1-1 0,0 1 0,-1 0 0,1-1 0,0 1 0,-1 0 0,1 0 0,0 0 0,-1 0 0,1 0 0,0 0 0,-1 1 0,1-1 0,-1 1 0,1-1 0,0 1 0,1 0 0,8 3 0,39 13 0,-37-12 0,1 0 0,16 3 0,-26-7 0,1 0 0,-1-1 0,0 1 0,0-1 0,1 0 0,-1-1 0,0 1 0,0-1 0,1 0 0,-1 0 0,7-2 0,-1-2 0,0 0 0,0-1 0,0 0 0,0 0 0,11-11 0,-17 14 0,-1 0 0,0 0 0,0 0 0,0 0 0,0-1 0,-1 1 0,1-1 0,-1 1 0,0-1 0,0 0 0,0 0 0,-1 0 0,1 0 0,-1-1 0,0 1 0,1-9 0,-2 11 0,-1-1 0,1 0 0,-1 1 0,0-1 0,0 1 0,0-1 0,0 0 0,0 1 0,0 0 0,-4-5 0,4 5 0,-1 0 0,1 0 0,0-1 0,-1 1 0,1 0 0,0-1 0,1 1 0,-1-1 0,0 1 0,0-6 0,1 8 0,0-1 0,0 1 0,0-1 0,0 0 0,0 1 0,0-1 0,0 0 0,0 1 0,0-1 0,0 0 0,-1 1 0,1-1 0,0 1 0,0-1 0,-1 0 0,1 1 0,0-1 0,-1 1 0,1-1 0,0 1 0,-1-1 0,1 1 0,-2-1 0,-7-11 0,9 12 0,0 1 0,0-1 0,0 0 0,0 0 0,-1 1 0,1-1 0,0 0 0,0 0 0,0 0 0,0 1 0,0-1 0,0 0 0,0 0 0,0 0 0,0 0 0,0 1 0,-1-1 0,1 0 0,0 0 0,0 0 0,0 0 0,0 0 0,-1 1 0,1-1 0,0 0 0,0 0 0,0 0 0,0 0 0,-1 0 0,1 0 0,0 0 0,0 0 0,0 0 0,-1 0 0,1 0 0,0 0 0,0 0 0,0 0 0,-1 0 0,1 0 0,0 0 0,0 0 0,-1 0 0,1 0 0,0 0 0,0 0 0,0 0 0,0 0 0,-1 0 0,1 0 0,0 0 0,0-1 0,0 1 0,-1 0 0,1 0 0,0 0 0,0 0 0,0 0 0,0-1 0,0 1 0,0 0 0,-1 0 0,1 0 0,0 0 0,0-1 0,0 19 0,0-16 0,0 7 0,1 0 0,0-1 0,1 1 0,4 14 0,-4-18 0,0 0 0,1 0 0,0 0 0,0 0 0,0 0 0,8 7 0,-7-8 0,-1 0 0,1 1 0,-1-1 0,0 1 0,-1-1 0,1 1 0,-1 0 0,2 5 0,2 10 0,-2-1 0,-1 1 0,0 0 0,0 27 0,-3-44-33,0 12-495,0-15 492,0 1 1,0-1-1,0 0 0,0 1 0,0-1 0,1 0 1,-1 1-1,0-1 0,0 0 0,0 1 1,0-1-1,1 0 0,-1 1 0,0-1 1,0 0-1,0 0 0,1 1 0,-1-1 0,0 0 1,1 0-1,-1 1 0,0-1 0,1 0 1,-1 0-1,0 0 0,1 1 0,-1-1 0,0 0 1,1 0-1,-1 0 0,1 0 0,-9-17-8241,8 10 7292,0-1 0,0 1 0,0-1 0,-1 1 0,0-1 0,-1 1 0,1-1 0,-1 1 0,-1 0 0,-3-8 0,3 7 1113,-2 1 310,3 5-303,-8-3 9595,5 6-4427,4 5-5392,9-6 3593,7-4-2423,26-6-787,53-22 0,-70 23-294,0-2 0,40-23 0,-62 32 0,1 0 0,0-1 0,0 1 0,-1-1 0,1 1 0,-1-1 0,0 0 0,0 0 0,0 0 0,0 0 0,0 0 0,2-7 0,0 0 0,-3 9 0,-1 0 0,1 1 0,-1-1 0,1 0 0,-1 0 0,0 0 0,1 0 0,-1 1 0,0-1 0,1 0 0,-1 0 0,0 0 0,0 0 0,0 0 0,0 0 0,0 0 0,0 0 0,0 0 0,0 0 0,0 0 0,0 0 0,-1 1 0,1-1 0,0 0 0,-1 0 0,1 0 0,-1 0 0,1 0 0,-1 1 0,1-1 0,-1 0 0,1 0 0,-1 1 0,-1-2 0,-4-8 0,5 10 0,-3 4 0,1-3 0,3-1 0,0 0 0,0 0 0,-1 0 0,1 0 0,0 0 0,0 0 0,0 0 0,-1 0 0,1 0 0,0 0 0,0 0 0,0 1 0,0-1 0,-1 0 0,1 0 0,0 0 0,0 0 0,0 0 0,0 0 0,0 1 0,0-1 0,-1 0 0,1 0 0,0 0 0,0 0 0,0 0 0,0 1 0,0-1 0,0 0 0,0 0 0,0 0 0,0 1 0,0-1 0,0 0 0,0 0 0,0 0 0,0 1 0,0-1 0,-4 6 0,4-6 0,0 0 0,-1 0 0,1 1 0,0-1 0,-1 0 0,1 1 0,0-1 0,0 0 0,-1 1 0,1-1 0,0 0 0,0 1 0,-1-1 0,1 1 0,0-1 0,0 0 0,0 1 0,0-1 0,0 1 0,-1-1 0,1 0 0,0 1 0,0-1 0,0 1 0,0-1 0,0 1 0,1 0 0,-1 3 0,0 1 0,1 0 0,-1-1 0,1 1 0,0-1 0,1 1 0,-1-1 0,1 1 0,0-1 0,0 0 0,5 8 0,0-4 0,-1 0 0,1 0 0,1-1 0,10 10 0,-9-9 0,0 1 0,0 1 0,-1-1 0,-1 1 0,0 1 0,11 20 0,-17-30 0,-1 0 0,1 0 0,-1 0 0,1 0 0,-1 0 0,0 0 0,1 1 0,-1-1 0,0 0 0,0 0 0,0 0 0,0 0 0,0 0 0,0 1 0,0-1 0,-1 0 0,1 0 0,-1 2 0,0-2 0,1 1 0,-1-1 0,0 0 0,0 1 0,-1-1 0,1 0 0,0 0 0,0 0 0,0 0 0,-1 0 0,1 0 0,-1 0 0,1 0 0,-1 0 0,1-1 0,-1 1 0,-2 0 0,-8 1-6,1 0 1,0 0-1,-1-2 1,-19 0-1,17 0-90,2-1-1870,0 0 1,1-1-1,-1 0 0,-19-7 0,-19-3-9672,35 8 7492,5-2-139</inkml:trace>
</inkml:ink>
</file>

<file path=ppt/ink/ink1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06.658"/>
    </inkml:context>
    <inkml:brush xml:id="br0">
      <inkml:brushProperty name="width" value="0.035" units="cm"/>
      <inkml:brushProperty name="height" value="0.035" units="cm"/>
    </inkml:brush>
  </inkml:definitions>
  <inkml:trace contextRef="#ctx0" brushRef="#br0">271 211 56,'9'-12'20844,"-36"4"-12399,2 1-6094,12 3-2198,0-2 0,0 0 0,0 0 0,1-2 0,0 1 0,-20-18 0,30 23-153,0 0 0,-1-1 0,1 1 0,0-1 0,0 0 0,0 0 0,1 0 0,-1 0 0,1 0 0,-1 0 0,1 0 0,0 0 0,0-1 0,1 1 0,-1 0 0,1-1 0,-1 1 0,1-1 0,0 1 0,0 0 0,1-5 0,-1 1 0,1 5 0,-1 0 0,1 1 0,-1-1 0,1 1 0,0-1 0,-1 1 0,1-1 0,0 1 0,0-1 0,0 1 0,0 0 0,0 0 0,0-1 0,1 1 0,-1 0 0,0 0 0,1 0 0,-1 0 0,1 0 0,-1 1 0,1-1 0,2-1 0,3-1 0,-1 1 0,1 0 0,0 0 0,6-1 0,-8 2 0,-1 1 0,0 0 0,0 0 0,1 0 0,-1 0 0,0 1 0,0 0 0,0 0 0,1 0 0,-1 0 0,0 1 0,0-1 0,-1 1 0,1 0 0,0 0 0,-1 1 0,1-1 0,3 4 0,-5-4 0,0-1 0,0 1 0,-1 0 0,1 0 0,-1 0 0,1 1 0,-1-1 0,0 0 0,0 0 0,0 1 0,0-1 0,0 1 0,0-1 0,-1 1 0,1-1 0,-1 1 0,1-1 0,-1 1 0,0-1 0,0 1 0,-1 0 0,1-1 0,0 1 0,-1-1 0,1 1 0,-1-1 0,0 1 0,0-1 0,-2 5 0,-15 20 0,0 0 0,-2-1 0,-1-1 0,-26 24 0,11-10 0,24-27 0,0 1 0,1 0 0,0 1 0,1 1 0,1-1 0,0 1 0,-8 20 0,17-33 0,-1 1 0,0-1 0,0 1 0,1-1 0,-1 1 0,1-1 0,0 1 0,0 0 0,0-1 0,0 1 0,1-1 0,-1 1 0,0 0 0,1-1 0,0 1 0,0-1 0,0 0 0,0 1 0,0-1 0,0 0 0,0 1 0,1-1 0,0 0 0,-1 0 0,1 0 0,0 0 0,0 0 0,0-1 0,0 1 0,0-1 0,0 1 0,0-1 0,0 0 0,1 1 0,3 0 0,1 1 0,1-1 0,-1 1 0,1-2 0,0 1 0,0-1 0,0 0 0,0-1 0,0 1 0,0-2 0,10 0 0,18-4-320,-18 3-569,30-7 1,-42 7 700,-1 0 1,1 0 0,-1 0 0,1-1-1,-1 1 1,0-1 0,0-1-1,0 1 1,5-6 0,-8 7-469,1-1 1,-1 1 0,0-1-1,0 0 1,0 0 0,0 0-1,-1 0 1,1 0 0,-1-1-1,1 1 1,-1 0 0,0-1-1,-1 1 1,1-1 0,-1 1-1,1-1 1,-1 1-1,0-1 1,0 1 0,0-1-1,-2-3 1,-2 0-81,-2 0 1,1 1-1,-1-1 0,0 1 0,0 1 1,-1-1-1,-7-4 0,11 7 558,-38-22-1215,32 20 1167,-1 0 0,-15-13 0,10 7 755,-27-15 0,16 11 1410,15 10-759,11 5-996,-1 0-1,0-1 0,0 1 1,1 0-1,-11-10 12187,13 25-6085,5-10-6003,1 1 0,-1 0 0,0 1-1,0 0 1,9 13 0,-12-16-199,-1 0 1,0 1-1,0 0 0,0 0 1,-1 0-1,1 0 0,-1 0 0,0 0 1,-1 0-1,0 1 0,1-1 1,-1 6-1,1 6-83,0 0 0,1-1 0,10 32 0,-1-3 0,-10-37 0,0 0 0,0 0 0,1 0 0,0 0 0,0-1 0,1 1 0,0-1 0,1 0 0,-1 0 0,1 0 0,1 0 0,-1-1 0,7 6 0,9 7 18,-17-14-33,0-1 0,0-1 0,1 1 0,-1 0 0,1-1 0,6 3 0,14 2-3911,-21-8 2420,0 1 1,1-2-1,-1 1 0,0 0 1,1-1-1,5-2 1,-6 2 250,1 0 1,-1-1-1,0 1 1,0-1-1,0 0 1,7-5 0,-5 2-1239,10-4-1735</inkml:trace>
</inkml:ink>
</file>

<file path=ppt/ink/ink1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06.973"/>
    </inkml:context>
    <inkml:brush xml:id="br0">
      <inkml:brushProperty name="width" value="0.035" units="cm"/>
      <inkml:brushProperty name="height" value="0.035" units="cm"/>
    </inkml:brush>
  </inkml:definitions>
  <inkml:trace contextRef="#ctx0" brushRef="#br0">1 42 2088,'8'-31'16184,"-7"22"-14182,2 7 1320,5 14 3717,-2-3-4907,3 1-2132,-8-8 0,1-1 0,-1 1 0,1 0 0,-1 0 0,0 0 0,0-1 0,0 1 0,0 1 0,0-1 0,0 0 0,0 0 0,-1 0 0,1 0 0,-1 0 0,0 1 0,1-1 0,-1 0 0,0 0 0,0 1 0,-1 3 0,1-5 0,0-1 0,0 0 0,0 1 0,0-1 0,0 1 0,0-1 0,0 1 0,0-1 0,0 0 0,0 1 0,0-1 0,0 0 0,0 1 0,0-1 0,1 1 0,-1-1 0,0 0 0,0 1 0,1-1 0,-1 0 0,0 1 0,0-1 0,1 0 0,-1 0 0,1 1 0,10 11 0,-10-11 0,0 3 0,-1 12 0,0-13 0,0-3 0,-9-4 0,9 4 0,-1 0 0,1 0 0,-1 0 0,1 0 0,-1 0 0,1-1 0,-1 1 0,1 0 0,0 0 0,-1-1 0,1 1 0,-1 0 0,1 0 0,0-1 0,-1 1 0,1 0 0,0-1 0,-1 1 0,1-1 0,0 1 0,-1 0 0,1-2 0,1-1 0,-1-5-568,-1 6 119,1 0 0,0 1 1,0-1-1,0 0 0,0 0 0,0 0 0,0 1 1,1-1-1,-1 0 0,0 1 0,1-1 0,0 0 1,-1 1-1,1-1 0,0 0 0,0 1 0,0-1 1,1-1-1,5-8-4773,-7 9 4532,1 1 0,-1 0-1,1 0 1,-1 0 0,1 0-1,-1 0 1,1 0 0,0 0-1,0 1 1,-1-1-1,1 0 1,0 0 0,0 0-1,1 0 1,14-9-4884</inkml:trace>
</inkml:ink>
</file>

<file path=ppt/ink/ink1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07.525"/>
    </inkml:context>
    <inkml:brush xml:id="br0">
      <inkml:brushProperty name="width" value="0.035" units="cm"/>
      <inkml:brushProperty name="height" value="0.035" units="cm"/>
    </inkml:brush>
  </inkml:definitions>
  <inkml:trace contextRef="#ctx0" brushRef="#br0">51 41 2713,'-13'-9'6802,"12"7"-5717,-1 0-1,0 1 0,0 0 0,0-1 0,0 1 0,0 0 0,0 0 0,-4-1 0,-8-8 6280,12 4-1421,2 4-5755,0 5-188,0 202 0,1-185 0,1 0 0,1-1 0,0 1 0,13 36 0,17 14 0,-26-55 0,0 0 0,16 25 0,8 14 0,3 0 0,-23-42 0,4 2 0,-8-11 0,-7-3 0,0 0 0,1 0 0,-1 0 0,0 0 0,1 0 0,-1 0 0,0 0 0,1 0 0,-1 0 0,0 0 0,1 0 0,-1 0 0,0 0 0,1 0 0,-1 0 0,0-1 0,0 1 0,1 0 0,-1 0 0,0 0 0,0-1 0,1 1 0,-1 0 0,0 0 0,0-1 0,1 1 0,-1 0 0,0 0 0,0-1 0,0 1 0,0 0 0,1-1 0,-1 1 0,-1-3 0,1-112 0,1 108 0,0 0 0,0 0 0,1 0 0,0 0 0,1 1 0,-1-1 0,1 1 0,0-1 0,6-8 0,-1 2 0,-6 10 0,1 0 0,0 0 0,0 0 0,-1 1 0,2-1 0,-1 1 0,0 0 0,0 0 0,1 0 0,-1 0 0,1 1 0,-1-1 0,1 1 0,0 0 0,6-1 0,-2-1 0,-5 3 0,0 0 0,1 0 0,-1 0 0,0 0 0,1 1 0,-1 0 0,0-1 0,0 1 0,1 0 0,-1 0 0,0 1 0,0-1 0,0 1 0,3 2 0,-4-3 0,0 0 0,0 0 0,0 0 0,1 1 0,-1-1 0,0 1 0,-1 0 0,1-1 0,0 1 0,0 0 0,-1 0 0,1 0 0,-1 0 0,0 0 0,1 1 0,-1-1 0,0 0 0,1 4 0,2 9 0,-3-14 0,-1 0 0,1 0 0,-1 0 0,1 0 0,-1 0 0,0 0 0,1 0 0,-1 0 0,0 0 0,0 0 0,0 0 0,0 0 0,0 0 0,0 0 0,0 0 0,0 0 0,0 0 0,0 0 0,-1 0 0,1 1 0,-1 2 0,-1 0 0,1-1 0,0 0 0,-1 1 0,0-1 0,1 0 0,-1 0 0,-1 0 0,1 0 0,0 0 0,-1 0 0,1-1 0,-1 1 0,0-1 0,0 1 0,-5 2 0,-42 26 0,21-17 0,9-4 0,0-1 0,-29 9 0,48-18-197,0 0-1,-1 0 1,1 0 0,0 0-1,-1 0 1,1 0 0,0 0-1,0-1 1,-1 1-1,1 0 1,0-1 0,0 1-1,-1-1 1,0 0 0,2 1 103,-1-1 0,1 1 0,0 0 0,-1 0 0,1 0 0,0-1 0,-1 1 0,1 0 0,0 0 0,-1-1 0,1 1 0,0 0 0,0-1 0,-1 1 0,1 0 0,0-1 0,0 1 0,0 0 0,-1-1 0,1 1 0,0-1 0,0 1 0,0 0 0,0-1 0,0 1 0,0-1 0,0 1 0,0 0 0,0-1 0,0 1 1,0-1-1,0 1 0,0 0 0,0-1 0,0 1 0,0-1 0,0 1 0,1 0 0,-1-1 0,0 1 0,0 0 0,1-1 0,-1 1 0,0 0 0,0-1 0,1 1 0,-1 0 0,0-1 0,1 1 0,55-45-17547,-39 33 12615</inkml:trace>
</inkml:ink>
</file>

<file path=ppt/ink/ink1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08.043"/>
    </inkml:context>
    <inkml:brush xml:id="br0">
      <inkml:brushProperty name="width" value="0.035" units="cm"/>
      <inkml:brushProperty name="height" value="0.035" units="cm"/>
    </inkml:brush>
  </inkml:definitions>
  <inkml:trace contextRef="#ctx0" brushRef="#br0">216 252 864,'-14'-15'6093,"13"13"-5757,0 1 0,0-1 1,0 1-1,0 0 0,0 0 1,-1-1-1,1 1 0,0 0 1,-1 0-1,1 0 0,-1 0 1,-2-1-1,-4-3 40,3-2 3673,1-13 12861,4 18-16807,0 5-103,1 2 0,0-1 0,0 1 0,0-1 0,1 0 0,0 1 0,0-1 0,0 0 0,0 0 0,0 0 0,5 5 0,-3-3 0,0 0 0,0 0 0,4 12 0,-6-14 0,-1-2 0,1 1 0,-1 0 0,1 0 0,0 0 0,4 4 0,-4-5 0,0 1 0,0-1 0,0 1 0,0 0 0,-1 0 0,3 5 0,-3-3 0,2 1 0,-2 1 0,1-1 0,-1 1 0,0 0 0,0 0 0,-1-1 0,0 10 0,0-16-21,0 0 1,0 0-1,0 1 0,0-1 1,0 0-1,0 0 1,0 1-1,0-1 0,0 0 1,0 0-1,0 0 0,0 1 1,0-1-1,0 0 0,0 0 1,0 0-1,0 1 1,0-1-1,0 0 0,0 0 1,-1 0-1,1 1 0,0-1 1,0 0-1,0 0 0,0 0 1,0 0-1,-1 1 1,1-1-1,0 0 0,0 0 1,0 0-1,-1 0 0,1 0 1,0 0-1,0 0 0,0 0 1,-1 1-1,1-1 1,0 0-1,0 0 0,0 0 1,-1 0-1,1 0 0,0 0 1,0 0-1,0 0 0,-1 0 1,1 0-1,0-1 1,0 1-1,-1 0 0,1 0 1,0 0-1,0 0 0,0 0 1,-1 0-1,1 0 0,0 0 1,0-1-1,0 1 1,0 0-1,0 0 0,-1 0 1,1 0-1,0-1 0,0 1 1,-9-9-2798,8 8 2113,0-1-1,0 1 0,1-1 1,-1 0-1,1 1 1,-1-1-1,1 0 1,0 0-1,0 1 0,0-1 1,0 0-1,0 0 1,0 0-1,0 1 1,0-1-1,1 0 1,-1 1-1,1-1 0,0-2 1,0 1 130,0 0 1,0 0-1,-1 1 1,1-1 0,-1 0-1,0 0 1,1 0-1,-2 0 1,1 0-1,0 0 1,0 0-1,-2-4 1,-2 0 459,1 1 0,-1-1 0,0 1 0,0 0 0,-1 0 0,-8-8 1,-17-23 1307,17 19-104,0 1-1,-25-27 0,22 27 320,0-1 1,-13-21-1,15 23-127,12 15-1111,1 0 0,-1 0 1,1-1-1,-1 1 0,1-1 0,0 1 0,0-1 0,-1 0 0,1 1 0,0-1 0,0 0 0,1 0 0,-1 0 0,0 0 1,1 0-1,-1-2 0,-3-6 1376,2 2-237,2 7-1279,1 1 0,0-1 0,0 1 0,0-1 0,0 1 0,0 0 0,-1 0 0,1-1-1,0 1 1,0 0 0,0 0 0,0 0 0,0 0 0,0 0 0,1 0 0,40 2-3904,50 8 0,-2 5-5530,-63-10 5507</inkml:trace>
</inkml:ink>
</file>

<file path=ppt/ink/ink1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08.756"/>
    </inkml:context>
    <inkml:brush xml:id="br0">
      <inkml:brushProperty name="width" value="0.035" units="cm"/>
      <inkml:brushProperty name="height" value="0.035" units="cm"/>
    </inkml:brush>
  </inkml:definitions>
  <inkml:trace contextRef="#ctx0" brushRef="#br0">328 90 1872,'-1'-1'1564,"0"0"-1,0-1 0,-1 1 0,1 0 0,-1 0 0,1 0 0,-1 0 1,1 0-1,-1 0 0,0 0 0,-2-1 0,-22-1 7040,15 4-7573,0 1-1,-20 5 1,23-5-624,-7 1-401,1 1 0,0 0 0,0 1 0,0 0-1,0 1 1,1 1 0,-17 11 0,5-1-5,21-14 0,-1 0 0,0 1 0,1-1 0,-1 1 0,1 0 0,0 0 0,0 0 0,1 1 0,-1-1 0,-4 10 0,6-10 0,-12 28 0,14-31 0,-1 1 0,1-1 0,0 1 0,0 0 0,0-1 0,0 1 0,0-1 0,0 1 0,1 0 0,-1-1 0,0 1 0,1-1 0,-1 1 0,1-1 0,0 1 0,0-1 0,-1 0 0,1 1 0,2 1 0,6 14 0,-9-15 0,1 0 0,-1-1 0,1 1 0,0 0 0,0-1 0,0 1 0,0-1 0,0 1 0,0-1 0,0 0 0,0 1 0,1-1 0,-1 0 0,3 2 0,1 0 0,1-1 0,-1 1 0,1-1 0,-1-1 0,1 1 0,0-1 0,-1 0 0,1 0 0,0 0 0,0-1 0,0 0 0,0 0 0,0-1 0,10-1 0,7-3 0,0-2 0,30-11 0,-41 13 0,-5 2 0,0 0 0,0-1 0,0 0 0,0 0 0,-1-1 0,0 0 0,0 0 0,0 0 0,-1-1 0,1 1 0,-1-1 0,-1-1 0,1 1 0,3-8 0,-7 12 0,0 1 0,0 0 0,-1-1 0,1 1 0,0 0 0,0 0 0,1-1 0,-1 1 0,0 0 0,0 0 0,0 0 0,3-1 0,-3 1 0,0-3 0,-1 0 0,0 8 0,0-1 0,0 0 0,-1 0 0,1 0 0,0 0 0,1 0 0,-1 0 0,0 0 0,1 0 0,0 0 0,-1 0 0,1 0 0,0 0 0,1-1 0,-1 1 0,0 0 0,1-1 0,0 1 0,2 3 0,1 2 0,-5-8 0,1 1 0,-1-1 0,0 1 0,1 0 0,-1-1 0,1 1 0,-1-1 0,1 0 0,-1 1 0,1-1 0,-1 1 0,1-1 0,-1 0 0,1 1 0,-1-1 0,1 0 0,0 0 0,-1 1 0,1-1 0,0 0 0,-1 0 0,2 0 0,9 4-567,-10-3 349,1 0 0,-1 0-1,1-1 1,-1 1 0,1-1-1,0 1 1,-1-1 0,1 1-1,-1-1 1,1 0 0,0 0-1,-1 0 1,1 0 0,0 0-1,-1 0 1,1-1 0,0 1-1,-1 0 1,1-1 0,-1 1-1,1-1 1,-1 0 0,2 0-1,42-26-8005,-23 15 5529,0-1 1,22-19-1,-36 24 2981,-1 0 0,0 0 0,-1 0 0,0-1 0,0 0 0,-1 0 0,0 0 1,-1-1-1,0 0 0,4-14 0,2-1 2065,-2-5 2777,-6 19-1517,-2 11-3515,0 0 0,0-1 0,0 1 0,0 0 0,0 0 0,0 0 0,0-1 0,0 1 0,0 0 0,0 0 0,0 0 0,0-1-1,0 1 1,0 0 0,0 0 0,1 0 0,-1-1 0,0 1 0,0 0 0,0 0 0,0 0 0,0 0 0,0-1 0,0 1 0,1 0 0,-1 0 0,0 0 0,0 0 0,0 0 0,0 0 0,0-1 0,1 1 0,-1 0 0,0 0 0,0 0 0,0 0 0,1 0 0,-1 0 0,0 0 0,0 0 0,0 0 0,1 0 0,-1 0 0,0 0 0,0 0 0,0 0 0,1 0 0,-1 0 0,0 0 0,0 0 0,-4 0 39,0 1 1,0-1 0,-1 1-1,1 0 1,0 0-1,0 0 1,0 0 0,0 1-1,0 0 1,0-1-1,0 1 1,0 1 0,1-1-1,-1 1 1,1-1-1,0 1 1,-1 0 0,1 0-1,1 1 1,-1-1-1,-2 5 1,-13 14-136,17-21 0,-1 0 0,1 1 0,0-1 0,-1 0 0,1 1 0,0-1 0,0 1 0,0-1 0,0 1 0,0-1 0,0 1 0,1 0 0,-1 0 0,0-1 0,1 1 0,-1 0 0,1 0 0,0 0 0,0-1 0,-1 1 0,1 0 0,0 0 0,1 0 0,-1 0 0,0-1 0,1 4 0,6 13 0,-6-14 0,0 0 0,0 0 0,1 0 0,-1-1 0,1 1 0,0 0 0,0-1 0,1 0 0,-1 1 0,1-1 0,-1 0 0,5 4 0,10 7 0,-4-3 0,1 0 0,0 0 0,0-1 0,22 10 0,-3-5 0,43 13 0,-59-23 0,1 1 0,30 16 0,-48-22 0,0 0 0,0 0 0,0 1 0,0-1 0,0 0 0,0 1 0,0-1 0,0 0 0,0 0 0,0 1 0,0-1 0,0 0 0,0 0 0,0 1 0,0-1 0,0 0 0,0 1 0,0-1 0,-1 0 0,1 0 0,0 0 0,0 1 0,0-1 0,0 0 0,-1 0 0,1 1 0,0-1 0,0 0 0,0 0 0,-1 0 0,1 0 0,0 1 0,0-1 0,-1 0 0,1 0 0,0 0 0,-1 0 0,-11 7 0,-145 23 0,147-28-1045,0-1-1,1-1 1,-1 1-1,0-2 1,0 1 0,0-1-1,0-1 1,-13-3-1,18 2-787,2-4-5611,-1 1 131,-1 3 5489,-3 2-2504</inkml:trace>
</inkml:ink>
</file>

<file path=ppt/ink/ink1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09.505"/>
    </inkml:context>
    <inkml:brush xml:id="br0">
      <inkml:brushProperty name="width" value="0.035" units="cm"/>
      <inkml:brushProperty name="height" value="0.035" units="cm"/>
    </inkml:brush>
  </inkml:definitions>
  <inkml:trace contextRef="#ctx0" brushRef="#br0">170 118 672,'-20'0'4632,"13"-1"-3515,1 1 0,-1-1 0,1 2 0,-1-1 1,0 1-1,1 0 0,0 0 0,-1 1 0,1 0 0,0 0 1,-1 0-1,-4 4 0,9-6-817,1 1-1,0 0 1,0 0 0,0 0-1,0-1 1,0 1-1,0 0 1,0 0 0,0 0-1,0 1 1,1-1 0,-1 0-1,0 0 1,1 0 0,-1 1-1,1-1 1,-1 0 0,1 0-1,0 1 1,-1-1 0,1 0-1,0 1 1,0-1 0,0 1-1,0-1 1,0 0 0,0 1-1,0-1 1,1 0-1,-1 1 1,0-1 0,1 0-1,-1 0 1,1 1 0,-1-1-1,1 0 1,0 0 0,1 2-1,-2-2-252,1-1 0,0 1-1,0-1 1,-1 1 0,1 0 0,0-1-1,0 0 1,0 1 0,-1-1-1,1 1 1,0-1 0,0 0-1,0 0 1,0 1 0,0-1 0,0 0-1,0 0 1,0 0 0,0 0-1,0 0 1,0 0 0,0 0-1,0-1 1,1 1 0,1-1 39,11 0-86,-1 0 0,1-1 0,-1-1 0,1 0 0,-1-1 0,0 0 0,-1-1 0,1-1 0,-1 0 0,0-1 0,13-9 0,-24 15 0,0 0 0,0-1 0,0 1 0,0-1 0,0 1 0,0-1 0,-1 1 0,1-1 0,0 0 0,-1 1 0,0-1 0,1 0 0,-1 1 0,0-1 0,0 0 0,0 0 0,0 1 0,0-1 0,0 0 0,-1-3 0,0-5 0,0 8 0,0 0 0,0 0 0,-1 0 0,1 0 0,-1 0 0,1 0 0,-1 0 0,0 0 0,0 0 0,0 1 0,-3-3 0,-7-7 0,11 10 0,0 0 0,0 0 0,0 0 0,0 1 0,0-1 0,-1 0 0,1 1 0,0-1 0,0 1 0,0-1 0,0 1 0,-1 0 0,1 0 0,0-1 0,0 1 0,-1 0 0,1 0 0,-2 0 0,-32 6 0,22-2 0,1 1 0,1 0 0,-19 10 0,12-5 0,14-8 0,-1 1 0,0-1 0,1 1 0,-9 7 0,0 3 0,11-11 0,0 0 0,0 0 0,-1 0 0,1 1 0,1-1 0,-1 1 0,0-1 0,1 1 0,-1 0 0,1-1 0,-2 7 0,1-5 0,1 0 0,-1 1 0,1-1 0,0 1 0,1 0 0,-1-1 0,1 1 0,0 0 0,0-1 0,0 1 0,1 0 0,0-1 0,0 1 0,0-1 0,0 1 0,1-1 0,-1 1 0,1-1 0,0 0 0,1 0 0,-1 0 0,1 0 0,-1 0 0,1 0 0,1-1 0,-1 0 0,0 1 0,1-1 0,7 5 0,-4-4 0,1 0 0,-1-1 0,1 1 0,0-1 0,0-1 0,0 0 0,0 0 0,1 0 0,-1-1 0,1 0 0,-1-1 0,0 0 0,1 0 0,-1-1 0,1 0 0,12-4 0,4 0 0,0-2 0,-1-1 0,28-13 0,-42 16 0,5-3 0,1 0 0,-1-1 0,17-13 0,-29 20 0,0-1 0,0 0 0,0 0 0,0 0 0,0 0 0,-1 0 0,0 0 0,1-1 0,-1 1 0,0-1 0,0 0 0,-1 0 0,1 0 0,-1 1 0,0-1 0,0-1 0,0 1 0,0-7 0,-2 4 0,-1 0 0,1 0 0,-1 0 0,0 1 0,-1-1 0,1 0 0,-2 1 0,1 0 0,0 0 0,-1 0 0,0 0 0,-7-6 0,-13-25 0,24 32 0,0 5 0,1 0 0,-1 0 0,0-1 0,1 1 0,-1 0 0,0 0 0,1-1 0,-1 1 0,0 0 0,1 0 0,-1 0 0,1 0 0,-1-1 0,0 1 0,1 0 0,-1 0 0,1 0 0,-1 0 0,1 0 0,-1 0 0,0 0 0,1 0 0,-1 0 0,1 0 0,-1 1 0,0-1 0,1 0 0,-1 0 0,1 0 0,-1 0 0,0 1 0,1-1 0,-1 0 0,0 0 0,1 1 0,-1-1 0,0 0 0,1 0 0,-1 1 0,0-1 0,0 0 0,1 1 0,-1-1 0,0 0 0,0 1 0,0-1 0,1 1 0,-1 0 0,2 1 0,0-1 0,1 1 0,-1 0 0,0-1 0,1 0 0,0 1 0,-1-1 0,4 1 0,8 4 0,46 21 0,-16-4 0,-36-19 0,1-1 0,-1 2 0,0-1 0,0 1 0,0 0 0,-1 1 0,0 0 0,0 0 0,0 0 0,6 9 0,-2 1 0,-8-12 0,-1-1 0,1 0 0,-1 1 0,0-1 0,0 1 0,-1 0 0,1 0 0,-1 0 0,0 0 0,1 0 0,-2 0 0,1 0 0,0 0 0,-1 8 0,0-7 0,-1-1 0,0 1 0,1 0 0,-2 0 0,1-1 0,0 1 0,-1-1 0,0 1 0,0-1 0,0 0 0,-1 1 0,0-1 0,1-1 0,-1 1 0,0 0 0,-1-1 0,-5 6 0,3-4 0,0 0 0,-1-1 0,0 1 0,0-1 0,0 0 0,-1-1 0,1 0 0,-1 0 0,-13 3 0,15-5-660,0 0 0,-1 0-1,0-1 1,1 0 0,-1 0 0,1-1-1,-1 1 1,1-1 0,-12-4 0,2-1-3283,1 0 0,-22-12 0,-6-4-784,11 11-409</inkml:trace>
</inkml:ink>
</file>

<file path=ppt/ink/ink1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12.903"/>
    </inkml:context>
    <inkml:brush xml:id="br0">
      <inkml:brushProperty name="width" value="0.035" units="cm"/>
      <inkml:brushProperty name="height" value="0.035" units="cm"/>
    </inkml:brush>
  </inkml:definitions>
  <inkml:trace contextRef="#ctx0" brushRef="#br0">26 91 2433,'-15'-6'7640,"7"7"-2101,6 4-2764,92-6 2097,0-1-3684,90 0-1415,-13-9-1406,-161 11 1442,1 0 0,-1-1 0,1 0 0,-1 0 0,0-1-1,0 0 1,1 0 0,-1 0 0,0-1 0,6-3-1,-11 6 184,-1-1 0,0 1-1,1 0 1,-1-1-1,0 1 1,0-1 0,1 1-1,-1 0 1,0-1-1,0 1 1,0-1 0,1 1-1,-1-1 1,0 1-1,0-1 1,0 1 0,0-1-1,0 1 1,0-1-1,0 1 1,0-1 0,0 1-1,0-1 1,0 1-1,0 0 1,0-1 0,-1 1-1,1-1 1,0 1-1,0-1 1,0 1 0,-1-1-1,-8-10-8,-6 4 48,-13-4 115,25 11-130,-12-4 275,-1 2 0,-18-2 0,29 4-189,0 0 0,0 0 0,0 1 0,1-1 0,-1 1 0,0 0 0,0 1 0,1-1 1,-1 1-1,1 0 0,-8 3 0,12-4-96,0-1 0,0 0 1,0 1-1,-1-1 0,1 0 0,0 1 1,0-1-1,0 0 0,0 1 1,-1-1-1,1 0 0,0 1 0,0-1 1,0 0-1,0 1 0,0-1 1,0 1-1,0-1 0,0 0 0,0 1 1,0-1-1,0 0 0,1 1 0,-1-1 1,0 0-1,0 1 0,0-1 1,0 0-1,0 1 0,1-1 0,-1 0 1,0 1-1,0-1 0,1 0 1,-1 0-1,0 1 0,0-1 0,1 1 1,12 11 66,-12-11-59,4 3 7,1 0 0,-1-1-1,1 1 1,0-1 0,0 0 0,10 3 0,16 9 64,21 11-60,-35-17-64,14 7-29,-31-15 62,0 0 0,0-1-1,0 1 1,0 0 0,0 0 0,0 0 0,0 0 0,0-1 0,0 1 0,0 1 0,0-1-1,-1 0 1,1 0 0,0 0 0,-1 0 0,1 0 0,-1 1 0,0-1 0,1 2 0,-1-2-89,0-1 1,-1 1 0,1 0 0,0 0-1,-1-1 1,1 1 0,0 0 0,-1-1-1,1 1 1,-1-1 0,1 1 0,-1-1-1,1 1 1,-1-1 0,0 1 0,1-1-1,-1 1 1,0-1 0,1 0 0,-1 1-1,0-1 1,1 0 0,-1 0 0,0 1-1,0-1 1,1 0 0,-1 0 0,0 0-1,0 0 1,1 0 0,-1 0 0,0 0-1,0 0 1,-1-1 0,-1 1-567,0 0-1,0 0 1,0-1 0,0 1 0,1-1 0,-1 0-1,-4-1 1,4-9-6646,-4 5 3940</inkml:trace>
</inkml:ink>
</file>

<file path=ppt/ink/ink1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14.263"/>
    </inkml:context>
    <inkml:brush xml:id="br0">
      <inkml:brushProperty name="width" value="0.035" units="cm"/>
      <inkml:brushProperty name="height" value="0.035" units="cm"/>
    </inkml:brush>
  </inkml:definitions>
  <inkml:trace contextRef="#ctx0" brushRef="#br0">25 25 584,'-25'-25'32161,"25"29"-32714,17 6 1128,-13-8-575,0 0 0,0 1 0,0-1 0,-1 1 0,1 0 0,-1 0 0,1 0 0,-1 1 0,3 3 0,14 13 0,-16-16 0,0 0 0,0 0 0,0 0 0,6 9 0,6 7 0,-9-11 0,0 1 0,10 18 0,10 13 0,-19-30 0,-1 0 0,0 0 0,5 14 0,-7-13 0,1-1 0,1 1 0,9 11 0,17 30-2406,-28-44 1574,1 1 0,-1-1 0,1 0 1,1-1-1,0 0 0,0 0 0,9 8 0,-8-10-845,-6-3 335,1-1 0,0 1 0,1-1 0,-1 0 0,0 0 0,1 0-1,-1-1 1,7 3 0,14 1-4015</inkml:trace>
</inkml:ink>
</file>

<file path=ppt/ink/ink1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14.744"/>
    </inkml:context>
    <inkml:brush xml:id="br0">
      <inkml:brushProperty name="width" value="0.035" units="cm"/>
      <inkml:brushProperty name="height" value="0.035" units="cm"/>
    </inkml:brush>
  </inkml:definitions>
  <inkml:trace contextRef="#ctx0" brushRef="#br0">320 21 1856,'0'-1'417,"-1"0"0,1 0 0,-1 0 0,1 0-1,-1 0 1,1 0 0,-1 0 0,0 0-1,1 1 1,-1-1 0,0 0 0,0 0 0,0 1-1,1-1 1,-1 0 0,0 1 0,0-1-1,0 1 1,0-1 0,0 1 0,0 0 0,0-1-1,0 1 1,-2 0 0,1-1 77,-1 0 1,1 1-1,-1-1 1,1 1-1,-1-1 1,1 1-1,-1 0 1,0 0 0,-3 1-1,1 0-209,1 0 1,-1 1-1,1-1 1,0 1-1,0 0 1,0 0-1,0 1 1,0-1-1,0 1 1,1 0-1,-1 0 1,1 0-1,-1 1 1,1-1-1,1 1 1,-4 4-1,-4 9 345,1 1 0,1 0 0,-8 26 0,-8 20 171,15-48-618,1-1-1,-2 0 1,-11 14 0,-7 11 174,25-35-323,1-1 1,-1 0-1,0 0 0,-1 0 1,1 0-1,-1-1 0,-8 7 1,3 1 39,8-10-42,1-1 0,0 1 0,-1-1 1,1 1-1,0 0 0,-1-1 0,1 1 0,-1-1 0,1 0 0,0 1 0,-1-1 0,1 1 0,-1-1 0,0 1 0,1-1 0,-1 0 0,1 0 0,-1 1 0,1-1 0,-1 0 1,0 0-1,1 0 0,-1 1 0,0-1 0,1 0 0,-1 0 0,-1 0 0,2-21 1527,0 11-1317,0 5-211,0 1-1,0 0 1,0 0 0,0-1-1,1 1 1,0 0-1,-1 0 1,2 0-1,1-7 1,6-15 45,-4 16-50,-5 8-27,1 1 1,-1-1-1,1 1 0,0 0 0,-1-1 1,1 1-1,0 0 0,0 0 0,0-1 1,0 1-1,0 0 0,0 0 0,1 0 1,0-1-1,2 2-11,-1-1 0,0 1-1,1-1 1,-1 1 0,1 0 0,-1 0 0,0 1 0,1-1 0,-1 1 0,0-1 0,6 3-1,3 0 7,7 1 4,1 1 1,-1 1-1,30 14 0,4 1-25,70 35-14,-29-12-491,-61-29-159,-17-8-789,1 0 1,23 7-1,-34-13 436,0 0 1,1 0-1,-1 0 0,0-1 1,0 0-1,0 0 0,1 0 1,-1-1-1,0 0 0,11-3 1,-15 3 232,1 0 1,-1 0 0,1 0-1,-1 0 1,0 0-1,1-1 1,-1 1 0,4-4-1,2-1-1869</inkml:trace>
</inkml:ink>
</file>

<file path=ppt/ink/ink1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15.507"/>
    </inkml:context>
    <inkml:brush xml:id="br0">
      <inkml:brushProperty name="width" value="0.035" units="cm"/>
      <inkml:brushProperty name="height" value="0.035" units="cm"/>
    </inkml:brush>
  </inkml:definitions>
  <inkml:trace contextRef="#ctx0" brushRef="#br0">49 112 2104,'0'-2'601,"0"0"0,0 0 0,0 0 0,0 1-1,-1-1 1,1 0 0,-1 0 0,1 0 0,-1 0-1,0 1 1,0-1 0,0 0 0,0 1 0,0-1-1,0 1 1,-2-3 0,-24-15 9123,17 13-5555,10 6-4068,0-1-1,0 1 1,0 0 0,0-1 0,0 1-1,1 0 1,-1-1 0,0 1 0,0 0-1,0-1 1,0 1 0,0 0 0,0 0-1,0-1 1,1 1 0,-1 0 0,0-1-1,0 1 1,1 0 0,-1 0-1,0-1 1,0 1 0,1 0 0,-1 0-1,0 0 1,0-1 0,1 1 0,-1 0-1,0 0 1,1 0 0,-1 0 0,0 0-1,1 0 1,-1-1 0,0 1 0,1 0-1,-1 0 1,1 0-18,-1 0-1,1 0 1,-1-1 0,1 1-1,-1 0 1,1 0 0,0 0-1,-1 0 1,1 0 0,-1-1-1,1 1 1,-1 0 0,1 0-1,-1 1 1,1-1 0,0 0-1,-1 0 1,1 0 0,-1 0-1,1 0 1,-1 0 0,1 1-1,-1-1 1,1 0 0,-1 1-1,1-1 1,-1 0 0,1 1-1,-1-1 1,0 0 0,1 1-1,0 0 1,15 17-83,-13-16 0,-1 0 0,0 1 0,1-1 0,-1 0 0,0 1 0,0-1 0,-1 1 0,1 0 0,2 4 0,6 19 0,1-1 0,1 0 0,23 34 0,-18-40 0,-15-17 0,1 1 0,-1-1 0,0 1 0,1-1 0,-1 1 0,0 0 0,-1 0 0,1 0 0,0 0 0,-1 0 0,2 6 0,-3-8 0,0 0 0,1-1 0,-1 1 0,0 0 0,0 0 0,0-1 0,1 1 0,-1 0 0,0-1 0,1 1 0,-1 0 0,1-1 0,-1 1 0,0-1 0,1 1 0,-1-1 0,1 1 0,0-1 0,-1 1 0,1-1 0,-1 1 0,1-1 0,0 0 0,-1 1 0,1-1 0,0 0 0,-1 0 0,1 0 0,0 1 0,0-1 0,-1 0 0,2 0 0,-1 0 0,-1 0 0,1 0 0,0 0 0,-1 0 0,1 0 0,0 0 0,-1-1 0,1 1 0,0 0 0,-1 0 0,1-1 0,-1 1 0,1 0 0,0-1 0,-1 1 0,1 0 0,-1-1 0,1 1 0,-1-1 0,1 1 0,-1-1 0,1 1 0,-1-1 0,0 1 0,1-1 0,-1 0 0,0 1 0,0-1 0,1 1 0,-1-1 0,0-1 0,1-18 0,-1 16 0,0-18 0,-1-1 0,-1 1 0,0-1 0,-9-28 0,3-6 0,6 29 0,3 18 0,0 6 0,6 4 0,-5 1 0,-1-1 0,1 1 0,0 0 0,-1 0 0,1 0 0,-1 0 0,0 0 0,1 0 0,-1 1 0,1 0 0,16 11 0,-8-7 0,1-1 0,-1 2 0,-1-1 0,11 10 0,19 12 0,19 14 0,-36-25-282,-21-16 235,0 1 0,1-1 0,-1 1 0,1-1 0,0 0 0,-1 0 0,1 0 0,0 0 0,0 0 0,-1 0 0,1 0 0,0 0 0,0-1 0,0 1 0,0-1 0,0 1 0,0-1 0,0 0 0,0 0 0,0 0 0,0 0 0,1 0 0,2-1 0,5-2-96,0 0 0,-1 0-1,1-1 1,-1 0 0,9-6-1,-13 5 213,-1 1-1,0-1 0,0 0 1,0 0-1,0 0 1,3-8-1,-4-20 843,1 22-735,-1 0 0,0 0 0,-1-1 0,2-20 0,-4 30-176,0 2 0,-7-13 0,12 43 0,12 1 0,-13-25 0,0 1 0,-1-1 0,5 13 0,-6-14 0,1-1 0,-1 0 0,1 0 0,-1 0 0,6 6 0,-5-6 0,0-1 0,0 1 0,0 0 0,-1 1 0,4 6 0,-5-8 0,0-1 0,1 1 0,-1 0 0,1 0 0,0 0 0,0-1 0,0 1 0,0-1 0,4 4 0,6 6 0,-11-8 0,-1-3 0,0-1 0,0 0 0,0 1 0,0-1 0,0 0 0,0 0 0,0 1 0,0-1 0,0 0 0,0 1 0,1-1 0,-1 0 0,0 1 0,0-1 0,0 0 0,0 0 0,1 1 0,-1-1 0,0 0 0,0 0 0,1 0 0,-1 1 0,0-1 0,0 0 0,1 0 0,-1 0 0,0 0 0,0 0 0,1 1 0,-1-1 0,0 0 0,1 0 0,-1 0 0,0 0 0,1 0 0,-1 0 0,0 0 0,0 0 0,1 0 0,-1 0 0,1 0 0,0 0 0,0 0 0,0 0 0,0 0 0,0 0 0,0 0 0,0 0 0,0-1 0,0 1 0,0 0 0,0 0 0,0-1 0,0 1 0,0-1 0,0 1 0,0-1 0,0 1 0,0-1 0,-1 1 0,1-1 0,0 0 0,0 0 0,1-1 0,-1 1 0,0 0 0,0-1 0,0 1 0,0 0 0,0-1 0,0 1 0,0-1 0,-1 1 0,1-1 0,1-2 0,-4-4 0,-1 0 0,1 0 0,-1 0 0,-1 0 0,-8-13 0,5 10 0,2 1 0,-1 1 0,0 0 0,0 0 0,-1 1 0,0 0 0,-14-12 0,14 15 0,0 1 0,0-2 0,1 1 0,0 0 0,-6-8 0,8 12-277,0-1 0,0 1 0,0 0 0,-1 0 0,1 1 0,0-1 0,0 1 0,0 0 0,-1 0 0,1 1 0,0-1 0,0 1 0,-1 0 0,1 0 0,-6 2 0,9-2-269,0 0 0,0 0 0,0 0-1,0-1 1,-1 1 0,1 0 0,0-1-1,0 1 1,-1-1 0,1 0 0,-2 1-1,-6 2-3453,1 1 658</inkml:trace>
</inkml:ink>
</file>

<file path=ppt/ink/ink1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16.119"/>
    </inkml:context>
    <inkml:brush xml:id="br0">
      <inkml:brushProperty name="width" value="0.035" units="cm"/>
      <inkml:brushProperty name="height" value="0.035" units="cm"/>
    </inkml:brush>
  </inkml:definitions>
  <inkml:trace contextRef="#ctx0" brushRef="#br0">0 13 3001,'1'0'442,"0"0"0,-1 0 0,1 0 0,-1 0 1,1 0-1,0 0 0,-1 0 0,1 0 0,0 0 1,-1 0-1,1 0 0,-1-1 0,1 1 0,0 0 1,-1 0-1,1-1 0,-1 1 0,1 0 0,-1-1 1,1 1-1,-1 0 0,1-1 0,-1 1 0,1-2 1,-1 2-16,0 0 1,0-1-1,-1 1 1,1-1-1,0 1 0,-1 0 1,1-1-1,0 1 1,-1 0-1,1-1 1,-1 1-1,1 0 1,-1 0-1,1 0 1,0-1-1,-1 1 1,1 0-1,-1 0 1,1 0-1,-1 0 0,1 0 1,-1 0-1,1 0 1,-1 0-1,1 0 1,-1 0-1,1 0 1,-1 0-1,1 0 1,-1 0-1,7 0 821,-5-1-1064,0 1-1,0 0 0,0-1 0,1 1 0,-1 0 0,0 0 0,0 0 0,0 0 0,1 0 1,-1 0-1,0 1 0,0-1 0,0 0 0,0 1 0,0-1 0,1 0 0,-1 1 0,0-1 1,0 1-1,0 0 0,0-1 0,1 2 0,2 2-183,0 0 0,0-1 0,0 0 0,0 1 0,8 3 0,-8-5 0,-1 0 0,0 0 0,1 0 0,-1 0 0,0 0 0,0 1 0,-1 0 0,1-1 0,0 1 0,-1 0 0,0 1 0,4 4 0,-2 1 0,0 0 0,1-1 0,0 1 0,0-1 0,7 7 0,-10-11 0,1-1 0,-1 1 0,0 0 0,0-1 0,0 1 0,1 6 0,-1-4 0,0 0 0,0-1 0,1 1 0,0-1 0,0 0 0,6 9 0,3-5 0,-7-9 0,-3-4 0,-2 2 0,-1 1 0,1-1 0,1 0 0,-1 1 0,0-1 0,0 1 0,1-1 0,-1 0 0,1 1 0,-1-1 0,1 1 0,-1-1 0,1 1 0,0 0 0,0-1 0,0 1 0,2-2 0,5-10 0,2-7 0,-8 18 0,0-1 0,-1 0 0,1 1 0,-1-1 0,0 0 0,0 0 0,0 0 0,0 0 0,-1 0 0,2-6 0,-2 6 0,0 0 0,0-1 0,1 1 0,0 0 0,0 0 0,0-1 0,2-4 0,-1 4 0,-1 0 0,1 0 0,-1-1 0,0 1 0,0 0 0,0-1 0,-1 1 0,0-5 0,2 9 0,-1 0 0,1 0 0,-1 0 0,1 1 0,-1-1 0,0 0 0,1 1 0,-1-1 0,0 1 0,1 0 0,-1-1 0,0 1 0,0 0 0,0 0 0,1-1 0,-1 1 0,2 2 0,9 9 0,-2-2 0,0-1 0,15 11 0,-24-19 0,1 0 0,-1 1 0,1-1 0,-1 1 0,1-1 0,-1 1 0,0-1 0,0 1 0,0 0 0,1 3 0,9 12 0,3-3 0,-12-12 0,0 1 0,1 0 0,-1-1 0,1 1 0,0-1 0,0 0 0,0 0 0,0 0 0,0 0 0,0 0 0,4 1 0,-4-2 0,0 0 0,0-1 0,0 1 0,0-1 0,0 1 0,1-1 0,-1 0 0,0 0 0,0 0 0,0-1 0,1 1 0,-1-1 0,0 1 0,3-2 0,4-1 0,0 0 0,-1-1 0,0 0 0,1 0 0,-1-1 0,-1 0 0,1-1 0,9-8 0,-16 13 0,0-1 0,-1 0 0,1 1 0,-1-1 0,0 0 0,1 0 0,-1 0 0,0 0 0,0-1 0,0 1 0,0 0 0,-1 0 0,1 0 0,-1-1 0,1 1 0,-1 0 0,0-1 0,0 1 0,0 0 0,0-1 0,-1-3 0,1 5 0,7-9 0,-14 9 0,-5 1 0,9 1 0,-8 8 0,5-8-68,6-1-132,1 0-1,-1 0 1,0 0-1,0 0 1,1 0 0,-1 0-1,0 0 1,1 0-1,-1 0 1,0 0 0,1 0-1,-1 0 1,0 0-1,0-1 1,1 1 0,-1 0-1,0 0 1,0 0-1,1 0 1,-1 0 0,0-1-1,0 1 1,0 0 0,1 0-1,-1-1 1,0 1-1,0 0 1,0 0 0,1-1-1,-1 1 1,0 0-1,0 0 1,0-1 0,0 1-1,0 0 1,0 0-1,0-1 1,0 1 0,0 0-1,0-1 1,0 1-1,0 0 1,0-1 0,0 1-1,0 0 1,0 0-1,0-1 1,0 1 0,0 0-1,0-1 1,0 1-1,-1 0 1,1 0 0,0-1-1,0 0-249,-1 1-1,1-1 0,0 0 0,0 0 0,0 1 1,0-1-1,0 0 0,0 0 0,0 1 0,0-1 1,0 0-1,0 0 0,0 1 0,0-1 0,1 0 1,-1 1-1,0-1 0,1 0 0,-1 0 0,9-14-6125,-2 9 3220</inkml:trace>
</inkml:ink>
</file>

<file path=ppt/ink/ink1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16.636"/>
    </inkml:context>
    <inkml:brush xml:id="br0">
      <inkml:brushProperty name="width" value="0.035" units="cm"/>
      <inkml:brushProperty name="height" value="0.035" units="cm"/>
    </inkml:brush>
  </inkml:definitions>
  <inkml:trace contextRef="#ctx0" brushRef="#br0">169 334 2665,'0'0'4873,"-18"6"5503,11 2-5333,2-3 1356,-5-3-6021,8-2 1025,5-2-1307,-1 1 0,1 0 0,-1-1 0,0 1 0,0-1 0,1 0-1,-1 1 1,-1-1 0,1 0 0,0 0 0,0-1 0,-1 1 0,1 0-1,-1-1 1,0 1 0,2-4 0,5-33-96,-8 36 0,1-5 0,-1 1 0,0 0 0,0-1 0,-1 1 0,0 0 0,-1 0 0,1 0 0,-1 0 0,-1 0 0,-4-11 0,-6-6 0,-1 0 0,0 1 0,-2 0 0,-27-29 0,7 14 0,36 38 0,0 0 0,-1 0 0,1-1 0,0 1 0,0 0 0,0 0 0,-1 0 0,1 0 0,0 0 0,0-1 0,-1 1 0,1 0 0,0 0 0,0 0 0,-1 0 0,1 0 0,0 0 0,0 0 0,-1 0 0,1 0 0,0 0 0,0 0 0,-1 0 0,1 0 0,0 0 0,-1 0 0,1 0 0,0 0 0,0 1 0,-1-1 0,1 0 0,0 0 0,0 0 0,0 0 0,-1 0 0,1 1 0,0-1 0,0 0 0,-1 0 0,-3 6 0,3-3 0,1 1 0,-1-1 0,1 1 0,-1 0 0,1-1 0,0 1 0,1 0 0,-1-1 0,2 7 0,6 17 0,8 23 0,3-2 0,-13-30 0,2 0 0,11 20 0,11 30 0,-28-64 0,0 0 0,0 0 0,-1 0 0,1 1 0,-1-1 0,1 7 0,4 16 0,10 9 0,-10-25 0,0 0 0,-2 1 0,1 0 0,-1 0 0,-1 0 0,0 0 0,1 17 0,-3-24-18,0 1 0,1-1 0,0 1 0,0-1-1,0 0 1,1 0 0,-1 0 0,1 0 0,0 0 0,1 0 0,-1-1 0,7 6-1,-5-3-93,-4-6-43,-1-1 0,1 1 0,0 0 0,-1-1 0,1 1 0,0-1 0,-1 1 0,1-1 0,0 0 0,-1 1 0,1-1 0,0 0 0,0 1 0,0-1 1,-1 0-1,1 0 0,1 0 0,-1 0-307,0 0 0,1 0 0,-1 0 0,0 0 0,0 0 0,0 0 0,0-1 0,0 1 1,0 0-1,0-1 0,0 1 0,0-1 0,0 1 0,0-1 0,0 1 0,-1-1 0,1 0 1,0 0-1,0 1 0,0-1 0,-1 0 0,1 0 0,0 0 0,-1 0 0,1 0 0,-1 1 0,1-1 1,-1 0-1,0-1 0,1 1 0,-1 0 0,0 0 0,0 0 0,1 0 0,-1-1 0,8-23-5578,-4 14 3499,-1 6 1436,-2-5-634</inkml:trace>
</inkml:ink>
</file>

<file path=ppt/ink/ink1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18.318"/>
    </inkml:context>
    <inkml:brush xml:id="br0">
      <inkml:brushProperty name="width" value="0.035" units="cm"/>
      <inkml:brushProperty name="height" value="0.035" units="cm"/>
    </inkml:brush>
  </inkml:definitions>
  <inkml:trace contextRef="#ctx0" brushRef="#br0">1 519 872,'0'-1'247,"0"0"1,1 1-1,-1-1 0,0 1 0,1-1 0,-1 0 0,0 1 0,1-1 1,-1 1-1,1-1 0,-1 1 0,1-1 0,-1 1 0,1 0 1,-1-1-1,1 1 0,-1 0 0,1-1 0,0 1 0,-1 0 1,1 0-1,0-1 0,-1 1 0,1 0 0,0 0 0,-1 0 1,2 0-1,8 0 8098,-8 2-6001,-1-1-1987,0 0 0,0-1 0,-1 1 0,1 0 0,0-1 0,0 1 0,0 0 0,0-1 0,0 1 0,0-1 0,0 0 0,0 1 0,0-1 0,2 1 0,17 1 753,-15-1-997,-1 0 0,0 0-1,1-1 1,-1 1 0,1-1 0,-1 0 0,1-1 0,5 0 0,6-3 6,-13 4-106,-1 0 0,1 0 1,-1-1-1,1 1 0,-1-1 0,0 0 1,1 0-1,-1 0 0,0 0 0,0 0 1,1 0-1,-1-1 0,0 1 0,0-1 1,0 1-1,0-1 0,-1 0 0,3-2 1,11-14 44,-13 16-48,1 0-1,-1 0 1,0-1-1,0 1 1,0-1-1,0 1 1,2-5-1,-3 4-3,0 1 0,-1 0 0,1-1-1,0 1 1,-1 0 0,1-1 0,-1 1-1,0-1 1,0 1 0,0-1 0,0 1-1,0-1 1,0 1 0,-1-1 0,1 1 0,-1-1-1,0 1 1,0 0 0,1-1 0,-2 1-1,1 0 1,0 0 0,0 0 0,-4-4-1,0-2 95,4 7-82,1-1 1,-1 1 0,0 0 0,0 0 0,0 0 0,0 0-1,0 0 1,0 0 0,0 0 0,0 0 0,-1 1 0,0-2-1,0 1-6,1 1-1,0-1 0,0 1 0,-1-1 1,1 1-1,0 0 0,-1 0 0,1-1 0,0 1 1,-1 0-1,1 0 0,0 0 0,-1 1 1,1-1-1,0 0 0,-1 0 0,1 1 1,-2 0-1,-26 13 23,12-5 48,12-6-44,0 0 0,0 0 0,0 0 1,1 1-1,-1 0 0,1 0 0,0 0 0,0 0 1,1 1-1,-5 6 0,5-6-17,1 0 0,-1 1 0,1-1 0,0 1 0,1-1 0,-1 1 1,1 0-1,-1 11 0,2-14-29,0 0 1,0 1 0,0-1-1,0 0 1,0 1 0,1-1-1,-1 0 1,1 0-1,0 0 1,0 1 0,0-1-1,1 0 1,-1 0 0,1-1-1,-1 1 1,1 0 0,3 3-1,-1-3-63,0 0 1,1-1-1,-1 0 0,0 0 0,1 0 0,0-1 1,-1 1-1,8 0 0,40 5-1480,-23-9-523,0 0 0,37-10 0,-2 2-107,-10 2 327,-1-2 0,97-31 0,-143 38 1717,0 0 0,-1 0-1,1-1 1,-1 0-1,0 0 1,0 0-1,7-6 1,-11 7 168,1 1 1,-1-1-1,0 0 1,1 0 0,-1 0-1,0 0 1,-1 0-1,1 0 1,0 0 0,-1 0-1,0-1 1,0 1-1,0-1 1,0 1 0,0-1-1,-1-4 1,-1 0 493,0 0 1,-1 1 0,0 0-1,0-1 1,-1 1-1,0 0 1,-6-11 0,6 7 948,3 11-1367,0-1 0,0 1 0,0-1 0,0 0 0,0 1 0,0-1 0,0 0 0,0 1 0,0-1 0,-1 1 0,1-1 0,0 1 0,0-1-1,-1 0 1,1 1 0,0-1 0,-1 1 0,1-1 0,0 1 0,-1 0 0,1-1 0,-1 1 0,1-1 0,-1 1 0,0-1 0,-10-6 2877,9 5-2507,0 1 1,0-1-1,0 1 1,0 0-1,0 0 1,-1 0-1,1 0 1,0 0-1,-1 0 1,1 1-1,-1-1 1,1 1-1,-1-1 1,1 1-1,-3 0 1,3 0-434,-5 0 244,1 0 0,-1 0 0,1 1 0,-1-1-1,1 1 1,0 1 0,-1-1 0,-8 5 0,6-3-288,-1 1 0,1 0 0,-1 0 0,1 1 0,0 0 0,0 0 0,1 1 0,0 0 0,-9 8 0,-4 6 0,17-17 0,1-1 0,-1 2 0,1-1 0,0 0 0,0 1 0,0-1 0,-5 9 0,4-4 0,0-1 0,1 2 0,-1-1 0,1 0 0,-2 12 0,5-17 0,-1 0 0,1 0 0,0 0 0,0 1 0,0-1 0,0 0 0,1 0 0,-1 0 0,1 0 0,0 1 0,0-1 0,0 0 0,0 0 0,0-1 0,1 1 0,-1 0 0,1 0 0,2 2 0,6 13 0,-10-16 0,1 0 0,0 0 0,0 0 0,0 0 0,0-1 0,0 1 0,0 0 0,0-1 0,1 1 0,-1 0 0,1-1 0,-1 0 0,1 1 0,-1-1 0,1 0 0,0 0 0,2 2 0,10 3 0,-9-4 0,-1 0 0,1 0 0,0 0 0,-1 0 0,1-1 0,0 0 0,0 0 0,0 0 0,0-1 0,0 0 0,0 0 0,7 0 0,0-2 0,1 0 0,-1-1 0,1 0 0,-1-1 0,0 0 0,-1-1 0,19-9 0,-27 11 0,0 1 0,0-1 0,0 0 0,0-1 0,-1 1 0,1 0 0,-1-1 0,0 1 0,0-1 0,0 0 0,0 0 0,-1 0 0,0 0 0,1 0 0,-2 0 0,1 0 0,0 0 0,-1 0 0,1-1 0,-1 1 0,-1 0 0,1 0 0,0 0 0,-1 0 0,0-1 0,0 1 0,0 0 0,0 0 0,-4-6 0,-21-40 0,-49-83 0,36 68 0,13 21 0,-33-41 0,44 62 0,13 18 0,-1 1 0,1 0 0,-1 0 0,0 0 0,-4-4 0,-3-3 0,4 7 0,7 7 0,2 1 0,0 0 0,0 0 0,0 0 0,-1 0 0,1 1 0,-1 0 0,2 5 0,5 8 0,9 20 0,-11-23 0,0 0 0,11 16 0,44 72 0,-15-21 0,-5-14 0,-21-33 0,-18-29 0,0 0 0,1 0 0,-1-1 0,1 1 0,8 8 0,8 6-830,-13-13-371,-1 0-1,1-1 0,0 0 0,15 10 1,-18-15 900,-1 1 0,1-1 1,-1 1-1,1-1 0,0 0 1,-1 0-1,1-1 0,0 1 1,0-1-1,0 0 0,0 0 1,-1 0-1,1 0 0,0-1 1,7-1-1,13-4-1101,39-9-786,-1-3 0,90-38 0,-139 50 2071,5-2 47,0 0 1,-1-1-1,-1-1 0,0 0 1,27-23-1,-21 11 356,-7 9 129,-2 0 0,20-27 0,-29 35-23,-1 0-1,0-1 0,0 0 1,0 1-1,-1-1 0,0 0 0,0 0 1,0 0-1,-1 0 0,0-1 0,0 1 1,-1-8-1,0 13-210,1-2 301,-1 0-1,0 1 0,0-1 0,0 1 1,-1-1-1,1 1 0,-1-1 0,1 0 1,-1 1-1,-1-4 0,1 5-242,0 0 0,-1 0 0,1 0 0,0 0 0,0 1 0,-1-1 1,1 0-1,-1 1 0,1-1 0,0 0 0,-1 1 0,1 0 0,-1-1 0,1 1 0,-1 0 0,1 0 0,-1 0 0,0 0 0,1 0 0,-3 0 0,-9 1-17,0 0-1,0 1 0,0 0 0,1 1 0,-1 0 0,1 1 1,-16 7-1,7-1 96,1 1-1,0 0 1,-24 19 0,39-26-317,1 0 0,0 0 0,0 0 0,0 0 0,0 0 0,1 1 0,0 0 0,0 0 0,0-1 0,0 2 0,1-1 0,-2 6 0,2-8 0,2 0 0,-1 1 0,0-1 0,1 0 0,-1 0 0,1 1 0,0-1 0,0 0 0,0 1 0,1-1 0,-1 0 0,1 1 0,0-1 0,0 0 0,0 0 0,0 0 0,0 0 0,1 0 0,0 0 0,3 5 0,-2-4 0,0 0 0,1 0 0,-1-1 0,1 1 0,0-1 0,0 1 0,0-1 0,0-1 0,1 1 0,-1-1 0,1 1 0,0-1 0,0 0 0,0-1 0,0 1 0,0-1 0,0 0 0,0-1 0,0 1 0,0-1 0,0 0 0,0 0 0,1 0 0,-1-1 0,0 0 0,0 0 0,0 0 0,0-1 0,0 1 0,6-4 0,-10 4 0,10-3 0,0 0 0,-1-1 0,1-1 0,-1 0 0,0 0 0,12-11 0,-11 8 0,-9 8 0,-1 0 0,1 0 0,-1 0 0,0 0 0,1 0 0,-1 0 0,0-1 0,0 1 0,0 0 0,1-3 0,6-3 0,-8 6 0,1 1 0,0 0 0,-1-1 0,1 1 0,-1-1 0,1 1 0,-1-1 0,1 0 0,-1 1 0,1-1 0,-1 1 0,0-1 0,1 0 0,-1 1 0,0-1 0,1 0 0,-1 1 0,0-1 0,0 0 0,0 0 0,0 1 0,0-1 0,0 0 0,0 1 0,0-1 0,0 0 0,0 0 0,0 1 0,0-2 0,0 2 0,-1 0 0,1-1 0,0 1 0,0 0 0,0 0 0,0 0 0,0 0 0,-1-1 0,1 1 0,0 0 0,0 0 0,0 0 0,0 0 0,-1 0 0,1 0 0,0-1 0,0 1 0,0 0 0,-1 0 0,1 0 0,0 0 0,0 0 0,0 0 0,-1 0 0,1 0 0,0 0 0,0 0 0,0 0 0,-1 0 0,1 0 0,0 0 0,0 0 0,0 0 0,-1 0 0,1 1 0,0-1 0,0 0 0,0 0 0,-1 0 0,1 0 0,-8 4 0,7-2 0,-6 5 0,1 1 0,0 0 0,1 1 0,-1-1 0,2 1 0,-6 12 0,4-6 0,5-12 0,-1-1 0,1 1 0,0 0 0,0 0 0,0 0 0,1 0 0,-1 0 0,1 0 0,-1 3 0,2 7 0,1-1 0,0 1 0,1-1 0,0 0 0,1 0 0,1 0 0,7 14 0,-5-11 0,-1 1 0,-1-1 0,5 21 0,-4-9 0,-4-19 0,0 0 0,-1 0 0,0 0 0,0 0 0,0 0 0,-1 0 0,0 0 0,-1 0 0,0 0 0,0 0 0,-3 8 0,-5 18 0,8-25 0,-1 0 0,-1 0 0,-6 13 0,-8 18 0,14-29 0,-1-1 0,0-1 0,-1 1 0,0-1 0,-1 1 0,0-1 0,0-1 0,-1 1 0,-8 7 0,2-5 0,0 0 0,-1-1 0,0-1 0,0 0 0,-1-1 0,0-1 0,-22 7 0,26-10 0,-1-1 0,0 0 0,0-1 0,0-1 0,0 0 0,-1-1 0,1 0 0,0 0 0,0-2 0,-24-4 0,31 5 0,0-1 0,0 1 0,1-1 0,-1 0 0,0 0 0,1-1 0,-1 1 0,1-1 0,0 0 0,0 0 0,0 0 0,0-1 0,0 0 0,1 1 0,0-1 0,0 0 0,0-1 0,0 1 0,-4-8 0,8 8 0,-1 0 0,0 1 0,1-1 0,-1 0 0,1 1 0,0-1 0,1 1 0,-1-1 0,0 1 0,1 0 0,0-1 0,4-4 0,0-4 0,-2 4 0,1 1 0,0 0 0,0 1 0,0-1 0,1 1 0,0 0 0,0 0 0,1 1 0,-1 0 0,12-7 0,17-15 0,-10 8 0,1 0 0,35-18 0,-32 21 0,-2-2 0,31-25 0,-27 19 0,8-9 0,-25 21 0,25-18 0,-25 20 0,0-1 0,21-21 0,6-9 0,19-22 0,-58 61 0,0-1 0,0 0 0,0 0 0,-1 0 0,1 0 0,-1 0 0,0-1 0,0 1 0,0 0 0,0-1 0,0-4 0,-1 8 0,0 0 0,0 0 0,0 0 0,0-1 0,0 1 0,0 0 0,0 0 0,0 0 0,0 0 0,0-1 0,-1 1 0,1 0 0,0 0 0,0 0 0,0 0 0,0 0 0,0-1 0,0 1 0,0 0 0,0 0 0,-1 0 0,1 0 0,0 0 0,0 0 0,0-1 0,0 1 0,0 0 0,-1 0 0,1 0 0,0 0 0,0 0 0,0 0 0,0 0 0,-1 0 0,1 0 0,0 0 0,0 0 0,0 0 0,0 0 0,-1 0 0,1 0 0,0 0 0,0 0 0,0 0 0,0 0 0,-1 0 0,1 0 0,0 0 0,-9 4 0,7-3 0,-7 3 0,0 0 0,0 1 0,1 0 0,-1 0 0,1 1 0,0 0 0,-9 9 0,3-3 0,10-7 0,-1 0 0,1 0 0,1 0 0,-1 1 0,1-1 0,0 1 0,-5 11 0,-1 3 0,8-18 0,-1 0 0,1 1 0,0-1 0,1 1 0,-1-1 0,0 1 0,1-1 0,-1 1 0,1-1 0,0 1 0,0-1 0,0 1 0,0 0 0,1-1 0,-1 1 0,1-1 0,-1 1 0,3 4 0,0 0 0,1 1 0,0-1 0,1 0 0,7 9 0,5 6 0,-14-18 0,0 0 0,1 0 0,-1 0 0,1-1 0,0 0 0,0 0 0,0 0 0,0 0 0,8 3 0,43 16 0,-44-19 0,-1-1 0,1 0 0,-1 0 0,1-1 0,0 0 0,0-1 0,0 0 0,-1-1 0,1 0 0,0-1 0,-1 0 0,1-1 0,-1 0 0,18-7 0,9-11-3816,-13 6-4799,31-27 0,-46 31 2834,0 1 209</inkml:trace>
</inkml:ink>
</file>

<file path=ppt/ink/ink1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19.535"/>
    </inkml:context>
    <inkml:brush xml:id="br0">
      <inkml:brushProperty name="width" value="0.035" units="cm"/>
      <inkml:brushProperty name="height" value="0.035" units="cm"/>
    </inkml:brush>
  </inkml:definitions>
  <inkml:trace contextRef="#ctx0" brushRef="#br0">78 11 72,'-3'-2'1836,"0"1"0,-1-1 0,1 1 0,0 0 0,-1 0 0,1 0 0,-1 0 0,1 1 1,-1 0-1,-6-1 0,-1 1 965,9 0-2623,0 3 273,-1 0 1,1-1-1,0 1 1,0 0-1,0 0 1,-2 7-1,3-5-95,0 1-1,0 0 1,0 0-1,1 0 1,0 0-1,0 0 1,2 6-1,-1 8 346,-1-3-187,-1 24 244,3-1 0,7 46 1,-2-30-734,-4-28-22,8 29-1,-9-48-2,0-1-1,1 0 0,0 0 1,1 0-1,0 0 0,0 0 1,10 12-1,-6-7 1,-8-12 0,1 1 0,-1-1 0,1 0 0,-1 0 0,1 0 0,0 0 0,-1 0 0,1 1 0,0-1 0,0-1 0,0 1 0,0 0 0,0 0 0,0 0 0,0 0 0,0-1 0,0 1 0,2 0 0,5 0 0,-6-1 0,0 0 0,0 0 0,0-1 0,0 1 0,0 0 0,-1-1 0,1 1 0,0-1 0,0 0 0,-1 0 0,1 0 0,0 0 0,-1 0 0,1 0 0,-1 0 0,1 0 0,-1 0 0,0-1 0,1 1 0,-1-1 0,0 1 0,0-1 0,0 1 0,0-1 0,0 0 0,-1 1 0,1-1 0,0 0 0,0-2 0,0 1 0,2-7 0,1-1 0,-2 1 0,0-1 0,0 0 0,-1 0 0,0 0 0,-1-14 0,1 21 0,-1-1 0,1 1 0,0-1 0,0 1 0,0 0 0,1 0 0,0 0 0,0 0 0,0 0 0,0 0 0,0 0 0,1 1 0,0-1 0,-1 1 0,1-1 0,1 1 0,-1 0 0,0 1 0,1-1 0,-1 0 0,9-3 0,-2 0 0,0 1 0,1 0 0,0 1 0,0 0 0,0 1 0,1 0 0,13-2 0,-13 4 0,-1 0 0,1 1 0,-1 0 0,1 1 0,-1 0 0,22 6 0,-26-5 0,-1 0 0,1 0 0,-1 1 0,0 0 0,0 0 0,0 0 0,0 1 0,-1 0 0,1 0 0,-1 0 0,0 1 0,5 6 0,-7-8 0,-1 0 0,0 0 0,0 0 0,0 1 0,0-1 0,-1 0 0,1 1 0,-1 0 0,0-1 0,0 1 0,0 0 0,-1-1 0,1 1 0,-1 0 0,0 0 0,0 0 0,0-1 0,-1 1 0,1 0 0,-1 0 0,0-1 0,0 1 0,0 0 0,0-1 0,-1 1 0,0-1 0,1 0 0,-1 1 0,-4 4 0,-4 3-410,-1-1 1,0 0-1,0 0 0,-1-1 0,0-1 1,-1 0-1,0-1 0,0 0 1,-1-1-1,1 0 0,-1-1 0,0-1 1,-1 0-1,1-1 0,-1 0 1,0-1-1,-24-1 0,39-1 276,0 1 0,-1-1 0,1 0 0,0 0 0,0 0 0,-1 0-1,1 0 1,0 0 0,-1 0 0,1 0 0,0 0 0,0 0 0,-1 0 0,1 0 0,0 0 0,0 0 0,-1 0-1,1 0 1,0 0 0,-1-1 0,1 1 0,0 0 0,0 0 0,0 0 0,-1 0 0,1 0 0,0-1 0,0 1-1,0 0 1,-1 0 0,1 0 0,0-1 0,0 1 0,0-1 0,7-5-4319,17-5-929,-23 10 5316,27-13-5111,-4 7 2253</inkml:trace>
</inkml:ink>
</file>

<file path=ppt/ink/ink1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19.971"/>
    </inkml:context>
    <inkml:brush xml:id="br0">
      <inkml:brushProperty name="width" value="0.035" units="cm"/>
      <inkml:brushProperty name="height" value="0.035" units="cm"/>
    </inkml:brush>
  </inkml:definitions>
  <inkml:trace contextRef="#ctx0" brushRef="#br0">359 27 1568,'-2'-3'841,"0"1"-1,0 0 1,0 1-1,0-1 1,0 0-1,0 1 1,-1-1 0,1 1-1,-1-1 1,-2 0-1,0 0 47,0 1-1,1 0 0,-1 0 1,0 0-1,-6 0 1,-4 1 979,-1 1 0,-24 4 0,39-5-1792,-14 5 811,1 0 0,-1 1 1,1 0-1,1 1 0,-25 16 0,24-13-392,1 1 0,0 0 0,1 0 0,0 2 0,-19 25 0,27-32-426,1-3-41,1 0-1,1 0 1,-1 0-1,0 0 1,1 1 0,0-1-1,0 1 1,0-1-1,0 1 1,0-1 0,1 1-1,0-1 1,-1 1-1,1 0 1,1-1 0,-1 1-1,0 0 1,1-1-1,0 1 1,1 4 0,3 5-1,-5-13-24,0 1 0,0-1 0,0 1 0,1-1 0,-1 1 0,0-1 0,0 1 0,1-1-1,-1 1 1,0-1 0,1 1 0,-1-1 0,0 1 0,1-1 0,-1 0 0,1 1 0,-1-1 0,1 0-1,-1 1 1,1-1 0,-1 0 0,1 0 0,-1 0 0,1 1 0,-1-1 0,1 0 0,-1 0 0,1 0 0,-1 0-1,1 0 1,1 0 0,3 1 55,1 1-1,0-2 1,0 1-1,0-1 1,0 0 0,0 0-1,0 0 1,0-1-1,0 0 1,10-3-1,7-4 81,30-12 0,-37 13-95,77-35 20,-79 35 11,0-1-1,-1-1 0,0 1 1,14-14-1,-23 19 31,11-13 265,-15 16-364,1 0 0,-1 0-1,0 0 1,0 0-1,1-1 1,-1 1 0,0 0-1,0 0 1,1 0 0,-1 0-1,0 0 1,0 0 0,0 0-1,1 0 1,-1 0 0,0 0-1,0 0 1,1 0-1,-1 0 1,0 1 0,0-1-1,1 0 1,-1 0 0,0 0-1,0 0 1,0 0 0,1 0-1,-1 1 1,0-1-1,0 0 1,0 0 0,0 0-1,1 0 1,-1 1 0,0-1-1,0 0 1,0 0 0,0 0-1,0 1 1,0-1-1,0 0 1,0 0 0,1 1-1,-1-1 1,0 0 0,0 2-6,0 0 0,0 0 0,1 0 0,-1 0 0,1-1 0,-1 1 0,1 0 0,0-1 0,-1 1 0,1 0 0,2 2 0,-2-3 3,0 1 0,0-1 0,0 1 1,0 0-1,-1-1 0,1 1 0,0 0 0,-1-1 1,1 1-1,-1 0 0,0 3 0,1-1-75,0-1 0,0 1-1,0 0 1,0-1-1,1 1 1,-1-1 0,1 1-1,0-1 1,0 0 0,0 0-1,1 0 1,2 4-1,-5-7 68,10 1-8805,8-6 3940,23-9-84,-32 10 2840,6-2-244,-1-1 1,15-11-1,-12 8 79</inkml:trace>
</inkml:ink>
</file>

<file path=ppt/ink/ink1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20.576"/>
    </inkml:context>
    <inkml:brush xml:id="br0">
      <inkml:brushProperty name="width" value="0.035" units="cm"/>
      <inkml:brushProperty name="height" value="0.035" units="cm"/>
    </inkml:brush>
  </inkml:definitions>
  <inkml:trace contextRef="#ctx0" brushRef="#br0">152 76 744,'0'-13'2200,"1"11"-1786,-1 0 0,0-1 0,0 0 0,1 1 0,-2-1 0,1 1 0,0-1 0,0 1 0,-1-1 0,0 1 0,1 0 0,-1-1 0,0 1 0,0 0 0,0-1 0,-3-2 0,-3-3 666,-4-2 5052,10 10-5972,1 0 1,-1 0-1,1 0 0,-1 0 1,0 0-1,1 0 1,-1 0-1,1 0 1,-1 0-1,1 0 0,-1 0 1,1 0-1,-1 1 1,1-1-1,-1 0 1,1 0-1,-1 1 0,1-1 1,0 0-1,-1 1 1,1-1-1,-1 0 0,1 1 1,0-1-1,-1 1 1,1-1-1,0 0 1,-1 1-1,-35 26 5034,23-17-4273,4-3-321,1 0-1,0 1 0,-9 10 0,14-15-535,1 0 0,0 0-1,0 0 1,1 0 0,-1 1-1,1-1 1,-1 0 0,1 1-1,0 0 1,1-1-1,-1 1 1,0-1 0,1 8-1,0-7-59,0 0-1,1 0 0,-1 0 0,1 1 0,0-1 1,0 0-1,1 0 0,-1 0 0,1 0 0,0-1 0,0 1 1,0 0-1,0-1 0,1 1 0,0-1 0,-1 0 1,1 0-1,0 0 0,1 0 0,-1 0 0,7 3 1,5 3-18,1-1 1,1 0 0,33 10-1,5 2 4,54 23 1,-105-42 6,-1 1 0,0-1-1,1 1 1,-1 0 0,0 0 0,0 0 0,0 0 0,5 5 0,-7-7 1,0 1 0,-1 0 0,1-1 0,-1 1 0,1 0 0,-1 0 1,1-1-1,-1 1 0,1 0 0,-1 0 0,1 0 0,-1-1 0,0 1 0,0 0 0,1 0 0,-1 0 1,0 0-1,0 0 0,0 0 0,0 0 0,0 0 0,0-1 0,0 1 0,-1 0 0,1 0 0,0 0 0,0 0 1,-1 0-1,1 0 0,0-1 0,-1 1 0,1 0 0,-1 0 0,1 0 0,-1-1 0,1 1 0,-1 0 0,0-1 1,0 2-1,-4 2 1,0-1 1,0 1-1,0-1 1,-1 0-1,1 0 1,-1-1-1,0 1 1,0-1-1,-9 2 1,-61 8 140,55-10-83,-30 1 93,48-3-267,0 1 0,0-1 0,0-1 0,0 1 0,0 0 0,1-1 1,-1 1-1,0-1 0,0 0 0,1 0 0,-1 0 0,0 0 0,1-1 0,-1 1 0,-2-3 0,4 3-97,1 0-1,-1 0 1,1-1 0,0 1-1,-1 0 1,1-1-1,0 1 1,-1 0-1,1-1 1,0 1-1,0 0 1,0-1 0,0 1-1,1 0 1,-1-1-1,0 1 1,1 0-1,-1-1 1,0 1-1,1 0 1,0 0 0,-1-1-1,1 1 1,0 0-1,-1 0 1,1 0-1,0 0 1,0 0-1,2-2 1,1-2-690,1 0 0,0 1-1,0-1 1,9-5 0,3 1-497,2 0-1,-1 1 1,25-7-1,-8 3-102,-30 10 1324,19-6-242,-1-1 1,0-1 0,0-1-1,-1-1 1,26-19 0,-42 25 711,0 1 0,0-1-1,-1 0 1,8-12 0,3-4 1148,-6 3 310,-10 18-1419,1-1 0,0 0 1,-1 0-1,1 0 0,0 1 0,0-1 1,0 0-1,1 1 0,-1-1 0,0 1 1,0-1-1,3-1 0,10-11 4383,-11 8 1016,-28 5-1801,15 2-3869,1 0 0,0 1-1,0 0 1,0 0 0,0 1-1,0 0 1,-14 7 0,-57 35 123,76-42-181,-1 1 0,1 0 0,-1-1 0,1 1 0,-5 7 0,-13 12 0,20-21 0,0 0 0,0 0 0,0 0 0,1 1 0,-1-1 0,0 0 0,1 1 0,0 0 0,-1-1 0,1 1 0,0 0 0,0-1 0,1 1 0,-1 0 0,0 4 0,1-6 0,0 1 0,0 0 0,0-1 0,0 1 0,0-1 0,0 1 0,0 0 0,1-1 0,-1 1 0,1-1 0,-1 1 0,1-1 0,-1 1 0,1-1 0,0 1 0,0-1 0,0 0 0,0 1 0,0-1 0,0 0 0,0 0 0,0 0 0,0 0 0,1 0 0,-1 0 0,0 0 0,1 0 0,1 1 0,17 7 0,-17-7 0,0 0 0,0-1 0,0 1 0,0-1 0,0 0 0,1 0 0,-1 0 0,5 0 0,58 9 0,-33-9 0,26-1 0,-24-3-170,-20 2-153,0 0 0,0-1 0,-1 0 0,1-1 0,18-7 0,-26 6-1405,0 0 0,-1 0 0,1 0 0,-1-1 1,0 0-1,7-8 0,-5 6-1229,-5 4 1671,7-9-3718,-5 4 517,2-2 473</inkml:trace>
</inkml:ink>
</file>

<file path=ppt/ink/ink1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21.308"/>
    </inkml:context>
    <inkml:brush xml:id="br0">
      <inkml:brushProperty name="width" value="0.035" units="cm"/>
      <inkml:brushProperty name="height" value="0.035" units="cm"/>
    </inkml:brush>
  </inkml:definitions>
  <inkml:trace contextRef="#ctx0" brushRef="#br0">42 179 3201,'-27'6'23448,"17"-7"-18934,5 0-2672,6-2-2108,8 2 294,81 0-28,0-4 0,156-30 0,-188 20 0,-52 13 0,0 0 0,0-1 0,-1 1 0,1-1 0,-1 0 0,1 0 0,5-6 0,-1 2 0,-9 6 0,0 1 0,0-1 0,0 0 0,0 1 0,0-1 0,0 0 0,0 0 0,0 1 0,0-1 0,0 0 0,0 0 0,-1 0 0,1 0 0,0 0 0,-1 0 0,1 0 0,-1-1 0,1 1 0,-1 0 0,1 0 0,-1 0 0,0-1 0,1 1 0,-1 0 0,0 0 0,0-1 0,0 1 0,0 0 0,0 0 0,-1-1 0,1 1 0,0 0 0,0 0 0,-1 0 0,1-1 0,-1 1 0,0-2 0,0 1 0,-1 0 0,0-1 0,1 1 0,-1 0 0,0-1 0,0 1 0,0 0 0,-1 1 0,1-1 0,0 0 0,-1 1 0,1-1 0,-1 1 0,1-1 0,-5 0 0,-1-4 0,-1 0 0,-19 3 0,27 2 0,-3 1 0,-6 12 0,10-12 0,-1 1 0,1-1 0,0 1 0,0-1 0,-1 1 0,1-1 0,0 1 0,0 0 0,0-1 0,0 1 0,0-1 0,-1 1 0,1 0 0,0-1 0,0 1 0,1-1 0,-1 1 0,0 0 0,0-1 0,0 1 0,0-1 0,0 1 0,1 0 0,-1-1 0,0 1 0,1-1 0,-1 1 0,0-1 0,1 1 0,-1-1 0,0 1 0,1-1 0,-1 0 0,1 1 0,-1-1 0,1 1 0,-1-1 0,2 1 0,7 15 0,32 20 0,-36-31 0,0 0 0,-1 1 0,1-1 0,-1 1 0,6 11 0,9 12 0,-18-27 0,0 0 0,1 0 0,-1 0 0,0 0 0,0 0 0,0 1 0,-1-1 0,1 0 0,-1 0 0,1 0 0,-1 1 0,1-1 0,-1 0 0,0 1 0,0-1 0,0 0 0,-1 1 0,1-1 0,-2 4 0,1-2 0,0 0 0,0-1 0,-1 1 0,0-1 0,0 1 0,0-1 0,0 1 0,0-1 0,-1 0 0,-4 4 0,2-1-412,-1-2 0,1 1 0,-1-1 0,0 1 0,-1-2 0,1 1 0,-1-1 1,1 0-1,-1 0 0,0-1 0,0 0 0,0 0 0,0 0 0,-1-1 0,1 0 0,0-1 0,0 0 0,-1 0 0,1 0 0,0-1 0,-1 0 0,1 0 1,0-1-1,0 0 0,-9-4 0,-18-4-8826,26 9 7443,-17-4-4188</inkml:trace>
</inkml:ink>
</file>

<file path=ppt/ink/ink1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36.804"/>
    </inkml:context>
    <inkml:brush xml:id="br0">
      <inkml:brushProperty name="width" value="0.035" units="cm"/>
      <inkml:brushProperty name="height" value="0.035" units="cm"/>
    </inkml:brush>
  </inkml:definitions>
  <inkml:trace contextRef="#ctx0" brushRef="#br0">0 1 1400,'0'0'3465,"27"4"1100,-25-3-4497,-1 0 0,1 1 0,-1-1 0,1 0 1,0 1-1,-1-1 0,0 0 0,1 1 0,-1 0 0,0-1 0,0 1 0,0 0 1,0-1-1,0 1 0,0 0 0,-1 0 0,1 0 0,-1 0 0,1 0 0,-1 0 1,0 0-1,1 0 0,-1 0 0,0 2 0,8 28 167,-8-29-231,1 0 0,0 0-1,-1 0 1,1 0 0,0-1 0,0 1 0,1 0 0,-1 0 0,4 4 0,-4-5-53,1 1 0,-1 0 1,1-1-1,-1 1 0,0 0 0,0 0 1,0 0-1,0 0 0,0 5 1,4 6-833,-5-14 777,0 1-1,1-1 1,-1 0-1,0 1 1,0-1-1,1 1 1,-1-1-1,0 0 1,0 1-1,0-1 1,0 1-1,1-1 1,-1 1-1,0-1 1,0 1-1,0-1 1,0 1-1,0-1 1,0 1-1,0-1 1,0 1-1,0-1 1,-1 1-1,1-1 1,0 1-1,0-1 1,0 0-1,0 1 1,-1-1-1,1 1 1,0-1-1,-1 1 1,1-1 0,0 0-1,-1 1 1,1-1-1,0 0 1,-1 1-1,1-1 1,0 0-1,-1 0 1,1 1-1,-1-1 1,0 0-1,-7 6-2599</inkml:trace>
</inkml:ink>
</file>

<file path=ppt/ink/ink1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37.871"/>
    </inkml:context>
    <inkml:brush xml:id="br0">
      <inkml:brushProperty name="width" value="0.035" units="cm"/>
      <inkml:brushProperty name="height" value="0.035" units="cm"/>
    </inkml:brush>
  </inkml:definitions>
  <inkml:trace contextRef="#ctx0" brushRef="#br0">201 6 2385,'-4'0'1174,"4"0"-1036,0 0 1,-1 1 0,1-1 0,-1 0-1,1 0 1,0 0 0,-1 0 0,1 0-1,-1 0 1,1 0 0,-1 0 0,1 0-1,0 0 1,-1 0 0,1 0 0,-1 0-1,1 0 1,0-1 0,-1 1 0,1 0 0,0 0-1,-1 0 1,1-1 0,0 1 0,-1 0-1,1 0 1,0-1 0,-1 1 0,0-3 3904,-16 14-3120,8-7-662,0 1 0,1 0 0,-1 0 0,1 1 0,0 0 0,-8 9 0,3-4 64,0 1-65,0 0-1,1 0 1,1 1 0,0 1 0,-16 23-1,27-35-247,0-1 0,0 0-1,0 0 1,0 0 0,0 0-1,0 0 1,0 0 0,0 0-1,1 0 1,-1 0 0,0 0-1,1 0 1,-1 1 0,0-1-1,1-1 1,0 1-1,-1 0 1,1 0 0,-1 0-1,1 0 1,0 0 0,0 0-1,-1-1 1,1 1 0,0 0-1,0-1 1,0 1 0,0 0-1,2 0 1,29 17 263,-12-9-105,-11-5-111,-1-1 0,1 1-1,14 2 1,51 11 213,102 38 0,-174-54-269,50 22 69,-49-22-61,1 1 0,-1 0 1,0 1-1,1-1 0,-1 1 1,0-1-1,0 1 0,-1 0 1,1 0-1,-1 0 0,3 4 1,-5-6-5,1 0-1,-1-1 1,1 1 0,-1 0-1,0 0 1,0-1 0,1 1-1,-1 0 1,0 0 0,0 0-1,0 0 1,0-1 0,0 1-1,0 0 1,0 0 0,0 0-1,0-1 1,-1 1 0,1 0-1,0 0 1,0 0 0,-1-1-1,1 1 1,-1 1 0,0-1 4,0 0 0,-1 1 0,1-1 0,0 0 0,-1 1 0,1-1 0,-1 0 0,1 0 0,-1 0 0,-2 1 0,-5 1 23,0 0 0,0 0 0,-13 1 0,16-3-21,0 1-4,0-1 0,0 0 1,-1 0-1,1 0 0,-1-1 0,1 0 0,0 0 0,-1-1 0,1 0 0,-1 0 0,1 0 0,0-1 0,0 0 0,0 0 1,-10-5-1,15 6-9,0 0 0,0 1 1,0-1-1,0 0 0,0 0 1,0 0-1,0 1 0,0-1 1,1 0-1,-1 0 0,0 0 1,1 0-1,-1-1 1,1 1-1,-1 0 0,1 0 1,-1 0-1,1 0 0,0-1 1,0 1-1,-1 0 0,1 0 1,0-1-1,0 0 0,1-1-1,-1 1 0,1 0 0,-1-1 0,1 1 0,0 0 0,0 0 0,0 0 0,0 0-1,0 0 1,1 0 0,-1 0 0,0 0 0,3-2 0,10-8-7,0 0 0,0 1 0,1 1 1,0 0-1,1 1 0,0 1 0,0 1 0,21-7 0,11-6 30,-30 12-5,33-10 0,58-5 107,-105 22-80,0 0 0,-1 1-1,1 0 1,0-1 0,-1 1-1,1 1 1,0-1-1,-1 1 1,1-1 0,0 1-1,-1 0 1,6 2 0,-1 0 217,-7-3-116,1 1 0,-1 0 0,0 0 0,1 0 0,-1 0 0,0 0 1,1 0-1,-1 0 0,0 0 0,0 0 0,0 1 0,0-1 1,0 0-1,0 1 0,0-1 0,-1 1 0,1-1 0,0 1 1,-1-1-1,0 1 0,1 0 0,-1-1 0,1 3 0,1 45 3491,-2-37-3069,0-8-411,0-1-1,1 0 1,0 1-1,-1-1 0,1 0 1,1 1-1,1 3 1,-2-4-51,1 1 0,-1-1 1,0 1-1,0-1 0,0 0 1,0 1-1,-1 5 0,1-5-50,0 0 0,-1 0 0,1 0 0,1 0 0,-1 0 0,0-1 0,1 1 0,0 0-1,0-1 1,4 6 0,2 5 28,7 0 393,-8-11-1146,-11-12-6554,-1 2 4448,1 0 0,-5-14 0,5 12 382,0 0 1,0 1-1,-12-17 1,1 10-456</inkml:trace>
</inkml:ink>
</file>

<file path=ppt/ink/ink1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38.024"/>
    </inkml:context>
    <inkml:brush xml:id="br0">
      <inkml:brushProperty name="width" value="0.035" units="cm"/>
      <inkml:brushProperty name="height" value="0.035" units="cm"/>
    </inkml:brush>
  </inkml:definitions>
  <inkml:trace contextRef="#ctx0" brushRef="#br0">0 40 448,'8'-25'9143,"-4"21"-7608,-4 4-1470,0-1 1,1 1-1,-1 0 0,0 0 0,1-1 1,-1 1-1,0 0 0,1 0 0,-1-1 1,0 1-1,0 0 0,0-1 0,1 1 1,-1 0-1,0-1 0,0 1 0,0 0 1,0-1-1,1 1 0,-1 0 0,0-1 1,0 1-1,0-1 0,4-1-226,5 6-370,2 3-1838,-3 0-3305,-7-1 2781</inkml:trace>
</inkml:ink>
</file>

<file path=ppt/ink/ink1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38.801"/>
    </inkml:context>
    <inkml:brush xml:id="br0">
      <inkml:brushProperty name="width" value="0.035" units="cm"/>
      <inkml:brushProperty name="height" value="0.035" units="cm"/>
    </inkml:brush>
  </inkml:definitions>
  <inkml:trace contextRef="#ctx0" brushRef="#br0">0 10 2024,'21'3'11898,"-20"-3"-11624,-1 0 0,1 0 0,0 1 1,-1-1-1,1 0 0,-1 0 0,1 1 1,-1-1-1,1 0 0,0 1 0,-1-1 1,1 0-1,-1 1 0,0-1 0,1 1 1,-1-1-1,1 1 0,-1-1 0,0 1 1,1-1-1,-1 1 0,0-1 0,1 1 1,-1-1-1,0 1 0,0-1 0,1 2 1,14 10 5667,-13-9-5619,1 0 1,-1 0-1,1-1 0,0 1 0,-1-1 0,1 0 1,1 1-1,-1-1 0,6 2 0,-4-1-38,-1-1-1,1 1 1,-1 0-1,0 0 1,0 0-1,4 5 1,10 13-285,23 22 0,-24-17 0,-5-9 0,-11-14 0,0-1 0,0 0 0,0 0 0,1 0 0,-1 0 0,1 0 0,0 0 0,-1 0 0,1-1 0,0 1 0,2 1 0,-2 0 0,-2-7 0,0 1 0,0-8 0,0 0 0,-1 0 0,0 0 0,-4-20 0,2 7 0,3 22 0,1 1 0,-1-1 0,0 1 0,0-1 0,-1 0 0,1 1 0,0-1 0,0 0 0,-1 1 0,1-1 0,-1 1 0,1-1 0,-1 1 0,0-1 0,0 1 0,-1-3 0,1 3 0,0 0 0,0 0 0,1 0 0,-1 0 0,0-1 0,1 1 0,-1 0 0,1 0 0,-1-1 0,1 1 0,0 0 0,0-1 0,-1 1 0,1 0 0,0 0 0,0-1 0,0 1 0,0-1 0,1 1 0,-1 0 0,0 0 0,0-1 0,1 1 0,-1 0 0,1-1 0,-1 1 0,1 0 0,0 0 0,-1 0 0,1 0 0,0 0 0,0 0 0,0 0 0,0 0 0,0 0 0,1-1 0,0 0 0,-1-9 0,1 7 0,5 4 0,-6 0 0,0 0 0,0 1 0,0-1 0,1 0 0,-1 1 0,0-1 0,0 1 0,0-1 0,0 1 0,0 0 0,1-1 0,-1 1 0,-1 0 0,3 2 0,4 1 0,-1 0 0,0 0 0,0 0 0,-1 1 0,1 0 0,8 11 0,-12-14 0,0 1 0,0-1 0,0 1 0,0 0 0,-1 0 0,1 0 0,0 4 0,-1-7 0,-1 1 0,1 0 0,-1-1 0,1 1 0,-1-1 0,1 1 0,-1 0 0,1-1 0,-1 1 0,1-1 0,0 0 0,-1 1 0,1-1 0,0 0 0,-1 1 0,1-1 0,0 0 0,0 0 0,-1 1 0,1-1 0,0 0 0,0 0 0,-1 0 0,1 0 0,0 0 0,0 0 0,0 0 0,-1 0 0,1-1 0,0 1 0,0 0 0,-1 0 0,1-1 0,0 1 0,-1 0 0,1-1 0,0 1 0,0-1 0,9-6 0,-9 7 0,0 0 0,0-1 0,0 1 0,-1-1 0,1 1 0,0-1 0,0 1 0,0-1 0,-1 0 0,1 1 0,0-1 0,-1 0 0,1 0 0,0-1 0,2-1 0,-1 0 0,0 0 0,1 0 0,0 1 0,0-1 0,0 0 0,4-2 0,-4 3 0,1-1 0,-1 1 0,0-1 0,0 0 0,0 0 0,0 0 0,2-5 0,9-4 0,-12 11 0,-1 1 0,1-1 0,-1 0 0,0 0 0,1 0 0,-1 0 0,0 0 0,0-1 0,0 1 0,0 0 0,0 0 0,0-1 0,0 1 0,1-3 0,-2 4 0,0-1 0,0 1 0,1-1 0,-1 0 0,0 1 0,1-1 0,-1 1 0,1-1 0,-1 1 0,1 0 0,-1-1 0,1 1 0,-1-1 0,1 1 0,-1 0 0,1-1 0,-1 1 0,1 0 0,0 0 0,-1-1 0,1 1 0,-1 0 0,1 0 0,0 0 0,-1 0 0,1 0 0,0 0 0,-1 0 0,1 0 0,0 0 0,-1 0 0,1 0 0,0 0 0,-1 0 0,1 1 0,-1-1 0,1 0 0,0 1 0,27 6 0,-12 1 0,0 0 0,15 12 0,-19-13 0,5 4 0,33 14 0,-35-18 0,-13-6 0,0 1 0,0-1 0,1 0 0,-1 0 0,0-1 0,0 1 0,1 0 0,-1-1 0,5 1 0,5 0 0,-11 0 0,-1-1 0,1 0 0,0 0 0,0 0 0,0 0 0,0 1 0,0-1 0,0-1 0,0 1 0,-1 0 0,1 0 0,0 0 0,0 0 0,0-1 0,1 1 0,6-2 0,-7 2 0,-1 0 0,1 0 0,-1 0 0,0 0 0,1 0 0,-1 0 0,1 0 0,-1 0 0,1 0 0,-1 0 0,0 0 0,1-1 0,-1 1 0,1 0 0,-1 0 0,0-1 0,1 1 0,-1 0 0,0 0 0,1-1 0,-1 1 0,0 0 0,1-1 0,13-12 0,-12 12 0,0-1 0,0 1 0,0-1 0,0 0 0,0 0 0,-1 1 0,1-1 0,0 0 0,0-3 0,0 2 0,-1-1 0,0 1 0,0-1 0,0 1 0,0-1 0,0 1 0,-1-1 0,0 0 0,0 1 0,0-8 0,-1-5 0,1 16 0,0 0 0,0 0 0,0-1 0,1 1 0,-1 0 0,0 0 0,0 0 0,0-1 0,0 1 0,0 0 0,0 0 0,0 0 0,0-1 0,0 1 0,0 0 0,1 0 0,-1 0 0,0 0 0,0-1 0,0 1 0,0 0 0,1 0 0,-1 0 0,0 0 0,0 0 0,0 0 0,0 0 0,1-1 0,-1 1 0,0 0 0,0 0 0,0 0 0,1 0 0,-1 0 0,0 0 0,0 0 0,0 0 0,1 0 0,-1 0 0,0 0 0,0 0 0,1 0 0,-1 0 0,0 0 0,0 1 0,0-1 0,0 0 0,1 0 0,-1 0 0,0 0 0,0 0 0,0 0 0,1 0 0,-1 1 0,8 7 0,-8-7 0,1 0 0,-1 0 0,0 0 0,0 0 0,1 0 0,-1 0 0,1 0 0,-1 0 0,1 0 0,-1 0 0,1 0 0,0 0 0,-1-1 0,1 1 0,1 1 0,-2-2 0,1 1 0,0 0 0,0 0 0,-1-1 0,1 1 0,-1 0 0,1 0 0,-1 0 0,1 0 0,-1 0 0,1 0 0,-1 0 0,0 0 0,1 0 0,-1 1 0,0-1 0,0 1 0,1-1 0,-1 1 0,0-1 0,1 0 0,-1 1 0,1-1 0,0 0 0,-1 1 0,1-1 0,0 0 0,0 0 0,1 2 0,-1-2 0,-1 0 0,1 0 0,0 0 0,0 0 0,-1 0 0,1 0 0,-1 1 0,1-1 0,-1 0 0,1 0 0,-1 1 0,1 2 0,1 2-921,2 10-3062,-4-16 3901,0 0 0,0 1 0,0-1 0,0 1 0,-1-1 0,1 0 0,0 0 0,0 1 0,-1-1 0,1 0 0,0 1 0,-1-1 0,1 0 0,0 0 0,-1 0 0,1 1 0,0-1 0,-1 0 0,1 0 0,-1 0 0,1 0-1,0 0 1,-1 1 0,1-1 0,0 0 0,-1 0 0,1 0 0,-1 0 0,1 0 0,0 0 0,-1-1 0,1 1 0,-1 0 0,1 0 0,0 0 0,-1 0 0,1 0 0,0 0 0,-1-1 0,1 1 0,0 0 0,-1 0 0,0-1 1,-13-5-6728,10 4 5207,0 0 0,0 0-1,1 0 1,-1-1 0,-5-5-1,1 2-2324</inkml:trace>
</inkml:ink>
</file>

<file path=ppt/ink/ink1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38.968"/>
    </inkml:context>
    <inkml:brush xml:id="br0">
      <inkml:brushProperty name="width" value="0.035" units="cm"/>
      <inkml:brushProperty name="height" value="0.035" units="cm"/>
    </inkml:brush>
  </inkml:definitions>
  <inkml:trace contextRef="#ctx0" brushRef="#br0">1 149 2120,'1'-20'2250,"1"0"-1,1 0 1,6-23-1,1 11-314,-10 31-1902,0 0 0,0 1 0,1-1 0,-1 0 0,0 1 0,1-1-1,-1 0 1,1 1 0,-1-1 0,0 0 0,1 1 0,0-1 0,-1 1-1,1-1 1,-1 1 0,1 0 0,0-1 0,-1 1 0,1-1 0,-1 1-1,1 0 1,0 0 0,0-1 0,-1 1 0,1 0 0,0 0 0,0 0-1,-1 0 1,1 0 0,0 0 0,0 0 0,-1 0 0,1 0 0,1 0 0,1 0-19,-1 0 0,1 1 0,0-1 0,0 1 0,-1-1 0,1 1 0,0 0 0,4 2 0,-4-2-168,0 1 0,0 0 0,0 0 1,0 0-1,-1 1 0,1-1 0,0 0 0,-1 1 1,0 0-1,0 0 0,0 0 0,0 0 1,2 3-1,-3-2-1032,0 0 1,0 0 0,0 0-1,-1 0 1,1 1 0,-1 6-1,0-1-2077</inkml:trace>
</inkml:ink>
</file>

<file path=ppt/ink/ink1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39.868"/>
    </inkml:context>
    <inkml:brush xml:id="br0">
      <inkml:brushProperty name="width" value="0.035" units="cm"/>
      <inkml:brushProperty name="height" value="0.035" units="cm"/>
    </inkml:brush>
  </inkml:definitions>
  <inkml:trace contextRef="#ctx0" brushRef="#br0">1 0 3385,'8'6'10726,"-8"3"-8197,1 1 1,0-1-1,4 14 0,12 28 2272,-3-21-3437,22 37-1,-32-60-1255,0 1 0,-1 0 0,4 13 0,-4-13-57,0 1 1,0-1-1,7 12 1,-3-8-26,-1 1 1,1 1 0,-2-1-1,0 1 1,-1 0 0,3 16-1,-4-23-19,-1 0 0,1 0 0,0 0 0,1 0 0,0 0 1,8 10-1,6 13 14,-15-26-81,0 0 0,-1 0 1,1 0-1,1 0 0,-1 0 0,0-1 0,1 0 1,0 1-1,0-2 0,0 1 0,0 0 0,0-1 1,1 1-1,-1-1 0,1 0 0,-1-1 0,1 1 1,0-1-1,0 0 0,0 0 0,-1-1 0,1 1 1,0-1-1,7 0 0,5-1-721,0 0 0,0-1 0,0-1 0,-1-1 0,0 0 0,27-10 1,-33 9 287,0 1 1,0-1-1,0-1 1,0 0-1,-1 0 1,0-1-1,0 0 1,-1-1 0,1 1-1,-2-2 1,8-9-1,-8 7 395,-1-1-1,0 0 0,-1 0 0,-1-1 1,0 1-1,3-16 0,4-13 852,-9 6 1749,-2 23-471,0 12-1932,-1-1 0,1 1 1,-1-1-1,1 1 0,0 0 1,-1-1-1,1 1 0,-1-1 1,1 1-1,-1 0 0,1-1 1,-1 1-1,1 0 1,-1-1-1,1 1 0,-1 0 1,0 0-1,1 0 0,-1 0 1,1 0-1,-1-1 0,0 1 1,1 0-1,-1 0 0,1 0 1,-1 1-1,0-1 0,1 0 1,-1 0-1,1 0 1,-1 0-1,0 1 0,-24 4 1248,7 5-1110,0 1 0,2 0 1,-1 1-1,1 0 0,1 2 1,-25 27-1,22-5-230,16-33-8,1-1-1,0 0 1,0 1 0,0-1 0,0 1 0,0-1-1,1 1 1,-1-1 0,1 1 0,-1 0-1,1-1 1,0 1 0,0 0 0,1 3-1,-1 5 1,0-11 3,0 1-1,0-1 1,0 0 0,0 1 0,1-1-1,-1 1 1,0-1 0,0 0 0,0 1-1,0-1 1,1 0 0,-1 1 0,0-1-1,0 0 1,1 1 0,-1-1 0,0 0-1,0 1 1,1-1 0,-1 0-1,0 0 1,1 1 0,-1-1 0,0 0-1,1 0 1,-1 0 0,1 0 0,-1 1-1,18 1 83,25-8 75,-35 5-139,3-2 10,1 0 0,0-1-1,18-9 1,-13 5-9,7-7 33,-21 12-49,0 1 0,0 0 1,0 0-1,0 0 0,0 1 1,0-1-1,4-1 0,-6 3-14,1 0 0,0-1 0,-1 1-1,1 0 1,-1 0 0,1 0-1,0 0 1,-1 0 0,1 1 0,-1-1-1,1 0 1,-1 1 0,1 0-1,-1-1 1,1 1 0,-1 0 0,1-1-1,-1 1 1,0 0 0,1 0 0,-1 0-1,0 0 1,0 0 0,0 0-1,0 1 1,0-1 0,0 0 0,0 1-1,1 2 1,-1-3 17,1 1-22,1 1 1,-1-1 0,1 0-1,-1 0 1,1 0 0,0 0 0,0 0-1,5 2 1,11 6-1077,-19-10 847,1 0 0,-1 0 0,1 0 0,0 0 0,-1-1-1,1 1 1,-1 0 0,1 0 0,-1 0 0,1 0 0,-1-1 0,1 1 0,-1 0 0,1 0 0,-1-1 0,1 1-1,-1 0 1,1-1 0,-1 1 0,1-1 0,-1 1 0,0 0 0,1-1 0,-1 1 0,0-1 0,1 1 0,-1-1-1,0 1 1,0-1 0,1 0 0,-1 1 0,0-1 0,0 1 0,0-1 0,0 1 0,0-1 0,0 0 0,0 0-1,3-5-1325,5-15-2187,-5-5 1865,3 2 1495,-5 19 498,0 0-1,0 0 1,1 0-1,-1 0 1,3-4-1,1-2 386,-4 9-312,-1 0 0,1 0 1,0 1-1,0-1 0,0 1 1,0-1-1,0 1 0,0-1 1,0 1-1,0-1 0,0 1 1,1 0-1,-1 0 0,1-1 1,1 0-1,0 1 182,-1 0 1,0 0-1,1 0 1,-1 0-1,1 0 1,-1 1 0,1-1-1,0 1 1,-1 0-1,1 0 1,-1 0-1,1 0 1,0 0-1,4 1 1,39 14 2976,-26-8-1922,-3-1-835,0 1 0,0 0 1,-1 2-1,0 0 0,-1 1 0,0 0 1,23 22-1,-19-11-421,3 3 29,-22-24-181,0 0 0,0 0-1,0 1 1,0-1-1,1 0 1,-1 0 0,0 0-1,0 0 1,0 0 0,0 0-1,0 1 1,0-1-1,0 0 1,0 0 0,0 0-1,0 0 1,0 0-1,0 1 1,0-1 0,0 0-1,0 0 1,0 0-1,0 0 1,0 1 0,0-1-1,0 0 1,0 0 0,0 0-1,0 0 1,0 1-1,0-1 1,0 0 0,0 0-1,0 0 1,0 0-1,0 0 1,0 1 0,-1-1-1,1 0 1,0 0-1,0 0 1,0 0 0,0 0-1,0 0 1,0 0 0,-1 0-1,1 0 1,0 1-1,0-1 1,0 0 0,0 0-1,-1 0 1,1 0-1,0 0 1,0 0 0,0 0-1,0 0 1,0 0-1,-1 0 1,1 0 0,0 0-1,0 0 1,0 0 0,0 0-1,-1 0 1,1 0-1,0-1 1,0 1 0,0 0-1,-12-1 387,12 0-365,0 0-1,-1-1 1,1 1 0,-1 0-1,1 0 1,-1-1-1,0 1 1,0 0-1,1 0 1,-1 0 0,0 0-1,-1-1 1,0 0-21,1 1 0,-1-1 1,1 0-1,0 1 0,-1-1 1,1 0-1,0 0 0,0 0 0,1 0 1,-1 0-1,0 0 0,1 0 1,-1 0-1,0-3 0,1 3-24,0-26-717,4-32 0,-2 50-871,0 0 1,0 0-1,6-16 1,-6 23 721,-1 0 0,0 0 0,0 0 0,0 0 0,-1 0 0,1 0 0,-1 0 0,0-4 0,0 6 373,1 0 0,-1 0 0,0-1 0,0 1 0,0 0 0,0 0-1,1 0 1,-1 0 0,1 0 0,-1 0 0,1 0 0,-1 0 0,1 1 0,-1-1 0,1 0-1,0 0 1,-1 0 0,1 0 0,1 0 0,5 0-3410</inkml:trace>
</inkml:ink>
</file>

<file path=ppt/ink/ink1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40.518"/>
    </inkml:context>
    <inkml:brush xml:id="br0">
      <inkml:brushProperty name="width" value="0.035" units="cm"/>
      <inkml:brushProperty name="height" value="0.035" units="cm"/>
    </inkml:brush>
  </inkml:definitions>
  <inkml:trace contextRef="#ctx0" brushRef="#br0">51 168 3049,'-5'-6'2530,"0"-1"0,1 1 1,0-1-1,0 0 0,0 0 1,-3-12-1,5 10-562,-1 0 0,2 0 0,-1 0 0,2 0 1,-1-12-1,-7-10-1771,8 19-197,41 40 0,-30-18 0,-1 0 0,0 1 0,-1 0 0,-1 1 0,0 0 0,0 0 0,-1 1 0,6 15 0,3 3 0,-14-26 0,0 0 0,0 0 0,0 0 0,-1 1 0,0-1 0,1 8 0,4 17 0,4 14 0,-8-34 0,0-1 0,0 1 0,1-1 0,0 0 0,0 0 0,7 12 0,-5-12-1030,1 1 1,1-1-1,14 16 1,-18-22 677,-1-1 1,1 1-1,0-1 1,0 0 0,0 0-1,0 0 1,1-1-1,-1 1 1,0-1-1,1 0 1,-1 0-1,1 0 1,-1 0 0,1 0-1,0-1 1,4 0-1,5 1-1966,-1-1 0,1-1 0,0 0-1,-1-1 1,0-1 0,24-6 0,-4-2-1865</inkml:trace>
</inkml:ink>
</file>

<file path=ppt/ink/ink1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40.955"/>
    </inkml:context>
    <inkml:brush xml:id="br0">
      <inkml:brushProperty name="width" value="0.035" units="cm"/>
      <inkml:brushProperty name="height" value="0.035" units="cm"/>
    </inkml:brush>
  </inkml:definitions>
  <inkml:trace contextRef="#ctx0" brushRef="#br0">202 22 1264,'0'-5'3519,"1"4"-3272,-1 1-1,0-1 1,0 1 0,0-1 0,0 1-1,0-1 1,1 1 0,-1-1 0,0 1-1,0 0 1,0-1 0,0 1 0,0-1-1,-1 1 1,1-1 0,0 1 0,0-1-1,0 1 1,0-1 0,0 1-1,-1-1 1,1 1 0,0 0 0,0-1-1,-1 1 1,1 0 0,0-1 0,-1 1-1,1-1 1,0 1 0,-1 0 0,1 0-1,0-1 1,-1 1 0,1 0 0,-1 0-1,1-1 1,-1 1 0,0 0-1,0 0 1395,-15 1 4401,-5 15-4304,0 2 0,1 0-1,0 1 1,2 1-1,-24 32 1,40-49-1732,-2 2-6,-1 1 0,1 0 0,0-1 0,1 2 0,-1-1 0,1 0 0,-3 10 0,6-15 0,0-1 0,0 1 0,1-1 0,-1 1 0,0-1 0,0 1 0,1-1 0,-1 1 0,0-1 0,0 0 0,1 1 0,-1-1 0,1 0 0,-1 1 0,0-1 0,1 0 0,-1 1 0,1-1 0,-1 0 0,1 0 0,-1 1 0,0-1 0,1 0 0,-1 0 0,1 0 0,-1 0 0,2 0 0,23 3 0,21-5 0,-10-4 0,51-16 0,9-2 0,-21 7 0,-46 9 0,34-4 0,-33 5 0,-25 5 0,1 0 0,-1 1 0,1 0 0,11-1 0,-13 2 0,0-1 0,-1 1 0,1-1 0,0 0 0,0 0 0,-1-1 0,1 1 0,-1-1 0,1 1 0,-1-1 0,0 0 0,0-1 0,4-2 0,15-10 0,-15 10 0,-6 5 0,-1 0 0,0 0 0,0-1 0,1 1 0,-1 0 0,0 0 0,1 0 0,-1 0 0,0 0 0,0 0 0,1 0 0,-1 0 0,0 0 0,1 0 0,-1 0 0,0 0 0,1 0 0,-1 0 0,0 0 0,1 0 0,-1 0 0,0 0 0,0 0 0,1 1 0,-1-1 0,0 0 0,1 0 0,-1 0 0,0 0 0,0 1 0,0-1 0,1 0 0,-1 0 0,0 1 0,0-1 0,0 0 0,1 0 0,-1 1 0,0-1 0,12 16 0,-8-10 0,29 38 0,-31-42 0,0 0 0,-1 0 0,1 0 0,-1 0 0,1 1 0,-1-1 0,0 0 0,0 0 0,0 1 0,0 2 0,8 14 0,-7 2-1347,-2-32-9494,-1 4 7810,3-17-7702,5 9 5790</inkml:trace>
</inkml:ink>
</file>

<file path=ppt/ink/ink1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41.120"/>
    </inkml:context>
    <inkml:brush xml:id="br0">
      <inkml:brushProperty name="width" value="0.035" units="cm"/>
      <inkml:brushProperty name="height" value="0.035" units="cm"/>
    </inkml:brush>
  </inkml:definitions>
  <inkml:trace contextRef="#ctx0" brushRef="#br0">0 0 1536,'8'6'8063,"-8"10"-6576,0-7-1397,0 0 0,0 0 0,2 11 0,-2-18-443,1 0 1,0 0-1,-1 1 1,1-1-1,0 0 1,0 0-1,0 0 1,0 0-1,0 0 1,1 0-1,-1 0 1,1 0-1,-1-1 1,1 1 0,-1 0-1,1-1 1,3 2-1,3 2-2452</inkml:trace>
</inkml:ink>
</file>

<file path=ppt/ink/ink1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41.838"/>
    </inkml:context>
    <inkml:brush xml:id="br0">
      <inkml:brushProperty name="width" value="0.035" units="cm"/>
      <inkml:brushProperty name="height" value="0.035" units="cm"/>
    </inkml:brush>
  </inkml:definitions>
  <inkml:trace contextRef="#ctx0" brushRef="#br0">17 410 1768,'19'0'2817,"3"0"265,35 3 1,-51-2-2648,-1 0 0,1 0 1,-1 1-1,0-1 1,0 1-1,1 0 0,-1 0 1,0 1-1,-1 0 0,1-1 1,8 8-1,1 1 802,-13-10-1076,1 0-1,0 0 0,-1 1 0,1-1 1,0 0-1,-1 1 0,0-1 0,1 1 0,-1 0 1,0-1-1,0 1 0,0 0 0,0 0 1,1 2-1,5 7 633,-7-10-715,1 0 1,0 0-1,0 0 1,0 0 0,-1 1-1,1-1 1,-1 0-1,1 0 1,-1 0-1,1 1 1,-1-1-1,0 0 1,1 1-1,-1 1 1,0-1-20,0-1-1,0 1 1,1-1 0,-1 1-1,1-1 1,-1 0 0,1 1-1,-1-1 1,1 1 0,0-1-1,-1 0 1,1 0 0,1 2 0,-1-2-24,0 0 0,0 1 0,0-1 0,0 0 0,-1 1 0,1-1 0,0 0 0,-1 1 0,0-1 0,1 1 0,-1-1 0,0 1 0,1 1 0,-1-1-11,0 1 0,1-1 0,-1 0 0,1 1 0,-1-1 0,1 0 0,0 0 0,0 0 0,0 0 0,1 3 0,-1-3-19,1 0 1,-1 0-1,-1 0 0,1 0 0,0 0 1,0 0-1,-1 0 0,1 1 0,-1-1 0,1 2 1,-1-3-4,0 0 0,0-1 0,0 1 0,0-1 0,0 1 0,0 0 0,1-1 0,-1 1 1,0-1-1,0 1 0,1-1 0,-1 1 0,0-1 0,1 1 0,-1-1 0,1 1 0,-1-1 0,0 0 1,1 1-1,-1-1 0,1 0 0,-1 1 0,1-1 0,-1 0 0,1 1 0,0-1 0,-1 0 0,1 0 1,-1 0-1,1 0 0,0 1 0,-1-1 0,1 0 0,-1 0 0,1 0 0,0 0 0,0-1 0,25-2 108,-25 3-110,7-2 13,-1-1-1,1-1 1,-1 1 0,10-7 0,10-5 7,-14 8-11,-1-1 0,1-1 0,17-17 0,-16 14 7,6-7 269,2-3 997,-21 21-865,-1-1-1,1 0 1,-1 0-1,0 0 1,0 0 0,0 1-1,0-1 1,0 0-1,0 0 1,0 0 0,0 0-1,-2-2 1,-10-2 271,8 5-494,0-1 0,0 0 0,0 0 0,0 0 0,1-1-1,-1 1 1,-4-5 0,6 6-194,1 0 0,-1 0 0,1 0 0,-1 0 0,0 0 0,1 0 0,-1 1 0,0-1 0,0 0 0,1 1 0,-1 0 0,0-1 0,0 1 0,-2 0 0,-34-1 0,27 1 0,-7 2 0,1 1 0,-1 0 0,-24 8 0,29-8 0,-17 7 0,-36 15 0,52-19 0,-10 5 0,1 1 0,1 1 0,-25 20 0,42-29 0,0 0 0,1 1 0,-1 0 0,1 0 0,0 0 0,1 0 0,-1 1 0,1 0 0,0-1 0,0 1 0,1 0 0,0 1 0,0-1 0,-1 7 0,3-11 0,1 1 0,-1-1 0,1 1 0,-1-1 0,1 0 0,0 1 0,0-1 0,0 0 0,0 0 0,1 1 0,-1-1 0,1 0 0,-1 0 0,1-1 0,-1 1 0,1 0 0,0 0 0,0-1 0,0 1 0,0-1 0,0 0 0,0 1 0,1-1 0,-1 0 0,4 1 0,2 1 0,-1-1 0,1 1 0,0-2 0,0 1 0,0-1 0,15 1 0,8-3 0,0-2 0,0 0 0,0-2 0,0-2 0,-1 0 0,0-2 0,0-2 0,-1 0 0,39-22 0,-54 26 0,-1-1 0,0 0 0,20-16 0,-29 21 0,0-1 0,0 0 0,-1 0 0,1-1 0,-1 1 0,0-1 0,0 0 0,0 1 0,-1-1 0,1-1 0,-1 1 0,-1 0 0,3-10 0,0-11 0,-2-1 0,0 1 0,-2-1 0,-1 1 0,-1 0 0,-1-1 0,-1 1 0,-2 0 0,0 1 0,-19-47 0,20 60 0,1 0 0,-3-20 0,5 22 0,0 0 0,-1 1 0,0-1 0,-6-11 0,7 17 0,0 0 0,-1 0 0,1 0 0,-1 0 0,0 1 0,-6-6 0,15 25 0,-6-13 0,1 0 0,0 0 0,0 0 0,0 0 0,0 0 0,0 0 0,3 2 0,7 13 0,-1-1 0,-1 1 0,0 1 0,-1-1 0,9 32 0,-6-16 0,3 7 0,2 0 0,2-2 0,26 44 0,-13-25-1914,-23-40 125,21 31 0,-3-7-3295,8 11-5199,-20-37 5975,-5 0-115</inkml:trace>
</inkml:ink>
</file>

<file path=ppt/ink/ink1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42.673"/>
    </inkml:context>
    <inkml:brush xml:id="br0">
      <inkml:brushProperty name="width" value="0.035" units="cm"/>
      <inkml:brushProperty name="height" value="0.035" units="cm"/>
    </inkml:brush>
  </inkml:definitions>
  <inkml:trace contextRef="#ctx0" brushRef="#br0">1 100 176,'2'-1'1037,"0"-1"1,0 0-1,-1 1 0,1-1 0,0 0 1,-1 0-1,1 0 0,-1 0 0,2-3 1,11-11 5542,-3-5 463,-7 16-5057,-2 3-1589,-1 0 1,1 0-1,0 0 1,-1 0-1,1 0 1,0 0-1,0 0 1,1 1-1,-1-1 1,0 1-1,0-1 1,1 1-1,-1 0 1,1 0-1,3-1 1,-6 2-390,1 0 1,0 0 0,-1 0 0,1 0-1,-1 0 1,1-1 0,0 1 0,-1 0-1,1 0 1,-1-1 0,1 1-1,-1 0 1,1-1 0,-1 1 0,1 0-1,-1-1 1,1 1 0,-1-1 0,1 1-1,-1-1 1,1 1 0,-1-1 0,13-2 39,-6 4-48,-5 1 0,0 0 0,0 0 0,0 0 0,-1 0 0,1 0 0,-1 0 0,1 0 0,-1 0 0,0 1 0,1-1 0,-1 0 0,0 1 0,-1-1 0,2 5 0,1 3 0,8 33 0,-6-30 0,-3-8 0,0-1 0,0 1 0,-1 0 0,0-1 0,0 1 0,1 5 0,-2-6 0,0-1 0,1 0 0,-1 1 0,1-1 0,0 0 0,0 1 0,2 4 0,-1-4 0,-1 0 0,1 0 0,-1 0 0,0 1 0,0-1 0,0 0 0,-1 8 0,0-11 0,0 1 0,9 1 0,-9-3 0,0 0 0,1 0 0,-1 0 0,1 0 0,-1 0 0,0 0 0,1 0 0,-1 0 0,0-1 0,1 1 0,-1 0 0,1 0 0,-1 0 0,0 0 0,1 0 0,-1-1 0,0 1 0,0 0 0,1 0 0,-1-1 0,0 1 0,1 0 0,-1 0 0,0-1 0,0 1 0,0 0 0,1-1 0,-1 1 0,0 0 0,0-1 0,0 1 0,0 0 0,0-1 0,0 1 0,1-1 0,-1 1 0,0 0 0,0-1 0,0 1 0,0 0 0,0-1 0,0 1 0,-1-1 0,1 1 0,0-1 0,1-3 0,5-5 0,0-1 0,0 0 0,-1 0 0,0 0 0,-1-1 0,5-18 0,-7 23 0,1 0 0,-1 1 0,1-1 0,4-6 0,10-22 0,-10 22 0,-6 11 0,0 0 0,0 0 0,0-1 0,-1 1 0,1 0 0,0 0 0,-1-1 0,1 1 0,-1 0 0,1-1 0,-1-2 0,0 4 0,0-1 0,1 1 0,-1-1 0,0 1 0,0-1 0,0 1 0,0 0 0,0-1 0,0 1 0,1-1 0,-1 1 0,0 0 0,0-1 0,1 1 0,-1 0 0,0-1 0,1 1 0,-1 0 0,0-1 0,1 1 0,-1 0 0,0 0 0,1-1 0,-1 1 0,0 0 0,1 0 0,-1 0 0,1 0 0,-1-1 0,1 1 0,-1 0 0,0 0 0,1 0 0,-1 0 0,1 0 0,-1 0 0,1 0 0,-1 0 0,1 0 0,-1 0 0,0 1 0,1-1 0,-1 0 0,1 0 0,-1 0 0,0 0 0,1 1 0,-1-1 0,1 0 0,-1 0 0,0 1 0,1-1 0,-1 0 0,1 1 0,16 14 0,-14-13 0,0 1 0,0-1 0,0 1 0,0 0 0,0 0 0,2 4 0,13 24 0,-11-18 0,0-1 0,11 15 0,-5-8-2887,-11-15 1931,-1-1 0,1 0 0,0 0 0,1 0 0,-1 0 1,0 0-1,4 2 0</inkml:trace>
</inkml:ink>
</file>

<file path=ppt/ink/ink1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43.738"/>
    </inkml:context>
    <inkml:brush xml:id="br0">
      <inkml:brushProperty name="width" value="0.035" units="cm"/>
      <inkml:brushProperty name="height" value="0.035" units="cm"/>
    </inkml:brush>
  </inkml:definitions>
  <inkml:trace contextRef="#ctx0" brushRef="#br0">125 19 344,'-4'4'1142,"0"0"0,0-1 0,-1 1 0,1-1 0,-1 0 0,0 0 0,-9 3 0,9-3-736,-1-1 0,1 1-1,0 0 1,0 0 0,1 1-1,-1-1 1,-7 9-1,9-9-222,-2 2 93,1 1-1,0 0 1,0 0-1,-6 12 1,10-17-269,-1 1 1,1-1 0,-1 0 0,1 0 0,0 1 0,-1-1 0,1 0 0,0 0 0,0 1-1,0-1 1,0 0 0,0 1 0,0-1 0,1 0 0,-1 0 0,0 1 0,1-1 0,-1 0-1,1 0 1,-1 0 0,1 1 0,-1-1 0,1 0 0,0 0 0,-1 0 0,1 0 0,0 0-1,0 0 1,0 0 0,0-1 0,0 1 0,0 0 0,2 1 0,-1-1 6,0 0 1,0 1 0,1-1-1,-1 0 1,0 0-1,1 0 1,-1-1 0,1 1-1,-1 0 1,4-1-1,-5 0 4,0 0 0,1 0 0,-1 0 0,0-1 0,1 1 0,-1-1 0,0 1 0,1-1 0,-1 1-1,0-1 1,0 1 0,0-1 0,1 0 0,-1 0 0,0 0 0,0 0 0,0 0 0,0 0 0,0 0-1,-1 0 1,1 0 0,0 0 0,0 0 0,0-3 0,2 0 19,-1 0 1,0-1-1,0 1 1,0-1-1,-1 1 1,0-1 0,0 0-1,0 0 1,0 1-1,-1-1 1,1 0-1,-1 0 1,0 0-1,-1 0 1,1 1-1,-1-1 1,0 0-1,0 0 1,-1 1-1,1-1 1,-1 1-1,-3-6 1,4 0 102,1 9-114,0 0 0,0 1 0,1-1-1,-1 0 1,0 1 0,0-1 0,0 0 0,0 1 0,0-1 0,0 0 0,0 0 0,-1 1 0,1-1-1,0 0 1,0 1 0,0-1 0,-1 0 0,1 1 0,0-1 0,-1 1 0,1-1 0,-1 0 0,1 1-1,0-1 1,-1 1 0,1-1 0,-1 1 0,0-1 0,1 1 0,-1 0 0,1-1 0,-2 1 0,2 26 79,0-18-106,0-7 7,0 0-1,-1 0 0,1 0 0,0 0 1,0 0-1,0 0 0,0 0 0,0 0 1,1 0-1,-1 0 0,0 0 0,0 0 1,1 0-1,-1 0 0,0 0 0,1 0 1,-1 0-1,1 0 0,-1 0 0,1 0 1,0 0-1,-1-1 0,2 2 0,0-2 151,-1 1 1,0-1-1,1 0 0,-1 0 0,1 0 0,-1 0 0,0 0 0,1 0 0,-1 0 1,1 0-1,-1 0 0,0-1 0,1 1 0,-1-1 0,1 1 0,-1-1 0,0 0 0,0 1 1,1-1-1,-1 0 0,1-1 0,37-26 2572,-15 10-1204,-16 10-699,2-1 574,-10 9-1362,0 0 0,0 0 0,0-1-1,1 1 1,-1 0 0,0 0 0,0 0 0,1 0 0,-1 0 0,0 0 0,0 0 0,1 0 0,-1 0-1,0 0 1,0 0 0,1 0 0,-1 0 0,0 0 0,0 0 0,1 0 0,-1 0 0,0 0 0,1 0-1,-1 0 1,0 0 0,0 0 0,0 0 0,1 0 0,-1 1 0,0-1 0,0 0 0,1 0 0,-1 0-1,0 0 1,0 1 0,0-1 0,24 22 458,-12-5-361,-7-9-41,1 1 0,-1-1 1,0 1-1,4 13 0,25 57 406,-21-41-365,2-1 1,26 45 0,-18-36-128,0-2 1,19 42 57,-38-76-58,-1 0-1,0 0 1,0 0 0,-1 1 0,0-1 0,0 18 0,-1-18-35,-1 0 0,0 0 0,-1 1 0,0-1 0,-1 0 0,0 0 0,0-1 0,-1 1 0,0 0 0,-1-1 0,0 1 0,-9 13 0,11-20-144,0 0 0,-1 0 0,1-1 1,-1 1-1,1-1 0,-1 0 0,0 0 0,0 0 1,0 0-1,0-1 0,0 1 0,-1-1 1,1 0-1,0 0 0,-1 0 0,1 0 0,-1 0 1,1-1-1,-1 1 0,1-1 0,-5-1 0,1 1-398,0 0 0,0-1 1,0 0-1,1 0 0,-1-1 0,0 0 0,1 0 0,-1-1 0,1 1 0,-7-5 0,-4-4-745,1 2 305,1-1 0,0-1-1,-24-22 1,14 11 392,18 16 469,-1 0 0,2 0 0,-1-1 0,-5-8 0,-13-17-220,16 23 317,2-1 0,-1-1 0,-11-21 0,12 17 149,5 11 27,-1-1 0,1 1-1,0-1 1,1 0 0,-1 0 0,-1-7 0,3 10-78,0 1-1,1-1 1,-1 1-1,0-1 1,0 1 0,1-1-1,-1 1 1,1-1-1,-1 1 1,1-1 0,-1 1-1,1-1 1,0 1-1,0 0 1,0 0 0,0-1-1,0 1 1,0 0-1,0 0 1,0 0 0,0 0-1,1 0 1,-1 0-1,0 0 1,2 0 0,17-9 83,1 0 0,0 2 0,0 0 0,1 1 0,0 2 1,37-6-1,-10 3-893,60-20 1,-7-9-3966,-59 12-216,-19 13 1717</inkml:trace>
</inkml:ink>
</file>

<file path=ppt/ink/ink1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44.935"/>
    </inkml:context>
    <inkml:brush xml:id="br0">
      <inkml:brushProperty name="width" value="0.035" units="cm"/>
      <inkml:brushProperty name="height" value="0.035" units="cm"/>
    </inkml:brush>
  </inkml:definitions>
  <inkml:trace contextRef="#ctx0" brushRef="#br0">194 70 1232,'1'-1'247,"-1"1"-1,1 0 0,0-1 1,-1 1-1,1 0 0,-1-1 1,1 1-1,-1-1 0,1 1 1,-1-1-1,1 1 0,-1-1 1,1 0-1,-1 1 0,1-1 1,-1 1-1,0-1 1,1 0-1,-1 0 0,0 1 1,0-1-1,0 0 0,0 1 1,1-1-1,-1 0 0,0 0 1,0 1-1,0-1 0,0 0 1,-1 1-1,1-1 0,0 0 1,0 0-1,0 1 0,-1-1 1,1 0-1,0 1 0,0-1 1,-1 0-1,0 0 0,-1-2 434,0 0-1,-1 1 0,1-1 0,-1 1 1,1 0-1,-1 0 0,-4-2 0,-18-18 15261,28 24-15934,-1 1 0,0-1 0,0 1 0,1 0 0,-1 0 0,-1 0 0,1 0 0,0 0 0,-1 0 0,0 1 0,2 5 0,7 13-17,6 14 11,23 69 0,8 17 0,-30-90 0,2 0-1,1-1 1,30 36 0,-47-63-388,0 0 1,0 0-1,-1 0 1,0 0 0,1 0-1,-1 0 1,-1 1-1,1-1 1,-1 1 0,1 0-1,-1-1 1,-1 1-1,1 6 1,-1-9 166,0-1 0,-1 0 0,1 0 1,-1 0-1,1-1 0,-1 1 0,0 0 0,1 0 1,-1 0-1,0 0 0,0-1 0,1 1 0,-1 0 1,0 0-1,0-1 0,0 1 0,0-1 1,0 1-1,0-1 0,0 1 0,0-1 0,0 0 1,0 1-1,0-1 0,0 0 0,0 0 0,0 0 1,0 0-1,-1 0 0,1 0 0,-1 0 0,-37-2-3431,24-2 2944,-1 0 0,1-1 0,-1-1 0,-22-12 0,-4-2 297,-4 1 1061,-65-40-1,103 53 489,-1 1-1,1-1 1,1 0 0,-13-13-1,20 19-1050,0-1 0,0 1 0,0 0 0,-1-1 0,1 1 0,0 0 0,0-1 0,0 1 0,0 0 0,-1-1 0,1 1 0,0 0 0,0-1 0,0 1 0,0 0 0,0-1 0,0 1 0,0 0 0,0-1 0,0 1 0,0 0 0,0-1 0,1 1 0,-1-1 0,0 1 0,0 0 0,0 0 0,0-1 0,0 1 0,1 0 0,-1-1 0,0 1 0,0 0 0,1-1 0,-1 1 0,0 0 0,0 0 0,1 0 0,-1-1 0,0 1 0,1 0 0,-1 0-1,0 0 1,0 0 0,1-1 0,-1 1 0,1 0 0,-1 0 0,23-6 654,-17 5-380,161-33 1286,59-16-1240,-180 36-352,-23 9-20,-1-2-1,-1 0 1,1-2-1,30-16 1,-26 12 8,-20 10-18,0 1 0,0-1 0,0 0-1,-1-1 1,11-7 0,-15 10 11,0 0 0,1-1 0,-1 1 0,0-1-1,0 1 1,0-1 0,0 1 0,-1-1-1,1 0 1,0 1 0,-1-1 0,1 0 0,-1 0-1,1 0 1,-1 1 0,0-1 0,0 0-1,0 0 1,0 0 0,0 0 0,0 0 0,-1 1-1,1-1 1,0 0 0,-2-3 0,1 2 47,-1 0 1,1 0 0,0 0-1,-1 0 1,0 0 0,0 0-1,0 0 1,0 1 0,0-1 0,-1 1-1,1 0 1,-1 0 0,1-1-1,-1 1 1,0 1 0,0-1-1,0 0 1,0 1 0,-6-2-1,5 1-50,-1 1 0,1 0 0,-1 0-1,0 1 1,1-1 0,-1 1-1,0 0 1,1 1 0,-1-1 0,0 1-1,1 0 1,-1 0 0,1 0-1,-7 3 1,1 1 21,0 0 0,0 2-1,0-1 1,1 1-1,-11 10 1,8-7 60,10-7-81,0-1-1,0 0 0,0 1 1,1-1-1,-1 1 0,1-1 1,-1 1-1,-1 5 1,-7 12 115,9-17-130,0 0-1,0 0 1,0-1-1,0 1 0,0 0 1,0 0-1,1 0 1,-1 0-1,1 0 0,0 0 1,0 0-1,0 0 1,0 0-1,0 0 0,1 0 1,-1-1-1,1 1 1,0 0-1,2 5 0,-1-4-11,-1-1 0,1 0 0,0 1 0,0-1 0,0 0-1,0 0 1,1 0 0,-1-1 0,1 1 0,-1 0 0,1-1-1,0 0 1,0 1 0,0-1 0,5 2 0,3 0-6,-6-1 23,1 0 0,0-1 1,1 0-1,-1 0 1,0-1-1,1 1 1,-1-2-1,12 2 1,-10-2 32,-1 0 1,1-1 0,-1 0 0,1 0 0,-1 0 0,0-1 0,1 0-1,-1 0 1,0-1 0,10-5 0,1-3-37,-18 11-20,1-1 0,-1 1 0,0 0 0,0-1 0,0 1 0,1 0 0,-1-1 0,0 1 0,0 0 0,1-1 0,-1 1 0,0 0 0,0-1 0,1 1 0,-1 0 0,1 0 0,-1-1 0,0 1 0,1 0 0,-1 0 0,0 0 0,1 0 0,-1-1 0,1 1 0,-1 0 0,0 0 0,1 0 0,-1 0 0,1 0 0,-1 0 0,1 0 0,-1 0 0,0 0 0,1 0 0,-1 0 0,1 1 0,0-1 0,7-4-111,-6 8-61,-2-3 40,18 10-1281,-7 4-1445,-10-15 2647,-1 1 0,0 0 1,0 0-1,0-1 0,1 1 0,-1 0 0,1 0 1,-1-1-1,0 1 0,1-1 0,-1 1 1,1 0-1,-1-1 0,1 1 0,0-1 1,-1 1-1,1-1 0,-1 1 0,1-1 0,0 1 1,0-1-1,-1 0 0,1 1 0,0-1 1,-1 0-1,1 0 0,0 0 0,0 1 0,0-1 1,-1 0-1,1 0 0,0 0 0,0 0 1,0 0-1,-1-1 0,1 1 0,0 0 0,0 0 1,-1 0-1,1-1 0,0 1 0,0 0 1,-1-1-1,1 1 0,1-1 0,9-7-3126,0 0 0,0 0-1,13-15 1,-14 12-75</inkml:trace>
</inkml:ink>
</file>

<file path=ppt/ink/ink1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45.520"/>
    </inkml:context>
    <inkml:brush xml:id="br0">
      <inkml:brushProperty name="width" value="0.035" units="cm"/>
      <inkml:brushProperty name="height" value="0.035" units="cm"/>
    </inkml:brush>
  </inkml:definitions>
  <inkml:trace contextRef="#ctx0" brushRef="#br0">239 52 1768,'0'0'168,"1"0"0,-1-1 0,0 1 0,0 0 0,0-1 0,0 1 0,0 0 0,0-1 0,0 1 0,-1 0 0,1-1 0,0 1 0,0-1 0,0 1 0,0 0 0,0-1 0,0 1 0,-1 0 0,1 0 0,0-1 0,0 1 0,0 0 0,-1-1 0,1 1 0,0 0 0,-1 0 0,1-1 0,0 1 0,0 0 1,-1 0-1,1 0 0,0 0 0,-1-1 0,1 1 0,0 0 0,-1 0 0,1 0 0,0 0 0,-1 0 0,1 0 0,-1 0 0,1 0 0,0 0 0,-1 0 0,1 0 0,0 0 0,-1 0 0,-21 10 1931,10-4-465,1-2-768,0 0 1,0 1-1,1 0 1,0 1 0,0 0-1,0 1 1,-13 12 0,2 1 1241,1 0 0,-18 25 0,36-42-2036,0 0 0,0 0-1,0-1 1,0 1 0,0 1-1,1-1 1,0 0 0,-1 0 0,1 0-1,1 1 1,-1-1 0,0 1 0,1-1-1,-1 0 1,1 1 0,0-1 0,1 1-1,-1-1 1,0 1 0,2 5-1,0-4-57,0-1 0,0 1 0,0-1 0,1 1 0,0-1 0,-1 0 0,1 0 0,1 0 0,-1-1 0,1 1-1,-1-1 1,1 1 0,0-1 0,7 4 0,-7-5-12,8 7 4,1-2-1,0 0 0,0 0 1,23 7-1,99 30-6,-111-36-5,0 2-1,-1 0 1,38 24 0,-60-34 6,-1 1 0,1-1 1,0 1-1,0-1 0,-1 1 1,1 0-1,0 0 0,-1-1 1,1 1-1,-1 0 0,1 0 1,-1 0-1,1-1 0,-1 1 0,1 0 1,-1 0-1,0 0 0,0 0 1,1 0-1,-1 0 0,0 0 1,0 0-1,0 0 0,0 0 1,0 0-1,0 0 0,0 0 1,-1 0-1,1-1 0,0 1 1,0 0-1,-1 0 0,1 0 0,0 0 1,-1 0-1,1 0 0,-1-1 1,1 1-1,-1 0 0,0 0 1,1-1-1,-1 1 0,0 0 1,0-1-1,1 1 0,-1-1 1,0 1-1,0-1 0,0 1 0,0-1 1,1 1-1,-1-1 0,0 0 1,-1 1-1,-31 6 39,-1 1 24,-49 4 0,73-11-55,-1-1-1,0 0 0,0-1 1,0 0-1,0 0 0,0-1 0,0-1 1,-18-6-1,27 8-9,0 1 1,1-1 0,-1 0 0,0 0-1,0 0 1,1 0 0,-1 0-1,1 0 1,-1-1 0,1 1-1,-1-1 1,1 1 0,0-1-1,0 1 1,0-1 0,0 1-1,0-1 1,0 0 0,0 0-1,-1-2 1,2 1-23,0 1 0,0-1 0,-1 0 0,1 0 0,1 1 0,-1-1 1,0 0-1,1 1 0,0-1 0,-1 0 0,1 1 0,0-1 0,2-2 0,2-4-164,0 0-1,1 0 1,0 1-1,0 0 1,1 0 0,15-13-1,103-106-1901,-52 50 1692,-63 66 383,-2 0 0,1 0 1,-1-1-1,7-16 0,-8 17 122,-1-1 0,2 1-1,13-17 1,-19 26-49,-1 1 0,0-1-1,0 1 1,0 0 0,0-1 0,-1 0 0,1 1-1,0-1 1,-1 1 0,1-1 0,-1 0 0,0 0-1,1-2 1,-1 2 55,0 1 0,1-1 0,-1 1 0,0-1 0,1 1 0,-1-1 0,1 1 0,-1 0 0,1-1 0,1-1 0,-2 3-38,-1 0-1,1 0 0,0 1 0,-1-1 1,1 0-1,-1 0 0,1 0 0,-1 0 1,1 0-1,0 1 0,-1-1 0,1 0 1,-1 0-1,1 0 0,-1 0 0,1 0 1,-1-1-1,1 1 0,-1 0 0,1 0 1,0 0-1,-1 0 0,1 0 0,-1-1 1,1 1-1,-1 0 0,1 0 0,0-1 1,-1 1-1,1 0 0,0-1 0,-1 1 1,1 0-1,0-1 0,0 1 0,-1 0 1,1-1-1,0 1 0,0-1 0,-1 1 1,1 0-1,0-1 0,0 1 1,0-1-1,0 1 0,0-1 0,0 1 1,0-1-1,0 1 0,0-1 0,0 1 1,0 0-1,0-1 0,0 1 0,0-1 1,0 1-1,0-1 0,0 1 0,1-1 1,-1 1-1,0 0 0,0-1 0,1 1 1,-1-1-1,-5 11 57,-1 0 0,1 1-1,1 0 1,0-1 0,1 2 0,-3 12 0,4-10-131,0-1 0,1 1 0,1 0 0,2 16 0,-1 7 0,1-25 0,0 1 0,1 0 0,0-1 0,1 0 0,0 0 0,12 23 0,2-1 0,-13-26 0,0 1 0,-1-1 0,0 1 0,3 13 0,-5-16-436,1-1 0,-1 1 1,1-1-1,0 1 0,1-1 0,-1 0 1,1 0-1,0-1 0,0 1 0,1-1 1,9 7-1,-13-11 69,0 1 0,0-1 0,1 0 1,-1-1-1,0 1 0,1 0 0,-1 0 0,0 0 0,0-1 1,0 1-1,1-1 0,-1 1 0,0-1 0,0 1 0,0-1 1,0 0-1,0 1 0,0-1 0,0 0 0,1-1 0,23-21-4711,9-16 312,-23 28 3533,-1 0 1,0-1-1,0 0 0,-1-1 1,-1 0-1,8-16 1,-8 8 110</inkml:trace>
</inkml:ink>
</file>

<file path=ppt/ink/ink1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45.773"/>
    </inkml:context>
    <inkml:brush xml:id="br0">
      <inkml:brushProperty name="width" value="0.035" units="cm"/>
      <inkml:brushProperty name="height" value="0.035" units="cm"/>
    </inkml:brush>
  </inkml:definitions>
  <inkml:trace contextRef="#ctx0" brushRef="#br0">136 169 696,'25'-83'5813,"-22"76"-4804,0 0-1,0 0 1,-1 0 0,-1 0-1,3-12 1,-3-7 7062,-1 26-8003,0-1-1,0 1 1,0 0-1,0 0 1,0 0-1,0 0 1,1 0-1,-1 0 1,0-1-1,0 1 1,0 0-1,0 0 1,0 0-1,0 0 1,0 0-1,0 0 1,0-1-1,0 1 1,0 0-1,0 0 1,0 0-1,-1 0 1,1 0-1,0 0 1,0-1-1,0 1 1,0 0-1,0 0 1,0 0-1,0 0 0,0 0 1,0 0-1,0 0 1,0 0-1,-1-1 1,1 1-1,0 0 1,0 0-1,0 0 1,0 0-1,0 0 1,0 0-1,0 0 1,-1 0-1,1 0 1,0 0-1,0 0 1,0 0-1,0 0 1,0 0-1,0 0 1,-1 0-1,1 0 1,0 0-1,0 0 1,0 0-1,0 0 1,-1 0-1,-7 9 3650,-7 15 134,12-19-3702,-24 41 287,-15 21-436,29-45 0,0 0 0,-14 37 0,11-23 0,14-31 0,0 0 0,1 0 0,-1 1 0,1-1 0,0 1 0,1-1 0,-1 1 0,1 6 0,0-8 0,0-1 0,1 1 0,-1 0 0,1-1 0,0 1 0,0-1 0,0 0 0,0 1 0,1-1 0,-1 0 0,1 0 0,0 1 0,0-1 0,3 4 0,3 0 0,0 0 0,1-1 0,0 0 0,0 0 0,0-1 0,1 0 0,0-1 0,0 0 0,0 0 0,0-1 0,1 0 0,17 2 0,0-2 0,0-1 0,0-1 0,46-4 0,38 1-7565,-63 3 4280,-25-5-3158,-24 4 5965,1 0 0,-1-1 0,1 1 0,-1 0 1,1 0-1,-1 0 0,1 0 0,-1-1 0,1 1 0,-1 0 0,1 0 0,-1-1 1,1 1-1,-1-1 0,1 1 0,-1 0 0,0-1 0,1 1 0,-1-1 0,1 0 0</inkml:trace>
</inkml:ink>
</file>

<file path=ppt/ink/ink1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1:46.223"/>
    </inkml:context>
    <inkml:brush xml:id="br0">
      <inkml:brushProperty name="width" value="0.035" units="cm"/>
      <inkml:brushProperty name="height" value="0.035" units="cm"/>
    </inkml:brush>
  </inkml:definitions>
  <inkml:trace contextRef="#ctx0" brushRef="#br0">76 369 360,'-13'12'5880,"-1"0"0,-17 11 0,30-23-5464,0 1 1,0-1-1,0 1 1,0 0-1,0-1 1,0 1-1,0 0 1,0 0-1,0 0 1,0-1-1,0 1 0,0 0 1,0 0-1,1 1 1,-1-1-1,1 0 1,-1 0-1,0 0 1,1 0-1,-1 3 1,1-4-238,1 0 1,-1 1 0,0-1-1,0 1 1,1-1 0,-1 0 0,0 1-1,1-1 1,-1 0 0,0 1-1,1-1 1,-1 0 0,1 0-1,-1 1 1,0-1 0,1 0-1,-1 0 1,1 0 0,-1 1-1,1-1 1,-1 0 0,1 0-1,-1 0 1,1 0 0,-1 0-1,1 0 1,-1 0 0,1 0 0,19 0 450,-16 0-494,34-3-123,-1-1-1,0-2 1,60-18 0,-13 3-20,658-168 7,-609 144-1754,148-71-1,-277 114 1618,15-9-4821,-17 4 1237,-12 0 261,5 5 2754,0 0-1,0 1 1,-1 0-1,1 0 1,-1 1-1,1-1 1,0 1-1,-1 1 1,1-1 0,-10 2-1,-8 3-796,-28 10 1,17-4 189,-172 57-1431,2 11 3702,87-32 593,-76 37 2039,4 5 1096,52-22 2386,125-62-5990,8-3-550,0-1 0,0 0 1,1 1-1,-1 0 0,1 0 1,0 0-1,-1 0 0,1 1 1,-3 2-1,6-4-398,1-1-1,-1 1 1,1-1-1,-1 0 1,1 1-1,-1-1 1,1 1-1,-1-1 1,1 0-1,-1 0 1,1 1-1,0-1 1,-1 0 0,1 0-1,-1 0 1,1 0-1,0 1 1,-1-1-1,1 0 1,0 0-1,-1 0 1,1 0-1,-1 0 1,1-1 0,0 1-1,0 0 1,24 0 1001,60-13-446,85-24 0,-48 9-452,551-139-237,-669 166 0,43-13-2789,82-35 1,-119 44 1298,0 0 1,-1 0-1,0-1 0,15-12 1,8-16-8098,-23 18 4081</inkml:trace>
</inkml:ink>
</file>

<file path=ppt/ink/ink1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23.135"/>
    </inkml:context>
    <inkml:brush xml:id="br0">
      <inkml:brushProperty name="width" value="0.035" units="cm"/>
      <inkml:brushProperty name="height" value="0.035" units="cm"/>
      <inkml:brushProperty name="color" value="#FF0066"/>
    </inkml:brush>
  </inkml:definitions>
  <inkml:trace contextRef="#ctx0" brushRef="#br0">0 0 24575,'0'0'-8191</inkml:trace>
</inkml:ink>
</file>

<file path=ppt/ink/ink1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26.549"/>
    </inkml:context>
    <inkml:brush xml:id="br0">
      <inkml:brushProperty name="width" value="0.035" units="cm"/>
      <inkml:brushProperty name="height" value="0.035" units="cm"/>
      <inkml:brushProperty name="color" value="#FF0066"/>
    </inkml:brush>
  </inkml:definitions>
  <inkml:trace contextRef="#ctx0" brushRef="#br0">0 100 128,'5'-2'381,"-5"2"-312,1-1 0,0 1-1,0 0 1,-1-1 0,1 1 0,0 0-1,-1-1 1,1 1 0,0-1 0,-1 1-1,1-1 1,-1 0 0,1 1 0,-1-1-1,1 0 1,-1 1 0,1-1 0,-1 0-1,0 1 1,0-1 0,1-1 0,3-4 441,-4 6-493,0-1-1,1 1 1,-1 0-1,0 0 0,1-1 1,-1 1-1,0 0 1,1-1-1,-1 1 0,0 0 1,0-1-1,1 1 1,-1 0-1,0-1 0,0 1 1,0 0-1,0-1 1,0 1-1,1-1 0,-1 1 1,0-1-1,0 1 1,0 0-1,0-1 0,0 1 1,0-1-1,0-4 135,-1 4-82,1 0 1,0 0 0,0 0 0,0-1-1,0 1 1,0 0 0,0 0 0,0-1-1,0 1 1,1 0 0,-1 0 0,0-1-1,1 1 1,-1 0 0,1 0 0,0 0-1,-1 0 1,1 0 0,0 0 0,1-2-1,-2 2-20,1 0 0,-1 0 0,0 0 0,1 0 0,-1 0 1,0 0-1,0-1 0,0 1 0,0 0 0,0 0 0,0 0 0,0 0 0,0-1 0,-1 0 0,1-6 81,0 7-119,-15-9-6,13 10-16,12 0-706,32 6-1454,-27-2 1086</inkml:trace>
</inkml:ink>
</file>

<file path=ppt/ink/ink1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27.185"/>
    </inkml:context>
    <inkml:brush xml:id="br0">
      <inkml:brushProperty name="width" value="0.035" units="cm"/>
      <inkml:brushProperty name="height" value="0.035" units="cm"/>
      <inkml:brushProperty name="color" value="#FF0066"/>
    </inkml:brush>
  </inkml:definitions>
  <inkml:trace contextRef="#ctx0" brushRef="#br0">428 95 104,'-334'0'4008,"330"1"-3905,0-1 1,1-1 0,-1 1 0,0 0 0,0-1-1,1 0 1,-1 0 0,0 0 0,1 0 0,-1-1-1,1 1 1,-1-1 0,1 0 0,0 0 0,0 0-1,0-1 1,0 1 0,0-1 0,0 1 0,0-1 0,1 0-1,0 0 1,0 0 0,-4-7 0,5 7-58,-1 0-1,1 0 1,-1-1 0,1 1 0,0-1-1,1 1 1,-1-1 0,1 1 0,-1-1 0,1 1-1,0-5 1,0 7-28,2 0-13,29 7-138,-15-1-119,0-1 1,0-1-1,1-1 1,0-1 0,26 0-1,50-1-1959,-67 0 857</inkml:trace>
</inkml:ink>
</file>

<file path=ppt/ink/ink1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33.733"/>
    </inkml:context>
    <inkml:brush xml:id="br0">
      <inkml:brushProperty name="width" value="0.035" units="cm"/>
      <inkml:brushProperty name="height" value="0.035" units="cm"/>
      <inkml:brushProperty name="color" value="#FF0066"/>
    </inkml:brush>
  </inkml:definitions>
  <inkml:trace contextRef="#ctx0" brushRef="#br0">26 561 1936,'-4'0'1253,"3"0"-908,0-1 0,0 1 0,0 0-1,0 0 1,1 0 0,-1 0 0,0 0 0,0 0 0,0 0 0,0 0-1,1 0 1,-1 0 0,0 0 0,0 0 0,0 1 0,0-1 0,1 0-1,-1 1 1,0-1 0,0 1 0,-2 2 4215,4 23 807,5-19-4919,1-2-1,0 1 1,0-1 0,0 0 0,0 0 0,1-1 0,0 0 0,9 3 0,35 20 731,12 15-565,-49-26-428,-3-1-63,4 4 15,-14-15-114,0-1 0,0 0 0,1 0 0,0 0 1,0-1-1,-1 1 0,7 3 0,-5-2 0,0-1 0,0 0 1,0 1-1,0 0 1,5 7-1,-6-7 37,1 1 1,0-1-1,0 0 1,0 0-1,8 5 1,45 37 2175,-40-25-1451,15 12-517,-28-28-259,3 5 4,0-4-5,-6-5 3,0 0-1,0 0 0,0-1 0,0 1 1,-1 0-1,1-1 0,0 1 0,0 0 0,0-1 1,0 1-1,0-1 0,0 0 0,1 1 0,0-1 1,-1 0 10,0 7 12,0-5 179,4-5-84,-3 2 54,7 1-107,20-1 10,0-1 0,46-11 1,-17 3 69,169-16 301,130-4-443,-193 18 147,26-4-73,156-11 56,-85 6-144,-184 14 0,30-1 0,94-6 0,-58 1 0,65-10 0,-65 5 0,144-18 0,-74 10 0,27-2 0,-5 4 0,-118 12 0,0-4 0,50-9 0,-40 4 0,48-8-9,54-6-7,-178 29 13,-18 1 16,34 1 1,132-7-108,-62 6 70,10-3 84,6 0-1,40-5-123,0 0 0,25 3 112,58 10-95,-231-3 61,-32 2-37,-1 0 0,0 1 0,0 0 0,22 4 0,-8-3-37,-23-2 55,0 1 0,0 0 0,1 0 1,-1 0-1,0 0 0,0 1 1,0-1-1,1 1 0,-1 0 1,4 1-1,-6-1-3,1-1 0,-1 1 0,1-1 0,-1 1-1,1-1 1,-1 0 0,1 1 0,-1-1 0,1 0 0,-1 0 0,4-1 0,10 3-19,-9-1 29,-1 0 1,1 0-1,0-1 1,0 0-1,-1 0 0,1 0 1,0-1-1,0 0 1,5-1-1,9-1 1,121-2 57,-48-1-134,67 1 52,-101-1 4,-44 4 23,44-5 17,2 1 49,-3 1-134,-1 0-109,-56 5 147,9 0-105,-4 0 128,-5 0-2,-1-1 8,0-3-6,0 4 20,1 0-12,5 0-7,-5 0 25,1 0-24,8 0 9,1-1-27,-8-3-8,30 3-82,13 2 93,-22-1 11,1 0 0,31-5 0,38 0 27,56-4-39,-58 5 9,445-10-91,-446 19 32,-8 0-82,3 0-14,14 1 3,120 4 54,149-10-493,-144-5-3,-186 5 420,-17 1 81,1-1 0,43-6 1,-55 5 92,1 0 0,-1 0 0,15 1 0,24-2 8,58-8 5,-40 4 7,188-17-26,133-16-418,-312 33 137,7 1-109,74 0 109,-47 3 73,-74 3 13,52-5 1,36-2-80,-15 1 213,115-6-128,-82 0 98,-9 6-48,-65 0-32,-37 0 78,10-1 14,-9 4 57,50-8-1,-33 2 17,161-23-60,-183 28 87,20-5-20,2 3-40,15 3 51,-51-1-13,1 0 0,0 2 0,19-1 0,-12 2 7,-4 0-12,0 0 1,31-5-1,35 0 26,-17 0-7,-58 4-31,0 0 0,0 0 0,0 1 1,9 1-1,4 0-17,-21-1 35,9 0-3,13 0 37,-22 0-4,9 0-7,23 0-52,-28 0 40,-2 0-2,-1 0 0,1 0 1,-1 0-1,1 0 1,-1-1-1,1 1 1,-1-1-1,1 0 0,1 0 1,3 0 3,19 1 53,-25 0 18,9-6 4,37 6-153,-45 0 91,6-4 10,-4 3-28,0 0 0,1 0 0,-1 1 0,0 0 0,0 0 0,1 0 0,-1 0 1,5 1-1,1 0-12,187-10 23,-155 5 23,68 5-1,-42 1-14,-33-3-33,-16 0 0,-1 1-1,0 1 1,28 4 0,16 1 15,-8-1 48,-25-3-32,0 0-1,40-4 1,-13 0 3,229 2 65,-133-5-86,100-9 85,-150 6-55,-93 8-23,60-5 14,71-14 0,-106 13 14,-23 7-562,-17 1-859,-19-1-3135,-32-16-5906,32 10 5812</inkml:trace>
</inkml:ink>
</file>

<file path=ppt/ink/ink1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35.136"/>
    </inkml:context>
    <inkml:brush xml:id="br0">
      <inkml:brushProperty name="width" value="0.035" units="cm"/>
      <inkml:brushProperty name="height" value="0.035" units="cm"/>
      <inkml:brushProperty name="color" value="#FF0066"/>
    </inkml:brush>
  </inkml:definitions>
  <inkml:trace contextRef="#ctx0" brushRef="#br0">119 61 784,'-9'-15'25815,"10"14"-24988,-1-3 2536,-9-2-1385,2 6-1978,7 0 0,-1 1 0,1-1 0,0 0 0,0 0 0,0 0 0,0 0 0,-1 0 0,1 1 0,0-1 0,0 0 0,0 0 0,0 0 0,0 1 0,0-1 0,0 0 0,0 0 0,-1 0 0,1 1 0,0-1 0,0 0 0,0 0 0,0 1 0,0-1 0,0 0 0,0 0 0,0 0 0,0 1 0,0-1 0,1 0 0,-1 0 0,0 0 0,0 1 0,0-1 0,0 0 0,0 0 0,0 0 0,0 1 0,0-1 0,1 0 0,-1 0 0,0 0 0,0 0 0,0 1 0,0-1 0,1 0 0,-1 0 0,0 0 0,0 0 0,15 23 0,8 0 0,35 49 0,-6-6 0,-7-17 0,29 33 0,0-8 0,-67-65 0,1-1 0,0 0 0,11 9 0,14 15 0,-22-19 0,-11-11 0,1-1 0,0 1 0,-1-1 0,1 0 0,0 0 0,0 1 0,0-1 0,0 0 0,0 0 0,0 0 0,0 0 0,0 0 0,1 0 0,-1 0 0,0 0 0,1-1 0,-1 1 0,0 0 0,1-1 0,1 1 0,-3-1 0,0 0-1,0 0 1,0 0-1,0 0 1,0 0 0,0 0-1,0 0 1,0 0 0,0 0-1,0-1 1,0 1-1,0 0 1,0 0 0,0 0-1,1 0 1,-1 0 0,0 0-1,0 0 1,0 0-1,0 0 1,0 0 0,0 0-1,0 0 1,0 0 0,0 0-1,0 0 1,0 0-1,0 0 1,0 0 0,0 0-1,0-1 1,0 1-1,0 0 1,0 0 0,0 0-1,1 0 1,-1 0 0,0 0-1,0 0 1,0 0-1,0 0 1,0 0 0,0 0-1,-10-8-82,-15-8-488,6 6-1561,0-1 0,1-1 0,0-1 0,1 0 0,0-1 0,1-1 1,-27-33-1,33 31 1183,9 14 842,-1 0 0,1 1 1,-1-1-1,1 1 0,-1 0 0,0-1 0,0 1 1,-3-2-1,-14-16-305,-9-7 137,-22-17 499,-26-3 1288,54 31-572,17 12-394,-1-1 0,0 1-1,-1 0 1,-8-4 0,-26-23 3656,38 29-3954,1 1 8,0 0 0,1 0 0,-1 0 0,0 0 0,0-1 0,0 1 0,1-1 0,-1 1 0,1-1 0,-1 0 0,-1-2 0,-1-5 784,-1-3 687,2 2-1023,-2-7 27,5 15-701,0 1-1,0-1 1,0 1-1,0-1 1,0 1-1,0-1 1,1 1-1,-1-1 1,1 1-1,-1-1 1,1 1-1,-1-1 1,1 1-1,0 0 1,1-3-1,6-5 82,-8 7-109,1 1 0,0-1-1,0 1 1,0-1 0,0 1 0,0 0-1,0 0 1,0 0 0,1 0 0,-1 0-1,0 0 1,1 0 0,-1 0 0,1 0-1,-1 0 1,1 1 0,-1-1 0,1 1-1,-1-1 1,1 1 0,0-1 0,-1 1-1,1 0 1,2 0 0,17-1-52,-16 0 28,0 0 1,0 1-1,1 0 1,-1 0 0,9 2-1,209 60-68,-205-56 12,31 11-415,-47-17 443,-12 9-307,7-7 277,0-1 0,0 0 0,0 0 1,-1 0-1,1 0 0,-6 0 0,-12 3-373,-64 12-2245,56-9 1203,-29 8-2929,22-11-2840,43-10 1029,-7 1 3243</inkml:trace>
</inkml:ink>
</file>

<file path=ppt/ink/ink1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35.718"/>
    </inkml:context>
    <inkml:brush xml:id="br0">
      <inkml:brushProperty name="width" value="0.035" units="cm"/>
      <inkml:brushProperty name="height" value="0.035" units="cm"/>
      <inkml:brushProperty name="color" value="#FF0066"/>
    </inkml:brush>
  </inkml:definitions>
  <inkml:trace contextRef="#ctx0" brushRef="#br0">25 0 2200,'-6'2'5317,"-6"1"-1484,11-3-3733,1 0-1,0 0 0,0 0 0,-1 0 0,1 0 0,0 0 1,0 0-1,-1 0 0,1 0 0,0 0 0,0 0 0,0 0 0,-1 1 1,1-1-1,0 0 0,0 0 0,-1 0 0,1 0 0,0 0 1,0 0-1,0 1 0,0-1 0,-1 0 0,1 0 0,0 0 0,0 0 1,0 1-1,0-1 0,0 0 0,0 0 0,-1 0 0,1 1 1,0-1-1,0 0 0,0 0 0,0 1 0,0-1 0,0 0 0,0 0 1,0 0-1,0 1 0,0-1 0,0 0 0,0 0 0,0 1 1,0-1-1,0 0 0,0 0 0,0 1 0,1-1 0,-1 0 0,0 1 1,7 1-521,-4-1 434,1-1 1,-1 1-1,1 1 1,-1-1-1,0 0 1,5 4-1,14 5 25,1-2-23,0 1 0,0 1 0,-1 1 0,-1 1 0,0 0 0,0 2 0,-1 1 0,-1 0 0,25 26 1,-32-28-8,-2-3 16,-1 0-1,15 20 0,-22-26-8,1 0 0,-1 0-1,0 1 1,0-1 0,0 1 0,-1 0 0,0-1 0,0 1 0,0 0 0,0 0 0,0 7 0,-1-11 10,0-1-1,0 1 1,0-1 0,0 0 0,0 1-1,0-1 1,-1 1 0,1-1 0,0 0-1,0 1 1,0-1 0,0 0-1,0 1 1,-1-1 0,1 0 0,0 1-1,0-1 1,-1 0 0,1 1 0,0-1-1,0 0 1,-1 0 0,1 1-1,0-1 1,-1 0 0,1 0 0,0 0-1,-1 1 1,0-1 0,-14 0 1115,-25-14 1383,26 8-1598,-29-15 1247,12 5-1016,-3-5-223,29 19-821,-1 0 0,0-1-1,0 0 1,1 0-1,0 0 1,-1-1 0,1 1-1,0-1 1,-4-5 0,8 8-112,1 0 1,0 0-1,-1 1 0,1-1 1,0 0-1,0 0 1,0 0-1,0 1 1,0-1-1,0 0 1,0 0-1,0 0 1,0 1-1,0-1 1,0 0-1,0 0 1,0 0-1,1 1 1,-1-1-1,0 0 1,1 0-1,-1 1 1,0-1-1,1 0 1,-1 1-1,1-1 1,-1 0-1,1 1 1,-1-1-1,1 1 1,0-1-1,-1 1 1,2-1-1,-1-1-2,4-2-3,0-1-1,0 1 0,1 0 0,-1 1 1,1-1-1,0 1 0,0 0 1,7-2-1,21-12-76,-9 4-223,-20 11-143,-1 0-1,1 0 1,-1-1-1,0 1 1,0-1-1,0 0 1,0 0-1,6-6 1,17-15-5171,-6 7 1534,21-9-2847,-25 14 3093,-8 7 1693</inkml:trace>
</inkml:ink>
</file>

<file path=ppt/ink/ink1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36.165"/>
    </inkml:context>
    <inkml:brush xml:id="br0">
      <inkml:brushProperty name="width" value="0.035" units="cm"/>
      <inkml:brushProperty name="height" value="0.035" units="cm"/>
      <inkml:brushProperty name="color" value="#FF0066"/>
    </inkml:brush>
  </inkml:definitions>
  <inkml:trace contextRef="#ctx0" brushRef="#br0">26 43 800,'0'2'456,"-1"0"1,1-1-1,0 1 0,-1-1 0,1 1 1,0-1-1,-1 1 0,0 0 0,1-1 0,-1 0 1,0 1-1,-1 1 0,1-2-271,0 1 0,0 0 0,0-1-1,0 1 1,0 0 0,0-1 0,1 1 0,-1 0 0,1 0-1,0 0 1,-1 0 0,1 2 0,0-2-123,0 0 0,0 0 0,0-1 0,0 1 0,0 0 0,1-1 0,-1 1 0,1 0 0,-1-1-1,1 1 1,-1-1 0,1 1 0,0-1 0,0 1 0,0-1 0,0 0 0,0 1 0,0-1 0,0 0 0,0 0 0,1 1 0,-1-1 0,2 1 0,14 14 149,-13-14-179,0 1 0,1-1 0,0 0 1,-1 0-1,1 0 0,0-1 1,8 2-1,-1 0 66,-8-3-20,0 0 0,-1 0 0,1 0 1,0 0-1,0-1 0,-1 1 0,1-1 0,0 0 1,-1 0-1,1 0 0,-1-1 0,1 1 0,6-5 1,-10 5-48,1 1 0,0-1-1,-1 1 1,1-1 0,0 1 0,-1-1 0,1 0 0,-1 1 0,1-1 0,-1 0 0,1 0 0,-1 0 0,1 1 0,-1-1 0,0 0 0,1 0 0,-1 0 0,0 0 0,0 0-1,0 1 1,0-1 0,0 0 0,0 0 0,0 0 0,0 0 0,0 0 0,0 0 0,0 0 0,0 1 0,-1-1 0,1 0 0,0 0 0,-1 0 0,1 0 0,-1 1 0,1-1-1,-1-1 1,-3-11 677,3 11-636,1 0-1,-1 0 1,1 0 0,-1-1 0,0 1 0,0 0 0,0 0 0,0 0-1,-1 1 1,1-1 0,0 0 0,-1 0 0,0 1 0,1-1 0,-1 1-1,0-1 1,1 1 0,-3-2 0,-13-12 340,10 7-223,0 1-1,-1 0 1,0 1-1,0-1 0,-16-8 1,20 13-102,3 2-79,0-1 0,0 1 0,0 0 0,0 0 0,0 0 0,0 0-1,0-1 1,0 1 0,0 1 0,-1-1 0,1 0 0,0 0 0,0 0 0,0 0 0,0 1 0,0-1 0,0 1 0,0-1 0,0 1 0,0-1-1,0 1 1,0-1 0,0 1 0,-1 1 0,-6 3 29,7-5-37,0 1 0,0 0 0,0-1 0,0 1 1,1 0-1,-1 0 0,0 0 0,0 0 0,0 0 1,1 0-1,-1 0 0,1 0 0,-1 0 0,1 0 1,-1 0-1,1 0 0,-1 1 0,1-1 0,0 0 1,0 2-1,-3 26 4,3-23-4,0-1 1,1 0-1,0 0 0,0 0 1,1 0-1,0 0 1,-1 0-1,2 0 1,-1 0-1,3 4 0,33 44-31,-36-50 27,12 13-191,0 0 1,32 29-1,-38-39-122,1 0 0,0 0 0,0 0 0,1-1 0,-1 0 0,1-1 0,0 0 0,11 2 0,-2-1-1631,-1-1-1,1-1 1,34 1 0,-39-4 3,-4 0-357</inkml:trace>
</inkml:ink>
</file>

<file path=ppt/ink/ink1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38.287"/>
    </inkml:context>
    <inkml:brush xml:id="br0">
      <inkml:brushProperty name="width" value="0.035" units="cm"/>
      <inkml:brushProperty name="height" value="0.035" units="cm"/>
      <inkml:brushProperty name="color" value="#FF0066"/>
    </inkml:brush>
  </inkml:definitions>
  <inkml:trace contextRef="#ctx0" brushRef="#br0">84 21 1112,'-8'-1'2213,"0"-1"0,-1 1-1,1 0 1,-15 1 0,20 0-1382,-9-2 3000,11 2-3308,0 0 0,1-1 0,-1 1 0,0 0 0,1 0 0,-1-1 0,1 1 0,-1 0 0,1-1 0,-1 1 0,0-1 0,1 1 0,-1 0 0,1-1 0,0 1 0,-1-1 1,1 1-1,-1-1 0,1 0 0,0 1 0,-1-1 0,1 1 0,0-1 0,0 0 0,0 1 0,-1-3 1703,1 4-2134,1 1-91,-1 1 0,1-1 0,0 0 0,-1 0-1,1 0 1,0 0 0,1 0 0,-1 0 0,0 0 0,0 0 0,1 0 0,-1-1 0,1 1 0,0 0-1,2 1 1,9 11-3,63 90 2,-8-14 0,-40-48 0,61 83 0,-69-105-728,-18-18 551,0-1 0,1 1 0,-1 0 0,0 0 1,0 0-1,0 1 0,-1-1 0,1 0 0,0 1 0,-1-1 0,0 1 0,1-1 0,-1 1 0,0 0 0,0 0 0,-1-1 0,1 1 0,-1 0 0,1 0 0,-1 3 0,0-5-261,0 0 0,0 1 0,1-1 0,-1 0 0,0 1 0,1-1 0,-1 0 0,0 1 0,1-1 0,0 0 0,-1 0 0,2 2 0,-2-3 164,1 1-1,-1-1 1,0 1 0,1-1-1,-1 0 1,1 1 0,-1-1-1,1 0 1,-1 0 0,1 1-1,-1-1 1,1 0 0,-1 0 0,1 0-1,-1 1 1,1-1 0,-1 0-1,1 0 1,-1 0 0,1 0-1,-1 0 1,1 0 0,-1 0-1,1 0 1,-1 0 0,1-1-1,0 1 1,-1 0 0,1 0-1,-1 0 1,1-1 0,-1 1-1,0 0 1,1 0 0,0-1-1,-1 1 170,0-1 0,1 1 0,-1 0 0,0 0-1,0-1 1,0 1 0,0 0 0,1 0 0,-1-1-1,0 1 1,0 0 0,0-1 0,0 1 0,0 0 0,0 0-1,0-1 1,0 1 0,0 0 0,0-1 0,0 1-1,0 0 1,0-1 0,0 1 0,0 0 0,0-1-1,0 1 1,0 0 0,0 0 0,0-1 0,-1 1-1,1 0 1,0 0 0,0-1 0,0 1 0,-1 0-1,1 0 1,0-1 0,0 1 0,0 0 0,-1 0 0,1 0-1,0-1 1,0 1 0,-1 0 0,1 0 0,0 0-1,-1 0 1,-17-12-2057,15 11 1905,-56-25-1169,-17 4 2112,8 1 1392,30 11 13,31 9-1282,0-1 0,0 0 0,0 0 0,0 0 0,-9-6 0,-26-21 6986,39 23-2837,8 1-3729,10-1-845,41-11 747,-5 2-1020,-9 10-137,70 0 1,-15 10-134,-62 0-72,-26-4 65,-3-2-35,-5-16 216,-1 14 7,0-28-48,0 30 12,-16 2 1977,16 0-1966,0 1 1,1-1-1,-1 0 1,1 1 0,0-1-1,-1 0 1,1 1-1,0-1 1,0 0-1,0 0 1,0 0-1,0 0 1,0 0-1,0 0 1,0 0 0,0 0-1,0 0 1,1-1-1,1 2 1,33 16 26,-17-8-31,5 4 60,-1 2 0,32 27 0,-43-34-27,-11-9-23,1 1 0,-1-1 0,0 1 0,0 0 0,0 0 0,0-1 1,-1 1-1,1 0 0,0 0 0,0 0 0,0 0 0,-1 0 1,1 0-1,0 2 0,9 7-19,-9-9 15,0-1 0,0 1 1,0 0-1,0 0 0,0 0 0,0 0 0,0 0 0,0 0 0,0 0 0,-1 0 1,1 1-1,0-1 0,-1 0 0,1 0 0,-1 1 0,1 1 0,2 5 13,-2-7-11,0 0 0,-1 0 0,1-1-1,-1 1 1,1 0 0,-1 0 0,0 0 0,1 0 0,-1 0 0,0-1-1,0 1 1,1 0 0,-1 0 0,0 0 0,0 0 0,0 0-1,0 0 1,0 2 0,-1-3 3,1 0-1,0 1 0,-1-1 1,1 1-1,0-1 0,-1 0 1,1 1-1,-1-1 0,1 1 1,-1-1-1,1 0 0,0 0 1,-1 1-1,1-1 0,-1 0 1,1 0-1,-1 0 1,0 0-1,1 1 0,-1-1 1,1 0-1,-1 0 0,1 0 1,-1 0-1,1 0 0,-1 0 1,1 0-1,-1-1 0,1 1 1,-1 0-1,0 0 0,1 0 1,-1 0-1,1-1 0,0 1 1,-2-1-1,-21-8 79,15 4-81,-5-2 14,1-1-1,1 0 1,0-1 0,-11-11-1,-10-10-12,21 20-3,10 9 1,0 0 1,0 0-1,0 0 0,0 0 0,0 0 0,0 0 0,0 0 0,0 0 0,0 0 0,1 0 0,-1-1 0,0 1 0,1 0 0,-1-1 1,1 1-1,-1 0 0,1-1 0,-1-1 0,-3-12 9,3 14-14,1 1 1,0-1-1,-1 1 1,1-1-1,0 1 1,-1-1-1,1 1 0,0-1 1,0 1-1,-1-1 1,1 1-1,0-1 0,0 0 1,0 1-1,0-1 1,0 1-1,0-1 1,0 0-1,0 1 0,0-1 1,0 1-1,0-1 1,0 0-1,1 1 1,-1-1-1,0 1 0,0-1 1,0 1-1,1-1 1,-1 1-1,0-1 0,1 1 1,-1-1-1,1 1 1,-1-1-1,0 1 1,1 0-1,-1-1 0,1 1 1,0-1-1,4-2-199,-4 2 162,0 0 1,0 0 0,0 1 0,1-1-1,-1 1 1,0-1 0,0 1 0,0-1 0,0 1-1,1 0 1,-1 0 0,0-1 0,0 1-1,1 0 1,-1 0 0,2 1 0,13-4-1410,9 0-3789,-7 2 2552,-1-1-1,1 0 1,18-6 0,-19 4 1287,0 1 1,0 0 0,18 0 0,-7-2-299,-27 4 1705,0 1-1,0 0 1,0 0 0,0-1-1,-1 1 1,1-1-1,0 1 1,0-1-1,-1 1 1,1-1 0,0 1-1,-1-1 1,1 0-1,-1 1 1,1-1-1,-1 0 1,1 1 0,-1-1-1,1 0 1,-1 0-1,0 0 1,1 1-1,-1-1 1,0 0 0,1-1-1,-1 2 121,0-1-1,0 1 1,0-1 0,0 0 0,0 1-1,-1-1 1,1 1 0,0-1-1,0 1 1,0-1 0,0 1-1,-1-1 1,1 1 0,0-1-1,0 1 1,-1-1 0,1 1-1,0-1 1,-1 1 0,1-1 0,-1 1-1,1 0 1,-1-1 0,1 1-1,0 0 1,-1-1 0,1 1-1,-1 0 1,1 0 0,-1-1-1,0 1 1,1 0 0,-1 0-1,1 0 1,-2 0 0,-9-5 2083,9 4-1305,-10 6 11855,10-4-12356,1 0 0,0 1 0,-1 0 1,1-1-1,0 1 0,0 0 0,0-1 0,0 1 0,-1 3 0,-5 19-2875,6-9 3668,1-1-1215,-1-11 17,1-1-1,0 1 1,-1-1-1,1 1 1,1 0 0,-1-1-1,0 1 1,1 0-1,-1-1 1,1 1 0,0-1-1,0 1 1,0-1-1,0 1 1,0-1-1,0 0 1,1 0 0,-1 1-1,1-1 1,3 3-1,8 10 21,6 5 36,-3-9-2,-13-9-39,0 0-1,0 0 0,0 0 1,0 0-1,1 0 1,-1-1-1,0 0 1,6 2-1,-4-2 9,-1 0-1,0 0 1,1-1-1,-1 0 0,1 0 1,-1 0-1,1 0 0,-1-1 1,8-1-1,-10 1-13,-1 1-1,1-1 0,-1 0 1,1 1-1,-1-1 0,0 0 1,1 0-1,-1 0 0,0 0 1,0 0-1,0-1 1,0 1-1,0 0 0,0 0 1,0-1-1,0 1 0,-1 0 1,1-1-1,0 1 1,-1-1-1,1 1 0,-1-1 1,1 1-1,-1-1 0,0 0 1,0 1-1,0-1 0,0 1 1,0-2-1,-1-5 38,0 0 0,0 0 0,-1 0 0,0 0-1,0 1 1,-1-1 0,0 1 0,-5-8 0,-4-12 393,-3 6-20,13 19-353,0 0-1,1 0 0,-1 0 1,0 0-1,1 0 0,0 0 1,-1 0-1,1 0 0,0-1 1,-1-3-1,2 6-52,0-1 0,0 1 0,0-1 0,0 1 0,-1-1 0,1 1 0,0-1 0,0 1 0,0-1 0,-1 1 0,1-1 0,0 1 0,-1-1 1,1 1-1,0-1 0,-1 1 0,1 0 0,-1-1 0,1 1 0,0-1 0,-1 1 0,1 0 0,-1 0 0,1-1 0,-1 1 0,1 0 0,-1 0 0,1 0 0,-1-1 0,1 1 0,-1 0 0,0 0 0,0 0 0,1 0-10,0 0 0,-1 0-1,1 0 1,0 0-1,0 0 1,-1 0 0,1 0-1,0 0 1,0 1 0,-1-1-1,1 0 1,0 0-1,0 0 1,-1 0 0,1 0-1,0 0 1,0 1 0,-1-1-1,1 0 1,0 0-1,0 0 1,0 1 0,0-1-1,-1 0 1,1 0 0,0 0-1,0 1 1,0-1-1,0 0 1,0 0 0,0 1-1,0-1 1,-1 0 0,1 1-1,0-1 1,0 0-1,0 0 1,0 1 0,0-1-1,0 0 1,0 0 0,1 1-1,-1-1 1,0 0-1,0 1 1,0-1 0,0 0-1,0 0 1,0 1 0,0-1-1,0 0 1,1 0-1,-1 0 1,0 1 0,0-1-1,0 0 1,1 0 0,-1 0-1,0 1 1,0-1-1,0 0 1,1 0 0,-1 0-1,1 0 1,11 13-2,-9-11 8,0 1 1,0 0 0,-1 0-1,1 0 1,-1 1-1,3 3 1,-3-4-4,0 0 0,0 0 0,1-1 0,-1 1 0,1 0 0,0-1 0,-1 0 0,5 3 0,16 15 8,19 21-176,-16-24-88,-2-2-101,-20-12 233,0-1 1,0 1-1,0-1 1,0 0 0,0 0-1,0-1 1,0 1 0,1-1-1,-1 0 1,0 0 0,8 1-1,-4-1-87,0-1-1,0 1 1,0-1 0,1-1-1,9-1 1,-15 1 184,-1 0 1,1 0-1,-1 0 1,1-1-1,-1 1 1,0 0-1,0-1 0,1 0 1,-1 1-1,-1-1 1,1 0-1,0 0 1,2-3-1,-3 3 21,0 1-1,0-1 1,0 1-1,0-1 1,0 1-1,0-1 1,0 0-1,-1 1 1,1-1-1,-1 0 1,1 0-1,-1 1 1,0-1-1,1 0 1,-1 0-1,0 0 1,0 1-1,-1-1 1,1 0-1,-1-2 1,-17-31 31,13 28-8,1-1-1,0 1 1,1-1-1,-5-11 1,6 14 9,0-1-1,-1 1 1,1 1 0,-1-1 0,-1 0 0,-3-4-1,-9-14 195,8 1 235,6 11-159,2 8-148,0 6-61,17 14-159,-13-13 68,0-1 1,0 1-1,0 0 1,-1 1-1,1-1 1,-1 1 0,-1-1-1,5 9 1,-4-8 7,-1 0 0,1 0 0,0-1 0,7 8 0,-7-8 0,1 1 0,-1-1 0,0 1 0,5 9 0,15 28-109,-19-33-12,1 8-307,0-7 318,-3-5-1709,11-18-13669,-13 12 15113,1-1 0,0 1 0,-1 0 0,1 0 0,-1 0 0,1-1 0,-1 1 0,1 0 0,-1-1 0,0 1 0,0 0 0,0 0 0,0-1 0,1 1 0,-2 0 0,1-1 0,0 1 0,0 0 0,-1-3 0,-6-6-2999</inkml:trace>
</inkml:ink>
</file>

<file path=ppt/ink/ink1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38.684"/>
    </inkml:context>
    <inkml:brush xml:id="br0">
      <inkml:brushProperty name="width" value="0.035" units="cm"/>
      <inkml:brushProperty name="height" value="0.035" units="cm"/>
      <inkml:brushProperty name="color" value="#FF0066"/>
    </inkml:brush>
  </inkml:definitions>
  <inkml:trace contextRef="#ctx0" brushRef="#br0">60 35 1104,'-3'-2'593,"1"1"0,0-1 0,-1 1-1,1 0 1,-1 0 0,0 0 0,1 1 0,-1-1-1,0 1 1,0-1 0,1 1 0,-1 0 0,-5 0-1,9 26-292,19-15-201,-6-6-24,-14-5-74,1 0 0,-1 0 0,0 0 0,0 0 0,0 0 0,1 0 0,-1 0 0,0 0 0,0 0 0,0 0 0,1 0 0,-1 0 0,0 0 0,0 0 0,0 0 0,1 0 0,-1 0 0,0 0 0,0 0 0,0 0 1,0 0-1,1 0 0,-1-1 0,0 1 0,0 0 0,0 0 0,0 0 0,1 0 0,-1 0 0,0 0 0,0-1 0,0 1 0,0 0 0,0 0 0,0 0 0,0-1 0,0 1 0,1 0 0,-1 0 0,0 0 0,0 0 0,0-1 0,0 1 0,0 0 0,5-2 94,-5 2-88,1 0 0,-1 0 0,1 0 0,-1 0 0,1 0 0,-1 0 0,1 0 0,-1 0 0,1 0 0,-1 0 0,1-1 0,-1 1 0,1 0 0,-1 0 0,1-1 0,-1 1 0,1 0 0,-1-1 0,1 1 0,-1 0 0,0-1 0,1 1 0,0-1 0,3-6 129,-4 7-121,0 0-1,1 0 1,-1-1-1,0 1 1,1 0-1,-1 0 0,0-1 1,0 1-1,1 0 1,-1-1-1,0 1 1,0 0-1,0-1 1,1 1-1,-1-1 1,0 1-1,0 0 0,0-1 1,0 1-1,0 0 1,0-1-1,0 1 1,0-1-1,0 1 1,0-1-1,0 1 1,0 0-1,0-1 1,0 1-1,0 0 0,0-1 1,0 1-1,0-1 1,-1 1-1,1 0 1,0-1-1,-1 1 1,-3-6 205,2 3-53,-1 0 0,1 0 0,-1 0 0,0 0 1,1 1-1,-1 0 0,-5-4 0,6 5-162,1 1-1,-1-1 0,0 1 0,1-1 0,-1 1 1,0 0-1,1-1 0,-1 1 0,0 0 0,1 0 1,-1 0-1,0 0 0,1 1 0,-1-1 0,0 0 1,1 1-1,-1-1 0,0 1 0,1-1 0,-1 1 1,1 0-1,-1 0 0,1 0 0,0 0 0,-1 0 1,1 0-1,0 0 0,0 0 0,-1 0 0,1 1 1,0-1-1,-1 2 0,2-3-24,0 1 0,0 0 0,-1-1 0,1 1 0,0-1 0,0 1-1,0 0 1,0-1 0,0 1 0,0 0 0,0-1 0,0 1 0,0-1 0,0 1 0,0 0 0,0-1 0,0 1 0,0-1 0,1 1-1,-1 0 1,0-1 0,0 1 0,1-1 0,-1 1 0,0-1 0,1 1 0,-1-1 0,1 1 0,-1-1 0,0 1 0,1-1-1,-1 0 1,1 1 0,-1-1 0,1 0 0,0 1 0,-1-1 0,2 1 0,22 10-1950,18 0-4639,-34-7 3819</inkml:trace>
</inkml:ink>
</file>

<file path=ppt/ink/ink1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39.185"/>
    </inkml:context>
    <inkml:brush xml:id="br0">
      <inkml:brushProperty name="width" value="0.035" units="cm"/>
      <inkml:brushProperty name="height" value="0.035" units="cm"/>
      <inkml:brushProperty name="color" value="#FF0066"/>
    </inkml:brush>
  </inkml:definitions>
  <inkml:trace contextRef="#ctx0" brushRef="#br0">1 0 1616,'1'41'9862,"0"-33"-9183,1 1-1,0 0 1,0-1 0,5 13-1,-4-8-144,-3-11-457,0-1 0,0 1 0,0 0 0,1-1 0,-1 1 0,0 0-1,1-1 1,0 1 0,-1-1 0,1 1 0,0-1 0,1 2 0,3 5 267,1 0 0,-2 0-1,6 12 1,7 10 288,-10-11-429,-7-16-179,1-1 0,0 0 0,0 1 0,0-1 0,0 0 0,0 0 0,3 5 0,-3-5-9,1 0 1,0 0 0,0 1 0,-1-1-1,1 1 1,-1-1 0,0 1 0,0 0 0,0 0-1,1 4 1,-2-6-15,0-1 1,1 1-1,-1 0 0,0 0 0,0-1 0,0 1 1,1 0-1,-1 0 0,0-1 0,1 1 1,-1 0-1,0-1 0,1 1 0,-1 0 1,1-1-1,-1 1 0,1-1 0,0 1 1,-1-1-1,2 1 0,-2 0 0,1-1 0,0 1 0,-1-1 1,1 1-1,-1 0 0,1-1 0,-1 1 0,1-1 0,-1 1 0,1 0 0,-1 0 0,0-1 1,1 1-1,-1 0 0,0 0 0,0-1 0,1 1 0,-1 0 0,0 0 0,1 2 2549,-3-9-302,-26-35 2516,22 29-4460,-1-1 0,1 0 0,-6-23 0,6 16-215,4 14-78,0 0 0,0 0 0,1 1 1,0-1-1,0 0 0,1-7 0,0 11-12,3-41 5,-3 40-6,1 1-1,-1 0 1,1 0-1,0 0 1,0 0 0,0 0-1,0 0 1,0 0-1,0 0 1,0 1-1,1-1 1,-1 0-1,1 1 1,-1-1-1,1 1 1,3-3-1,-3 2 0,0 1-8,1-1 1,-1 1-1,0-1 1,0 1-1,0 0 1,1 0-1,-1 0 1,1 0 0,-1 1-1,0-1 1,1 0-1,0 1 1,-1 0-1,1 0 1,-1 0-1,1 0 1,3 0-1,14 4-250,1 2-1,30 11 0,-43-14-15,0 1-1,-1 0 1,0 0 0,0 1-1,0-1 1,-1 2-1,1-1 1,-1 1-1,8 9 1,-10-8-477,0 0 1,0 0-1,0 1 1,-1-1-1,3 11 0,1 2-1638,-3-10 717,9 16-4573,-10-19 3501,4-2-277,0-2 715</inkml:trace>
</inkml:ink>
</file>

<file path=ppt/ink/ink1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40.185"/>
    </inkml:context>
    <inkml:brush xml:id="br0">
      <inkml:brushProperty name="width" value="0.035" units="cm"/>
      <inkml:brushProperty name="height" value="0.035" units="cm"/>
      <inkml:brushProperty name="color" value="#FF0066"/>
    </inkml:brush>
  </inkml:definitions>
  <inkml:trace contextRef="#ctx0" brushRef="#br0">9 278 1216,'-9'11'4401,"9"-10"-4354,0-1-1,0 0 1,0 1-1,0-1 1,0 1 0,0-1-1,1 0 1,-1 1-1,0-1 1,0 0-1,0 1 1,0-1-1,0 1 1,1-1-1,-1 0 1,0 1 0,0-1-1,1 0 1,-1 0-1,0 1 1,0-1-1,1 0 1,-1 0-1,0 1 1,1-1 0,3 6 675,-4-5-668,1 0-1,0 0 1,-1 0 0,1 0 0,0 0 0,0 0 0,-1 0 0,1 0 0,0 0 0,0-1 0,0 1 0,0 0 0,0-1 0,0 1-1,0-1 1,1 1 0,-1-1 0,0 1 0,0-1 0,0 0 0,0 1 0,2-1 0,7 5 245,-7-5-242,1 0 1,-1 0-1,0 0 1,0-1-1,0 1 1,1-1-1,2-1 1,-5 2-50,0-1 1,-1 1-1,1-1 0,0 1 1,0-1-1,-1 1 0,1-1 1,0 0-1,0 1 0,-1-1 1,1 0-1,-1 0 0,1 1 1,-1-1-1,1 0 0,-1 0 1,1 0-1,-1 0 0,0 0 1,1 1-1,-1-1 0,0 0 0,0 0 1,0 0-1,0 0 0,0 0 1,0-1-1,0 1 4,1 0 0,-1 0 0,0-1 0,0 1 0,1 0 0,-1 0-1,1 0 1,-1 0 0,1 0 0,-1 0 0,1 0 0,0 0 0,1-1 0,-1 1 13,0 0 0,0 0 0,-1 0-1,1 0 1,0-1 0,0 1 0,-1 0 0,1-1 0,-1 1 0,1 0 0,-1-1 0,0 1-1,1-1 1,-1-1 0,-1-1 95,0 0 0,0 0 0,0 0-1,-1 0 1,1 0 0,-1 0 0,0 0 0,0 0-1,-4-4 1,-2-5 184,-3 5-35,10 8-242,1-1 1,-1 1 0,0 0-1,0-1 1,1 1-1,-1-1 1,0 1-1,1-1 1,-1 1 0,1-1-1,-1 1 1,0-1-1,1 1 1,-1-1 0,1 0-1,0 1 1,-1-1-1,1 0 1,-1 1-1,1-3 1,-1 3-11,1 0 1,0 0-1,-1 0 1,1-1-1,0 1 1,-1 0-1,1 0 1,-1 0-1,1 0 0,0-1 1,-1 1-1,1 0 1,0 0-1,-1 0 1,1 0-1,-1 0 0,1 0 1,-1 0-1,1 0 1,0 0-1,-1 1 1,1-1-1,0 0 0,-1 0 1,1 0-1,-1 0 1,1 0-1,0 1 1,-1-1-1,-11 5 180,6 2-178,4-6-17,1 0 0,0 1-1,0-1 1,0 0 0,1 0-1,-1 1 1,0-1 0,0 0-1,1 1 1,-1-1 0,0 1-1,1-1 1,0 1 0,-1-1-1,1 1 1,0-1 0,0 1-1,0 2 1,0 0 1,1 0 0,-1 0 1,1 0-1,0 0 0,0 0 1,1-1-1,-1 1 0,1 0 1,0-1-1,0 1 0,0-1 1,0 1-1,1-1 0,-1 0 0,1 0 1,0 0-1,0 0 0,6 4 1,0-1-37,-1 0 1,2 0-1,-1-1 0,0-1 1,1 1-1,12 3 1,-12-5-53,2 1-55,-1-1 1,1 0-1,0 0 0,0-1 0,23 1 1,287-20-26,-263 13 199,218-29-238,-266 32 158,-1-1 0,1 0 0,14-5 0,-21 6 52,0-1 1,1 1 0,-1-1 0,0-1-1,0 1 1,-1 0 0,1-1-1,0 0 1,-1 0 0,5-4-1,1-1 125,-8 8-112,0-1 0,1 0 0,-1 0 0,0 0 0,0 0 0,0 0 0,0 0 0,0 0 0,0 0 0,-1 0 0,2-2 0,2-5 94,2-9 485,-6 17-572,0-1-1,0 1 1,0-1-1,0 1 1,0-1-1,-1 1 1,1-1-1,0 1 1,0-1-1,0 1 0,0-1 1,-1 1-1,1-1 1,0 1-1,0-1 1,-1 1-1,1-1 1,0 1-1,-1-1 1,1 1-1,0 0 1,-1-1-1,1 1 1,-1 0-1,1-1 0,-1 1 1,-1-1 164,1 0-33,-1 0 0,1 0 0,0 0 0,-1 0 0,1 0 0,-1 1-1,0-1 1,1 1 0,-1-1 0,1 1 0,-1 0 0,0-1 0,-1 1 0,1 0 251,-31 1 2274,-19 12-810,31-9-928,-39 15 1,49-15-558,1 0 1,0 2-1,0-1 0,0 1 0,1 0 1,-16 14-1,10-10 136,14-10-498,1 0 1,-1 1-1,0-1 0,0 1 1,0-1-1,1 1 1,-1-1-1,0 1 1,1-1-1,-1 1 0,0 0 1,1-1-1,-1 1 1,1 0-1,-1 0 1,1-1-1,-1 2 0,-10 11 363,10-12-374,0 0 1,0 0 0,0 0 0,0-1-1,0 1 1,0 0 0,1 0 0,-1 0 0,0 0-1,1 0 1,-1 1 0,1-1 0,-1 0-1,1 0 1,-1 0 0,1 0 0,0 1-1,0-1 1,-1 0 0,1 0 0,0 2-1,0-2-9,0-1-1,0 1 0,1 0 0,-1 0 0,0 0 0,0-1 0,0 1 0,1 0 0,-1 0 0,0-1 0,1 1 0,-1 0 0,1-1 0,-1 1 0,1 0 0,-1-1 0,1 1 0,-1-1 0,1 1 0,-1 0 0,1-1 0,0 0 0,-1 1 0,3 0 0,-1 0 17,1 0 0,-1 0 0,1-1 0,-1 1 0,1-1 0,0 1 0,0-1 0,2 0 0,0 0 17,0 0 1,0 0 0,0-1-1,0 0 1,0 0-1,0 0 1,-1 0-1,1-1 1,6-3-1,7-3 47,14-8 47,-31 15-118,1 1 1,-1-1-1,0 0 1,0 0-1,0 0 1,0 1-1,0-1 1,0 0-1,-1 0 1,1 0 0,0-1-1,0 1 1,-1 0-1,1 0 1,-1 0-1,1 0 1,-1-1-1,1 1 1,-1 0-1,1-3 1,3-10 206,-4 13-191,1 0 1,-1 0-1,1 0 0,-1-1 0,1 1 0,-1 0 1,0 0-1,0-1 0,1 1 0,-1 0 0,0 0 1,0-1-1,0 1 0,-1 0 0,1-1 0,0 0 1,-5-13 186,4 8-74,-2 0-1,1 0 1,-1 0-1,0 0 0,-4-6 1,-34-49 585,18 24-136,19 31-430,-1-1 1,1 1-1,-10-11 1,0 3 27,11 10-141,-1 1 0,1 0 0,-1 1 1,0-1-1,-7-4 0,5 2-49,5 6 0,1-1 0,-1 0 0,1 0 0,-1 1 0,0-1 0,1 0 0,-1 1 0,0-1 0,1 1 0,-1-1 0,0 1 0,0-1 0,0 1 0,0 0 0,1-1 0,-1 1 0,0 0 0,0 0 0,0-1 0,0 1 0,0 0 0,-2 0 0,1 0 0,0 0 0,-3-4 0,-1 4 0,8 7 0,2-4 0,5 13 0,3 4 0,9 7 0,4 3 0,28 44 0,-37-49 0,-8-13 0,-1 0 0,11 23 0,-8-12 4,18 28 0,-7-15-68,-3 1-1936,-1 0-3574,-16-35 4808,1 0 0,-1 0 0,1 0 0,0 0 0,0 0 0,0 0 0,0-1 0,0 1 0,1 0-1,4 1 1,-3 0-957,6-2-7896</inkml:trace>
</inkml:ink>
</file>

<file path=ppt/ink/ink1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40.553"/>
    </inkml:context>
    <inkml:brush xml:id="br0">
      <inkml:brushProperty name="width" value="0.035" units="cm"/>
      <inkml:brushProperty name="height" value="0.035" units="cm"/>
      <inkml:brushProperty name="color" value="#FF0066"/>
    </inkml:brush>
  </inkml:definitions>
  <inkml:trace contextRef="#ctx0" brushRef="#br0">7 111 456,'-7'1'3952,"11"3"-312,17 1 255,37-10-2168,-40 4-1457,0-1 0,33-7 0,6-1-132,-27 6-121,1-2 0,56-19 1,-45 16-103,-7 2-154,-22 3-550,1-1 0,-1 0 0,21-12 0,-34 17 737,0 0 0,-1 0-1,1 0 1,0 0 0,0 0-1,0 0 1,-1 0 0,1 0-1,0 0 1,0 0 0,0 0-1,-1 0 1,1-1 0,0 1-1,0 0 1,0 0 0,0 0-1,-1 0 1,1 0 0,0 0-1,0-1 1,0 1 0,0 0-1,0 0 1,0 0-1,-1 0 1,1-1 0,0 1-1,0 0 1,0 0 0,0 0-1,0-1 1,0 1 0,0 0-1,0 0 1,0 0 0,0 0-1,0-1 1,0 1 0,0 0-1,0 0 1,0 0 0,0-1-1,0 1 1,0 0 0,0 0-1,0 0 1,0-1 0,0 1-1,1 0 1,-1 0 0,0 0-1,0 0 1,0-1 0,0 1-1,0 0 1,0 0 0,1 0-1,-1 0 1,0 0 0,0-1-1,0 1 1,0 0-1,1 0 1,-1 0 0,0 0-1,0 0 1,-13-2-1776,8 2 1306,0 1 1,1-1-1,-1 1 1,1 0-1,-1 1 1,1-1-1,-5 3 1,-1 1-558</inkml:trace>
</inkml:ink>
</file>

<file path=ppt/ink/ink1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2:40.815"/>
    </inkml:context>
    <inkml:brush xml:id="br0">
      <inkml:brushProperty name="width" value="0.035" units="cm"/>
      <inkml:brushProperty name="height" value="0.035" units="cm"/>
      <inkml:brushProperty name="color" value="#FF0066"/>
    </inkml:brush>
  </inkml:definitions>
  <inkml:trace contextRef="#ctx0" brushRef="#br0">113 79 24,'-81'47'10858,"65"-39"-8565,0 1 4347,17-6-3241,9-2-813,-9-1-1768,15-5 431,161-22 304,75-20-1620,-207 38-136,53-12-1356,-98 21 1502,0 0-1,0 0 1,0 0 0,1 0-1,-1 0 1,0 0 0,0-1-1,0 1 1,0 0 0,0 0-1,1 0 1,-1 0-1,0 0 1,0 0 0,0 0-1,0 0 1,0 0 0,0 0-1,1 0 1,-1-1-1,0 1 1,0 0 0,0 0-1,0 0 1,0 0 0,0 0-1,0 0 1,0-1-1,0 1 1,1 0 0,-1 0-1,0 0 1,0 0 0,0-1-1,0 1 1,0 0-1,0 0 1,0 0 0,0 0-1,0 0 1,0-1 0,0 1-1,0 0 1,0 0-1,-1 0 1,1 0 0,0-1-1,0 1 1,0 0 0,0 0-1,0 0 1,0 0-1,0 0 1,0 0 0,0-1-1,0 1 1,-1 0 0,1 0-1,0 0 1,0 0-1,0 0 1,0 0 0,0 0-1,-1 0 1,-16-10-4014,-26-6-4268,26 12 4258,0 3-265</inkml:trace>
</inkml:ink>
</file>

<file path=ppt/ink/ink1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3:56.847"/>
    </inkml:context>
    <inkml:brush xml:id="br0">
      <inkml:brushProperty name="width" value="0.035" units="cm"/>
      <inkml:brushProperty name="height" value="0.035" units="cm"/>
      <inkml:brushProperty name="color" value="#FFFFFF"/>
    </inkml:brush>
  </inkml:definitions>
  <inkml:trace contextRef="#ctx0" brushRef="#br0">189 76 2385,'-28'2'13393,"-5"1"2580,28-3-15094,10 1-742,-5-1-137,0 0 0,0 0 0,0 0 0,1 0 0,-1 1 0,0-1 0,0 0 0,0 0 0,0 0 0,1 0 0,-1 0 0,0 1 0,0-1 0,0 0 0,0 0 0,0 0 0,0 0 0,0 1 0,0-1 0,0 0 0,1 0 0,-1 0 0,0 1 0,0-1 0,0 0 0,0 0 0,0 0 0,0 1 0,0-1 0,0 0 0,0 0 0,0 0 0,0 1 0,-1-1 0,1 0 0,-9 4 0,0-3 0,0 3 0,1 1 0,-1-4 0,1 3 0,-1-2 0,-1 3 0,5 0 0,2 0 0,-3 0 0,5 1 0,1-1 0,-1-5 0,1 0 0,0-1 0,0 1 0,0 0 0,0 0 0,0 0 0,0 0 0,0-1 0,-1 1 0,1 0 0,0 0 0,0 0 0,0 0 0,0 0 0,-1 0 0,1-1 0,0 1 0,0 0 0,0 0 0,0 0 0,-1 0 0,1 0 0,0 0 0,0 0 0,0 0 0,-1 0 0,1 0 0,0 0 0,0 0 0,0 0 0,-1 0 0,1 0 0,0 0 0,0 0 0,0 0 0,-1 0 0,1 0 0,0 1 0,0-1 0,0 0 0,0 0 0,-1 0 0,1 0 0,0 0 0,0 0 0,0 1 0,0-1 0,0 0 0,-1 0 0,1 0 0,0 0 0,0 1 0,-1-6 0,-5 4 0,-6-8 0,12 9 0,0-1 0,-1 1 0,1 0 0,0 0 0,-1 0 0,1 0 0,0 0 0,-1-1 0,1 1 0,-1 0 0,1 0 0,0 0 0,-1 0 0,1 0 0,0 0 0,-1 0 0,1 0 0,-1 0 0,1 1 0,0-1 0,-1 0 0,1 0 0,0 0 0,-1 0 0,1 1 0,0-1 0,-1 0 0,1 0 0,0 0 0,0 1 0,0-1 0,-1 0 0,1 0 0,0 0 0,0 0 0,0 0 0,0 0 0,0 0 0,0 0 0,0 0 0,0 0 0,0 0 0,0 0 0,0 0 0,-1 0 0,1 0 0,0 0 0,0 0 0,0 0 0,0 0 0,0 0 0,0 0 0,0 0 0,0 0 0,0 0 0,-1 0 0,1 0 0,0 0 0,0 0 0,0 0 0,0 0 0,0 0 0,0 0 0,0 0 0,0 0 0,0 0 0,0 0 0,-1 0 0,1 0 0,0 0 0,0 0 0,0 0 0,0 0 0,0 0 0,0-1 0,0 1 0,0 0 0,0 0 0,0 0 0,0 0 0,0 0 0,0 0 0,0 0 0,0 0 0,0 0 0,0-1 0,0 1 0,0 0 0,0 0 0,0 0 0,0 0 0,-1-27 0,2 22 0,-1 4 0,1 1 0,-1 0 0,0-1 0,0 1 0,1 0 0,-1-1 0,0 1 0,0 0 0,1-1 0,-1 1 0,0 0 0,1 0 0,-1-1 0,0 1 0,1 0 0,-1 0 0,1 0 0,-1 0 0,0 0 0,1-1 0,-1 1 0,1 0 0,-1 0 0,1 0 0,-1 0 0,0 0 0,1 0 0,-1 0 0,1 0 0,-1 0 0,1 1 0,2-2 0,-2-9 0,-1 7 0,-7-10 0,7 12-31,0 0 0,0 1 0,0-1 0,0 1 0,0-1 0,0 1 0,0-1-1,0 0 1,0 1 0,0-1 0,0 1 0,1-1 0,-1 1 0,0-1 0,0 1 0,1-1 0,-1 1 0,0-1 0,1 1 0,-1-1 0,0 1 0,1-1 0,-1 1-1,1 0 1,-1-1 0,1 1 0,0-1 0,0 1-41,-1 0 0,1-1 0,-1 1 0,0 0 0,1-1 0,-1 1 0,1 0 0,-1-1 0,0 1 0,1-1 0,-1 1 0,0 0-1,1-1 1,-1 1 0,0-1 0,0 1 0,0-1 0,1 1 0,-1-1 0,0 1 0,0-1 0,0 1 0,0-1 0,0 0 0,0 0 0,0 1-285,-1-1 0,1 1 1,-1-1-1,1 1 0,0-1 0,-1 1 1,1-1-1,0 1 0,0-1 1,-1 1-1,1-1 0,0 1 0,0-1 1,0 1-1,0-1 0,0 1 1,0-1-1,-1 1 0,1-1 1,0 0-1,1 1 0,-1-1 0,0 1 1,0-1-1,0 1 0,0-1 1,0 1-1,0-1 0,1 1 0,-1-1 1,0 1-1,1-1 0,-1 1 1,0-1-1,1 1 0,-1-1 0,0 1 1,1 0-1,-1-1 0,1 1 1,-1 0-1,0-1 0,2 1 0,12-7-9031,-12 3 4688</inkml:trace>
</inkml:ink>
</file>

<file path=ppt/ink/ink1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3:59.145"/>
    </inkml:context>
    <inkml:brush xml:id="br0">
      <inkml:brushProperty name="width" value="0.035" units="cm"/>
      <inkml:brushProperty name="height" value="0.035" units="cm"/>
      <inkml:brushProperty name="color" value="#FFFFFF"/>
    </inkml:brush>
  </inkml:definitions>
  <inkml:trace contextRef="#ctx0" brushRef="#br0">184 36 168,'8'-33'29577,"-13"31"-27762,5 2-1796,0 0-1,0 0 1,1 0-1,-1 0 1,0 0-1,0 0 1,0 1 0,0-1-1,0 0 1,1 0-1,-1 0 1,0 0-1,0 0 1,0 1 0,0-1-1,0 0 1,0 0-1,0 0 1,0 0-1,0 1 1,0-1 0,1 0-1,-1 0 1,0 0-1,0 0 1,0 1-1,0-1 1,0 0 0,0 0-1,0 0 1,0 1-1,0-1 1,-1 0-1,1 0 1,0 0 0,0 0-1,0 1 1,0-1-1,0 0 1,0 0-1,0 0 1,0 0-1,0 0 1,0 1 0,-1-1-1,1 0 1,0 0-1,0 0 1,0 0-1,0 0 1,0 0 0,-1 0-1,1 1 1,0-1-1,0 0 1,0 0-1,0 0 1,-1 0 0,1 0-1,0 0 1,0 0-1,0 0 1,-1 0-1,1 0 1,24 49-19,-22-45 0,0 0 0,0 0 0,-1 0 0,1 0 0,0 7 0,4 11 0,-1-8 0,-1 1 0,0 1 0,-1-1 0,1 22 0,4 21 0,-6-44 0,2 1 0,0-1 0,10 24 0,-8-22 0,-5-12 0,1-1 0,-1 0 0,0 0 0,1 0 0,0 1 0,0-1 0,0-1 0,3 5 0,8 7 0,-10-10 0,0 0 0,0-1 0,0 1 0,1-1 0,-1 0 0,1 0 0,0-1 0,7 5 0,-4-4 0,-4-1 0,0 0 0,1-1 0,-1 1 0,1-1 0,0 0 0,-1 0 0,1 0 0,0-1 0,0 1 0,-1-1 0,1 0 0,0 0 0,0 0 0,0 0 0,-1-1 0,1 1 0,6-3 0,8-4 0,-1 0 0,0-1 0,0-1 0,-1 0 0,0-1 0,-1-1 0,0-1 0,-1 0 0,0-1 0,24-28 0,-13 13 0,-17 19 0,0 1 0,11-17 0,58-75 0,-9 14 0,-60 77 0,-7 9 0,0-1 0,-1 1 0,1-1 0,0 0 0,-1 1 0,1-1 0,0 0 0,-1 0 0,1 0 0,-1 0 0,1 1 0,-1-1 0,0 0 0,1 0 0,-1-1 0,1 1 0,-1 0 0,0 1 0,0-1 0,1 1 0,-1-1 0,0 1 0,1-1 0,-1 1 0,1-1 0,-1 1 0,1-1 0,-1 1 0,1 0 0,-1-1 0,1 1 0,-1 0 0,1-1 0,-1 1 0,1 0 0,0 0 0,-1-1 0,1 1 0,-1 0 0,1 0 0,0 0 0,-1 0 0,1 0 0,0 0 0,0 0 0,0 1 0,0 0 0,1 1 0,-1-1 0,0 1 0,0-1 0,-1 1 0,1-1 0,0 1 0,0-1 0,-1 1 0,1 0 0,-1-1 0,0 1 0,1 0 0,-1 0 0,0-1 0,0 4 0,-1 40 0,0-26 0,0-11 0,0-1 0,0 1 0,-1-1 0,0 1 0,0-1 0,-1 0 0,0 0 0,0 0 0,-1 0 0,-5 8 0,-1 3 0,7-13 0,2-3 0,0 0 0,0 0 0,0 0 0,0 0 0,1 0 0,-1 1 0,0-1 0,1 0 0,0 0 0,-1 1 0,1-1 0,0 0 0,1 4 0,-1-6 0,0 1 0,0-1 0,0 1 0,0-1 0,0 1 0,0-1 0,1 1 0,-1-1 0,0 1 0,0-1 0,1 1 0,-1-1 0,0 1 0,1-1 0,-1 0 0,0 1 0,1-1 0,-1 1 0,0-1 0,1 0 0,-1 0 0,1 1 0,-1-1 0,1 0 0,-1 0 0,1 1 0,-1-1 0,1 0 0,-1 0 0,1 0 0,-1 0 0,1 0 0,-1 0 0,1 0 0,-1 0 0,1 0 0,-1 0 0,1 0 0,-1 0 0,1 0 0,0 0 0,0-1 0,-1 1 0,4 0 0,1 0 0,-1-1 0,0 0 0,1 0 0,-1 0 0,0-1 0,0 1 0,0-1 0,0 0 0,0 0 0,0 0 0,-1-1 0,1 1 0,-1-1 0,1 0 0,-1 0 0,0 0 0,0-1 0,-1 1 0,1 0 0,3-7 0,-5 7 0,0 1 0,-1 0 0,1-1 0,-1 1 0,1-1 0,-1 1 0,0-1 0,0 1 0,0-1 0,-1 0 0,1 1 0,0-1 0,-1 1 0,0 0 0,1-1 0,-1 1 0,0 0 0,0-1 0,-1 1 0,-1-4 0,-3 4 0,1-1 0,-1 1 0,1 0 0,-1 0 0,0 1 0,0-1 0,0 1 0,0 1 0,0-1 0,0 1 0,0 0 0,0 1 0,0-1 0,-12 3 0,12-1 0,-1-1 0,1 1 0,-1 1 0,1-1 0,0 1 0,-1 0 0,1 0 0,1 1 0,-1-1 0,0 1 0,1 1 0,0-1 0,-5 7 0,-7 8 0,12-14 0,1-1 0,0 1 0,0 0 0,1 0 0,0 0 0,0 0 0,0 1 0,-4 11 0,5-13 0,1 0 0,0 1 0,0-1 0,0 0 0,1 1 0,0-1 0,-1 1 0,2-1 0,-1 1 0,0-1 0,1 1 0,0-1 0,0 1 0,0-1 0,1 0 0,1 5 0,1-3 0,-1 0 0,1-1 0,0 0 0,0 0 0,1 0 0,-1 0 0,1-1 0,0 0 0,0 0 0,10 6 0,4 1 0,0-2 0,0 0 0,1-1 0,0 0 0,1-2 0,-1 0 0,1-2 0,0 0 0,1-1 0,-1-2 0,0 0 0,1-1 0,-1-1 0,29-5 0,-45 5 0,1 1 0,-1-2 0,0 1 0,0-1 0,0 0 0,0 0 0,0 0 0,0 0 0,5-4 0,-10 5 0,0 1 0,0 0 0,1-1 0,-1 1 0,0 0 0,0-1 0,1 1 0,-1-1 0,0 1 0,0-1 0,0 1 0,0 0 0,1-1 0,-1 1 0,0-1 0,0 1 0,0-1 0,0 1 0,0-1 0,0 1 0,0 0 0,0-1 0,-1 1 0,1-1 0,0 1 0,0-1 0,0 1 0,0 0 0,-1-1 0,1 1 0,0-1 0,0 1 0,-1 0 0,1-1 0,0 1 0,-1 0 0,1-1 0,0 1 0,-1 0 0,1-1 0,0 1 0,-1 0 0,1 0 0,-1 0 0,1-1 0,-1 1 0,-24-8 0,20 7 0,-13-3 0,0 1 0,0 1 0,-1 1 0,-22 1 0,-78 10 0,73-5 0,-44 8 0,-120 33 0,150-29 0,1 3 0,1 2 0,1 3 0,0 3 0,-54 36 0,99-57 0,1 1 0,0 0 0,0 0 0,1 1 0,0 1 0,1 0 0,-16 21 0,22-27 0,1-1 0,0 0 0,1 0 0,-1 1 0,1-1 0,-1 1 0,1 0 0,0-1 0,0 1 0,1 0 0,-1 0 0,1 0 0,0-1 0,0 1 0,0 0 0,0 0 0,1 0 0,-1-1 0,1 1 0,0 0 0,0 0 0,1-1 0,-1 1 0,1-1 0,0 1 0,0-1 0,0 0 0,0 0 0,0 0 0,1 0 0,-1 0 0,4 2 0,5 5 0,0-1 0,0-1 0,1 0 0,1 0 0,-1-2 0,1 1 0,0-2 0,1 1 0,-1-2 0,15 4 0,20 2 0,78 7 0,-10-12 0,135-9 0,-152-5 0,162-35 0,-208 32 0,54-18 0,-85 22 0,0-1 0,-1-1 0,0-1 0,0-1 0,18-14 0,-36 24 0,-1 0 0,1 0 0,-1 0 0,0 0 0,0 0 0,0-1 0,0 1 0,-1-1 0,1 0 0,-1 1 0,1-1 0,1-5 0,-3 7 0,0 0 0,0 0 0,0 1 0,0-1 0,0 0 0,0 0 0,0 0 0,0 0 0,0 1 0,0-1 0,0 0 0,0 0 0,-1 0 0,1 1 0,0-1 0,-1 0 0,1 0 0,0 1 0,-1-1 0,0-1 0,0 1 0,0 0 0,-1 0 0,1 1 0,0-1 0,-1 0 0,1 0 0,-1 1 0,1-1 0,-1 1 0,1-1 0,-1 1 0,1-1 0,-1 1 0,-2 0 0,-34-1 0,-1 1 0,1 3 0,-54 9 0,78-10 0,-73 13 0,0 4 0,2 4 0,1 3 0,-130 60 0,156-58 0,-69 42 0,106-57 0,1 2 0,0 0 0,1 1 0,1 1 0,1 1 0,-21 26 0,34-39 0,0 1 0,0 0 0,1 0 0,0 0 0,0 1 0,0-1 0,1 1 0,0-1 0,0 1 0,1 0 0,0 0 0,0 0 0,0 0 0,1 8 0,1-9 0,-1 0 0,2-1 0,-1 1 0,0-1 0,1 1 0,0-1 0,1 1 0,-1-1 0,1 0 0,0 0 0,0 0 0,0 0 0,1-1 0,0 1 0,0-1 0,6 6 0,8 3 0,0 0 0,0-1 0,1-1 0,1-1 0,0 0 0,0-2 0,35 10 0,155 26 0,-204-43 0,207 26 0,241-2 0,-269-26 0,255-34 0,-378 27 0,-1-2 0,1-2 0,94-34 0,-141 40 0,0-1 0,-1 0 0,1-1 0,-1-1 0,-1-1 0,0 1 0,15-15 0,-27 23 0,0 0 0,0 0 0,-1 0 0,1 0 0,0 0 0,0 0 0,0-1 0,-1 1 0,1 0 0,0 0 0,-1-1 0,1 1 0,-1 0 0,0-1 0,1 1 0,-1 0 0,0-1 0,0 1 0,0 0 0,0-1 0,0 1 0,0-1 0,-1-1 0,0 1 0,0 0 0,0 0 0,0 0 0,0 1 0,-1-1 0,1 0 0,-1 1 0,1-1 0,-1 1 0,1 0 0,-1-1 0,0 1 0,1 0 0,-3-1 0,-7-3 0,-1 1 0,1-1 0,-1 2 0,-15-4 0,-25-2 0,-106-4 0,-57 14 0,196 0 0,-639 53 0,516-30 0,2 6 0,-215 75 0,327-95 0,1 1 0,0 1 0,1 2 0,-31 20 0,53-31 0,0 1 0,0-1 0,0 1 0,0-1 0,1 1 0,-1 0 0,1 1 0,-5 8 0,7-12 0,0 1 0,0 0 0,0 0 0,1 0 0,-1 0 0,1 0 0,-1 0 0,1 0 0,0 0 0,0 0 0,0 0 0,0 0 0,0 0 0,0 0 0,0 0 0,1 0 0,-1 0 0,1 0 0,-1 0 0,1 0 0,0 0 0,0 0 0,0-1 0,0 1 0,2 3 0,1-1 0,1 0 0,-1 0 0,1 0 0,0 0 0,0-1 0,0 0 0,1 0 0,-1 0 0,1-1 0,-1 0 0,1 0 0,8 2 0,12 1 0,39 4 0,-52-7 0,103 7-815,2-5 0,-1-4 1,144-21-1,-84-5-2348,246-69 0,-224 33-9806,-105 34 6301</inkml:trace>
</inkml:ink>
</file>

<file path=ppt/ink/ink1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00.650"/>
    </inkml:context>
    <inkml:brush xml:id="br0">
      <inkml:brushProperty name="width" value="0.035" units="cm"/>
      <inkml:brushProperty name="height" value="0.035" units="cm"/>
      <inkml:brushProperty name="color" value="#FFFFFF"/>
    </inkml:brush>
  </inkml:definitions>
  <inkml:trace contextRef="#ctx0" brushRef="#br0">6451 632 3633,'-121'-44'13164,"-2"10"-5812,-28 10-3654,91 19-3509,-113 5 0,-426 77-76,-907 244-64,664-90-51,7 29 102,-266 130 483,720-231-264,20 33 183,338-179-449,1 2 0,0 0-1,2 1 1,-1 1 0,2 1 0,-24 27-1,40-41-38,0 1 0,0-1-1,0 1 1,1 0 0,-1-1-1,1 1 1,1 0 0,-1 0-1,1 0 1,-1 0 0,1 1-1,1-1 1,-1 6 0,1-7-2,1 1 1,-1-1 0,1 1-1,0-1 1,0 0-1,1 1 1,-1-1 0,1 0-1,0 0 1,0 0 0,1 0-1,4 6 1,2 0 14,1 0-1,0-1 1,1 0-1,0 0 1,1-1 0,-1-1-1,1 0 1,25 10-1,10 2 48,2-2 0,78 18-1,112 6 65,450 11 105,7-56-115,1210-116-20,-7-108 88,-592 20-182,-283 1-96,-29-82 82,-626 137 47,-303 119-33,-2-2 0,-2-3 1,77-63-1,-116 83-18,-1-2 1,-1 0-1,-1-2 1,33-45-1,-46 56 1,0-1-1,-1 1 1,0-1 0,-1 0 0,0-1-1,-1 1 1,-1-1 0,0 0 0,0 0 0,-1 0-1,-1 0 1,0-24 0,-2 27-2,-1-1 1,0 1 0,0-1 0,-1 1-1,0 0 1,0 0 0,-1 0-1,-11-18 1,6 13-1,-1 2 0,0-1 0,-1 1 0,-1 1 0,-13-13 1,-4 2 4,-1 1 1,0 1 0,-2 2 0,-52-24 0,13 13 9,-1 4 0,-1 3 0,-103-20 0,-234-13 71,161 40 33,-382 24-1,-243 81 172,-621 190 50,439 28-335,802-212 0,5 10 0,-246 146 0,421-208 0,2 3 0,-130 111 0,188-144 0,0 1 0,0 1 0,2 0 0,0 0 0,-15 26 0,24-36 0,0 0 0,1-1 0,0 2 0,-1-1 0,2 0 0,-1 0 0,1 1 0,0-1 0,0 1 0,0-1 0,1 1 0,-1-1 0,1 1 0,1 0 0,-1-1 0,1 1 0,0-1 0,0 1 0,1-1 0,0 0 0,0 0 0,0 1 0,3 4 0,2-1 0,1 0 0,-1 0 0,1-1 0,1 0 0,0-1 0,0 0 0,0 0 0,1-1 0,0 0 0,0-1 0,1 0 0,-1 0 0,1-1 0,13 3 0,19 4 0,1-1 0,60 4 0,11-4 0,161-8 0,120-31 0,344-66 0,2-30 0,-658 111 0,1077-220 0,-6-44 0,219-117 0,-612 105 0,-451 145 0,-250 112 0,-1-3 0,101-81 0,-145 105 0,-2-2 0,1 1 0,-2-2 0,0 0 0,15-22 0,-26 34 0,1-1 0,-1 0 0,0 0 0,0 0 0,0 0 0,-1-1 0,1 1 0,-1 0 0,0-1 0,0 1 0,-1-1 0,1 1 0,-1-1 0,0 1 0,0-1 0,-1 1 0,1-1 0,-1 1 0,0-1 0,0 1 0,-1 0 0,1-1 0,-1 1 0,0 0 0,0 0 0,0 0 0,-1 0 0,1 1 0,-4-4 0,0 0 0,0 1 0,-1 0 0,0 0 0,0 1 0,0 0 0,-1 0 0,-10-5 0,-3 1 0,-36-12 0,-1 5 0,0 3 0,0 3 0,-85-6 0,-185 11 0,-369 53 0,4 54 0,-326 108 0,-331 169 0,574-93 0,31 64 0,662-306 0,2 4 0,3 4 0,-91 76 0,151-113 0,1 1 0,0 1 0,1 1 0,1 0 0,0 1 0,-15 28 0,27-42 0,1 0 0,-1 0 0,1 0 0,1 0 0,-1 1 0,1-1 0,0 1 0,0-1 0,0 1 0,1 0 0,0-1 0,0 1 0,0-1 0,1 1 0,2 9 0,-1-9 0,0 0 0,1 0 0,0 0 0,0-1 0,0 1 0,1-1 0,0 1 0,0-1 0,0 0 0,1-1 0,8 8 0,4 0 0,-1-1 0,2-1 0,-1-1 0,1 0 0,1-1 0,-1-1 0,36 8 0,13-1 0,1-3 0,123 4 0,146-19 0,-289 2 0,764-59 0,-1-44 0,1151-228 0,-17-89 0,-874 144 0,-20-58 0,-108-52 0,-720 264 0,-215 120 0,16-12 0,-23 16 0,-1-1 0,1 1 0,-1-1 0,1 1 0,0-1 0,-1 1 0,1-1 0,-1 1 0,1-1 0,-1 0 0,1 1 0,-1-1 0,1 0 0,-1 0 0,0 1 0,0-1 0,1 0 0,-1 0 0,0 0 0,0 1 0,0-1 0,0 0 0,0 0 0,0-1 0,0 1 0,-1 0 0,1 1 0,-1-1 0,0 0 0,1 0 0,-1 1 0,0-1 0,0 0 0,0 1 0,0-1 0,1 1 0,-1-1 0,0 1 0,0-1 0,0 1 0,0 0 0,0-1 0,0 1 0,0 0 0,0 0 0,0 0 0,0 0 0,0 0 0,-2 0 0,-31 1 0,31-1 0,-52 8 0,-88 22 0,-57 30 0,155-46 0,-596 209 0,8 25 0,368-142 0,-868 375 0,601-204 0,519-269 0,-13 7 3,-31 24-1,50-34-5,1 1 0,-1 0 1,1 1-1,0 0 0,1 0 0,-1 0 1,2 0-1,-8 14 0,11-19-42,0 0 0,0-1 0,0 1 0,1 0 1,-1 0-1,1 0 0,-1-1 0,1 1 0,0 0 0,-1 0 0,1 0 0,0 0 0,0 0 1,1 0-1,-1-1 0,0 1 0,1 0 0,-1 0 0,1 0 0,-1 0 0,1-1 0,0 1 1,0 0-1,0-1 0,0 1 0,0-1 0,0 1 0,0-1 0,0 1 0,1-1 0,-1 0 1,3 2-1,3 1-319,-1 0-1,1 0 1,0-1 0,0-1 0,0 1 0,0-1 0,13 2 0,15 2-1534,0-1 0,1-2 0,48-2 0,111-18-4957,10-13 705,29-11-78</inkml:trace>
</inkml:ink>
</file>

<file path=ppt/ink/ink1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06.912"/>
    </inkml:context>
    <inkml:brush xml:id="br0">
      <inkml:brushProperty name="width" value="0.035" units="cm"/>
      <inkml:brushProperty name="height" value="0.035" units="cm"/>
      <inkml:brushProperty name="color" value="#FF0066"/>
    </inkml:brush>
  </inkml:definitions>
  <inkml:trace contextRef="#ctx0" brushRef="#br0">1313 70 1712,'0'0'2078,"-10"-1"2985,-13-13 4017,22 13-7419,-19-10 5093,16 11-6220,-1-1-1,1 0 0,0 0 1,0 0-1,0-1 1,0 1-1,-6-4 0,-27-9 1454,-73 4-1822,40 4-165,48 5 0,0 1 0,-1 1 0,-44 8 0,15-2 0,22-3 0,0 0 0,1 2 0,-47 16 0,29-8 0,32-10 0,0 0 0,-27 12 0,-13 8 0,40-19 0,0 1 0,0 1 0,1 0 0,0 1 0,0 0 0,-14 13 0,-4 6 0,-13 15 0,-118 166 0,148-185 0,-14 30 0,-4 6 0,26-47 0,1 0 0,0 0 0,1 0 0,0 1 0,1 0 0,1 0 0,0 0 0,-2 18 0,4-20 0,0 0 0,1 0 0,0 1 0,1-1 0,0 0 0,1 0 0,0 0 0,1 0 0,0 0 0,7 14 0,-5-15 0,0-1 0,1 0 0,0-1 0,0 0 0,1 0 0,0 0 0,1-1 0,15 12 0,4 0 0,42 22 0,-61-37 0,27 14 0,1-2 0,63 18 0,-44-16 0,8 1 0,1-3 0,1-3 0,101 8 0,-129-19 0,-1-1 0,0-2 0,44-7 0,-72 7 0,1-2 0,-1 1 0,0-1 0,0 0 0,0-1 0,11-6 0,-17 9 0,-1 0 0,1-1 0,-1 1 0,0-1 0,0 1 0,0-1 0,0 0 0,0 1 0,0-1 0,0 0 0,0 0 0,0 0 0,-1 1 0,1-1 0,-1 0 0,0 0 0,1 0 0,-1 0 0,0 0 0,0 0 0,-1-3 0,1 2 0,0 0 0,0 0 0,-1 1 0,1-1 0,-1 0 0,0 0 0,0 0 0,0 1 0,0-1 0,0 1 0,0-1 0,-1 1 0,0-1 0,-2-2 0,-8-7 0,10 9 0,0 0 0,-1 1 0,1-1 0,-1 1 0,0 0 0,0 0 0,0 0 0,0 0 0,0 0 0,0 1 0,-6-3 0,-7-3 0,14 6 0,0 0 0,0 0 0,0 0 0,0 0 0,-1 1 0,1-1 0,0 0 0,0 1 0,-1 0 0,-2-1 0,-19-4 0,20 4 0,1 0 0,0 0 0,-1 0 0,1 1 0,-1-1 0,-4 1 0,-1-2 0,7 1 0,0 0 0,-1 0 0,1 1 0,-1-1 0,1 1 0,-1 0 0,1-1 0,-1 1 0,1 0 0,-1 0 0,-2 1 0,12 4 0,10 2 0,-6-5 0,0 1 0,0 0 0,17 8 0,-13-5 0,0 0 0,18 3 0,-19-5 0,1 0 0,23 11 0,44 23 0,-78-35 0,0-1 0,0 1 0,0-1 0,0 1 0,0 0 0,0 0 0,-1 1 0,1-1 0,-1 1 0,0 0 0,0 0 0,2 4 0,-3-5 0,-1-1 0,0 1 0,1 0 0,-1 0 0,0 0 0,-1 0 0,1 0 0,0 0 0,-1 0 0,0 0 0,0 0 0,0 0 0,0 0 0,0 0 0,0 0 0,-1 0 0,1 0 0,-3 5 0,-1 0 0,-1 0 0,-1-1 0,1 1 0,-1-1 0,-1 0 0,1-1 0,-1 1 0,0-1 0,-10 6 0,-1 3 0,5-6 0,0 0 0,0 0 0,-20 8 0,-31 19 0,46-20-4852,18-17 4757,0 1-1,0 0 0,1 0 1,-1 0-1,0 0 1,0 0-1,1 0 0,-1 0 1,0 1-1,0-1 1,1 0-1,-1 0 0,0 0 1,0 0-1,0 0 1,1 0-1,-1 0 0,0 0 1,0 1-1,1-1 1,-1 0-1,0 0 0,0 0 1,0 0-1,0 1 1,1-1-1,-1 0 0,0 0 1,0 0-1,0 1 1,0-1-1,0 0 0,0 0 1,0 1-1,0-1 1,1 0-1,-1 0 0,0 0 1,0 1-1,0-1 1,0 0-1,0 0 0,0 1 1,0-1-1,0 0 1,-1 0-1,1 1 0,0-1 1,0 0-1,0 0 1,0 1-1,0-1 0,0 0 1,0 0-1,0 0 1,-1 1-1,1-1 0,0 0 1,0 0-1,0 0 1,0 1-1,-1-1 0,1 0 1,0 0-1,0 0 1,-1 0-1,1 0 0,0 0 1,0 1-1,15 0-4493,2 4-4743,-8-1 4246</inkml:trace>
</inkml:ink>
</file>

<file path=ppt/ink/ink1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08.802"/>
    </inkml:context>
    <inkml:brush xml:id="br0">
      <inkml:brushProperty name="width" value="0.035" units="cm"/>
      <inkml:brushProperty name="height" value="0.035" units="cm"/>
      <inkml:brushProperty name="color" value="#FF0066"/>
    </inkml:brush>
  </inkml:definitions>
  <inkml:trace contextRef="#ctx0" brushRef="#br0">78 64 2361,'0'-37'15427,"-10"31"-5481,10 6-9912,0 0-1,0 0 1,0 0 0,-1 0-1,1 0 1,0 0 0,0 0-1,0 0 1,0 0-1,-1 1 1,1-1 0,0 0-1,0 0 1,0 0 0,0 0-1,0 0 1,-1 0 0,1 0-1,0 0 1,0 0 0,0 0-1,0 1 1,0-1 0,0 0-1,0 0 1,-1 0 0,1 0-1,0 0 1,0 1 0,0-1-1,0 0 1,0 0 0,0 0-1,0 0 1,0 0 0,0 1-1,0-1 1,0 0-1,0 0 1,0 0 0,0 0-1,0 1 1,0-1 0,0 0-1,0 0 1,0 0 0,0 0-1,0 1 1,0-1 0,0 0-1,0 0 1,0 0 0,1 0-1,-1 1 1,7 11 2317,-2-4-1520,-2 1-831,1-1 0,-1 1 0,-1 0 0,0-1 0,2 18 0,-3-20 0,0 1 0,0-1 0,0 1 0,1-1 0,3 9 0,3 14 0,9 40 0,-8-29 0,-4-24 0,-2 0 0,0 0 0,1 31 0,-3-28-147,-1-10-183,0 0 0,0 0 0,0-1 0,-1 1-1,-1 0 1,-3 14 0,3-16 532,2-1-3714,-34-57-15099,31 43 18605,-1-1-1,1 1 1,0-1-1,1 0 1,0 0-1,0 0 1,0-15-1,-4-13 389,0 12 35,3 16-96,1 1 1,1-1-1,-2-14 1,2 16 201,0 0 0,0 0 1,0 0-1,-1 0 0,0 0 0,0 1 0,-7-13 1,7 14 616,-1 0 1,0 0 0,0 0-1,0 0 1,0 1 0,-1 0-1,0-1 1,0 1 0,-8-6 0,11 10-931,0-1 1,1 1 0,-1-1 0,0 1 0,1-1 0,-1 1 0,1-1 0,-1 0 0,1 1 0,-1-1 0,1 0 0,-1 1 0,1-1 0,0 0 0,-1 0-1,1 0 1,0 1 0,0-1 0,-1 0 0,1 0 0,0 0 0,0 1 0,0-1 0,0 0 0,0 0 0,0 0 0,0 0 0,0 1 0,1-3 0,-1-6 214,1 8-425,0 0 0,0 0 0,0 0 0,0 0 0,1 1 0,-1-1 0,0 0 0,0 1 0,1-1 0,-1 0 0,0 1 0,2-1 0,5 0 0,-1 0 0,1 1 0,-1 0 0,0 0 0,1 1 0,-1 0 0,1 0 0,7 2 0,13 2 0,-1-2 0,1 1 0,-1 2 0,0 0 0,-1 2 0,27 11 0,-43-15 0,0 1 0,0 0 0,0 1 0,0 0 0,-1 1 0,0 0 0,0 0 0,-1 0 0,0 1 0,0 1 0,-1-1 0,0 1 0,-1 1 0,10 17 0,-14-22 0,0-1 0,0 1 0,-1 0 0,0-1 0,0 1 0,0 0 0,-1 0 0,1 0 0,-1-1 0,0 1 0,0 0 0,-1 0 0,0 0 0,0-1 0,0 1 0,0 0 0,-1-1 0,1 1 0,-6 8 0,-2 1 0,0 0 0,-1 0 0,-1-1 0,-15 16 0,10-12 0,1-4 0,0 0 0,0 0 0,-1-2 0,-30 18 0,16-11 0,-46 20 0,76-34 0,24-10 0,-3 2-152,0 1 0,39-2 0,-26 3-81,74-9-3125,203-49 1,-280 51 2990,-1-2 0,56-28 1,-69 30 484,-1-1 0,-1 0 0,0-2 0,0 1 0,-1-2 0,20-23 0,-33 35-22,0 1 0,-1-1-1,1 0 1,0 0 0,-1 0-1,1 0 1,-1 0-1,1 0 1,-1 0 0,1 0-1,-1 0 1,0 0 0,1 0-1,-1 0 1,0 0 0,0 0-1,0 0 1,0 0-1,0 0 1,0 0 0,0 0-1,0 0 1,0 0 0,0 0-1,-1-1 1,1 1-1,-1 0 1,1 0 0,0 0-1,-2-1 1,1 0 241,-1 0-1,0 0 1,0 1 0,0-1-1,0 1 1,-1-1-1,1 1 1,0-1 0,0 1-1,-1 0 1,1 0 0,-1 0-1,-4 0 1,7 1-337,-4-1 0,1 0 0,-1 0 0,1 1 0,-1 0 0,1 0 0,-1 0 0,1 0 0,-1 0 0,1 1 0,0-1 0,-1 1 0,1 0 0,0 0 0,-1 0 0,-2 2 0,-5 1 0,-12 3 0,9-3 0,1 0 0,-1 1 0,0 1 0,-19 11 0,31-16 0,-11 7 0,1 0 0,0 1 0,-13 12 0,22-18 0,0 0 0,0 0 0,1 0 0,-1 0 0,1 0 0,0 1 0,0-1 0,0 1 0,1 0 0,-1-1 0,1 1 0,0 0 0,0 0 0,0 0 0,0 0 0,1 6 0,0-8 0,0-1 0,0 0 0,0 0 0,0 0 0,1 0 0,-1 0 0,1 0 0,-1 1 0,1-1 0,-1 0 0,1 0 0,-1 0 0,1-1 0,0 1 0,0 0 0,-1 0 0,1 0 0,0 0 0,0-1 0,0 1 0,1 0 0,2 1 0,-1 1 0,1-2 0,0 1 0,0 0 0,8 1 0,1 0 0,1-1 0,-1-1 0,14 0 0,-13-1 0,-1-1 0,1-1 0,-1-1 0,0 0 0,0 0 0,0-1 0,22-11 0,-14 7 0,-17 6 0,0 1 0,0-1 0,0 1 0,0-1 0,0 0 0,0-1 0,-1 1 0,0-1 0,1 1 0,-1-1 0,4-4 0,-5 4 0,1 0 0,1-1 0,-2 1 0,1-1 0,0 0 0,-1 0 0,1 0 0,-1 0 0,0 0 0,-1 0 0,1-1 0,-1 1 0,0-1 0,0 1 0,0-1 0,0-6 0,-4 4 0,2 7 0,1-1 0,-1 1 0,1-1 0,0 1 0,-1 0 0,1-1 0,-1 1 0,1-1 0,0 1 0,0-1 0,-1 1 0,1 0 0,0-1 0,0 0 0,-1 1 0,1-1 0,0 1 0,0-1 0,0 1 0,0-1 0,0 1 0,0-1 0,0 1 0,0-1 0,0 1 0,0-1 0,1 0 0,-1 0 0,0 1 0,0 0 0,0 0 0,0 0 0,0-1 0,-1 1 0,1 0 0,0 0 0,0 0 0,0 0 0,0-1 0,0 1 0,0 0 0,0 0 0,0 0 0,0 0 0,0 0 0,0-1 0,-1 1 0,1 0 0,0 0 0,0 0 0,0 0 0,0 0 0,0 0 0,-1 0 0,1-1 0,0 1 0,0 0 0,0 0 0,0 0 0,0 0 0,-1 0 0,1 0 0,0 0 0,0 0 0,0 0 0,-1 0 0,1 0 0,0 0 0,0 0 0,0 0 0,0 0 0,-1 0 0,1 0 0,0 0 0,0 0 0,-9 4 0,8-3 0,-1 1 0,1 0 0,0 0 0,-1 0 0,1 1 0,0-1 0,0 1 0,1-1 0,-1 1 0,0-1 0,1 1 0,-1-1 0,1 1 0,0 0 0,0-1 0,0 1 0,0-1 0,1 1 0,-1 0 0,1-1 0,-1 1 0,1-1 0,0 1 0,0-1 0,0 0 0,0 1 0,2 1 0,1 2 0,-1 0 0,1-1 0,0 0 0,0 0 0,1 0 0,0 0 0,-1-1 0,2 0 0,5 5 0,-4-6 0,-1 1 0,1-1 0,-1-1 0,1 1 0,0-1 0,0 0 0,0-1 0,1 0 0,-1 0 0,0 0 0,0-1 0,0 0 0,13-2 0,-9 1 0,0-2 0,0 1 0,0-1 0,0-1 0,-1 0 0,1-1 0,17-10 0,-21 10 0,-1 0 0,0 0 0,0 0 0,0 0 0,-1-1 0,0 0 0,0 0 0,-1-1 0,8-12 0,-9 13 0,-1 0 0,0 0 0,1 0 0,-2 0 0,1-1 0,-1 1 0,0 0 0,0-1 0,-1 1 0,0-9 0,-2-7 0,-8-37 0,5 40 0,2 0 0,-2-31 0,4 32 0,-1 1 0,-1-1 0,-1 1 0,-10-30 0,5 24 0,8 14 0,11 45 0,1-13 0,4 13 0,0-1 0,-12-29 0,0 0 0,0 1 0,-1-1 0,3 9 0,2 25 0,-3-15 0,1-1 0,15 42 0,-18-57-94,0-1 0,0 1 0,-1-1 0,0 1 0,-1-1 0,0 1 1,0-1-1,-1 1 0,0 0 0,0-1 0,-1 0 0,0 1 0,-6 15 0,7-18-1185,0-1 1,0 0-1,1 1 0,1 10 1,-1-1-6180,0-15 7305,0 0 1,0 0-1,0 1 1,0-1-1,0 0 0,0 0 1,0 1-1,0-1 1,0 0-1,0 0 0,0 0 1,-1 1-1,1-1 1,0 0-1,0 0 0,0 0 1,0 1-1,0-1 1,-1 0-1,1 0 0,0 0 1,0 0-1,0 1 1,-1-1-1,1 0 0,0 0 1,0 0-1,0 0 1,-1 0-1,1 0 0,0 0 1,0 0-1,-1 0 1,1 0-1,0 0 0,0 0 1,-1 0-1,1 0 0,0 0 1,0 0-1,0 0 1,-1 0-1,1 0 0,0 0 1,0 0-1,-1 0 1,1 0-1,0 0 0,0 0 1,0-1-1,-1 1 1,1 0-1,-14-8-5446,13 7 5587</inkml:trace>
</inkml:ink>
</file>

<file path=ppt/ink/ink1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09.334"/>
    </inkml:context>
    <inkml:brush xml:id="br0">
      <inkml:brushProperty name="width" value="0.035" units="cm"/>
      <inkml:brushProperty name="height" value="0.035" units="cm"/>
      <inkml:brushProperty name="color" value="#FF0066"/>
    </inkml:brush>
  </inkml:definitions>
  <inkml:trace contextRef="#ctx0" brushRef="#br0">42 181 1600,'-10'-16'3118,"-5"-4"1367,8 13-1057,7 7-3303,0-1 0,0 1 1,-1 0-1,1-1 1,0 1-1,-1 0 0,1-1 1,0 1-1,-1 0 0,1 0 1,0-1-1,-1 1 0,1 0 1,-1 0-1,1 0 0,0 0 1,-1-1-1,1 1 1,-1 0-1,1 0 0,-1 0 1,1 0-1,0 0 0,-1 0 1,0 0-1,1 0 24,0 0-1,0-1 0,0 1 1,0 0-1,0 0 1,0-1-1,0 1 1,0 0-1,0 0 1,1 0-1,-1-1 1,0 1-1,0 0 1,0 0-1,0-1 1,0 1-1,0 0 0,1 0 1,-1 0-1,0-1 1,0 1-1,0 0 1,1 0-1,-1 0 1,0 0-1,0 0 1,0 0-1,1-1 1,-1 1-1,0 0 1,0 0-1,1 0 0,-1 0 1,0 0-1,0 0 1,1 0-1,-1 0 1,0 0-1,0 0 1,1 0-1,-1 0 1,0 0-1,0 0 1,0 0-1,1 0 1,-1 0-1,0 1 0,1-1 1,149-5 3170,-38-5-3179,129-29 0,-227 36-63,-1-1-1,0 0 1,0-1-1,0-1 1,16-9-1,-29 14-26,1 1-1,0 0 1,-1-1-1,1 1 0,-1-1 1,1 1-1,-1-1 1,1 1-1,-1-1 1,1 0-1,-1 1 1,0-1-1,1 1 0,-1-1 1,0 0-1,1 0 1,-1 1-1,0-1 1,0 0-1,0 1 1,1-1-1,-1 0 1,0 0-1,0 1 0,0-1 1,0 0-1,0 0 1,-1 1-1,1-1 1,0 0-1,0 0 1,0 1-1,-1-1 1,1 0-1,0 1 0,-1-1 1,1 0-1,0 1 1,-1-1-1,1 1 1,-1-1-1,1 1 1,-1-1-1,1 1 0,-1-1 1,0 1-1,1-1 1,-1 1-1,0 0 1,1-1-1,-1 1 1,0 0-1,1-1 1,-1 1-1,0 0 0,1 0 1,-1 0-1,0 0 1,0 0-1,1 0 1,-2 0-1,-14-3 521,-8 1-89,-12 10-97,-46 16 0,66-18-275,1 0 1,0 1 0,0 1 0,1 1 0,-17 12 0,17-11-110,11-7 0,-1-1 0,1 1 0,-1-1 0,1 1 0,0 0 0,1 0 0,-5 6 0,3-3 0,-14 26 0,18-30 0,-1 0 0,1-1 0,0 1 0,-1 0 0,1 0 0,0-1 0,0 1 0,0 0 0,0 0 0,1-1 0,-1 1 0,0 0 0,1-1 0,-1 1 0,1 0 0,-1-1 0,2 3 0,0-1 0,1-1 0,-1 0 0,0 1 0,1-1 0,-1 0 0,1 0 0,0-1 0,0 1 0,0-1 0,0 1 0,0-1 0,0 0 0,0 0 0,0 0 0,0 0 0,0-1 0,1 1 0,-1-1 0,0 0 0,6 0 0,12 0 0,41-6 0,-57 6 0,9-2 0,-3 1 0,0 0 0,-1 0 0,1-1 0,-1-1 0,0 0 0,0 0 0,0-1 0,16-8 0,-9 4 0,9-7 0,-25 14 0,13-10 0,0-2 0,14-15 0,-27 22 0,-1 7 0,0-1 0,0 0 0,0 0 0,0 0 0,0 0 0,0 0 0,0 0 0,0 0 0,0 0 0,0 0 0,0 0 0,0 1 0,0-1 0,0 0 0,0 0 0,0 0 0,0 0 0,-1 0 0,1 0 0,0 0 0,0 0 0,0 0 0,0 0 0,0 0 0,0 0 0,0 0 0,0 0 0,0 0 0,-1 0 0,1 0 0,0 0 0,0 0 0,0 0 0,0 0 0,0 0 0,0 0 0,0 0 0,0 0 0,0 0 0,-1 0 0,1 0 0,0 0 0,0 0 0,0 0 0,0 0 0,0 0 0,0 0 0,0 0 0,0 0 0,0 0 0,0 0 0,0-1 0,-1 1 0,1 0 0,0 0 0,0 0 0,0 0 0,0 0 0,0 0 0,-4 10 0,3 3 0,1 0 0,1 0 0,0 0 0,0 0 0,2 0 0,-1-1 0,7 16 0,-1-1 0,1-6-2565,-6-15-1205,14-2-6860,7-10 1677,-16 2 4272</inkml:trace>
</inkml:ink>
</file>

<file path=ppt/ink/ink1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10.062"/>
    </inkml:context>
    <inkml:brush xml:id="br0">
      <inkml:brushProperty name="width" value="0.035" units="cm"/>
      <inkml:brushProperty name="height" value="0.035" units="cm"/>
      <inkml:brushProperty name="color" value="#FF0066"/>
    </inkml:brush>
  </inkml:definitions>
  <inkml:trace contextRef="#ctx0" brushRef="#br0">171 59 2296,'1'0'395,"0"-1"0,0 0 0,0 0 0,0 0 0,-1 0-1,1 0 1,0-1 0,-1 1 0,1 0 0,-1 0-1,1 0 1,-1-1 0,0 1 0,1 0 0,-1 0-1,0-1 1,0 1 0,0 0 0,0 0 0,0-1-1,0 1 1,0 0 0,-1 0 0,1-1 0,0 1-1,-1 0 1,0-2 0,0 2 160,0 0-1,0 0 1,0-1 0,0 1 0,0 0-1,-1 1 1,1-1 0,0 0-1,-1 0 1,1 0 0,-1 1 0,1-1-1,0 1 1,-1-1 0,1 1-1,-1 0 1,1-1 0,-1 1 0,0 0-1,-2 0 1,-1-2 2275,3-2-1623,-2 0 2496,4 4-3702,-1 0 0,1 0 1,0 0-1,0 0 0,-1 0 0,1 0 0,0 0 0,0 0 0,0 0 0,-1 0 0,1-1 0,0 1 0,0 0 0,-1 0 0,1 0 1,0 1-1,0-1 0,-1 0 0,1 0 0,0 0 0,0 0 0,-1 0 0,1 0 0,0 0 0,0 0 0,-1 0 0,1 1 0,0-1 1,0 0-1,-1 0 0,0 3-8,-6 3 7,1 0 0,-1 0 0,1 0 0,1 1 0,-1 0 0,1 0 0,0 0 0,1 1 0,-1 0 0,1 0 0,-4 14 0,1-6 0,2-6 0,1 1 0,0-1 0,1 1 0,0 0 0,1 0 0,0 0 0,0 0 0,1 14 0,1 6 0,1 1 0,8 50 0,-3-57 0,-3-15 0,-1-1 0,0 0 0,1 18 0,-3-21 0,1-1 0,1 0 0,-1 1 0,1-1 0,-1 0 0,2 0 0,-1 0 0,0-1 0,1 1 0,0 0 0,0-1 0,0 0 0,1 0 0,0 0 0,4 5 0,-4-8 0,0 0 0,-1 0 0,1 0 0,0 0 0,-1 0 0,1-1 0,0 0 0,0 0 0,4 0 0,-2-2 0,1 0 0,-1-1 0,0 0 0,0 0 0,0-1 0,0 1 0,0-1 0,-1 0 0,0-1 0,0 1 0,0-1 0,0 0 0,6-9 0,24-22 0,-15 11 0,-18 21 0,1 1 0,-1 0 0,0 0 0,1 0 0,0 0 0,0 0 0,4-3 0,0 2 0,0 0 0,-1 0 0,1 0 0,-1-1 0,0 0 0,7-7 0,-11 10 0,0 1 0,0-1 0,0 1 0,0 0 0,0 0 0,1 0 0,-1 0 0,0 0 0,1 1 0,-1-1 0,1 1 0,-1 0 0,1-1 0,-1 1 0,1 0 0,4 1 0,40 5 0,-30-4 0,24 8 0,-40-10 0,1 1 0,-1-1 0,0 1 0,0-1 0,0 1 0,0 0 0,0-1 0,0 1 0,0 0 0,0 0 0,0 0 0,0 0 0,-1 0 0,1 0 0,0 0 0,0 0 0,-1 0 0,1 0 0,-1 0 0,1 0 0,-1 0 0,0 1 0,1-1 0,-1 0 0,0 0 0,1 3 0,-2-2 0,1 1 0,0-1 0,-1 1 0,1-1 0,-1 1 0,0-1 0,0 1 0,0-1 0,0 0 0,0 0 0,0 1 0,-1-1 0,1 0 0,-1 0 0,1 0 0,-1 0 0,0-1 0,0 1 0,0 0 0,0-1 0,-3 3 0,-6 2 0,0 0 0,0-1 0,-16 5 0,5-2 0,-11 5 0,-64 12 0,37-10 0,-84 12-340,110-22 80,32-5-102,0 1 0,-1-1 0,1 0 0,0-1 0,-1 1 0,1 0 0,0-1 0,0 1 0,0-1 0,0 0 0,-1 0 0,1 1 0,0-1 0,0-1 0,-3-1 0,5 3 147,0 0 0,-1-1-1,1 1 1,-1 0 0,1-1-1,0 1 1,0-1 0,-1 1-1,1 0 1,0-1 0,0 1-1,-1-1 1,1 1 0,0-1-1,0 1 1,0-1 0,0 1-1,0-1 1,-1 1 0,1-1-1,0 1 1,0-1 0,0 1-1,0-1 1,1 1 0,-1-2-1,1 1-160,-1 0 1,1 0-1,0 0 0,0 0 0,0 0 0,0 0 0,0 1 0,0-1 0,0 0 0,0 0 1,0 1-1,0-1 0,0 0 0,0 1 0,3-1 0,46-25-9767,-33 20 6259</inkml:trace>
</inkml:ink>
</file>

<file path=ppt/ink/ink1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10.536"/>
    </inkml:context>
    <inkml:brush xml:id="br0">
      <inkml:brushProperty name="width" value="0.035" units="cm"/>
      <inkml:brushProperty name="height" value="0.035" units="cm"/>
      <inkml:brushProperty name="color" value="#FF0066"/>
    </inkml:brush>
  </inkml:definitions>
  <inkml:trace contextRef="#ctx0" brushRef="#br0">249 38 2825,'0'0'374,"1"-1"1,-1 1 0,1 0-1,-1 0 1,0-1 0,1 1 0,-1 0-1,1 0 1,-1-1 0,1 1 0,-1 0-1,0-1 1,1 1 0,-1-1-1,0 1 1,0 0 0,1-1 0,-1 1-1,0-1 1,0 1 0,1-1-1,-1 1 1,0-1 0,0 1 0,0-1-1,0 1 1,0-1 0,0 1-1,0-1 1,0 1 0,0-1 0,0 1-1,0-1 1,0 1 0,0-1-1,0 1 1,0-1 0,-1 1 0,1-1-1,0 1 1,0-1 0,-1 1 0,1-1-1,0 1 1,0 0 0,-1-1-1,0 0 1,-3-10 7095,1 7-4631,-12 2-1192,12 2-1647,-1 1 0,0-1 0,0 1 0,0 0 0,0 0 0,0 0 0,1 0 0,-1 1 0,0-1 0,1 1 0,0 0 0,-5 4 0,-8 3 0,1 0 0,1 0 0,-1 1 0,2 0 0,0 1 0,0 1 0,1 0 0,-20 26 0,28-32 0,0 0 0,0 0 0,0 0 0,1 0 0,0 0 0,0 1 0,1-1 0,0 1 0,0 0 0,0 0 0,1-1 0,0 1 0,1 0 0,-1 10 0,1-15 0,0-1 0,1 1 0,-1-1 0,0 0 0,1 1 0,-1-1 0,0 0 0,1 1 0,0-1 0,-1 0 0,1 1 0,0-1 0,0 0 0,-1 0 0,1 0 0,0 0 0,0 0 0,0 0 0,0 0 0,0 0 0,1 0 0,0 0 0,1 1 0,0-1 0,-1 0 0,1 1 0,0-1 0,0-1 0,0 1 0,0 0 0,0-1 0,0 1 0,4-1 0,5 0 0,0-1 0,0 0 0,0 0 0,0-1 0,0-1 0,0 0 0,-1 0 0,0-1 0,1-1 0,-1 0 0,-1 0 0,1-1 0,-1-1 0,0 0 0,-1 0 0,1-1 0,14-15 0,-9 7 0,-13 14 0,1 0 0,-1 0 0,-1 0 0,1 0 0,0 0 0,0 0 0,-1-1 0,1 1 0,-1-1 0,1-2 0,14-19 0,-15 23 0,1-1 0,0 0 0,-1-1 0,1 1 0,-1 0 0,0 0 0,1-1 0,-1 1 0,0 0 0,-1-1 0,1 1 0,0-1 0,-1 1 0,1-1 0,-1-3 0,0 2 0,-1 8 0,-2 1 0,1 0 0,-1 1 0,1-1 0,1 1 0,-1-1 0,1 1 0,0 0 0,0-1 0,0 1 0,1 0 0,0 0 0,1 7 0,-1-11-145,0-1 0,1 1 0,-1 0 0,0-1 0,1 1 0,-1-1 0,1 1 0,0 0 0,-1-1-1,1 0 1,0 1 0,0-1 0,0 1 0,0-1 0,0 0 0,0 0 0,0 1 0,1-1 0,-1 0 0,0 0 0,1 0 0,-1-1 0,1 1 0,-1 0 0,1 0 0,-1-1 0,1 1-1,-1-1 1,1 1 0,0-1 0,-1 0 0,1 0 0,0 0 0,2 0 0,8 1-1602,0-1-1,0 0 1,19-3 0,-26 2 1441,22-2-3148,-2 0 299,1 0 1,-1-2-1,32-9 0,-39 4 809</inkml:trace>
</inkml:ink>
</file>

<file path=ppt/ink/ink1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11.062"/>
    </inkml:context>
    <inkml:brush xml:id="br0">
      <inkml:brushProperty name="width" value="0.035" units="cm"/>
      <inkml:brushProperty name="height" value="0.035" units="cm"/>
      <inkml:brushProperty name="color" value="#FF0066"/>
    </inkml:brush>
  </inkml:definitions>
  <inkml:trace contextRef="#ctx0" brushRef="#br0">181 83 1880,'2'-5'970,"1"0"-1,-1 0 1,0 0-1,0 0 1,-1 0-1,1 0 0,-1-1 1,0 1-1,-1 0 1,1-1-1,-1-7 1,0 12-770,0 1 1,0-1 0,-1 1 0,1-1 0,0 1 0,0-1 0,0 0 0,0 1 0,-1-1 0,1 1 0,0-1 0,-1 1-1,1-1 1,0 1 0,-1 0 0,1-1 0,0 1 0,-1-1 0,1 1 0,-1 0 0,1-1 0,-1 1 0,1 0 0,-1 0-1,1-1 1,-1 1 0,1 0 0,-1 0 0,0 0 0,1-1 0,-1 1 0,1 0 0,-1 0 0,0 0 0,-26 1 5379,16 0-4059,5 0-1132,0 0 0,0 0 0,1 1 0,-1 0 0,0 0 0,0 0 0,1 0 0,0 1 0,-1 0 0,1 0 0,-8 8-1,-4 0 65,12-7-453,0 0 0,1 0 0,0 1 0,0 0 0,0 0 0,0 0 0,1 0 0,0 0 0,0 1 0,0-1 0,1 1 0,0 0 0,0 0 0,0 0 0,-1 12 0,3-15 0,0 1 0,1 0 0,0 0 0,-1 0 0,2 0 0,-1-1 0,0 1 0,1 0 0,-1-1 0,1 1 0,0-1 0,0 0 0,0 0 0,1 0 0,-1 0 0,1 0 0,0 0 0,0 0 0,0-1 0,0 1 0,5 2 0,7 4 0,1-1 0,-1-1 0,28 9 0,-22-8 0,24 5 0,-32-9 0,1 0 0,-1 0 0,0 2 0,15 7 0,-25-11 0,-1 0 0,1 0 0,0 0 0,-1 0 0,0 0 0,1 1 0,-1-1 0,3 5 0,-5-6 0,0-1 0,1 1 0,-1-1 0,0 1 0,0-1 0,0 1 0,1-1 0,-1 1 0,0 0 0,0-1 0,0 1 0,0-1 0,0 1 0,0-1 0,0 1 0,0 0 0,0-1 0,0 1 0,-1-1 0,1 1 0,0 0 0,-1 0 0,0 0 0,1 0 0,-1-1 0,0 1 0,0 0 0,0-1 0,0 1 0,0 0 0,0-1 0,0 1 0,0-1 0,0 0 0,0 1 0,0-1 0,0 0 0,-1 1 0,-30 6 0,14-3 0,1 0 0,-1-1 0,-24 1 0,-26 1 0,-19 1 0,87-6 0,0 0 0,0 0 0,0 0 0,-1 0 0,1 0 0,0 0 0,0 0 0,0 0 0,-1 0 0,1 0 0,0 0 0,0 0 0,0 0 0,-1 0 0,1 0 0,0 0 0,0 0 0,0 0 0,0 0 0,-1 0 0,1 0 0,0 0 0,0-1 0,0 1 0,-1 0 0,1 0 0,0 0 0,0 0 0,0 0 0,0 0 0,0-1 0,-1 1 0,1 0 0,0 0 0,0 0 0,0-1 0,0 1 0,0 0 0,0 0 0,0 0 0,0 0 0,0-1 0,0 1 0,0 0 0,0 0 0,0 0 0,0-1 0,0 1 0,0 0 0,0 0 0,0 0 0,0-1 0,0 1 0,0 0 0,0 0 0,0 0 0,0-1 0,0 1 0,0 0 0,0 0 0,1 0 0,-1 0 0,0-1 0,8-8 0,28-1 0,-8 4 0,49-21 0,-35 14 0,64-31 0,-77 29 0,-17 10 0,-1-1 0,0 0 0,-1 0 0,0-1 0,11-9 0,-10 6 0,3-1 0,-1 0 0,0-2 0,-1 1 0,0-2 0,14-21 0,-17 12 0,-9 22 0,0 1 0,0-1 0,0 0 0,0 0 0,0 0 0,0 1 0,0-1 0,0 0 0,0 0 0,-1 0 0,1 1 0,0-1 0,0 0 0,-1 0 0,1 1 0,0-1 0,-1 0 0,1 0 0,-1 1 0,1-1 0,-1 1 0,1-1 0,-1 0 0,0 1 0,1-1 0,-2 0 0,0 0 0,0-1 0,-1 1 0,1 0 0,0 0 0,-1 0 0,1 0 0,-1 0 0,1 0 0,-1 1 0,1-1 0,-1 1 0,1 0 0,-1 0 0,0 0 0,-4 0 0,-2 1 0,0 0 0,1 1 0,-1 0 0,1 0 0,-1 0 0,1 1 0,0 1 0,0-1 0,0 1 0,1 1 0,-12 7 0,14-9 0,1 1 0,-1-1 0,1 1 0,0 0 0,0 0 0,0 0 0,1 0 0,-1 1 0,1-1 0,0 1 0,1 0 0,-1 0 0,1 0 0,0 0 0,0 1 0,0-1 0,1 1 0,0-1 0,-1 7 0,2-10 0,1 1 0,-1-1 0,0 0 0,1 1 0,0-1 0,0 0 0,0 0 0,0 1 0,0-1 0,3 4 0,3 8 0,-5-11 0,-1-1 0,0 0 0,0 1 0,1-1 0,-1 0 0,1 0 0,0 0 0,0 0 0,0 0 0,0-1 0,0 1 0,0-1 0,3 3 0,34 12 0,-19-8 0,-13-6-794,-1 0-1,1-1 1,0 1-1,-1-2 1,1 1-1,0-1 1,0 0-1,0 0 1,9-2-1,61-13-10219,-71 13 10552,14-3-4576,4-1-61</inkml:trace>
</inkml:ink>
</file>

<file path=ppt/ink/ink1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12.202"/>
    </inkml:context>
    <inkml:brush xml:id="br0">
      <inkml:brushProperty name="width" value="0.035" units="cm"/>
      <inkml:brushProperty name="height" value="0.035" units="cm"/>
      <inkml:brushProperty name="color" value="#FF0066"/>
    </inkml:brush>
  </inkml:definitions>
  <inkml:trace contextRef="#ctx0" brushRef="#br0">43 140 392,'-13'-4'4635,"-17"3"17301,56 5-18450,-14-1-3179,0-1-1,0 0 1,22 0-1,-1 0-40,11 0-144,0-2-1,62-8 0,-52 3-168,-24 3-377,0-1 0,-1-2 1,0-1-1,57-20 1,-85 26 397,0 0 1,0 0 0,0-1 0,0 1-1,0 0 1,0-1 0,-1 1 0,1-1-1,0 1 1,0-1 0,0 0-1,0 1 1,-1-1 0,1 0 0,0 1-1,-1-1 1,1 0 0,-1 0-1,1 0 1,-1 0 0,1 1 0,-1-1-1,1 0 1,-1 0 0,0 0-1,1-2 1,-2 2 11,1 0 0,0-1-1,-1 1 1,1 0 0,-1-1-1,0 1 1,1 0 0,-1 0-1,0 0 1,0 0 0,0 0-1,0-1 1,0 2 0,0-1-1,0 0 1,-2-1 0,-6-5 120,-1 1 0,0 1 0,-17-7 0,15 7 341,-1 0 0,0 1 0,-1 0 0,1 1 0,-1 1 0,-25-2 0,37 3-447,-1 1 0,-8 12 0,11-12 0,0 0 0,0 0 0,0 1 0,-1-1 0,1 0 0,0 0 0,0 1 0,0-1 0,0 0 0,-1 0 0,1 1 0,0-1 0,0 0 0,0 1 0,0-1 0,0 0 0,0 0 0,0 1 0,0-1 0,0 0 0,0 1 0,0-1 0,0 0 0,0 0 0,0 1 0,0-1 0,0 0 0,1 1 0,-1-1 0,0 0 0,0 0 0,0 1 0,0-1 0,0 0 0,1 0 0,-1 0 0,0 1 0,0-1 0,0 0 0,1 0 0,-1 0 0,0 1 0,0-1 0,1 0 0,-1 0 0,0 0 0,0 0 0,1 0 0,-1 0 0,0 0 0,1 1 0,-1-1 0,0 0 0,0 0 0,1 0 0,-1 0 0,0 0 0,1-1 0,96 69 0,-86-61 0,-6-5 0,0 1 0,0 1 0,0-1 0,0 1 0,-1-1 0,1 1 0,-1 1 0,0-1 0,0 0 0,-1 1 0,6 8 0,-9-12-1,1 1 1,-1-1-1,0 1 0,1-1 1,-1 1-1,0-1 0,0 1 1,0-1-1,0 1 1,0-1-1,0 1 0,0-1 1,-1 1-1,1-1 0,0 0 1,-1 1-1,1-1 0,-1 1 1,0-1-1,1 0 0,-1 1 1,0-1-1,0 0 1,0 0-1,0 0 0,0 0 1,0 1-1,-2 0 0,-1 0-375,-1 1 0,0-1-1,1 0 1,-1-1-1,0 1 1,-10 0 0,-16 1-5170,45-13-9588,3 5 10604,-7 4 850</inkml:trace>
</inkml:ink>
</file>

<file path=ppt/ink/ink1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13.996"/>
    </inkml:context>
    <inkml:brush xml:id="br0">
      <inkml:brushProperty name="width" value="0.035" units="cm"/>
      <inkml:brushProperty name="height" value="0.035" units="cm"/>
      <inkml:brushProperty name="color" value="#FF0066"/>
    </inkml:brush>
  </inkml:definitions>
  <inkml:trace contextRef="#ctx0" brushRef="#br0">35 41 2689,'-9'-4'2427,"9"3"-1989,-1 1-1,1 0 0,-1 0 1,1 0-1,-1-1 1,1 1-1,-1 0 1,1-1-1,-1 1 0,1 0 1,0-1-1,-1 1 1,1-1-1,0 1 0,-1 0 1,0-12 14263,1 12-14633,0 0 0,0 0 0,0 0 0,0 0 0,0 0 0,0 0 0,0 0 0,0 0 0,1-1 0,-1 1 0,0 0 0,0 0-1,0 0 1,0 0 0,0 0 0,0 0 0,0 0 0,0 0 0,0 0 0,0 0 0,0 0 0,0 0 0,0 0 0,0-1 0,0 1 0,0 0-1,0 0 1,1 0 0,-1 0 0,0 0 0,0 0 0,0 0 0,0 0 0,0 0 0,0-1 0,0 1 0,0 0 0,-1 0 0,1 0 0,0 0-1,0 0 1,0 0 0,0 0 0,0 0 0,0 0 0,0 0 0,0-1 0,0 1 0,0 0 0,0 0 0,0 0 0,0 0 0,0 0-1,0 0 1,0 0 0,0 0 0,-1 0 0,1 0 0,0 0 0,0 0 0,0 0 0,0 0 0,0 0 0,0 0 0,-6-7 1382,5 6-1432,-8-4 49,8 2-67,1 7 0,0-4 0,1 1 0,-1 0 0,1-1 0,0 1 0,0-1 0,-1 0 0,1 1 0,0-1 0,0 1 0,0-1 0,-1 0 0,1 0 0,0 1 0,0-1 0,0 0 0,0 0 0,0 0 0,1 0 0,-1 0 0,13 7 0,7 2 0,38 17 0,-48-23 0,-1 1 0,1 1 0,17 10 0,-18-12 0,-9-2 0,0-1 0,1 1 0,-1-1 0,1 1 0,-1 0 0,0-1 0,1 1 0,-1 0 0,0 0 0,0 0 0,1 0 0,-1 0 0,0 0 0,0 0 0,0 0 0,0 1 0,1 1 0,0 1 0,4-2 0,14 18 0,-4-9 0,2 5 0,-11-15 0,-1-1 0,-10 5 0,4-1 0,7-2 0,2 2 0,-2-3 0,-6 4 0,-1 0 0,0 1 0,2-2 0,3-2 0,-3 2 0,-2 2 0,0-1 0,-2 0 0,-2-5 0,3 1 0,-1 4 0,1-1 0,-6-3 0,-1 0 0,6 3 0,-6-4 0,0 0 0,7 0 0,1 0 0,-1 0 0,0 0 0,0 0 0,1 0 0,-1 1 0,0-1 0,1 0 0,-1 0 0,0 0 0,1 0 0,-1 1 0,1-1 0,-1 0 0,0 1 0,1-1 0,-1 0 0,1 1 0,-1-1 0,1 1 0,-2 0 0,2 0 0,0-1 0,-1 0 0,1 1 0,0-1 0,-1 1 0,1-1 0,-1 0 0,1 0 0,-1 1 0,1-1 0,-1 0 0,1 0 0,-1 1 0,1-1 0,-1 0 0,1 0 0,-1 0 0,1 0 0,-1 0 0,1 0 0,-2 0 0,-6 1 0,-1 3 0,2-3 0,4 3 0,-1-3 0,8-1-333,-2 0-1400,3-5-4613,-5 5 6041,1 0-1,-1 0 1,1 0 0,-1 0-1,1 0 1,-1-1-1,1 1 1,-1 0-1,1 0 1,-1 0-1,1 0 1,0 1 0,18-2-5457,-16 2 3744,3-1-23</inkml:trace>
</inkml:ink>
</file>

<file path=ppt/ink/ink1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14.299"/>
    </inkml:context>
    <inkml:brush xml:id="br0">
      <inkml:brushProperty name="width" value="0.035" units="cm"/>
      <inkml:brushProperty name="height" value="0.035" units="cm"/>
      <inkml:brushProperty name="color" value="#FF0066"/>
    </inkml:brush>
  </inkml:definitions>
  <inkml:trace contextRef="#ctx0" brushRef="#br0">205 76 2088,'-21'0'3111,"7"-1"-1317,-1 1-1,0 0 1,1 1 0,-1 1 0,1 0 0,0 1 0,-17 6 0,27-7-718,1-1 1,-1 1 0,1 1 0,0-1 0,-6 6 0,-8 5 3076,17-10-3535,0-3-581,0 0 0,0 0-1,0 1 1,0-1 0,0 0 0,0 0-1,0 1 1,0-1 0,0 0 0,0 0 0,0 1-1,0-1 1,0 0 0,0 0 0,0 1-1,0-1 1,0 0 0,0 0 0,0 1-1,0-1 1,-1 0 0,1 0 0,0 1-1,0-1 1,0 0 0,0 0 0,-1 0-1,1 1 1,0-1 0,0 0 0,0 0-1,-1 0 1,1 0 0,0 1 0,0-1-1,-1 0 1,1 0 0,0 0 0,0 0-1,-1 0 1,1 0 0,0 0 0,0 0-1,-1 0 1,1 0 0,0 0 0,0 0 0,-1 0-1,1 0 1,0 0 0,-1 0 0,1 0-1,0 0 1,0-4-37,0 4 0,1-1 0,-1 1 0,0 0 0,1 0 0,-1-1 0,1 1 0,0 0 0,-1 0 0,1-1 0,-1 1 0,1 0 0,-1 0 0,1 0 0,-1 0 0,1 0 0,0 0 0,-1 0 0,1 0 0,-1 0 0,1 0 0,-1 0 0,1 1 0,-1-1 0,1 0 0,-1 0 0,2 1 0,-2-1 0,196-17 0,-109 7 0,-85 9 0,48-3 0,-1-3 0,64-17 0,-109 22 0,-1 1 0,1 0 0,-1 1 0,0-1 0,0 0 0,0 1 0,0 0 0,5 0 0,15-6-522,-15 0-79,-8 6 582,0 0 1,0-1-1,0 1 1,0 0-1,0 0 0,0 0 1,0-1-1,0 1 1,0 0-1,0 0 0,0 0 1,0-1-1,0 1 1,0 0-1,0 0 0,0 0 1,-1 0-1,1-1 1,0 1-1,0 0 0,0 0 1,0 0-1,0 0 1,-1 0-1,1-1 0,0 1 1,0 0-1,0 0 0,0 0 1,-1 0-1,1 0 1,0 0-1,0 0 0,0 0 1,-1 0-1,1 0 1,0 0-1,0 0 0,0 0 1,-1 0-1,1 0 1,-13-8-4602,13 7 4172,0 1-1,0-1 1,0 0 0,-1 1 0,1-1 0,0 0 0,0 0 0,0 1 0,0-1 0,1 0 0,-1 1 0,0-1 0,0 0-1,0 1 1,1-1 0,-1 0 0,0 1 0,0-1 0,1 0 0,-1 1 0,1-1 0,-1 1 0,0-1 0,1 0 0,-1 1-1,2-1 1,0-2-1217,3-5-4886,-5 3 2207</inkml:trace>
</inkml:ink>
</file>

<file path=ppt/ink/ink1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14.728"/>
    </inkml:context>
    <inkml:brush xml:id="br0">
      <inkml:brushProperty name="width" value="0.035" units="cm"/>
      <inkml:brushProperty name="height" value="0.035" units="cm"/>
      <inkml:brushProperty name="color" value="#FF0066"/>
    </inkml:brush>
  </inkml:definitions>
  <inkml:trace contextRef="#ctx0" brushRef="#br0">144 76 2545,'-8'-1'1165,"1"1"-1,-1-1 1,1-1 0,-9-2 0,8 2-127,1 0-1,-1 0 0,0 1 1,-11 0-1,-21 6 4234,39-5-4076,-5 0 4449,13 0-2688,5 0-2772,14 1 807,-1-2-1,1-1 0,36-7 0,-22 1-990,63-5 0,-13 3 0,11-1 0,-31 1 0,-67 8 0,-3 2 0,23 1 0,-3 1-2438,-15 0 447,-13-1 423,5-1-841,17 0-4790,18 0-3675,-24 0 6346</inkml:trace>
</inkml:ink>
</file>

<file path=ppt/ink/ink1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16.400"/>
    </inkml:context>
    <inkml:brush xml:id="br0">
      <inkml:brushProperty name="width" value="0.035" units="cm"/>
      <inkml:brushProperty name="height" value="0.035" units="cm"/>
      <inkml:brushProperty name="color" value="#FF0066"/>
    </inkml:brush>
  </inkml:definitions>
  <inkml:trace contextRef="#ctx0" brushRef="#br0">66 110 1544,'-16'-6'7887,"2"1"3592,10 1-7449,-22-2 3797,20 6-7827,11 1 0,0 1 0,0 2 0,-1-1 0,1 0 0,-1 1 0,1 0 0,-1 0 0,0 0 0,5 9 0,7 8 0,-13-18 0,-1 0 0,1 1 0,0-1 0,-1 1 0,4 7 0,2 9 0,-5-16 0,-1 1 0,0 0 0,0 0 0,0 0 0,-1 0 0,0 0 0,0 0 0,1 10 0,6 19 0,-8-33 0,0 0 0,0 0 0,0 0 0,1 0 0,-1 1 0,0-1 0,0 0 0,1 0 0,-1 0 0,0 0 0,1 0 0,-1 0 0,1 0 0,0 0 0,-1 0 0,1 0 0,1 1 0,-1 3 0,0 0 0,0-5 0,-1 0 0,1 1 0,-1-1 0,1 0 0,-1 0 0,1 0 0,-1 0 0,1 0 0,0 0 0,-1 0 0,1 0 0,-1 0 0,1 0 0,-1 0 0,1 0 0,-1 0 0,1 0 0,-1 0 0,1 0 0,-1-1 0,1 1 0,-1 0 0,1 0 0,-1-1 0,1 1 0,-1 0 0,1-1 0,-1 1 0,0-1 0,1 1 0,-1 0 0,0-1 0,1 1 0,-1-2 0,6-8 0,-3 5 0,-1 1 0,1-1 0,-1 0 0,0 0 0,-1 0 0,1 0 0,-1-1 0,0 1 0,0 0 0,-1-1 0,1-7 0,-1 0 0,1-1 0,0 1 0,1-1 0,0 1 0,7-21 0,0-4 0,-9 35 0,6-24 0,-5 26 0,-1 0 0,0 0 0,1 0 0,-1 0 0,1 0 0,-1 1 0,1-1 0,-1 0 0,1 0 0,0 0 0,-1 0 0,1 1 0,0-1 0,-1 0 0,1 1 0,0-1 0,0 0 0,0 1 0,0-1 0,0 1 0,0 0 0,0-1 0,0 1 0,0 0 0,0-1 0,1 1 0,4 0 0,0 1 0,0 0 0,0 0 0,0 1 0,0 0 0,0 0 0,0 0 0,-1 1 0,1 0 0,6 4 0,-3-1 0,-1 0 0,0 0 0,0 1 0,0 0 0,9 12 0,-13-13 0,0 0 0,0 1 0,5 13 0,11 16 0,-19-20 0,1-12 0,3-4 0,-2-2 0,-1 0 0,0 0 0,0 0 0,0 0 0,-1-1 0,1 1 0,-1 0 0,1-1 0,-1 0 0,0 1 0,2-6 0,1-2 0,-1-1 0,-3 10 0,0 0 0,0 1 0,0-1 0,0 0 0,1 0 0,-1 0 0,0 0 0,0 0 0,1 1 0,-1-1 0,1 0 0,-1 0 0,1 1 0,-1-1 0,1 0 0,-1 1 0,1-1 0,0 0 0,2-3 0,0 1 0,0-1 0,-1 1 0,1-1 0,3-7 0,8-13 0,5-13 0,-12 31 0,2 2 0,-9 4 0,0-1 0,0 1 0,0 0 0,1 0 0,-1 0 0,0 0 0,0 0 0,0-1 0,1 1 0,-1 0 0,0 0 0,0 0 0,1 0 0,-1 0 0,0 0 0,0 0 0,1 0 0,-1 0 0,0 0 0,0 0 0,1 0 0,-1 0 0,0 0 0,0 0 0,1 0 0,-1 0 0,0 0 0,0 0 0,1 1 0,-1-1 0,0 0 0,0 0 0,0 0 0,1 0 0,-1 0 0,0 1 0,0-1 0,0 0 0,0 0 0,1 0 0,-1 1 0,0-1 0,0 0 0,0 0 0,0 0 0,0 1 0,0-1 0,0 0 0,1 0 0,-1 1 0,0-1 0,0 0 0,0 0 0,0 1 0,0-1 0,50 43 0,-31-21 0,28 25 0,-45-46 0,24 35 0,-23-33 0,-1 0 0,2-1 0,-1 1 0,0-1 0,0 0 0,1 0 0,-1 0 0,1-1 0,0 1 0,3 0 0,2 0 0,-1-1 0,1 0 0,13-1 0,-16 0 0,0-1 0,1 0 0,-1 0 0,0 0 0,0-1 0,12-4 0,11-4 0,-16 6 0,0-2 0,-1 0 0,1 0 0,-2-1 0,1 0 0,-1-1 0,13-12 0,-21 18 0,-1 0 0,1-1 0,-1 1 0,1-1 0,-1 1 0,0-1 0,0 0 0,0 0 0,0 0 0,-1 0 0,1 0 0,-1 0 0,0-1 0,1 1 0,-2 0 0,1-1 0,0 1 0,-1-1 0,1 1 0,-1-1 0,0 1 0,0-1 0,-1 1 0,1-1 0,-1 1 0,1 0 0,-3-5 0,-5-23 0,8 28 0,0 3 0,0-1 0,0 1 0,0-1 0,0 1 0,0-1 0,0 1 0,0-1 0,0 1 0,0 0 0,0-1 0,0 1 0,0-1 0,-1 1 0,1-1 0,0 1 0,0-1 0,0 1 0,-1 0 0,1-1 0,0 1 0,-1 0 0,1-1 0,0 1 0,-1 0 0,1-1 0,0 1 0,-1 0 0,1-1 0,0 1 0,-1 0 0,1 0 0,-1 0 0,1 0 0,-1-1 0,1 1 0,-1 0 0,1 0 0,-1 0 0,-2-1 0,0 0 0,1 1 0,-1-1 0,0 1 0,0-1 0,0 1 0,0 0 0,0 0 0,1 0 0,-1 1 0,0-1 0,0 1 0,-4 1 0,-2 1 0,1 1 0,1 0 0,-1 1 0,0 0 0,1 0 0,-12 11 0,19-16 0,-3 3 0,0 1 0,0 0 0,1-1 0,0 1 0,-1 0 0,1 1 0,1-1 0,-1 0 0,1 0 0,-1 1 0,1-1 0,0 1 0,1-1 0,-1 8 0,1-10 0,0 0 0,-1 0 0,2 0 0,-1 0 0,0 0 0,0-1 0,0 1 0,1 0 0,-1 0 0,1 0 0,0-1 0,-1 1 0,1 0 0,0-1 0,0 1 0,0-1 0,0 1 0,0-1 0,1 1 0,-1-1 0,0 0 0,1 1 0,-1-1 0,3 2 0,-1-2 0,0 0 0,0-1 0,-1 1 0,1-1 0,0 1 0,0-1 0,0 0 0,0 0 0,0 0 0,-1 0 0,1-1 0,0 1 0,0-1 0,0 0 0,2-1 0,1 1 0,0-1 0,0 0 0,0-1 0,0 0 0,-1 1 0,1-2 0,7-5 0,-10 6 0,-1 1 0,0 0 0,0-1 0,0 1 0,0-1 0,-1 0 0,1 0 0,-1 0 0,0 1 0,0-1 0,0 0 0,0-1 0,0 1 0,0 0 0,-1 0 0,0 0 0,1 0 0,-2-4 0,0 2 0,-6 4 0,7 1 0,-1 0 0,1 0 0,0 0 0,-1 0 0,1 0 0,0 0 0,-1 0 0,1 0 0,0 0 0,0 0 0,-1 0 0,1 0 0,0 0 0,-1 0 0,1 0 0,0 0 0,-1 0 0,1 0 0,0 0 0,0 1 0,-1-1 0,1 0 0,0 0 0,0 0 0,-1 0 0,1 1 0,0-1 0,0 0 0,0 0 0,-1 1 0,1-1 0,0 0 0,0 0 0,0 1 0,0-1 0,0 0 0,-1 0 0,1 1 0,0-1 0,0 0 0,0 1 0,0-1 0,0 0 0,0 1 0,0-1 0,0 0 0,0 1 0,0-1 0,0 3 0,-1-2 0,0 0 0,0 0 0,0 1 0,0-1 0,1 0 0,-1 1 0,1-1 0,-1 0 0,1 1 0,-1-1 0,1 0 0,-1 1 0,1-1 0,0 1 0,0-1 0,0 1 0,0-1 0,0 1 0,0-1 0,0 1 0,1-1 0,0 3 0,0-2 0,0 1 0,1 0 0,-1-1 0,1 1 0,0-1 0,-1 0 0,1 0 0,0 1 0,1-1 0,3 3 0,2 0 0,-1 0 0,1 0 0,0-1 0,1 0 0,-1-1 0,13 4 0,8 1 0,56 6 0,-75-14 0,1 1 0,-1-1 0,1-1 0,-1 0 0,0 0 0,0-1 0,1-1 0,18-6 0,-16 4 0,-9 4 0,0-1 0,0 1 0,-1-1 0,1 1 0,0-1 0,-1 0 0,1 0 0,-1-1 0,0 1 0,0-1 0,0 1 0,0-1 0,0 0 0,0 0 0,1-4 0,7-9 0,-10 15 0,1-1 0,-1 0 0,0 0 0,1 0 0,-1-1 0,0 1 0,0 0 0,0 0 0,-1-1 0,1 1 0,0 0 0,-1-1 0,0 1 0,1-5 0,-1 4 0,0 0 0,-1 0 0,1 0 0,-1-1 0,1 1 0,-1 0 0,0 0 0,0 0 0,-1 0 0,1 0 0,0 0 0,-1 1 0,-2-4 0,-6-12 0,10 17 0,0 0 0,-1 1 0,1-1 0,0 0 0,-1 0 0,1 1 0,-1-1 0,1 0 0,-1 1 0,0-1 0,1 1 0,-1-1 0,1 1 0,-1-1 0,0 1 0,0-1 0,1 1 0,-1 0 0,0-1 0,0 1 0,0 0 0,1-1 0,-1 1 0,0 0 0,0 0 0,0 0 0,0 0 0,1 0 0,-1 0 0,0 0 0,0 0 0,0 0 0,0 0 0,-1 1 0,-15 11 0,17-12 0,-3 4 0,1 0 0,-1 0 0,1 1 0,0-1 0,1 1 0,-1-1 0,1 1 0,0 0 0,-1 8 0,3-3 0,1 0 0,-1 0 0,2 0 0,-1-1 0,2 1 0,-1-1 0,1 1 0,1-1 0,-1 0 0,11 13 0,-5-4 0,13 28 0,-7-9 0,-10-25 0,0 0 0,-1 1 0,-1 0 0,0 0 0,-1 0 0,0 0 0,1 26 0,-4-34 0,-2 35 0,2-37 0,0 0 0,-1-1 0,1 1 0,-1-1 0,0 0 0,0 1 0,0-1 0,0 0 0,0 1 0,-1-1 0,1 0 0,-4 4 0,-4 4 0,8-9 0,0 1 0,0-1 0,0 0 0,1 0 0,-1-1 0,-1 1 0,1 0 0,0 0 0,0 0 0,0-1 0,0 1 0,-2 0 0,-10 3 0,0-1 0,0-1 0,0 0 0,0 0 0,0-1 0,0-1 0,-1 0 0,1-1 0,0-1 0,0 0 0,0 0 0,0-2 0,-14-4 0,25 7 0,-1 0 0,1 0 0,0 0 0,-1 0 0,1 0 0,0-1 0,0 1 0,0-1 0,0 1 0,0-1 0,0 0 0,0 0 0,1 0 0,-1 0 0,1 0 0,-1 0 0,1 0 0,0 0 0,0-1 0,0 1 0,0-1 0,0 1 0,0 0 0,1-1 0,-1-3 0,1 3 0,0 0 0,1 0 0,0 0 0,-1 0 0,1 0 0,0-1 0,0 2 0,1-1 0,-1 0 0,1 0 0,-1 0 0,1 1 0,0-1 0,0 0 0,0 1 0,0 0 0,1 0 0,-1-1 0,4-1 0,13-11 0,0 1 0,1 0 0,1 2 0,37-17 0,114-32 0,-68 25 0,-55 21 0,20-8 0,-43 13 0,-13 6 0,0-2 0,21-11 0,-22 10 0,-8 5 0,-1 0 0,1 0 0,-1 0 0,0 0 0,0 0 0,0-1 0,0 0 0,0 1 0,-1-1 0,5-5 0,-7 7 0,0 1 0,1 0 0,-1-1 0,0 1 0,0 0 0,1-1 0,-1 1 0,0 0 0,1-1 0,-1 1 0,0 0 0,0-1 0,0 1 0,0-1 0,1 1 0,-1-1 0,0 1 0,0 0 0,0-1 0,0 1 0,0-1 0,0 1 0,0-1 0,0 1 0,0 0 0,0-1 0,-1 1 0,1-1 0,0 1 0,0-1 0,0 1 0,0 0 0,-1-1 0,1 1 0,0 0 0,-1-1 0,1 0 0,-1-4 0,0 4 0,-1 0 0,1 0 0,0 0 0,0 0 0,0 0 0,-1 0 0,1 0 0,0 0 0,-1 0 0,1 1 0,-1-1 0,1 1 0,-1-1 0,1 1 0,-1 0 0,1-1 0,-1 1 0,0 0 0,-1 0 0,-28 5 0,23-3 0,1 0 0,-1 0 0,1 1 0,0 0 0,0 1 0,0-1 0,0 1 0,1 1 0,-1-1 0,1 1 0,-9 10 0,11-10 0,1 1 0,0-1 0,0 1 0,1 0 0,-1 0 0,1 0 0,1 0 0,-1 0 0,1 0 0,-1 9 0,2-11 0,0-1 0,1 1 0,-1 0 0,1 0 0,-1-1 0,1 1 0,1 0 0,-1-1 0,0 1 0,1-1 0,-1 0 0,1 1 0,0-1 0,0 0 0,1 0 0,4 5 0,2 3 0,-8-10 0,0 0 0,0 0 0,0 0 0,0 0 0,0 0 0,0 0 0,0-1 0,0 1 0,0 0 0,0 0 0,1-1 0,0 1 0,9 4 0,-5-2 0,0 0 0,0-1 0,1 0 0,-1 0 0,0-1 0,1 1 0,-1-1 0,13 0 0,10-4-2781,12-9-6969,-2 1 2707,-22 6-637</inkml:trace>
</inkml:ink>
</file>

<file path=ppt/ink/ink1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16.845"/>
    </inkml:context>
    <inkml:brush xml:id="br0">
      <inkml:brushProperty name="width" value="0.035" units="cm"/>
      <inkml:brushProperty name="height" value="0.035" units="cm"/>
      <inkml:brushProperty name="color" value="#FF0066"/>
    </inkml:brush>
  </inkml:definitions>
  <inkml:trace contextRef="#ctx0" brushRef="#br0">188 50 120,'-47'6'11605,"-21"14"460,37-9-6315,-10-9-2523,41 1-3227,7-2 0,348-18 0,-198 6 0,50-9 0,-173 15 0,-4 1 0,51-14 0,-77 17-413,-1 1-126,0 0 0,-1-1 0,1 1-1,-1-1 1,1 0 0,-1 0 0,0 0 0,1 0-1,-1 0 1,4-2 0,-7 2 1,0 0 0,1 1 0,-1-1 0,0 1-1,1 0 1,-1-1 0,0 1 0,0-1 0,1 1 0,-1 0 0,0 0 0,0-1 0,0 1 0,1 0-1,-1 0 1,0 0 0,0 0 0,0 0 0,0 0 0,1 0 0,-2 1 0,-22 0-5801,11 3 3255,-9-4-166</inkml:trace>
</inkml:ink>
</file>

<file path=ppt/ink/ink1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17.078"/>
    </inkml:context>
    <inkml:brush xml:id="br0">
      <inkml:brushProperty name="width" value="0.035" units="cm"/>
      <inkml:brushProperty name="height" value="0.035" units="cm"/>
      <inkml:brushProperty name="color" value="#FF0066"/>
    </inkml:brush>
  </inkml:definitions>
  <inkml:trace contextRef="#ctx0" brushRef="#br0">85 65 2745,'-16'5'3636,"0"1"0,1 0 1,-23 14-1,38-20-3401,1 1-1,-1-1 1,0 0-1,0 1 1,1-1-1,-1 1 1,0-1 0,0 0-1,1 1 1,-1-1-1,0 0 1,1 1-1,-1-1 1,1 0-1,-1 0 1,0 1-1,1-1 1,-1 0-1,1 0 1,-1 0-1,0 0 1,1 1-1,-1-1 1,1 0-1,-1 0 1,1 0-1,-1 0 1,1 0-1,0 0 1,22 4 2678,155-17 1317,-84 4-2932,42-7-1298,-25 0-592,-107 15 148,-1 0 1,1 0-1,-1 0 1,0 0-1,1-1 1,-1 1-1,0-1 1,5-3-1,-7 4-40,1 0 0,-1 0 0,0 0 0,0 0 0,-1 0 0,1 0 0,0 0 0,0-1 0,0 1 0,-1 0 0,2-2 0,-2 2 38,0 0 0,0 1 0,0-1 1,1 0-1,-1 0 0,0 1 0,0-1 1,-1 0-1,1 0 0,0 0 0,0 1 1,0-1-1,0 0 0,-1 0 0,1 1 1,0-1-1,-1 0 0,1 1 0,0-1 1,-1 0-1,0 0 0,-15-6-6190,8 3 2896</inkml:trace>
</inkml:ink>
</file>

<file path=ppt/ink/ink1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19.019"/>
    </inkml:context>
    <inkml:brush xml:id="br0">
      <inkml:brushProperty name="width" value="0.035" units="cm"/>
      <inkml:brushProperty name="height" value="0.035" units="cm"/>
      <inkml:brushProperty name="color" value="#FF0066"/>
    </inkml:brush>
  </inkml:definitions>
  <inkml:trace contextRef="#ctx0" brushRef="#br0">1 343 592,'0'0'3045,"22"-4"13298,-8 3-12560,18 1-2040,-23 0 277,136-11 2305,-25 6-3853,111 0-177,1027 5-297,-1036-6 25,119-7 75,-175 4-68,118-11-30,38 3 0,-186 7 0,71-1 0,131-4 0,-163 4 0,212 0 0,-53 0 0,49-6-79,-194 6 67,191-16 103,-152 11-128,153-9 35,-33 2 25,63-3-7,-148 4-16,-193 12 0,-66 9 0,10-1 0,-5 4 0,3-1-1,-8-1-2,-3 12-2,-2-12-126,1 1 0,0-1 0,-1 1 0,1-1 1,0 0-1,-1 1 0,1-1 0,-1 0 0,1 1 0,-1-1 1,1 0-1,-1 0 0,1 1 0,-1-1 0,1 0 1,-1 0-1,1 0 0,-1 0 0,1 0 0,-1 0 0,0 0 1,1 0-1,-1 0 0,1 0 0,-2 0 0,-20-2-2874,-93-13-14833,112 14 17389,-23-3-3718</inkml:trace>
</inkml:ink>
</file>

<file path=ppt/ink/ink1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20.599"/>
    </inkml:context>
    <inkml:brush xml:id="br0">
      <inkml:brushProperty name="width" value="0.035" units="cm"/>
      <inkml:brushProperty name="height" value="0.035" units="cm"/>
      <inkml:brushProperty name="color" value="#FF0066"/>
    </inkml:brush>
  </inkml:definitions>
  <inkml:trace contextRef="#ctx0" brushRef="#br0">60 311 1896,'-8'2'1443,"0"0"-1,0 0 1,0 0 0,-1-1-1,-10 0 2733,29 10-427,-9-11-3685,-1 0-1,0 0 1,0 0 0,0 0 0,0 0 0,1 0 0,-1 0 0,0 0 0,0 0 0,0 0 0,1 0 0,-1 0 0,0 0-1,0 0 1,0 0 0,1 0 0,-1 0 0,0 0 0,0 0 0,0 0 0,0 0 0,1 1 0,-1-1 0,0 0 0,0 0-1,0 0 1,0 0 0,0 0 0,1 0 0,-1 1 0,0-1 0,0 0 0,0 0 0,0 0 0,0 0 0,0 1 0,0-1-1,0 0 1,0 0 0,0 0 0,0 1 0,0-1 0,0 0 0,0 0 0,0 0 0,0 1 0,0-1 0,0 0 0,0 0-1,0 0 1,0 1 0,2 4 4303,12-3-1,-1 1-2787,32-3-1250,141-4 1499,-41-2-1827,4 2 0,36-3 0,8-2 0,-86 6 0,48-4 0,254-6 0,-83 2 0,-123 3 0,4 0 0,21-3 0,-4 0 0,-74 3 0,-59 1 0,370-19 0,-160 14 0,26-4 0,-164 4 0,246-18 0,-290 25 0,23 0 0,8-1 0,-47 1 0,145-12 0,-92 7 0,-65 4 0,-63 4 0,45 2 0,-48 1 0,0-1 0,31-4 0,-31 2 0,1 0 0,30 3 0,-28 0 0,44-4 0,28-3 0,-3 1 0,124-7 0,-74 7 0,-98 6 0,-12 0 0,72-7 0,-91 4 0,-1 1 0,29 2 0,-24 0 0,30-2 0,207-5 0,-160 7 0,-29-6 0,-106 6-1517,19 1-150,1-1 0,-1-2 0,0 1 0,1-2 0,-28-5 1,34-3-7475,4 4 1901,5 1 2748</inkml:trace>
</inkml:ink>
</file>

<file path=ppt/ink/ink1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37.097"/>
    </inkml:context>
    <inkml:brush xml:id="br0">
      <inkml:brushProperty name="width" value="0.035" units="cm"/>
      <inkml:brushProperty name="height" value="0.035" units="cm"/>
      <inkml:brushProperty name="color" value="#FF0066"/>
    </inkml:brush>
  </inkml:definitions>
  <inkml:trace contextRef="#ctx0" brushRef="#br0">454 5 2409,'-28'12'21835,"19"-9"-19860,5-1-3634,1 0 1696,1 0 0,-1 0 1,1 0-1,0 0 0,-1 1 0,1-1 1,0 1-1,0-1 0,1 1 0,-1 0 0,-1 2 1,3-4-33,0 0 0,-1 0 0,1 0 0,0 0 0,0 0-1,-1 0 1,1 0 0,-1 0 0,1-1 0,0 1 0,-1 0 0,0 0 0,1-1 0,-1 1 0,1 0 0,-2 1 0,1-2 1,0 1 1,0 0-1,1-1 0,-1 1 0,0 0 0,1 0 1,-1-1-1,1 1 0,-1 0 0,1 0 0,-1 0 1,1 0-1,0 0 0,-1 0 0,1 0 0,0 0 1,0 1-1,0-1 260,-6-9 190,6 7-439,-1 1 0,1-1 0,0 1 0,0 0 1,0-1-1,0 1 0,-1-1 0,1 1 0,0 0 1,0-1-1,-1 1 0,1 0 0,0-1 0,-1 1 1,1 0-1,0-1 0,-1 1 0,1 0 0,0 0 1,-1-1-1,1 1 0,-1 0 0,1 0 0,0 0 1,-1 0-1,1 0 0,-1 0 0,1 0 0,-1-1 1,1 1-1,-1 1 0,-51-12 1659,36 11-1456,1-1-135,1 1-1,-1 1 1,0 0-1,1 1 1,-17 5-1,21-6-74,9-1-10,1 0 1,-1 0 0,0 0 0,0 0-1,1 0 1,-1 0 0,0 0-1,0 1 1,1-1 0,-1 0-1,0 0 1,1 1 0,-1-1-1,0 0 1,1 1 0,-1-1-1,0 1 1,0 0 0,1-1 3,-1 0-1,1 1 1,0-1 0,-1 0-1,1 1 1,0-1 0,-1 0 0,1 1-1,0-1 1,-1 1 0,1-1 0,0 0-1,0 1 1,0-1 0,-1 1-1,1-1 1,0 1 0,0-1 0,0 1-1,0-1 1,0 1 0,0-1-1,0 1 1,0-1 0,0 1 0,0-1-1,0 1 1,0 0 0,2-1 0,-1 1 0,1-1 0,-1 1 0,0-1 0,1 1 0,-1-1 0,1 0 0,-1 0 0,1 0 0,-1 0 0,1 0 0,1 0 0,21-5-88,-20 4 87,0 0 1,0 0-1,-1 0 0,1 0 1,0-1-1,-1 1 0,1-1 1,4-3-1,5-2 3,-11 7-2,-1-1-1,0 1 1,0-1 0,0 1 0,-1-1 0,1 0-1,0 1 1,0-1 0,0 0 0,0 0 0,-1 0-1,1 1 1,0-1 0,-1 0 0,1 0 0,0 0-1,-1 0 1,1 0 0,-1 0 0,0 0 0,1-1-1,-1 1 1,0 0 0,0 0 0,0 0 0,0 0-1,0 0 1,0 0 0,0-1 0,0 1 0,0 0-1,0 0 1,0 0 0,-1 0 0,1 0 0,-1 0-1,1 0 1,0 0 0,-1 0 0,0 0 0,1 0-1,-1 0 1,0 0 0,1 0 0,-1 0 0,0 1-1,0-1 1,0 0 0,0 0 0,0 1 0,0-1-1,-1 0 1,-2-1 5,0 0 0,0 0 0,0 0 0,0 0 0,0 1 0,0 0 0,0 0 0,-1 0 0,1 0 0,0 1 0,-1 0 0,-5 0 0,-2 1-47,0 1 1,-24 6-1,-7 2-730,21-2-618,-7 1-2357,28-9 3225,-1 1 0,1-1-1,0 0 1,-1 0 0,1 0-1,-1 0 1,1 0 0,-1 0 0,1 0-1,-1 0 1,1-1 0,0 1-1,-1-1 1,1 1 0,-2-1 0,0-8-7399,-4 8 3502</inkml:trace>
</inkml:ink>
</file>

<file path=ppt/ink/ink1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37.512"/>
    </inkml:context>
    <inkml:brush xml:id="br0">
      <inkml:brushProperty name="width" value="0.035" units="cm"/>
      <inkml:brushProperty name="height" value="0.035" units="cm"/>
      <inkml:brushProperty name="color" value="#FF0066"/>
    </inkml:brush>
  </inkml:definitions>
  <inkml:trace contextRef="#ctx0" brushRef="#br0">292 0 3809,'-11'4'2709,"1"1"1,0-1 0,-17 12-1,-9 4 3214,22-12-3565,1 1 0,-15 12 0,16-11-1505,6-6-242,0 1 0,1 1 1,-8 9-1,-9 9 495,15-17-1063,-1 0 0,2 0 0,-1 1-1,1 0 1,0 0 0,0 0 0,1 1 0,0 0-1,1 0 1,0 0 0,0 1 0,-2 12 0,4-15-35,1 0 0,0-1 0,1 1 0,-1 0 0,1 0 0,1 0 0,-1-1 1,1 1-1,0 0 0,1-1 0,0 1 0,0-1 0,0 1 0,1-1 0,0 0 1,0 0-1,0 0 0,1 0 0,4 5 0,1-1-8,1 0 0,0-1 0,0 0 0,1 0 0,0-1 0,0-1 0,1 1 0,0-2 0,1 0 0,14 5 0,5 0 0,0-2 0,1-1 0,35 4 0,-8-6 0,1-2 0,-1-2 0,1-3 0,64-10 0,50-20 0,-146 24 0,0-1 0,0-2 0,50-24 0,-73 31 0,0-1 0,0 1 0,-1-1 0,1-1 0,-1 1 0,0-1 0,0 1 0,7-10 0,-10 11 0,-1 1 0,1-1 0,-1 1 0,0-1 0,0 1 0,0-1 0,0 0 0,0 1 0,-1-1 0,1 0 0,-1 0 0,0 0 0,0 1 0,0-1 0,0 0 0,0 0 0,-1 0 0,1 1 0,-1-1 0,0 0 0,1 0 0,-1 1 0,-2-4 0,-3-5 0,-2-1 0,1 1 0,-1 0 0,-1 0 0,0 1 0,-1 0 0,1 1 0,-2 0 0,1 0 0,-13-6 0,-7-4 0,-1 1 0,-56-24 0,51 28 0,-1 0 0,0 3 0,0 1 0,-1 2 0,-1 1 0,1 2 0,-1 2 0,0 1 0,-75 8 0,104-4-1104,0 0 0,0 1 0,0 0 1,0 1-1,1 0 0,-16 9 0,18-7-3336,6-6 4136,1 1 0,0-1 0,0 0 0,0 0-1,-1 1 1,1-1 0,0 0 0,0 1 0,0-1 0,0 0 0,0 1-1,0-1 1,0 0 0,0 1 0,0-1 0,0 0 0,0 1 0,0-1-1,0 0 1,0 0 0,0 1 0,0-1 0,0 0 0,0 1 0,0-1-1,1 0 1,-1 1 0,0-1 0,0 0 0,0 0 0,1 1 0,6 4-5387</inkml:trace>
</inkml:ink>
</file>

<file path=ppt/ink/ink1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39"/>
    </inkml:context>
    <inkml:brush xml:id="br0">
      <inkml:brushProperty name="width" value="0.035" units="cm"/>
      <inkml:brushProperty name="height" value="0.035" units="cm"/>
      <inkml:brushProperty name="color" value="#FF0066"/>
    </inkml:brush>
  </inkml:definitions>
  <inkml:trace contextRef="#ctx0" brushRef="#br0">283 102 2889,'0'1'164,"0"-1"0,0 0 1,0 0-1,-1 1 1,1-1-1,0 0 0,0 0 1,0 1-1,-1-1 0,1 0 1,0 0-1,0 1 1,0-1-1,-1 0 0,1 0 1,0 0-1,-1 0 0,1 1 1,0-1-1,0 0 1,-1 0-1,1 0 0,0 0 1,-1 0-1,1 0 0,0 0 1,-1 0-1,1 0 1,0 0-1,0 0 0,-1 0 1,1 0-1,0 0 1,-1 0-1,1 0 0,0 0 1,-1 0-1,1-1 0,0 1 1,0 0-1,-1 0 1,1 0-1,0 0 0,0-1 1,-1 1-1,1 0 0,0 0 1,0-1-1,0 1 1,-1-1-1,0 1 250,0-1 0,0 1-1,1-1 1,-1 0 0,0 1 0,0-1 0,0 0-1,1 0 1,-1 1 0,0-1 0,1 0 0,-1 0 0,1 0-1,-1 0 1,1 0 0,-1 0 0,1 0 0,0 0-1,-1-2 1,1 0 275,0 0 0,0 0 0,1 0 0,-1 0 0,1 0 0,-1 0 0,1 0 0,0 0 0,0 0 0,1 0 0,-1 1 0,0-1 0,1 0 0,2-3-1,-2 4-496,1 0-1,-1 0 0,1 0 1,-1 0-1,1 0 0,-1 1 1,1-1-1,0 1 0,0 0 1,0 0-1,0 0 0,0 0 1,0 0-1,4 0 0,24-4-176,-11 1-15,2 1 0,25 0 0,-34 3 0,-1 1 0,0 0 0,0 1 0,1 0 0,-1 1 0,-1 1 0,1-1 0,14 8 0,-18-7 0,0 0 0,-1 1 0,0 0 0,1 0 0,-2 0 0,1 1 0,-1 0 0,0 0 0,0 1 0,0 0 0,-1 0 0,6 11 0,-7-11 0,-1 0 0,-1 0 0,1 0 0,-1 0 0,0 1 0,-1-1 0,0 0 0,0 1 0,-1-1 0,1 1 0,-2 0 0,1-1 0,-1 1 0,0-1 0,-3 11 0,0-7 0,0 0 0,0 1 0,-1-1 0,-1-1 0,1 1 0,-2-1 0,0 0 0,-15 18 0,10-15 0,-1 0 0,0-1 0,-1-1 0,0 0 0,0-1 0,-1 0 0,-1-1 0,-19 8 0,18-9 0,-1-1 0,0-1 0,0 0 0,-1-1 0,0-1 0,0-1 0,-24 1 0,16-4 0,0-1 0,-1-1 0,1-1 0,0-2 0,1 0 0,-1-2 0,-34-13 0,59 19 0,-1 0 0,1 0 0,0 0 0,-1-1 0,1 1 0,0-1 0,0 1 0,0-1 0,0 0 0,0 0 0,0 1 0,1-1 0,-1-1 0,-2-2 0,5 4 0,-1 0 0,0 1 0,0-1 0,1 0 0,-1 0 0,0 0 0,1 1 0,-1-1 0,1 0 0,-1 1 0,1-1 0,-1 0 0,1 1 0,0-1 0,-1 0 0,1 1 0,0-1 0,-1 1 0,1 0 0,0-1 0,0 1 0,-1-1 0,1 1 0,0 0 0,1-1 0,16-3 0,-17 4 0,60-7 0,65 1 0,-29 3 0,73-3-125,-74 3-3085,20-1-5966,-104 2 6805,-1 0 0,18-6 0,5 0-2445,-7 2 186</inkml:trace>
</inkml:ink>
</file>

<file path=ppt/ink/ink1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39.427"/>
    </inkml:context>
    <inkml:brush xml:id="br0">
      <inkml:brushProperty name="width" value="0.035" units="cm"/>
      <inkml:brushProperty name="height" value="0.035" units="cm"/>
      <inkml:brushProperty name="color" value="#FF0066"/>
    </inkml:brush>
  </inkml:definitions>
  <inkml:trace contextRef="#ctx0" brushRef="#br0">198 27 1560,'-1'-7'8667,"-2"2"-3815,-13-4 387,3 4 2725,12 5-7835,1 0 1,-1 0-1,0 0 0,1 1 0,-1-1 1,0 0-1,1 0 0,-1 1 0,0-1 1,1 1-1,-1-1 0,1 0 0,-1 1 1,0-1-1,1 1 0,-1 0 0,1-1 1,0 1-1,-1-1 0,1 1 0,-1 0 1,1-1-1,0 1 0,0 0 0,-1-1 1,1 1-1,0 0 0,0 0 1,-4 6 606,-34 25-736,27-24 0,1 1 0,0 0 0,0 0 0,1 1 0,-15 20 0,10-10 0,12-18 0,0 0 0,0 0 0,0 0 0,1 0 0,-1 1 0,1-1 0,0 1 0,-1-1 0,1 1 0,0 0 0,1-1 0,-1 1 0,0 0 0,1 0 0,-1 0 0,1 5 0,0-3 0,0 1 0,0 0 0,1-1 0,0 1 0,0-1 0,3 10 0,-4-13 0,1 0 0,0-1 0,0 1 0,0-1 0,0 1 0,0-1 0,1 1 0,-1-1 0,0 0 0,1 1 0,-1-1 0,1 0 0,-1 0 0,1 0 0,-1 0 0,1 0 0,0 0 0,0-1 0,-1 1 0,1-1 0,0 1 0,0-1 0,2 1 0,13 2 0,1-1 0,0-1 0,0 0 0,0-1 0,-1-1 0,1-1 0,0 0 0,-1-1 0,1-1 0,-1-1 0,29-12 0,-43 15 0,0 1 0,0-1 0,0 0 0,0-1 0,-1 1 0,1 0 0,0-1 0,-1 0 0,0 1 0,0-1 0,0 0 0,0 0 0,0 0 0,0-1 0,-1 1 0,3-6 0,-4 7 0,1-1 0,-1 1 0,1 0 0,-1-1 0,0 1 0,0-1 0,1 1 0,-2-1 0,1 1 0,0 0 0,-1-1 0,1 1 0,-1-1 0,1 1 0,-1 0 0,0 0 0,0-1 0,0 1 0,-1 0 0,1 0 0,0 0 0,-1 0 0,1 0 0,-1 0 0,-3-2 0,-5-5 0,-1 0 0,1 1 0,-2 1 0,1 0-1,-1 1 1,0 0 0,0 0 0,-1 1 0,1 1 0,-26-5 0,32 8-218,0 0 0,0 1-1,0 0 1,-10 1 0,14-1-128,0 0-1,-1 1 0,1 0 1,0-1-1,-1 1 0,1 0 0,0 0 1,0 0-1,0 0 0,0 0 1,0 0-1,0 1 0,0-1 1,0 1-1,-1 2 0,2-4 118,1 1 0,0-1-1,0 0 1,0 1-1,0-1 1,0 1 0,0-1-1,0 0 1,0 1 0,0-1-1,0 1 1,0-1-1,0 1 1,0-1 0,0 0-1,1 1 1,-1-1 0,0 1-1,0-1 1,0 0 0,1 1-1,-1-1 1,0 0-1,0 1 1,1-1 0,-1 0-1,0 1 1,1-1 0,-1 0-1,0 0 1,1 1-1,-1-1 1,0 0 0,1 0-1,-1 0 1,1 0 0,-1 1-1,1-1 1,16 7-4999,9-1-2317,-18-6 4575</inkml:trace>
</inkml:ink>
</file>

<file path=ppt/ink/ink1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39.827"/>
    </inkml:context>
    <inkml:brush xml:id="br0">
      <inkml:brushProperty name="width" value="0.035" units="cm"/>
      <inkml:brushProperty name="height" value="0.035" units="cm"/>
      <inkml:brushProperty name="color" value="#FF0066"/>
    </inkml:brush>
  </inkml:definitions>
  <inkml:trace contextRef="#ctx0" brushRef="#br0">299 1 2769,'0'0'3194,"-26"0"9036,22 0-11596,-1 0 0,0 0-1,1 0 1,-1 1-1,1 0 1,0 0 0,-1 0-1,1 1 1,0-1 0,0 1-1,-1 0 1,1 0 0,1 0-1,-1 1 1,0 0 0,1-1-1,-1 1 1,1 0-1,0 1 1,0-1 0,0 1-1,-3 3 1,-10 11-634,14-17 0,0 1 0,0-1 0,1 1 0,-1-1 0,1 1 0,-1 0 0,1 0 0,-1-1 0,1 1 0,-1 2 0,-4 11 0,4-11 0,0 1 0,0-1 0,1 0 0,-1 1 0,1-1 0,0 1 0,1-1 0,-1 1 0,1 5 0,-1-8 0,1 1 0,0-1 0,1 1 0,-1-1 0,0 1 0,1 0 0,-1-1 0,1 1 0,0-1 0,0 0 0,0 1 0,0-1 0,0 0 0,1 1 0,-1-1 0,1 0 0,-1 0 0,1 0 0,0 0 0,0-1 0,0 1 0,0 0 0,0-1 0,0 1 0,0-1 0,3 1 0,-1 0 0,1 0 0,-1-1 0,1 0 0,-1 0 0,1 0 0,0 0 0,0-1 0,-1 0 0,1 0 0,0 0 0,-1-1 0,1 1 0,0-1 0,-1 0 0,1-1 0,0 1 0,-1-1 0,0 0 0,5-2 0,-3 2 0,-1-1 0,0 0 0,0 1 0,0-2 0,0 1 0,0 0 0,-1-1 0,1 0 0,-1 0 0,0-1 0,-1 1 0,1-1 0,-1 1 0,1-1 0,3-9 0,-6 11 0,0 0 0,-1 0 0,1-1 0,-1 1 0,1 0 0,-1-1 0,0 1 0,0 0 0,-1-1 0,1 1 0,0 0 0,-1-1 0,0 1 0,0 0 0,0 0 0,0-1 0,-1 1 0,1 0 0,-1 0 0,0 1 0,0-1 0,0 0 0,0 1 0,0-1 0,-1 1 0,1-1 0,-1 1 0,1 0 0,-7-3 0,0-1 0,0 1 0,-1 1 0,1-1 0,-1 2 0,0-1 0,0 1 0,-1 1 0,-12-2 0,8 2 0,1 1 0,-1 0 0,-27 3 0,11-1-67,25-2 0,0 1-1,1 0 1,-1 0-1,0 1 1,0-1-1,1 1 1,-1 1-1,0-1 1,1 1-1,-8 3 0,12-5-11,1 0-1,0 0 0,-1 0 1,1 1-1,-1-1 0,1 0 1,0 0-1,-1 1 0,1-1 1,0 0-1,-1 0 0,1 1 1,0-1-1,0 0 0,-1 1 0,1-1 1,0 1-1,0-1 0,0 0 1,0 1-1,-1-1 0,1 0 1,0 1-1,0-1 0,0 1 1,0-1-1,0 1 0,0-1 0,0 0 1,0 1-1,10 8-3070,-6-8 2358,0 1 0,0-1 0,0 0 0,0 0-1,0 0 1,4 0 0,11-2-1569,-1 0 0,0-1-1,0-1 1,0-1-1,18-6 1,-10 4-958</inkml:trace>
</inkml:ink>
</file>

<file path=ppt/ink/ink1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0.230"/>
    </inkml:context>
    <inkml:brush xml:id="br0">
      <inkml:brushProperty name="width" value="0.035" units="cm"/>
      <inkml:brushProperty name="height" value="0.035" units="cm"/>
      <inkml:brushProperty name="color" value="#FF0066"/>
    </inkml:brush>
  </inkml:definitions>
  <inkml:trace contextRef="#ctx0" brushRef="#br0">393 11 2817,'9'-3'2519,"5"-4"10824,-23 6-10853,0 2-1896,1 0 0,-1 0 0,0 1 0,0 0 1,1 0-1,-16 7 0,-52 29 5132,26-12-4013,46-24-1713,-1 1 0,1 0 0,1 0 0,-1 0 0,0 0 0,-5 7 0,-11 10 0,15-16 0,1 0 0,-1 1 0,1 0 0,1 0 0,-6 7 0,7-9 0,1-1 0,0 0 0,0 1 0,0-1 0,0 0 0,0 1 0,0 0 0,0-1 0,1 1 0,0-1 0,-1 1 0,1 0 0,0-1 0,0 1 0,1 4 0,1-1 0,0 1 0,0-1 0,1 0 0,-1 0 0,1 0 0,1-1 0,-1 1 0,1-1 0,0 0 0,0 0 0,1 0 0,-1 0 0,1-1 0,0 0 0,0 0 0,1 0 0,7 4 0,10 5 0,27 11 0,-29-14 0,-11-7 0,0-1 0,0 0 0,0 0 0,1-1 0,-1 0 0,1-1 0,-1 0 0,0-1 0,16-2 0,-25 3 0,13-2 0,0 0 0,21-6 0,-31 7 0,-1 0 0,0-1 0,0 1 0,0-1 0,0 1 0,0-1 0,0 0 0,0 0 0,0 0 0,-1-1 0,1 1 0,-1 0 0,0-1 0,0 0 0,4-4 0,-6 5 0,0 1 0,1 0 0,-1-1 0,0 1 0,0-1 0,1 1 0,-1 0 0,0-1 0,-1 1 0,1-1 0,0 1 0,0-1 0,-1 1 0,1 0 0,0-1 0,-1 1 0,1 0 0,-1-1 0,0 1 0,0 0 0,1 0 0,-1 0 0,0-1 0,0 1 0,0 0 0,0 0 0,0 0 0,0 1 0,0-1 0,-1 0 0,-1-1 0,-3-3 0,-1 1 0,0 0 0,0 1 0,-9-4 0,-3 0 0,-1 2 0,1 0 0,-1 1 0,1 1 0,-1 1 0,0 1 0,0 1 0,0 0 0,-23 4 0,-19 3-344,50-7 148,0 1-1,1 0 0,-1 1 1,0 0-1,1 0 1,0 2-1,-1-1 0,1 2 1,-13 6-1,-3 12-3483,26-22 3330,-1 0-1,1 0 1,0 0-1,0 0 0,0 0 1,0 0-1,1 0 1,-1 0-1,0 1 0,0-1 1,1 0-1,-1 1 1,1-1-1,-1 0 0,1 1 1,-1-1-1,1 0 1,0 1-1,0-1 0,0 1 1,0 1-1,2-1-876,1 0 0,0 0 0,0 0 0,0-1 0,0 0 0,0 1 0,0-1-1,0 0 1,5 0 0,-1 1-489,10 4-2425</inkml:trace>
</inkml:ink>
</file>

<file path=ppt/ink/ink1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0.449"/>
    </inkml:context>
    <inkml:brush xml:id="br0">
      <inkml:brushProperty name="width" value="0.035" units="cm"/>
      <inkml:brushProperty name="height" value="0.035" units="cm"/>
      <inkml:brushProperty name="color" value="#FF0066"/>
    </inkml:brush>
  </inkml:definitions>
  <inkml:trace contextRef="#ctx0" brushRef="#br0">522 1 3585,'-1'0'564,"1"1"-1,0-1 1,0 1 0,0 0 0,0-1 0,-1 1 0,1-1-1,0 1 1,-1-1 0,1 1 0,0-1 0,-2 2 1127,2-2-1127,-1 0 0,1 1 0,-1 0-1,-16 8 4956,-17 3-77,32-11-4440,-33 17 3905,10-3-3419,-48 25-1349,17-7-166,-64 38 27,64-35-3432,42-25 1221,0-2-1,-29 15 1,41-23 772,0 0 0,-1-1-1,1 1 1,-1 0 0,1-1 0,-1 0 0,0 1 0,-2-1 0</inkml:trace>
</inkml:ink>
</file>

<file path=ppt/ink/ink1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1.161"/>
    </inkml:context>
    <inkml:brush xml:id="br0">
      <inkml:brushProperty name="width" value="0.035" units="cm"/>
      <inkml:brushProperty name="height" value="0.035" units="cm"/>
      <inkml:brushProperty name="color" value="#FF0066"/>
    </inkml:brush>
  </inkml:definitions>
  <inkml:trace contextRef="#ctx0" brushRef="#br0">51 75 592,'4'-6'4311,"-4"6"-4037,1 0 0,-1 0 1,0-1-1,1 1 0,-1 0 0,0 0 1,0-1-1,1 1 0,-1 0 1,0-1-1,1 1 0,-1 0 1,0-1-1,0 1 0,0 0 1,0-1-1,1 1 0,-1 0 1,0-1-1,0 1 0,0-1 1,0 1-1,0 0 0,0-1 1,0 1-1,0-1 0,0 1 1,0 0-1,0-1 0,0-1 169,0 1 0,0 0 1,-1 0-1,1 0 0,0-1 0,-1 1 0,1 0 0,-1 0 1,1 0-1,-1 0 0,1 0 0,-1 0 0,0-1 0,1 2 0,-1-1 1,0 0-1,0 0 0,0 0 0,0 0 0,0 0 0,0 1 0,0-1 1,0 0-1,-2 0 0,-12-11 3641,13 8-2468,0-1 317,-14-6-1010,16 11-923,0 0 0,0 0 0,0 0 0,1 1 0,-1-1 0,0 0 0,0 0 0,0 0 0,0 0 0,0 1 0,0-1 0,0 0 0,0 0 0,0 0 0,0 0 0,0 1 0,0-1 0,0 0 0,0 0 0,0 0 0,0 0 0,0 1 0,0-1 0,-1 0 0,1 0 0,0 0 0,0 0 0,0 1 0,0-1 0,0 0 0,0 0 0,0 0 0,-1 0 0,1 0 0,0 0 0,0 1 0,0-1 0,0 0 0,0 0 0,-1 0 0,1 0 0,0 0 0,0 0 0,0 0 0,0 0 0,-1 0 0,1 0 0,0 0 0,0 0 0,0 0 0,-1 0 0,1 0 0,0 0 0,0 0 0,0 0 0,0 0 0,-1 0 0,1 0 0,0 0 0,0 0 0,0 0 0,0 0 0,-1 0 0,1-1 0,0 1 0,0 0 0,0 0 0,5 19 0,-2-12 0,-2 2 0,0-1 0,1 1 0,0-1 0,1 0 0,6 15 0,5 18 0,29 93 0,-35-107 0,-6-19 0,1 1 0,-1-1 0,-1 0 0,2 13 0,0-7-1497,-2-10 437,1-1 0,-1 0 0,1 0 0,0 0 0,-1 0 0,1-1 0,1 1 0,-1 0 0,0-1 0,1 0 0,-1 1 0,1-1 0,3 2 0,-4-5 99,-1 0-1,1 0 1,-1 0 0,1-1-1,-1 1 1,0-1-1,0 1 1,0-1 0,2-2-1,-2-2-2469</inkml:trace>
</inkml:ink>
</file>

<file path=ppt/ink/ink1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1.384"/>
    </inkml:context>
    <inkml:brush xml:id="br0">
      <inkml:brushProperty name="width" value="0.035" units="cm"/>
      <inkml:brushProperty name="height" value="0.035" units="cm"/>
      <inkml:brushProperty name="color" value="#FF0066"/>
    </inkml:brush>
  </inkml:definitions>
  <inkml:trace contextRef="#ctx0" brushRef="#br0">74 241 1176,'-1'-3'854,"0"0"-1,0 1 0,0-1 0,0 0 1,0 0-1,-1 1 0,1-1 1,-1 1-1,0-1 0,1 1 1,-5-4-1,-10-18 4459,-18-29 4884,33 52-10049,1 0-1,-1-1 0,1 1 0,0 0 0,-1 0 1,1 0-1,0-1 0,0 1 0,0 0 0,0-1 1,0 1-1,0 0 0,0 0 0,0-1 0,1 1 1,-1 0-1,0 0 0,1 0 0,-1-1 0,1 1 0,-1 0 1,1 0-1,0 0 0,-1 0 0,1 0 0,0 0 1,0 0-1,0 0 0,-1 0 0,3-1 0,-2 1-142,3-3 48,1-1 0,-1 1 1,1 0-1,0 0 0,0 1 0,1-1 0,-1 1 0,1 0 1,-1 1-1,1-1 0,9-1 0,10-3 233,39-5 0,-19 5-174,9-1-548,0 3 0,78 2 0,-88 5-1894,7-1-4109,-43-1 3680,0-1 1,0 0-1,0 0 1,11-4-1,-12 4-1339</inkml:trace>
</inkml:ink>
</file>

<file path=ppt/ink/ink1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1.635"/>
    </inkml:context>
    <inkml:brush xml:id="br0">
      <inkml:brushProperty name="width" value="0.035" units="cm"/>
      <inkml:brushProperty name="height" value="0.035" units="cm"/>
      <inkml:brushProperty name="color" value="#FF0066"/>
    </inkml:brush>
  </inkml:definitions>
  <inkml:trace contextRef="#ctx0" brushRef="#br0">1 54 88,'2'3'6350,"6"4"-3433,-4-6-2310,1 0-1,0-1 1,0 1-1,0-1 1,0 0-1,0-1 1,5 0-1,4 1-123,18 0 16,22 1-953,-1-3 1,91-13-1,-113 6-2970,47-18-1,-60 21 1506,0-1-1101</inkml:trace>
</inkml:ink>
</file>

<file path=ppt/ink/ink1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1.860"/>
    </inkml:context>
    <inkml:brush xml:id="br0">
      <inkml:brushProperty name="width" value="0.035" units="cm"/>
      <inkml:brushProperty name="height" value="0.035" units="cm"/>
      <inkml:brushProperty name="color" value="#FF0066"/>
    </inkml:brush>
  </inkml:definitions>
  <inkml:trace contextRef="#ctx0" brushRef="#br0">26 1 1656,'-4'17'9586,"-4"-7"-5823,6-9-3551,1 0 0,0 0 0,0 0 0,0 0 0,1 0 0,-1 0 0,0 0 0,0 0 0,0 0 0,1 1 0,-1-1 0,1 0 0,-1 1-1,1-1 1,-1 0 0,1 1 0,0-1 0,0 0 0,0 1 0,0 1 0,0 11 945,-1-3-612,1 0-1,1-1 0,0 1 1,0 0-1,4 12 1,-2-12-497,-1 0 0,0 0 0,-1 0 0,1 14 0,-3-13-300,1 15-1118,0-26 1219,0 0 0,0 0 1,0 0-1,0 0 0,1 0 1,-1 0-1,0 0 0,1 0 1,-1 0-1,0 0 0,1 0 1,-1 0-1,1 0 0,-1 0 1,1 0-1,0 0 0,-1-1 1,2 2-1,-1-2-398,0 0 0,1 0-1,-1-1 1,0 1 0,0 0 0,1-1 0,-1 1-1,0 0 1,0-1 0,0 0 0,0 1 0,0-1 0,0 0-1,0 1 1,0-1 0,0 0 0,0 0 0,0 0 0,0 0-1,0 0 1,0 0 0,-1 0 0,2-1 0,-1-8-2721</inkml:trace>
</inkml:ink>
</file>

<file path=ppt/ink/ink1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2.060"/>
    </inkml:context>
    <inkml:brush xml:id="br0">
      <inkml:brushProperty name="width" value="0.035" units="cm"/>
      <inkml:brushProperty name="height" value="0.035" units="cm"/>
      <inkml:brushProperty name="color" value="#FF0066"/>
    </inkml:brush>
  </inkml:definitions>
  <inkml:trace contextRef="#ctx0" brushRef="#br0">10 60 1888,'-1'-2'650,"-1"-1"-1,1 1 1,0-1-1,0 1 0,0-1 1,1 0-1,-1 0 1,0 1-1,1-1 0,0 0 1,0 0-1,0 1 1,0-1-1,0-3 0,1-3 666,-1 8-707,0 0 40,0 1-629,0 0 1,0-1-1,0 1 1,0 0-1,0 0 1,0-1 0,0 1-1,0 0 1,0 0-1,1-1 1,-1 1-1,0 0 1,0 0 0,0 0-1,0-1 1,0 1-1,1 0 1,-1 0-1,0 0 1,0 0-1,0 0 1,1-1 0,-1 1-1,0 0 1,0 0-1,0 0 1,1 0-1,-1 0 1,0 0 0,0 0-1,1 0 1,-1 0-1,0 0 1,0 0-1,1 0 1,-1 0 0,0 0-1,0 0 1,1 0-1,-1 0 1,0 0-1,0 0 1,0 0-1,1 0 1,-1 0 0,0 0-1,0 0 1,1 1-1,-1-1 1,0 0-1,0 0 1,1 0 0,10 5-73,9 6-1248,-18-9 338,1 0 1,-1 0-1,1 0 1,0 0-1,0-1 1,-1 1-1,7 1 1,0 2-2116</inkml:trace>
</inkml:ink>
</file>

<file path=ppt/ink/ink1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2.650"/>
    </inkml:context>
    <inkml:brush xml:id="br0">
      <inkml:brushProperty name="width" value="0.035" units="cm"/>
      <inkml:brushProperty name="height" value="0.035" units="cm"/>
      <inkml:brushProperty name="color" value="#FF0066"/>
    </inkml:brush>
  </inkml:definitions>
  <inkml:trace contextRef="#ctx0" brushRef="#br0">1 199 2617,'0'-33'22908,"0"32"-22662,-1 1 0,1-1 0,0 1 0,0-1 0,0 0 0,1 1 0,-1-1 0,0 1 0,0-1 0,0 1 0,0-1 0,0 0 0,1 1 0,-1-1 0,0 1 0,1-1 0,-1 1 0,0-1 0,1 1 0,-1-1 0,0 1 0,1 0-1,-1-1 1,1 1 0,-1 0 0,1-1 0,0 1 0,0-2 80,6 7-319,0 0 0,-1 0 1,8 8-1,-14-13-7,4 4 0,-1 1 0,1-1 0,-1 1 0,-1-1 0,6 11 0,3 5 0,-4-6 0,1 1 0,-2-1 0,6 17 0,6 15 0,-13-32 0,0-1 0,-1 1 0,0 1 0,-1-1 0,-1 0 0,1 18 0,-3-27 0,1 0 0,-1 0 0,1 0 0,1 0 0,-1 0 0,2 4 0,-1-4 0,0-1 0,-1 1 0,0-1 0,0 1 0,1 9 0,-2-12 0,0 0 0,1 0 0,-1 0 0,1 0 0,-1 0 0,1 0 0,0 0 0,0 0 0,0 0 0,0 0 0,0-1 0,0 1 0,1 0 0,-1-1 0,1 1 0,-1-1 0,1 1 0,-1-1 0,1 0 0,2 2 0,-2 0 0,-3-5-39,0 1-1,0-1 1,1 1 0,-1-1 0,0 1-1,0 0 1,0 0 0,0-1-1,0 1 1,-1 0 0,1 0-1,0 0 1,0 0 0,-3-1 0,1 0-136,1 1 42,1 0-1,-1 0 1,0 0 0,0 0 0,1 0-1,-1-1 1,1 1 0,-1 0-1,1-1 1,0 1 0,0-1 0,-1 0-1,1 1 1,0-1 0,-1-3-1,-17-26-1122,16 27 1172,0 0 0,0 0 0,0-1 0,1 1 0,-1-1 0,1 1 0,-3-10 0,-4-20-12,6 21 107,-1 1 0,1-1 0,1 0 0,-1-19 0,3 14 137,0 1 0,1-1 0,1 1 1,1 0-1,8-31 0,-1 6 476,-9 35-403,0-1 1,0 0-1,1 1 1,1-1-1,5-13 1,-5 15-74,1-1-5,-1-1-1,1 1 0,0 0 1,1 1-1,0-1 0,0 1 1,0 0-1,1 0 1,10-8-1,-7 8-107,-7 4-36,0 0-1,0 1 1,0-1-1,1 1 1,-1 0-1,0 0 1,1 0-1,-1 0 1,1 0-1,-1 0 1,5 0-1,-5 1-19,-1-1 0,0 1 0,0 0-1,0 0 1,0-1 0,1 1 0,-1-1 0,0 1-1,0-1 1,0 1 0,0-1 0,1 0 0,9-4-436,-9 5 135,0 0 0,-1 0 0,1 0 0,0 1-1,-1-1 1,1 0 0,0 1 0,-1 0 0,1-1 0,-1 1 0,1 0 0,-1-1-1,2 3 1,-1-2-379,0 0-1,-1 0 1,1 0-1,0-1 1,-1 1-1,1 0 1,0-1-1,0 1 1,0-1-1,0 1 1,-1-1-1,1 0 1,3 0-1,-1 0-939,6-1-1123</inkml:trace>
</inkml:ink>
</file>

<file path=ppt/ink/ink1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3.119"/>
    </inkml:context>
    <inkml:brush xml:id="br0">
      <inkml:brushProperty name="width" value="0.035" units="cm"/>
      <inkml:brushProperty name="height" value="0.035" units="cm"/>
      <inkml:brushProperty name="color" value="#FF0066"/>
    </inkml:brush>
  </inkml:definitions>
  <inkml:trace contextRef="#ctx0" brushRef="#br0">1 31 672,'2'3'7416,"4"10"-2553,31-13 1212,-1-1-3363,70-7-1818,-21 2-1200,-15 1-2050,-49 3 848,-17 2 986,1 0 1,0 0-1,0-1 1,-1 0-1,1 0 1,0 0-1,-1-1 1,7-2-1,22-11-6253</inkml:trace>
</inkml:ink>
</file>

<file path=ppt/ink/ink1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3.447"/>
    </inkml:context>
    <inkml:brush xml:id="br0">
      <inkml:brushProperty name="width" value="0.035" units="cm"/>
      <inkml:brushProperty name="height" value="0.035" units="cm"/>
      <inkml:brushProperty name="color" value="#FF0066"/>
    </inkml:brush>
  </inkml:definitions>
  <inkml:trace contextRef="#ctx0" brushRef="#br0">8 5 1368,'-7'-4'26562,"9"6"-26302,1 0 0,-1 0 0,0 1 1,0-1-1,0 1 0,0-1 0,0 1 0,0 0 1,-1-1-1,2 5 0,14 36-116,-9-22-33,-6-14-131,-1 0 0,0 0 0,-1 0 0,1 0 1,-1 0-1,-2 13 0,1 3-1134,1-18 1466,1 13-7044,8-25-3210,-7 4 8668,-2 2 948,1 1 1,-1-1-1,1 0 0,-1 1 0,1-1 1,-1 0-1,0 1 0,1-1 0,-1 0 0,0 1 1,0-1-1,0 0 0,1 0 0,-1 1 1,0-1-1,0-1 0,0-8-3525</inkml:trace>
</inkml:ink>
</file>

<file path=ppt/ink/ink1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3.610"/>
    </inkml:context>
    <inkml:brush xml:id="br0">
      <inkml:brushProperty name="width" value="0.035" units="cm"/>
      <inkml:brushProperty name="height" value="0.035" units="cm"/>
      <inkml:brushProperty name="color" value="#FF0066"/>
    </inkml:brush>
  </inkml:definitions>
  <inkml:trace contextRef="#ctx0" brushRef="#br0">18 38 992,'-2'-1'711,"0"-1"0,1 1-1,-1 0 1,1-1 0,-1 1-1,1-1 1,0 0 0,0 1 0,0-1-1,0 0 1,-1-2 0,2 3 106,0 1-739,0 0 0,0-1 0,0 1 0,1 0-1,-1-1 1,0 1 0,1 0 0,-1-1 0,0 1 0,1 0-1,-1 0 1,0-1 0,1 1 0,-1 0 0,0 0 0,1 0 0,-1-1-1,1 1 1,-1 0 0,0 0 0,1 0 0,-1 0 0,1 0-1,-1 0 1,1 0 0,0 0 0,47-5-2310,-11-1-2928,-21 6 2296</inkml:trace>
</inkml:ink>
</file>

<file path=ppt/ink/ink1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4.365"/>
    </inkml:context>
    <inkml:brush xml:id="br0">
      <inkml:brushProperty name="width" value="0.035" units="cm"/>
      <inkml:brushProperty name="height" value="0.035" units="cm"/>
      <inkml:brushProperty name="color" value="#FF0066"/>
    </inkml:brush>
  </inkml:definitions>
  <inkml:trace contextRef="#ctx0" brushRef="#br0">77 50 2729,'-1'0'176,"1"0"1,-1 0-1,1 0 1,0 0-1,-1 0 1,1 0-1,0 0 1,-1 0-1,1 0 1,0-1-1,-1 1 1,1 0-1,0 0 1,-1 0-1,1 0 1,0-1-1,-1 1 1,1 0-1,0 0 1,0-1-1,-1 1 1,1 0-1,0 0 1,0-1-1,0 1 1,-1 0-1,1-1 1,0 1-1,0 0 1,0-1 0,0 1-1,-1-1 1,1 1 0,0-1 1,0 1-1,0-1 1,0 1-1,-1-1 1,1 1 0,0 0-1,-1-1 1,1 1-1,0-1 1,-1 1-1,1 0 1,0-1-1,-1 1 1,1 0 0,-1-1-1,1 1 1,0 0-1,-1 0 1,1-1-1,-2 1 1,2 0 137,-1-1 1,0 1-1,0 0 0,0-1 1,1 1-1,-1-1 0,0 1 0,0-1 1,1 1-1,-1-1 0,1 1 1,-1-1-1,0 0 0,1 1 1,-1-1-1,1 0 0,-1 1 0,1-2 1,-1 0 432,0 1 1,-1-1 0,1 1-1,0-1 1,0 1 0,0 0-1,-1-1 1,1 1 0,-1 0-1,1 0 1,-1 0-1,0 0 1,1 0 0,-1 1-1,0-1 1,1 0 0,-1 1-1,-2-1 1,-9-2-669,10 6-48,8 8-43,-3-7 2,-1 0 9,0-1 0,1 1 0,-1-1 0,1 1 0,-1-1 0,1 0 0,0 1 0,1-1 0,3 5 0,9 13 0,-11-13 0,-1 0 0,1 0 0,-1 0 0,-1 0 0,1 1 0,-1 0 0,-1-1 0,0 1 0,0 0 0,-1 14 0,0 1 0,-1 0 0,-1-1 0,-5 27 0,3-34 0,0 0 0,-12 27 0,13-37 0,1 0 0,0 1 0,1-1 0,-2 13 0,-2 7 0,4-21 0,0 1 0,1-1 0,-1 0 0,1 0 0,0 1 0,1-1 0,-1 0 0,1 0 0,0 0 0,1 1 0,2 6 0,-2 0 0,-2-12 0,0 1 0,0 0 0,0-1 0,0 1 0,0 0 0,0-1 0,0 1 0,0 0 0,1-1 0,-1 1 0,0-1 0,0 1 0,1 0 0,-1-1 0,0 1 0,1-1 0,-1 1 0,0-1 0,1 1 0,-1-1 0,1 1 0,-1-1 0,1 0 0,-1 1 0,2 0 0,9 6 0,20 13 0,-30-19 0,1-1 0,0 1 0,0 0 0,0 0 0,1-1 0,-1 1 0,0-1 0,0 0 0,0 0 0,0 0 0,0 0 0,0 0 0,1 0 0,3-1 0,14-5 0,-12 4 0,0 0 0,0 0 0,0-1 0,0-1 0,0 1 0,-1-1 0,11-7 0,11-10 0,-21 16 0,0 0 0,-1-1 0,12-11 0,-6 4 0,-1 0 0,0-1 0,-1 0 0,-1-1 0,0 0 0,-1 0 0,8-19 0,-11 23 0,-4 9 0,-1 1 0,0-1 0,0 0 0,0 0 0,0 0 0,0 0 0,-1 0 0,1 0 0,-1 0 0,1-1 0,-1 1 0,0 0 0,0 0 0,0 0 0,0 0 0,0-3 0,0 1 0,0 8 0,-1 3 0,1-1 0,0 1 0,1 0 0,-1 0 0,2-1 0,-1 1 0,0-1 0,5 10 0,-5-11 0,2 0 0,-1 1 0,0 0 0,0 0 0,0 0 0,-1 0 0,0 0 0,0 13 0,-1-6 0,0 15 0,0-27 0,0 0 0,0 0 0,0 0 0,0 0 0,1 0 0,-1 0 0,0 0 0,0 0 0,1 0 0,-1 0 0,1 0 0,-1 0 0,1 0 0,-1 0 0,1 0 0,0-1 0,1 2 0,-2-1-109,0-1 0,0 0 0,0 0 0,0 0-1,1 1 1,-1-1 0,0 0 0,0 0 0,0 1 0,0-1 0,0 0 0,0 0 0,0 1-1,0-1 1,0 0 0,0 0 0,0 1 0,0-1 0,0 0 0,0 1 0,0-1-1,0 0 1,0 0 0,0 1 0,0-1 0,0 0 0,0 0 0,0 1 0,-1-1 0,1 0-1,0 0 1,0 0 0,0 1 0,0-1 0,-1 0 0,1 0 0,0 0 0,0 1 0,0-1-1,-1 0 1,1 0 0,0 0 0,0 0 0,-1 0 0,1 0 0,0 1 0,0-1 0,-1 0-1,1 0 1,0 0 0,-1 0 0,7-2-3794,-5 2 3498,-1 0 0,1-1 0,0 1 0,-1-1-1,1 1 1,-1-1 0,1 1 0,-1-1 0,1 1 0,-1-1 0,1 0-1,-1 1 1,0-1 0,1 0 0,-1 1 0,0-1 0,1 0-1,-1 1 1,0-1 0,0 0 0,0 0 0,1 1 0,-1-1-1,0 0 1,0 1 0,0-1 0,0 0 0,-1 0 0,1 1-1,0-1 1,0-1 0,0-3-3116,0-5-1183</inkml:trace>
</inkml:ink>
</file>

<file path=ppt/ink/ink1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4:44.601"/>
    </inkml:context>
    <inkml:brush xml:id="br0">
      <inkml:brushProperty name="width" value="0.035" units="cm"/>
      <inkml:brushProperty name="height" value="0.035" units="cm"/>
      <inkml:brushProperty name="color" value="#FF0066"/>
    </inkml:brush>
  </inkml:definitions>
  <inkml:trace contextRef="#ctx0" brushRef="#br0">43 37 1296,'-1'-2'800,"-1"0"0,0 1 0,0-1 0,-1 1 0,1-1 0,0 1 0,0 0 0,-3-1 0,-12-7 5713,13 0 2685,4 9-8094,15-5 1934,-9 9-2587,6 2-333,-12-6-140,0 0-1,0 0 1,0 0 0,0 0-1,0 0 1,1 1 0,-1-1-1,0 0 1,0 0 0,0 0-1,0 0 1,0 0-1,0 0 1,0 1 0,0-1-1,1 0 1,-1 0 0,0 0-1,0 0 1,0 1-1,0-1 1,0 0 0,0 0-1,0 0 1,0 0 0,0 1-1,0-1 1,0 0 0,0 0-1,0 0 1,0 0-1,0 1 1,0-1 0,0 0-1,0 0 1,-1 0 0,1 0-1,0 1 1,0-1 0,0 0-1,0 0 1,0 0-1,0 0 1,0 0 0,0 0-1,-1 1 1,1-1 0,0 0-1,0 0 1,0 0-1,0 0 1,-1 0 0,-6 8-1397,0-3-344</inkml:trace>
</inkml:ink>
</file>

<file path=ppt/ink/ink1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10.729"/>
    </inkml:context>
    <inkml:brush xml:id="br0">
      <inkml:brushProperty name="width" value="0.035" units="cm"/>
      <inkml:brushProperty name="height" value="0.035" units="cm"/>
      <inkml:brushProperty name="color" value="#FF0066"/>
    </inkml:brush>
  </inkml:definitions>
  <inkml:trace contextRef="#ctx0" brushRef="#br0">138 134 624,'-6'3'1412,"0"-1"-1,0-1 1,0 1-1,0-1 1,-14 1 6419,80-13-4792,-54 10-2559,-1-1 0,0 0 0,1-1 0,-1 1 0,0-1 0,0 0 0,6-6 0,-2 3-215,-8 6-257,-1 0-1,0 0 1,0 0 0,0-1 0,1 1 0,-1 0-1,0 0 1,0 0 0,0-1 0,1 1-1,-1 0 1,0 0 0,0 0 0,0-1 0,0 1-1,0 0 1,1 0 0,-1-1 0,0 1-1,0 0 1,0-1 0,0 1 0,0 0 0,0 0-1,0-1 1,0 1 0,0 0 0,0 0-1,0-1 1,0 1 0,0-1-7,0 1 0,0 0 1,-1 0-1,1 0 0,0 0 0,0 0 0,0-1 0,0 1 1,0 0-1,0 0 0,0 0 0,1 0 0,-1-1 0,0 1 1,0 0-1,0 0 0,0 0 0,0 0 0,0 0 0,0-1 1,0 1-1,0 0 0,0 0 0,0 0 0,0 0 0,1 0 1,-1 0-1,0 0 0,0 0 0,0-1 0,0 1 1,0 0-1,0 0 0,1 0 0,-1 0 0,0 0 0,0 0 1,0 0-1,0 0 0,0 0 0,1 0 0,-1 0 0,0 0 1,0 0-1,0 0 0,0 0 0,1 0 0,-1 0 0,0 0 1,0 0-1,0 0 0,0 0 0,0 0 0,1 0 0,-1 1 1,0-2 2,0 0 0,0 1 0,0-1 1,1 1-1,-1-1 0,0 1 1,0-1-1,0 1 0,1-1 1,-1 1-1,0-1 0,1 1 0,-1-1 1,1 1-1,-1 0 0,0-1 1,1 1-1,-1 0 0,1-1 0,0 1 1,0-2 1,85-41 60,-85 43-55,0-1-1,-1 0 1,1 1-1,0-1 1,-1 0 0,1 0-1,0 1 1,-1-1-1,1 0 1,-1 0-1,1 0 1,-1 0-1,1 0 1,-1 0 0,0 1-1,0-1 1,1 0-1,-1 0 1,0 0-1,0 0 1,0-2-1,0 3 157,-1 0-152,1 0-1,-1 0 1,0 0 0,1 0 0,-1-1-1,0 1 1,1 0 0,-1 0-1,0 0 1,1-1 0,-1 1-1,1 0 1,-1 0 0,0-1 0,1 1-1,-1-1 1,1 1 0,-1 0-1,0-2 1,1 2-4,-1-1-1,1 1 1,-1-1 0,0 1-1,1 0 1,-1-1-1,0 1 1,1-1 0,-1 1-1,0 0 1,1 0 0,-1-1-1,0 1 1,1 0 0,-1 0-1,0 0 1,0 0 0,1 0-1,-2 0 1,-39-5 1097,-37 10-825,27 6-261,41-9-28,0 0 0,-1 1 0,1 0 0,1 1-1,-19 9 1,10-4 58,17-8-51,-1-1-1,1 1 0,0-1 0,-1 1 0,1 0 0,0-1 0,0 1 0,-1 0 0,1 0 1,0 0-1,0 0 0,0 0 0,0 0 0,0 0 0,1 0 0,-1 1 0,0-1 0,0 0 0,1 0 1,-1 1-1,1-1 0,-1 0 0,1 1 0,-1-1 0,1 0 0,0 1 0,0-1 0,0 1 1,-1-1-1,2 1 0,-1-1 0,0 1 0,0 0 0,2 1 9,0-1 1,-1 0-1,1 1 0,0-1 1,0 0-1,1 0 0,-1-1 0,0 1 1,5 2-1,4 5 6,-2-3-16,-8-6 1,0 1 1,0-1-1,0 1 0,0 0 0,0-1 0,0 1 0,0 0 0,0 0 0,0 0 1,0 0-1,-1-1 0,1 1 0,0 0 0,-1 0 0,1 0 0,0 2 0,0 0 1,1 0 0,-1-1 0,1 1-1,-1-1 1,1 1 0,0-1-1,0 0 1,0 1 0,0-1 0,0 0-1,1 0 1,3 2 0,10 11 5,8-2 34,-6-4-10,-6-3-24,1 0 0,0-1 0,0 0 0,20 4 0,-21-7 6,1 0 0,-1-1 0,0 0 0,1-1 0,-1 0 0,14-3-1,4-2-13,55-18-1,-90 22-1408,2 2 357,-1-1-1,0 0 0,1 0 0,-1 0 0,0-1 0,1 1 1,-1-1-1,1 0 0,-1 0 0,1 0 0,-1-1 0,1 1 1,-4-3-1,4 0-2530,-4 3-307</inkml:trace>
</inkml:ink>
</file>

<file path=ppt/ink/ink1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12.460"/>
    </inkml:context>
    <inkml:brush xml:id="br0">
      <inkml:brushProperty name="width" value="0.035" units="cm"/>
      <inkml:brushProperty name="height" value="0.035" units="cm"/>
      <inkml:brushProperty name="color" value="#FF0066"/>
    </inkml:brush>
  </inkml:definitions>
  <inkml:trace contextRef="#ctx0" brushRef="#br0">14 87 304,'0'0'7355,"10"11"-5775,65-1 31,-55-9-1378,-12 0-85,0-1-1,0 0 0,0 0 1,0-1-1,0 0 0,0 0 1,-1-1-1,1 0 0,0 0 1,13-7-1,-13 6-37,-8 3-99,1 0 0,-1 0 0,0 0 0,1 0 1,-1 0-1,1 0 0,-1 0 0,1-1 0,-1 1 1,0 0-1,1 0 0,-1-1 0,1 1 0,-1 0 1,0 0-1,1-1 0,-1 1 0,0 0 0,1-1 1,-1 1-1,0-1 0,0 1 0,1 0 1,-1-1-1,0 1 0,0-1 0,5-11 346,-5 12-346,0 0 0,1 0 1,-1-1-1,0 1 0,0 0 0,1 0 0,-1-1 1,0 1-1,0 0 0,0-1 0,0 1 0,1 0 0,-1-1 1,0 1-1,0 0 0,0-1 0,0 1 0,0 0 1,0-1-1,0 1 0,0-1 0,0 1 0,0 0 0,0-1 1,0 1-1,0 0 0,0-1 0,0 1 0,-1 0 1,1-1-1,0 1 0,0 0 0,0-1 0,0 1 1,-1 0-1,1 0 0,0-1 0,0 1 0,-1 0 0,1-1 1,0 1-1,-1 0 0,1 0 0,0 0 0,0 0 1,-1-1-1,1 1 0,0 0 0,-1 0 0,-2-11 239,-21-6-225,13 9-25,-3 0 1,10 5 8,3 2 0,0 0 0,0 1 0,0-1 0,0 0 0,0 1 0,0-1 0,0 1 0,0-1 0,0 1 0,0-1 0,-1 1 0,-1-1 0,-15 1 142,9 0-120,-1-1 0,1 2 0,0-1 0,-1 1 0,-9 3 0,-14 7 57,29-9-75,-2 1-1,1 0 1,0-1 0,0 0-1,-6 1 1,3-1-9,4 1-3,6-1-2,-1-1 2,-1-1 1,1 1-1,0 0 0,0-1 1,0 1-1,-1 0 1,1 0-1,0 0 1,-1 0-1,1-1 1,-1 1-1,1 0 1,-1 0-1,0 0 1,1 0-1,-1 0 1,0 0-1,0 0 1,1 0-1,-1 0 1,0 1-1,0 0 1,3 6 19,2 5 4,-5-13-24,0 1-1,0 0 1,0-1 0,0 1-1,0-1 1,0 1-1,0 0 1,0-1 0,0 1-1,1-1 1,-1 1-1,0-1 1,0 1 0,0 0-1,1-1 1,-1 1-1,0-1 1,1 1 0,-1-1-1,1 1 1,-1-1-1,0 0 1,1 1 0,3 7 8,-4-6-8,1 0 0,0 0 0,-1-1 0,1 1 0,0 0 0,0-1 0,0 1 0,0 0 0,0-1 0,0 1 0,1-1 0,-1 0 0,0 1 0,3 1 0,22 16 0,-19-14-1,11 5-6,-7-2 6,-10-7 0,-1 0 1,1 0-1,0 0 1,0 0-1,0 0 1,0-1-1,0 1 0,0 0 1,0-1-1,0 1 1,0 0-1,0-1 0,0 1 1,2-1-1,-1 1 0,2 0 1,0-1 0,-1 1 0,1 0 1,-1 1-1,0-1 0,1 1 0,2 1 1,4 1 6,1 0 1,-1-1 0,1 0 0,-1 0 0,15 1 0,-25-4-9,14 1 1,0 1 0,0-2-1,18-1 1,30-1 71,-61 2-60,-12-1-299,-5-2-4365,1-2-256,6 4 2467</inkml:trace>
</inkml:ink>
</file>

<file path=ppt/ink/ink1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13.643"/>
    </inkml:context>
    <inkml:brush xml:id="br0">
      <inkml:brushProperty name="width" value="0.035" units="cm"/>
      <inkml:brushProperty name="height" value="0.035" units="cm"/>
      <inkml:brushProperty name="color" value="#FF0066"/>
    </inkml:brush>
  </inkml:definitions>
  <inkml:trace contextRef="#ctx0" brushRef="#br0">9 22 1136,'-1'4'9001,"-2"-2"-5699,-1 1-3962,3 3 3587,1-5-2487,27 4 1809,43-2-61,33-1-85,273-16 902,-190 8-2766,105 1-206,2 6-1874,-108 2-5435,-177-3 6305,0 0-1,0-1 0,-1 0 1,1 0-1,0-1 1,-1 0-1,1-1 0,10-4 1,-12 3-1435,-5-2-553</inkml:trace>
</inkml:ink>
</file>

<file path=ppt/ink/ink1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14.013"/>
    </inkml:context>
    <inkml:brush xml:id="br0">
      <inkml:brushProperty name="width" value="0.035" units="cm"/>
      <inkml:brushProperty name="height" value="0.035" units="cm"/>
      <inkml:brushProperty name="color" value="#FF0066"/>
    </inkml:brush>
  </inkml:definitions>
  <inkml:trace contextRef="#ctx0" brushRef="#br0">26 97 1288,'-26'5'8526,"26"23"-508,1-27-7859,-1 0 0,1 0 0,-1 1 0,1-1 0,-1 0 0,1 0 0,0 0 0,0 0 1,-1 0-1,1 0 0,0 0 0,0 0 0,0-1 0,0 1 0,0 0 0,0 0 0,1-1 0,-1 1 0,0-1 0,0 1 1,0-1-1,1 0 0,-1 1 0,0-1 0,2 0 0,41 9 1838,-37-8-1677,22 2 522,1-2-1,36-2 1,-11-1-333,220-17 241,-146 6-704,-25 4-22,424-46-284,-418 40-907,-96 13 352,0-2-1689,11-2-2305,19-15-5209,-29 14 6366,3-3-254</inkml:trace>
</inkml:ink>
</file>

<file path=ppt/ink/ink1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14.816"/>
    </inkml:context>
    <inkml:brush xml:id="br0">
      <inkml:brushProperty name="width" value="0.035" units="cm"/>
      <inkml:brushProperty name="height" value="0.035" units="cm"/>
      <inkml:brushProperty name="color" value="#FF0066"/>
    </inkml:brush>
  </inkml:definitions>
  <inkml:trace contextRef="#ctx0" brushRef="#br0">59 134 1904,'-31'3'9450,"16"-1"-3230,2-1 5206,227 4-9661,-114-10-1643,-85 4-110,0 0 0,0-1 0,0 0 0,-1-1 0,16-5 0,-29 8-13,-1 0 0,1 0-1,-1-1 1,1 1 0,-1 0 0,1 0 0,-1 0 0,0 0 0,1-1 0,-1 1 0,1 0 0,-1 0 0,0-1 0,1 1 0,-1 0 0,0-1 0,1 1 0,-1 0 0,0-1 0,1 1 0,-1-1 0,0 1 0,0 0 0,0-1 0,1 1 0,-1-1 0,0 1-1,0-1 1,0 0 0,-7-11-69,3 9 49,1 0 1,-1 0 0,0 0-1,0 1 1,-7-4 0,-10-2-14,-33-7 1,-16-6 112,-12-9 414,82 30-492,-16-6 593,24 6 28,-4 0-619,40 6 99,-17-1-41,-8-2-40,-1 1-1,0 0 1,-1 2-1,1 0 1,-1 1-1,28 15 1,-41-20-31,0 1 1,0-1-1,0 1 1,-1 0-1,1 0 0,-1 1 1,0-1-1,0 1 1,0-1-1,0 1 1,0 0-1,-1 0 0,0 0 1,0 1-1,2 4 1,-4-8 9,1 1 0,-1-1 0,0 1 0,0-1 0,0 1 0,0-1 0,-1 1 0,1 0 0,0-1 0,-1 1 0,1-1 0,-1 0 1,1 1-1,-1-1 0,0 1 0,1-1 0,-2 2 0,-16 22 4,8-14-203,-1 0 0,1-1-1,-14 10 1,9-8-908,-32 16-3539,30-21-1,7-4-3987</inkml:trace>
</inkml:ink>
</file>

<file path=ppt/ink/ink1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44.479"/>
    </inkml:context>
    <inkml:brush xml:id="br0">
      <inkml:brushProperty name="width" value="0.035" units="cm"/>
      <inkml:brushProperty name="height" value="0.035" units="cm"/>
      <inkml:brushProperty name="color" value="#FF0066"/>
    </inkml:brush>
  </inkml:definitions>
  <inkml:trace contextRef="#ctx0" brushRef="#br0">95 55 1136,'-6'0'2753,"-12"-1"1763,17 1-4377,1 0 0,0 0 0,-1 0 0,1 0-1,-1 0 1,1 0 0,-1-1 0,1 1 0,0 0-1,-1 0 1,1 0 0,0-1 0,-1 1-1,1 0 1,0 0 0,-1-1 0,1 1 0,0 0-1,-1-1 1,1 1 0,0 0 0,0-1 0,-1 1-1,1 0 1,0-1 0,0 1 0,0-1-1,0 1 1,-1 0 0,1-1 0,0 1 0,0-2 1967,1-1-268,-1 0 0,0-1 0,0 1 0,0 0 0,-1 0 0,0-6 0,-3 6-744,3 2-800,0 0 1,0 0 0,-1 0 0,1 0 0,0 0 0,-1 0 0,1 0 0,-1 1 0,1-1 0,-1 0 0,1 1 0,-3-1 0,-5 0-275,0 1-20,9 0 0,-1 0 0,0 0 0,1 0 0,-1 0 0,0 0 0,1 0 0,-1 0 0,0 0 0,1 0 0,-1 1 0,1-1 0,-1 0 0,0 0 0,1 0 0,-1 1 0,1-1 0,-1 1 0,0-1 0,1 0 0,-1 1 0,1-1 0,-1 1 0,1-1 0,0 1 0,-1-1 0,1 1 0,-1-1 0,1 1 0,0-1 0,0 1 0,-1 0 0,1-1 0,0 1 0,0 0 0,0-1 0,-1 1 0,1 0 0,0-1 0,0 1 0,0 0 0,0-1 0,0 1 0,0 0 0,1-1 0,-1 1 0,0 1 0,0 142 0,1-131 0,1 0 0,0-1 0,6 24 0,-4-24 0,-1 0 0,-1 0 0,2 23 0,-4-29 0,1 0 0,0 1 0,0-1 0,1 0 0,2 7 0,-2-7 0,-1 0 0,1 0 0,-1 0 0,0 0 0,0 6 0,-1-9 0,1-1 0,-1 0 0,0 1 0,1-1 0,0 0 0,0 1 0,0-1 0,0 0 0,2 4 0,-2-4 0,0 0 0,0 0 0,0 1 0,0-1 0,0 0 0,-1 0 0,1 1 0,-1-1 0,1 5 0,-1-6 0,0 0 0,0 1 0,1-1 0,-1 0 0,0 1 0,0-1 0,1 0 0,-1 0 0,1 1 0,-1-1 0,1 0 0,0 0 0,-1 0 0,1 0 0,0 0 0,0 0 0,0 0 0,0 0 0,0 0 0,0 0 0,0 0 0,0 0 0,0-1 0,0 1 0,0 0 0,0-1 0,1 1 0,-1-1 0,0 1 0,0-1 0,1 0 0,-1 0 0,0 1 0,1-1 0,-1 0 0,0 0 0,1 0 0,-1 0 0,0-1 0,1 1 0,-1 0 0,0 0 0,0-1 0,1 1 0,-1-1 0,0 1 0,0-1 0,0 0 0,1 1 0,-1-1 0,0 0 0,0 0 0,1-1 0,3-4 0,-1 1 0,1 0 0,-1-1 0,0 1 0,-1-1 0,1 0 0,-1 0 0,0 0 0,-1 0 0,4-13 0,0-1 0,-4 16 0,0 0 0,-1-1 0,0 1 0,0-1 0,0 1 0,1-9 0,-1-7 0,1-1 0,7-32 0,-4 32 0,-2 0 0,2-34 0,-5-58 0,0 113 0,0 0 0,0 0 0,0 0 0,0-1 0,0 1 0,0 0 0,0 0 0,0 0 0,0-1 0,0 1 0,-1 0 0,1 0 0,0 0 0,0 0 0,0 0 0,0-1 0,0 1 0,0 0 0,-1 0 0,1 0 0,0 0 0,0 0 0,0 0 0,0 0 0,-1 0 0,1 0 0,0-1 0,0 1 0,0 0 0,-1 0 0,1 0 0,0 0 0,0 0 0,0 0 0,0 0 0,-1 0 0,1 0 0,0 0 0,0 1 0,0-1 0,-1 0 0,1 0 0,0 0 0,0 0 0,0 0 0,0 0 0,-1 0 0,1 0 0,0 0 0,0 0 0,0 1 0,0-1 0,0 0 0,-1 0 0,1 0 0,0 0 0,0 1 0,0-1 0,0 0 0,0 0 0,0 0 0,0 0 0,0 1 0,0-1 0,0 0 0,8 55 0,-7-46 0,1 0 0,-1 0 0,7 17 0,-1-1 0,10 30 0,-11-36 0,1 0 0,1-1 0,15 25 0,-17-32 0,8 8 0,-13-17 0,1 0 0,0-1 0,-1 1 0,0 0 0,1 0 0,-1 0 0,0 0 0,1 3 0,1 2 0,1 0 0,0-1 0,1 0 0,0 0 0,-1 0 0,12 10 0,-7-11 0,-1 0 0,-7-5 0,-1 0 0,1 0 0,-1 1 0,1-1 0,-1 0 0,1 0 0,-1 0 0,1 0 0,-1 0 0,1 0 0,0 0 0,-1 0 0,1 0 0,-1 0 0,1 0 0,-1 0 0,1 0 0,-1 0 0,1 0 0,-1 0 0,1-1 0,-1 1 0,1 0 0,-1 0 0,1-1 0,-1 1 0,0 0 0,1-1 0,-1 1 0,1 0 0,-1-1 0,0 1 0,1 0 0,-1-1 0,1 0 0,9-6 0,0-2 0,-1 1 0,0-1 0,0 0 0,-1-1 0,0 0 0,0-1 0,-1 1 0,-1-1 0,0-1 0,6-15 0,-6 17 0,0-1 0,11-14 0,-12 18 0,0 1 0,-1-1 0,0 0 0,0 0 0,-1-1 0,5-12 0,-6 14 0,1 0 0,-1 0 0,2 0 0,5-10 0,2-2 0,-8 12 0,-3 6 0,0 0 0,0-1 0,1 1 0,-1 0 0,0-1 0,0 1 0,0 0 0,1 0 0,-1-1 0,0 1 0,1 0 0,-1 0 0,0 0 0,0 0 0,1-1 0,-1 1 0,0 0 0,1 0 0,-1 0 0,0 0 0,1 0 0,-1 0 0,0 0 0,1 0 0,-1 0 0,0 0 0,1 0 0,-1 0 0,1 0 0,-1 0 0,0 0 0,1 0 0,-1 0 0,0 0 0,1 0 0,-1 1 0,3 2 0,5 6 0,4 9 0,3 8 0,-11-22 0,-1 0 0,-1 1 0,1-1 0,-1 1 0,3 7 0,11 19 0,-12-26 0,-1 1 0,0 0 0,0 0 0,3 8 0,0 4 0,-4-15 0,-1 1 0,1-1 0,-1 0 0,0 1 0,0-1 0,0 8 0,-1-9 0,1 1 0,-1 0 0,1 0 0,-1-1 0,1 1 0,0 0 0,0-1 0,0 1 0,0-1 0,0 1 0,1-1 0,-1 1 0,1-1 0,0 0 0,-1 0 0,4 2 0,-4-2 0,0-1 0,1 0 0,-1 0 0,0 1 0,1-1 0,0 0 0,-1-1 0,1 1 0,-1 0 0,1 0 0,0-1 0,0 1 0,-1-1 0,1 1 0,0-1 0,0 0 0,0 0 0,-1 0 0,1 0 0,0 0 0,3 0 0,7-5 0,0 0 0,-1-1 0,0 0 0,0 0 0,0-1 0,-1-1 0,0 0 0,0 0 0,11-14 0,-14 13 0,0-1 0,-1 0 0,0-1 0,-1 1 0,0-1 0,5-15 0,-5 12 0,-4-12 0,-4 37 0,2-10 0,0 0 0,1 0 0,-1 0 0,1 0 0,-1 1 0,1-1 0,0 0 0,-1 0 0,1 0 0,0 1 0,0 1 0,0 6 0,0 0 0,0-1 0,1 1 0,0-1 0,4 14 0,-2-6 0,-3-14 0,1 1 0,-1-1 0,0 1 0,1-1 0,0 0 0,-1 1 0,1-1 0,2 4 0,3 2 0,0 0 0,1 0 0,0-1 0,1 1 0,-1-2 0,1 1 0,1-1 0,-1 0 0,1-1 0,0 0 0,17 7 0,-20-9 0,0-1 0,0-1 0,0 1 0,0-1 0,0 1 0,0-2 0,1 1 0,-1-1 0,0 0 0,0 0 0,1-1 0,-1 0 0,0 0 0,0 0 0,0-1 0,0 0 0,0 0 0,0 0 0,0-1 0,-1 0 0,1 0 0,5-5 0,-9 5 0,1 0 0,-1 0 0,0 0 0,0 0 0,-1 0 0,1-1 0,-1 1 0,1-1 0,-1 1 0,1-7 0,-3 7 0,1 0 0,-1-1 0,0 1 0,0 0 0,0 0 0,-1 0 0,1 0 0,-1 0 0,0 0 0,0 1 0,0-1 0,0 0 0,-3-2 0,-33-31 0,29 30 0,-1 1 0,1 0 0,-1 0 0,0 1 0,0 0 0,-1 1 0,1 0 0,-1 0 0,-18-1 0,22 4 0,-1 0 0,1 1 0,0 0 0,0 0 0,-1 1 0,1 0 0,0 0 0,0 0 0,0 1 0,1 0 0,-10 6 0,15-9-43,1 0 0,-1 1 0,1-1 0,-1 0 1,1 1-1,-1-1 0,1 0 0,-1 1 0,1-1 0,-1 1 0,1-1 0,0 1 0,-1-1 1,1 1-1,0-1 0,-1 1 0,1-1 0,0 1 0,-1-1 0,1 1 0,0 0 0,0-1 1,0 1-1,0-1 0,0 1 0,0 0 0,0-1 0,0 2 0,0-1-149,1 0 0,-1 0 0,1 0 0,-1-1 1,1 1-1,0 0 0,-1 0 0,1 0 0,0-1 0,0 1 0,-1 0 0,1-1 0,0 1 0,2 1 0,2 0-733,0 1 0,0-1 0,0 0-1,0-1 1,11 3 0,103 3-9050,61-12 2118,-129 4 5269</inkml:trace>
</inkml:ink>
</file>

<file path=ppt/ink/ink1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45.698"/>
    </inkml:context>
    <inkml:brush xml:id="br0">
      <inkml:brushProperty name="width" value="0.035" units="cm"/>
      <inkml:brushProperty name="height" value="0.035" units="cm"/>
      <inkml:brushProperty name="color" value="#FF0066"/>
    </inkml:brush>
  </inkml:definitions>
  <inkml:trace contextRef="#ctx0" brushRef="#br0">507 488 1248,'1'0'137,"-1"0"-1,0 0 1,1 0-1,-1 0 1,0 0-1,0 0 1,1 0-1,-1 0 1,0 0-1,0-1 1,1 1-1,-1 0 1,0 0-1,0 0 1,1 0-1,-1-1 1,0 1-1,0 0 1,0 0-1,1 0 1,-1-1-1,0 1 1,0 0-1,0 0 1,0-1-1,0 1 1,1 0-1,-1 0 1,0-1-1,0 1 1,0 0-1,0 0 1,0-1-1,0 1 1,0 0-1,0-1 1,0 1-1,0 0 1,0 0-1,0-1 1,0 1-1,0 0 1,0 0-1,0-1 1,-1 1-1,1 0 1,0 0-1,0-1 1,0 1-1,0 0 1,0 0-1,-1-1 1,1 1-1,0 0 1,0 0-1,0 0 1,-1-1-1,1 1 1,0 0-1,0 0 1,-1 0-1,1 0 1,-1 0-1,-23-7 4895,12 4-2280,0-1-1750,0 1-1,0 1 0,0-1 0,0 2 0,-1 0 0,1 1 0,-1 0 0,1 0 0,0 2 0,-1-1 0,1 2 0,0-1 0,0 2 0,-22 9 0,-60 20-1000,93-33 0,-41 17 0,-60 34 0,100-50 0,0 1 0,0-1 0,1 0 0,-1 1 0,0-1 0,0 1 0,1 0 0,-1-1 0,1 1 0,-1 0 0,1 0 0,0 0 0,0 0 0,0 0 0,0 0 0,0 1 0,0-1 0,1 0 0,-1 0 0,1 1 0,-1-1 0,1 0 0,0 1 0,0-1 0,0 0 0,0 1 0,0-1 0,1 0 0,-1 1 0,1-1 0,0 0 0,-1 0 0,1 0 0,0 1 0,0-1 0,0 0 0,1 0 0,0 1 0,2 2 0,2 2 0,0-1 0,0 1 0,0-1 0,1 0 0,0-1 0,0 0 0,1 0 0,-1 0 0,1-1 0,0 0 0,0 0 0,14 3 0,-7-4 0,4 2 0,1-1 0,-1 0 0,1-2 0,0-1 0,0 0 0,36-4 0,-52 3 0,1-1 0,-1 1 0,1-1 0,0 0 0,-1-1 0,0 1 0,1-1 0,-1 0 0,0 0 0,0 0 0,0 0 0,0-1 0,0 0 0,0 1 0,-1-2 0,7-5 0,7-10 0,-16 18 0,0 0 0,1-1 0,-1 1 0,0 0 0,0 0 0,0-1 0,1 1 0,-1-1 0,-1 1 0,1-1 0,0 1 0,0-1 0,-1 0 0,1 1 0,-1-1 0,1 0 0,-1 1 0,1-1 0,-1 0 0,0 0 0,0-2 0,8-76 0,-9 52 0,-1 1 0,-2-1 0,-1 1 0,-8-29 0,-13-65 0,7 50 0,18 68 0,0 0 0,-1-1 0,0 1 0,0 0 0,0-1 0,-4-4 0,4 6 0,0 0 0,1 0 0,-1 0 0,1-1 0,-1 1 0,1-1 0,0 1 0,0-1 0,0 1 0,0-1 0,0-2 0,-8-6 0,9 11 0,0 0 0,0-1 0,0 1 0,0 0 0,0 0 0,0 0 0,0-1 0,0 1 0,-1 0 0,1 0 0,0 0 0,0 0 0,0 0 0,0-1 0,0 1 0,0 0 0,-1 0 0,1 0 0,0 0 0,0 0 0,0 0 0,0 0 0,0-1 0,-1 1 0,1 0 0,0 0 0,0 0 0,0 0 0,-1 0 0,1 0 0,0 0 0,0 0 0,0 0 0,-1 0 0,1 0 0,0 0 0,0 0 0,0 0 0,0 0 0,-1 0 0,1 0 0,0 0 0,0 1 0,0-1 0,0 0 0,-1 0 0,1 0 0,0 0 0,0 0 0,0 0 0,0 0 0,0 1 0,-1-1 0,1 0 0,0 0 0,0 0 0,0 0 0,0 1 0,0-1 0,0 0 0,0 0 0,0 0 0,0 0 0,0 1 0,0-1 0,-1 28 0,0-20 0,0 0 0,1-1 0,0 1 0,0 0 0,1 0 0,0-1 0,0 1 0,1 0 0,0-1 0,0 1 0,1-1 0,6 13 0,58 92 0,-58-97 0,-1-1 0,0 1 0,9 30 0,11 20 0,-22-51 0,0 0 0,5 18 0,7 20 0,-7-24 0,-9-22 0,0 0 0,0 0 0,1 0 0,0-1 0,0 1 0,6 7 0,-6-7 0,-3-5 0,1 0 0,-1 1 0,1-1 0,-1 0 0,1 0 0,0 0 0,-1 0 0,1 0 0,0 0 0,0 0 0,0 0 0,0 0 0,0-1 0,0 1 0,0 0 0,0-1 0,0 1 0,0 0 0,0-1 0,0 1 0,1-1 0,-1 0 0,1 1 0,-1-1-4,0 0 1,1 0-1,-1 0 0,0 1 1,0-1-1,0-1 0,0 1 1,0 0-1,0 0 0,0 0 1,0 0-1,0-1 1,0 1-1,0-1 0,0 1 1,0-1-1,0 1 0,0-1 1,0 1-1,0-1 0,-1 0 1,3-1-1,17-23-177,-3 5 21,-7 10 57,-1 0 1,0-1-1,0 0 1,-1-1-1,0 0 1,10-22-1,-15 28 103,0-3 60,-5 17-40,3-7-19,-1 0 0,0 0-1,0 0 1,1 0 0,-1 0-1,1 0 1,-1 0 0,1 0 0,-1 0-1,1 0 1,-1 0 0,1 0 0,0 0-1,0 0 1,0 0 0,0 0 0,0 0 0,0 0 1,-1 0-1,1 0 0,0 0 0,-1 0 0,1 0 0,-1 0 0,1 0 1,-1 0-1,1 0 0,-1 0 0,0 2 0,1-1 0,-1-1 1,1 0-1,-1 0 0,1 0 1,0 0-1,-1 1 0,1-1 0,0 0 1,0 0-1,0 0 0,0-1 0,0 1 1,0 0-1,0 0 0,0 0 1,0-1-1,0 1 0,2 1 0,24 10-22,-23-10 32,1 0 1,0 0-1,0-1 1,-1 0-1,1 0 1,0 0-1,0-1 0,0 0 1,0 0-1,8 0 1,-10-1-1,0 1 0,-1-1 1,1 0-1,0 0 0,0 0 1,-1-1-1,1 1 0,-1 0 1,1-1-1,-1 0 0,1 1 1,-1-1-1,0 0 0,0 0 1,0 0-1,0-1 1,0 1-1,0 0 0,-1-1 1,2-2-1,1-2 19,-3 5-18,1-1-1,-1 0 0,1 0 1,-1 0-1,0 0 0,0 0 1,0 0-1,-1 0 0,1 0 1,-1 0-1,1-5 1,-2 1 11,1 0 1,-1 0 0,0 0-1,-1 0 1,0 0 0,0 1-1,0-1 1,-1 0 0,0 1 0,-6-10-1,2 6 17,0 0 1,0 1-1,-1 0 0,0 0 0,-13-10 0,17 15-40,0 1 0,0 0 0,0 0 0,-1 0 0,1 1 0,-1 0 0,1-1 0,-1 2 0,0-1 0,0 0 0,0 1 0,0 0 0,0 0 0,0 1 0,0-1 0,0 1 0,0 0 0,0 0 0,0 1 0,0-1 0,0 1 0,0 0 0,0 1 0,0-1 0,-6 4 0,-1 1 0,1-1 0,-19 14 0,27-17 0,0 1 0,0 0 0,0 0 0,0-1 0,0 2 0,1-1 0,-1 0 0,1 0 0,0 1 0,0-1 0,0 1 0,-1 4 0,1-2 0,0 0 0,1 0 0,0 0 0,0 0 0,0 1 0,1-1 0,0 0 0,0 0 0,1 0 0,0 1 0,0-1 0,0 0 0,1 0 0,-1 0 0,2 0 0,-1-1 0,1 1 0,-1 0 0,7 8 0,-3-5 0,1 0 0,0 0 0,0-1 0,1 1 0,0-2 0,0 1 0,0-1 0,19 11 0,-27-17 0,13 7 0,1 1 0,0-2 0,0 0 0,0 0 0,30 8 0,-28-11 0,0-1 0,1-1 0,-1 0 0,1-1 0,18-1 0,-26-1 0,-1 0 0,1 0 0,0-1 0,-1 0 0,1 0 0,-1-1 0,1 0 0,-1-1 0,0 0 0,-1 0 0,13-9 0,-8 3 0,0 0 0,-1-1 0,0 0 0,12-16 0,-19 21 0,0 0 0,0 1 0,-1-1 0,0-1 0,0 1 0,0 0 0,-1-1 0,0 1 0,0-1 0,-1 0 0,0 0 0,1-8 0,7-92 0,-5 39 0,-2 47 0,0 0 0,-3-40 0,-2 38 0,0-10 0,-1 1 0,-2-1 0,-1 1 0,-12-32 0,14 50 0,4 10 0,0 0 0,-1 0 0,0 1 0,1-1 0,-1 1 0,0 0 0,-1-1 0,-2-2 0,-15-27 0,13 28 0,6 5 0,1 0 0,0-1 0,-1 1 0,1 0 0,-1 0 0,0 0 0,1 0 0,-1 0 0,1 0 0,-1 0 0,1 0 0,-1 0 0,1 0 0,-1 0 0,1 0 0,-1 0 0,1 0 0,-1 0 0,1 0 0,-1 0 0,1 1 0,-1-1 0,1 0 0,-1 0 0,1 1 0,0-1 0,-1 0 0,1 1 0,-1-1 0,1 1 0,0-1 0,-1 0 0,1 1 0,0-1 0,-1 1 0,1-1 0,0 1 0,0-1 0,0 1 0,-1-1 0,1 1 0,0-1 0,0 1 0,0-1 0,0 1 0,0-1 0,0 1 0,0 0 0,2 18 0,8 9 0,-8-19 0,0-1 0,1 0 0,1 0 0,-1 0 0,7 10 0,66 110 0,-64-108 0,-1-1 0,-1 2 0,9 24 0,5 10 0,-17-35 0,0 0 0,-1 0 0,-1 1 0,-1 0 0,-1 0 0,0 0 0,-2 0 0,-2 27 0,1-37-301,-2 0-1,1 0 1,-2 0 0,1 0-1,-1 0 1,-7 15 0,-1 5-877,10-30 977,1 0 0,0-1 0,0 1 0,-1 0 0,1 0 0,0 0 0,0-1 0,0 1 0,0 0 0,0 0 0,0 0 0,0-1 0,1 1 1,-1 0-1,0 0 0,0 0 0,1-1 0,-1 1 0,0 0 0,1 0 0,-1-1 0,1 1 0,-1 0 0,1-1 0,-1 1 0,1 0 0,0 0-452,0 0 0,0-1-1,0 1 1,0-1 0,1 1-1,-1 0 1,0-1-1,0 0 1,0 1 0,0-1-1,1 0 1,-1 0 0,2 1-1,16-1-11420</inkml:trace>
</inkml:ink>
</file>

<file path=ppt/ink/ink1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46.463"/>
    </inkml:context>
    <inkml:brush xml:id="br0">
      <inkml:brushProperty name="width" value="0.035" units="cm"/>
      <inkml:brushProperty name="height" value="0.035" units="cm"/>
      <inkml:brushProperty name="color" value="#FF0066"/>
    </inkml:brush>
  </inkml:definitions>
  <inkml:trace contextRef="#ctx0" brushRef="#br0">461 385 1944,'-7'-7'1153,"0"0"-1,-1 1 0,1 0 0,-1 0 0,0 1 1,-13-7-1,10 6-398,0 0 1,1-1 0,-12-11-1,6 4 173,1-1 1,1 0-1,-20-28 0,30 36-735,-1-1 0,1 1 0,1-1 0,0 0 0,0 0 0,0-1 0,1 1 0,0-1 0,1 1 0,-1-1 0,1-13 0,1 6 35,1-29 662,-1 43-813,0 0-1,1 0 0,-1 0 1,1 0-1,-1 0 0,1 0 1,0 1-1,-1-1 1,1 0-1,0 0 0,0 1 1,0-1-1,1 0 0,-1 1 1,0-1-1,1 1 1,2-3-1,-1 3-39,0 0 0,0 0 0,1 0 0,-1 1 0,0-1 0,0 1 0,1 0 0,-1 0 0,0 0 0,0 0-1,1 1 1,4 0 0,11 1-22,-16-2-14,0 1-1,0-1 1,0 1-1,0 0 1,0 0-1,0 0 0,0 0 1,0 0-1,0 1 1,0-1-1,4 4 1,-6-4 0,1 0 0,0 1 0,-1-1 0,1 0 0,-1 1 0,0-1 0,1 1 0,-1-1 0,0 1 0,0-1 0,0 1 1,0 0-1,0 0 0,-1 0 0,1-1 0,0 1 0,-1 0 0,1 3 0,-1-3 2,0 1 6,0 1-1,0-1 0,0 1 1,0-1-1,-1 1 0,1-1 1,-1 1-1,0-1 1,0 1-1,0-1 0,-3 5 1,-5 9 46,-6 5 2,-5 8 14,6-8-33,2-6 11,-113 129 452,113-132-385,0 2-1,1-1 1,-12 23-1,-15 18 407,-12 24 511,47-74-951,0 0-1,0 0 1,0 0-1,0 1 1,1-1-1,0 1 0,0 0 1,-1 8-1,3-11-63,-1-1-1,1 0 0,0 0 1,0 0-1,0 0 0,1 1 1,-1-1-1,0 0 0,1 0 0,0 0 1,-1 0-1,1 0 0,0 0 1,0 0-1,0 0 0,0 0 1,0 0-1,1-1 0,-1 1 1,1 0-1,-1-1 0,1 1 1,-1-1-1,1 0 0,3 3 1,3 0 24,0 0 1,1 0-1,-1-1 1,1 0 0,-1-1-1,1 0 1,0 0 0,0-1-1,17 1 1,9-2 62,44-7 1,-72 7-108,9-3-252,0 0 0,0 0 0,-1-1 1,20-9-1,-25 9-398,0 0 1,0-2-1,0 1 1,-1-1-1,0 0 1,0-1-1,10-10 1,-14 12 220,-1 0 0,0 0 0,-1-1 1,0 1-1,0-1 0,0 0 0,0 0 1,-1 0-1,0 0 0,0-1 0,-1 1 1,0 0-1,0-1 0,0 1 0,-1-8 1,0 6 226,0-1 1,-1 1 0,0-1 0,0 1 0,-1 0 0,0 0-1,-1 0 1,0 0 0,0 0 0,0 0 0,-6-7 0,-11-8-8,6 10 197,11 10 69,0-1-1,0 1 1,-1 0 0,1 1-1,-1-1 1,1 1-1,-1 0 1,0 0 0,0 0-1,0 0 1,0 0 0,-1 1-1,-6-2 1,-2 1 1255,-1 0 0,1 1 1,-15 1-1,27 0-250,1 6 6536,1-2-7530,56 65 4112,-35-39-3781,-9-11-261,0-2-52,0 0 1,-2 1-1,0 1 1,10 22-1,-16-26-72,-1-1 1,-1 1-1,-1 0 0,0-1 1,0 1-1,-2 29 0,0-37-11,-9 43-186,9-14-560,0 17-5645,0-53 6250,0 0 0,0 1 0,0-1-1,0 0 1,0 0 0,0 1 0,1-1 0,-1 0 0,0 1 0,0-1-1,0 0 1,0 0 0,0 1 0,1-1 0,-1 0 0,0 0-1,0 0 1,0 1 0,1-1 0,-1 0 0,0 0 0,0 0 0,1 0-1,-1 1 1,0-1 0,1 0 0,-1 0 0,0 0 0,0 0 0,1 0-1,-1 0 1,0 0 0,1 0 0,16-1-3304,16-8-859,-30 8 3765,38-14-4447,-22 9 1890</inkml:trace>
</inkml:ink>
</file>

<file path=ppt/ink/ink1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49.576"/>
    </inkml:context>
    <inkml:brush xml:id="br0">
      <inkml:brushProperty name="width" value="0.035" units="cm"/>
      <inkml:brushProperty name="height" value="0.035" units="cm"/>
      <inkml:brushProperty name="color" value="#FF0066"/>
    </inkml:brush>
  </inkml:definitions>
  <inkml:trace contextRef="#ctx0" brushRef="#br0">252 225 1536,'-32'-24'8205,"26"18"-6139,-1 1 1,-1-1-1,1 2 0,-10-6 0,-43-16 9214,49 22-10752,7 2-417,-1 1 0,0 0 0,0 0 0,0 0 0,0 1-1,0-1 1,-10 2 0,14-1-111,-1 0 0,1 0 0,-1 0 0,1 1 0,-1-1 0,1 0 0,0 1 0,-1-1 0,1 1 0,-1 0 0,1-1 0,0 1 0,0 0 0,-1 0 0,1 0 0,0 0 0,0 0 0,0 0 0,0 0 0,0 0 0,-1 3 0,-9 22 0,10-22 0,-4 16 0,2 0 0,0 0 0,1 0 0,1 1 0,3 35 0,0-3 0,-2 347 0,-1-459 0,-1 27 0,2 0 0,1 0 0,9-53 0,2 31 0,-8 27 0,2 0 0,2 0 0,14-36 0,-5 18 0,-12 31 0,0 0 0,11-19 0,-6 13 0,0-1 0,8-27 0,-11 26 0,15-27 0,-14 37 0,-5 14 0,0 1 0,0 0 0,0 0 0,-1 0 0,1 0 0,-1 0 0,0 1 0,3 5 0,11 37 0,-8-25 0,-1 0 0,8 34 0,-11-32 0,12 32 0,-9-34 0,8 42 0,-5-8 0,-5-30 0,-1 1 0,2 38 0,-15 97 0,9-158-179,1 0-1,-1 0 1,1 1-1,0-1 1,0 0 0,0 0-1,3 5 1,-3-5-118,1-1 0,-1 1 0,0 0 0,0 0 0,-1 0 0,1 0 0,0 5 0,-1-9 41,0 1 0,0-1 0,0 0 0,0 1 0,0-1 0,0 1 1,0-1-1,1 1 0,-1-1 0,0 1 0,0-1 0,0 1 1,1-1-1,-1 1 0,0-1 0,0 1 0,1-1 0,-1 1 1,1-1-1,-1 1 0,0-1 0,1 1 0,-1 0 0,1-1 0,-1 1 1,1 0-1,-1-1 0,1 1 0,-1 0 0,1 0 0,-1 0 1,1-1-1,-1 1 0,1 0 0,-1 0 0,1 0 0,0 0 1,-1 0-1,1 0 0,-1 0 0,1 0 0,-1 0 0,1 0 0,0 0 1,-1 1-1,1-1 0,-1 0 0,1 0 0,-1 1 0,1-1 1,-1 0-1,1 0 0,-1 1 0,1-1 0,-1 0 0,0 1 1,1-1-1,-1 1 0,0-1 0,1 1 0,-1-1 0,0 1 0,1-1 1,-1 1-1,0-1 0,0 1 0,1-1 0,-1 1 0,0-3-77,-1 0-1,1-1 1,-1 1-1,0-1 1,1 1-1,-1 0 1,0 0-1,0 0 1,-1-1-1,1 1 1,0 0-1,-1 0 1,-1-2-1,-27-25-825,16 15 773,-7-5 312,16 15 165,0 0 1,0-1-1,1 1 0,-8-11 1,9 11 111,0 1 1,0 0-1,-1-1 1,1 1-1,-1 1 1,1-1 0,-1 0-1,0 1 1,0 0-1,0 0 1,-8-3-1,-14-8 2206,22 11-1952,0 1 0,1-1 0,-1 1 0,0 0 0,0 0-1,0 1 1,0-1 0,-5 1 0,6 0 274,0 0 0,0-1 0,-1 1 0,1-1 0,0 1 0,0-1 0,-5-2 0,-24-4 7590,35 5-7861,-1 0 0,1 0-1,-1 1 1,1-1-1,0 0 1,0 1 0,4-2-1,61-6-80,-41 6-340,32-7-1,16-4-22,-48 10-8,41-11-1,-60 11-7,-8 0 0,1 3 0,7 0 0,-8 1 0,0 0 0,1 0 0,-1 0 0,0 0 0,0 1 0,0-1 0,1 0 0,-1 0 0,0 0 0,0 0 0,1 0 0,-1 0 0,0 0 0,0 0 0,1 0 0,-1 0 0,0 0 0,0 0 0,1-1 0,-1 1 0,0 0 0,0 0 0,1 0 0,-1 0 0,0 0 0,0 0 0,0-1 0,1 1 0,-1 0 0,0 0 0,0 0 0,0 0 0,0-1 0,1 1 0,-1 0 0,0 0 0,0 0 0,0-1 0,0 1 0,0 0 0,0 0 0,0-1 0,0 1 0,0 0 0,0 0 0,0-1 0,0 1 0,-1-4 0,0 4 0,0 0 0,0 0 0,0 0 0,1 0 0,-1 0 0,0 0 0,0 0 0,0 0 0,0 0 0,0 1 0,0-1 0,1 0 0,-1 1 0,0-1 0,0 0 0,0 1 0,1-1 0,-1 1 0,0-1 0,-1 2 0,-3 2 0,0-3-7,0 1 1,1-1-1,-1 1 1,1 0-1,0 1 1,-5 2-1,3-1-7,6-4-49,-1 0 0,0 1 0,1-1 0,-1 1-1,0 0 1,1-1 0,-1 1 0,0-1 0,1 1 0,-1 0 0,1-1 0,0 1 0,-1 0-1,1 0 1,-1-1 0,1 1 0,0 0 0,0 0 0,-1 0 0,1 0 0,0-1 0,0 1-1,0 0 1,0 0 0,0 0 0,0 0 0,0 1 0,0-1-129,10-1-1853,-4 0 2045,-4 0 22,32 0 19,-18-4-36,-12 3-7,0-1 0,0 1 0,0 0 0,0 0 0,0 1 0,0-1 0,5 1 0,33-5 175,-26 0-119,-14 4-52,0 0-1,0 0 0,0-1 1,0 1-1,0-1 1,0 1-1,0-1 1,-1 0-1,2-2 0,20-17 135,-19 18-92,0 0 1,-1-1-1,1 1 1,-1-1-1,0 0 1,0 0-1,0 0 1,0 0-1,-1-1 1,0 1-1,0-1 1,0 1-1,2-8 1,5-12 192,-6 15-134,0-1 0,-1 0 0,0 0 0,-1 0 0,0 0 0,-1 0 0,0-1 0,-2-12 0,1-13 142,0 11 0,-7-35-1,4 35-4,0-34 1,3 53-179,1 0 0,-1 0 0,-1 0 0,1 0 0,-3-8 0,2 9-18,0 0-1,1 0 1,0 0-1,0 0 1,0-6-1,0 9-43,0 0 0,1 0 0,-1 0 0,0 0 0,0 1 0,0-1 0,0 0 0,0 1 0,0-1 0,0 0 0,-1 1 0,1 0 0,-1-1 0,-2-1 0,-3 3 0,4 2 0,1 0 0,-1-1 0,1 2 0,0-1 0,0 0 0,0 0 0,0 1 0,0-1 0,0 1 0,-1 3 0,-6 8 0,3-7 0,1 1 0,0-1 0,1 1 0,0 0 0,0 0 0,0 1 0,1-1 0,1 1 0,-3 10 0,3-10 0,0-1 0,1 1 0,0 0 0,0 0 0,1 0 0,0 0 0,1 0 0,0 0 0,0 0 0,1 0 0,0 0 0,5 13 0,43 100 0,-35-88 0,13 23 0,25 46 0,-47-94 0,11 14 0,-10-15 0,-6-7 0,0 0 0,0 0 0,1 0 0,-1 1 0,0-1 0,0 0 0,1-1 0,-1 1 0,1 0 0,-1 0 0,1-1 0,-1 1 0,3 0 0,0 0 0,-1 0 0,0 0 0,1-1 0,-1 1 0,1-1 0,-1 0 0,1 0 0,-1 0 0,1-1 0,-1 1 0,0-1 0,1 0 0,-1 0 0,5-2 0,2-1 0,-1-1 0,0-1 0,11-8 0,5-3 0,-14 9 0,-1-1 0,0 0 0,0 0 0,14-19 0,-4 5 0,0 1 0,29-40 0,-47 59 0,0-1 0,0 1 0,0 0 0,0-1 0,-1 0 0,0 1 0,1-1 0,-1 0 0,-1 0 0,1 0 0,0 1 0,-1-1 0,0 0 0,0-5 0,0 9 0,0 0 0,0-1 0,0 1 0,0 0 0,0 0 0,0-1 0,0 1 0,0 0 0,0 0 0,0-1 0,-1 1 0,1 0 0,0 0 0,0-1 0,0 1 0,0 0 0,0 0 0,-1-1 0,1 1 0,0 0 0,0 0 0,0 0 0,-1 0 0,1-1 0,0 1 0,0 0 0,0 0 0,-1 0 0,1 0 0,0 0 0,0 0 0,-1 0 0,1 0 0,0-1 0,0 1 0,-1 0 0,1 0 0,0 0 0,-1 0 0,1 0 0,0 0 0,0 1 0,-1-1 0,1 0 0,0 0 0,0 0 0,-1 0 0,1 0 0,0 0 0,0 0 0,0 0 0,-1 1 0,-8 3 0,-23 4 0,-79 49 0,85-45 0,-17 15 0,36-24 0,1 1 0,0 0 0,0 0 0,1 0 0,-1 1 0,1 0 0,0 0 0,0 0 0,1 1 0,-8 11 0,11-16 0,0 0 0,0 0 0,0 1 0,1-1 0,-1 0 0,0 0 0,1 1 0,-1-1 0,1 0 0,-1 1 0,1-1 0,-1 0 0,1 1 0,0-1 0,0 1 0,0-1 0,0 1 0,0 2 0,1-3 0,0 0 0,1 1 0,-1-1 0,0 0 0,1 0 0,-1 0 0,1 0 0,-1 0 0,1 0 0,-1-1 0,1 1 0,0 0 0,-1-1 0,1 1 0,0-1 0,2 1 0,30-3 0,-10 0 0,-19 2 0,0-1 0,-1 1 0,1-1 0,0 1 0,0-1 0,0-1 0,-1 1 0,9-4 0,46-10 0,-47 12 0,-9 5 0,7 8 0,-9-9 0,0 0 0,0 0 0,0 0 0,0 0 0,0 0 0,0 0 0,-1 0 0,1 0 0,0 1 0,-1-1 0,1 0 0,-1 0 0,1 1 0,-1-1 0,0 0 0,1 0 0,-1 1 0,0-1 0,0 0 0,0 1 0,0-1 0,0 0 0,0 1 0,0-1 0,-1 2 0,-12 38 0,8-28 0,4-8 0,-1 1 0,1-1 0,0 1 0,0-1 0,0 1 0,1 0 0,0-1 0,0 1 0,1-1 0,0 1 0,0-1 0,0 1 0,0-1 0,1 1 0,0-1 0,3 8 0,-1-3 0,9 23 0,29 52 0,-34-69 0,0 1 0,-2 0 0,0 0 0,0 0 0,4 33 0,-3-17 0,-6-26 0,-1 0 0,0-1 0,0 1 0,0 0 0,-1 0 0,0 0 0,-1-1 0,1 1 0,-1 0 0,-1-1 0,1 1 0,-1-1 0,0 0 0,0 0 0,-1 0 0,-5 6 0,7-9 0,-1-1 0,0 1 0,0-1 0,0 0 0,0 0 0,-1 0 0,1 0 0,0 0 0,-1-1 0,1 1 0,-1-1 0,0 0 0,1 0 0,-1 0 0,0-1 0,0 0 0,0 1 0,-4-1 0,-2-1 0,-1 1 0,0-1 0,0-1 0,1 0 0,-13-4 0,18 4 0,0 0 0,0 0 0,1 0 0,-1-1 0,1 0 0,0 0 0,-1 0 0,1 0 0,0-1 0,1 1 0,-1-1 0,1 0 0,0 0 0,0 0 0,0-1 0,0 1 0,1-1 0,-4-7 0,4 6 0,0-1 0,0 1 0,1 0 0,0-1 0,0 1 0,0-1 0,1 0 0,0 1 0,0-1 0,0 0 0,1 1 0,0-1 0,1 1 0,2-9 0,1 2 0,1-1 0,0 1 0,2 0 0,-1 0 0,1 1 0,1 0 0,0 1 0,1 0 0,0 0 0,1 1 0,0 0 0,17-12 0,32-17 0,51-30 0,-81 53 0,-1-2 0,-1-1 0,-1-1 0,31-30 0,-54 47 0,0-1 0,0-1 0,0 1 0,-1 0 0,1-1 0,-1 0 0,0 0 0,0 0 0,-1 0 0,1 0 0,-1-1 0,1-6 0,-2 8 0,-1 1 0,1 0 0,-1-1 0,1 1 0,0 0 0,0-1 0,2-3 0,-1 3 0,-1-1 0,1 1 0,-1-1 0,0 1 0,0-1 0,0 1 0,0-9 0,-3 7 0,2 6 0,-1-1 0,0 1 0,1 0 0,-1-1 0,0 1 0,1 0 0,-1-1 0,0 1 0,0 0 0,1 0 0,-1-1 0,0 1 0,0 0 0,1 0 0,-1 0 0,0 0 0,0 0 0,1 0 0,-1 0 0,0 0 0,0 1 0,1-1 0,-1 0 0,0 0 0,0 1 0,1-1 0,-1 0 0,0 1 0,1-1 0,-1 0 0,0 1 0,0 0 0,-2 0 0,0 0 0,0 0 0,0 0 0,0 1 0,0-1 0,0 1 0,-4 2 0,2-1 0,-6 5 0,0 0 0,0 0 0,0 1 0,1 0 0,1 1 0,0 0 0,-14 19 0,20-25 0,1 0 0,0 0 0,0 0 0,0 0 0,1 0 0,0 0 0,-1 1 0,2-1 0,-1 0 0,0 1 0,1-1 0,0 1 0,0-1 0,0 0 0,1 5 0,-1-6 0,1 0 0,0-1 0,0 1 0,0-1 0,0 1 0,0-1 0,0 0 0,1 1 0,-1-1 0,1 0 0,0 0 0,-1 0 0,1 0 0,0 0 0,0-1 0,0 1 0,0 0 0,1-1 0,-1 0 0,0 1 0,1-1 0,-1 0 0,1 0 0,-1 0 0,1-1 0,3 2 0,6 0 0,0 0 0,0-1 0,0 0 0,0-1 0,1 0 0,-1-1 0,0 0 0,0-1 0,0 0 0,0-1 0,-1-1 0,1 0 0,11-5 0,-22 9 0,3-2 0,0 0 0,0 0 0,0 0 0,0 0 0,0 0 0,0-1 0,-1 0 0,1 1 0,-1-2 0,1 1 0,-1 0 0,3-5 0,1-6 0,-5 12 0,-1 0 0,0 0 0,0 0 0,-1 0 0,1 0 0,0 0 0,0 0 0,-1 0 0,0 0 0,1 0 0,-1 0 0,0-4 0,0-3 0,-1 1 0,1-1 0,-2 1 0,1-1 0,-1 1 0,0-1 0,-6-10 0,-3-20 0,-12 13 0,23 26 0,0 0 0,-1 0 0,1-1 0,0 1 0,0 0 0,-1 0 0,1-1 0,0 1 0,0 0 0,-1 0 0,1 0 0,0-1 0,-1 1 0,1 0 0,0 0 0,-1 0 0,1 0 0,0 0 0,-1 0 0,1 0 0,-1 0 0,1 0 0,0 0 0,-1 0 0,0 0 0,0 1 0,0-1 0,-1 1 0,1 0 0,0 0 0,-1 0 0,1 0 0,0 0 0,0 0 0,0 0 0,0 0 0,0 0 0,-2 2 0,2 2 0,2 0 0,0-5 0,-1 1 0,1-1 0,0 0 0,-1 1 0,1-1 0,-1 0 0,1 0 0,-1 0 0,1 1 0,0-1 0,-1 0 0,1 0 0,0 0 0,-1 0 0,1 0 0,-1 0 0,1 0 0,0 0 0,-1 0 0,1-1 0,0 1 0,-1 0 0,2-1 0,0 1 0,58-2 0,-35 0 0,1 2 0,31 3 0,-21 1 0,-14-2 0,0 1 0,-1 0 0,41 13 0,-32 3 0,-18-11 0,-8-5 0,0 0 0,-1 0 0,0 0 0,1 1 0,-1-1 0,0 1 0,-1 0 0,1 0 0,-1 0 0,0 0 0,0 0 0,0 0 0,0 1 0,-1-1 0,0 1 0,0-1 0,0 1 0,0 0 0,0 5 0,-10 23 0,8-30 0,1 0 0,-1 0 0,0 0 0,0 0 0,-1 0 0,1 0 0,-1 0 0,1 0 0,-1-1 0,0 1 0,0-1 0,0 1 0,0-1 0,-1 0 0,1 0 0,-1 0 0,1 0 0,-4 2 0,-9 9 0,14-12 0,0-1 0,1 0 0,-1 1 0,1-1 0,-1 1 0,1-1 0,-1 1 0,1 0 0,-1-1 0,1 1 0,-1-1 0,1 1 0,0 0 0,0-1 0,-1 1 0,1 0 0,0-1 0,0 1 0,-1 0 0,1 1 0,-5-1 0,2-1 0,2 0 0,0 0 0,0 0 0,1 0 0,-1 0 0,0 0 0,1 0 0,-1-1 0,0 1 0,1 0 0,-1 0 0,0-1 0,1 1 0,-1 0 0,1-1 0,-1 1 0,0-1 0,1 1 0,-1-1 0,1 1 0,-1-1 0,1 1 0,0-1 0,-1 1 0,1-1 0,-1 0 0,1 1 0,0-1 0,0 0 0,-1 0 0,0-2 0,1-1 0,-1 1 0,1 0 0,0 0 0,0 0 0,0 0 0,1-5 0,0-1 0,1 0 0,0 1 0,1-1 0,7-15 0,6 1 0,2-3 0,-11 13 0,0 1 0,1 0 0,1 0 0,0 1 0,19-19 0,-26 28 0,1 0 0,-1 0 0,0 0 0,1 1 0,-1-1 0,1 0 0,-1 1 0,1 0 0,5-3 0,1 3 0,-1 0 0,0 0 0,14 1 0,30 5 0,-11 7 0,-39-11 0,0-1 0,-1 1 0,1 0 0,0 0 0,-1 0 0,1 0 0,0 0 0,-1 1 0,0-1 0,1 0 0,-1 1 0,0-1 0,0 1 0,1-1 0,-1 1 0,1 1 0,8 11 0,-8-11 0,1 0 0,0 0 0,-1 0 0,0 0 0,0 0 0,0 1 0,0-1 0,-1 1 0,1 0 0,-1-1 0,0 1 0,1 6 0,6 16 0,-7-23 0,-1 2 0,1-1 0,-1 0 0,0 0 0,0 0 0,0 7 0,-1 2 0,-8 3 0,8-11 0,-6-1 0,1-6-604,0 1 0,0-1 0,0 0-1,0 0 1,0-1 0,1 0 0,-1 0 0,1 0 0,0-1 0,0 0 0,0 0-1,-5-5 1,8 6-78,0 0 0,0 0 0,0-1-1,1 1 1,-1 0 0,1-1 0,0 1-1,0-1 1,0 1 0,1-1 0,-1-3-1,0 1 2,0 1-1,0-1 1,-1 1-1,-3-9 1,0 3-72,0-1 0,1 0 0,-5-20-1,-2-7 34,5 21 506,2-1 0,-4-25 1,2 7 114,3 19 123,2 0-1,0 1 1,3-27 0,-1 1 357,-1 41-393,0 1 0,1-1 0,-1 0 0,0 0 0,1 0 0,-1 0 0,1 0-1,0 0 1,0 0 0,-1 0 0,1 1 0,0-1 0,1 0 0,-1 1 0,0-1 0,0 1 0,4-3 0,30-19-1839,-1 1-1890,-26 16 1564</inkml:trace>
</inkml:ink>
</file>

<file path=ppt/ink/ink1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49.808"/>
    </inkml:context>
    <inkml:brush xml:id="br0">
      <inkml:brushProperty name="width" value="0.035" units="cm"/>
      <inkml:brushProperty name="height" value="0.035" units="cm"/>
      <inkml:brushProperty name="color" value="#FF0066"/>
    </inkml:brush>
  </inkml:definitions>
  <inkml:trace contextRef="#ctx0" brushRef="#br0">115 1 1832,'0'0'2142,"-26"0"4656,22 0-6020,-1 1 1,1-1 0,-1 2-1,1-1 1,0 0-1,0 1 1,0-1 0,-1 1-1,2 1 1,-1-1-1,0 0 1,0 1 0,1 0-1,-1 0 1,1 0 0,0 0-1,0 0 1,-3 4-1,5-4-444,-1 0 0,0 0 0,1 0 0,0 0 0,-1 0 0,1 1 0,1-1 0,-1 0 0,0 1 0,1-1 0,-1 0 0,1 1-1,0-1 1,0 0 0,2 6 0,-2-3-265,1 0-1,1 0 1,-1 0-1,1 0 1,0 0-1,1-1 1,5 11-1,-3-7-463,-1 0-1,0 1 1,5 13 0,3 9-2228,-1-10-1425,1-1 0,17 23 0,-23-34 2866,-2-4-119,0 1 1,0-1 0,-1 1 0,0 0-1,0 1 1,2 10 0,-4-1-2084</inkml:trace>
</inkml:ink>
</file>

<file path=ppt/ink/ink1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51.114"/>
    </inkml:context>
    <inkml:brush xml:id="br0">
      <inkml:brushProperty name="width" value="0.035" units="cm"/>
      <inkml:brushProperty name="height" value="0.035" units="cm"/>
      <inkml:brushProperty name="color" value="#FF0066"/>
    </inkml:brush>
  </inkml:definitions>
  <inkml:trace contextRef="#ctx0" brushRef="#br0">41 572 2521,'-4'0'1410,"1"0"0,-1-1 1,0 0-1,0 0 0,1 0 1,-5-2-1,-2-6 1872,10 9-3181,0-1 1,0 1-1,0-1 0,0 1 0,0 0 1,0-1-1,0 1 0,0 0 1,0-1-1,0 1 0,0-1 0,0 1 1,0 0-1,1-1 0,-1 1 1,0 0-1,0-1 0,0 1 0,1 0 1,-1-1-1,0 1 0,0 0 1,1-1-1,-1 1 0,0 0 0,1 0 1,-1 0-1,0-1 0,1 1 0,-1 0 1,1 0-1,36-23 3303,22-8-2408,-45 24-963,0 0 0,0-1 0,-1-1 0,0 0 0,20-19 0,-7 3-38,-22 21 4,0 1 0,0-1 1,0 1-1,-1-1 1,1 0-1,-1 0 0,0-1 1,0 1-1,-1 0 0,1-1 1,2-9-1,17-39 22,-13 33 0,-1 1 0,-2-1-1,8-31 1,-13 42 17,4-24 666,15-49 0,-20 81-514,1-1 0,0 0 0,-1 0 1,0 0-1,1 0 0,-1 0 1,0 0-1,0 1 0,0-1 0,0 0 1,0 0-1,0 0 0,0 0 0,-1 0 1,1 0-1,-1 0 0,0 1 0,1-1 1,-1 0-1,0 0 0,0 1 0,0-1 1,0 1-1,0-1 0,0 1 1,-1-1-1,1 1 0,0-1 0,-3 0 1,4 2-126,-1 0 0,0 0 0,0 0 0,1 0 0,-1 0 1,0 0-1,1 1 0,-1-1 0,0 0 0,0 0 0,1 1 0,-1-1 1,1 0-1,-1 1 0,0-1 0,1 1 0,-1-1 0,1 1 1,-1-1-1,1 1 0,-1-1 0,0 2 0,-9 11 426,6-5-489,1 0 0,0 0 0,0 1 0,1-1 0,1 1 0,-1-1-1,1 1 1,1-1 0,0 18 0,-9 33-2,1 26 0,8 200 0,0-280 0,1 0 0,0 0 0,0 1 0,0-1 0,3 6 0,-2-6 0,0 0 0,-1 0 0,1 0 0,-1 0 0,0 7 0,-1-10 0,1 1 0,-1-1 0,0 0 0,1 1 0,0-1 0,0 0 0,-1 0 0,1 0 0,0 0 0,1 0 0,-1 0 0,0 0 0,1 0 0,-1 0 0,1 0 0,2 1 0,-5-3 0,1 0 0,0-1 0,0 1 0,0 0 0,0-1 0,0 1 0,0-1 0,0 1 0,0 0 0,1-1 0,-1 1 0,0-1 0,0 1 0,0 0 0,0-1 0,0 1 0,1 0 0,-1-1 0,0 1 0,0 0 0,0-1 0,1 1 0,-1 0 0,0 0 0,1-1 0,-1 1 0,0 0 0,1 0 0,-1 0 0,0-1 0,1 1 0,-1 0 0,0 0 0,1 0 0,-1 0 0,0 0 0,1 0 0,-1-1 0,1 1 0,-1 0 0,0 0 0,1 0 0,-1 0 0,0 1 0,1-1 0,-1 0 0,1 0 0,-1 0 0,0 0 0,1 0 0,-1 0 0,0 0 0,1 1 0,-1-1 0,0 0 0,1 0 0,-1 1 0,0-1 0,0 0 0,1 0 0,-1 1 0,0-1 0,0 0 0,1 1 0,-1-1 0,0 0 0,0 1 0,0-1 0,1 1 0,1-3 0,0 0 0,0 0 0,0 0 0,0 0 0,-1-1 0,1 1 0,0-1 0,-1 1 0,0-1 0,1 1 0,-1-1 0,0-3 0,13-43 0,-9 29 0,-1 7 0,0 0 0,2-1 0,-1 1 0,2 1 0,11-18 0,-10 16 0,-7 11 0,1 1 0,-1-1 0,1 1 0,-1-1 0,1 1 0,0 0 0,0 0 0,0 0 0,0 0 0,0 0 0,0 0 0,3-1 0,-3 2 0,0 0 0,-1 0 0,1 0 0,0 0 0,0 1 0,0-1 0,0 1 0,0-1 0,0 1 0,0-1 0,0 1 0,1 0 0,-1 0 0,0 0 0,0 0 0,0 1 0,0-1 0,0 0 0,2 2 0,2 0 0,0 1 0,0 0 0,0 0 0,8 7 0,2 0 0,-11-7 0,-4-3 0,-1 1 0,1-1 0,0 1 0,0-1 0,0 1 0,-1 0 0,1-1 0,0 1 0,-1 0 0,1-1 0,-1 1 0,1 0 0,-1 0 0,1-1 0,-1 1 0,1 0 0,-1 0 0,1 1 0,22 25 0,-21-19 0,0 0 0,0 0 0,0 0 0,-1 0 0,0 0 0,-1 0 0,0 15 0,0-6 0,14-38 0,-9 16 0,-1 0 0,1-1 0,-1 0 0,0 0 0,4-10 0,-6 10 0,1 1 0,0 0 0,0-1 0,1 1 0,-1 0 0,8-7 0,-6 7 0,-1-1 0,0 1 0,0-1 0,0 0 0,3-7 0,2-8 0,-8 16 0,0 5 0,-1 1 0,1-1 0,0 1 0,-1-1 0,1 1 0,-1 0 0,1-1 0,-1 1 0,1 0 0,-1 0 0,1-1 0,-1 1 0,0 0 0,1 0 0,-1 0 0,0 0 0,0-1 0,0 1 0,0 0 0,1 2 0,-2 4 0,1 0 0,0 0 0,0 1 0,1-1 0,0 0 0,0 0 0,4 11 0,-1 2 0,3 3 0,-6-22 0,-1 0 0,1 0 0,0 0 0,0-1 0,0 1 0,0 0 0,0 0 0,0-1 0,0 1 0,0-1 0,0 1 0,0-1 0,0 1 0,0-1 0,0 0 0,0 0 0,0 1 0,1-1 0,-1 0 0,0 0 0,0 0 0,1 0 0,9-1 0,-1-1 0,0 0 0,0-1 0,0 0 0,0 0 0,0-1 0,-1 0 0,1-1 0,9-6 0,-12 4 0,-7 6 0,1 0 0,0 0 0,0 0 0,0 0 0,0 0 0,0 0 0,0 1 0,0-1 0,0 0 0,0 0 0,0 1 0,0-1 0,0 1 0,1-1 0,-1 1 0,0 0 0,0-1 0,2 1 0,-2-1 0,0 1 0,-1 0 0,1-1 0,0 1 0,0 0 0,-1 0 0,1-1 0,0 1 0,0 0 0,-1 0 0,1 0 0,0 0 0,0 0 0,-1 0 0,1 0 0,0 0 0,0 1 0,-1-1 0,1 0 0,0 0 0,0 0 0,-1 1 0,1-1 0,0 1 0,-1-1 0,1 0 0,0 1 0,-1-1 0,1 1 0,0 0 0,2 18 0,-3-15 0,0 87 0,0-91 0,0 0 0,0 0 0,0 1 0,0-1 0,0 0 0,0 1 0,1-1 0,-1 0 0,0 0 0,0 1 0,0-1 0,0 0 0,1 0 0,-1 1 0,0-1 0,0 0 0,0 0 0,1 1 0,-1-1 0,0 0 0,0 0 0,1 0 0,-1 0 0,0 0 0,1 1 0,-1-1 0,0 0 0,0 0 0,1 0 0,-1 0 0,0 0 0,1 0 0,-1 0 0,0 0 0,1 0 0,-1 0 0,0 0 0,0 0 0,1 0 0,-1 0 0,0 0 0,1-1 0,-1 1 0,1 0 0,13-5 0,-13 5 0,31-22 0,-27 19 0,0 0 0,-1-1 0,0 1 0,0-1 0,0 0 0,0 0 0,0 0 0,2-5 0,6-5 0,-7 8 0,0 0 0,-1-1 0,6-10 0,10-12 0,-11 19 0,-1-1 0,9-17 0,-1 2 0,20-28 0,-26 27 0,-3 22 0,-7 5 0,1-1 0,0 1 0,-1 0 0,1-1 0,0 1 0,-1 0 0,1 0 0,-1 0 0,1 0 0,0 0 0,-1 0 0,1 0 0,0 0 0,0 0 0,-1 0 0,1 0 0,-1 0 0,1 0 0,0 0 0,-1 1 0,1-1 0,0 0 0,-1 0 0,1 1 0,-1-1 0,1 0 0,0 1 0,-1-1 0,1 1 0,-1-1 0,0 1 0,1-1 0,-1 1 0,1 0 0,12 21 0,-11-18 0,2 7 0,7 10 0,-9-19 0,0 0 0,0 0 0,-1 0 0,1 0 0,-1 0 0,0 0 0,1 0 0,-1 1 0,0-1 0,1 5 0,3-1 0,0-1 0,-5-5 0,1 0 0,-1 1 0,0-1 0,0 1 0,1-1 0,-1 0 0,0 1 0,0-1 0,1 0 0,-1 1 0,0-1 0,1 0 0,-1 0 0,0 1 0,1-1 0,-1 0 0,0 0 0,1 0 0,-1 1 0,1-1 0,-1 0 0,0 0 0,1 0 0,-1 0 0,1 0 0,-1 0 0,1 0 0,-1 0 0,1 0 0,-1 0 0,0 0 0,1 0 0,-1 0 0,1 0 0,-1 0 0,0 0 0,1-1 0,-1 1 0,1 0 0,-1 0 0,1-1 0,1 1 0,-1-1 0,1 1 0,-1 0 0,1-1 0,-1 0 0,1 1 0,-1-1 0,0 0 0,1 0 0,-1 0 0,0 0 0,1 0 0,-1 0 0,0 0 0,0 0 0,0 0 0,0-1 0,0 1 0,0 0 0,0-1 0,-1 1 0,2-3 0,2-3 0,4-15 0,-7 21 0,-1 0 0,1-1 0,-1 1 0,0 0 0,1 0 0,-1 0 0,0 0 0,0 0 0,0 0 0,0 0 0,0 0 0,0 0 0,0 0 0,0-1 0,-1 1 0,1 0 0,0 0 0,-1 0 0,1 0 0,-1 0 0,1 0 0,-1 0 0,0-1 0,-19-20 0,11 13 0,8 8 0,1 0 0,-1 0 0,0 1 0,0-1 0,1 0 0,-1 1 0,0-1 0,0 1 0,0-1 0,0 1 0,0-1 0,0 1 0,0 0 0,0-1 0,0 1 0,0 0 0,0 0 0,0 0 0,0-1 0,0 1 0,0 1 0,0-1 0,0 0 0,0 0 0,0 0 0,0 0 0,0 1 0,0-1 0,0 0 0,0 1 0,0-1 0,1 1 0,-1-1 0,0 1 0,0-1 0,0 1 0,0 0 0,1-1 0,-2 3 0,-12 8 0,12-11 0,1 1 0,-1 0 0,1 0 0,-1 0 0,1 0 0,0 0 0,-1 0 0,1 1 0,0-1 0,0 0 0,0 1 0,0-1 0,0 1 0,0-1 0,0 3 0,-6 7 0,6-10 0,0 0 0,0 0 0,0 0 0,0 1 0,1-1 0,-1 0 0,1 0 0,-1 1 0,1-1 0,-1 0 0,1 1 0,0-1 0,-1 0 0,1 1 0,0 1 0,1 10 0,0 0 0,1 0 0,1 0 0,0 0 0,1 0 0,9 20 0,18 25 0,-28-49 0,-1 0 0,0-1 0,0 1 0,-1 0 0,-1 18 0,0-26 0,-1 0 0,0 0 0,1 1 0,-1-1 0,0 0 0,0 0 0,0 0 0,0 0 0,0 0 0,0 0 0,0 0 0,-1 0 0,1 0 0,0-1 0,0 1 0,-1 0 0,1-1 0,-1 1 0,-1 0 0,-31 11 0,32-11 0,-10 1-88,0 0 1,0 0-1,0-1 1,0-1-1,-19-1 0,0 0-524,-3-1-1859,30 1 1711,0 0 0,-1 0 0,1 0 0,0 0 0,0 0 0,0-1 0,0 0 0,0 0 0,0 0 0,-4-3 0,4 1-1057,-1 0 0,0 1 0,0 0 0,-1 0 0,1 0 0,-10-3 0,-9 0-3013</inkml:trace>
</inkml:ink>
</file>

<file path=ppt/ink/ink1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52.281"/>
    </inkml:context>
    <inkml:brush xml:id="br0">
      <inkml:brushProperty name="width" value="0.035" units="cm"/>
      <inkml:brushProperty name="height" value="0.035" units="cm"/>
      <inkml:brushProperty name="color" value="#FF0066"/>
    </inkml:brush>
  </inkml:definitions>
  <inkml:trace contextRef="#ctx0" brushRef="#br0">52 476 1104,'-17'-4'3698,"15"4"-3330,1 0 0,-1-1 0,1 1 0,-1 0 0,1 0 0,-1-1 0,1 1 0,0-1 0,-1 1 0,1-1-1,0 1 1,-1-1 0,-13 0 19099,15 2-19018,0-1-375,1 1 1,0 0-1,-1-1 1,1 1-1,0-1 1,-1 1-1,1-1 0,0 1 1,0-1-1,-1 1 1,1-1-1,0 1 1,0-1-1,0 0 0,0 0 1,0 0-1,-1 1 1,3-1-1,24 5 1534,-20-4-1364,4 1-244,0-1 0,1 0 0,-1-1 0,20-2 0,7 1 0,150-6 0,-94 2 0,361-23 0,-73 4 0,331-19 0,176-5 0,-531 21 0,-98 5 0,154-14 0,-52 3 0,426-11 0,-289 11 0,-72 2 0,-196 15 0,266-11 0,-164 6 0,-222 11 0,42-1 0,-115 6 0,-30 4 0,1-1 0,-1 1 0,16 0 0,-18 1 0,-12 0 0,-156-6-9249,-88 11-8201,174-4 13342</inkml:trace>
</inkml:ink>
</file>

<file path=ppt/ink/ink1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52.994"/>
    </inkml:context>
    <inkml:brush xml:id="br0">
      <inkml:brushProperty name="width" value="0.035" units="cm"/>
      <inkml:brushProperty name="height" value="0.035" units="cm"/>
      <inkml:brushProperty name="color" value="#FF0066"/>
    </inkml:brush>
  </inkml:definitions>
  <inkml:trace contextRef="#ctx0" brushRef="#br0">27 445 1696,'-26'0'29871,"36"-5"-28694,-3 5-1154,1 0-23,0-1 0,0 0 0,0 0 0,7-2 0,8-1 0,98-1 0,176-7 0,47-5 0,-2 1 0,420-25 0,-266 14 0,-319 18 0,106-10 0,139-13 0,-2 0 0,2-3 0,-76 6 0,-12 4 0,85-9 0,-58 2 0,82-11 0,-369 37 0,-44 4 0,38-7 0,-58 6 0,-52 5-945,-10-1-1295,35-2-272,10-1-2112,-4 1-9079,3 1 8177</inkml:trace>
</inkml:ink>
</file>

<file path=ppt/ink/ink1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54.028"/>
    </inkml:context>
    <inkml:brush xml:id="br0">
      <inkml:brushProperty name="width" value="0.035" units="cm"/>
      <inkml:brushProperty name="height" value="0.035" units="cm"/>
      <inkml:brushProperty name="color" value="#FF0066"/>
    </inkml:brush>
  </inkml:definitions>
  <inkml:trace contextRef="#ctx0" brushRef="#br0">84 49 1520,'-50'5'8996,"47"-4"-8422,1-1 0,-1 1 0,0 0 0,1-1 1,-1 1-1,-8 6 11557,4-4-8454,15 0-679,111-12-2998,-1 1 0,-61 6-799,64-12 1,-66 7-421,63-2-1,-111 9-885,0-1 0,1 0-1,-1 0 1,11-4 0,6-2-5244,-11 5 4043,-10-2-363</inkml:trace>
</inkml:ink>
</file>

<file path=ppt/ink/ink1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54.258"/>
    </inkml:context>
    <inkml:brush xml:id="br0">
      <inkml:brushProperty name="width" value="0.035" units="cm"/>
      <inkml:brushProperty name="height" value="0.035" units="cm"/>
      <inkml:brushProperty name="color" value="#FF0066"/>
    </inkml:brush>
  </inkml:definitions>
  <inkml:trace contextRef="#ctx0" brushRef="#br0">93 134 2417,'-8'2'687,"-4"0"1547,-1 1-1,0 0 0,1 1 1,-23 12 4288,35-16-6449,8 0 1664,10-2 80,49-4 1664,-10 0-2575,-1 1-526,16-4-427,-46 6-1160,0-1 0,0 0 0,38-13 0,-42 9-91,158-65-13236,-161 62 12050,-2-4-207</inkml:trace>
</inkml:ink>
</file>

<file path=ppt/ink/ink1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54.529"/>
    </inkml:context>
    <inkml:brush xml:id="br0">
      <inkml:brushProperty name="width" value="0.035" units="cm"/>
      <inkml:brushProperty name="height" value="0.035" units="cm"/>
      <inkml:brushProperty name="color" value="#FF0066"/>
    </inkml:brush>
  </inkml:definitions>
  <inkml:trace contextRef="#ctx0" brushRef="#br0">204 9 936,'-27'0'3204,"15"1"-1446,0 0 1,0-2 0,0 1 0,0-1 0,-13-4-1,19 4 139,-1 0-1,0 0 0,1 0 0,-1 1 0,0 0 0,-12 2 0,-4-1 1287,22-1-3160,1 0 0,0 0 0,-1 0 1,1 0-1,0 0 0,-1 0 0,1 0 0,-1 0 0,1 1 0,0-1 0,-1 0 1,1 0-1,0 0 0,-1 0 0,1 0 0,0 1 0,0-1 0,-1 0 0,1 0 1,0 0-1,0 1 0,-1-1 0,1 0 0,0 1 0,0-1 0,-1 0 0,1 0 1,0 1-1,0-1 0,0 0 0,0 1 0,0-1 0,-1 0 0,1 1 0,0-1 1,0 0-1,0 1 0,0-1 0,0 1 0,0-1 0,0 0 0,0 1 1,0-1-1,0 0 0,1 1 0,-1-1 0,0 0 0,0 1 0,0-1 0,0 0 1,0 1-1,1-1 0,-1 0 0,0 0 0,0 1 0,0-1 0,1 0 0,-1 1 1,0-1-1,0 0 0,1 0 0,-1 0 0,0 1 0,1-1 0,-1 0 0,0 0 1,1 0-1,-1 0 0,1 0 0,11 7-23,0-2 0,0 0 0,1 0 0,20 4 0,22 9 0,-26-7 0,-8-3 0,0 1 0,-1 1 0,0 1 0,21 15 0,-33-21 0,0 0 0,-1 1 0,0 1 0,0-1 0,-1 1 0,0 0 0,0 1 0,-1-1 0,5 9 0,-9-13 0,0-1 1,0 0-1,0 1 1,0-1-1,-1 1 1,0-1-1,1 1 1,-1-1-1,0 1 1,0-1-1,0 0 1,0 1-1,-1-1 1,1 1-1,-1-1 1,1 1-1,-1-1 1,0 0-1,0 1 1,0-1-1,0 0 1,0 0-1,-1 0 1,1 0-1,-4 4 1,-4 5-6,-1-1 0,-1 0 0,-17 13 0,2-2-44,21-17-507,0 0 1,0 0-1,0-1 0,-1 0 0,0 0 1,-6 2-1,6-3-1125,0 0 0,0 0 0,0 0 1,0-1-1,-13 1 0</inkml:trace>
</inkml:ink>
</file>

<file path=ppt/ink/ink1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57.263"/>
    </inkml:context>
    <inkml:brush xml:id="br0">
      <inkml:brushProperty name="width" value="0.035" units="cm"/>
      <inkml:brushProperty name="height" value="0.035" units="cm"/>
      <inkml:brushProperty name="color" value="#FF0066"/>
    </inkml:brush>
  </inkml:definitions>
  <inkml:trace contextRef="#ctx0" brushRef="#br0">310 22 1992,'-18'-12'12845,"7"7"-8780,-10 0 6790,20 5-9111,-1 0-671,-5 0-880,4 1-193,1-1 0,-1 0 0,0 1 0,0 0 0,0 0 0,1 0 0,-1 0 0,0 0 0,1 0 0,-1 1 0,1-1 0,-1 1 0,1-1 0,0 1 0,-3 3 0,-12 7 0,6-4 0,1 0 0,0 0 0,-12 15 0,-1-1 0,-19 33 0,33-44 0,1 2 0,1-1 0,0 1 0,1 1 0,-6 17 0,6-11 0,-7 35 0,12-48 0,0 1 0,1-1 0,0 1 0,0 0 0,0-1 0,1 1 0,0-1 0,1 0 0,0 1 0,0-1 0,0 0 0,1 0 0,0 0 0,0 0 0,5 6 0,-4-8 0,0 0 0,0 0 0,0-1 0,1 0 0,0 0 0,0 0 0,0 0 0,0-1 0,1 1 0,-1-1 0,1-1 0,0 1 0,0-1 0,0 0 0,0 0 0,0-1 0,0 0 0,12 1 0,-12-2 0,14 0 0,-1 0 0,1-2 0,0 0 0,24-6 0,-21 2 0,-1-1 0,0-1 0,0-1 0,-1-1 0,0 0 0,33-24 0,-21 2 0,-13 10 0,-16 18 0,-1 1 0,0-1 0,0 0 0,0 0 0,-1-1 0,1 1 0,-1-1 0,0 1 0,0-1 0,-1 0 0,1 1 0,-1-1 0,1-8 0,0-7 0,-1-1 0,-2-23 0,0 5 0,1 39 0,0 0 0,0 0 0,0 0 0,0 0 0,0 0 0,0 0 0,0-1 0,0 1 0,0 0 0,0 0 0,0 0 0,0 0 0,0 0 0,0 0 0,0 0 0,0-1 0,-1 1 0,1 0 0,0 0 0,0 0 0,0 0 0,0 0 0,0 0 0,0 0 0,0 0 0,0 0 0,-1 0 0,1 0 0,0 0 0,0 0 0,0 0 0,0 0 0,0 0 0,0 0 0,-1 0 0,1 0 0,0 0 0,0 0 0,0 0 0,0 0 0,0 0 0,0 0 0,-1 0 0,1 0 0,0 0 0,0 0 0,0 0 0,0 0 0,0 0 0,0 0 0,0 0 0,0 1 0,-1-1 0,1 0 0,0 0 0,0 0 0,0 0 0,0 0 0,0 0 0,0 0 0,0 0 0,0 1 0,0-1 0,0 0 0,0 0 0,0 0 0,0 0 0,0 0 0,0 1 0,-9 8 0,8-7 0,-3 7 0,0 0 0,1-1 0,1 2 0,-4 17 0,-1 5 0,5-20 0,1-1 0,0 0 0,0 1 0,3 21 0,0 1 0,-2-32 0,0 0 0,0-1 0,0 1 0,1 0 0,-1 0 0,1 0 0,-1 0 0,1-1 0,0 1 0,0 0 0,0-1 0,0 1 0,0-1 0,0 1 0,0-1 0,0 1 0,1-1 0,-1 1 0,0-1 0,1 0 0,-1 0 0,1 0 0,0 0 0,-1 0 0,1 0 0,0-1 0,-1 1 0,5 1 0,-2-2 0,0 1 0,0 0 0,0-1 0,0 0 0,0 0 0,0 0 0,0-1 0,0 1 0,0-1 0,0 0 0,0 0 0,6-3 0,2-1 0,-1 0 0,18-11 0,-22 10 0,0 1 0,0-1 0,-1 0 0,11-13 0,-15 16 0,0 0 0,-1 0 0,1 0 0,-1 0 0,1 0 0,-1 0 0,0 0 0,0-1 0,-1 1 0,1 0 0,-1-1 0,1 1 0,-1 0 0,0-1 0,0 1 0,-1-1 0,1 1 0,-1 0 0,-1-6 0,0 3 0,0 0 0,0 0 0,-1 0 0,1 0 0,-2 1 0,1-1 0,-1 1 0,1-1 0,-7-5 0,-15-17 0,-10-9 0,27 30 0,7 5 0,-1 0 0,0 0 0,0 0 0,-1 1 0,1-1 0,0 0 0,-1 1 0,1-1 0,-1 1 0,1 0 0,-1 0 0,1 0 0,-1 0 0,0 1 0,0-1 0,1 1 0,-1-1 0,0 1 0,0 0 0,1 0 0,-1 0 0,0 1 0,0-1 0,0 0 0,1 1 0,-4 1 0,3 0 0,1 0 0,-1 1 0,0-1 0,1 1 0,0 0 0,0 0 0,-1 0 0,2 0 0,-3 4 0,4-6 0,0 0 0,0-1 0,0 1 0,0 0 0,0 0 0,0 0 0,0-1 0,0 1 0,1 0 0,-1 0 0,0-1 0,1 1 0,-1 0 0,1 0 0,-1-1 0,0 1 0,1-1 0,-1 1 0,1 0 0,0-1 0,0 1 0,26 11 0,-20-11 0,0 1 0,0-1 0,0-1 0,1 1 0,-1-1 0,0 0 0,8-2 0,51-9 0,-53 8 0,31-11 0,-18 5 0,-19 4 0,-7 4 0,1 1 0,0-1 0,0 0 0,0 0 0,0 0 0,0 1 0,1-1 0,-1 0 0,0 1 0,0-1 0,0 1 0,1 0 0,-1-1 0,0 1 0,2-1 0,-2 1 0,0-1 0,0 1 0,0 0 0,0-1 0,0 1 0,0 0 0,0-1 0,0 1 0,0 0 0,0 0 0,0 0 0,1 0 0,-1 0 0,0 0 0,0 1 0,0-1 0,0 0 0,0 0 0,0 1 0,0-1 0,0 1 0,0-1 0,0 1 0,2 0 0,3 3 0,1-2 0,-1 1 0,1 0 0,0 0 0,-1 1 0,0-1 0,0 1 0,0 1 0,0-1 0,5 7 0,3 5 0,-8-9 0,0-1 0,-1 1 0,0 0 0,0 0 0,-1 1 0,4 8 0,-4-8 0,-1 1 0,1-1 0,8 11 0,8 18 0,-13-26 0,-6-9 0,0-1 0,0 0 0,-1 0 0,1 0 0,0 0 0,0 0 0,-1 1 0,1-1 0,-1 0 0,0 1 0,1-1 0,-1 0 0,0 1 0,1 1 0,-1-2 0,0 0 0,0 0 0,0 0 0,1 0 0,-1 0 0,0 0 0,1 0 0,-1 0 0,1 0 0,0 0 0,-1 0 0,1 0 0,-1 0 0,1 0 0,2 1 0,-3-1 0,1-1 0,0 1 0,-1 0 0,1 0 0,0-1 0,-1 1 0,1 0 0,-1 0 0,1 0 0,-1 0 0,0 0 0,1 0 0,-1 0 0,0 0 0,1 1 0,0 3 0,6-4 0,-5-2 0,-1 1 0,0 0 0,0-1 0,1 1 0,-1-1 0,0 1 0,0-1 0,0 1 0,0-1 0,0 0 0,0 1 0,0-1 0,0 0 0,0 0 0,0 0 0,0 0 0,0 0 0,0 0 0,-1 0 0,1 0 0,0 0 0,-1 0 0,1-1 0,-1 1 0,1 0 0,-1 0 0,0 0 0,0-1 0,1 1 0,-1 0 0,0-1 0,0 1 0,0 0 0,0-2 0,1-6 0,17-24 0,7-30 0,1-2 0,-24 55 0,1-1 0,0 1 0,1 0 0,0 0 0,11-19 0,-12 23 0,-3 6 0,0-1 0,0 1 0,0-1 0,0 1 0,0-1 0,1 1 0,-1-1 0,0 1 0,0-1 0,1 1 0,-1-1 0,0 1 0,1-1 0,-1 1 0,0 0 0,1-1 0,-1 1 0,1 0 0,-1-1 0,1 1 0,-1 0 0,1-1 0,-1 1 0,1 0 0,-1 0 0,1 0 0,-1 0 0,1-1 0,-1 1 0,1 0 0,-1 0 0,1 0 0,0 0 0,-1 0 0,1 0 0,-1 0 0,1 1 0,0-1 0,3 0-48,-1 0-1,1 1 1,0-1-1,-1 1 1,1 0-1,-1 0 1,1 1-1,-1-1 1,1 0-1,4 4 1,33 13-1330,-35-17-359,-1 1-1,1-2 1,-1 1 0,1-1-1,-1 1 1,1-1 0,-1-1 0,6 0-1,20-1-7419,-22 2 6039</inkml:trace>
</inkml:ink>
</file>

<file path=ppt/ink/ink1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5:57.929"/>
    </inkml:context>
    <inkml:brush xml:id="br0">
      <inkml:brushProperty name="width" value="0.035" units="cm"/>
      <inkml:brushProperty name="height" value="0.035" units="cm"/>
      <inkml:brushProperty name="color" value="#FF0066"/>
    </inkml:brush>
  </inkml:definitions>
  <inkml:trace contextRef="#ctx0" brushRef="#br0">48 23 1224,'1'0'561,"-1"-1"1,0 0-1,0 1 0,0-1 0,0 0 1,0 1-1,0-1 0,-1 0 0,1 0 0,0 1 1,0-1-1,0 0 0,-1 1 0,1-1 1,0 1-1,-1-1 0,1 0 0,0 1 0,-1-1 1,0 0-1,-13-1 6223,8 2-5748,5 0 731,-16-1 7264,17 1-9018,0 0 0,0 0 1,0 0-1,0-1 0,-1 1 0,1 0 0,0 0 0,0 0 0,0-1 1,0 1-1,0 0 0,0 0 0,0 0 0,0-1 0,-1 1 0,1 0 1,0 0-1,0 0 0,0 0 0,0-1 0,0 1 0,-1 0 0,1 0 1,0 0-1,0 0 0,0 0 0,-1 0 0,1 0 0,0 0 1,0 0-1,0 0 0,-1-1 0,1 1 0,3 1 287,-1-1 36,25 0-280,-27 0-56,1 0 0,-1-1 0,0 1 0,1 0 0,-1 0 0,1 0 0,-1 0 0,1 0 0,-1 0 0,1 0 0,-1 0 0,1 0 0,-1 0 0,0 0 0,1 0 0,-1 0 0,1 0 0,-1 0 0,1 0 0,-1 0 0,1 1 0,-1-1 0,0 0 0,1 0 0,-1 1 0,0-1 0,1 0 0,-1 0 0,1 1 0,-1-1 0,0 0 0,0 1 0,1-1 0,-1 1 0,0-1 0,0 0 0,1 1 0,-1-1 0,0 1 0,0-1 0,0 1 0,0-1 0,0 0 0,0 1 0,1-1 0,-1 1 0,0-1 0,0 1 0,-1 0 0,3 3 0,4-2 0,-5 2 0,-1 2 0,0-1 0,-1-1 0,-5-7-13,1-2-292</inkml:trace>
</inkml:ink>
</file>

<file path=ppt/ink/ink1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01.379"/>
    </inkml:context>
    <inkml:brush xml:id="br0">
      <inkml:brushProperty name="width" value="0.035" units="cm"/>
      <inkml:brushProperty name="height" value="0.035" units="cm"/>
      <inkml:brushProperty name="color" value="#FF0066"/>
    </inkml:brush>
  </inkml:definitions>
  <inkml:trace contextRef="#ctx0" brushRef="#br0">0 596 384,'4'-15'6610,"-3"15"-6427,-1-1 1,1 1-1,0-1 0,-1 1 1,1-1-1,0 1 1,0 0-1,-1 0 0,1-1 1,0 1-1,0 0 1,0 0-1,-1 0 0,1 0 1,0 0-1,0 0 1,1 0-1,-1 0-107,0 0 0,0 0-1,1 0 1,-1 0 0,0 0-1,0 0 1,0 0 0,0-1 0,0 1-1,0 0 1,0-1 0,0 1-1,0-1 1,0 1 0,0-1 0,0 1-1,0-1 1,0 0 0,0 1-1,1-2 1,10-3 1447,-11 5-1343,-1 0 0,1 0 0,-1 0 0,1 0 0,0 0 0,-1 0-1,1 0 1,-1-1 0,1 1 0,0 0 0,-1 0 0,1-1 0,-1 1 0,1 0 0,-1 0 0,1-1 0,-1 1 0,1-1-1,-1 1 1,1 0 0,-1-1 0,0 1 0,1-1 0,-1 1 0,0-1 0,1 1 0,-1-1 0,0 0 0,0 1-1,1-2 1199,-1 1-1129,0 1-1,-1-1 1,1 1 0,0-1-1,0 0 1,0 1 0,-1-1-1,1 1 1,0-1 0,-1 1-1,1 0 1,0-1 0,-1 1-1,1-1 1,0 1 0,-1 0-1,1-1 1,-1 1 0,1 0-1,-1-1 1,1 1 0,-1 0-1,1 0 1,-1-1 0,0 1-1,-3 0 677,4 0-792,0-1 1,-1 1-1,1 0 0,0 0 1,-1 0-1,1 0 0,0 0 1,-1 0-1,1 0 0,-1 0 1,1 0-1,0 0 1,-1 0-1,1 0 0,0 0 1,-1 0-1,1 0 0,-1 0 1,1 0-1,0 1 0,-1-1 1,1 0-1,0 0 0,-1 0 1,1 0-1,0 1 0,0-1 1,-1 0-1,1 0 0,0 1 1,0-1-1,-1 0 1,1 1-1,0-1 0,0 0 1,0 1-1,-1 0 0,-16 6-6,10-3-127,6 1 0,1-1 0,0 0 0,0-1 0,1 0 0,-1 1 0,1-1 0,0 1 0,0-1 0,0 0 0,1 1 0,-1-1 0,1 0 0,3 5 0,7 13 0,13 22 0,-15-24 0,-8-16 0,0-1 0,0 1 0,-1 0 0,0 0 0,1 0 0,-1 0 0,0 0 0,0 1 0,-1-1 0,1 0 0,0 4 0,-1-4 0,0 0 0,1 0 0,-1 0 0,1 0 0,0 0 0,0 0 0,3 5 0,-3-5 0,1-1 0,-1 1 0,0 0 0,0 0 0,0 0 0,-1 0 0,2 7 0,-2 22 0,0-32 0,0 0 0,0 1 0,1-1 0,-1 1 0,0-1 0,1 0 0,-1 1 0,1-1 0,-1 0 0,0 0 0,1 1 0,-1-1 0,1 0 0,-1 0 0,0 0 0,1 0 0,-1 1 0,1-1 0,-1 0 0,1 0 0,-1 0 0,1 0 0,-1 0 0,1 0 0,-1 0 0,1 0 0,-1 0 0,0 0 0,1 0 0,-1-1 0,1 1 0,-1 0 0,1 0 0,-1 0 0,0-1 0,1 1 0,-1 0 0,1 0 0,-1-1 0,0 1 0,1 0 0,-1-1 0,0 1 0,1 0 0,-1-1 0,4-3 0,-1 0 0,1 1 0,0 0 0,0 0 0,5-3 0,-4 3 0,0 0 0,-1-1 0,0 1 0,0-1 0,5-4 0,8-12 0,-12 16 0,-1-1 0,0 1 0,0-1 0,-1 0 0,1 0 0,-1 0 0,0 0 0,3-8 0,-4 8 0,1-1 0,-1 1 0,2 0 0,-1 0 0,6-6 0,10-19 0,13-20 0,-23 22 0,7-12 0,-14 17 0,-2 23 0,0 0 0,0-1 0,0 1 0,0 0 0,0-1 0,0 1 0,0 0 0,0-1 0,1 1 0,-1 0 0,0-1 0,0 1 0,0 0 0,1-1 0,-1 1 0,0 0 0,0 0 0,0-1 0,1 1 0,-1 0 0,0 0 0,1 0 0,-1-1 0,0 1 0,1 0 0,-1 0 0,0 0 0,1-1 0,3-1 0,3 2 0,2 0 0,-7-1 0,0 2 0,-1-1 0,1 0 0,0 0 0,0 0 0,0 1 0,0-1 0,0 1 0,0 0 0,0 0 0,0-1 0,-1 1 0,1 0 0,0 0 0,-1 1 0,1-1 0,-1 0 0,1 0 0,-1 1 0,1-1 0,1 4 0,-2-4 0,10 27 0,-8-22 0,0 0 0,-1 1 0,0-1 0,0 1 0,0-1 0,-1 1 0,0 9 0,0 52 0,-2-32 0,2-32 0,7-3 0,-7-1 0,0 0 0,0 0 0,0 0 0,1 0 0,-1 0 0,0 0 0,0 0 0,0-1 0,0 1 0,1-1 0,-1 1 0,0 0 0,0-1 0,0 0 0,0 1 0,0-1 0,0 0 0,0 1 0,0-1 0,0 0 0,-1 0 0,1 0 0,0 0 0,1-2 0,6-5 0,-1 2 0,0 0 0,0-1 0,-1 1 0,0-1 0,5-8 0,11-11 0,-13 15 0,-1 0 0,0 0 0,12-23 0,13-18 0,-21 32 0,-10 17 0,-1 1 0,0-1 0,1 1 0,-1-1 0,1 1 0,0 0 0,0 0 0,0-1 0,0 1 0,4-2 0,4-7 0,-2 0 0,-1 7 0,-6 4 0,-1-1 0,1 1 0,-1 0 0,1 0 0,-1 0 0,1-1 0,-1 1 0,1 0 0,-1 0 0,1 0 0,-1 0 0,1 0 0,0 0 0,-1 0 0,1 0 0,-1 0 0,1 0 0,-1 0 0,1 1 0,-1-1 0,1 0 0,-1 0 0,1 0 0,-1 1 0,1-1 0,-1 0 0,1 1 0,-1-1 0,0 0 0,1 1 0,0 0 0,-1-1 0,4 3 0,0-1 0,0 1 0,0 0 0,0 0 0,-1 0 0,0 1 0,1-1 0,-1 1 0,-1 0 0,1-1 0,0 1 0,-1 0 0,0 1 0,0-1 0,0 0 0,1 6 0,-3-7 0,1 0 0,0 0 0,0 0 0,0 1 0,0-1 0,0 0 0,4 5 0,2 9 0,10 49 0,-16-65 0,3 13 0,1 0 0,8 16 0,-11-26 0,6 7 0,-6-10 0,0 0 0,0-1 0,0 1 0,0 0 0,0-1 0,-1 1 0,1-1 0,0 0 0,0 0 0,0 0 0,3 0 0,0 0 0,0-1 0,1 1 0,-1-1 0,0-1 0,0 1 0,0-1 0,0 0 0,0 0 0,0 0 0,-1-1 0,1 1 0,-1-1 0,0 0 0,0 0 0,0-1 0,0 0 0,4-4 0,-2 2 0,-2 1 0,-1 0 0,0-1 0,0 0 0,-1 1 0,0-1 0,0 0 0,0 0 0,0 0 0,-1 0 0,1-11 0,-3 9 0,1 0 0,-2 0 0,1 1 0,-4-11 0,3 11 0,0-1 0,0 1 0,1-1 0,0-9 0,0 13 0,1 1 0,-1 0 0,0-1 0,0 1 0,0 0 0,-1-1 0,1 1 0,-1 0 0,-2-3 0,3 3 0,-1 0 0,1 0 0,-1 0 0,1 0 0,0 0 0,0 0 0,0 0 0,0 0 0,0-4 0,1 6 0,0 1 0,0-1 0,-1 0 0,1 0 0,0 0 0,0 1 0,-1-1 0,1 0 0,-1 1 0,1-1 0,-1 0 0,1 1 0,-1-1 0,1 0 0,-2 0 0,-1-3 0,-4 0 0,-2 3 0,2 2 0,7-1 0,0 1 0,-1-1 0,1 0 0,0 1 0,-1-1 0,1 1 0,0-1 0,0 1 0,0-1 0,-1 1 0,1-1 0,0 1 0,0-1 0,0 1 0,0-1 0,0 1 0,0-1 0,0 1 0,0-1 0,0 1 0,0-1 0,-3 8 0,0-1 0,1 1 0,0-1 0,0 1 0,0 0 0,1 0 0,0 0 0,1 0 0,0 0 0,1 8 0,-1-14 0,-1 35 0,-1-25 0,2 0 0,0 1 0,0-1 0,1 0 0,1 1 0,0-1 0,4 15 0,3-2 0,6 14 0,3-4 0,-15-27 0,1 0 0,0 0 0,10 13 0,-9-14 0,0 0 0,-1 1 0,0 0 0,5 13 0,-6-15 0,-1 0 0,1 0 0,0 0 0,0 0 0,1 0 0,-1-1 0,1 0 0,6 6 0,-8-8 0,0 0 0,1 1 0,-1-1 0,0 0 0,-1 1 0,1 0 0,1 3 0,-5-2 0,2-5 0,0 0 0,0 0 0,0 0 0,-1 0 0,1 0 0,0 1 0,0-1 0,0 0 0,-1 0 0,1 0 0,0 0 0,0 0 0,0 0 0,-1 0 0,1 0 0,0 0 0,0 0 0,-1 0 0,1 0 0,0 0 0,0 0 0,0 0 0,-1 0 0,1-1 0,0 1 0,0 0 0,0 0 0,-1 0 0,1 0 0,0 0 0,0 0 0,0-1 0,-1 1 0,1 0 0,0 0 0,0 0 0,-1-4 0,-16-11 0,-16-18 0,-26-53 0,55 79 0,1 0 0,0 1 0,0-1 0,0 0 0,1 0 0,-1-1 0,2 1 0,-1-1 0,0-8 0,0-13 0,3-31 0,-1 26 0,1 21 0,1-1 0,0 0 0,0 1 0,9-25 0,-2 7 0,-6 25 0,0 0 0,0 0 0,0 0 0,0 1 0,8-10 0,6-10 0,-15 22 0,1 0 0,-1 0 0,1 0 0,0 0 0,0 0 0,0 0 0,0 1 0,0 0 0,0-1 0,1 1 0,-1 0 0,1 1 0,0-1 0,-1 1 0,1-1 0,7 0 0,1-1 0,1 1 0,0 0 0,22 0 0,-31 2 0,0 0 0,0 0 0,0 0 0,0 1 0,0-1 0,0 1 0,-1 0 0,1 0 0,0 0 0,-1 1 0,1-1 0,0 1 0,-1 0 0,0 0 0,1 0 0,-1 0 0,0 1 0,0-1 0,0 1 0,-1 0 0,1 0 0,-1 0 0,1 0 0,-1 0 0,3 5 0,1 2 0,-5-9 0,0 1 0,0 0 0,0-1 0,0 1 0,0 0 0,-1 0 0,1 0 0,0-1 0,-1 1 0,1 0 0,-1 0 0,0 3 0,5 16 0,-4-20 0,0 1 0,-1-1 0,1 1 0,-1-1 0,1 1 0,-1 0 0,0-1 0,0 1 0,1-1 0,-1 1 0,0 0 0,-1-1 0,1 1 0,0 0 0,0-1 0,-1 3 0,-7 23 0,6-20 0,0 1 0,0-1 0,-1 1 0,0-1 0,0 0 0,-1 0 0,1-1 0,-9 11 0,7-12 0,0 0 0,0 0 0,0 0 0,-1-1 0,0 1 0,0-2 0,0 1 0,0 0 0,-1-1 0,-13 4 0,8-2 0,-1 1 0,-13 8 0,8-10 0,17-4 0,1 1 0,-1-1 0,1 0 0,-1 0 0,0 0 0,1 0 0,-1 0 0,1 0 0,-1 0 0,1 0 0,-1 0 0,1 0 0,-1 0 0,1-1 0,-1 1 0,1 0 0,-1 0 0,1 0 0,-1-1 0,1 1 0,0 0 0,-1-1 0,1 1 0,-1 0 0,1-1 0,0 1 0,-1 0 0,1-1 0,0 1 0,-1-1 0,1 1 0,0 0 0,0-1 0,-1 1 0,1-1 0,0 1 0,0-1 0,0 1 0,0-2 0,0-1-226,0 0 0,1 1 0,-1-1 0,1 0-1,0 0 1,0 0 0,0 0 0,1 1 0,-1-1 0,1 1 0,-1-1 0,1 1 0,0-1-1,0 1 1,0 0 0,0 0 0,0 0 0,1 0 0,2-2 0,8-5-2344,1 0-1,22-10 1,-2 1 59,28-17-2343,-41 25 4208,0-2 1,-1 0-1,36-30 0,-31 23 1119,-22 17-65,1 0 1,-1-1-1,0 1 1,1-1-1,-1 0 1,-1 0-1,1 0 1,0 0 0,-1 0-1,4-6 1,-2-1 1492,-4 8-1467,0 1 0,1-1-1,-1 1 1,1-1 0,-1 1-1,1 0 1,0-1 0,-1 1 0,1 0-1,0 0 1,0-1 0,0 1-1,0 0 1,0 0 0,0 0 0,0 0-1,0 0 1,1 0 0,-1 0-1,0 1 1,0-1 0,1 0 0,1 0-1,1-1 258,15-5 3319,-19 7-4006,0 0 0,1 0-1,-1 0 1,0-1-1,0 1 1,0 0 0,0 0-1,1 0 1,-1 0-1,0 0 1,0-1 0,1 1-1,-1 0 1,0 0 0,0 0-1,1 0 1,-1 0-1,0 0 1,0 0 0,0 0-1,1 0 1,-1 0 0,0 0-1,0 0 1,1 0-1,-1 0 1,0 0 0,0 0-1,1 1 1,-1-1-1,0 0 1,0 0 0,0 0-1,1 0 1,-1 0 0,0 0-1,0 1 1,0-1-1,1 0 1,-1 0 0,0 0-1,0 0 1,0 1 0,0-1-1,0 0 1,1 0-1,-1 1 1,0-1 0,0 0-1,0 0 1,0 0-1,0 1 1,0-1 0,0 0-1,0 1 1,5 2-4,-4-3 0,0 1 0,0-1 0,0 1 0,0 0 0,0-1 0,-1 1 0,1 0 0,0-1 0,-1 1 0,1 0 0,0 0 0,-1 0 0,1-1 0,-1 1 0,1 2 0,14 12 0,-14-14 0,1 0 0,-1-1 0,0 1 0,0 0 0,0 0 0,0 0 0,0 0 0,0 0 0,0 1 0,0-1 0,0 0 0,0 0 0,-1 1 0,1-1 0,0 0 0,-1 1 0,1-1 0,-1 0 0,0 1 0,1-1 0,-1 1 0,0 1 0,9 55 0,-9-47 0,-1-1 0,0 1 0,0-1 0,-4 13 0,-3 20 0,-1-1 0,9-39 0,-1-1 0,0 0 0,1 1 0,0-1 0,0 1 0,0-1 0,0 1 0,0 3 0,1 11 0,0-13 0,6-4 0,-2-2 0,0-2 0,0 1 0,0 0 0,-1-1 0,6-5 0,-9 8 0,8-8 0,1 0 0,-2-1 0,16-21 0,19-26 0,-9-13 0,-34 70 0,3-3 0,-1 0 0,0-1 0,-1 1 0,1 0 0,-1-1 0,1 1 0,-1-1 0,0 1 0,0-1 0,0-5 0,-1 5 0,0 8 0,1 0 0,0 0 0,0 0 0,1 0 0,-1 0 0,1 0 0,0 0 0,0-1 0,0 1 0,1 0 0,5 5 0,11 23 0,-13-23 0,-1 1 0,1-1 0,13 14 0,-13-15 0,2 0 0,0 0 0,1 0 0,0-1 0,17 10 0,-21-14 0,0-1 0,1 1 0,0-1 0,-1 0 0,1 0 0,0-1 0,0 0 0,0 0 0,0 0 0,0-1 0,0 0 0,0 0 0,0 0 0,0-1 0,0 0 0,0 0 0,0 0 0,-1-1 0,1 0 0,0 0 0,-1-1 0,1 1 0,-1-1 0,0 0 0,0-1 0,0 1 0,0-1 0,-1 0 0,5-5 0,-6 5 0,-1 0 0,0 0 0,0 0 0,0-1 0,0 1 0,-1-1 0,0 1 0,1-1 0,-1-6 0,5-15 0,-5 21 0,-1-1 0,1 1 0,-1-1 0,-1 1 0,1-1 0,-1 1 0,0-1 0,0 1 0,-1-1 0,-2-6 0,-2-11 0,-38-159 0,37 155 0,5 20 0,0 1 0,0-1 0,0 0 0,0 1 0,-6-9 0,-8-17 0,13 25 0,0-1 0,-1 2 0,0-1 0,0 0 0,0 1 0,-10-11 0,4 1 0,3 10 0,-2 2 0,8 3 0,1 1 0,-1 0 0,0-1 0,1 1 0,-1 0 0,0 0 0,1 0 0,-1 0 0,0 0 0,1 0 0,-1 0 0,0 0 0,0 0 0,1 0 0,-1 0 0,0 0 0,1 0 0,-1 1 0,0-1 0,1 0 0,-1 0 0,0 1 0,1-1 0,-1 1 0,1-1 0,-1 0 0,1 1 0,-1-1 0,1 1 0,-1-1 0,1 1 0,-1-1 0,1 1 0,0 0 0,-1-1 0,0 2 0,-2 20 0,3-20 0,1 9 0,1 1 0,0-1 0,1 1 0,0-1 0,0 0 0,7 13 0,-4-9 0,-1 1 0,5 19 0,-8-26 0,0 0 0,1 0 0,5 10 0,-4-11 0,-1 0 0,0 1 0,3 12 0,6 34 0,-8-38 0,0 1 0,-1-1 0,1 25 0,-3-23 0,1-1 0,4 20 0,-3-20 0,-1 1 0,1 20 0,-3-12 0,0-27 1,0 0 0,0 0 0,0 0 0,0 0-1,0 1 1,0-1 0,0 0 0,0 0 0,0 0 0,0 1 0,0-1 0,0 0 0,0 0-1,0 0 1,0 0 0,0 0 0,0 1 0,1-1 0,-1 0 0,0 0 0,0 0 0,0 0-1,0 0 1,0 1 0,0-1 0,0 0 0,1 0 0,-1 0 0,0 0 0,0 0-1,0 0 1,0 0 0,0 0 0,1 1 0,-1-1 0,0 0 0,0 0 0,0 0 0,0 0-1,1 0 1,-1 0 0,0 0 0,0 0 0,0 0 0,0 0 0,1 0 0,-1 0 0,0 0-1,0 0 1,0 0 0,0-1 0,1 1 0,-1 0 0,0 0 0,0 0 0,0 0 0,0 0-1,0 0 1,1 0 0,-1 0 0,0 0 0,0-1 0,0 1 0,0 0 0,0 0 0,0 0-1,1-1 1,7-7-234,-7 6-701,-1-1 70,1 0 0,0 0-1,-1 1 1,0-1 0,0 0 0,0 0-1,0 0 1,0 1 0,-1-4 0,0-4-1975,1-42-4635,0-24 5131,0 74 2385,0 0 0,-1 0 0,1-1 0,-1 1-1,1 0 1,-1 0 0,0 0 0,0 0 0,0 0 0,-2-3-1,2 4 206,0-1-1,0 0 0,0 1 0,1-1 0,-1 0 1,0 0-1,1 1 0,-1-1 0,1 0 1,-1-2-1,1 3-86,0 1 1,0 0-1,0-1 1,-1 1-1,1-1 0,0 1 1,0 0-1,-1-1 1,1 1-1,0 0 0,0-1 1,-1 1-1,1 0 1,0-1-1,-1 1 1,1 0-1,-1 0 0,1 0 1,0-1-1,-1 1 1,1 0-1,-1 0 1,0 0-1,1-1 60,-1 1 0,1 0 0,-1 0 0,1 0 0,-1 0 1,1-1-1,-1 1 0,1 0 0,0 0 0,-1-1 0,1 1 0,-1 0 0,1-1 0,0 1 1,-1 0-1,1-1 0,0 1 0,0-1 0,-1 1 0,1 0 0,0-1 0,0 1 0,-1-1 0,1-1 1760,-5-3 2743,4 3-3631,6 4-145,-1 0-855,0 0 0,0-1 0,0 0-1,1 0 1,-1 0 0,0-1-1,1 1 1,-1-1 0,1 0 0,-1-1-1,0 1 1,6-2 0,16 1 77,-5-1-169,1 0 0,0-2 0,-1 0 0,0-1 0,0-1 0,0-2 0,-1 0 0,0-1 0,0 0 0,28-20 0,-44 26 0,1-1 0,-1 0 0,1 0 0,-1 0 0,0-1 0,-1 0 0,5-6 0,6-8 0,-11 14 0,-1-1 0,1 1 0,-1-1 0,0 0 0,0 0 0,-1 0 0,0 0 0,0 0 0,0 0 0,-1 0 0,0 0 0,-1-12 0,1 5 0,-1 8 0,0 5 0,1 0 0,-1-1 0,1 1 0,-1 0 0,1-1 0,-1 1 0,1 0 0,-1 0 0,1 0 0,-1-1 0,1 1 0,-1 0 0,0 0 0,1 0 0,-1 0 0,1 0 0,-1 0 0,1 0 0,-1 0 0,0 0 0,1 1 0,-1-1 0,1 0 0,-1 0 0,1 0 0,-2 1 0,2-1 0,-6 1 0,1 1 0,0-1 0,-1 1 0,1 0 0,0 0 0,0 1 0,0-1 0,0 1 0,0 0 0,-5 5 0,-4 2 0,6-4 0,-1 1 0,1 0 0,1 1 0,-14 16 0,20-20 0,-1-1 0,1 0 0,-1 1 0,1-1 0,0 1 0,0-1 0,1 1 0,-1 0 0,1-1 0,0 1 0,0 0 0,0-1 0,0 1 0,0 0 0,1-1 0,0 1 0,0 0 0,0-1 0,0 1 0,0-1 0,1 0 0,0 1 0,-1-1 0,1 0 0,4 5 0,9 4 0,1 0 0,1-2 0,-1 1 0,2-2 0,-1 0 0,22 6 0,-13-4 0,40 23 0,-60-30 0,0 1 0,0 0 0,0 0 0,0 0 0,5 7 0,-9-9 0,0-1 0,0 1 0,0-1 0,0 1 0,-1 0 0,1 0 0,-1 0 0,1 0 0,-1 0 0,0 0 0,-1 1 0,2 5 0,-3-6 0,0-1 0,1 0 0,-2 1 0,1-1 0,0 0 0,0 0 0,-1 1 0,1-1 0,-1 0 0,-3 3 0,-20 20 0,24-24 0,-5 4 0,0-1 0,-1 1 0,1-1 0,-1 0 0,0-1 0,-13 5 0,-23 13 0,41-19 0,-1 0 0,-17-1 0,19-1 0,-1 1 0,1-1 0,-1-1 0,1 1 0,-1 0 0,1 0 0,-1 0 0,1-1 0,-1 1 0,1-1 0,0 1 0,-1-1 0,1 0 0,0 1 0,-1-1 0,1 0 0,-2-1 0,3 1 0,0 0 0,-1 0 0,1 1 0,0-1 0,0 0 0,0 0 0,0 0 0,0 1 0,0-1 0,0 0 0,0 0 0,0 0 0,0 1 0,0-1 0,0 0 0,0 0 0,1 0 0,-1 1 0,0-1 0,1 0 0,-1 1 0,1-1 0,-1 0 0,0 0 0,1 1 0,0-1 0,-1 1 0,1-1 0,-1 1 0,1-1 0,0 1 0,-1-1 0,2 0 0,4-5 0,-1-1 0,0 1 0,7-12 0,11-14 0,10-5 0,53-53 0,-45 47 0,-34 33 0,1 1 0,1 1 0,-1-1 0,1 2 0,13-9 0,-12 5 0,-3 6 0,0 5 0,-7 0 0,0 1 0,0-1 0,1 0 0,-1 0 0,0 0 0,0 0 0,0 0 0,0 0 0,0 0 0,1 0 0,-1 1 0,0-1 0,0 0 0,0 0 0,0 0 0,0 0 0,0 0 0,0 1 0,0-1 0,0 0 0,1 0 0,-1 0 0,0 0 0,0 1 0,0-1 0,0 0 0,0 0 0,0 0 0,0 0 0,0 1 0,0-1 0,0 0 0,0 0 0,0 0 0,0 0 0,-1 1 0,1-1 0,0 0 0,0 0 0,0 0 0,0 0 0,0 0 0,0 1 0,-1 1 0,10-1 0,34-6-2018,-39 5 1467,-3 0 314,0 1-1,0-1 1,0 0-1,-1 0 1,1 0-1,0 0 1,0 0-1,0 0 1,0 0-1,0 0 1,0 0-1,-1 0 1,1 0 0,0-1-1,0 1 1,0 0-1,-1 0 1,1-1-1,0 1 1,0-1-1,0 1 1,-1-1-1,1 1 1,0-2-1,-1 2-361,-1-16 2148,-17 11 2477,13 5-1584,11 5-1354,2 16-1088,-6-19 0,-1 0 0,0 0 0,0 1 0,0-1 0,0 0 0,0 1 0,-1-1 0,1 1 0,-1-1 0,1 1 0,-1 2 0,0-3 0,0 1 0,0-1 0,1 0 0,-1 0 0,0 0 0,1 1 0,0-1 0,-1 0 0,1 0 0,0 0 0,0 0 0,0 0 0,2 2 0,35 31 0,-31-30 0,0 1 0,0 1 0,0-1 0,0 1 0,-1 0 0,0 1 0,-1 0 0,0 0 0,0 0 0,7 16 0,-10-17 0,0 0 0,-1 0 0,0 0 0,0 1 0,-1-1 0,0 14 0,0-20 0,1 3 0,5-4 0,-6 0 0,1-1 0,-1 1 0,0 0 0,1-1 0,-1 1 0,0-1 0,0 1 0,0-1 0,1 1 0,-1-1 0,0 1 0,0-1 0,0 1 0,0-1 0,0 1 0,0-1 0,0 1 0,0-1 0,0 1 0,0-1 0,0 0 0,11-21 0,-4 8 0,0 1 0,0 0 0,12-15 0,-4 9 0,-2 0 0,0-1 0,13-30 0,-20 39 0,1-6 0,2 0 0,11-18 0,-19 32 0,1 0 0,-1 0 0,1 0 0,-1 0 0,0 0 0,1-6 0,6-16 0,16-18 0,-24 38 0,-7 5 0,7 0-37,-1 1-1,1-1 1,-1 0-1,1 0 1,-1 0-1,1 1 1,-1-1-1,1 0 1,0 0 0,-1 1-1,1-1 1,-1 0-1,1 1 1,0-1-1,-1 0 1,1 1 0,0-1-1,-1 1 1,1-1-1,0 1 1,0-1-1,-1 1 1,1-1-1,0 1 1,0-1 0,0 1-1,0-1 1,0 1-1,-1-1 1,1 1-1,0-1 1,0 1-1,0-1 1,1 1 0,-1-1-1,0 1 1,0-1-1,0 1 1,0-1-1,0 1 1,1 0-1,11 19-3104,-9-15 1946,-1-3 412,-1 0 0,0 0 0,1 0 0,-1 0 0,1-1 0,-1 1 0,1-1 0,0 1 0,0-1 0,4 3 0,25 8-4189,-14-9 2173,35 2-1,-44-5 1818,35 1-2683</inkml:trace>
</inkml:ink>
</file>

<file path=ppt/ink/ink1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01.680"/>
    </inkml:context>
    <inkml:brush xml:id="br0">
      <inkml:brushProperty name="width" value="0.035" units="cm"/>
      <inkml:brushProperty name="height" value="0.035" units="cm"/>
      <inkml:brushProperty name="color" value="#FF0066"/>
    </inkml:brush>
  </inkml:definitions>
  <inkml:trace contextRef="#ctx0" brushRef="#br0">188 38 2312,'-12'-5'3292,"1"0"-1,-1 0 0,0 1 0,0 1 0,-1 0 0,1 0 0,-1 1 0,-17 0 0,27 1-2549,-4-2-649,7 3-93,-1-1 0,1 1 0,0 0 0,0 0 0,-1 0 0,1 0 0,0 0 0,-1 0 0,1 0 0,0 0 0,0 0 0,-1 0 0,1 0 0,0 0 0,0 0 0,-1 0 0,1 0 0,0 0 0,-1 0 0,1 1 0,0-1 0,0 0 0,-1 0 0,1 0 0,0 0 0,0 0 0,0 1 0,-1-1 0,1 0 0,0 0 0,0 1 0,0-1 0,0 0 0,-1 0 0,1 0 0,0 1 0,0-1 0,0 0 0,0 0 0,0 1 0,0-1 0,0 0 0,0 1 0,0-1 0,0 0 0,0 0 0,0 1 0,0 8 0,-8 24 0,-1 47 0,1 4 0,8-81 0,0-1 0,-1 1 0,1-1 0,0 1 0,-1 0 0,1-1 0,-1 1 0,0-1 0,0 1 0,0-1 0,0 1 0,0-1 0,-1 0 0,1 0 0,-4 5 0,5-8-1,1 1-1,-1 0 1,0 0-1,0 0 1,1 0 0,-1 0-1,0 0 1,1 0-1,-1 0 1,0 0 0,1 0-1,-1 0 1,0 0-1,1 0 1,-1 0 0,0 0-1,1 0 1,-1 0-1,0 0 1,0 1 0,1-1-1,-1 0 1,0 0-1,0 0 1,1 0 0,-1 1-1,0-1 1,0 0-1,1 0 1,-1 1 0,0-1-1,0 0 1,0 0-1,1 1 1,-1-1 0,0 0-1,0 1 1,0-1-1,0 0 1,0 0 0,0 1-1,0-1 1,0 0-1,0 1 1,0-1 0,0 0-1,0 1 1,0-1-1,0 0 1,0 1 0,0-1-1,0 0 1,0 1-1,0-1 1,0 0 0,0 0-1,0 1 1,-1-1-1,1 0 1,0 1 0,-1-1-1,9-3-1071,-7 3 712,0 0 0,0 0 0,0-1 0,0 1 0,0-1-1,0 1 1,0-1 0,0 1 0,0-1 0,-1 1 0,1-1 0,0 0 0,0 1 0,-1-1 0,2-1 0,1-2-1303,0 0 0,1 0 1,-1 0-1,1 1 1,0 0-1,5-5 1,23-20-6429,-24 17 5064</inkml:trace>
</inkml:ink>
</file>

<file path=ppt/ink/ink1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01.810"/>
    </inkml:context>
    <inkml:brush xml:id="br0">
      <inkml:brushProperty name="width" value="0.035" units="cm"/>
      <inkml:brushProperty name="height" value="0.035" units="cm"/>
      <inkml:brushProperty name="color" value="#FF0066"/>
    </inkml:brush>
  </inkml:definitions>
  <inkml:trace contextRef="#ctx0" brushRef="#br0">129 87 1080,'-8'-17'2097,"-9"1"-345,8 6-224,0-1-207,1 0-201,-1 6-224,1 0-192,-1-1-168,-8 1-152,8 5-144,1 0-159,-1 0-234,1 0-263,8 5-280,0 1-296,8-6-536,9 5-889,-8 0-727</inkml:trace>
</inkml:ink>
</file>

<file path=ppt/ink/ink1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02.491"/>
    </inkml:context>
    <inkml:brush xml:id="br0">
      <inkml:brushProperty name="width" value="0.035" units="cm"/>
      <inkml:brushProperty name="height" value="0.035" units="cm"/>
      <inkml:brushProperty name="color" value="#FF0066"/>
    </inkml:brush>
  </inkml:definitions>
  <inkml:trace contextRef="#ctx0" brushRef="#br0">487 172 3937,'-147'8'18487,"112"-4"-15266,2 2 1,-44 13-1,39-7-2897,13-6-169,-31 14 0,49-17-151,1 0 1,-1 1-1,1-1 1,-1 1-1,1 1 1,1-1-1,-1 1 1,1 0-1,-6 7 1,10-11-5,0 0 0,0 1 0,0-1 0,0 0 0,1 0 0,-1 1 0,0-1 0,1 1 0,-1-1 0,1 0 0,0 1 0,-1-1 0,1 1 0,0-1 0,0 1 0,0-1 0,0 1 0,0-1 0,0 1 0,0-1 0,1 3 0,0-1 0,1 0 0,-1-1 0,0 1 0,1-1 0,0 1 0,-1-1 0,1 0 0,0 1 0,0-1 0,4 3 0,4 2 0,0 0 0,0-1 0,1 0 0,17 7 0,152 46 0,-2-1 0,-177-57 0,0-1 0,0 0 0,0 1 0,0-1 0,0 1 0,0-1 0,0 1 0,0 0 0,0-1 0,0 1 0,0 0 0,0 0 0,0-1 0,-1 1 0,1 0 0,0 0 0,0 2 0,-1-3 0,0 1 0,0-1 0,0 1 0,0-1 0,0 1 0,0-1 0,0 1 0,0-1 0,-1 1 0,1-1 0,0 1 0,0-1 0,-1 1 0,1-1 0,0 1 0,-1-1 0,1 0 0,0 1 0,-1-1 0,1 0 0,-1 1 0,1-1 0,0 0 0,-1 1 0,1-1 0,-1 0 0,-7 4 0,1-1 0,0 0 0,-14 3 0,12-4 0,-21 5 0,0-1 0,0-2 0,-1-1 0,-53-1 0,82-2 0,-1 0 0,1-1 0,-1 1 0,1 0 0,-1-1 0,1 1 0,0-1 0,-1 0 0,1 0 0,0 0 0,0 0 0,0 0 0,-1 0 0,1-1 0,0 1 0,-2-3 0,4 3 0,0 0 0,0 1 0,0-1 0,0 0 0,0 0 0,0 1 0,1-1 0,-1 0 0,0 1 0,0-1 0,1 1 0,-1-1 0,0 0 0,1 1 0,-1-1 0,1 1 0,-1-1 0,1 1 0,-1-1 0,1 1 0,-1 0 0,1-1 0,1 0 0,18-15 0,-17 14 0,34-23 0,0 2 0,1 2 0,67-26 0,-30 14 0,62-31 0,-109 50 0,46-26 0,-73 40 0,-1 0 0,0 0 0,1 0 0,-1-1 0,1 1 0,-1 0 0,0 0 0,1 0 0,-1 0 0,0-1 0,1 1 0,-1 0 0,0 0 0,1-1 0,-1 1 0,0 0 0,0-1 0,1 1 0,-1 0 0,0-1 0,0 1 0,1 0 0,-1-1 0,0 1 0,0 0 0,0-1 0,0 1 0,0-1 0,0 1 0,0 0 0,0-1 0,0 1 0,0-1 0,0 1 0,0 0 0,-1 0 0,1 0 0,-1 0 0,1 0 0,0 0 0,-1 0 0,1 0 0,-1 0 0,1 0 0,0 0 0,-1 1 0,1-1 0,0 0 0,-1 0 0,1 0 0,0 1 0,-1-1 0,1 0 0,0 0 0,-1 1 0,1-1 0,0 0 0,0 0 0,-1 1 0,1 0 0,-2 2 0,1 0 0,0 0 0,0 0 0,0 1 0,0-1 0,0 0 0,1 1 0,-1-1 0,1 1 0,0-1 0,0 1 0,0-1 0,1 1 0,-1-1 0,1 0 0,0 1 0,2 4 0,1 22 0,5 24 0,-9-47 0,0 0 0,0-1 0,1 1 0,0-1 0,0 1 0,1-1 0,0 1 0,0-1 0,5 9 0,-7 2 0,0-16 0,0-1 0,0 1 0,0 0 0,0 0 0,-1 0 0,1-1 0,0 1 0,1 0 0,-1 0 0,0 0 0,0 0 0,0-1 0,0 1 0,1 0 0,-1 0 0,0-1 0,1 3 0,-1-3-2,1 0 0,-1 0 0,0 0 0,0 0 0,0 0 0,0 0 0,1 0 0,-1 0 0,0 1 0,0-1 0,0 0 0,0 0 0,1 0 0,-1 0 0,0 0 0,0 0 0,0 0-1,0 0 1,1 0 0,-1 0 0,0 0 0,0 0 0,0 0 0,1 0 0,-1 0 0,0-1 0,0 1 0,0 0 0,0 0 0,1 0 0,-1 0 0,0 0 0,0 0 0,0 0 0,0 0 0,0-1 0,1 1 0,-1 0 0,0 0 0,0 0 0,0 0 0,0 0 0,0-1 0,0 1 0,0 0 0,0 0 0,0 0 0,0 0 0,0-1 0,0 1 0,1 0-1,-1 0 1,0 0 0,0-1 0,-1 1 0,1-7-886,1 4-62,-1 0-1,0 1 1,1-1-1,-1 0 0,1 0 1,0 1-1,0-1 0,0 1 1,0-1-1,1 1 1,1-4-1,22-24-6760,-2 0 3266,-16 20 3463,-2 2 697,0 1 0,0-1-1,-1 0 1,0-1 0,0 1 0,-1-1-1,0 1 1,2-10 0,20-77 1832,-23 84-1033,0 0 0,-1 1-1,-1-1 1,0 0 0,-1 0 0,-3-20 0,2-4 1196,2 30-1356,0-1-1,0 1 1,-1-1-1,0 1 1,0 0-1,-2-8 1,2 11-311,0 0 0,1 1 0,-1-1 0,1 1 0,0-1 0,-1 0 0,1 0 0,0 1 0,0-1 0,0 0 0,0 1 0,0-1 0,0 0 0,1 1 0,-1-1 0,0 0 0,2-2 0,-2 3-128,1 1-1,-1-1 1,1 0-1,-1 0 0,1 1 1,0-1-1,-1 1 0,1-1 1,0 1-1,-1-1 1,1 1-1,0-1 0,0 1 1,0-1-1,-1 1 1,1 0-1,0-1 0,0 1 1,0 0-1,0 0 0,0 0 1,-1 0-1,1 0 1,0 0-1,0 0 0,0 0 1,0 0-1,0 0 1,1 1-1,35 8-6338,-22-3 3045</inkml:trace>
</inkml:ink>
</file>

<file path=ppt/ink/ink1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03.107"/>
    </inkml:context>
    <inkml:brush xml:id="br0">
      <inkml:brushProperty name="width" value="0.035" units="cm"/>
      <inkml:brushProperty name="height" value="0.035" units="cm"/>
      <inkml:brushProperty name="color" value="#FF0066"/>
    </inkml:brush>
  </inkml:definitions>
  <inkml:trace contextRef="#ctx0" brushRef="#br0">480 4 3913,'-3'-1'4590,"-1"0"-3857,1 1 0,-1-1 0,1 1 1,-1 0-1,1 0 0,-1 0 0,0 0 0,1 1 0,-1-1 0,1 1 0,-5 2 0,-45 18 11084,17-6-8167,-16 7-3650,0 3 0,-65 40 0,50-18 0,63-44 0,0 1 0,0-1 0,0 1 0,0-1 0,0 1 0,1 0 0,0 1 0,0-1 0,0 1 0,0-1 0,1 1 0,0 0 0,0 0 0,0 0 0,0 0 0,1 0 0,0 0 0,-1 8 0,3-11 0,-1-1 0,1 0 0,0 0 0,-1 1 0,1-1 0,0 0 0,0 0 0,0 0 0,0 0 0,0 0 0,0 0 0,0 0 0,0 0 0,0 0 0,0 0 0,1 0 0,-1-1 0,0 1 0,3 0 0,27 11 0,-21-10 0,1 0 0,-1-1 0,1 0 0,-1-1 0,1-1 0,-1 1 0,19-5 0,73-22 0,-85 21 0,-6 3 0,-1-1 0,0 0 0,0-1 0,0 0 0,-1-1 0,0 0 0,0-1 0,0 1 0,8-10 0,8-9 0,-15 16 0,0 0 0,-1-1 0,13-18 0,12-14 0,-31 38 0,0 0 0,0 1 0,1-1 0,-1 1 0,1 0 0,0 0 0,8-5 0,12-10 0,-20 15 0,0 0 0,1 1 0,-1-1 0,1 1 0,-1 0 0,1 1 0,0-1 0,-1 1 0,1 0 0,0 0 0,0 0 0,0 0 0,0 1 0,0 0 0,0 0 0,0 1 0,0-1 0,8 3 0,-1-1 0,0 1 0,0 1 0,0 0 0,0 0 0,-1 1 0,16 10 0,-25-13 0,0 0 0,0 0 0,0 1 0,-1-1 0,1 1 0,0-1 0,-1 1 0,0 0 0,0-1 0,0 1 0,0 0 0,0 0 0,0 0 0,-1 0 0,1 0 0,-1 0 0,0 0 0,0 0 0,0 0 0,0 0 0,-1 0 0,1 0 0,-1 0 0,0 0 0,0 0 0,0 0 0,0-1 0,0 1 0,0 0 0,-1-1 0,0 1 0,1-1 0,-1 1 0,-4 3 0,-12 6 0,12-7 0,1-1 0,-1 0 0,0 0 0,0-1 0,0 0 0,-1 0 0,1 0 0,-1-1 0,0 0 0,0 0 0,-9 1 0,-8-4 0,23 1 0,1-1 0,-1 1 0,1 0 0,-1 0 0,1 0 0,-1 0 0,1 0 0,-1-1 0,1 1 0,0 0 0,-1 0 0,1-1 0,-1 1 0,1 0 0,0-1 0,-1 1 0,1-1 0,0 1 0,-1 0 0,1-1 0,0 1 0,-1-1 0,2-3 0,0 0 0,-1-1 0,1 1 0,0 0 0,1 0 0,-1 0 0,1 0 0,0 0 0,0 0 0,0 1 0,0-1 0,1 1 0,-1-1 0,1 1 0,5-5 0,7-7 0,27-19 0,-37 29 0,5-1 0,-1-1 0,18-7 0,3-2 0,-24 13 0,-1 0 0,1 0 0,0 0 0,0 1 0,1-1 0,-1 2 0,0-1 0,1 1 0,11-1 0,-15 1 0,0 1 0,1 1 0,-1-1 0,1 0 0,-1 1 0,0-1 0,0 1 0,1 0 0,-1 0 0,0 1 0,0-1 0,0 1 0,0-1 0,0 1 0,0 0 0,-1 0 0,1 0 0,0 0 0,3 6 0,-3-6-99,-1 1-1,1 0 1,-1 0 0,0 0 0,0 0-1,0 0 1,0 1 0,-1-1 0,1 0-1,-1 1 1,0-1 0,0 1 0,0 0-1,-1-1 1,1 1 0,-1 0 0,0-1-1,0 1 1,0 0 0,0 0 0,-1-1-1,0 1 1,1 0 0,-1-1 0,-3 7-1,3-9-202,1 0-1,0 0 0,-1-1 0,1 1 1,0 0-1,-1 0 0,1 0 0,0 0 1,0 0-1,0 0 0,0 0 0,0-1 0,0 1 1,0 0-1,0 0 0,0 0 0,0 0 1,0 0-1,1 0 0,-1 0 0,0 0 1,1-1-1,-1 1 0,1 0 0,-1 0 0,1 0 1,-1-1-1,1 1 0,-1 0 0,1-1 1,1 2-1,-1-1-587,1 1 1,0-1-1,-1 0 1,1 0-1,0-1 1,0 1-1,0 0 1,-1-1-1,1 1 1,0-1-1,0 1 0,0-1 1,3 0-1,3 0-3497</inkml:trace>
</inkml:ink>
</file>

<file path=ppt/ink/ink1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04.427"/>
    </inkml:context>
    <inkml:brush xml:id="br0">
      <inkml:brushProperty name="width" value="0.035" units="cm"/>
      <inkml:brushProperty name="height" value="0.035" units="cm"/>
      <inkml:brushProperty name="color" value="#FF0066"/>
    </inkml:brush>
  </inkml:definitions>
  <inkml:trace contextRef="#ctx0" brushRef="#br0">121 589 1248,'-67'-32'17144,"50"21"-11319,-2 0 183,17 9-5199,-13-5 871,15 7-1679,0 0-1,0 0 1,0 0 0,1 0 0,-1 0 0,0 0 0,0 0-1,0 1 1,0-1 0,0 0 0,0 0 0,0 0 0,0 0 0,0 0-1,0 0 1,0 0 0,0 0 0,0 0 0,0 0 0,0 0-1,0 0 1,0 0 0,0 0 0,0 0 0,0 0 0,0 0 0,0 0-1,0 0 1,0 0 0,-1 1 0,1-1 0,0 0 0,0 0 0,0 0-1,0 0 1,0 0 0,0 0 0,0 0 0,0 0 0,0 0-1,0 0 1,0 0 0,0 0 0,0 0 0,0 0 0,0 0 0,0 0-1,0 0 1,0 0 0,0 0 0,0 0 0,0 0 0,0 0 0,-1 0-1,1 0 1,0 0 0,6 7 16,10 8-26,-14-13 6,18 35 3,-18-33 0,0 0 0,0 0 0,-1 0 0,1 0 0,-1 1 0,0-1 0,0 7 0,3 8 0,-4-16 0,1 0 0,-1 0 0,0 0 0,0 0 0,0 0 0,0 0 0,0 0 0,-1 0 0,1 0 0,-3 6 0,-1 17 0,2-15 0,1 1 0,-2 0 0,0 0 0,0-1 0,-10 22 0,13-30 0,-1 1 0,0 0 0,1-1 0,0 1 0,0 0 0,0 0 0,0 5 0,1 4 0,-1-13 0,0 0 0,0 1 0,0-1 0,0 0 0,0 1 0,0-1 0,0 0 0,0 1 0,0-1 0,0 0 0,0 1 0,1-1 0,-1 0 0,0 0 0,0 1 0,0-1 0,0 0 0,0 1 0,1-1 0,-1 0 0,0 0 0,0 1 0,1-1 0,-1 0 0,0 0 0,0 0 0,1 1 0,-1-1 0,0 0 0,1 0 0,-1 0 0,0 0 0,1 0 0,-1 0 0,0 0 0,1 1 0,13-4 0,-8 2 0,2 0 0,0 0 0,1 0 0,-1-1 0,-1 0 0,1 0 0,14-7 0,-2-1 0,26-15 0,-1-8 0,-29 22 0,-1 0 0,19-9 0,-21 12 0,-1 0 0,21-16 0,-24 16 0,1 1 0,-1 0 0,2 1 0,11-7 0,-3 3 0,-17 8 0,0 1 0,0 0 0,0-1 0,0 1 0,0 0 0,0 0 0,1 0 0,-1 1 0,0-1 0,0 1 0,1-1 0,-1 1 0,0-1 0,1 1 0,-1 0 0,0 0 0,1 0 0,-1 1 0,0-1 0,1 1 0,-1-1 0,0 1 0,0 0 0,1-1 0,2 3 0,1-1 0,-1 1 0,1-1 0,-1 1 0,0 0 0,0 0 0,0 1 0,-1-1 0,1 1 0,-1 0 0,0 0 0,0 1 0,0-1 0,3 6 0,-5-7 0,0 1 0,0 0 0,0-1 0,1 0 0,-1 0 0,1 0 0,0 0 0,0 0 0,5 4 0,33 20 0,-29-20 0,-11-6 0,0 0 0,1 0 0,-1 0 0,1 0 0,-1 0 0,1 0 0,-1-1 0,1 1 0,0-1 0,-1 1 0,1-1 0,0 1 0,2-1 0,0-1 0,-1 1 0,1-2 0,0 1 0,-1 0 0,0-1 0,1 1 0,-1-1 0,6-4 0,-8 5 0,0 0 0,0 0 0,0 0 0,0 0 0,0 0 0,-1 0 0,1 0 0,0-1 0,-1 1 0,1 0 0,-1 0 0,1-1 0,-1 1 0,0 0 0,1-1 0,-1 1 0,0-1 0,0 1 0,0 0 0,0-1 0,0 1 0,0 0 0,0-1 0,-1 1 0,1-1 0,-1-1 0,0-1 0,0 1 0,0 0 0,0 0 0,-1 0 0,1 0 0,-1 0 0,0 0 0,0 0 0,-3-3 0,-27-36 0,25 34 0,0 1 0,1-1 0,0 0 0,0-1 0,1 1 0,0-1 0,1 0 0,0 0 0,-4-11 0,6 13 0,1 4 0,0-1 0,0 1 0,1 0 0,-1-1 0,1 1 0,0-1 0,0 1 0,0 0 0,1-1 0,-1 1 0,1-1 0,0 1 0,0 0 0,0 0 0,0-1 0,0 1 0,3-3 0,2 0 0,1 2 0,0-1 0,0 1 0,0 0 0,1 0 0,-1 1 0,1 0 0,0 0 0,0 1 0,0 0 0,0 0 0,0 1 0,13 0 0,8 0 0,0 2 0,42 5 0,-62-4 0,1 0 0,0 0 0,-1 1 0,12 4 0,-18-5 0,0-1 0,0 0 0,0 1 0,0 0 0,0 0 0,0-1 0,0 2 0,-1-1 0,1 0 0,-1 1 0,1-1 0,-1 1 0,0-1 0,3 7 0,-4-7 0,-1 0 0,1 0 0,-1 0 0,0 0 0,1 0 0,-1 0 0,0 0 0,-1 0 0,1 0 0,0 0 0,0 0 0,-1-1 0,1 1 0,-1 0 0,0 0 0,0 0 0,1 0 0,-1 0 0,0-1 0,0 1 0,-1 0 0,1-1 0,0 1 0,-1-1 0,-1 2 0,-5 5 0,-1 0 0,0-1 0,-13 8 0,2-1 0,-3 7 0,17-15 0,0 0 0,-1 0 0,0-1 0,0 0 0,-7 4 0,11-7 0,0-1 0,1 1 0,-1 0 0,1 0 0,-1 0 0,1 0 0,0 0 0,0 0 0,0 0 0,-3 5 0,-9 10 0,13-16 0,0 0 0,0 1 0,0-1 0,0 0 0,1 0 0,-1 1 0,0-1 0,1 0 0,-1 1 0,1-1 0,-1 0 0,1 1 0,0-1 0,0 1 0,0-1 0,-1 1 0,1-1 0,1 1 0,-1-1 0,0 2 0,0 6 0,1-8 0,-1 0 0,1 0 0,-1-1 0,0 1 0,1 0 0,0 0 0,-1 0 0,1 0 0,0 0 0,-1-1 0,1 1 0,0 0 0,0-1 0,0 1 0,-1 0 0,1-1 0,0 1 0,0-1 0,0 1 0,0-1 0,0 0 0,2 1 0,11 3 0,-7-3 0,0-1 0,1 0 0,-1 0 0,0-1 0,0 0 0,0 0 0,0-1 0,0 0 0,0 0 0,-1 0 0,1-1 0,7-4 0,-1 1 0,-11 5 0,0 0 0,0-1 0,0 1 0,0-1 0,0 1 0,-1-1 0,1 0 0,-1 1 0,1-1 0,-1 0 0,0 0 0,1 0 0,-1 0 0,0 0 0,-1 0 0,1-1 0,0 1 0,-1 0 0,1 0 0,-1-1 0,1 1 0,-1 0 0,0-1 0,0-3 0,0-8 0,0 4 0,0 0 0,0 0 0,-1 0 0,-1 0 0,-3-14 0,5 21 0,-1-1 0,1 1 0,-1-1 0,1 0 0,0 1 0,1-1 0,-1 1 0,0-1 0,1 1 0,0-1 0,1-3 0,3-20 0,-5 25 0,0-1 0,0 1 0,1 0 0,-1-1 0,1 1 0,0 0 0,0 0 0,0-1 0,0 1 0,0 0 0,0 0 0,1 0 0,-1 0 0,0 0 0,1 1 0,0-1 0,-1 0 0,1 1 0,0-1 0,0 1 0,0-1 0,0 1 0,0 0 0,3-1 0,3-2 0,0 1 0,0 0 0,1 1 0,-1-1 0,11 0 0,-9 2 0,1 0 0,0 1 0,0 0 0,-1 1 0,1 0 0,0 1 0,-1 0 0,1 0 0,-1 1 0,0 1 0,0 0 0,0 0 0,0 1 0,-1 0 0,0 0 0,15 13 0,-11-9 0,-10-8 0,-1 1 0,1-1 0,-1 1 0,1 0 0,-1 0 0,0 0 0,0 0 0,0 0 0,0 0 0,0 0 0,0 1 0,-1-1 0,1 1 0,-1-1 0,0 1 0,1 0 0,-1-1 0,0 1 0,-1 0 0,1 0 0,0 0 0,-1 3 0,1 0 0,-1 0 0,-1 0 0,1-1 0,-1 1 0,0 0 0,-1 0 0,1 0 0,-3 6 0,1-9 0,1 1 0,0 0 0,-1 0 0,0-1 0,0 0 0,0 1 0,0-1 0,0 0 0,-1 0 0,1-1 0,-7 4 0,-50 32 0,56-36 0,0-1 0,0 1 0,0-1 0,0 0 0,0 0 0,-5 1 0,9-8 0,9-4 0,-1 0 0,1 0 0,1 0 0,0 1 0,0 1 0,15-10 0,-20 14 0,185-150 0,-160 131 0,1 2 0,1 2 0,1 0 0,53-20 0,39-22 0,-103 49 0,0-1 0,0-1 0,-1-1 0,-1-1 0,0-1 0,24-26 0,-42 39 0,1 0 0,-1 0 0,0 0 0,0 0 0,0-1 0,-1 1 0,1-1 0,-1 1 0,0-1 0,-1 1 0,1-1 0,-1 0 0,0 0 0,0 1 0,0-1 0,-1 0 0,1 1 0,-1-1 0,-1 0 0,1 1 0,-3-8 0,2 9 0,1-1 0,-1 1 0,0 0 0,0 0 0,0 0 0,0 0 0,0 0 0,-1 0 0,1 0 0,-1 1 0,0-1 0,0 1 0,0 0 0,0 0 0,0 0 0,0 0 0,-1 1 0,1-1 0,-1 1 0,1 0 0,-1 0 0,-4-1 0,5 2 0,1 0 0,0 0 0,-1 0 0,1 1 0,0-1 0,0 1 0,0-1 0,-1 1 0,1 0 0,0 0 0,0 0 0,0 0 0,0 0 0,0 0 0,0 1 0,1-1 0,-1 1 0,0-1 0,1 1 0,-1 0 0,1 0 0,-1-1 0,-1 5 0,0 0 0,0 1 0,1-1 0,-1 1 0,1 0 0,-1 11 0,1-7 0,1-3 0,0 0 0,0-1 0,1 1 0,1 0 0,-1 0 0,1 0 0,0 0 0,1-1 0,4 12 0,3 22 0,16 81 0,-21-88 0,0 61 0,-4-80 0,-2 0 0,1 0 0,-2 0 0,0-1 0,-1 1 0,-8 20 0,5-19 0,-4 10 0,0-1 0,-20 29 0,30-52 0,-1 1-1,0-1 1,0 0-1,1 1 0,-1-1 0,1 1 0,0 0 1,-1-1-1,1 1 0,1 0 0,-1 0 1,0 0-1,1 0 0,-1 4 0,1-7-71,0 1-1,0-1 0,0 0 0,0 1 0,0-1 1,0 1-1,1-1 0,-1 0 0,0 1 1,0-1-1,0 0 0,1 1 0,-1-1 0,0 0 1,0 1-1,1-1 0,-1 0 0,0 0 1,1 1-1,-1-1 0,0 0 0,1 0 1,-1 1-1,0-1 0,1 0 0,-1 0 0,1 0 1,-1 0-1,0 0 0,1 0 0,-1 0 1,1 0-1,-1 0 0,0 0 0,2 0 1,17-1-3568,-14 0 2510,68-10-7325,93-27-4558,-123 27 9674</inkml:trace>
</inkml:ink>
</file>

<file path=ppt/ink/ink1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04.725"/>
    </inkml:context>
    <inkml:brush xml:id="br0">
      <inkml:brushProperty name="width" value="0.035" units="cm"/>
      <inkml:brushProperty name="height" value="0.035" units="cm"/>
      <inkml:brushProperty name="color" value="#FF0066"/>
    </inkml:brush>
  </inkml:definitions>
  <inkml:trace contextRef="#ctx0" brushRef="#br0">592 99 2417,'15'-20'3004,"-13"16"-1463,1-1-1,0 1 0,-1-1 1,0 0-1,2-7 0,-3 11-990,-1 0-1,0-1 0,1 1 1,-1-1-1,0 1 0,0 0 1,0-1-1,0 1 1,0-1-1,0 1 0,-1 0 1,1-1-1,0 1 0,-1 0 1,1-1-1,-2-2 1,1 3-108,0 0 1,0 0 0,-1-1 0,1 1 0,0 0 0,-1 0-1,1 0 1,-1 0 0,1 1 0,-1-1 0,1 0 0,-1 1-1,1-1 1,-1 1 0,0-1 0,1 1 0,-4-1-1,-9 0-328,0 0 0,0 1 0,1 0-1,-1 1 1,0 0 0,-26 7-1,12 0-113,1 0-1,-33 17 0,30-10 1,1 2 0,1 1 0,-46 38 0,37-23 0,2 2 0,-56 74 0,78-94 0,11-12 0,0-1 0,1 0 0,-1 1 0,1-1 0,-1 1 0,1-1 0,0 1 0,0 0 0,0 0 0,1-1 0,-1 1 0,1 0 0,-1 0 0,1 0 0,0 0 0,0 0 0,0-1 0,0 1 0,1 0 0,-1 0 0,1 0 0,0 0 0,-1-1 0,1 1 0,1 0 0,-1-1 0,0 1 0,1-1 0,-1 1 0,1-1 0,0 0 0,-1 1 0,1-1 0,0 0 0,1 0 0,-1 0 0,0-1 0,0 1 0,4 1 0,5 3 0,1-1 0,0 0 0,0-1 0,0 0 0,0-1 0,1-1 0,14 2 0,0 1 0,78 6 0,-49-6 0,201 5 0,-162-2-7455,-3 0-1052,-81-5 6126,-7-1 67</inkml:trace>
</inkml:ink>
</file>

<file path=ppt/ink/ink1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05.376"/>
    </inkml:context>
    <inkml:brush xml:id="br0">
      <inkml:brushProperty name="width" value="0.035" units="cm"/>
      <inkml:brushProperty name="height" value="0.035" units="cm"/>
      <inkml:brushProperty name="color" value="#FF0066"/>
    </inkml:brush>
  </inkml:definitions>
  <inkml:trace contextRef="#ctx0" brushRef="#br0">512 493 912,'-7'4'861,"1"-1"-1,-1 0 0,0-1 1,0 0-1,-15 3 0,-8 3 1321,-65 13 4935,-15 2 3228,105-22-9845,0 0 0,0 1-1,1-1 1,-1 1 0,0 0 0,-4 4 0,6-4-175,-1 0-1,0 0 1,0 0-1,0-1 1,0 1 0,0-1-1,-1 0 1,1 0 0,0 0-1,-5 0 1,-5 0-324,-1 1 0,1 1 0,0 0 0,-23 9 0,21-7 0,5 3 0,3 0 0,4-5 0,10-1 0,4 0 0,16 1 0,-1-1 0,1-1 0,0-1 0,49-7 0,-11 2 0,144-6 0,81-6 0,694-54 0,-248 19 0,2995-257 0,-3377 278 0,279-30 0,-40-8 0,-481 54 0,-85 14 0,-20 2 0,-10 2 0,-8 3 0,-26 2-152,-32 7-2355,1-2 0,-120 5 1,75-18-14246,64 0 10802</inkml:trace>
</inkml:ink>
</file>

<file path=ppt/ink/ink1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05.976"/>
    </inkml:context>
    <inkml:brush xml:id="br0">
      <inkml:brushProperty name="width" value="0.035" units="cm"/>
      <inkml:brushProperty name="height" value="0.035" units="cm"/>
      <inkml:brushProperty name="color" value="#FF0066"/>
    </inkml:brush>
  </inkml:definitions>
  <inkml:trace contextRef="#ctx0" brushRef="#br0">155 454 192,'5'-2'513,"0"0"-1,0 0 1,0 0-1,0 0 1,0 1-1,0 0 1,1 0-1,9 0 1,23-5 753,-34 5-1119,0 0-1,0 1 1,-1 0 0,1 0 0,0 0 0,0 0 0,0 0 0,0 1 0,4 1 0,18 1 1822,-12 0-784,-4-1 3510,-27 2 2049,-3 2 1556,7-5-5966,-131 5-2334,15 4 0,111-5 0,29-7 0,1 2 0,-1-1 0,18 3 0,21-1 0,2708-178 0,-2627 167 0,982-82 0,-745 51 0,84-28 0,-320 46 0,31-15 0,-163 38 0,0 0 0,1 0 0,-1 1 0,0-1 0,1 0 0,-1 0 0,0 0 0,1 0 0,-1-1 0,0 1 0,1 0 0,-1 0 0,0 0 0,1 0 0,-1 0 0,0 0 0,1 0 0,-1-1 0,0 1 0,1 0 0,-1 0 0,0 0 0,1-1 0,-1 1 0,0 0 0,0 0 0,0-1 0,1 1 0,-1 0 0,0-1 0,0 1 0,0 0 0,1-1 0,-1 1 0,0 0 0,0-1 0,0 1 0,0-1 0,-2-1 0,-2 1 0,0-1 0,0 1 0,0 0 0,0 1 0,0-1 0,0 1 0,0-1 0,0 1 0,-6 1 0,-11-2 0,13 0-104,-41-4-4550,14 3-4094,-47 1 1,25 6 2306</inkml:trace>
</inkml:ink>
</file>

<file path=ppt/ink/ink1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07.356"/>
    </inkml:context>
    <inkml:brush xml:id="br0">
      <inkml:brushProperty name="width" value="0.035" units="cm"/>
      <inkml:brushProperty name="height" value="0.035" units="cm"/>
      <inkml:brushProperty name="color" value="#FF0066"/>
    </inkml:brush>
  </inkml:definitions>
  <inkml:trace contextRef="#ctx0" brushRef="#br0">394 10 2449,'-2'0'791,"1"0"0,-1 0 0,1 0-1,-1 0 1,1-1 0,-1 1 0,1-1 0,-1 1 0,1-1 0,-1 1 0,1-1 0,0 0 0,-1 0 0,1 0 0,0 1 0,-2-3 0,-24 9 15023,24-4-15750,1 0 0,-1 1-1,0 0 1,1-1 0,0 1-1,-1 0 1,1 0 0,0 0-1,1 1 1,-1-1 0,0 0-1,0 5 1,-1-2-18,0 0 0,0 1 0,0-1 0,-6 6 0,-76 106-46,-69 64 0,147-174 0,1 0 0,1 0 0,0 1 0,0 0 0,1 0 0,0 0 0,0 1 0,1-1 0,1 1 0,-4 17 0,6-22 0,-1 0 0,1 0 0,0-1 0,1 1 0,-1 0 0,1 0 0,0-1 0,0 1 0,0 0 0,0-1 0,1 0 0,0 1 0,0-1 0,0 0 0,1 0 0,-1 0 0,1 0 0,0 0 0,0 0 0,0-1 0,1 0 0,-1 1 0,1-1 0,7 4 0,-4-3 0,0-1 0,0 0 0,1 0 0,-1-1 0,1 0 0,0 0 0,-1-1 0,1 0 0,15 0 0,10-1 0,33-6 0,-51 5 0,17-5 0,0 0 0,0-2 0,-1-2 0,0 0 0,0-2 0,28-17 0,-44 22 0,-2 0 0,1-1 0,-1-1 0,0 0 0,21-19 0,-16 6 0,-11 14 0,0 1 0,-1-1 0,-1 0 0,1 0 0,7-17 0,-11 22 0,-1 3 0,-1-1 0,1 1 0,-1-1 0,1 1 0,-1-1 0,1 1 0,-1-1 0,0 0 0,1 1 0,-1-1 0,0 0 0,1 1 0,-1-1 0,0 0 0,0 1 0,0-1 0,0 0 0,0 0 0,0 1 0,0-1 0,0 0 0,0 1 0,0-1 0,0 0 0,0 0 0,0 1 0,-1-1 0,1 0 0,0 1 0,0-1 0,-1 0 0,1 1 0,-1-1 0,1 1 0,0-1 0,-1 0 0,1 1 0,-1-1 0,1 1 0,-1-1 0,0 1 0,1 0 0,-1-1 0,1 1 0,-1-1 0,0 1 0,0-1 0,1 1 0,-1 0 0,1 0 0,-1-1 0,1 1 0,-1 0 0,1 0 0,-1-1 0,1 1 0,-1 0 0,0 0 0,1 0 0,-1 0 0,1 0 0,-1 0 0,1 0 0,-1 0 0,1 0 0,-1 0 0,0 0 0,1 0 0,-1 0 0,1 0 0,-1 1 0,1-1 0,-2 1 0,2-1 0,-8 1 0,0 0 0,0 0 0,0 1 0,0 0 0,0 0 0,1 1 0,-1 0 0,1 1 0,0-1 0,0 1 0,0 1 0,-9 6 0,-7 5 0,14-12 0,7-3 0,0-1 0,1 1 0,-1-1 0,0 1 0,1 0 0,-1-1 0,1 1 0,-1 0 0,1 0 0,-1 0 0,1 0 0,0 1 0,0-1 0,-1 0 0,1 1 0,0-1 0,0 0 0,0 1 0,0-1 0,1 1 0,-1 0 0,0-1 0,1 1 0,-1 0 0,1-1 0,-1 1 0,1 0 0,0 3 0,0-4 0,0 0 0,1 1 0,-1-1 0,1 0 0,-1 0 0,1 0 0,0 0 0,0 0 0,-1 1 0,1-1 0,0 0 0,0-1 0,0 1 0,0 0 0,0 0 0,0 0 0,0 0 0,0-1 0,1 1 0,-1-1 0,0 1 0,0-1 0,1 1 0,1-1 0,5 4 0,3 2 0,0-2 0,0 0 0,1 0 0,-1-1 0,1 0 0,18 1 0,2 1 0,-6 1 0,0 0 0,-1 2 0,35 14 0,-44-15 0,-13-6 0,0 0 0,0 0 0,-1 0 0,1 1 0,0-1 0,0 1 0,4 4 0,-5-5 0,-1 1 0,1-1 0,0 1 0,-1 0 0,0-1 0,1 1 0,-1 0 0,0 0 0,0 0 0,2 3 0,-3-4 0,0 0 0,0 0 0,0 0 0,-1 0 0,1 0 0,0 0 0,0-1 0,-1 1 0,1 0 0,0 0 0,-1 0 0,1 0 0,-1-1 0,1 1 0,-1 0 0,1-1 0,-1 1 0,1 0 0,-1-1 0,0 1 0,1 0 0,-1-1 0,0 1 0,0-1 0,1 0 0,-1 1 0,0-1 0,0 0 0,0 1 0,0-1 0,0 0 0,0 1 0,-17 6 0,0-1 0,0-1 0,0 0 0,-37 5 0,-32 6 0,54-10-951,24-3 232,-1-1 0,1-1 0,-15 2 0,-17 2-6860,57-10-10645</inkml:trace>
</inkml:ink>
</file>

<file path=ppt/ink/ink1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09.574"/>
    </inkml:context>
    <inkml:brush xml:id="br0">
      <inkml:brushProperty name="width" value="0.035" units="cm"/>
      <inkml:brushProperty name="height" value="0.035" units="cm"/>
      <inkml:brushProperty name="color" value="#FF0066"/>
    </inkml:brush>
  </inkml:definitions>
  <inkml:trace contextRef="#ctx0" brushRef="#br0">369 80 1120,'0'-4'1320,"0"-1"0,0 0 0,-1 0 0,0 0 0,0 0-1,-1-6 1,1 10-982,0-1 1,1 1-1,-1-1 0,0 1 0,0-1 0,0 1 0,0 0 1,0-1-1,0 1 0,-1 0 0,1 0 0,0 0 0,-1 0 1,1 0-1,-1 0 0,1 0 0,-1 1 0,1-1 1,-1 0-1,1 1 0,-1-1 0,-2 0 0,-5 0 727,-11-4 2142,0 2 0,0 0 0,-22 0 0,27 5-3126,0 0 1,0 1 0,1 0 0,-1 1 0,1 1 0,0 0 0,0 1 0,-21 12 0,29-14-82,1 0 0,0 0 0,0 0 0,0 0 0,0 1 0,1 0 0,0 0 0,0 0 0,0 0 0,0 1 0,1 0 0,0-1 0,0 1 0,1 0 0,0 1 0,-3 10 0,5-15 0,-1 0 0,1 0 0,0 0 0,0 1 0,0-1 0,0 0 0,0 0 0,1 0 0,-1 1 0,1-1 0,0 0 0,-1 0 0,1 0 0,0 0 0,0 0 0,0 0 0,0 0 0,1 0 0,-1-1 0,0 1 0,4 3 0,-1-1 0,0 0 0,1 1 0,0-2 0,0 1 0,0 0 0,10 4 0,-4-4 0,0 0 0,1 0 0,0-1 0,0 0 0,0-1 0,0-1 0,23 0 0,-9-2 0,0-1 0,43-8 0,-45 4 0,-14 3 0,0 0 0,1 1 0,13 0 0,-21 1 0,0 1 0,0 1 0,0-1 0,0 0 0,0 1 0,0-1 0,0 1 0,0 0 0,0 0 0,-1 0 0,1 1 0,0-1 0,-1 1 0,1-1 0,-1 1 0,4 3 0,5 4 0,-10-8 0,0 0 0,1 0 0,-1 0 0,0 0 0,0 0 0,0 0 0,0 0 0,0 0 0,0 1 0,0-1 0,0 0 0,0 1 0,-1-1 0,1 1 0,0 1 0,7 12 0,-7-14 0,-1 1 0,1-1 0,0 1 0,0-1 0,0 1 0,-1-1 0,1 1 0,-1 0 0,1-1 0,-1 1 0,0-1 0,0 4 0,0 4 0,0 0 0,-1-1 0,-1 1 0,1-1 0,-1 1 0,-1-1 0,0 0 0,0 0 0,0 0 0,-1 0 0,-7 10 0,-1-1 0,-1-1 0,-1 0 0,-25 23 0,29-31 0,-1 0 0,1-1 0,-2 0 0,1-1 0,-1 0 0,0-1 0,0 0 0,0-1 0,-1-1 0,1 0 0,-1 0 0,0-1 0,0-1 0,0 0 0,0-1 0,0 0 0,-22-4 0,28 3 0,0 0 0,0-1 0,0 0 0,0 0 0,-10-5 0,14 6 0,1-1 0,-1 1 0,1-1 0,0 0 0,-1 0 0,1 0 0,0 0 0,0 0 0,0 0 0,0 0 0,1-1 0,-1 1 0,1-1 0,-1 1 0,1-1 0,-2-4 0,2 4 0,1 0 0,-1-1 0,0 1 0,1 0 0,0 0 0,0-1 0,0 1 0,0 0 0,0 0 0,1-1 0,-1 1 0,1 0 0,0 0 0,0 0 0,0 0 0,0 0 0,1 0 0,-1 0 0,1 0 0,2-3 0,0 1 0,1 0 0,-1 0 0,1 0 0,1 0 0,-1 1 0,1-1 0,0 2 0,0-1 0,7-3 0,5-1 0,1 0 0,0 1 0,0 1 0,1 0 0,0 2 0,0 0 0,0 2 0,0 0 0,26 1 0,-13 0 0,27 1 0,-46 1 0,0 1 0,0 0 0,0 1 0,0 1 0,0 0 0,-1 1 0,18 8 0,-11 7 0,4 2 0,-22-20 0,0 0 0,-1 0 0,1 0 0,0 1 0,-1-1 0,0 0 0,0 1 0,1-1 0,-1 1 0,-1-1 0,1 1 0,0 2 0,0-4 0,-1 0 0,0 0 0,0 0 0,1 0 0,-1 0 0,1 0 0,-1 0 0,1 0 0,-1 0 0,1 0 0,-1 0 0,1-1 0,0 1 0,-1 0 0,2 1 0,-1-2 0,0 1 0,-1 0 0,1 0 0,0-1 0,-1 1 0,1 0 0,0 0 0,-1 0 0,1 0 0,-1 0 0,0 0 0,1 0 0,-1 0 0,0 0 0,1 1 0,-1-1 0,0-1 0,1 1 0,-1 0 0,0-1 0,1 1 0,-1-1 0,1 1 0,-1-1 0,1 1 0,0-1 0,-1 1 0,1-1 0,-1 1 0,1-1 0,0 0 0,-1 1 0,1-1 0,0 0 0,-1 0 0,1 1 0,0-1 0,-1 0 0,1 0 0,1 0 0,-1 0 0,-1-1 0,0 1 0,0 0 0,1 0 0,-1-1 0,0 1 0,0 0 0,0-1 0,1 1 0,-1 0 0,0-1 0,0 1 0,0 0 0,0-1 0,0 1 0,0 0 0,0-1 0,0 1 0,1 0 0,-1-1 0,-1 1 0,1-1 0,0 1 0,0-1 0,0 0 0,13-12 0,-11 11 0,1-1 0,-1 0 0,1 1 0,-1-1 0,0 0 0,0 0 0,0 0 0,1-5 0,-1 6 0,-1-1 0,1 1 0,-1 0 0,1 0 0,0-1 0,0 1 0,0 0 0,0 0 0,3-1 0,-3 1 0,0 1 0,0-1 0,-1 0 0,1 1 0,0-1 0,-1 0 0,1 0 0,-1 0 0,0 0 0,2-4 0,-1 2 0,0 0 0,0 0 0,0 0 0,0 0 0,1 0 0,0 0 0,0 1 0,0-1 0,4-3 0,17-22 0,-21 24 0,13-18 0,-15 22 0,0-1 0,0 1 0,0 0 0,0 0 0,0 0 0,1 0 0,-1 0 0,0 1 0,0-1 0,1 0 0,-1 1 0,0-1 0,1 0 0,-1 1 0,1 0 0,2-1 0,2 2 0,-1 0 0,1 1 0,-1-1 0,0 1 0,1 1 0,-1-1 0,0 1 0,0 0 0,-1 0 0,1 0 0,-1 0 0,1 1 0,-1 0 0,0 0 0,0 0 0,4 6 0,26 44 0,-32-51 0,0 0 0,0 0 0,0 0 0,-1 0 0,1 0 0,-1 1 0,0-1 0,0 0 0,0 1 0,0-1 0,-1 1 0,1-1 0,-1 1 0,0-1 0,0 6 0,0-9 0,0 1 0,0-1 0,0 0 0,1 1 0,-1-1 0,0 1 0,0-1 0,0 0 0,1 1 0,-1-1 0,0 0 0,0 1 0,1-1 0,-1 0 0,0 1 0,1-1 0,-1 0 0,0 0 0,1 1 0,-1-1 0,0 0 0,1 0 0,-1 0 0,1 1 0,-1-1 0,1 0 0,-1 0 0,0 0 0,1 0 0,-1 0 0,1 0 0,-1 0 0,1 0 0,-1 0 0,0 0 0,1 0 0,-1 0 0,1 0 0,-1-1 0,0 1 0,1 0 0,-1 0 0,1 0 0,0-1 0,34-52 0,59-55 0,-69 76 0,-25 32 0,1-1 0,-1 1 0,1-1 0,-1 1 0,1 0 0,0-1 0,-1 1 0,1 0 0,0-1 0,-1 1 0,1 0 0,0 0 0,-1 0 0,1-1 0,0 1 0,0 0 0,-1 0 0,1 0 0,0 0 0,-1 0 0,1 0 0,0 0 0,0 1 0,-1-1 0,2 0 0,23 13 0,-15-6 0,0 1 0,12 12 0,21 27 0,0-10 0,-39-34 0,-1-1 0,1 1 0,0-1 0,0 0 0,0 0 0,1 0 0,-1-1 0,0 0 0,1 1 0,-1-2 0,1 1 0,5 0 0,-3-1 0,-1-1 0,1 0 0,-1 0 0,1-1 0,-1 0 0,1 0 0,-1 0 0,0-1 0,0 0 0,0 0 0,0-1 0,6-5 0,-3 4 0,32-32 0,-31 31 0,-1-1 0,-1-1 0,1 1 0,-1-2 0,0 1 0,-1-1 0,11-17 0,-14 19 0,-1 0 0,-1 0 0,1-1 0,-1 1 0,1-15 0,-3 6 0,0 15 0,0 1 0,0-1 0,0 0 0,0 1 0,0-1 0,0 0 0,-1 1 0,1-1 0,0 0 0,0 1 0,-1-1 0,1 0 0,-1 1 0,1-1 0,0 1 0,-1-1 0,1 1 0,-1-1 0,0 1 0,1-1 0,-1 1 0,1 0 0,-1-1 0,1 1 0,-1 0 0,0-1 0,1 1 0,-1 0 0,0 0 0,1-1 0,-1 1 0,0 0 0,0 0 0,1 0 0,-1 0 0,0 0 0,1 0 0,-1 0 0,0 0 0,1 1 0,-1-1 0,0 0 0,1 0 0,-1 1 0,0-1 0,1 0 0,-1 0 0,0 1 0,1-1 0,-2 1 0,2-1 0,-26 8 0,20-7 0,1 0 0,0 0 0,0 1 0,0 0 0,0 0 0,-5 3 0,-3 2 0,1 1 0,-1 0 0,1 1 0,1 1 0,0 0 0,0 0 0,1 1 0,0 0 0,1 1 0,0 0 0,-7 14 0,14-22 0,0 1 0,-1 1 0,2-1 0,-1 0 0,-1 10 0,2-14 0,1 0 0,0 0 0,0 0 0,0 0 0,-1 0 0,1 0 0,0 0 0,0 0 0,1 0 0,-1 0 0,0 0 0,0 1 0,0-1 0,1 0 0,-1 0 0,1 0 0,-1 0 0,1-1 0,-1 1 0,1 0 0,-1 0 0,1 0 0,0 0 0,-1 0 0,1-1 0,0 1 0,0 0 0,0-1 0,-1 1 0,1 0 0,0-1 0,1 1 0,8 2 0,-7-1 0,1-1 0,-1 0 0,0 0 0,0-1 0,0 1 0,1-1 0,-1 1 0,0-1 0,0 0 0,7-1 0,2 0 0,-1-1 0,1-1 0,-1 0 0,1 0 0,-1-1 0,0-1 0,20-11 0,-10 4 0,-16 10 0,1-1 0,-1 0 0,0-1 0,0 1 0,-1-1 0,1 0 0,-1 0 0,4-5 0,3-1 0,-10 9 0,0 0 0,0 0 0,1 0 0,-1-1 0,0 1 0,0 0 0,0 0 0,0-1 0,-1 1 0,1 0 0,0-1 0,0 1 0,-1-1 0,1 1 0,-1-1 0,0 1 0,1-3 0,8-24 0,-11 24 0,2 3 0,0 1 0,0 0 0,0 0 0,-1 0 0,1 0 0,0 0 0,0 0 0,0 0 0,-1 0 0,1 0 0,0 0 0,0-1 0,-1 1 0,1 0 0,0 0 0,0 0 0,0 0 0,-1 0 0,1 1 0,0-1 0,0 0 0,0 0 0,-1 0 0,1 0 0,0 0 0,0 0 0,0 0 0,-1 0 0,1 0 0,0 1 0,0-1 0,0 0 0,-1 0 0,1 0 0,0 0 0,0 1 0,-1 2 0,-1 0 0,0 0 0,0 0 0,1 0 0,-1 1 0,1-1 0,0 0 0,0 1 0,0-1 0,0 1 0,0-1 0,1 1 0,0-1 0,0 7 0,0-8 0,0 1 0,0-1 0,1 1 0,-1-1 0,1 1 0,-1-1 0,1 1 0,0-1 0,0 1 0,0-1 0,0 0 0,1 0 0,-1 1 0,0-1 0,1 0 0,0 0 0,-1 0 0,1-1 0,0 1 0,3 2 0,-3-2 0,1 0 0,0-1 0,0 1 0,0-1 0,0 1 0,0-1 0,0 0 0,0 0 0,1 0 0,-1 0 0,0-1 0,0 0 0,1 1 0,3-1 0,2-1 0,1 1 0,0-2 0,0 1 0,-1-1 0,1-1 0,-1 0 0,0 0 0,0-1 0,0 0 0,17-10 0,-25 13 0,1 0 0,-1 0 0,1-1 0,-1 1 0,0 0 0,0-1 0,1 1 0,-1-1 0,0 0 0,1-2 0,10-12 0,-11 15 0,1-1 0,-1 1 0,0-1 0,1 1 0,-1-1 0,0 0 0,0 1 0,0-1 0,0 0 0,-1 0 0,1 0 0,0-3 0,2-33 0,-3 34 0,-2 9 0,-2 3 0,2-6 0,1 0 0,0 1 0,-1-1 0,1 0 0,0 1 0,1-1 0,-1 0 0,0 1 0,1 0 0,-1-1 0,1 1 0,0 2 0,-1 3 0,-1 1 0,1-1 0,-1 1 0,-1-1 0,-3 9 0,-4 14 0,7-17 0,-2-1 0,0 0 0,0 0 0,-1 0 0,-12 18 0,10-16 0,1 0 0,1 0 0,1 1 0,0 0 0,-5 30 0,8-32 0,-1-1 0,0 0 0,0 0 0,-2 0 0,0-1 0,0 1 0,-1-1 0,0 0 0,-10 12 0,-9 24 0,85-97 0,-28 17 0,37-42 0,-7 3 0,22-28 0,-23 13 0,-48 70 0,-10 12 0,0 0 0,1 0 0,-2-1 0,1 1 0,3-8 0,-6 13 0,0-1 0,1-2 0,0 0 0,0 0 0,0 0 0,0 0 0,1 0 0,-1 0 0,1 0 0,-1 1 0,1-1 0,0 1 0,-1-1 0,1 1 0,0 0 0,2-2 0,5 2 0,-1 1 0,-6 0 0,0 0 0,-1 0 0,1 0 0,0 0 0,-1 0 0,1 0 0,0 1 0,-1-1 0,1 0 0,-1 1 0,1-1 0,0 1 0,-1 0 0,3 1 0,-3-1 0,1-1 0,-1 1 0,1 0 0,-1-1 0,1 1 0,-1-1 0,1 1 0,0-1 0,-1 0 0,1 1 0,0-1 0,-1 0 0,1 0 0,2-1 0,22 2 0,-17 0 0,0 0 0,0-1 0,-1 0 0,1 0 0,14-4 0,-14 0 0,2-2 0,-6 3 0,-4-10 0,-1 12 0,-1 0 0,1 0 0,0 0 0,-1 0 0,1 0 0,0 0 0,-1 0 0,1 0 0,-1 0 0,0 0 0,1 0 0,-1 0 0,0 0 0,0 0 0,1 0 0,-1 1 0,0-1 0,0 0 0,0 1 0,0-1 0,0 1 0,0-1 0,0 1 0,0-1 0,0 1 0,0-1 0,0 1 0,0 0 0,-1 0 0,0 0 0,-43-4 0,33 4 0,0 1 0,1 1 0,-1 0 0,1 0 0,0 1 0,-1 1 0,1 0 0,1 0 0,-1 1 0,1 1 0,-1 0 0,2 0 0,-1 1 0,1 0 0,0 0 0,-16 18 0,13-12 0,11-12 0,-1 1 0,1-1 0,-1 1 0,1 0 0,0-1 0,0 1 0,-1 0 0,1 0 0,0 0 0,1 0 0,-2 2 0,1-1 0,0 0 0,1 0 0,-1 0 0,0 0 0,1 0 0,0 0 0,0 0 0,0 0 0,0 0 0,0 0 0,1 0 0,-1 0 0,1 0 0,0 0 0,-1-1 0,2 1 0,-1 0 0,0 0 0,0-1 0,1 1 0,0-1 0,-1 1 0,1-1 0,0 1 0,0-1 0,0 0 0,1 0 0,-1 0 0,0 0 0,1-1 0,-1 1 0,1-1 0,0 1 0,-1-1 0,1 0 0,3 1 0,13 5 0,0-1 0,1-1 0,-1 0 0,1-2 0,0 0 0,1-1 0,28-2 0,-33-1 0,0-1 0,0 0 0,0-2 0,-1 1-1,1-2 1,-1 0 0,0-1 0,0-1 0,23-14 0,-26 11-446,-5-2-4589,-7 12 4586,0-1 0,0 0 0,0 1-1,1-1 1,-1 0 0,0 0 0,0 1-1,0-1 1,0 0 0,0 0 0,0 1-1,0-1 1,-1 0 0,1 1 0,0-1-1,0 0 1,0 0 0,-1 1 0,1-1-1,0 0 1,-1 1 0,1-1 0,-1 1 0,1-1-1,-1 1 1,1-1 0,-1 0 0,1 1-1,-1 0 1,0-2 0,-7 1-6827,6 2 5891,-7-1-2985</inkml:trace>
</inkml:ink>
</file>

<file path=ppt/ink/ink1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11.712"/>
    </inkml:context>
    <inkml:brush xml:id="br0">
      <inkml:brushProperty name="width" value="0.035" units="cm"/>
      <inkml:brushProperty name="height" value="0.035" units="cm"/>
      <inkml:brushProperty name="color" value="#FF0066"/>
    </inkml:brush>
  </inkml:definitions>
  <inkml:trace contextRef="#ctx0" brushRef="#br0">394 132 1872,'-12'-7'3563,"-18"-9"6210,3 12 198,-32-6-2383,46 11-7588,0 2 0,0-1 0,1 2 0,-22 8 0,18-4 0,0 0 0,1 1 0,0 0 0,0 2 0,-19 17 0,27-22 0,1 0 0,-1 0 0,1 0 0,1 1 0,-1 0 0,1 0 0,0 1 0,1 0 0,0-1 0,0 1 0,0 1 0,-1 8 0,4-13 0,1 0 0,0 1 0,0-1 0,0 1 0,1-1 0,-1 0 0,1 1 0,3 7 0,-1 0 0,-2-9 0,1 1 0,-1-1 0,1 0 0,-1 1 0,1-1 0,0 0 0,0 0 0,1 0 0,-1 0 0,0-1 0,5 5 0,33 22 0,-31-24 0,1-1 0,-1 0 0,1 0 0,0-1 0,-1 0 0,1-1 0,1 0 0,-1-1 0,0 0 0,0 0 0,1-1 0,9-1 0,17-3 0,70-17 0,-89 16 0,28-12 0,-6 2 0,-26 10 0,0-1 0,0-1 0,-1 0 0,1 0 0,-2-2 0,1 1 0,16-16 0,-22 17 0,0 0 0,-1-1 0,1 1 0,-1-1 0,-1 0 0,1-1 0,-2 1 0,1-1 0,-1 0 0,0 0 0,-1-1 0,4-16 0,-7 16 0,0 0 0,0-1 0,-1 1 0,-1 0 0,0 0 0,0 0 0,-6-15 0,0-6 0,6 24 0,1 1 0,0 0 0,0 0 0,-1 0 0,0 0 0,0 0 0,-1 1 0,-3-6 0,0 7 0,5 9 0,10 32 0,-8-22 0,1 0 0,1 0 0,0-1 0,1 1 0,8 19 0,-3-14 0,15 28 0,-2-9 0,-12-20 0,2 0 0,15 21 0,-22-33 0,0-2 0,0 1 0,0 0 0,0-1 0,1 0 0,0 0 0,0-1 0,1 0 0,-1 0 0,1 0 0,-1-1 0,1 0 0,1 0 0,-1 0 0,0-1 0,0 0 0,1-1 0,-1 0 0,1 0 0,0 0 0,10-2 0,6-1 0,-11 1 0,-1-1 0,1 0 0,-1 0 0,24-9 0,-4-2 0,-5 2 0,32-16 0,-51 22 0,-1 1 0,1-1 0,-1-1 0,-1 1 0,1-1 0,-1 0 0,0 0 0,8-12 0,-5 6 0,-6 9 0,-1 1 0,1-1 0,-1 0 0,0 0 0,0 0 0,0 0 0,-1-1 0,1 1 0,-1-1 0,1 1 0,-1-1 0,0 1 0,-1-1 0,1 1 0,-1-1 0,1 0 0,-1 1 0,0-7 0,-18-39 0,16 45 0,1 0 0,-1 0 0,-1 1 0,1-1 0,0 1 0,-1 0 0,0-1 0,0 1 0,0 0 0,-5-4 0,3 5 0,0 0 0,0 1 0,0-1 0,0 1 0,0 0 0,0 0 0,-1 1 0,1-1 0,0 1 0,0 0 0,0 1 0,-1-1 0,1 1 0,-8 2 0,3-1 0,6-1 0,0 0 0,0 1 0,0 0 0,0 0 0,0 0 0,1 0 0,-1 1 0,0-1 0,-4 5 0,-30 30 0,35-34 0,-2 2 0,1 1 0,-1-1 0,1 1 0,0 0 0,1 0 0,-1 0 0,1 1 0,0-1 0,1 1 0,0-1 0,-3 13 0,5-17 0,0-1 0,0 1 0,0 0 0,1-1 0,-1 1 0,0 0 0,1-1 0,0 1 0,-1 0 0,1-1 0,0 1 0,0-1 0,0 1 0,-1-1 0,2 1 0,-1-1 0,0 0 0,2 3 0,0-2 0,0 0 0,0-1 0,0 1 0,0-1 0,0 1 0,1-1 0,-1 0 0,0 0 0,4 1 0,4-1 0,-1 0 0,1 0 0,-1-1 0,1 0 0,15-3 0,-1-2 0,-1-2 0,46-18 0,-63 23 0,24-10 0,-29 12 0,-1-1 0,1 1 0,0 0 0,0 0 0,0 0 0,0 0 0,-1 0 0,1 0 0,0 0 0,0 0 0,0 1 0,-1-1 0,1 1 0,0 0 0,3 1 0,23 18 0,-27-19 0,0 0 0,1 0 0,-1 1 0,0-1 0,0 0 0,0 1 0,0-1 0,0 0 0,-1 1 0,1-1 0,0 1 0,-1 0 0,1-1 0,-1 1 0,1 0 0,0 2 0,-1-2-32,0 0 0,0 0 0,0-1 0,1 1 0,-1 0 0,1 0 0,-1-1-1,1 1 1,0 0 0,-1-1 0,1 1 0,0 0 0,0-1 0,0 1 0,1-1 0,-1 0 0,0 1 0,0-1 0,1 0 0,-1 0 0,1 0-1,-1 0 1,1 0 0,-1 0 0,4 1 0,0 0-226,0 0 0,0 0 0,1-1 0,-1 0 0,1 0 0,-1 0 0,9-1 0,-10 0-737,0-1 0,0 0 1,0 0-1,0-1 0,0 1 0,7-4 0,13-5-3211,-5 4 1248,-1 1 58,0-2 0,21-9-1,-34 13 2411,1 0 0,0 0-1,-1-1 1,0 0 0,0 0 0,0-1-1,0 1 1,-1-1 0,1 0-1,4-8 1,1-3-289,5-4 135</inkml:trace>
</inkml:ink>
</file>

<file path=ppt/ink/ink1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12.573"/>
    </inkml:context>
    <inkml:brush xml:id="br0">
      <inkml:brushProperty name="width" value="0.035" units="cm"/>
      <inkml:brushProperty name="height" value="0.035" units="cm"/>
      <inkml:brushProperty name="color" value="#FF0066"/>
    </inkml:brush>
  </inkml:definitions>
  <inkml:trace contextRef="#ctx0" brushRef="#br0">88 169 392,'33'-95'5448,"-33"93"-5149,1 0-1,-1-1 1,0 1 0,0 0-1,0 0 1,0 0 0,0 0-1,0 0 1,0-1 0,-1 1 0,1 0-1,-1 0 1,0 0 0,1 0-1,-1 0 1,0 0 0,-2-3-1,-3-9 4843,3-1 5449,3 15-10491,0 0-1,-1 0 1,1 0 0,0 0-1,0 0 1,0-1-1,-1 1 1,1 0 0,0 0-1,0 0 1,0 0 0,-1 0-1,1 0 1,0 0-1,0 0 1,0 0 0,-1 0-1,1 0 1,0 0-1,0 0 1,-1 0 0,1 1-1,0-1 1,0 0 0,0 0-1,-1 0 1,1 0-1,0 0 1,0 0 0,0 0-1,0 1 1,-1-1 0,1 0-1,0 0 1,0 0-1,0 0 1,0 1 0,0-1-1,0 0 1,-1 0 0,1 0-1,0 1 1,-8 6 1256,5-3-1323,0 1 0,1-1 0,-1 1 0,1-1 0,0 1 0,-3 10 0,5-13-32,-1 0 0,0 1 0,0-1 0,-1 0 0,1 0 0,0 0 0,-1 0 0,-2 2 0,3-2 0,0-1 0,-1 1 0,1 0 0,0 0 0,0 0 0,-1 0 0,2 0 0,-1 0 0,-1 4 0,-21 43 0,6 41 0,16-86 0,0 0 0,0 0 0,1 0 0,0 1 0,-1-1 0,2 0 0,-1 0 0,0 0 0,1 0 0,0 1 0,0-1 0,0 0 0,0 0 0,1 0 0,0-1 0,0 1 0,0 0 0,0-1 0,0 1 0,1-1 0,4 6 0,-3-6 0,-1 1 0,0-1 0,0 0 0,1 0 0,-1 0 0,1-1 0,-1 1 0,1-1 0,0 0 0,0 0 0,0 0 0,1 0 0,7 1 0,18 4 0,-20-5 0,-1 0 0,1 0 0,18 0 0,-23-2 0,-1 0 0,0 0 0,0 1 0,0-1 0,0 1 0,0 0 0,0 0 0,4 1 0,1 3 0,-11-1 0,-5-2 0,-16 5 0,-1-1 0,-1-1 0,-47 3 0,60-6 0,-12 1 0,24-2 0,0-1 0,0 0 0,-1 0 0,1 0 0,0 0 0,-1 0 0,1 0 0,0 0 0,-1 0 0,1 0 0,0 0 0,-1 0 0,1 0 0,0-1 0,-1 1 0,1 0 0,0 0 0,0 0 0,-1 0 0,1 0 0,0-1 0,-1 1 0,1 0 0,0 0 0,0 0 0,0-1 0,-1 1 0,1 0 0,0 0 0,0-1 0,5-7 0,17-8 0,54-32 0,-38 26 0,-2-1 0,49-39 0,-15 3 0,-59 48 0,0 0 0,11-15 0,4-7 0,-18 24 0,-2-1 0,1 1 0,-1-2 0,-1 1 0,8-18 0,-11 23 0,-2 5 0,0-1 0,1 1 0,-1-1 0,0 1 0,1-1 0,-1 0 0,0 1 0,0-1 0,1 1 0,-1-1 0,0 0 0,0 1 0,0-1 0,0 0 0,0 1 0,0-1 0,0 1 0,0-1 0,0 0 0,0 1 0,0-1 0,0 0 0,-1 1 0,1-1 0,0 1 0,0-1 0,-1 1 0,1-1 0,0 0 0,-1 1 0,1-1 0,0 1 0,-1-1 0,1 1 0,-1 0 0,1-1 0,-1 1 0,1-1 0,-1 1 0,0-1 0,-2 0 0,1 1 0,0-1 0,-1 1 0,1-1 0,0 1 0,-1 0 0,1 0 0,0 0 0,-1 0 0,1 0 0,-1 1 0,1-1 0,0 1 0,-3 0 0,-2 1 0,1 0 0,0 0 0,0 1 0,-7 3 0,9-3 0,-1 0 0,1 0 0,0 0 0,0 1 0,0-1 0,1 1 0,-1 0 0,-5 8 0,8-10 0,0 1 0,0-1 0,0 0 0,0 1 0,0-1 0,0 0 0,1 1 0,0-1 0,-1 1 0,1-1 0,0 1 0,0-1 0,0 1 0,0-1 0,1 1 0,-1-1 0,1 0 0,-1 1 0,3 3 0,0 8 0,-3-13 0,0 1 0,0-1 0,1 1 0,-1-1 0,0 0 0,1 1 0,-1-1 0,1 0 0,0 0 0,-1 1 0,1-1 0,1 1 0,8 12 0,1-1 0,1-1 0,23 20 0,61 37 0,-79-59 0,-14-9 0,-1 0 0,1 0 0,-1 0 0,0 1 0,1-1 0,-1 1 0,0 0 0,3 3 0,5 5 0,8 10 0,-17-20 0,0 1 0,-1 0 0,1-1 0,-1 1 0,1 0 0,-1-1 0,0 1 0,1 0 0,-1 0 0,0-1 0,0 1 0,1 0 0,-1 0 0,0 0 0,0 0 0,0-1 0,0 1 0,0 0 0,0 0 0,0 0 0,0-1 0,0 1 0,-1 1 0,1 0 0,-1-1 0,1 0 0,-1 0 0,1 0 0,-1 0 0,1 0 0,-1 0 0,0 0 0,0 0 0,1 0 0,-1 0 0,0-1 0,0 1 0,0 0 0,0 0 0,0-1 0,0 1 0,0-1 0,0 1 0,0-1 0,-3 1 0,0 1 0,-3 1 0,0 0 0,0 0 0,0-1 0,-1 1 0,1-2 0,0 1 0,-10 0 0,-19 5 0,34-7 0,0 0 0,-1 1 0,1-1 0,0 0 0,0 0 0,-1 0 0,1-1 0,0 1 0,-3-1 0,5 1 0,0 0 0,-1 0 0,1 0 0,-1 0 0,1 0 0,0 0 0,-1 0 0,1 0 0,-1 0 0,1-1 0,0 1 0,-1 0 0,1 0 0,0 0 0,-1 0 0,1-1 0,0 1 0,-1 0 0,1 0 0,0-1 0,0 1 0,-1 0 0,1-1 0,0 1 0,0 0 0,0 0 0,-1-1 0,1 1 0,0-1 0,0 1 0,0 0 0,0-1 0,0 1 0,-1 0 0,1-1 0,0 1 0,0-1 0,0 1 0,0 0 0,0-1 0,0 1 0,0 0 0,1-1 0,-1 1 0,0-1 0,0 1 0,0 0 0,0-1 0,0 1 0,1 0 0,-1-1 0,0 1 0,6-8 0,-3 4 0,1-1 0,0 0 0,0 1 0,1 0 0,-1 0 0,8-5 0,167-98 0,-143 82 0,36-32 0,-61 48 0,-8 6 0,-1-1 0,1 1 0,-1 0 0,0-1 0,3-6 0,2-3 0,-5 14 0,-1 6 0,-1 0 0,0 0 0,0 0 0,1 0 0,0 0 0,0 0 0,1-1 0,3 10 0,4 12 0,6 13 0,-3-16 0,-11-21 0,1 1 0,-1-1 0,1 0 0,1 0 0,-1 0 0,0 0 0,1 0 0,0-1 0,0 1 0,0-1 0,0 0 0,1 1 0,4 2 0,15 11 0,-21-14 0,1-1 0,-1 0 0,1 1 0,0-1 0,0 0 0,0-1 0,0 1 0,0-1 0,0 1 0,1-1 0,-1 0 0,0 0 0,1 0 0,-1 0 0,6 0 0,-9-2-161,1 1-1,0 0 1,-1 0-1,1-1 1,-1 1 0,1 0-1,-1-1 1,1 1 0,-1-1-1,1 1 1,-1-1-1,1 1 1,-1-1 0,1 1-1,-1-1 1,0 1 0,1-1-1,-1 0 1,0 1-1,1-1 1,-1 1 0,0-1-1,0 0 1,0 1 0,0-1-1,1 0 1,-1 1-1,0-1 1,0 0 0,6-16-4023,-4 14 2374,20-27-8270,-21 29 9576,0-1-1,0 1 0,0-1 1,0 1-1,0-1 1,-1 0-1,1 1 1,-1-1-1,1 0 1,-1 0-1,1 1 1,-1-1-1,0 0 1,0 0-1,0-3 0,-8-6-3106</inkml:trace>
</inkml:ink>
</file>

<file path=ppt/ink/ink1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12.741"/>
    </inkml:context>
    <inkml:brush xml:id="br0">
      <inkml:brushProperty name="width" value="0.035" units="cm"/>
      <inkml:brushProperty name="height" value="0.035" units="cm"/>
      <inkml:brushProperty name="color" value="#FF0066"/>
    </inkml:brush>
  </inkml:definitions>
  <inkml:trace contextRef="#ctx0" brushRef="#br0">78 65 344,'-15'-17'3438,"-5"-8"1252,18 23-4336,0 0-1,1 1 1,-1-1-1,0 0 1,0 1-1,0-1 0,0 1 1,0 0-1,-4-2 1,3 0 182,3 3-534,0 0 0,0 0 0,-1 0 0,1 0 0,0-1 0,0 1 0,0 0 0,0 0 0,0 0 0,0 0-1,0 0 1,0 0 0,0 0 0,0-1 0,0 1 0,0 0 0,-1 0 0,1 0 0,0 0 0,0 0 0,0 0 0,0 0 0,0 0 0,0 0 0,-1 0 0,1 0-1,0 0 1,0 0 0,0 0 0,0 0 0,0 0 0,0 0 0,-1 0 0,1 0 0,0 0 0,0 0 0,0 0 0,0 0 0,0 0 0,-1 0 0,1 0 0,0 0-1,0 0 1,0 0 0,0 0 0,0 0 0,0 0 0,0 0 0,-1 1 0,0-1-93,0 1 0,0 0 0,1 0 0,-1 0 0,0 0 1,0 0-1,0 0 0,1 0 0,-1 1 0,1-1 0,-1 0 0,1 0 0,-1 0 0,1 1 0,0-1 0,-1 0 0,1 0 1,0 1-1,0-1 0,0 0 0,0 0 0,0 1 0,0-1 0,1 0 0,-1 1 0,0-1 0,0 0 0,2 2 0,0 1-553,0-1-1,0 0 0,1 0 0,-1 0 0,1 0 0,0 0 0,0-1 0,0 1 0,7 3 0,-2 0-1445</inkml:trace>
</inkml:ink>
</file>

<file path=ppt/ink/ink1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13.598"/>
    </inkml:context>
    <inkml:brush xml:id="br0">
      <inkml:brushProperty name="width" value="0.035" units="cm"/>
      <inkml:brushProperty name="height" value="0.035" units="cm"/>
      <inkml:brushProperty name="color" value="#FF0066"/>
    </inkml:brush>
  </inkml:definitions>
  <inkml:trace contextRef="#ctx0" brushRef="#br0">266 33 3929,'-8'-4'2740,"0"1"1,-1 0-1,1 0 0,-1 1 1,0 0-1,0 0 0,-11 0 1,-10-3 2384,23 4-4001,-6-3-458,6 3-666,-1 2 0,3 1 0,0 0 0,0 0 0,1 0 0,-1 1 0,1 0 0,0 0 0,-4 4 0,5-5 0,1-1 0,0 1 0,0-1 0,0 1 0,1-1 0,-1 1 0,1 0 0,-1 0 0,1 0 0,0 0 0,-1 0 0,1 0 0,0 0 0,0 0 0,0 1 0,1-1 0,-1 0 0,0 4 0,0 4 0,0 1 0,1 19 0,0-12 0,1-14 0,-1 0 0,1 1 0,0-1 0,1 0 0,-1 0 0,1 0 0,3 6 0,-3-6 0,0 0 0,0 1 0,-1-1 0,1 0 0,-1 1 0,0-1 0,1 8 0,-2-7 0,1-1 0,0 1 0,0-1 0,0 1 0,1-1 0,-1 0 0,1 1 0,4 6 0,6 17 0,14 25 0,-21-40 0,0 0 0,12 19 0,-11-22 0,-1 0 0,0 0 0,0 0 0,-1 1 0,4 13 0,7 15 0,-12-33 0,0 1 0,0 0 0,-1-1 0,3 10 0,-2-1 0,0-1 0,1-1 0,1 1 0,7 16 0,-2 3 0,-9-28 0,0-1 0,0 1 0,1 0 0,0 0 0,0-1 0,0 1 0,0-1 0,0 1 0,1-1 0,5 6 0,8 9 0,-11-12 0,0-1 0,1-1 0,-1 1 0,1-1 0,8 6 0,-11-9 0,0-1 0,1 1 0,-1-1 0,1 0 0,-1 0 0,1 0 0,0 0 0,-1 0 0,1-1 0,0 0 0,-1 0 0,1 0 0,0 0 0,-1 0 0,1-1 0,0 0 0,-1 0 0,6-1 0,-1-2 0,0 1 0,0-1 0,0 0 0,-1 0 0,1-1 0,9-8 0,-15 11 0,1-1 0,-1 1 0,0-1 0,0 1 0,0-1 0,-1 0 0,1 1 0,0-1 0,-1 0 0,0 0 0,0 0 0,0-1 0,0 1 0,0 0 0,-1 0 0,1 0 0,-1-1 0,0 1 0,0 0 0,0 0 0,0-1 0,-1 1 0,1 0 0,-1 0 0,0-1 0,0 1 0,0 0 0,0 0 0,-3-4 0,-3-8 0,-1 0 0,-1 1 0,0 0 0,-15-16 0,5 9 0,-1 1 0,0 0 0,-2 2 0,-1 0 0,0 2 0,-47-25 0,53 33 0,-1 1 0,0 1 0,0 1 0,-1 1 0,0 0 0,0 2 0,0 0 0,-38 1 0,22 7 0,166-19 0,-57 3 0,36-6 0,-68 10 0,76-20 0,-81 16 0,24-10 0,-52 19 0,-8 1 0,-1 0 0,1 0 0,-1-1 0,1 1 0,0 0 0,-1 0 0,1 0 0,0 0 0,-1 0 0,1 1 0,0-1 0,-1 0 0,1 0 0,-1 0 0,1 1 0,0-1 0,-1 0 0,1 0 0,-1 1 0,1-1 0,-1 0 0,1 1 0,-1-1 0,1 1 0,-1-1 0,1 1 0,-1-1 0,0 1 0,1-1 0,-1 1 0,0-1 0,1 1 0,-1 0 0,0-1 0,0 1 0,1-1 0,-1 1 0,0 0 0,0-1 0,0 1 0,0 0 0,0-1 0,0 1 0,0 0 0,0-1 0,0 1 0,0 0 0,0-1 0,-1 1 0,1 0 0,0 12 0,2-8 0,0 1 0,0 0 0,-1-1 0,0 1 0,-1 0 0,1 0 0,-1-1 0,-1 13 0,1-2 0,-5 1 0,4-15 0,1-1 0,-1 0 0,1 0 0,-1 0 0,1 1 0,0-1 0,-1 0 0,1 1 0,0-1 0,0 0 0,0 1 0,0-1 0,0 0 0,0 1 0,0-1 0,0 0 0,1 0 0,-1 2 0,1 0-92,1-1 0,-1 0 0,0 0 0,0 1 0,1-1 0,-1 0 0,1 0 0,0 0 0,-1-1 0,1 1 0,0 0 0,0-1 0,0 1 0,1-1 0,-1 1 0,0-1 0,0 0 0,1 0 0,-1 0 0,1 0 0,-1-1 0,1 1 0,-1-1 0,1 1-1,-1-1 1,1 0 0,-1 0 0,1 0 0,-1 0 0,1 0 0,0-1 0,-1 1 0,1-1 0,-1 0 0,0 0 0,5-2 0,20-27-9953,-7 16 5414,-17 12 3926,0 0-1,0 0 1,0 0-1,0-1 0,0 1 1,2-4-1,28-21-5303,-23 17 3839</inkml:trace>
</inkml:ink>
</file>

<file path=ppt/ink/ink1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14.177"/>
    </inkml:context>
    <inkml:brush xml:id="br0">
      <inkml:brushProperty name="width" value="0.035" units="cm"/>
      <inkml:brushProperty name="height" value="0.035" units="cm"/>
      <inkml:brushProperty name="color" value="#FF0066"/>
    </inkml:brush>
  </inkml:definitions>
  <inkml:trace contextRef="#ctx0" brushRef="#br0">155 22 2064,'-4'-3'783,"0"1"0,0 1-1,0-1 1,0 1 0,-8-2-1,-15-6 2228,26 8-2507,1 1-420,-1 0 0,1 0 0,-1 0 0,1 1 0,-1-1 0,1 0 0,-1 0 0,1 0 0,-1 1 0,1-1 0,-1 0 0,1 1 0,0-1 0,-1 0 0,1 1 0,0-1 0,-1 0 1,0 1-1,-2 5-34,3-6-41,-1 1 0,1-1 0,0 0 0,-1 0 0,1 1 0,0-1-1,-1 0 1,1 0 0,0 1 0,0-1 0,-1 0 0,1 1 0,0-1 0,0 1 0,-1-1 0,1 0 0,0 1-1,0-1 1,0 0 0,0 1 0,0-1 0,0 1 0,0-1 0,0 0 0,0 1 0,0-1 0,0 1 0,0-1-1,0 1 1,0-1 0,0 1 17,0 0-1,1-1 1,-1 1 0,0-1-1,0 1 1,0 0-1,0-1 1,0 1-1,0 0 1,0-1 0,0 1-1,0 0 1,0-1-1,0 1 1,-1 0-1,1-1 1,0 1 0,0-1-1,0 1 1,-1-1-1,1 1 1,0 0-1,-1-1 1,1 1 0,-1-1-1,1 1 1,-1-1-1,1 0 1,-1 1-1,1-1 1,-1 1 0,1-1-1,-1 0 1,1 1-1,-1-1 1,1 0-1,-1 0 1,0 0 0,1 1-1,-1-1 1,0 0-1,1 0 1,-1 0-1,0 0 1,1 0 0,-2 0-1,1 0 318,9 4 610,-16 6-1178,8-10 270,0 1 0,-1-1 0,1 0 0,0 0 0,0 0 0,0 0 0,0 1 1,0-1-1,-1 0 0,1 0 0,0 0 0,0 0 0,0 0 0,-1 0 0,1 0 0,0 0 0,0 0 1,0 0-1,-1 1 0,1-1 0,0 0 0,0 0 0,0 0 0,-1 0 0,1 0 0,0-1 0,0 1 1,0 0-1,-1 0 0,1 0 0,0 0 0,0 0 0,0 0 0,0 0 0,-1 0 0,1 0 1,0 0-1,0 0 0,0-1 0,0 1 0,-1 0 0,1 0 0,0 0 0,0 0 0,0-1 0,0 1 1,0 0-1,0 0 0,-1 0 0,1 0 0,0-1 0,0 1 0,0 0 0,0 0 0,0 0 1,0-1-1,0 1 0,0 0 0,0 0 0,0 0 0,0-1 0,0 1 0,0 0 0,-15 6 809,13-5-843,0 0 0,0 0 0,1 1 0,-1-1 0,1 1 0,-1-1 0,1 1 0,0-1 1,0 1-1,-1 0 0,0 2 0,2-3-6,0 1 0,-1-1 0,1 0 0,0 0 0,-1 0-1,1 0 1,-1 0 0,1 0 0,-1 0 0,1 0 0,-1 0 0,0 0 0,-1 1 0,1-1-1,0 0 0,1 1 0,-1-1 0,0 0-1,0 0 1,0 1 0,1-1 0,-1 0 0,1 1 0,-1-1 0,1 0 0,0 1 0,-1-1 0,1 3 0,0-3 13,0-1 1,0 1 0,0 0 0,0 0-1,1-1 1,-1 1 0,0 0-1,0-1 1,1 1 0,-1 0 0,1-1-1,-1 1 1,0 0 0,1-1 0,-1 1-1,1-1 1,-1 1 0,1-1 0,0 1-1,-1-1 1,1 1 0,-1-1 0,1 0-1,0 1 1,-1-1 0,1 0 0,0 1-1,0-1 1,-1 0 0,1 0 0,0 0-1,0 0 1,-1 0 0,1 0-1,0 0 1,0 0 0,-1 0 0,1 0-1,0 0 1,0 0 0,-1 0 0,1-1-1,0 1 1,0-1 0,2 1 47,0-1 0,0 0 0,0 0 0,-1 0 1,1 0-1,0-1 0,-1 1 0,1-1 0,-1 0 0,1 1 0,-1-1 0,2-3 1,9-7 57,5-9-41,-18 20-80,0 0 0,1 0 0,-1 0 0,0 0 0,0 0 0,0 0 0,1 0-1,-1 0 1,0 0 0,0 0 0,0 0 0,-1 0 0,1 1 0,0-1 0,0 0-1,-1 0 1,1 0 0,0 0 0,-1 0 0,1 0 0,-1 0 0,1 0 0,-1 0 0,1 1-1,-2-2 1,-9-15-6,11 16-37,-1-1 1,0 0 0,0 1-1,0-1 1,0 1 0,0-1-1,0 1 1,0 0 0,0-1-1,0 1 1,-1 0 0,1 0-1,-1 0 1,1 0 0,0 0-1,-1 0 1,0 0 0,1 1-1,-1-1 1,0 0 0,1 1-1,-1 0 1,0-1 0,1 1-1,-1 0 1,0 0 0,0 0-1,-2 0 1,3 0-113,0 0 0,0 0 1,-1 0-1,1 1 0,0-1 0,0 0 0,0 1 0,0-1 1,0 1-1,0-1 0,0 1 0,0-1 0,0 1 0,0 0 1,0 0-1,0 0 0,0-1 0,0 1 0,0 0 0,1 0 1,-1 0-1,0 0 0,1 0 0,-1 0 0,1 0 0,-1 0 1,1 1-1,0-1 0,-1 0 0,1 0 0,0 0 0,0 0 1,0 1-1,0-1 0,0 0 0,0 0 0,0 0 0,0 0 1,0 1-1,0-1 0,1 0 0,-1 0 0,0 0 0,1 0 1,-1 0-1,1 0 0,0 0 0,-1 0 0,1 0 0,0 0 1,-1 0-1,1 0 0,0 0 0,0 0 0,0 0 0,0-1 1,0 1-1,0 0 0,0-1 0,0 1 0,0-1 0,2 1 1,54 21-4743,-38-17 2483</inkml:trace>
</inkml:ink>
</file>

<file path=ppt/ink/ink1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15.410"/>
    </inkml:context>
    <inkml:brush xml:id="br0">
      <inkml:brushProperty name="width" value="0.035" units="cm"/>
      <inkml:brushProperty name="height" value="0.035" units="cm"/>
      <inkml:brushProperty name="color" value="#FF0066"/>
    </inkml:brush>
  </inkml:definitions>
  <inkml:trace contextRef="#ctx0" brushRef="#br0">292 480 1632,'0'-1'689,"0"0"-1,1 1 1,-1-1 0,0 0-1,0 0 1,0 0-1,0 1 1,0-1-1,-1 0 1,1 0 0,0 0-1,0 1 1,0-1-1,-1 0 1,1 0-1,0 1 1,-1-1 0,1 0-1,-1 1 1,1-1-1,-1 0 1,1 1-1,-2-2 1,1 2 125,0 0 1,-1 0-1,1 0 1,0 0-1,0 0 1,-1 1-1,1-1 1,0 0-1,0 1 1,-1-1-1,1 0 1,-1 2 0,-9 1-197,-109 47 2784,109-43-3402,-1 0 0,2 0 0,-19 17 0,5-4 0,20-17 0,0 1 0,-1 0 0,1 0 0,1 0 0,-1 1 0,1-1 0,0 1 0,0 0 0,0 0 0,0 0 0,1 0 0,0 1 0,0-1 0,0 0 0,1 1 0,0 0 0,0-1 0,0 1 0,1 0 0,0 7 0,0-12 0,0 1 0,0-1 0,0 0 0,1 0 0,-1 1 0,0-1 0,1 0 0,-1 0 0,1 0 0,-1 0 0,1 0 0,-1 1 0,1-1 0,0 0 0,0 0 0,-1 0 0,1-1 0,0 1 0,0 0 0,0 0 0,0 0 0,1 0 0,2 1 0,-1 0 0,1-1 0,-1 0 0,1 1 0,-1-1 0,1 0 0,5 0 0,5 1 0,-1-2 0,0 1 0,19-3 0,83-20 0,-50 8 0,-14 2-451,-1-1 0,88-38-1,-119 41 207,-1 0 0,0-1 0,-1-2 0,21-18 0,-36 29 236,0 0 1,0-1-1,0 1 0,0-1 1,-1 1-1,1-1 0,-1 0 1,1 0-1,-1 1 0,0-1 1,0 0-1,-1 0 1,1 0-1,-1 0 0,1 0 1,-1-1-1,0 1 0,0 0 1,0 0-1,0 0 1,-1 0-1,0 0 0,1 0 1,-1 0-1,0 0 0,-2-3 1,2 3 62,0-1-1,0 1 1,-1-1 0,0 1-1,0-1 1,0 1 0,0 0 0,0 0-1,0 0 1,-1 0 0,0 0 0,1 1-1,-1-1 1,0 1 0,0 0-1,-1 0 1,1 0 0,0 0 0,-7-2-1,1 3 39,-1 0-1,1 0 1,-1 1-1,1 1 1,-1-1-1,1 2 0,-1-1 1,1 1-1,0 0 1,0 1-1,0 0 1,0 1-1,0 0 1,1 0-1,0 1 1,-1 0-1,2 1 1,-12 9-1,9-7-91,1 2 0,0-1 0,1 1 0,0 0 0,0 1 0,1 0 0,-10 20 0,17-29 0,-1-1 0,1 1 0,0 0 0,0-1 0,-1 1 0,1 0 0,0-1 0,0 1 0,0-1 0,1 1 0,-1 0 0,0-1 0,1 1 0,-1 0 0,1-1 0,-1 1 0,2 2 0,3 12 0,-5-16 0,0 1 0,0 0 0,1 0 0,-1 0 0,0-1 0,1 1 0,-1 0 0,1-1 0,-1 1 0,1 0 0,-1-1 0,1 1 0,-1 0 0,1-1 0,0 1 0,-1-1 0,1 1 0,0-1 0,-1 0 0,1 1 0,0-1 0,0 0 0,0 1 0,-1-1 0,1 0 0,0 0 0,0 0 0,0 0 0,1 0 0,30 3 0,-31-3 0,41-7 0,-17 2 0,-14 2 0,-1 0 0,0 0 0,0-1 0,9-6 0,-10 6 0,-2 1 0,-1-1 0,1 0 0,-1 0 0,1-1 0,-1 0 0,6-6 0,2-1 0,-13 12 0,0-1 0,0 0 0,0 1 0,0-1 0,0 0 0,0 0 0,0 0 0,-1 0 0,1 0 0,0 0 0,0 0 0,-1 0 0,1 0 0,-1 0 0,1-1 0,22-35 0,-23 32 0,-7 5 0,5 1 0,0 0 0,-1 1 0,1-1 0,0 1 0,0-1 0,0 1 0,1 0 0,-1 0 0,0 0 0,-2 4 0,3-5 0,0 0 0,0 1 0,0-1 0,0 1 0,1-1 0,-1 1 0,0-1 0,1 1 0,-1-1 0,1 1 0,0-1 0,-1 1 0,1 0 0,0-1 0,0 1 0,0-1 0,0 1 0,0 2 0,3 4 0,1-1 0,0 1 0,0 0 0,0-1 0,1 0 0,11 13 0,-13-16 0,1-1 0,0 1 0,1-1 0,-1 0 0,0 0 0,1-1 0,0 0 0,-1 1 0,1-1 0,0-1 0,0 1 0,0-1 0,7 1 0,0 0 0,-1-1 0,1-1 0,-1 0 0,1 0 0,-1-1 0,0 0 0,1-1 0,-1-1 0,0 0 0,0 0 0,0-1 0,14-8 0,-16 8 0,0-1 0,-1 0 0,1 0 0,13-13 0,-19 15 0,-1 1 0,0-1 0,1 0 0,-1 1 0,0-1 0,0 0 0,0 0 0,-1 0 0,1-1 0,-1 1 0,0 0 0,0-1 0,0 1 0,0 0 0,0-1 0,0-6 0,-2 6 0,0 1 0,-1-1 0,1 0 0,-1 1 0,1-1 0,-1 1 0,0-1 0,-5-5 0,-6-13 0,7 9 0,1 0 0,0-1 0,1 0 0,-3-16 0,-10-50 0,10 44 0,4 20 0,1 0 0,-2-24 0,4 30 0,-1-1 0,-1 0 0,-3-13 0,2 14 0,1-1 0,0 0 0,0-13 0,2 19 0,-1 1 0,0-1 0,0 1 0,0 0 0,-1-1 0,1 1 0,-1 0 0,0 0 0,0-1 0,-1 2 0,1-1 0,-4-4 0,3 4 0,3 3 0,0 1 0,-1 0 0,1-1 0,0 1 0,-1 0 0,1 0 0,0-1 0,-1 1 0,1 0 0,0 0 0,-1 0 0,1-1 0,0 1 0,-1 0 0,1 0 0,-1 0 0,1 0 0,0 0 0,-1 0 0,1 0 0,-1 0 0,1 0 0,0 0 0,-1 0 0,1 0 0,-1 0 0,1 0 0,0 0 0,-1 0 0,1 1 0,-1-1 0,1 0 0,0 0 0,-1 0 0,1 1 0,0-1 0,-1 0 0,1 0 0,0 1 0,0-1 0,-1 0 0,1 1 0,0-1 0,0 0 0,-1 1 0,1-1 0,0 0 0,0 1 0,0-1 0,0 0 0,-1 1 0,1-1 0,0 1 0,0-1 0,0 0 0,0 1 0,0-1 0,0 1 0,0-1 0,0 0 0,0 1 0,0 2 0,-4 5 0,1 0 0,-1 1 0,2-1 0,-1 1 0,1-1 0,-1 15 0,0 57 0,3-68 0,8 43 0,-7-50 0,-1 0 0,1 0 0,1 1 0,-1-1 0,1 0 0,0 0 0,0-1 0,5 9 0,8 24 0,-12-30 0,-1 1 0,2-1 0,-1 0 0,6 8 0,-5-9 0,0 0 0,-1 1 0,0-1 0,0 1 0,2 7 0,15 35 0,-18-43 0,1 0 0,0 0 0,0-1 0,0 1 0,0-1 0,9 10 0,10 17 0,-21-30 0,0 0 0,1-1 0,-1 1 0,0 0 0,1-1 0,-1 1 0,1-1 0,0 0 0,-1 0 0,1 1 0,0-1 0,3 1 0,5 4 0,-9-5 0,1 0 0,-1 0 0,0 0 0,1 0 0,-1 0 0,1-1 0,-1 1 0,1 0 0,0-1 0,-1 1 0,1-1 0,0 0 0,-1 1 0,1-1 0,0 0 0,-1 0 0,1 0 0,0 0 0,-1 0 0,1-1 0,0 1 0,-1 0 0,1-1 0,0 1 0,1-2 0,10-2 0,0-1 0,0-1 0,0 0 0,-1 0 0,0-1 0,0-1 0,-1 0 0,0-1 0,0 0 0,-1-1 0,13-14 0,20-14 0,1 1 0,-37 32 0,-6 5 0,-1 0 0,0 0 0,1-1 0,-1 1 0,1 0 0,-1 0 0,1 0 0,-1 0 0,1 0 0,-1 0 0,1-1 0,-1 1 0,1 0 0,-1 1 0,1-1 0,-1 0 0,1 0 0,-1 0 0,1 0 0,-1 0 0,1 0 0,-1 1 0,1-1 0,-1 0 0,1 0 0,-1 1 0,1-1 0,-1 0 0,0 1 0,1-1 0,-1 0 0,0 1 0,1-1 0,-1 0 0,0 1 0,1-1 0,-1 1 0,0-1 0,0 1 0,0-1 0,1 1 0,-1-1 0,0 1 0,1 1 0,10 9 0,3 4 0,-11-12 0,-1 1 0,0-1 0,1 0 0,0 0 0,-1-1 0,1 1 0,1 0 0,-1-1 0,0 0 0,0 0 0,7 4 0,42 13 0,-17-10 0,1-3 0,0 0 0,0-3 0,59-1 0,-79-3 0,-1-1 0,0 0 0,0-2 0,0 1 0,-1-2 0,25-10 0,-32 12-11,-1 0 0,1 0-1,-1-1 1,0 1 0,10-9 0,-14 10-18,0 0 1,0 0-1,0 0 0,-1 0 1,1 0-1,-1 0 0,1 0 0,-1-1 1,0 1-1,0 0 0,0-1 1,0 1-1,0-1 0,-1 0 1,1 1-1,-1-1 0,1 0 1,-1-2-1,0-33-7992,0 12-4029,-1 25 11764,1 1-1,0-1 1,-1 1-1,1-1 1,-1 0 0,1 1-1,-1-1 1,1 1 0,-1 0-1,1-1 1,-1 1 0,1-1-1,-1 1 1,0 0-1,1-1 1,-1 1 0,1 0-1,-1 0 1,0-1 0,0 1-1,1 0 1,-1 0 0,0 0-1,-2-1-967,-6 0-2111</inkml:trace>
</inkml:ink>
</file>

<file path=ppt/ink/ink1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15.740"/>
    </inkml:context>
    <inkml:brush xml:id="br0">
      <inkml:brushProperty name="width" value="0.035" units="cm"/>
      <inkml:brushProperty name="height" value="0.035" units="cm"/>
      <inkml:brushProperty name="color" value="#FF0066"/>
    </inkml:brush>
  </inkml:definitions>
  <inkml:trace contextRef="#ctx0" brushRef="#br0">43 156 1368,'-29'-13'4493,"28"12"-4200,0 0 0,0 1 0,0-1 0,0 0 0,0 0 0,0 0-1,0 0 1,1 0 0,-1 0 0,0 0 0,1 0 0,-1 0 0,1 0 0,-1 0 0,1 0 0,0 0 0,-1-1 0,1 1 0,0 0-1,0 0 1,0-2 0,0 2 363,17-4 1313,1 4-1027,1-1 1,19-5-1,8 0-22,47-9-232,8-3-1343,-38 6-969,64-13-4845,-59 11 336,-33 8 2457</inkml:trace>
</inkml:ink>
</file>

<file path=ppt/ink/ink1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15.933"/>
    </inkml:context>
    <inkml:brush xml:id="br0">
      <inkml:brushProperty name="width" value="0.035" units="cm"/>
      <inkml:brushProperty name="height" value="0.035" units="cm"/>
      <inkml:brushProperty name="color" value="#FF0066"/>
    </inkml:brush>
  </inkml:definitions>
  <inkml:trace contextRef="#ctx0" brushRef="#br0">102 0 1624,'-43'3'8537,"1"-1"-5063,41-2-3486,1 0 0,-1 0 1,0 0-1,1 0 0,-1 0 1,1 0-1,-1 0 0,0 0 0,1 0 1,-1 1-1,1-1 0,-1 0 1,1 0-1,-1 0 0,1 1 0,-1-1 1,0 0-1,1 1 0,0-1 1,-1 0-1,1 1 0,-1-1 0,1 1 1,-1-1-1,1 1 0,0-1 1,-1 1-1,1-1 0,0 1 0,0-1 1,-1 1-1,1-1 0,0 1 1,0-1-1,0 1 0,-1 0 0,1-1 1,0 1-1,0-1 0,0 1 1,0 0-1,0-1 0,0 1 0,1-1 1,-1 1-1,0 0 0,0-1 1,0 1-1,0-1 0,1 1 0,-1-1 1,0 1-1,1-1 0,-1 1 1,0-1-1,1 1 0,-1-1 0,0 1 1,1-1-1,-1 0 0,1 1 0,-1-1 1,1 0-1,-1 1 0,1-1 1,-1 0-1,1 1 0,0-1 0,0 0 1,6 3-1235,0 0 1,0 0-1,0-1 0,1 0 1,13 2-1,-4 1-2023</inkml:trace>
</inkml:ink>
</file>

<file path=ppt/ink/ink1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16.542"/>
    </inkml:context>
    <inkml:brush xml:id="br0">
      <inkml:brushProperty name="width" value="0.035" units="cm"/>
      <inkml:brushProperty name="height" value="0.035" units="cm"/>
      <inkml:brushProperty name="color" value="#FF0066"/>
    </inkml:brush>
  </inkml:definitions>
  <inkml:trace contextRef="#ctx0" brushRef="#br0">405 11 1440,'-4'-2'1055,"1"1"-1,-1-1 1,0 1-1,0 0 1,1 0-1,-1 0 1,0 0-1,0 1 0,0 0 1,0 0-1,-4 0 1,-48 7 7344,42-5-6075,6 0-915,-1 0 0,1 1 0,-13 6 0,-10 3 905,18-7-2314,-1 1 0,-22 14 0,6-3 0,22-13 0,-1 1 0,1-1 0,0 2 0,0-1 0,1 1 0,0 0 0,0 1 0,0 0 0,1 0 0,0 0 0,0 1 0,1-1 0,0 2 0,0-1 0,-4 13 0,8-19 0,0-1 0,1 1 0,-1 0 0,1 0 0,0 0 0,-1 0 0,1 0 0,0-1 0,0 1 0,0 0 0,0 0 0,1 0 0,-1 0 0,0 0 0,1 0 0,-1 0 0,1-1 0,0 1 0,0 0 0,-1 0 0,1-1 0,0 1 0,0-1 0,1 1 0,-1-1 0,0 1 0,1-1 0,-1 1 0,0-1 0,1 0 0,-1 0 0,1 0 0,0 0 0,-1 0 0,1 0 0,0-1 0,0 1 0,0 0 0,1 0 0,8 1 0,0 1 0,0-1 0,0-1 0,0 0 0,14-1 0,-9-1 0,0 0 0,0-1 0,0-1 0,0-1 0,0 0 0,-1-1 0,0 0 0,0-2 0,0 0 0,-1 0 0,0-1 0,16-13 0,16-22 0,-31 28 0,1 1 0,0 0 0,18-12 0,1 1 0,-30 20 0,0 1 0,0-1 0,0 1 0,1 1 0,0-1 0,-1 1 0,1 0 0,0 0 0,1 1 0,-1 0 0,0 0 0,1 0 0,12-1 0,-14 3 0,11 0 0,-1 1 0,30 4 0,-40-4 0,-1 0 0,1 0 0,-1 1 0,1-1 0,-1 1 0,0 0 0,0 1 0,0-1 0,0 1 0,0-1 0,0 1 0,-1 1 0,0-1 0,4 4 0,17 30 0,-23-36 0,-1-1 0,0 1 0,0 0 0,0 0 0,0 0 0,0 0 0,0-1 0,0 1 0,0 0 0,-1 0 0,1 0 0,0 0 0,0-1 0,-1 1 0,1 0 0,-1 0 0,1-1 0,0 1 0,-1 0 0,1-1 0,-1 1 0,-1 1 0,-14 14 0,14-14 0,0 0 0,-1 1 0,1-1 0,-1 0 0,1 0 0,-1-1 0,0 1 0,0-1 0,0 1 0,0-1 0,0 0 0,0 0 0,0 0 0,-1-1 0,1 1 0,0-1 0,0 1 0,-1-1 0,-3-1 0,7 2 0,0-1 0,0 0 0,-1 0 0,1 0 0,0 0 0,0 0 0,0 0 0,0 0 0,-1 0 0,1 0 0,0-1 0,0 1 0,0 0 0,-1 0 0,1 0 0,0 0 0,0 0 0,0 0 0,0 0 0,-1 0 0,1 0 0,0 0 0,0-1 0,0 1 0,0 0 0,0 0 0,0 0 0,0 0 0,-1 0 0,1-1 0,0 1 0,0 0 0,0 0 0,0 0 0,0 0 0,0-1 0,0 1 0,0 0 0,0 0 0,0 0 0,0-1 0,0 1 0,0 0 0,0 0 0,0-1 0,6-10 0,10-9 0,-3 10 0,1 0 0,0 1 0,0 0 0,1 2 0,0-1 0,30-9 0,-23 11 0,0 1 0,28-4 0,-43 8 0,3 1 0,-1 0 0,0 0 0,0 1 0,0 1 0,0-1 0,0 2 0,-1-1 0,1 1 0,13 6 0,-16-5 0,1 0 0,-1 0 0,-1 0 0,1 1 0,-1-1 0,1 2 0,-2-1 0,1 0 0,0 1 0,-1 0 0,6 10 0,6 4 0,-14-18 0,1 1 0,-1-1 0,0 1 0,0 0 0,0-1 0,3 7 0,-2-3-5,0 0 0,1 0 0,-1 0 0,1 0 0,1 0 0,6 6 0,8 13-1149,-16-20 403,0 0-1,0-1 1,0 1 0,1-1-1,6 6 1,-4-6-1393,0 1 0,0 0 0,-1 1 1,0-1-1,7 12 0,-12-17 1945,1 0 1,-1 1-1,0-1 1,0 0-1,0 1 1,0-1-1,0 0 1,0 0-1,0 1 1,0-1-1,0 0 0,0 1 1,0-1-1,0 0 1,0 1-1,0-1 1,0 0-1,0 1 1,0-1-1,-1 0 0,1 0 1,0 1-1,0-1 1,0 0-1,0 0 1,-1 1-1,1-1 1,0 0-1,0 0 1,0 1-1,-1-1 0,1 0 1,0 0-1,0 0 1,-1 0-1,1 1 1,-2 0-1450,0 5-2981</inkml:trace>
</inkml:ink>
</file>

<file path=ppt/ink/ink1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18.196"/>
    </inkml:context>
    <inkml:brush xml:id="br0">
      <inkml:brushProperty name="width" value="0.035" units="cm"/>
      <inkml:brushProperty name="height" value="0.035" units="cm"/>
      <inkml:brushProperty name="color" value="#FF0066"/>
    </inkml:brush>
  </inkml:definitions>
  <inkml:trace contextRef="#ctx0" brushRef="#br0">317 28 456,'-8'1'1406,"-1"-2"-1,1 1 1,-1-2 0,1 1-1,-17-5 1,-3-1 20048,22 6-20071,-13-7-343,19 7-1040,0 1 0,0 0 0,0 0 0,0 0 0,-1 0 0,1-1 0,0 1 0,0 0 0,0 0 0,-1 0 0,1 0 0,0 0 0,0 0 0,-1 0 0,1 0 0,0 0 0,0 0 0,-1-1 0,1 1 0,0 0 0,0 0 0,0 0 0,-1 1 0,1-1 0,0 0 0,0 0 0,-1 0 0,1 0 0,0 0 0,0 0 0,-1 0 0,1 0 0,0 0 0,0 0 0,0 1 0,-1-1 0,1 0 0,0 0 0,0 0 0,0 0 0,0 1 0,-1-1 0,1 0 0,0 0 0,0 0 0,0 1 0,0-1 0,0 0 0,0 0 0,0 1 0,0-1 0,0 0 0,0 0 0,-1 1 0,1-1 0,-32 7 0,27-5 0,0 1 0,1-1 0,-1 1 0,1 0 0,0 0 0,0 0 0,0 1 0,0-1 0,-3 5 0,-7 6 0,11-10 0,0-1 0,1 0 0,0 0 0,0 1 0,0-1 0,0 1 0,0 0 0,1-1 0,-1 1 0,1 0 0,0 0 0,0 0 0,1 0 0,-1 8 0,1-1 0,0-1 0,0 1 0,1 0 0,4 15 0,-2 34 0,0-45 0,-1 1 0,-1-1 0,0 0 0,-1 1 0,-1-1 0,0 0 0,-1 0 0,-1 1 0,-7 23 0,-4 26 0,2-8 0,2-21 0,-7 46 0,10-48 0,4-25 0,2-1 0,-1 1 0,1-1 0,0 10 0,1 99 0,0-110 0,1-1 0,0 1 0,0-1 0,4 13 0,-3-13 0,0 0 0,0-1 0,-1 1 0,1 12 0,6 25 0,-8-11 0,2-27 0,3-5 0,-3-1 0,0 0 0,-1-1 0,1 1 0,-1 0 0,0-1 0,1 1 0,-1-1 0,0 1 0,0-1 0,2-2 0,7-9 0,11-4 0,-19 15 0,1-1 0,0 1 0,-1 0 0,1-1 0,0 1 0,0 1 0,1-1 0,4-2 0,17-4 0,7-2 0,0 1 0,42-7 0,170-23 0,-78 10 0,175-36 0,-333 63 0,27-10 0,-34 12 0,1-1 0,-1 0 0,0 0 0,0 1 0,0-1 0,0 0 0,0 0 0,0 0 0,0 0 0,0 0 0,0-1 0,0 1 0,0 0 0,-1 0 0,1 0 0,-1-1 0,1 1 0,-1 0 0,1-1 0,-1 1 0,0-1 0,1 1 0,-1-3 0,0 3 0,0 1 0,-1-1 0,1 1 0,0-1 0,0 0 0,0 1 0,-1-1 0,1 1 0,0-1 0,-1 1 0,1-1 0,0 1 0,-1-1 0,1 1 0,-1 0 0,1-1 0,0 1 0,-1 0 0,1-1 0,-1 1 0,1 0 0,-1-1 0,0 1 0,0 0 0,-19-7 0,6 3 0,-3 0 0,1 0 0,-1 0 0,0 2 0,0 0 0,1 1 0,-1 0 0,0 2 0,0 0 0,-19 4 0,-23 0 0,15 1 0,27-6 0,17 0 0,0 0 0,0 1 0,0-1 0,0 0 0,0 0 0,0 0 0,0 0 0,0 0 0,0 0 0,0 0 0,0 0 0,0 0 0,0 0 0,0 0 0,0 0 0,0 0 0,0 0 0,0 0 0,0 0 0,0 0 0,0 0 0,0 0 0,0 0 0,0 0 0,0 0 0,0 0 0,0 1 0,0-1 0,0 0 0,0 0 0,0 0 0,10 3 0,13 2 0,21 3 0,-29-6 0,0 1 0,-1 0 0,1 1 0,20 8 0,-8-2 0,-22-9 0,0 0 0,-1 1 0,0-1 0,1 1 0,5 4 0,-2-2 0,0 1 0,-1 1 0,1 0 0,-1 0 0,11 12 0,-17-17 0,1 1 0,-1 0 0,0 0 0,0 0 0,0 0 0,0 0 0,0 1 0,0-1 0,0 0 0,-1 0 0,1 1 0,-1-1 0,1 0 0,-1 1 0,0-1 0,0 0 0,0 1 0,0-1 0,-1 0 0,1 1 0,-1-1 0,1 0 0,-1 0 0,0 1 0,0-1 0,-2 4 0,1-4-17,0 1-1,0-1 1,-1 1-1,1-1 1,-1 0-1,0 0 1,1 0 0,-1 0-1,0 0 1,0 0-1,-1-1 1,1 0-1,0 0 1,-4 1 0,-57 14-942,51-13 583,11-3-584,-16 3-611,12-2-3471</inkml:trace>
</inkml:ink>
</file>

<file path=ppt/ink/ink1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23.590"/>
    </inkml:context>
    <inkml:brush xml:id="br0">
      <inkml:brushProperty name="width" value="0.035" units="cm"/>
      <inkml:brushProperty name="height" value="0.035" units="cm"/>
      <inkml:brushProperty name="color" value="#FF0066"/>
    </inkml:brush>
  </inkml:definitions>
  <inkml:trace contextRef="#ctx0" brushRef="#br0">309 55 552,'1'0'145,"0"0"-1,0 0 0,0 0 1,-1-1-1,1 1 0,0 0 1,0-1-1,0 1 1,-1-1-1,1 1 0,0-1 1,-1 1-1,1-1 1,0 1-1,-1-1 0,1 0 1,0 1-1,-1-1 1,1 0-1,-1 1 0,0-1 1,1 0-1,-1 0 0,1 0 1,-1-1-1,3 1 1299,-3 1-1408,0 0 0,0 0 0,1 0 1,-1 0-1,0 0 0,0 0 1,1 0-1,-1 0 0,0 0 0,0 0 1,1-1-1,-1 1 0,0 0 1,0 0-1,0 0 0,1 0 0,-1 0 1,0-1-1,0 1 0,0 0 1,1 0-1,-1 0 0,0 0 0,0-1 1,0 1-1,0 0 0,0 0 0,0-1 1,0 1-1,1 0 0,-1 0 1,0-1-1,0 1 0,0-1 124,0 0 1,0 1-1,1-1 0,-1 0 0,0 0 0,0 0 1,0 1-1,0-1 0,0 0 0,0 0 1,-1 0-1,1 1 0,0-1 0,0 0 0,0 0 1,-1 1-1,1-1 0,0 0 0,-1 1 1,1-1-1,-1 0 0,1 1 0,-1-1 0,1 0 1,-1 1-1,1-1 0,-1 1 0,0-1 0,1 1 1,-1-1-1,0 1 0,1 0 0,-1-1 1,0 1-1,1 0 0,-1-1 0,0 1 0,0 0 1,0 0-1,1 0 0,-1 0 0,0 0 1,-1 0-1,-13-4 1804,8 3-1112,0-1 0,-1 1 0,1 0 1,0 1-1,0 0 0,0 0 0,0 0 0,-1 1 1,1 0-1,-7 2 0,-27 7 1660,33-9-2234,0 0 0,0 1 0,0 1 0,0-1 0,0 1 0,0 1 0,-6 3-1,1 2 144,0 0 0,-17 15 0,26-20-370,0 0 1,0 0-1,0 1 1,0-1-1,1 1 1,0 0-1,0 0 1,0 0-1,-2 8 1,-4 29 94,9-40-141,-1 0-1,1-1 1,0 1 0,0 0 0,0 0-1,0-1 1,0 1 0,0 0-1,0-1 1,0 1 0,1 0-1,-1-1 1,1 1 0,-1 0-1,1-1 1,0 1 0,0-1-1,-1 1 1,1-1 0,0 1-1,0-1 1,0 0 0,3 3-1,1 1 7,1 0 1,0-1-1,12 8 0,-13-9-6,4 1 18,1-1-1,-1 0 0,16 2 1,-21-4-15,1 0 6,0-1 0,0 0 0,0 0 1,-1-1-1,1 1 0,0-1 0,0 0 1,9-3-1,1-1 9,-10 3-9,0 0 0,0-1 0,0 0 1,-1 0-1,1 0 0,-1 0 0,7-8 0,-2 3 19,-3 3 2,0 0 0,-1 0 0,1-1-1,-1 0 1,0 0 0,-1-1 0,0 1 0,0-1 0,4-8 0,-7 12-33,1 1 0,0-1 0,-1 0 0,1 1 0,0-1-1,0 1 1,1 0 0,-1 0 0,0 0 0,4-3 0,20-19-3,-19 20 2,0 8 0,-3 0 0,-1 0 0,-1 1 0,1-1 0,-1 1 0,4 8 0,-6-11 0,8 14 0,15 26 0,5 8 0,-19-32 0,-5-11 0,-1 1 0,1-1 0,-1 1 0,0 0 0,-1 0 0,0 0 0,2 16 0,1 10 0,-4-29 0,0 0 0,0 0 0,0 0 0,-1 1 0,1-1 0,-1 0 0,-1 0 0,1 0 0,-2 6 0,1-5 0,0 0 0,-1 0 0,0 0 0,-1-1 0,1 1 0,-1 0 0,0-1 0,0 0 0,-1 0 0,0 0 0,0 0 0,0 0 0,0-1 0,-7 6 0,0 1 0,9-9 0,-1 0 0,1 1 0,-1-1 0,1 0 0,-1 0 0,0 0 0,0 0 0,0-1 0,-3 2 0,-18 5 0,6-2 0,-29 7 0,42-13 0,0 1 0,0 0 0,0-1 0,0 0 0,0 0 0,0-1 0,0 1 0,0-1 0,0 0 0,-9-3 0,-13-5 0,22 8 0,0 0 0,1-1 0,-1 1 0,1-1 0,-6-3 0,-6-3 0,14 7 0,0 0 0,1 1 0,-1-1 0,0 0 0,1 0 0,-1 0 0,1 0 0,0 0 0,-1-1 0,1 1 0,-2-2 0,-7-8 0,9 10 0,0 0 0,0 0 0,-1 0 0,1 0 0,0 0 0,0 0 0,0 0 0,0 0 0,0-1 0,1 1 0,-1 0 0,0-1 0,1 1 0,-1-1 0,0 1 0,1-1 0,0 1 0,-1-1 0,1 1 0,0-1 0,0 1 0,0-1 0,0 0 0,0 1 0,0-1 0,0 1 0,1-1 0,-1 1 0,1-3 0,1 0 0,-1 0 0,1 1 0,1-1 0,-1 0 0,0 1 0,1 0 0,0-1 0,0 1 0,0 0 0,0 0 0,0 0 0,0 1 0,1-1 0,0 1 0,-1 0 0,1 0 0,0 0 0,0 1 0,0-1 0,5 0 0,12-7 0,25-8 0,24-1 0,-34 9 0,55-8 0,-74 14 0,0 2 0,1 0 0,-1 1 0,1 0 0,-1 1 0,1 1 0,-1 1 0,0 1 0,25 8 0,-36-9 0,-1 0 0,1 1 0,-1-1 0,1 1 0,-1 1 0,0-1 0,-1 1 0,1 0 0,5 7 0,-5-4 0,1-1 0,0-5 0,-10-3 0,-4-5 0,8 5 0,-1-1 0,0 0 0,1 0 0,-1 1 0,1-1 0,0 0 0,-1 0 0,1 1 0,0-1 0,0-2 0,0-76 0,0 80 0,-1-3 0,19 1 0,-13 3 0,0 0 0,0 0 0,-1 1 0,1 0 0,-1 0 0,0 0 0,1 0 0,-1 1 0,0 0 0,0 0 0,6 6 0,-7-5 0,-1-1 0,1 1 0,1-1 0,-1 1 0,0-1 0,1 0 0,5 3 0,-6-3 0,1-1 0,-1 1 0,1 0 0,-1 0 0,0 0 0,0 1 0,3 4 0,-4-2 0,-1-5 0,-1 0 0,1 0 0,-1 0 0,1 0 0,-1 0 0,1 0 0,0 0 0,-1 0 0,1-1 0,0 1 0,0 0 0,0 0 0,0 0 0,0-1 0,0 1 0,0-1 0,0 1 0,1 0 0,7 4 0,-9-5 0,1 0 0,-1 0 0,0 0 0,1 0 0,-1 0 0,0 0 0,1 0 0,-1 0 0,0 0 0,1 0 0,-1 0 0,0 0 0,1 0 0,-1 0 0,0 0 0,0 0 0,1 0 0,-1-1 0,0 1 0,1 0 0,-1 0 0,0 0 0,0 0 0,1-1 0,-1 1 0,0 0 0,0 0 0,1 0 0,-1-1 0,0 1 0,0 0 0,0-1 0,1 1 0,-1 0 0,0 0 0,0-1 0,0 1 0,0 0 0,0-1 0,0 1 0,0 0 0,0-1 0,0 1 0,0 0 0,0-1 0,0 1 0,0 0 0,0-1 0,0 1 0,0-1 0,0 1 0,17-21 0,-12 14 0,-1 1 0,1-1 0,0 1 0,1 0 0,12-10 0,15-17 0,-18 12 0,-12 16 0,-1 1 0,1-1 0,1 1 0,-1 0 0,1 0 0,-1 0 0,1 0 0,0 0 0,0 1 0,1 0 0,-1 0 0,6-3 0,-8 5 0,0 1 0,-1-1 0,1 1 0,0-1 0,-1 1 0,1 0 0,0 0 0,0-1 0,0 1 0,-1 0 0,1 1 0,0-1 0,0 0 0,-1 0 0,1 1 0,0-1 0,0 1 0,-1 0 0,1-1 0,2 3 0,-2-1 0,0 0 0,0 0 0,0 0 0,-1 0 0,1 1 0,0-1 0,-1 1 0,0-1 0,2 3 0,9 15 0,4 4 0,2 0 0,0-9 0,8 7 0,-24-21 0,-1 0 0,1 1 0,0-1 0,0 0 0,-1-1 0,1 1 0,0 0 0,0 0 0,0-1 0,0 1 0,0-1 0,0 0 0,0 1 0,0-1 0,0 0 0,0 0 0,0 0 0,0 0 0,0-1 0,0 1 0,0-1 0,3 0 0,46-17 0,-49 17 0,12-6 0,0-1 0,0 0 0,-1-1 0,0-1 0,-1 0 0,0-1 0,16-18 0,-26 26 0,1 0 0,-1-1 0,0 1 0,0-1 0,-1 0 0,1 0 0,-1 0 0,0 1 0,0-1 0,1-7 0,5-16 0,-7 25 0,1 0 0,-1 0 0,1 0 0,-1 0 0,0 0 0,0 0 0,0-1 0,0 1 0,0 0 0,0 0 0,-1 0 0,1 0 0,-1 0 0,0 0 0,1 0 0,-1 0 0,0 0 0,-2-3 0,-1-1 0,4 5 0,0 1 0,-1-1 0,1 1 0,0-1 0,0 1 0,0-1 0,-1 1 0,1 0 0,0-1 0,-1 1 0,1-1 0,0 1 0,-1 0 0,1-1 0,0 1 0,-1 0 0,1-1 0,-1 1 0,1 0 0,-1 0 0,1-1 0,-1 1 0,1 0 0,0 0 0,-1 0 0,1 0 0,-1-1 0,0 1 0,1 0 0,-1 0 0,1 0 0,-1 0 0,-5 5 0,1-1 0,0 0 0,0 1 0,-6 8 0,9-10 0,-1-1 0,1 1 0,0 0 0,0 0 0,1 0 0,-1 0 0,1 0 0,-1 0 0,1 1 0,0-1 0,0 0 0,0 4 0,-8 26 0,1 16 0,8-7 0,0-39 0,1-6 0,12-10 0,-12 12 0,-1 1 0,0 0 0,0 0 0,1-1 0,-1 1 0,0 0 0,0-1 0,1 1 0,-1 0 0,0-1 0,0 1 0,0 0 0,0-1 0,0 1 0,1 0 0,-1-1 0,0 1 0,0 0 0,0-1 0,0 1 0,0 0 0,0-1 0,0 1 0,0-1 0,0 1 0,0 0 0,0-1 0,-1 1 0,1-1 0,0-8 0,0-7 0,0 13 0,1 6 0,10 17 0,-10-19 0,-1 0 0,1 1 0,0-1 0,-1 1 0,1-1 0,0 0 0,0 0 0,0 0 0,0 1 0,0-1 0,0 0 0,0 0 0,2 1 0,9 9 0,11 9 0,-22-20 0,-1 0 0,0 0 0,0 1 0,0-1 0,1 0 0,-1 0 0,0 0 0,0 0 0,1 0 0,-1 0 0,0 0 0,0 0 0,1 0 0,-1 0 0,0 0 0,0 0 0,1 0 0,-1 0 0,0 0 0,0 0 0,1 0 0,-1 0 0,0 0 0,0-1 0,1 1 0,-1 0 0,0 0 0,0 0 0,0 0 0,1-1 0,0-2 0,41-19 0,-35 19 0,0-1 0,0 0 0,0 0 0,0-1 0,9-8 0,-13 10 0,0 0 0,0 0 0,-1 0 0,1 0 0,-1-1 0,0 1 0,1-1 0,1-6 0,-4 9 0,0 1 0,0 0 0,0 0 0,0 0 0,0-1 0,0 1 0,0 0 0,0 0 0,0 0 0,0 0 0,1-1 0,-1 1 0,0 0 0,0 0 0,0 0 0,0-1 0,0 1 0,0 0 0,0 0 0,0 0 0,1 0 0,-1 0 0,0-1 0,0 1 0,0 0 0,0 0 0,0 0 0,1 0 0,-1 0 0,0 0 0,0 0 0,0 0 0,0-1 0,1 1 0,-1 0 0,0 0 0,0 0 0,1 0 0,-1 0 0,0 0 0,0 0 0,0 0 0,1 0 0,-1 0 0,0 0 0,0 0 0,0 0 0,1 0 0,-1 0 0,0 0 0,0 0 0,0-1 0,0 1 0,1 0 0,-1 0 0,0 0 0,0 0 0,0 0 0,0-1 0,0 1 0,0 0 0,0 0 0,1 0 0,-1 0 0,0-1 0,0 1 0,0 0 0,0 0 0,0 0 0,0 0 0,0-1 0,0 1 0,0 0 0,0 0 0,0 0 0,0-1 0,0 1 0,1-4 0,7 8 0,8 8 0,-15-4 0,-1-1 0,18 14 0,-11-16 0,-4-5 0,-1 1 0,1-1 0,-1 1 0,1-1 0,0 0 0,-1 0 0,1 0 0,-1 0 0,1 0 0,0-1 0,-1 1 0,1-1 0,-1 0 0,5-1 0,0-1 0,7-1 0,-1-1 0,0 0 0,0-1 0,-1 0 0,0-1 0,20-15 0,-1 2 0,-26 17 0,0-1 0,0 0 0,0 0 0,7-10 0,-10 12 0,0 0 0,0 0 0,0-1 0,-1 1 0,1-1 0,-1 1 0,0-1 0,0 1 0,0-1 0,0 0 0,0 0 0,-1 0 0,1-3 0,4-17 0,-5 21 0,1 1 0,-1 0 0,1-1 0,-1 1 0,1-1 0,-1 1 0,0-1 0,0 1 0,0 0 0,0-1 0,0 1 0,0-1 0,0 1 0,0-1 0,0 1 0,-1-1 0,1 1 0,-1 0 0,1-1 0,-1 1 0,1 0 0,-1-1 0,-2-1 0,2-3 0,1 5 0,0 1 0,0-1 0,-1 0 0,1 1 0,0-1 0,0 0 0,0 1 0,-1-1 0,1 0 0,0 1 0,0-1 0,-1 1 0,1-1 0,-1 1 0,1-1 0,0 0 0,-1 1 0,1-1 0,-1 1 0,1 0 0,-1-1 0,1 1 0,-1-1 0,0 1 0,1 0 0,-1 0 0,0-1 0,1 1 0,-1 0 0,1 0 0,-1 0 0,0-1 0,1 1 0,-1 0 0,-1 0 0,-7 1 0,7 0 0,-1 0 0,0 0 0,1 0 0,-1 1 0,1-1 0,-1 1 0,1-1 0,0 1 0,0 0 0,0 0 0,0 0 0,0 0 0,0 0 0,0 0 0,0 1 0,1-1 0,-1 0 0,1 1 0,0-1 0,0 1 0,0 0 0,0-1 0,-1 6 0,-2 4 0,-7 37 0,9-38 0,0 0 0,1 0 0,0 0 0,1 0 0,0 0 0,0 0 0,1 0 0,1 0 0,0 0 0,1 0 0,4 11 0,10 52 0,-16-67 0,0 1 0,0-1 0,0 0 0,-1 1 0,0-1 0,-2 10 0,1 10 0,1-23 0,0-1 0,0 0 0,0-1 0,0 1 0,0 0 0,0-1 0,-1 1 0,1-1 0,-1 1 0,0-1 0,0 1 0,0-1 0,0 1 0,-1 1 0,-11 18 0,11-17 0,0 0 0,-1 0 0,0-1 0,0 0 0,0 1 0,0-1 0,-7 6 0,-14 10 0,-37 23 0,58-42 0,1 0 0,0 1 0,-1-2 0,1 1 0,0 0 0,-1 0 0,1-1 0,-1 1 0,-2-1 0,-11 4 0,11-2 0,1-1 0,-1 1 0,0-1 0,0 1 0,0-1 0,0-1 0,-5 1 0,8 0 0,0-1 0,0 0 0,1 0 0,-1 0 0,0 0 0,1-1 0,-1 1 0,0 0 0,1-1 0,-1 1 0,0-1 0,1 0 0,-1 1 0,1-1 0,-1 0 0,1 0 0,0 0 0,-1 0 0,1 0 0,-2-1 0,3 0 0,-1 1 0,1 0 0,-1 0 0,1-1 0,0 1 0,-1 0 0,1-1 0,0 1 0,0 0 0,0-1 0,0 1 0,0 0 0,0 0 0,0-1 0,0 1 0,1 0 0,-1-1 0,0 1 0,2-2 0,0-3 0,1 0 0,1 0 0,-1 0 0,1 1 0,0-1 0,0 1 0,7-7 0,77-60 0,-59 51 0,-2-2 0,35-36 0,-35 30 0,-7 8 0,18-26 0,-5 2 0,-11 17 0,27-48 0,-35 59 0,-13 11 0,-2 2 0,-6 4 0,4 1 0,0-1 0,1 1 0,-1 1 0,0-1 0,1 0 0,-1 1 0,1-1 0,0 1 0,-5 3 0,-7 5 0,8-8 0,0 1 0,1 0 0,0 0 0,-1 0 0,1 0 0,0 1 0,1 0 0,-1 0 0,1 1 0,0-1 0,0 1 0,-4 6 0,-10 9 0,15-17 0,0-1 0,1 1 0,-1 0 0,1 0 0,0 0 0,0 0 0,0 0 0,-3 6 0,-4 12 0,8-19 0,0 0 0,0-1 0,0 1 0,0 0 0,1 0 0,-1 0 0,1-1 0,-1 1 0,1 0 0,-1 0 0,1 0 0,0 0 0,0 0 0,0 0 0,0 0 0,0 0 0,1 0 0,-1 0 0,0-1 0,1 1 0,-1 0 0,1 0 0,0 0 0,1 1 0,0 1 0,1-1 0,-1 0 0,1 0 0,0 0 0,0 0 0,0-1 0,0 1 0,0-1 0,0 0 0,1 0 0,0 0 0,-1 0 0,1-1 0,0 1 0,-1-1 0,1 0 0,7 1 0,-1 0 0,0-1 0,1 0 0,-1 0 0,0-1 0,21-3 0,-4 0 0,-15 1 0,0 1 0,0-1 0,0-1 0,17-6 0,-12 2-247,24-13-2353,-27 9-2454,2-7-6842,-10 9 6216,1 4 1567</inkml:trace>
</inkml:ink>
</file>

<file path=ppt/ink/ink1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24.561"/>
    </inkml:context>
    <inkml:brush xml:id="br0">
      <inkml:brushProperty name="width" value="0.035" units="cm"/>
      <inkml:brushProperty name="height" value="0.035" units="cm"/>
      <inkml:brushProperty name="color" value="#FF0066"/>
    </inkml:brush>
  </inkml:definitions>
  <inkml:trace contextRef="#ctx0" brushRef="#br0">250 111 1528,'-6'-2'802,"0"-1"0,0 0-1,0-1 1,1 1 0,-1-1-1,1 0 1,0-1-1,0 1 1,-5-6 0,-6-3 1725,14 12-2266,1 1 0,-1-1-1,1 0 1,0 0-1,0 0 1,-1 0-1,1 0 1,0 0 0,0 0-1,0 0 1,-1-2-1,0 1 406,0 0 0,0 0-1,0 0 1,0 1 0,0-1 0,0 1-1,0-1 1,-1 1 0,1 0 0,0 0-1,-6-2 1,6 2 281,-1 0 0,1 0 0,-1 0 0,1 0 0,-1-1 0,1 1 0,-5-4 0,-1-2 980,2 5-1851,12 11-76,-1-2 0,-1 0 0,0 0 0,0 0 0,-1 1 0,0 0 0,0 0 0,0 0 0,-1 0 0,-1 0 0,2 16 0,-2-14 0,0-1 0,1 0 0,-1 0 0,2 0 0,3 10 0,-3-11 0,-1 0 0,0 1 0,0-1 0,-1 1 0,1 8 0,-1-2 0,0-1 0,1 0 0,1 0 0,6 20 0,-8-29 0,0 1 0,0 0 0,-1-1 0,1 1 0,-1 0 0,-2 9 0,1 6 0,1-21 0,0 0 0,0 0 0,0 0 0,0 1 0,0-1 0,0 0 0,0 0 0,0 0 0,0 0 0,0 0 0,0 0 0,0 1 0,0-1 0,0 0 0,0 0 0,0 0 0,0 0 0,0 0 0,0 0 0,0 0 0,0 0 0,0 1 0,-1-1 0,1 0 0,0 0 0,0 0 0,0 0 0,0 0 0,0 0 0,0 0 0,0 0 0,-1 0 0,1 0 0,0 0 0,0 0 0,0 0 0,0 0 0,0 0 0,0 0 0,0 0 0,-1 0 0,1 0 0,0 0 0,0 0 0,0 0 0,-8-3 0,-6-8 0,14 11 0,-4-3 0,0 0 0,0-1 0,1 0 0,0 0 0,0 0 0,0 0 0,0 0 0,-3-7 0,-11-16 0,9 17 0,2 1 0,-1-1 0,1 0 0,1 0 0,0-1 0,-6-17 0,-3-4 0,-18-63 0,31 92 0,0 0 0,1 0 0,-1 0 0,1 0 0,0 1 0,0-1 0,0 0 0,0 0 0,1 0 0,-1 0 0,2-3 0,-2 5 0,1 0 0,-1 0 0,1 1 0,0-1 0,0 0 0,0 0 0,-1 1 0,1-1 0,0 0 0,0 1 0,0-1 0,0 1 0,0-1 0,0 1 0,0-1 0,0 1 0,0 0 0,0-1 0,0 1 0,1 0 0,-1 0 0,0 0 0,0 0 0,0 0 0,0 0 0,0 0 0,2 1 0,3 0 0,20-1 0,-1 2 0,1 1 0,-1 1 0,1 2 0,26 8 0,-7 2 0,79 41 0,-111-50 0,-1 1 0,-1 1 0,1 0 0,-2 0 0,1 1 0,-1 0 0,-1 1 0,13 18 0,-19-25 0,-1 0 0,0 1 0,0-1 0,0 1 0,-1-1 0,1 1 0,-1 0 0,0 0 0,0 0 0,-1-1 0,0 1 0,0 0 0,0 0 0,0 0 0,-1 0 0,1 0 0,-1 0 0,-1-1 0,1 1 0,-4 7 0,1-5 0,-1 0 0,0 0 0,0 0 0,-1 0 0,0-1 0,0 0 0,0 0 0,-1-1 0,-11 8 0,-8 2 0,-40 17 0,22-11 0,-23 5 0,62-24 0,-1 0 0,0 0 0,0-1 0,-10 2 0,-13 3 0,28-6 0,1 0 0,-1 1 0,0-1 0,1 0 0,-1 0 0,1 0 0,-1 0 0,0 1 0,1-1 0,-1 0 0,0 0 0,1 0 0,-1-1 0,1 1 0,-1 0 0,0 0 0,1 0 0,-1 0 0,0-1 0,1 1 0,-1 0 0,1 0 0,-1-1 0,1 1 0,-1 0 0,1-1 0,-1 1 0,1-1 0,-1 1 0,0-2 0,1 2-99,0-1 0,-1 1 0,1-1 0,0 0 0,0 1 0,0-1 1,0 0-1,0 1 0,0-1 0,0 0 0,0 1 0,0-1 0,0 0 0,0 0 0,0 1 0,0-1 0,1 1 0,-1-1 1,0 0-1,0 1 0,1-1 0,-1 0 0,1 1 0,-1-1 0,0 1 0,1-1 0,-1 1 0,2-1 0,13-14-3929,12 2-334,0 0 0,1 2 0,46-13 0,-51 17 1832,11-4-1122</inkml:trace>
</inkml:ink>
</file>

<file path=ppt/ink/ink1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25.041"/>
    </inkml:context>
    <inkml:brush xml:id="br0">
      <inkml:brushProperty name="width" value="0.035" units="cm"/>
      <inkml:brushProperty name="height" value="0.035" units="cm"/>
      <inkml:brushProperty name="color" value="#FF0066"/>
    </inkml:brush>
  </inkml:definitions>
  <inkml:trace contextRef="#ctx0" brushRef="#br0">166 155 392,'0'0'2953,"-16"1"7424,15 0-9452,-1 1 0,1-1 0,-1 1 0,1-1 0,0 1 0,-1-1 0,1 1 0,0 0 0,0-1 0,0 1 0,0 0 0,1 0 0,-2 2 0,2-3-730,0 0 1,-1 0-1,1 0 0,0 0 1,0 0-1,0 0 1,-1 0-1,1 0 0,0 0 1,1 0-1,-1 0 1,0 0-1,0 0 0,0 0 1,1 0-1,-1 0 0,0 0 1,1 0-1,-1 0 1,1 0-1,-1 0 0,1 0 1,-1 0-1,1-1 1,0 1-1,-1 0 0,1 0 1,0-1-1,1 2 1,22 17 37,-14-17-233,1-1 0,-1-1 0,0 0 0,1 0 0,-1-1 0,20-4 0,-19 3 0,-1 0 0,1 0 0,-1-1 0,0 0 0,1-1 0,-1 0 0,-1-1 0,1 0 0,-1 0 0,0-1 0,9-7 0,-17 12 0,1-1 0,0 0 0,-1 1 0,1-1 0,-1 0 0,1 0 0,-1 0 0,0 0 0,0 0 0,0 0 0,0-1 0,0 1 0,-1 0 0,1 0 0,-1-1 0,1 1 0,-1 0 0,0-1 0,0 1 0,0 0 0,0-1 0,0 1 0,-1 0 0,1-1 0,-1 1 0,1 0 0,-1 0 0,0-1 0,0 1 0,0 0 0,0 0 0,-2-2 0,-4-6 0,0 0 0,-1 0 0,0 1 0,-18-15 0,16 15 0,6 5 0,-1 1 0,1 1 0,-1-1 0,1 1 0,-1-1 0,0 1 0,1 0 0,-1 1 0,0-1 0,-1 1 0,1 0 0,0 1 0,0-1 0,0 1 0,0 0 0,-1 0 0,1 0 0,0 1 0,-6 1 0,-1 0 0,0 2 0,-1-1 0,1 1 0,0 1 0,1 0 0,-20 12 0,20-10 0,1 1 0,0 0 0,1 1 0,0 0 0,0 0 0,1 1 0,0 0 0,1 1 0,0 0 0,-7 14 0,11-18 0,0 0 0,0 0 0,1 0 0,0 1 0,-2 9 0,3-14 0,1 0 0,-1 0 0,1 0 0,0 0 0,0 0 0,0 0 0,0 0 0,1 0 0,-1 0 0,1 0 0,0 0 0,0 0 0,0 0 0,0-1 0,0 1 0,3 4 0,5 6 0,-8-11 0,0 0 0,0 0 0,0-1 0,0 1 0,0-1 0,1 1 0,-1-1 0,1 1 0,-1-1 0,1 0 0,-1 0 0,1 0 0,0 1 0,0-2 0,-1 1 0,4 1 0,6 3-13,0 0 0,1-1 0,-1-1 0,1 0 0,0-1-1,0 0 1,1 0 0,-1-1 0,0-1 0,14-1 0,91-15-6345,55-22-8441,-160 35 12584,-1-1-1,18-9 1,-11 2-1445</inkml:trace>
</inkml:ink>
</file>

<file path=ppt/ink/ink1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25.682"/>
    </inkml:context>
    <inkml:brush xml:id="br0">
      <inkml:brushProperty name="width" value="0.035" units="cm"/>
      <inkml:brushProperty name="height" value="0.035" units="cm"/>
      <inkml:brushProperty name="color" value="#FF0066"/>
    </inkml:brush>
  </inkml:definitions>
  <inkml:trace contextRef="#ctx0" brushRef="#br0">35 28 2080,'0'-7'2070,"1"7"-1829,-1-1 1,0 1-1,0-1 0,0 0 1,1 1-1,-1-1 0,0 1 0,0-1 1,0 0-1,0 1 0,0-1 1,0 0-1,0 1 0,0-1 0,-11-9 12682,11 9-12600,-1 1-1,1 0 0,-1 0 1,1 0-1,-1 0 0,1-1 0,-1 1 1,1 0-1,-1 0 0,1 0 1,-1 0-1,1 0 0,-1 0 0,0 1 1,1-1-1,-1 0 0,1 0 1,-1 0-1,1 0 0,-1 1 1,1-1-1,-1 0 0,1 0 0,-1 1 1,1-1-1,0 0 0,-1 1 1,1-1-1,-1 1 0,1-1 0,0 0 1,-1 1-1,1-1 0,0 1 1,-1 0-1,-7 52 150,7-30-472,2 0 0,0 0 0,2 0 0,0-1 0,2 1 0,8 26 0,13 37 0,-11-45 0,-10-26 0,0-1 0,1 1 0,15 24 0,3-2-256,-23-37-292,-1 1 0,1-1 0,0 1 1,0-1-1,-1 1 0,1-1 0,0 0 0,0 1 1,0-1-1,0 0 0,-1 0 0,1 1 0,0-1 0,0 0 1,0 0-1,0 0 0,0 0 0,0 0 0,0-1 0,0 1 1,-1 0-1,1 0 0,0 0 0,0-1 0,0 1 1,0-1-1,-1 1 0,1 0 0,1-2 0,0 1-23,-1 1-1,0-1 1,0 0 0,0 1-1,0-1 1,0 0-1,0 0 1,0 0-1,0 0 1,0 0 0,0 0-1,0 0 1,-1-1-1,1 1 1,0 0-1,-1 0 1,1 0 0,-1-1-1,1-1 1,-1-2-2333</inkml:trace>
</inkml:ink>
</file>

<file path=ppt/ink/ink1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26.237"/>
    </inkml:context>
    <inkml:brush xml:id="br0">
      <inkml:brushProperty name="width" value="0.035" units="cm"/>
      <inkml:brushProperty name="height" value="0.035" units="cm"/>
      <inkml:brushProperty name="color" value="#FF0066"/>
    </inkml:brush>
  </inkml:definitions>
  <inkml:trace contextRef="#ctx0" brushRef="#br0">77 218 2385,'-21'-3'2867,"18"3"-2221,0-1 1,0 1-1,0-1 1,0 1-1,0-1 1,0 0-1,1 0 1,-5-2-1,-5-2 2672,1-1 2627,8-4 1444,6 7-6829,0 1 1,0-1 0,0 1-1,0 0 1,0 0-1,1 0 1,-1 1-1,5-3 1,110-11-561,-56 9 0,16 1-1000,-49 3-1481,12-3-2253,43-11-5052,-61 12 6956,-19 3 2294,0 1 1,0-1 0,0 0 0,0 0-1,0-1 1,-1 1 0,7-4 0,6 0-1316,-16 5 1807,1 0 0,0 0 0,0 0 0,-1 0 1,1-1-1,0 1 0,0 0 0,-1 0 0,1 0 0,0-1 0,0 1 0,-1 0 0,1-1 0,0 1 0,-1-1 1,1 1-1,-1-1 0,1 1 0,0-1 0,-1 1 0,1-1 0,-1 0 0,1 1 0,-1-1 0,0 0 1,1 1-1,-1-1 0,0 0 0,1 1 0,-1-1 0,0 0 0,0 0 0,0-1 0,0 2 77,0-1 0,0 1-1,0 0 1,0 0-1,0-1 1,0 1 0,0 0-1,0 0 1,0-1 0,-1 1-1,1 0 1,0 0 0,0-1-1,0 1 1,-1 0 0,1 0-1,0 0 1,0 0 0,0-1-1,-1 1 1,1 0-1,0 0 1,0 0 0,-1 0-1,1 0 1,0 0 0,-1 0-1,1-1 1,0 1 0,0 0-1,-1 0 1,1 0 0,0 0-1,0 0 1,-1 0 0,1 0-1,0 0 1,-1 1 0,1-1-1,-1 0 1,-15 4 2274,7-2-1169,3-1-532,0 0 0,0 1-1,0 0 1,0 0 0,0 0 0,0 1 0,-10 6-1,15-8-512,1 0 0,-1 0 0,1 0 0,0 0-1,0 0 1,-1 0 0,1 0 0,0 0 0,0 0 0,0 0-1,0 0 1,0 1 0,0-1 0,1 0 0,-1 0-1,0 0 1,0 0 0,1 0 0,-1 0 0,1 0 0,-1 0-1,1 0 1,-1-1 0,1 1 0,-1 0 0,1 0-1,0 0 1,-1-1 0,3 3 0,2-2 20,1 0 0,0 0 0,-1-1 0,1 1 0,0-1 0,0 0 0,-1-1 0,1 1 0,0-1 0,-1 0 0,1-1 0,-1 1 0,7-4 0,24-5 0,-32 9-112,-1 0 0,0-1 0,0 0-1,1 0 1,-1 0 0,0 0 0,0 0 0,4-5 0,-6 6 2,0-1-1,0 1 1,0-1 0,0 1-1,0-1 1,-1 1 0,1-1 0,0 1-1,-1-1 1,1 0 0,-1 1-1,0-1 1,1 0 0,-1 0 0,0 1-1,0-1 1,0 0 0,0 0-1,-1 1 1,1-1 0,0 0 0,-1 1-1,1-1 1,-1 0 0,1 1-1,-1-1 1,0 1 0,0-1-1,0 1 1,0-1 0,-1-1 0,-17-15 89,17 16-56,1 0 0,0 0 0,-1 0 0,0 1 0,1-1 0,-1 1 0,0-1 0,0 1 0,1 0 0,-1 0 0,-4-2 0,2 2 37,0 0-1,1 1 1,-1 0 0,0-1 0,0 1 0,0 1-1,0-1 1,0 0 0,0 1 0,0 0 0,0 0 0,1 0-1,-1 0 1,-4 3 0,-6 3 297,-1 0 0,-14 12-1,14-9 170,13-9-489,1 0-1,-1 0 0,1 1 1,0-1-1,-1 0 0,1 1 1,0-1-1,0 1 1,0 0-1,0-1 0,-1 3 1,-11 14 423,10-15-398,-1 1 1,1-1-1,0 1 1,0 0 0,1 0-1,-1 0 1,1 0-1,0 1 1,-3 8-1,4-10-66,0-1 0,0 1-1,1 0 1,-1-1 0,1 1 0,-1 0-1,1-1 1,0 1 0,0 0 0,0 0-1,1-1 1,-1 1 0,1 0 0,-1-1-1,1 1 1,0-1 0,0 1 0,0 0-1,0-1 1,3 4 0,3 6-64,-6-10 10,-1-1 0,1 0 0,0 0 0,-1 1 0,1-1 0,0 0 0,0 0 0,0 0 0,0 0 0,0 0 0,0 0-1,0 0 1,0 0 0,0 0 0,1-1 0,-1 1 0,0 0 0,2 0 0,6 2-475,0-1 1,0 0-1,0 0 1,0-1-1,1 0 1,-1 0-1,0-1 0,1-1 1,9-1-1,87-18-5128,-101 19 5396,8-2-490,18-4-2994,53-19 0,-58 15 1237</inkml:trace>
</inkml:ink>
</file>

<file path=ppt/ink/ink1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26.724"/>
    </inkml:context>
    <inkml:brush xml:id="br0">
      <inkml:brushProperty name="width" value="0.035" units="cm"/>
      <inkml:brushProperty name="height" value="0.035" units="cm"/>
      <inkml:brushProperty name="color" value="#FF0066"/>
    </inkml:brush>
  </inkml:definitions>
  <inkml:trace contextRef="#ctx0" brushRef="#br0">274 297 1440,'-1'0'425,"0"0"0,0 0 0,0 0 0,0-1 0,0 1-1,-1 0 1,1 0 0,0-1 0,0 1 0,0-1 0,0 1 0,0-1 0,-1 0-1,1 0-27,0 0-1,0 1 0,-1-1 1,1 1-1,0-1 1,0 1-1,-1-1 0,1 1 1,0 0-1,-1-1 0,1 1 1,0 0-1,-2 0 0,-11 0 2762,1 1 0,-1 0-1,-21 6 1,28-5-2378,0 0 0,-1 1 0,1-1 0,0 2 0,0-1 0,0 1 0,1 0 0,-8 6 0,-10 9-655,19-16-122,0 0 1,0 0-1,1 1 0,-1 0 1,1 0-1,0 0 1,0 0-1,1 1 0,-1-1 1,1 1-1,0 0 1,0 0-1,1 0 0,-1 1 1,-1 7-1,2-9-3,1 0 0,0 0 0,0 1 0,0-1 0,0 0 0,1 0 0,0 1 0,0-1 0,0 0 0,0 1 0,1-1 0,-1 0 0,1 0 0,0 0 0,1 0 0,-1 0 0,1 0 0,-1 0 0,1 0 0,0 0 0,1 0 0,-1-1 0,4 4 0,-2-2 0,1 0 0,0 0 0,0 0 0,0 0 0,1-1 0,-1 0 0,1 0 0,0-1 0,0 0 0,0 0 0,1 0 0,-1-1 0,1 0 0,0 0 0,-1 0 0,1-1 0,0 0 0,0-1 0,10 1 0,5-1 0,1 0 0,-1-2 0,1-1 0,33-7 0,-25 2-566,-1-1 0,0-2 0,-1-1 0,46-25 0,-67 32 344,-1-1 0,1 0 0,-1-1-1,0 1 1,0-1 0,-1 0 0,9-12 0,-13 15 194,1 0 1,0-1-1,-1 1 1,0 0-1,0-1 1,-1 1-1,1-1 1,-1 1-1,0-1 1,0 0-1,0 0 1,-1 0-1,1 1 1,-1-1 0,0 0-1,-2-7 1,-17-48 320,12 42 245,-7-33 0,12 42-252,0 0-1,-1 0 1,0 1-1,-7-13 1,-5-15 715,7 19-576,0 0 1,-19-28-1,-9 7-425,36 37 0,-1 1 0,1-1 0,-1 1 0,1-1 0,-1 1 0,1-1 0,-1 1 0,1-1 0,-1 1 0,0-1 0,1 1 0,-1 0 0,1-1 0,-1 1 0,0 0 0,0 0 0,1 0 0,-1-1 0,0 1 0,1 0 0,-1 0 0,0 0 0,1 0 0,-1 0 0,0 0 0,0 0 0,1 1 0,-1-1 0,0 0 0,1 0 0,-1 0 0,0 1 0,1-1 0,-1 0 0,0 1 0,1-1 0,-1 1 0,1-1 0,-1 0 0,1 1 0,-1-1 0,1 1 0,-1 0 0,0 0 0,0 1 0,-1-1 0,1 1 0,0 0 0,-1 0 0,1 0 0,0 0 0,0 1 0,1-1 0,-1 0 0,0 0 0,1 0 0,-1 1 0,1 2 0,1 15 0,1 1 0,0-1 0,9 28 0,0 4 0,14 50 0,-14-51 0,-7-35 0,0 0 0,-2 1 0,2 21 0,-4-29 11,1 0 0,1 0 0,3 14 0,-2-14-66,-1 0-1,-1 0 1,2 17 0,-3-24-354,0 0 1,0 0-1,0-1 1,0 1-1,1 0 1,-1 0 0,1 0-1,-1 0 1,1 0-1,0-1 1,-1 1-1,1 0 1,0-1 0,0 1-1,0 0 1,1-1-1,-1 0 1,0 1-1,1-1 1,-1 1 0,0-1-1,1 0 1,0 0-1,-1 0 1,3 1-1,-1-1-413,-1 0 0,0-1-1,1 1 1,-1-1 0,0 1-1,1-1 1,-1 0 0,1 0-1,-1 0 1,0 0 0,1-1-1,-1 1 1,1 0-1,-1-1 1,0 0 0,0 0-1,1 0 1,-1 0 0,0 0-1,3-2 1,3-2-3127</inkml:trace>
</inkml:ink>
</file>

<file path=ppt/ink/ink1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26.990"/>
    </inkml:context>
    <inkml:brush xml:id="br0">
      <inkml:brushProperty name="width" value="0.035" units="cm"/>
      <inkml:brushProperty name="height" value="0.035" units="cm"/>
      <inkml:brushProperty name="color" value="#FF0066"/>
    </inkml:brush>
  </inkml:definitions>
  <inkml:trace contextRef="#ctx0" brushRef="#br0">69 140 1712,'-7'-2'1631,"1"-1"0,-1 0 0,1 0 0,-12-7-1,16 8-1093,0 1-1,0 0 1,1 0-1,-1-1 0,1 1 1,-1-1-1,1 1 1,0-1-1,-1 1 1,1-1-1,0 0 1,0 0-1,0 0 0,0 0 1,1 1-1,-1-1 1,0 0-1,1 0 1,-1-4-1,1 4-129,0 0 0,0 1-1,1-1 1,-1 0 0,1 1 0,-1-1 0,1 0-1,0 1 1,-1-1 0,1 1 0,0-1-1,0 1 1,0-1 0,0 1 0,0-1 0,1 1-1,-1 0 1,0 0 0,1 0 0,-1 0 0,2-1-1,37-17 1872,-23 12-1678,-3 2-532,1 1 1,-1 0 0,1 1 0,21-2-1,-29 5-66,-1-1-2,1 1 0,-1 0 0,1 0 0,10 2 0,9 1 0,-19-3 0,0 0 0,0 1 0,0 0 0,-1 0 0,1 0 0,0 1 0,0 0 0,-1 1 0,1-1 0,-1 1 0,0 0 0,0 1 0,0-1 0,0 1 0,0 1 0,-1-1 0,0 1 0,0 0 0,0 0 0,-1 0 0,1 1 0,-1-1 0,-1 1 0,1 0 0,-1 1 0,0-1 0,4 11 0,0 0 3,-6-14-5,1-1 1,-1 1-1,0-1 0,0 1 0,-1-1 1,1 1-1,-1-1 0,1 1 0,-1 0 1,0 3-1,1-4-228,-1 0 0,0 0 0,0 1 0,0-1 0,0 0 0,0 0 0,-1 1 0,1-1 0,-1 0 0,1 0 0,-1 0 1,0 1-1,0-1 0,0 0 0,0 0 0,0 0 0,0 0 0,-1-1 0,1 1 0,-3 3 0,45-36-23652,-32 20 20090</inkml:trace>
</inkml:ink>
</file>

<file path=ppt/ink/ink1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27.155"/>
    </inkml:context>
    <inkml:brush xml:id="br0">
      <inkml:brushProperty name="width" value="0.035" units="cm"/>
      <inkml:brushProperty name="height" value="0.035" units="cm"/>
      <inkml:brushProperty name="color" value="#FF0066"/>
    </inkml:brush>
  </inkml:definitions>
  <inkml:trace contextRef="#ctx0" brushRef="#br0">86 31 3217,'-5'-4'1203,"1"1"-112,-1 0 1,1 1-1,-1-1 0,1 1 0,-1 0 0,0 0 0,0 0 0,0 1 0,-8-2 0,-1 0 1405,5 3 2468,6 13-4305,21-12-3527,8 0-860,0 1 1,32 8-1,-11-2-1065,-8-3 1443</inkml:trace>
</inkml:ink>
</file>

<file path=ppt/ink/ink1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27.573"/>
    </inkml:context>
    <inkml:brush xml:id="br0">
      <inkml:brushProperty name="width" value="0.035" units="cm"/>
      <inkml:brushProperty name="height" value="0.035" units="cm"/>
      <inkml:brushProperty name="color" value="#FF0066"/>
    </inkml:brush>
  </inkml:definitions>
  <inkml:trace contextRef="#ctx0" brushRef="#br0">377 6 3241,'-31'-3'7269,"24"2"-5402,-1 0-1,1 1 0,-1-1 0,-9 2 1,-11 3-527,8-3 315,0 2 0,0 0 0,1 1 0,0 1 0,-1 1 0,-22 10 0,29-10-1655,1 1 0,0 0 0,1 0 0,-15 13 0,22-17 0,1 0 0,0 1 0,0-1 0,0 0 0,1 1 0,-1 0 0,1-1 0,0 1 0,0 0 0,0 0 0,1 0 0,-1 1 0,1-1 0,0 0 0,0 1 0,0-1 0,1 7 0,-1-7 0,1 0 0,0 0 0,1 0 0,-1 0 0,1 0 0,-1 0 0,1 0 0,0-1 0,0 1 0,1 0 0,-1-1 0,1 1 0,0-1 0,0 1 0,0-1 0,1 0 0,-1 0 0,1 0 0,-1 0 0,1 0 0,0-1 0,0 1 0,0-1 0,0 1 0,1-1 0,3 1 0,-4-1 0,0-2 0,0 1 0,1 0 0,-1 0 0,0-1 0,0 0 0,1 0 0,-1 0 0,0 0 0,5-1 0,36-8 0,-25 5 0,25-9 0,0-1 0,0-2 0,71-38 0,-91 41 0,27-20 0,-17 10 0,-31 21 0,0 0 0,0 0 0,0 1 0,0-1 0,0 1 0,0 0 0,0 0 0,0 0 0,0 0 0,1 0 0,-1 1 0,0-1 0,0 1 0,1 0 0,4 1 0,27 10 0,41 20 0,34 17 0,-99-44 0,-6-1 0,0-1 0,0 0 0,1-1 0,-1 1 0,9 1 0,13 0-259,-8 0-704,32 0-1,-23-4-2452,0-1-1,54-12 1,53-23-12218,-109 27 11592</inkml:trace>
</inkml:ink>
</file>

<file path=ppt/ink/ink1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29.011"/>
    </inkml:context>
    <inkml:brush xml:id="br0">
      <inkml:brushProperty name="width" value="0.035" units="cm"/>
      <inkml:brushProperty name="height" value="0.035" units="cm"/>
      <inkml:brushProperty name="color" value="#FF0066"/>
    </inkml:brush>
  </inkml:definitions>
  <inkml:trace contextRef="#ctx0" brushRef="#br0">173 21 512,'-43'-21'32248,"40"27"-32239,2-6-9,1 0-1,0 0 1,-1 1 0,1-1 0,0 0 0,-1 0 0,1 1 0,0-1 0,0 0 0,-1 1 0,1-1 0,0 1 0,0-1 0,-1 0 0,1 1-1,0-1 1,0 1 0,0-1 0,0 0 0,0 1 0,0-1 0,0 1 0,-1 2 0,0-1 0,0 0 0,0 0 0,-1 0 0,1 0 0,0 0 0,-1 0 0,0 0 0,1-1 0,-1 1 0,0-1 0,0 1 0,-2 1 0,-8 8 0,-22 49 0,30-52 0,0 0 0,0 1 0,1-1 0,0 1 0,-2 12 0,-6 17 0,8-26 0,0 0 0,1 0 0,0 0 0,0 13 0,-2 15 0,2-17 0,2 1 0,0-1 0,4 34 0,1 23 0,4 92 0,-8-154 0,1 0 0,6 30 0,0-9 0,-5-25 0,1 1 0,0-1 0,8 17 0,7 23 0,-18-51 0,0-1 0,0 1 0,-1 0 0,2-1 0,-1 1 0,0-1 0,0 0 0,1 1 0,-1-1 0,1 0 0,0 0 0,0 0 0,0 0 0,0 0 0,0 0 0,0-1 0,0 1 0,1-1 0,-1 1 0,0-1 0,1 0 0,-1 0 0,1 0 0,0 0 0,-1-1 0,1 1 0,0-1 0,-1 1 0,1-1 0,0 0 0,0 0 0,-1 0 0,4-1 0,9-1 0,0-1 0,0 0 0,0-1 0,24-10 0,-21 7 0,94-32 0,261-103 0,-243 94 0,-106 41 0,-20 6 0,-1 1 0,1-1 0,-1 0 0,1 0 0,-1 0 0,0-1 0,1 1 0,-1-1 0,0 0 0,0 0 0,0 0 0,0 0 0,-1 0 0,4-4 0,-6 6 0,1-1 0,-1 1 0,0 0 0,0-1 0,0 1 0,0 0 0,0-1 0,0 1 0,0 0 0,0-1 0,0 1 0,0 0 0,0-1 0,0 1 0,0 0 0,0-1 0,0 1 0,0 0 0,0-1 0,-1 1 0,1 0 0,0-1 0,0 1 0,0 0 0,0 0 0,-1-1 0,1 1 0,0 0 0,0 0 0,-1-1 0,1 1 0,0 0 0,0 0 0,-1 0 0,1-1 0,0 1 0,-1 0 0,1 0 0,0 0 0,-1 0 0,1 0 0,0 0 0,-1-1 0,1 1 0,-1 0 0,1 0 0,-10-2 0,-1 0 0,1 0 0,-1 1 0,0 0 0,-12 1 0,-58 7 0,67-6 0,2 1 0,-139 19 0,139-19 0,-31 7 0,40-8 0,0 0 0,0 0 0,1 0 0,-1 0 0,0 0 0,0 0 0,1 1 0,-1-1 0,1 1 0,-3 1 0,-3 3 0,2-3 0,13 5 0,-4-7 0,0 1 0,0-1 0,0 0 0,0 0 0,0 0 0,1 0 0,3 0 0,17 5 0,-3 0 0,0 0 0,24 3 0,29 7 0,-36-5 0,48 17 0,-77-25 0,0 2 0,0-1 0,0 1 0,0 0 0,0 1 0,10 9 0,-18-14 0,0-1 0,0 1 0,-1 0 0,1 0 0,0-1 0,0 1 0,-1 0 0,1 0 0,-1 0 0,1 0 0,-1 0 0,1 0 0,-1 0 0,1 0 0,-1 0 0,0 0 0,0 0 0,1 0 0,-1 0 0,0 0 0,0 0 0,0 0 0,0 1 0,0-1 0,0 0 0,-1 2 0,0-2 0,0 1 0,0 0 0,0 0 0,-1-1 0,1 1 0,-1 0 0,1-1 0,-1 1 0,1-1 0,-1 0 0,0 0 0,-3 2 0,-6 3 0,0-1 0,0-1 0,-22 6 0,-104 21-581,118-30-2659,15-5-1213,11-2 642,1 1 1335,0 1 1,0 0 0,17-5 0,-7 4 386,0 1 1,28-3 0,11 2-692</inkml:trace>
</inkml:ink>
</file>

<file path=ppt/ink/ink1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30.879"/>
    </inkml:context>
    <inkml:brush xml:id="br0">
      <inkml:brushProperty name="width" value="0.035" units="cm"/>
      <inkml:brushProperty name="height" value="0.035" units="cm"/>
      <inkml:brushProperty name="color" value="#FF0066"/>
    </inkml:brush>
  </inkml:definitions>
  <inkml:trace contextRef="#ctx0" brushRef="#br0">387 109 2777,'-4'-8'1056,"0"1"1,0 0-1,-1-1 0,1 1 1,-2 1-1,1-1 1,-1 1-1,0 0 1,0 0-1,-11-7 1,12 10-287,2 0-154,-1 0 0,0 1 0,1 0 0,-1-1 0,0 1 0,0 0 0,0 1 0,-1-1 0,1 1 0,0 0 0,0 0 0,-1 0 0,1 1 0,-1-1 0,1 1 0,-1 0 0,-6 1 0,-3 3 224,1 1-1,0 0 0,-1 1 0,2 0 0,-1 1 1,-12 9-1,17-11-776,0 0 1,0 0 0,1 0-1,0 1 1,0 0 0,0 1-1,1 0 1,0 0-1,-7 10 1,1 1-64,10-15 0,0 0 0,0 0 0,0 0 0,1 0 0,-1 0 0,1 1 0,-2 4 0,-8 19 0,8-22 0,1 0 0,0 0 0,0 1 0,0-1 0,-1 9 0,2-12 0,1-1 0,0 1 0,0-1 0,1 1 0,-1-1 0,0 1 0,0-1 0,1 1 0,-1-1 0,1 0 0,-1 1 0,1-1 0,-1 0 0,1 1 0,0-1 0,0 0 0,0 0 0,0 1 0,0-1 0,0 0 0,0 0 0,0 0 0,0 0 0,0-1 0,3 3 0,-2-2 0,0 1 0,1-1 0,-1 0 0,1 0 0,-1 0 0,1 0 0,0 0 0,-1 0 0,1-1 0,0 1 0,0-1 0,-1 0 0,1 0 0,0 0 0,0 0 0,0 0 0,3-2 0,80-14 0,-75 15 0,0-2 0,18-5 0,-19 4 0,1 1 0,19-3 0,5 2 0,-21 2 0,0 0 0,0 1 0,1 0 0,-1 1 0,0 0 0,1 2 0,-1-1 0,17 6 0,-22-5 0,0 2 0,0-1 0,16 10 0,-22-11 0,0 0 0,0 0 0,-1 0 0,1 0 0,0 1 0,-1-1 0,0 1 0,0 0 0,0-1 0,0 1 0,0 0 0,0 0 0,-1 1 0,2 3 0,3 8 0,-4-10 0,0 0 0,-1 0 0,1 1 0,-1-1 0,0 0 0,-1 1 0,1 6 0,-2 5 0,-2-1 0,1 1 0,-2-1 0,0 0 0,-1 0 0,-1 0 0,0 0 0,-11 17 0,14-25 0,-3 3 0,-1-1 0,1 0 0,-2 0 0,1-1 0,-1 0 0,-1 0 0,-9 7 0,10-10 0,5-2 0,-1-1 0,0 0 0,0 0 0,0 0 0,0-1 0,0 1 0,-1-1 0,1 0 0,-1 0 0,1 0 0,-1-1 0,-5 1 0,8-2 0,1 1 0,0-1 0,-1 0 0,1-1 0,0 1 0,0 0 0,-1 0 0,1 0 0,0-1 0,0 1 0,-1-1 0,1 1 0,0-1 0,0 1 0,0-1 0,0 0 0,0 0 0,0 1 0,0-1 0,0 0 0,0 0 0,0 0 0,0 0 0,0 0 0,1 0 0,-1 0 0,0-2 0,0 0 0,0 0 0,0 0 0,1 0 0,-1 0 0,1 0 0,0 0 0,0-6 0,0 3 0,1-1 0,0 0 0,0 0 0,1 0 0,-1 0 0,2 1 0,-1-1 0,1 1 0,0-1 0,7-10 0,-2 4 0,1 0 0,1 1 0,15-17 0,-1 5 0,53-39 0,-64 54 0,0 1 0,1 0 0,0 0 0,0 2 0,1 0 0,21-6 0,-25 9 0,-6 1 0,0 1 0,-1-1 0,1 1 0,0 0 0,0 1 0,0-1 0,0 1 0,-1 0 0,1 0 0,0 0 0,0 1 0,0 0 0,9 2 0,-1 2 0,-9-4 0,0 1 0,0-1 0,0 1 0,-1 0 0,1-1 0,-1 2 0,1-1 0,-1 0 0,0 1 0,0-1 0,4 5 0,9 12 0,-9-11 0,0 1 0,0 0 0,6 11 0,-12-17 0,1 1 0,-1-1 0,1 1 0,-1-1 0,0 1 0,-1 0 0,1 0 0,-1 0 0,1-1 0,-1 8 0,8-6 0,-8-4 0,1-1 0,-1 0 0,0 0 0,0 0 0,1 0 0,-1 0 0,0 0 0,0 0 0,1 0 0,-1 0 0,0 0 0,1 0 0,-1 0 0,0 0 0,0 0 0,1 0 0,-1 0 0,0-1 0,0 1 0,1 0 0,-1 0 0,0 0 0,0 0 0,0 0 0,1-1 0,-1 1 0,0 0 0,0 0 0,0 0 0,1-1 0,-1 1 0,0 0 0,0 0 0,0 0 0,0-1 0,0 1 0,0 0 0,0 0 0,1-1 0,-1 1 0,0 0 0,0-1 0,0 1 0,0 0 0,0 0 0,0-1 0,0-2 0,1 0 0,0 0 0,0 1 0,0-1 0,0 0 0,0 1 0,1-1 0,-1 1 0,3-4 0,7-13 0,16-28 0,-25 42 0,0 1 0,0-1 0,0 1 0,-1-1 0,2-6 0,4-13 0,1 2 0,-1 17 0,-6 5 0,-1-1 0,1 1 0,0-1 0,-1 1 0,1 0 0,-1-1 0,1 1 0,0 0 0,-1 0 0,1 0 0,0-1 0,-1 1 0,1 0 0,0 0 0,-1 0 0,1 0 0,0 0 0,-1 0 0,1 0 0,0 0 0,-1 1 0,1-1 0,0 0 0,-1 0 0,1 1 0,0-1 0,-1 0 0,1 1 0,-1-1 0,1 0 0,0 1 0,-1-1 0,1 1 0,-1-1 0,0 1 0,1-1 0,-1 1 0,1-1 0,-1 1 0,0-1 0,1 1 0,-1 0 0,0-1 0,1 1 0,-1 0 0,0-1 0,0 1 0,0 0 0,0-1 0,0 1 0,0 0 0,0-1 0,0 1 0,0 0 0,0 0 0,0 0 0,0 0 0,0 0 0,1 0 0,-1-1 0,0 1 0,1 0 0,-1 0 0,0 0 0,1-1 0,-1 1 0,1 0 0,0-1 0,-1 1 0,1 0 0,-1-1 0,1 1 0,1 0 0,5 7 0,18 58 0,-24-51 0,-1-14 0,0 1 0,-1-1 0,1 1 0,0-1 0,0 0 0,0 1 0,1-1 0,-1 1 0,0-1 0,0 0 0,1 1 0,0 1 0,6-2 0,-2-1 0,0-1 0,-1 0 0,1 0 0,-1-1 0,1 1 0,-1-1 0,1 0 0,-1 0 0,0 0 0,0-1 0,0 1 0,0-1 0,0 0 0,-1 0 0,7-7 0,1 0 0,40-44 0,-32 36 0,-14 12 0,0 1 0,1 0 0,-1 0 0,1 1 0,9-6 0,-14 9 0,0 1 0,-1-1 0,1 0 0,0 1 0,-1-1 0,1 1 0,0-1 0,0 1 0,0 0 0,0-1 0,-1 1 0,1 0 0,0-1 0,0 1 0,0 0 0,0 0 0,0 0 0,0 0 0,0 0 0,0 0 0,-1 0 0,1 0 0,0 0 0,0 1 0,0-1 0,0 0 0,0 0 0,0 1 0,-1-1 0,1 1 0,0-1 0,0 1 0,1 0 0,2 2 0,2 0 0,0 0 0,-1 1 0,1 0 0,-1 0 0,0 0 0,7 8 0,-5-5 0,22 17 0,-22-18 0,0 0 0,0 0 0,10 12 0,-16-17 0,0 0 0,1 1 0,-1-1 0,0 0 0,1 0 0,-1 0 0,1 0 0,0 0 0,-1 0 0,1-1 0,0 1 0,-1-1 0,1 1 0,0-1 0,0 1 0,-1-1 0,1 0 0,0 0 0,0 0 0,0 0 0,-1 0 0,3 0 0,5-2 0,0 0 0,-1 0 0,13-5 0,-3 0 0,-9 4 0,0-1 0,0 0 0,-1 0 0,0-1 0,0-1 0,0 1 0,0-1 0,-1 0 0,0-1 0,6-7 0,-10 10 0,-1 1 0,0-1 0,0 0 0,0 0 0,-1 0 0,1 0 0,-1 0 0,0-1 0,0 1 0,-1 0 0,1-1 0,-1 1 0,0 0 0,0-1 0,0 1 0,-1 0 0,1-1 0,-1 1 0,0 0 0,0 0 0,-1-1 0,-3-6 0,2 2 0,3 8 0,-1-1 0,1 1 0,-1 0 0,1-1 0,-1 1 0,0 0 0,1-1 0,-1 1 0,0 0 0,0 0 0,0 0 0,0 0 0,0-1 0,0 1 0,-2-1 0,-4 2 0,0 4 0,-1 1 0,1-1 0,0 1 0,0 1 0,1-1 0,-1 1 0,1 1 0,-7 9 0,-1 2 0,-22 38 0,35-55 0,0 1 0,1-1 0,-1 0 0,1 1 0,0-1 0,-1 0 0,1 1 0,0-1 0,0 0 0,0 1 0,0-1 0,0 1 0,0-1 0,0 0 0,0 1 0,1-1 0,-1 0 0,1 1 0,-1-1 0,1 0 0,-1 0 0,1 1 0,-1-1 0,1 0 0,0 0 0,0 0 0,0 0 0,0 0 0,0 0 0,0 0 0,0 0 0,0 0 0,0 0 0,0 0 0,0-1 0,2 2 0,0-2 0,-1 1 0,0-1 0,0 0 0,0 0 0,1 0 0,-1 0 0,0 0 0,0 0 0,0 0 0,1-1 0,-1 1 0,0-1 0,0 0 0,0 1 0,0-1 0,0 0 0,3-2 0,5-2 0,0 1 0,-1-1 0,1-1 0,-1 0 0,0 0 0,0 0 0,-1-1 0,11-11 0,-7 2 0,-11 15 0,0-1 0,0 0 0,1 1 0,-1-1 0,0 0 0,1 1 0,-1 0 0,1-1 0,2-1 0,-1 0 0,-1 1 0,0-1 0,0 0 0,0-1 0,0 1 0,2-6 0,-4 6 0,2 12 0,11 17 0,-12-22 0,0-1 0,0 0 0,0 0 0,1 1 0,-1-1 0,1 0 0,0-1 0,0 1 0,0 0 0,0 0 0,1-1 0,-1 1 0,4 1 0,4 7 0,-9-10 0,-1 0 0,1 0 0,-1-1 0,1 1 0,0 0 0,-1 0 0,1-1 0,0 1 0,0 0 0,-1-1 0,1 1 0,0-1 0,0 1 0,0-1 0,0 0 0,0 1 0,0-1 0,1 1 0,8 2 0,-7-2 0,-1 0 0,0 0 0,1 0 0,-1 0 0,1-1 0,0 1 0,-1-1 0,1 0 0,-1 0 0,1 0 0,0 0 0,-1 0 0,1 0 0,0-1 0,-1 1 0,1-1 0,4-2 0,15-4 0,13-6 0,-14 1 0,-17 10 0,1-1 0,-1 1 0,0-1 0,0 0 0,0 0 0,0 0 0,-1-1 0,5-5 0,-4 4 0,0 0 0,0 0 0,-1 0 0,0 0 0,0-1 0,-1 1 0,0-1 0,2-7 0,-1 2 0,-2 0 0,0 0 0,0-19 0,-1-13 0,0 40 0,0 3 0,0 0 0,0 0 0,0 0 0,-1-1 0,1 1 0,0 0 0,0 0 0,0 0 0,-1 0 0,1-1 0,0 1 0,0 0 0,-1 0 0,1 0 0,0 0 0,0 0 0,-1 0 0,1 0 0,0 0 0,0 0 0,-1 0 0,1 0 0,0 0 0,0 0 0,-1 0 0,1 0 0,0 0 0,0 0 0,-1 0 0,1 0 0,0 0 0,0 0 0,-1 0 0,1 0 0,0 0 0,0 1 0,-1-1 0,0 0 0,0 1 0,-1-1 0,1 1 0,0-1 0,0 1 0,0 0 0,0-1 0,0 1 0,-1 0 0,1 0 0,1 0 0,-1 0 0,0 0 0,0 0 0,0 0 0,0 0 0,1 0 0,-1 0 0,0 0 0,1 1 0,-1-1 0,1 0 0,0 0 0,-1 1 0,1 1 0,-2 3 0,0 0 0,-1-1 0,2 1 0,-1 0 0,1-1 0,-1 1 0,2 0 0,-1 10 0,2 50 0,0-29 0,-1-31 0,1 0 0,0 0 0,0 0 0,0 0 0,1 0 0,0 0 0,0-1 0,1 1 0,-1 0 0,5 5 0,5 8 0,22 25 0,-8-10 0,19 21 0,-34-44 0,-1 1 0,0 0 0,-1 0 0,-1 1 0,0 0 0,11 24 0,-13-21 0,-1-5 0,-1 1 0,-1 0 0,4 20 0,-7-27 0,1-1 0,-1 1 0,-1-1 0,1 0 0,-1 1 0,1-1 0,-1 1 0,0-1 0,-1 0 0,1 0 0,-1 0 0,0 0 0,0 0 0,-2 4 0,-1-2 0,0 0 0,0 0 0,0 0 0,-1-1 0,0 0 0,0 0 0,0-1 0,0 1 0,-1-1 0,0-1 0,0 1 0,0-1 0,0 0 0,0-1 0,-1 0 0,-11 2 0,14-3 0,0 0 0,1-1 0,-1 0 0,0 1 0,0-2 0,0 1 0,0-1 0,0 0 0,0 0 0,1 0 0,-6-2 0,7 2 0,1 0 0,-1-1 0,0 1 0,1-1 0,-1 1 0,1-1 0,-1 0 0,1 0 0,0 0 0,-1 0 0,1 0 0,0-1 0,1 1 0,-1-1 0,0 1 0,1-1 0,-1 0 0,-1-4 0,2 1 0,-1 0 0,1 0 0,0-1 0,1 1 0,-1 0 0,1-1 0,0 1 0,1 0 0,0 0 0,0-1 0,0 1 0,1 0 0,-1 0 0,5-8 0,3-6 0,1 1 0,24-34 0,12-4 0,-36 45 0,0 0 0,0 1 0,19-15 0,-15 13 0,24-26 0,44-79 0,-79 114 0,29-50 0,-20 32 0,-5 17 0,0 1 0,-5 13 0,-2-8 0,0-1 0,0 0 0,0 1 0,0-1 0,0 1 0,0-1 0,0 0 0,0 1 0,-1-1 0,1 1 0,0-1 0,0 0 0,0 1 0,0-1 0,0 0 0,-1 1 0,1-1 0,0 0 0,0 1 0,0-1 0,-1 0 0,1 1 0,0-1 0,-1 0 0,1 1 0,0-1 0,-1 0 0,0 1 0,-2 4 0,2-1 0,0 0 0,0 0 0,0 0 0,0 0 0,-1 0 0,1 0 0,-4 4 0,-1 4 0,2-2 0,1-2 0,-1 1 0,1-1 0,1 0 0,0 1 0,0 0 0,0-1 0,0 14 0,3-21 0,0 0 0,-1-1 0,1 1 0,0-1 0,0 1 0,-1-1 0,1 1 0,0-1 0,0 0 0,0 1 0,0-1 0,0 0 0,-1 0 0,1 0 0,0 1 0,0-1 0,0 0 0,0 0 0,0 0 0,0 0 0,1-1 0,26 1 0,-24 0 0,28 0-1348,-14 1-821,0-1 0,0 0 0,0-2 0,-1 0 0,24-6 0,-27 5 208,-1 0 0,20-2 0,11-1-847,41-9-2537,-43 10 2032</inkml:trace>
</inkml:ink>
</file>

<file path=ppt/ink/ink1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33.826"/>
    </inkml:context>
    <inkml:brush xml:id="br0">
      <inkml:brushProperty name="width" value="0.035" units="cm"/>
      <inkml:brushProperty name="height" value="0.035" units="cm"/>
      <inkml:brushProperty name="color" value="#FF0066"/>
    </inkml:brush>
  </inkml:definitions>
  <inkml:trace contextRef="#ctx0" brushRef="#br0">387 284 2633,'-6'-5'1864,"0"-1"1,0 1 0,-1 0 0,1 0 0,-2 1 0,1 0 0,-10-4 0,-15-9 4044,24 13-5509,-1 0 0,1 0-1,-1 1 1,1 0 0,-1 1 0,0 0-1,0 0 1,0 1 0,0 0 0,0 1 0,0 0-1,-10 1 1,7 0 57,0 1-1,0 0 1,1 0-1,-1 2 1,0-1-1,1 1 1,0 1-1,-18 9 1,26-12-457,-1 1 0,1-1 0,-1 1 0,1 0 0,0 0 0,0 0 0,0 0 0,0 1 0,1-1 0,0 1 0,-1-1 0,1 1 0,-2 6 0,3-8 0,0 1 0,1-1 0,0 1 0,-1 0 0,1-1 0,0 1 0,0-1 0,0 1 0,0 0 0,1-1 0,-1 1 0,1-1 0,0 1 0,-1-1 0,1 1 0,0-1 0,0 0 0,1 1 0,-1-1 0,0 0 0,1 0 0,0 0 0,-1 0 0,4 3 0,14 12 0,2 0 0,0-1 0,0-1 0,33 17 0,-3-2 0,60 29 0,-71-33 0,38 34 0,-76-59 0,-1 1 0,0-1 0,0 1 0,0 0 0,0 0 0,0-1 0,0 1 0,0 0 0,-1 0 0,1 0 0,-1 0 0,1 0 0,-1 0 0,0 0 0,0 4 0,0-5 0,0 1 0,0 0 0,0-1 0,0 1 0,0-1 0,0 1 0,0 0 0,-1-1 0,1 1 0,-1-1 0,1 1 0,-1-1 0,0 1 0,0-1 0,1 0 0,-1 1 0,0-1 0,0 0 0,0 0 0,-2 2 0,-4 0 0,0 1 0,-1-1 0,1 0 0,-1 0 0,0-1 0,1 0 0,-1-1 0,-9 1 0,-69 1 0,64-3 0,18-1 0,1 1 0,-1-1 0,1 0 0,0 0 0,-1 0 0,1 0 0,0 0 0,0-1 0,0 1 0,0-1 0,0 0 0,0 0 0,0 0 0,0 0 0,-2-4 0,4 5 0,0 0 0,0 0 0,0 0 0,0 0 0,0 0 0,0 0 0,1 0 0,-1 0 0,0-1 0,1 1 0,-1 0 0,1 0 0,-1-1 0,1 1 0,0 0 0,0-1 0,-1 1 0,1 0 0,0-1 0,0 1 0,0 0 0,1-1 0,-1 1 0,0 0 0,0-1 0,1 1 0,-1 0 0,1-1 0,-1 1 0,1 0 0,-1 0 0,1-1 0,0 1 0,0 0 0,-1 0 0,1 0 0,0 0 0,0 0 0,2-1 0,11-11 0,-11 9 0,0 1 0,0-1 0,1 1 0,0 0 0,-1 1 0,6-4 0,17-7 0,3-2 0,60-22 0,65-15 0,-150 52 0,-4-1 0,1 1 0,-1 0 0,1 0 0,0 0 0,-1 0 0,1 0 0,0-1 0,-1 1 0,1 0 0,-1 0 0,1-1 0,-1 1 0,1 0 0,-1-1 0,1 1 0,-1-1 0,1 1 0,-1-1 0,1 1 0,-1-1 0,0 1 0,1-1 0,-1 1 0,0-1 0,1 1 0,-1-1 0,0 0 0,0 1 0,0-1 0,0 1 0,1-1 0,-1 0 0,0 1 0,0-1 0,0-1 0,0 2 0,0-3 0,-9-4 0,-10-3 0,12 9 0,2 1 0,0 1 0,1 0 0,-1 0 0,0 1 0,0-1 0,1 1 0,-1 0 0,-5 3 0,8-4 0,-1 1 0,-1 0 0,1 0 0,0 1 0,0-1 0,0 1 0,0 0 0,0 0 0,0 0 0,1 0 0,-5 7 0,-16 34 0,23-42 0,0-1 0,0 1 0,0-1 0,0 1 0,0 0 0,0-1 0,0 1 0,0-1 0,1 1 0,-1-1 0,1 1 0,-1-1 0,1 1 0,-1-1 0,1 0 0,0 1 0,1 0 0,16 24 0,-14-22 0,0 0 0,0 0 0,0 0 0,1 0 0,-1-1 0,1 1 0,0-1 0,0-1 0,1 1 0,-1-1 0,0 0 0,1 0 0,-1 0 0,1-1 0,0 0 0,0 0 0,-1 0 0,9-1 0,9 0 0,1-2 0,-1-1 0,30-6 0,-22 3 0,-4-2 0,0 0 0,-1-2 0,45-23 0,-62 28 0,-1 0 0,0 0 0,-1 0 0,1-1 0,-1 0 0,0-1 0,-1 0 0,1 0 0,-1 0 0,-1-1 0,1 1 0,-1-1 0,-1-1 0,6-12 0,-9 19 0,-1 0 0,0 0 0,1 0 0,-1 0 0,0 0 0,0 0 0,0-1 0,0 1 0,-1 0 0,1 0 0,-1 0 0,1 0 0,-1 0 0,-1-3 0,-14-27 0,12 24 0,3 7 0,1-1 0,-1 0 0,0 1 0,0-1 0,0 1 0,-1-1 0,1 1 0,0 0 0,-1 0 0,0-2 0,1 3 0,0-1 0,0 1 0,0 0 0,1 0 0,-1-1 0,0 1 0,0 0 0,0 0 0,1 0 0,-1 0 0,0 0 0,0 0 0,0 0 0,0 0 0,1 0 0,-1 1 0,0-1 0,-1 0 0,-14 4 0,11-3 0,0 0 0,0 0 0,0 0 0,0 1 0,1 0 0,-9 4 0,6-2 0,0 1 0,0 0 0,0 0 0,1 0 0,0 1 0,0 0 0,0 0 0,1 0 0,0 1 0,-8 12 0,13-16 0,-1-1 0,0 1 0,0-1 0,1 1 0,-1-1 0,1 1 0,0 0 0,0-1 0,0 1 0,0-1 0,0 1 0,1 0 0,-1-1 0,1 1 0,0-1 0,0 1 0,0-1 0,0 1 0,0-1 0,0 0 0,0 0 0,1 1 0,-1-1 0,1 0 0,0 0 0,0 0 0,-1-1 0,1 1 0,0 0 0,1-1 0,2 3 0,1-1 0,0 1 0,0-1 0,1 0 0,-1 0 0,1-1 0,-1 0 0,1 0 0,0-1 0,0 0 0,13 1 0,5-4 0,1 0 0,-1-2 0,1-1 0,-1-1 0,-1-1 0,1-1 0,44-22 0,-63 27 0,-1 0 0,1-1 0,-1 1 0,0-1 0,0 0 0,5-6 0,-8 8 0,0 0 0,0 0 0,0 0 0,-1-1 0,1 1 0,-1-1 0,0 1 0,1-1 0,-1 0 0,0 1 0,-1-1 0,1 0 0,0 0 0,-1 0 0,1-3 0,-1-6 0,1 10 0,-1 0 0,1 0 0,-1 0 0,0 0 0,0 0 0,0 0 0,0 0 0,0 0 0,-1 0 0,1 0 0,0 0 0,-1 0 0,0 0 0,1 0 0,-1 0 0,0 0 0,0 1 0,0-1 0,0 0 0,0 0 0,-1 1 0,1-1 0,0 1 0,-1-1 0,1 1 0,-4-2 0,-2 2 0,-7 1 0,12 2 0,2-1 0,0-1 0,0 1 0,0-1 0,0 1 0,0-1 0,0 1 0,0 0 0,0-1 0,0 1 0,-1-1 0,1 1 0,0-1 0,0 1 0,0-1 0,-1 0 0,1 1 0,0-1 0,-1 1 0,1-1 0,0 0 0,-1 1 0,1-1 0,-1 1 0,1-1 0,-1 0 0,1 0 0,-1 1 0,1-1 0,-1 0 0,1 0 0,-1 0 0,0 1 0,-1 0 0,1 0 0,-1 1 0,0-1 0,0 1 0,1-1 0,-1 1 0,1 0 0,0 0 0,-1-1 0,1 1 0,0 0 0,0 0 0,0 0 0,1 1 0,-2 2 0,-3 36 0,5-36 0,0 1 0,-1 0 0,1-1 0,-1 1 0,-3 6 0,4-7 0,1 0 0,-1 1 0,1-1 0,0 0 0,0 0 0,1 0 0,-1 0 0,1 0 0,0-1 0,3 6 0,0 0 0,0-1 0,1 0 0,0 0 0,1 0 0,13 13 0,43 36 0,-14-15 0,-11-7 0,47 51 0,-68-67 0,83 102 0,-84-100 0,-1 2 0,-1-1 0,20 46 0,-33-64 0,1 0 0,0 1 0,-1-1 0,0 1 0,0-1 0,-1 1 0,0-1 0,0 1 0,0 0 0,-1 5 0,0-9 0,1 0 0,0 0 0,-1 1 0,1-1 0,-1 0 0,0 0 0,0 0 0,0 0 0,0 0 0,0-1 0,0 1 0,0 0 0,-1 0 0,1-1 0,-1 1 0,1-1 0,-1 1 0,0-1 0,1 1 0,-1-1 0,0 0 0,0 0 0,0 0 0,0 0 0,0 0 0,0-1 0,0 1 0,-3 0 0,-14 1 0,0-1 0,0-1 0,0 0 0,-1-1 0,1-2 0,0 0 0,1-1 0,-31-10 0,21 4 0,1-1 0,0-1 0,1-1 0,0-2 0,-24-18 0,42 27 0,0 0 0,0 0 0,1-1 0,0 0 0,0 0 0,0-1 0,1 0 0,0 0 0,1-1 0,0 1 0,0-1 0,1 0 0,0 0 0,1-1 0,0 1 0,0-1 0,1 0 0,0 0 0,1 0 0,-1-13 0,2 16 0,1 0 0,-1 0 0,1 0 0,0 0 0,1 0 0,0 1 0,0-1 0,0 0 0,1 1 0,0 0 0,0-1 0,0 1 0,1 0 0,0 1 0,0-1 0,1 1 0,7-7 0,-4 4 0,0 0 0,1 1 0,0 0 0,16-9 0,18-14 0,-17 11 0,1 1 0,33-18 0,-1 2 0,-22 13 0,-24 15 0,0-1 0,18-14 0,-8 5 0,-17 12 0,0 0 0,0 0 0,-1 0 0,0 0 0,1-1 0,-2 0 0,1 0 0,7-11 0,-9 11 0,-2 4 0,-1-1 0,1 0 0,0 1 0,-1-1 0,1 0 0,-1 0 0,1 0 0,-1 1 0,0-1 0,0 0 0,0 0 0,0 0 0,-1-3 0,0 0 0,1 5 0,0 0 0,0 0 0,-1 0 0,1 0 0,0 0 0,0-1 0,0 1 0,0 0 0,-1 0 0,1 0 0,0 0 0,0 0 0,0 0 0,0 0 0,-1 0 0,1 0 0,0 0 0,0 0 0,0 0 0,-1 0 0,1 0 0,0 0 0,0 0 0,0 0 0,0 0 0,-1 0 0,1 0 0,0 1 0,0-1 0,0 0 0,0 0 0,-1 0 0,1 0 0,0 0 0,0 0 0,0 0 0,0 1 0,0-1 0,-1 0 0,1 0 0,0 0 0,0 0 0,0 1 0,0-1 0,0 0 0,0 0 0,0 0 0,0 0 0,0 1 0,0-1 0,0 0 0,0 0 0,0 0 0,0 0 0,0 1 0,0 5 0,0-3 0,0-1 0,0 1 0,0-1 0,1 1 0,-1-1 0,1 1 0,-1-1 0,1 1 0,0-1 0,2 4 0,8 33 0,21 63 0,-24-60 0,1 0 0,-8-30 0,1-8 0,-2-4 0,0 1 0,1-1 0,-1 0 0,0 1 0,0-1 0,1 0 0,-1 0 0,0 0 0,1 1 0,-1-1 0,1 0 0,-1 0 0,0 0 0,1 0 0,-1 1 0,1-1 0,-1 0 0,0 0 0,1 0 0,-1 0 0,1 0 0,-1 0 0,0 0 0,1 0 0,-1 0 0,1-1 0,-1 1 0,0 0 0,1 0 0,-1 0 0,1 0 0,-1 0 0,0-1 0,1 1 0,-1 0 0,0 0 0,1-1 0,-1 1 0,0 0 0,0-1 0,1 1 0,-1 0 0,0 0 0,0-1 0,1 1 0,-1-1 0,0 1 0,0 0 0,0-1 0,0 1 0,0 0 0,0-1 0,1 1 0,-1-1 0,0 1 0,0-1 0,0 1 0,0 0 0,0-1 0,-1 0 0,2-1 0,32-46 0,-31 44 0,1 0 0,-1 0 0,0-1 0,0 1 0,2-8 0,6-14 0,3-4 0,-11 24 0,1 0 0,-1 1 0,1-1 0,0 1 0,4-6 0,-2 4 0,0-1 0,-1 1 0,6-14 0,-8 16 0,1-1 0,-1 0 0,2 0 0,-1 1 0,1 0 0,7-9 0,-2 4 0,-8 8 0,0 1 0,1-1 0,-1 1 0,0 0 0,0-1 0,1 1 0,-1 0 0,0 0 0,1 0 0,-1 0 0,1 0 0,0 0 0,-1 0 0,1 1 0,0-1 0,-1 1 0,1-1 0,0 1 0,0-1 0,0 1 0,-1 0 0,1 0 0,0 0 0,0 0 0,0 0 0,-1 1 0,1-1 0,0 0 0,3 2 0,-1-1 0,-1 1 0,1 0 0,-1 0 0,1 0 0,-1 0 0,0 1 0,0-1 0,0 1 0,0 0 0,3 3 0,23 35 0,23 45 0,-50-81 0,1-1 0,-1 1 0,0 0 0,0 0 0,0 0 0,-1 0 0,2 7 0,7 10 0,-10-22 0,0 0 0,1 1 0,-1-1 0,0 0 0,1 0 0,-1 1 0,1-1 0,-1 0 0,0 0 0,1 0 0,-1 1 0,1-1 0,-1 0 0,0 0 0,1 0 0,-1 0 0,1 0 0,-1 0 0,0 0 0,1 0 0,-1 0 0,1 0 0,-1 0 0,1 0 0,-1 0 0,0 0 0,1 0 0,-1-1 0,1 1 0,-1 0 0,0 0 0,1 0 0,-1-1 0,0 1 0,1 0 0,-1-1 0,0 1 0,1 0 0,-1 0 0,0-1 0,0 1 0,1 0 0,-1-1 0,0 1 0,0-1 0,0 1 0,1-1 0,-1 0 0,23-16 0,21-34 0,-30 26 0,-9 17 0,0 0 0,0 0 0,10-13 0,-9 14 0,-1-1 0,0 1 0,0-1 0,5-12 0,9-16 0,-11 16 0,-7 19 0,-1-1 0,1 0 0,-1 1 0,1-1 0,0 0 0,-1 1 0,1-1 0,0 1 0,0-1 0,0 1 0,0-1 0,0 1 0,1 0 0,-1-1 0,0 1 0,1 0 0,1-2 0,39 51 0,8 17 0,-30-38 0,-17-23 0,0 0 0,0 1 0,0-1 0,0-1 0,1 1 0,-1 0 0,6 3 0,12 9 0,-20-14 0,1 0 0,0 0 0,-1 0 0,1-1 0,0 1 0,0-1 0,0 0 0,0 1 0,0-1 0,1 0 0,-1 0 0,0 0 0,0 0 0,1-1 0,-1 1 0,1-1 0,-1 1 0,0-1 0,1 0 0,-1 0 0,4 0 0,7-3 0,-1-1 0,0 0 0,0 0 0,0-1 0,-1 0 0,17-11 0,-5-5 0,-11 9 0,-9 9 0,0 0 0,-1-1 0,1 1 0,0 0 0,-1-1 0,0 0 0,0 1 0,0-1 0,1-4 0,7-11 0,1-4 0,4-3 0,-14 24 0,2-1 0,0-1 0,0 1 0,-1-1 0,1 0 0,-1 0 0,0 0 0,0 0 0,3-7 0,-5 5 0,0 11 0,0 0 0,0-1 0,1 1 0,0 0 0,0-1 0,0 1 0,0-1 0,4 7 0,3 9 0,6 9 0,-13-27 0,-2 0 0,10 10 0,-9-12 0,1 0 0,-1 1 0,0-1 0,0 0 0,1 0 0,-1 1 0,0-1 0,1 0 0,-1 0 0,0 0 0,1 0 0,-1 0 0,1 1 0,-1-1 0,0 0 0,1 0 0,-1 0 0,1 0 0,-1 0 0,0 0 0,1 0 0,-1 0 0,0 0 0,1 0 0,-1 0 0,1-1 0,-1 1 0,0 0 0,1 0 0,-1 0 0,0 0 0,1-1 0,-1 1 0,0 0 0,1 0 0,-1-1 0,0 1 0,0 0 0,1 0 0,-1-1 0,1 1 0,9-14 0,-9 13 0,-1 0 0,1 0 0,-1 0 0,1 0 0,-1-1 0,1 1 0,-1 0 0,0 0 0,0 0 0,1 0 0,-1 0 0,0-1 0,0 1 0,0 0 0,0 0 0,0 0 0,-1-1 0,1 1 0,0 0 0,-1-2 0,-9-20 0,9 22 0,-2-4 0,0 0 0,-1 1 0,1-1 0,-1 1 0,0 0 0,0 0 0,0 0 0,-1 1 0,1-1 0,-8-3 0,10 6 0,1 0 0,0 0 0,0 0 0,0 0 0,0 1 0,0-1 0,0 0 0,0 1 0,0-1 0,0 1 0,-1-1 0,1 1 0,0-1 0,0 1 0,-1 0 0,1 0 0,0 0 0,0 0 0,-1 0 0,1 0 0,0 0 0,-1 0 0,1 0 0,0 0 0,0 1 0,-2 0 0,-3 2 0,0 0 0,0 0 0,0 1 0,0 0 0,1 0 0,0 1 0,0-1 0,0 1 0,0 0 0,1 1 0,0-1 0,0 1 0,-6 11 0,7-10 0,1 0 0,0 0 0,0 0 0,1 0 0,0 1 0,0-1 0,1 0 0,0 1 0,0-1 0,2 11 0,-1 9 0,0-22 0,-1-1 0,1 0 0,0 0 0,0 1 0,0-1 0,0 0 0,1 0 0,-1 0 0,1 0 0,0-1 0,1 1 0,-1 0 0,1-1 0,-1 0 0,6 6 0,-1-2 0,1-1 0,-1 0 0,1-1 0,0 1 0,0-1 0,9 4 0,-9-7 0,0 1 0,1-1 0,-1-1 0,0 1 0,0-1 0,1-1 0,-1 0 0,1 0 0,-1 0 0,0-1 0,13-3 0,10-3 0,0-1 0,-1-2 0,0-1 0,35-17 0,-59 25 0,0-1 0,0 1 0,0-1 0,-1 0 0,1-1 0,-1 0 0,0 1 0,0-1 0,-1-1 0,1 1 0,-1-1 0,0 0 0,-1 0 0,1 0 0,-1 0 0,0-1 0,-1 1 0,2-9 0,-1 5 0,-2-1 0,1 0 0,-2 1 0,1-1 0,-1 0 0,-1 1 0,0-1 0,-1 1 0,0-1 0,-5-17 0,4 21 0,1 0 0,0 0 0,1-1 0,0 1 0,0 0 0,1-10 0,1 32 0,1 1 0,1-1 0,8 28 0,-4-19 0,-4-5 0,-3-15 0,1 0 0,-1-1 0,1 1 0,0 0 0,0-1 0,2 5 0,0 1 0,0 1 0,4 18 0,4 15 0,-8-30 0,2 9 0,-4-22 0,-1 0 0,0 1 0,1-1 0,-1 1 0,0-1 0,1 0 0,-1 0 0,0 1 0,1-1 0,-1 0 0,1 1 0,-1-1 0,0 0 0,1 0 0,-1 0 0,1 0 0,-1 1 0,1-1 0,-1 0 0,1 0 0,-1 0 0,0 0 0,1 0 0,-1 0 0,1 0 0,-1 0 0,1 0 0,-1 0 0,1-1 0,-1 1 0,1 0 0,-1 0 0,1 0 0,-1 0 0,0-1 0,1 1 0,-1 0 0,0-1 0,1 1 0,0-1 0,11-4 0,-10 4 0,0 1 0,-1-1 0,1 0 0,0 0 0,0 0 0,0 0 0,-1 0 0,1 0 0,0-1 0,-1 1 0,3-3 0,19-19 0,-18 18 0,0 1 0,0-1 0,-1 0 0,6-8 0,1-1 0,-9 12 0,0-1 0,0 1 0,-1 0 0,1 0 0,-1-1 0,0 1 0,1-1 0,-1 1 0,1-5 0,2-2 0,0 0 0,0 0 0,1 0 0,0 1 0,0 0 0,1 0 0,1 0 0,-1 0 0,1 1 0,14-11 0,-7 1 0,-13 15 0,0 1 0,0-1 0,1 0 0,-1 1 0,0-1 0,1 1 0,-1 0 0,1-1 0,-1 1 0,1 0 0,0 0 0,3-2 0,5-2 0,-3 5 0,-3 2 0,0 1 0,0 0 0,0 0 0,-1 0 0,1 0 0,-1 0 0,0 1 0,0 0 0,3 4 0,-1-2 0,13 15 0,35 30 0,-6-6 0,-40-39 0,0 0 0,1-1 0,0 0 0,0 0 0,0-1 0,0 1 0,1-2 0,15 6 0,-18-9 0,0 0 0,0-1 0,0 0 0,-1 1 0,1-2 0,0 1 0,-1-1 0,1 0 0,-1 0 0,7-3 0,-4 0 0,1 1 0,-1-1 0,0-1 0,-1 1 0,1-1 0,-1-1 0,0 1 0,6-10 0,-10 13 0,0-1 0,0 0 0,0 0 0,-1 0 0,0 0 0,0 0 0,0 0 0,0-1 0,-1 1 0,0 0 0,0-1 0,0 0 0,0 1 0,-1-1 0,1 0 0,-1 1 0,0-1 0,-2-8 0,-5-26 0,4 20 0,-11-36 0,6 31 0,-8-21 0,0 11 0,10 22 0,0-1 0,-9-14 0,2-1 0,12 24 0,-1 0 0,0 0 0,0 0 0,0 0 0,-3-6 0,-20-27 0,24 90 0,1-46 0,1 0 0,0 0 0,1 0 0,-1-1 0,4 8 0,3 20 0,-4-20 0,1 1 0,0 0 0,8 16 0,10 32 0,-13-28 0,-1-7 0,-2 1 0,-1 0 0,-1 1 0,1 37 0,-7-28 0,0-25 0,0 0 0,1 0 0,5 28 0,-5-40-179,0 0 0,1 0 0,-1 0 0,1 0 0,0 0 1,-1 0-1,1 0 0,0 0 0,0 0 0,0 0 0,1-1 0,-1 1 0,0-1 0,1 1 0,-1-1 0,1 1 1,-1-1-1,1 0 0,0 1 0,-1-1 0,1 0 0,0 0 0,0 0 0,0-1 0,0 1 0,0 0 0,0-1 1,0 1-1,0-1 0,0 0 0,0 1 0,0-1 0,0 0 0,0 0 0,0-1 0,0 1 0,0 0 0,0-1 1,0 1-1,0-1 0,0 0 0,0 1 0,0-1 0,0 0 0,2-2 0,0 0-819,21-11-4973,-2-2 0,38-32-1,-44 32 2836</inkml:trace>
</inkml:ink>
</file>

<file path=ppt/ink/ink1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34.128"/>
    </inkml:context>
    <inkml:brush xml:id="br0">
      <inkml:brushProperty name="width" value="0.035" units="cm"/>
      <inkml:brushProperty name="height" value="0.035" units="cm"/>
      <inkml:brushProperty name="color" value="#FF0066"/>
    </inkml:brush>
  </inkml:definitions>
  <inkml:trace contextRef="#ctx0" brushRef="#br0">189 47 2120,'-14'-4'3925,"1"2"0,-1 0-1,-20-1 1,-11-1 3315,-1 2-977,24 3-4818,296-11-1445,-226 10 0,-39 0 0,0 1 0,0-1 0,0-1 0,0 0 0,17-3 0,-11 2 0,5 3 0,-15-1 0,-72-6-956,31 6-4389,-2 0-5780,43-9 3211</inkml:trace>
</inkml:ink>
</file>

<file path=ppt/ink/ink1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35.043"/>
    </inkml:context>
    <inkml:brush xml:id="br0">
      <inkml:brushProperty name="width" value="0.035" units="cm"/>
      <inkml:brushProperty name="height" value="0.035" units="cm"/>
      <inkml:brushProperty name="color" value="#FF0066"/>
    </inkml:brush>
  </inkml:definitions>
  <inkml:trace contextRef="#ctx0" brushRef="#br0">378 327 1752,'0'0'1927,"0"0"-1597,0 0-1,1 0 0,-1 0 0,0-1 1,1 1-1,-1 0 0,0 0 0,1 0 1,-1 0-1,0 0 0,1 0 0,-1-1 0,0 1 1,1 0-1,-1-1 659,1 1-659,-1 0 0,0-1 0,0 1 1,1-1-1,-20-8 3205,13 6-1271,-1 1-1,1 1 1,-1-1 0,0 1-1,1 0 1,-14 0-1,-2 3-119,-14 5-2143,22-5 0,-1 1 0,-26 9 0,28-8 0,0 1 0,0 1 0,0 0 0,1 0 0,0 2 0,0-1 0,1 2 0,0-1 0,-16 17 0,19-14 0,5-8 0,-1 0 0,1 1 0,1-1 0,-1 1 0,0 0 0,1 0 0,0 0 0,0 0 0,0 0 0,1 0 0,-1 1 0,1-1 0,0 1 0,0-1 0,0 6 0,1-8 0,0 0 0,0-1 0,0 1 0,0 0 0,1 0 0,-1 0 0,0 0 0,1 0 0,0-1 0,-1 1 0,1 0 0,0 0 0,0-1 0,0 1 0,0 0 0,0-1 0,0 1 0,1-1 0,-1 0 0,2 2 0,0-1 0,0 0 0,-1-1 0,1 0 0,0 0 0,0 0 0,0 0 0,0 0 0,0 0 0,0-1 0,0 0 0,5 1 0,8-2 0,-1 0 0,1-1 0,-1-1 0,16-5 0,-25 7 0,28-9 0,-2-1 0,44-21 0,-71 29 0,0 0 0,0-1 0,0 0 0,0 0 0,-1 0 0,1 0 0,-1-1 0,0 1 0,-1-1 0,1 0 0,-1 0 0,0-1 0,0 1 0,2-7 0,2-1 0,-6 6 0,-1-2 0,-1 5 0,-5 8 0,4-2 0,0 0 0,1 1 0,-1-1 0,1 1 0,-1-1 0,1 1 0,0 0 0,0-1 0,0 1 0,0 0 0,1 0 0,-1 0 0,1 0 0,-1 0 0,1-1 0,0 1 0,0 0 0,1 0 0,-1 0 0,1 0 0,-1 0 0,1 0 0,2 4 0,3 5 0,-5-8 0,1 0 0,0 0 0,0-1 0,0 1 0,0 0 0,1-1 0,0 0 0,-1 1 0,1-1 0,0 0 0,0-1 0,1 1 0,-1-1 0,1 1 0,-1-1 0,8 4 0,-4-4 0,-1 1 0,0-1 0,1-1 0,-1 1 0,1-1 0,-1 0 0,1-1 0,0 1 0,-1-1 0,1-1 0,12-1 0,-9-1 0,1 0 0,-1 0 0,0-1 0,0-1 0,0 1 0,13-10 0,-19 11 0,1 0 0,-1 0 0,0 0 0,0-1 0,0 0 0,-1 0 0,1 0 0,-1 0 0,0 0 0,0 0 0,0-1 0,4-9 0,8-19 0,-12 29 0,-1 0 0,0 0 0,0-1 0,0 1 0,-1-1 0,1 1 0,-1-1 0,0 0 0,1-8 0,6-53 0,-8-135 0,-8 157 0,7 42 0,1 0 0,0-1 0,-1 1 0,0 0 0,0 0 0,1 0 0,-1 0 0,0 0 0,-1 0 0,0-2 0,2 4 0,0 0 0,-1 0 0,1 0 0,0 0 0,0-1 0,0 1 0,0 0 0,0 0 0,-1 0 0,1 0 0,0 0 0,0 0 0,0 0 0,0 0 0,0 0 0,-1 0 0,1 0 0,0 0 0,0 0 0,0 0 0,0 0 0,-1 0 0,1 0 0,0 0 0,0 0 0,0 0 0,0 0 0,0 0 0,-1 0 0,1 0 0,0 0 0,0 0 0,0 0 0,0 1 0,0-1 0,-1 0 0,1 0 0,0 0 0,-1 3 0,1-1 0,-1 1 0,1 0 0,0-1 0,0 1 0,0 0 0,0 0 0,0-1 0,0 1 0,1 0 0,-1-1 0,1 1 0,0 0 0,2 4 0,-1 0 0,3 16 0,3 37 0,-6-39 0,1 1 0,6 22 0,-3-17 0,6 53 0,-6-35 0,0 1 0,5 34 0,-8-61 0,-3-17 0,0 0 0,1 0 0,-1 0 0,0 0 0,1 0 0,-1 0 0,1 0 0,0 0 0,0 0 0,-1 0 0,1-1 0,0 1 0,1 0 0,-1-1 0,0 1 0,0 0 0,3 1 0,-1 0-122,-2-2-297,0 0 0,0 0 1,0 0-1,0 0 0,0 0 0,1 0 0,-1 0 1,0 0-1,1-1 0,-1 1 0,0 0 0,2 0 1,-1-1-65,0-1 0,-1 1 0,1 0 0,0-1 1,0 1-1,-1-1 0,1 0 0,0 1 1,-1-1-1,1 0 0,-1 0 0,3-2 0,0 1-1075,0-1 0,0 0 0,-1 0-1,1 0 1,-1-1 0,0 1 0,0-1-1,0 1 1,0-1 0,3-7-1,-5 2-1352</inkml:trace>
</inkml:ink>
</file>

<file path=ppt/ink/ink1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35.744"/>
    </inkml:context>
    <inkml:brush xml:id="br0">
      <inkml:brushProperty name="width" value="0.035" units="cm"/>
      <inkml:brushProperty name="height" value="0.035" units="cm"/>
      <inkml:brushProperty name="color" value="#FF0066"/>
    </inkml:brush>
  </inkml:definitions>
  <inkml:trace contextRef="#ctx0" brushRef="#br0">142 135 320,'-47'3'8424,"37"-2"-5638,0 0-1,0 0 1,0-1 0,0-1-1,0 1 1,-17-5-1,27 5-2749,0 0-1,-1 0 1,1 0-1,0 0 1,-1 0-1,1 0 1,-1 0-1,1 0 1,0 0-1,0-1 1,-1 1-1,1 0 1,0 0-1,-1 0 1,1-1-1,0 1 1,0 0-1,-1 0 1,1-1-1,0 1 1,0 0-1,-1-1 1,1 1-1,0 0 1,0-1-1,0 1 1,0 0-1,0-1 1,0 1-1,-1 0 1,1-1-1,0 1 1,0 0-1,0-1 0,0 1 1,0 0-1,0-1 1,0 1-1,1-1 1,-1 1-1,0 0 1,0-1-1,15-16 1429,26-10 70,5 9-1534,1 1 0,1 3 0,58-10 0,-98 23 0,1 0 0,0 1 0,-1 0 0,1 0 0,16 3 0,11 1 0,49 1 0,-83-5 0,0 0 0,-1 0 0,1 0 0,-1 0 0,1 0 0,-1 0 0,1 0 0,-1 1 0,1-1 0,-1 1 0,1-1 0,-1 1 0,0 0 0,1-1 0,-1 1 0,0 0 0,1 0 0,-1 0 0,0 0 0,0 0 0,0 0 0,0 0 0,0 0 0,0 1 0,0-1 0,0 0 0,-1 0 0,2 2 0,-1 2 0,0 1 0,0-1 0,0 0 0,0 1 0,-1-1 0,-1 9 0,4 21 0,0-25 0,0-1 0,1 1 0,1-1 0,-1 1 0,2-1 0,-1 0 0,1-1 0,0 1 0,1-1 0,0-1 0,12 11 0,-16-15 0,0-1 0,0-1 0,0 1 0,0 0 0,0-1 0,1 1 0,-1-1 0,0 0 0,1 0 0,-1 0 0,1-1 0,-1 1 0,1-1 0,-1 0 0,1 0 0,-1 0 0,1 0 0,-1-1 0,1 1 0,-1-1 0,7-2 0,-2 0 0,1 0 0,-1 0 0,0-1 0,0 0 0,0-1 0,0 0 0,8-7 0,-5 3-890,-1-1-1,-1-1 1,0 0-1,0 0 1,12-21 0,-20 30 836,9-23-2451,-9 21 2047,1 0 0,-1 0 1,0 1-1,1-1 0,0 1 1,0-1-1,3-3 1,27-36-5043,-31 43 5473,-1 0-1,1-1 1,-1 1 0,0 0 0,0-1 0,1 1 0,-1-1 0,0 1-1,1 0 1,-1-1 0,0 1 0,0-1 0,0 1 0,0-1 0,1 1-1,-1 0 1,0-1 0,0 1 0,0-1 0,0 1 0,0-1 0,0 1-1,0-1 1,0 1 0,0-1 0,0 1 0,-1-1 0,1 1 0,0-1-1,0 1 1,0 0 0,0-1 0,-1 1 0,1-1 0,0 1 0,-1 0-1,1-1 1,-1 0 171,0 1 0,0-1 0,0 0 1,0 1-1,0 0 0,0-1 0,0 1 0,0 0 0,0-1 0,0 1 0,0 0 0,0 0 0,-3 0 1803,-13 11 1674,16-12-3580,0 1-1,0 0 0,-1 0 1,1 1-1,0-1 1,0 0-1,0 0 1,0 0-1,0 1 1,0-1-1,1 1 1,-1-1-1,0 1 1,0-1-1,0 1 1,0-1-1,0 1 1,0 0-1,1-1 1,-1 1-1,0 0 1,1 0-1,-1-1 0,0 1 1,1 0-1,-1 0 1,1 0-1,0 0 1,-1 0-1,1 0 1,0 0-1,-1 0 1,1 0-1,0 0 1,0 0-1,0 0 1,0 0-1,0 0 1,0 1-1,2-2 91,0-1 0,-1 1 0,1-1 0,0 0-1,-1 0 1,1 0 0,0 0 0,-1 0 0,2-1 0,-3 1 18,8-6 2122,-12 9-2755,-6 1-206,6 5-2969,20-19-9504,-14 6 8273</inkml:trace>
</inkml:ink>
</file>

<file path=ppt/ink/ink1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36.297"/>
    </inkml:context>
    <inkml:brush xml:id="br0">
      <inkml:brushProperty name="width" value="0.035" units="cm"/>
      <inkml:brushProperty name="height" value="0.035" units="cm"/>
      <inkml:brushProperty name="color" value="#FF0066"/>
    </inkml:brush>
  </inkml:definitions>
  <inkml:trace contextRef="#ctx0" brushRef="#br0">216 1 2216,'-11'5'2758,"0"1"0,0-2 0,-20 7-1,20-8-833,-1 1 0,1 1 0,-20 10 0,7-2 1496,20-12-2903,0 1 1,1-1 0,-1 1-1,1 0 1,0 0 0,-1 1-1,1-1 1,0 1-1,0-1 1,0 1 0,1 0-1,-5 5 1,1 1-155,-5 12 499,11-20-847,0-1 0,0 1 0,0 0 0,0 0 0,0-1 0,0 1 0,0 0 0,0 0 0,0-1 0,1 1 0,-1 0 0,0 0 0,0-1 0,1 1 0,-1 0 0,0-1 0,1 1 0,-1 0 0,0-1 0,1 1 0,-1-1 0,1 1 0,-1-1 0,1 1 0,0-1 0,-1 1 0,1-1 0,-1 1 0,2-1 0,5 7-15,12 8 0,-13-11 0,-4-2 0,0-1 0,-1 0 0,1 0 0,0 0 0,0 0 0,0 0 0,-1 0 0,1 0 0,0-1 0,0 1 0,0 0 0,0-1 0,1 0 0,-1 0 0,0 0 0,0 0 0,0 0 0,0 0 0,0 0 0,0 0 0,0-1 0,0 1 0,0-1 0,0 0 0,0 1 0,2-2 0,17-7 0,25-15 0,-4-7 0,27-12 0,-62 37 0,-6 4 0,0 1 0,1-1 0,-1 1 0,1 0 0,0 0 0,-1-1 0,1 1 0,0 0 0,0 0 0,0 1 0,0-1 0,0 0 0,2 0 0,-1 0 0,0 0 0,1 1 0,-1-1 0,0 1 0,0-1 0,0 1 0,1 0 0,-1 0 0,0 1 0,0-1 0,7 2 0,1 1 0,-8-2 0,1 0 0,-1 0 0,1 1 0,-1-1 0,0 0 0,1 1 0,-1 0 0,0 0 0,0 0 0,4 3 0,2 2 0,0 0 0,0-1 0,1 0 0,0-1 0,0 0 0,0 0 0,1-1 0,0-1 0,0 0 0,0 0 0,0-1 0,0 0 0,0-1 0,0-1 0,1 1 0,-1-2 0,0 0 0,22-4 0,52-10-13,-47 9-60,0-1 0,-1-2 0,49-18 0,-49 17-3526,-7 3-4170,-28 6 7110,-1 0 0,0 0 1,1 0-1,-1 0 0,0 0 1,0-1-1,0 1 0,0 0 0,0-1 1,0 1-1,-1-1 0,1 1 0,1-3 1,1-3-3994,4-3 337</inkml:trace>
</inkml:ink>
</file>

<file path=ppt/ink/ink1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36.478"/>
    </inkml:context>
    <inkml:brush xml:id="br0">
      <inkml:brushProperty name="width" value="0.035" units="cm"/>
      <inkml:brushProperty name="height" value="0.035" units="cm"/>
      <inkml:brushProperty name="color" value="#FF0066"/>
    </inkml:brush>
  </inkml:definitions>
  <inkml:trace contextRef="#ctx0" brushRef="#br0">1 11 488,'8'-5'2409,"1"5"-833,8-5-632,0 5-456,0 0-344,9 0-304,0 0-312,-9 0-456,9 0-808,-9 0-729</inkml:trace>
</inkml:ink>
</file>

<file path=ppt/ink/ink1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37.256"/>
    </inkml:context>
    <inkml:brush xml:id="br0">
      <inkml:brushProperty name="width" value="0.035" units="cm"/>
      <inkml:brushProperty name="height" value="0.035" units="cm"/>
      <inkml:brushProperty name="color" value="#FF0066"/>
    </inkml:brush>
  </inkml:definitions>
  <inkml:trace contextRef="#ctx0" brushRef="#br0">16 894 408,'0'0'2705,"-5"1"1658,-6-4 158,11 3-4449,9 1-186,-1 0 274,37 5 582,-13 0-81,39-1 2033,92-4 0,-73-3-1050,79-5 572,-35-1-1200,885-63 559,-40-28-2938,-1-20-3398,-181 18-236,276-52 563,-795 112 3938,985-185-973,-1129 200 732,-77 15 141,117-25-3055,-131 25 1582</inkml:trace>
</inkml:ink>
</file>

<file path=ppt/ink/ink1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37.996"/>
    </inkml:context>
    <inkml:brush xml:id="br0">
      <inkml:brushProperty name="width" value="0.035" units="cm"/>
      <inkml:brushProperty name="height" value="0.035" units="cm"/>
      <inkml:brushProperty name="color" value="#FF0066"/>
    </inkml:brush>
  </inkml:definitions>
  <inkml:trace contextRef="#ctx0" brushRef="#br0">0 306 520,'27'-1'9814,"-15"-4"-9476,1 0 0,-1 1-1,1 1 1,-1 0 0,1 0 0,26 0-1,0-2-127,237-17 828,-157 17-708,850-59 1089,471-17-1755,-608 33-3743,-507 26-426,-296 20 2904,55-11 1,-57 2-422,-19 6 702</inkml:trace>
</inkml:ink>
</file>

<file path=ppt/ink/ink1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6:38.891"/>
    </inkml:context>
    <inkml:brush xml:id="br0">
      <inkml:brushProperty name="width" value="0.035" units="cm"/>
      <inkml:brushProperty name="height" value="0.035" units="cm"/>
      <inkml:brushProperty name="color" value="#FF0066"/>
    </inkml:brush>
  </inkml:definitions>
  <inkml:trace contextRef="#ctx0" brushRef="#br0">0 188 560,'0'0'5036,"10"5"-2189,82-9-1094,96-17-1,-40 2-1440,53-2-159,189-16-10,-158 21-102,381-21-2,611 10-1471,-710 22-5106,-430 0 4056,-56 5 922</inkml:trace>
</inkml:ink>
</file>

<file path=ppt/ink/ink1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10.410"/>
    </inkml:context>
    <inkml:brush xml:id="br0">
      <inkml:brushProperty name="width" value="0.035" units="cm"/>
      <inkml:brushProperty name="height" value="0.035" units="cm"/>
      <inkml:brushProperty name="color" value="#0066FF"/>
    </inkml:brush>
  </inkml:definitions>
  <inkml:trace contextRef="#ctx0" brushRef="#br0">1 1 24575,'0'0'-8191</inkml:trace>
</inkml:ink>
</file>

<file path=ppt/ink/ink1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16.348"/>
    </inkml:context>
    <inkml:brush xml:id="br0">
      <inkml:brushProperty name="width" value="0.035" units="cm"/>
      <inkml:brushProperty name="height" value="0.035" units="cm"/>
      <inkml:brushProperty name="color" value="#0066FF"/>
    </inkml:brush>
  </inkml:definitions>
  <inkml:trace contextRef="#ctx0" brushRef="#br0">0 494 24575,'2'22'0,"1"0"0,0 0 0,2-1 0,0 1 0,11 25 0,3 14 0,16 100 0,19 196 0,28 39 0,-74-363 0,47 246 0,-42-157 0,-11-89 0,1 1 0,2-1 0,1 0 0,16 50 0,-2-16 0,-12-37 0,12 29 0,-17-51 0,1-1 0,0 0 0,0 1 0,0-1 0,1-1 0,0 1 0,0-1 0,11 11 0,-8-11 0,1 0 0,0-1 0,1 0 0,-1-1 0,1 1 0,0-2 0,0 0 0,0 0 0,12 2 0,6 2 0,68 16 0,1-5 0,152 10 0,200-16 0,-405-12 0,579 18 0,-321-3 0,-247-12 0,86 16 0,-15-1 0,487-5 0,-422-15 0,-70 2 0,568 17 0,136 2 0,-561-21 0,772 2 0,-989 0 0,-1-3 0,1-2 0,-1-1 0,47-14 0,-70 14 0,18-5 0,0-1 0,44-20 0,-59 19 0,1 1 0,0 2 0,1 1 0,38-8 0,-26 8 0,1-2 0,-1-1 0,-1-2 0,74-38 0,47-30 0,-100 45 0,-2-3 0,-1-2 0,93-92 0,-130 115 0,-1-2 0,-1 0 0,0-1 0,-2-1 0,24-44 0,26-44 0,-42 74 0,-1-1 0,24-58 0,-21 29 0,128-287 0,-139 325 0,-1-1 0,-2 0 0,-1-1 0,-1 0 0,-2-1 0,-1 0 0,3-34 0,-3 25 0,1 0 0,24-66 0,-2 9 0,-14 32 0,-3-1 0,-3 0 0,-3 0 0,-1-98 0,-7 114 0,-2-59 0,3 105 0,0 0 0,-1 0 0,0 0 0,-1 0 0,1 0 0,-1 0 0,0 0 0,0 1 0,0-1 0,0 1 0,-1-1 0,0 1 0,0 0 0,-6-6 0,4 5 0,-1 0 0,1 1 0,-1 0 0,0 1 0,0-1 0,-1 1 0,1 0 0,-1 1 0,-10-4 0,-10 1 0,-1 1 0,1 1 0,-1 1 0,-38 3 0,42 0 0,-277 10 0,-36 1 0,-385-13 0,677 4 0,1 1 0,-46 10 0,9 0 0,6-1 0,-48 6 0,-189 24 0,-12 2 0,-170-42 0,256-5 0,222 2 0,-507 22 0,361-10 0,-188-9 0,184-4 0,-584 1 0,567-10 0,14 1 0,-548 10 0,683-1 0,0 2 0,0 1 0,1 2 0,-1 1 0,-36 12 0,-2 5 0,-13 4 0,-145 27 0,91-35 0,-183 34 0,285-47 0,0-1 0,-70 0 0,56-3 0,32-1 0,0 2 0,0 0 0,0 1 0,-21 7 0,-69 32 0,101-40 0,-205 69 0,20-7 0,184-61-341,1 0 0,-1 0-1,-9 8 1,2-1-6485</inkml:trace>
</inkml:ink>
</file>

<file path=ppt/ink/ink1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19.704"/>
    </inkml:context>
    <inkml:brush xml:id="br0">
      <inkml:brushProperty name="width" value="0.035" units="cm"/>
      <inkml:brushProperty name="height" value="0.035" units="cm"/>
      <inkml:brushProperty name="color" value="#0066FF"/>
    </inkml:brush>
  </inkml:definitions>
  <inkml:trace contextRef="#ctx0" brushRef="#br0">258 113 328,'-6'-11'6437,"-15"-5"-2061,5 5-1937,13 8-2078,0 1 0,0 0 0,0 0 0,0 1 0,0-1 0,-7-2 0,-13-6 856,15 6-1008,1 1 0,0 0 1,-1 1-1,1 0 1,-15-3-1,11 3-110,-6-1-640,1 2 0,-28-1 0,43 2 437,1 0 34,-1 0 0,0 0 0,1 0 0,-1 0 0,1 0 0,-1 0 0,0 0 0,1 0 0,-1 0 0,1 0 0,-1 0 0,0 0 0,1-1 0,-1 1 0,1 0 0,-1 0 0,1-1 0,-1 1 0,1 0 0,-1-1 0,0 0 0,-1-3-3280,2-4-3827,0 2 3020</inkml:trace>
</inkml:ink>
</file>

<file path=ppt/ink/ink1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22.496"/>
    </inkml:context>
    <inkml:brush xml:id="br0">
      <inkml:brushProperty name="width" value="0.035" units="cm"/>
      <inkml:brushProperty name="height" value="0.035" units="cm"/>
      <inkml:brushProperty name="color" value="#0066FF"/>
    </inkml:brush>
  </inkml:definitions>
  <inkml:trace contextRef="#ctx0" brushRef="#br0">206 5 384,'0'-5'2937,"0"6"-2801,0-1-1,-1 1 1,1-1 0,0 1 0,-1-1 0,1 1-1,-1-1 1,1 1 0,-1-1 0,1 0 0,-1 1-1,1-1 1,-1 1 0,1-1 0,-1 0 0,1 0-1,-1 1 1,0-1 0,1 0 0,-1 0 0,0 0-1,-2 2 236,9-2 737,-6-1-1081,0-3-15,-2 4-4,-3 4 0,3-3 1336,2 0-1337,0 2-5,0-2 37,-1-1-32,-5 0-5,4 4 59,3-7-19,-1 2 405,-1 1-236,0 0-1,1 0 1,-1-1 0,0 1 0,0 0 0,1 0 0,-1 0-1,0 0 1,1 0 0,-1 0 0,0 0 0,1 0 0,-1 0-1,0 1 1,1-1 0,-1 0 0,0 0 0,1 1 0,-1-1-1,0 0 1,1 1 0,-1-1 0,0 1 0,-17 18 998,-12 32-1910,26-43 1150,1-3-427,1-2-7,0 0 0,0 1 0,1-1-1,0 1 1,-1-1 0,1 1-1,0-1 1,0 1 0,1-1-1,-1 6 1,-8 55 106,9-54-108,0 4-5,0 1 1,1-1 0,1 0 0,2 15-1,0 8 7,-4-31-14,1 0-1,-1 0 1,1-1-1,2 11 1,0 13 29,-3-26-27,0 1 1,0-1 0,0 0-1,0 0 1,1 1 0,0-1-1,-1 0 1,4 6-1,-4 22-1253,-10-35 96,1 0 1,0 1 0,-1 1 0,0-1 0,1 2 0,-11-2 0,4 1-1258,-1-2-539</inkml:trace>
</inkml:ink>
</file>

<file path=ppt/ink/ink1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22.910"/>
    </inkml:context>
    <inkml:brush xml:id="br0">
      <inkml:brushProperty name="width" value="0.035" units="cm"/>
      <inkml:brushProperty name="height" value="0.035" units="cm"/>
      <inkml:brushProperty name="color" value="#0066FF"/>
    </inkml:brush>
  </inkml:definitions>
  <inkml:trace contextRef="#ctx0" brushRef="#br0">0 17 1680,'2'-11'7299,"5"8"-5280,-6 3-1972,-1 0 1,0 0-1,0 0 0,1 0 0,-1 0 1,0-1-1,1 1 0,-1 0 0,0 0 1,0 0-1,1 0 0,-1 0 0,0 0 1,1 0-1,-1 0 0,0 0 0,0 0 1,1 0-1,-1 0 0,0 0 0,1 0 1,-1 1-1,0-1 0,0 0 0,1 0 1,-1 0-1,0 0 0,0 0 1,1 1-1,-1-1 0,0 0 0,0 0 1,0 0-1,1 1 0,23 5 676,1 8-185,-16-9-427,0 0 0,0 1 0,-1-1 0,9 9 0,26 28 217,0 1-19,-38-38-147,0 0 1,0 0 0,1 0 0,0-1 0,0 1 0,0-1 0,0-1 0,0 1 0,1-1 0,0-1 0,0 1 0,-1-1-1,1 0 1,1 0 0,-1-1 0,0 0 0,0-1 0,0 1 0,1-1 0,-1-1 0,0 1 0,0-1 0,1 0 0,12-5-1,-13 3 159,-4 2-164,1 0-1,-1 0 1,0-1-1,0 1 1,0-1-1,0 0 0,0 0 1,0 0-1,-1 0 1,5-6-1,36-29 1031,9-38-705,-41 59-898,-8 12-327,-1 1 1,1-1-1,0 1 0,0-1 0,0 1 1,0 0-1,7-4 0,-9 6-135,1 0 0,-1 0 0,0 1-1,1-1 1,-1 1 0,0-1 0,1 1 0,-1-1 0,1 1-1,-1 0 1,3-1 0,4 1-2914</inkml:trace>
</inkml:ink>
</file>

<file path=ppt/ink/ink1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24.975"/>
    </inkml:context>
    <inkml:brush xml:id="br0">
      <inkml:brushProperty name="width" value="0.035" units="cm"/>
      <inkml:brushProperty name="height" value="0.035" units="cm"/>
      <inkml:brushProperty name="color" value="#0066FF"/>
    </inkml:brush>
  </inkml:definitions>
  <inkml:trace contextRef="#ctx0" brushRef="#br0">172 268 3217,'0'-2'621,"0"0"0,0 0 0,0 0 0,-1 1 0,1-1 0,0 0 0,-1 0 0,1 0 1,-1 0-1,0 1 0,1-1 0,-1 0 0,0 1 0,0-1 0,0 1 0,0-1 0,-3-2 0,1 0 376,0-3 2185,3 6-3088,0 1 0,0 0-1,0-1 1,-1 1 0,1 0-1,0-1 1,0 1 0,0 0-1,0-1 1,0 1 0,0 0-1,-1 0 1,1-1 0,0 1-1,0 0 1,0 0 0,-1-1 0,1 1-1,0 0 1,0 0 0,-1-1-1,1 1 1,0 0 0,-1 0-1,1 0 1,0 0 0,-1 0-1,1-1 1,0 1 0,-1 0-1,-5-2 1513,3 1-441,0 0-1,0 1 1,0-1 0,0 1 0,0-1-1,0 1 1,-4 0 0,1 3-1125,0 0 1,1 0-1,-1 0 1,1 1-1,0 0 1,0 0-1,1 0 1,-6 5-1,0 5-40,0-1 0,-11 20 0,18-27 0,0 0 0,1 0 0,0 0 0,0 0 0,0 0 0,1 0 0,-1 0 0,1 0 0,0 9 0,1-7 0,1 0 0,0 1 0,0-1 0,0 0 0,1 0 0,3 9 0,-4-13 0,1 0 0,0 0 0,0 0 0,0 0 0,1 0 0,-1-1 0,1 1 0,0-1 0,0 0 0,0 0 0,0 0 0,1 0 0,4 3 0,3 0 0,0 1 0,1-2 0,0 0 0,0 0 0,0-1 0,1 0 0,-1-1 0,17 2 0,-10-4 0,1 0 0,0-1 0,0-1 0,35-7 0,-39 6 0,-1-1 0,0 0 0,0-2 0,0 1 0,0-2 0,-1 0 0,0-1 0,0 0 0,-1-1 0,0 0 0,15-13 0,-2-1 0,-17 15 0,-2 1 0,1-1 0,9-11 0,-15 15 0,1 0 0,-2 0 0,1 0 0,0-1 0,0 1 0,-1 0 0,0-1 0,0 1 0,0-1 0,0 1 0,0-1 0,-1 1 0,1-7 0,-10-112 0,9 113 0,-1-1 0,-1 1 0,-4-17 0,4 18 0,0 0 0,0 0 0,0-15 0,2 21 0,0-1 0,-1 0 0,1 0 0,-1 1 0,1-1 0,-1 0 0,0 1 0,0-1 0,0 0 0,-1 1 0,1 0 0,0-1 0,-1 1 0,0 0 0,-3-4 0,-2 1 0,7 5 0,-1 0 0,1 0 0,-1-1 0,1 1 0,-1 0 0,1 0 0,-1 0 0,1 0 0,-1 0 0,1 0 0,-1 0 0,1 0 0,-1 0 0,1 0 0,-1 0 0,1 0 0,-1 0 0,0 0 0,1 0 0,-1 0 0,1 1 0,-1-1 0,1 0 0,0 0 0,-1 1 0,1-1 0,-1 0 0,1 1 0,-1-1 0,1 0 0,0 1 0,-1-1 0,1 1 0,-1 0 0,1-1 0,-5 4 0,0-1 0,1 2 0,-1-1 0,1 0 0,0 1 0,0 0 0,1 0 0,-1 0 0,1 0 0,0 1 0,0-1 0,1 1 0,0 0 0,0 0 0,0-1 0,0 2 0,1-1 0,0 0 0,1 0 0,-1 8 0,2 1 0,1-1 0,0 1 0,1 0 0,6 21 0,1 2 0,7 20 0,-14-48 0,1-1 0,0 1 0,0-1 0,6 9 0,8 18 0,2-8 0,-5-9 0,-8-13 0,3-1 0,-3-4 0,-6-1 0,1 0 0,-1 0 0,0 0 0,1 0 0,-1 0 0,0-1 0,1 1 0,-1 0 0,0-1 0,1 1 0,-1-1 0,0 1 0,0-1 0,1 0 0,-1 0 0,0 1 0,0-1 0,0 0 0,0 0 0,0 0 0,0 0 0,0-2 0,6-3 0,4-3 0,0 1 0,-1-1 0,0-1 0,13-17 0,4-3 0,7-7 0,-23 24 0,-10 11 0,1 0 0,-1-1 0,1 1 0,0 0 0,-1 0 0,1 0 0,0 1 0,0-1 0,1 0 0,-1 1 0,3-2 0,-4 2 0,1 0 0,-1 0 0,1 1 0,-1-1 0,1 0 0,-1 1 0,1-1 0,0 1 0,-1 0 0,1 0 0,0-1 0,-1 1 0,1 0 0,0 0 0,-1 1 0,1-1 0,0 0 0,-1 0 0,1 1 0,-1-1 0,1 1 0,0 0 0,-1-1 0,3 3 0,-4-3 0,14 7 0,-12-6 0,0 0 0,1 0 0,-1 0 0,0 1 0,1-1 0,-1 1 0,0-1 0,0 1 0,0 0 0,0 0 0,-1 0 0,1 0 0,2 4 0,1 1 0,0 1 0,1-1 0,9 10 0,2 2 0,-15-17-425,0 1 0,1-1 0,-1 0 0,1 0 0,-1 0-1,1 0 1,3 1 0,-6-3 352,0 1-1,0-1 1,0 0-1,1 0 1,-1 1-1,0-1 1,0 0-1,1 0 1,-1 0-1,0 1 1,1-1-1,-1 0 1,0 0 0,0 0-1,1 0 1,-1 0-1,0 0 1,1 0-1,-1 0 1,0 0-1,1 1 1,-1-1-1,0 0 1,1-1-1,-1 1 1,0 0-1,1 0 1,-1 0-1,0 0 1,1 0-1,-1 0 1,0 0-1,0 0 1,1 0-1,-1-1 1,0 1-1,1 0 1,-1 0-1,0 0 1,0-1-1,0 1 1,1 0-1,-1 0 1,0-1 0,0 1-1,0 0 1,1-1-1,-1 1 1,16-12-1032,1-14 757,-15 14 585,-3 8-33,1 8-142,0-3-11,24 16 325,-19-15-312,0-1 1,0 1-1,0-1 1,0 1 0,0-1-1,0-1 1,0 1-1,0-1 1,0 0-1,7-1 1,-4 1 145,-5 0-78,0-1 1,0 0 0,0 0-1,0-1 1,0 1-1,0-1 1,-1 1-1,1-1 1,-1 0-1,1 0 1,-1 0-1,0 0 1,1-1-1,-1 1 1,3-5-1,5-9 387,-9 15-453,1-1 1,-1 0-1,1 0 1,-1 0-1,0 0 1,0 0-1,0 0 1,0 0-1,-1-1 1,1 1 0,0 0-1,-1 0 1,1-4-1,-1 1 87,-1-1 1,0 1-1,0-1 1,0 1-1,0 0 1,-1 0-1,0 0 1,0 0-1,-4-7 1,-4-10 451,3 10-286,6 10-283,0 1 0,0-1 0,0 1 0,0-1 0,0 0 0,0 1 0,1-1-1,-1 0 1,1 0 0,-1 1 0,1-1 0,0 0 0,0 0 0,0 0 0,0-3 0,-1 1-36,0 3 0,1 1 0,0 0 0,-1-1 0,1 1 0,0 0 0,-1 0 0,1-1 0,-1 1 0,1 0 0,0 0 0,-1 0 0,1 0 0,-1 0 0,1-1 0,-1 1 0,1 0 0,0 0 0,-1 0 0,1 0 0,-1 0 0,1 0 0,-1 0 0,1 1 0,-1-1 0,1 0 0,0 0 0,-1 0 0,1 0 0,-1 0 0,1 1 0,0-1 0,-1 0 0,1 0 0,0 1 0,-1-1 0,1 0 0,0 1 0,-1-1 0,1 0 0,0 1 0,0-1 0,-1 0 0,1 1 0,0-1 0,-1 1 0,-12 6 0,11-7 0,0 1 0,0 0 0,0 0 0,-1 0 0,1 0 0,0 1 0,1-1 0,-1 1 0,0-1 0,0 1 0,0-1 0,1 1 0,-3 4 0,-11 13 0,12-16 0,0 0 0,1 0 0,-1 1 0,1-1 0,0 1 0,-3 4 0,4-5 0,0-1 0,-1 1 0,1-1 0,-1 1 0,0-1 0,0 0 0,-4 4 0,4-4 0,0 0 0,1 0 0,-1 0 0,0 0 0,1 0 0,-1 0 0,1 0 0,0 0 0,-2 4 0,-5 11 0,7-15 0,0 0 0,0-1 0,1 1 0,-1 0 0,0-1 0,1 1 0,-1 0 0,1 0 0,-1-1 0,1 1 0,0 0 0,-1 0 0,1 0 0,0 0 0,0 0 0,1-1 0,-1 1 0,1 3 0,5 11 0,-4-12 0,0-1 0,-1 0 0,0 1 0,0 0 0,0-1 0,1 8 0,-2-10 0,0 1 0,1-1 0,-1 1 0,1-1 0,0 0 0,-1 1 0,1-1 0,0 0-1,0 0 1,0 1 0,0-1 0,0 0 0,0 0 0,0 0 0,0 0 0,0 0 0,0 0 0,1-1 0,-1 1 0,0 0 0,1-1 0,2 2 0,33 10-58,-19-9-160,-1-1 0,1 0 0,0-2 0,19-1-1,-1 1-145,-20-1 149,-1-1 0,1 0 0,-1-1 0,0 0 0,19-7 1,-2-2-178,38-20 0,-63 28 380,-1 0 1,1-1 0,-1 0-1,1 0 1,-1-1 0,-1 0-1,1 0 1,-1 0 0,0-1-1,-1 0 1,0 0 0,0 0-1,0 0 1,-1 0 0,3-10-1,-5 12 82,0 1 0,-1-1 1,1 0-1,-1 0 0,0 0 0,-1 0 0,1 0 0,-1 0 0,0 1 1,0-1-1,0 0 0,-1 1 0,0-1 0,0 1 0,0-1 0,-5-6 0,5 8 116,-1 0-1,1 1 1,-1-1-1,0 1 1,1 0-1,-1 0 0,-7-4 1,7 4 28,1 1 489,1 1-551,-2 0-151,1 1 1,-1-1-1,0 1 1,1 0-1,-1 0 1,1 0-1,-1 0 1,1 0-1,0 1 1,-1-1-1,1 1 1,0-1-1,0 1 1,0 0-1,-2 2 1,-5 8-2,5-9 0,1 1 0,0-1 0,0 1 0,0 0 0,0 0 0,1 1 0,-1-1 0,1 0 0,0 1 0,0 0 0,1-1 0,-1 1 0,0 9 0,-7 20 0,9-33 0,3 52 0,-2-49 0,1 1 0,-1-1 0,1 0 0,-1 1 0,1-1 0,1 0 0,-1 0 0,0 0 0,5 4 0,1 4 0,-7-11 0,0 1 0,0 0 0,1-1 0,-1 1 0,0-1 0,1 1 0,-1-1 0,1 0 0,2 2 0,2 1 0,0-1 0,0 0 0,0-1 0,0 1 0,8 1 0,-5-1 0,-4-2 0,0-1 0,1 1 0,-1-1 0,0 0 0,1 0 0,-1 0 0,0-1 0,0 0 0,8-2 0,0 0 0,1-1 0,19-10 0,-24 9 0,0-1 0,-1 0 0,1-1 0,-1 1 0,0-2 0,-1 1 0,0-1 0,0 0 0,-1-1 0,0 0 0,10-18 0,-12 18 0,0-1 0,-1 0 0,0 0 0,-1 0 0,1 0 0,0-19 0,2-7 0,-3 18 0,-1 0 0,-2-28 0,0 11 0,1 24 0,-1 0 0,0-1 0,-1 1 0,-1 0 0,-5-18 0,8 29 0,-2-5 0,-1-1 0,1 1 0,-1 0 0,0 0 0,-4-6 0,6 11 0,1 0 0,0 0 0,0 0 0,0 0 0,0 0 0,-1-1 0,1 1 0,0 0 0,0 0 0,0 0 0,0 0 0,-1 0 0,1 0 0,0 0 0,0 0 0,0 0 0,0 0 0,-1 0 0,1 0 0,0 0 0,0 0 0,0 0 0,-1 0 0,1 0 0,0 0 0,0 0 0,0 0 0,0 1 0,-1-1 0,1 0 0,0 0 0,0 0 0,0 0 0,0 0 0,0 0 0,-1 0 0,1 1 0,0-1 0,0 0 0,0 0 0,0 0 0,0 0 0,0 1 0,0-1 0,0 0 0,-1 0 0,1 0 0,0 0 0,0 1 0,0-1 0,0 0 0,0 0 0,0 0 0,0 1 0,0-1 0,0 6 0,0 11 0,1-1 0,0 0 0,1 1 0,4 19 0,9 44 0,-7-16 0,-6-50 0,-1 0 0,0 0 0,-2 19 0,0-1 0,0-18 0,0 0 0,-6 22 0,4-22 0,1 0 0,-1 23 0,2-30-1493,2 1 0,-1 0 0,1-1 0,3 16-1,-3-22 1323,-1 0-1,0-1 1,0 1-1,1 0 1,-1 0-1,0 0 0,1 0 1,-1 0-1,1-1 1,-1 1-1,1 0 1,0 0-1,-1-1 1,1 1-1,0 0 0,-1-1 1,1 1-1,0-1 1,0 1-1,-1-1 1,1 1-1,0-1 1,0 0-1,0 1 0,0-1 1,0 0-1,0 0 1,0 1-1,-1-1 1,1 0-1,0 0 1,0 0-1,0 0 0,0 0 1,0-1-1,0 1 1,0 0-1,0 0 1,0-1-1,0 1 1,-1 0-1,1-1 0,0 1 1,0-1-1,0 1 1,-1-1-1,1 1 1,0-1-1,0 0 1,7-5-1665,-1 0 1,0-1 0,0 0-1,11-14 1,2-3-367,-13 16 1616,-1-1 0,0 1 0,-1-2 0,7-15-1,4-5 4,44-81 123,-40 69 976,12-20 1709,-23 47-1371,-8 12-500,1 0-1,0 0 0,0-1 0,0 1 1,0 0-1,4-4 0,-1 2-330,5-4 4462,-25 17-629,-37 25 1011,-49 41-1,97-70-4714,-1 1 0,0-1 0,1 1 0,0 0 0,0 0 0,1 0 0,-1 0 0,1 1 0,0-1 0,0 1 0,1 0 1,0 0-1,0 0 0,-2 12 0,5-13-124,0 0 0,1 1 0,-1-1 0,1 0 0,0-1 0,1 1 0,-1 0 0,1-1 0,0 1 0,0-1 0,0 0 1,1 0-1,0 0 0,0 0 0,0-1 0,0 1 0,0-1 0,6 3 0,38 20 118,-33-17-128,0-1-1,1-1 0,18 7 0,16 3-34,-19-6 19,0-2 0,47 8 0,10-5-17,88 13-3868,-170-24 2904,-1-1-1,1 0 1,0 0-1,0 0 1,-1-1 0,1 1-1,6-3 1,-9 2 312,0 1 0,-1-1 0,1 0 0,-1 0 0,1 0 0,-1 0 0,1-1 0,-1 1 0,0-1 0,0 1 0,0-1 0,0 0 0,0 0 0,0 0 0,0 0 0,2-3 0,-3-2-2462</inkml:trace>
</inkml:ink>
</file>

<file path=ppt/ink/ink1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27.027"/>
    </inkml:context>
    <inkml:brush xml:id="br0">
      <inkml:brushProperty name="width" value="0.035" units="cm"/>
      <inkml:brushProperty name="height" value="0.035" units="cm"/>
      <inkml:brushProperty name="color" value="#0066FF"/>
    </inkml:brush>
  </inkml:definitions>
  <inkml:trace contextRef="#ctx0" brushRef="#br0">3005 217 448,'-34'-32'6456,"8"5"-3378,1 0-352,-8 6-679,4-1-33,9 13-1177,-1 1 0,-1 1 1,1 1-1,-1 1 0,-24-3 1,-68-6 1407,-150-9 3075,178 19-4751,52 1-456,0 2-1,-52 5 1,-34 4 129,26-2 307,-55-4 318,-9 1-23,40 3-844,12-1 0,15 1 0,62-2 0,-31 1 0,9-2 0,-64 5 0,-120 15 0,189-17 0,24-4 0,-28 6 0,11 0 0,29-6 0,-1 0 0,1 0 0,0 1 0,-14 6 0,13-5 0,0 0 0,-1-1 0,1-1 0,0 0 0,-20 1 0,20-2 0,-1 1 0,0 0 0,1 0 0,-18 6 0,-92 39 0,98-35 0,0 0 0,0 2 0,-38 29 0,-7 21 0,50-47 0,15-15 0,-1 1 0,1 0 0,0-1 0,1 1 0,-1 0 0,0 1 0,1-1 0,-1 0 0,1 1 0,0-1 0,0 1 0,1 0 0,-1 0 0,1 0 0,0 0 0,0 0 0,0 0 0,0 0 0,0 7 0,1-4 0,0 1 0,1 0 0,0 0 0,0 0 0,1-1 0,0 1 0,0 0 0,0-1 0,1 0 0,1 1 0,-1-1 0,1-1 0,0 1 0,0 0 0,1-1 0,9 9 0,-7-6 0,1-1 0,0-1 0,1 0 0,0 0 0,0-1 0,12 7 0,29 21 0,7 4 0,-38-22 0,-1 1 0,24 30 0,-36-33 0,-5-13 0,-1 0 0,1 1 0,-1-1 0,1 0 0,-1 0 0,1 1 0,0-1 0,0 0 0,0 0 0,-1 0 0,1 0 0,0 0 0,2 1 0,28 21 0,-23-17 0,0 0 0,0 0 0,1-1 0,0 0 0,0 0 0,13 4 0,17 3 0,72 9 0,36 4 0,-111-20 0,-18-2 0,32 1 0,26 1 0,54 1 0,-86-6 0,10 1 0,0-3 0,56-8 0,68-9 0,-132 16 0,227-12 0,2 4 0,-102 1 0,-115 5 0,-13 1 0,177-20 0,-114 8 0,75-16 0,-148 23 0,101-29 0,-7-11 0,-38 16 0,29-25 0,-117 56 0,-1 1 0,0-1 0,0 1 0,1-1 0,-1 0 0,0 0 0,0 0 0,-1 0 0,1 0 0,2-4 0,7-7 0,14-17 0,-24 29 0,0-1 0,0 1 0,0-1 0,0 1 0,0-1 0,-1 0 0,1 0 0,-1 1 0,1-1 0,-1 0 0,0 0 0,0 0 0,1 0 0,-1 1 0,0-1 0,-1 0 0,1-3 0,-32-71 0,29 68 0,0 0 0,0 1 0,-1-1 0,-10-13 0,-3-7 0,13 21 0,-1 0 0,1 1 0,-10-10 0,-2-2 0,-27-25 0,36 37 0,0 1 0,-1-1 0,0 1 0,0 0 0,0 1 0,-1 0 0,1 0 0,-1 1 0,-11-3 0,-39-7 0,-1 2 0,0 2 0,0 4 0,-1 1 0,-86 8 0,112-1 0,0-2 0,0-1 0,-58-9 0,37 2-2944,38 5 760,0 0 0,0-1 1,1-1-1,-1-1 0,1-1 0,-18-7 0,12 2-2853,4 0-141</inkml:trace>
</inkml:ink>
</file>

<file path=ppt/ink/ink1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29.306"/>
    </inkml:context>
    <inkml:brush xml:id="br0">
      <inkml:brushProperty name="width" value="0.035" units="cm"/>
      <inkml:brushProperty name="height" value="0.035" units="cm"/>
      <inkml:brushProperty name="color" value="#0066FF"/>
    </inkml:brush>
  </inkml:definitions>
  <inkml:trace contextRef="#ctx0" brushRef="#br0">240 306 2016,'-10'-8'5618,"-16"0"8317,21 6-9592,4 1-4000,0 1 0,1-1 0,-1 1-1,0 0 1,0-1 0,0 1 0,0 0-1,0-1 1,0 1 0,0 0-1,0 0 1,1 0 0,-1 0 0,0 0-1,0 0 1,0 0 0,0 0 0,0 0-1,-1 0 1,-7 1-343,2 4 0,7-5 0,0 1 0,-1-1 0,1 1 0,0 0 0,-1-1 0,1 1 0,0-1 0,0 1 0,0 0 0,-1-1 0,1 1 0,0-1 0,0 1 0,0 0 0,0-1 0,0 1 0,0 0 0,0-1 0,1 1 0,-1 0 0,0-1 0,0 2 0,1 0 0,-1 21 0,-1-3 0,1 1 0,2-1 0,4 28 0,-4-36 0,0 1 0,-1-1 0,-1 1 0,-1 13 0,0-16 0,1 1 0,0 0 0,1 0 0,0-1 0,1 1 0,2 11 0,0-12 0,-1-2 0,-1 0 0,1 0 0,1 15 0,-4-23 0,0 1 0,0-1 0,0 1 0,0-1 0,0 1 0,0-1 0,0 0 0,0 1 0,0-1 0,0 1 0,0-1 0,0 0 0,1 1 0,-1-1 0,0 1 0,0-1 0,0 0 0,1 1 0,-1-1 0,0 0 0,0 1 0,1-1 0,-1 0 0,0 0 0,1 1 0,11 11 0,-11-8 0,-1-8 0,0 1 0,-1 0 0,1 1 0,-1-1 0,0 0 0,0 0 0,0 0 0,-1 0 0,1 1 0,-1-1 0,1 1 0,-4-4 0,-23-26 0,14 17 0,0 0 0,2-1 0,-16-25 0,12 18 0,9 13 0,1 0 0,-8-17 0,4 4 0,2-1 0,0 0 0,2 0 0,-5-36 0,4 25 0,4 26 0,1-1 0,0 0 0,0-17 0,2 14 0,1 0 0,0 1 0,0-1 0,1 1 0,1 0 0,0 0 0,1 0 0,0 0 0,1 0 0,0 1 0,9-14 0,-11 21 0,-1 1 0,1-1 0,0 1 0,1 0 0,-1 0 0,0 0 0,1 1 0,0-1 0,-1 1 0,1 0 0,0 0 0,0 0 0,0 0 0,1 1 0,-1-1 0,5 0 0,6 0 0,-1 0 0,1 0 0,19 2 0,-24 0 0,0 1 0,0 0 0,0 1 0,-1 0 0,1 1 0,0 0 0,-1 0 0,0 1 0,0 0 0,15 9 0,-21-10 0,-1-1 0,1 1 0,-1 0 0,0 0 0,0-1 0,0 2 0,0-1 0,0 0 0,0 0 0,-1 0 0,0 1 0,0-1 0,0 1 0,0-1 0,0 1 0,-1-1 0,1 1 0,-1 0 0,0-1 0,0 1 0,0-1 0,-1 1 0,1 0 0,-1-1 0,0 1 0,0-1 0,0 1 0,-1-1 0,-1 5 0,-13 18 0,13-18 0,-2 0 0,1-1 0,-1 1 0,-1-1 0,-7 8 0,-1-2-323,-20 19-5029,-38 44-1,70-73 4123,-10 15-2866,10-12 207,1 1-3721</inkml:trace>
</inkml:ink>
</file>

<file path=ppt/ink/ink1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29.760"/>
    </inkml:context>
    <inkml:brush xml:id="br0">
      <inkml:brushProperty name="width" value="0.035" units="cm"/>
      <inkml:brushProperty name="height" value="0.035" units="cm"/>
      <inkml:brushProperty name="color" value="#0066FF"/>
    </inkml:brush>
  </inkml:definitions>
  <inkml:trace contextRef="#ctx0" brushRef="#br0">1 205 1624,'4'4'6703,"5"-2"-4956,13-4-1023,80-27 2792,-77 21-3084,-18 6-288,-1-1 1,0 0-1,1-1 1,-2 1 0,1-1-1,0-1 1,-1 1-1,0-1 1,0 0-1,0 0 1,0 0-1,6-11 1,-3 5 108,-7 10-233,-1 1 1,1-1-1,0 0 1,-1 0-1,1 1 1,-1-1-1,1 0 1,-1 0-1,1 1 1,-1-1-1,1 0 1,-1 0-1,0 0 1,0 0-1,1 0 1,-1 0-1,0 0 0,0 0 1,0 1-1,0-1 1,0 0-1,0 0 1,0 0-1,0 0 1,0 0-1,-1 0 1,1 0-1,-1-1 1,-1-3 32,1 1-1,-2 0 1,1 0 0,0 0 0,-1 0 0,0 0-1,0 0 1,0 1 0,0 0 0,-1-1-1,1 1 1,-1 0 0,0 1 0,1-1 0,-2 1-1,1-1 1,0 1 0,0 0 0,-1 1 0,1-1-1,-1 1 1,1 0 0,-1 0 0,1 0 0,-1 1-1,0-1 1,1 1 0,-1 1 0,0-1 0,0 0-1,1 1 1,-1 0 0,-7 3 0,3-1-57,3-1-1,0 1-1,1-1 0,0 1 1,-1 0-1,-8 7 0,11-8 7,0 0 0,0 1-1,0-1 1,0 1-1,0-1 1,1 1 0,-1 0-1,1 0 1,0 0-1,0 0 1,0 0-1,0 0 1,1 1 0,-1-1-1,1 1 1,0-1-1,0 1 1,0 0-1,0-1 1,1 1 0,0 0-1,-1 4 1,1-3 0,0 0 0,-1 0 0,2 0 0,-1 1-1,0-1 1,1 0 0,0 0 0,0 0 0,1 0 0,-1-1 0,1 1 0,0 0 0,0-1 0,1 1 0,0-1 0,5 8 0,9 18-2,-16-25-1,1-1 0,0 0 0,0 0 0,1 0 0,-1 0 0,5 5 0,6 2-151,1 0-1,24 15 1,-28-21-296,0-1 1,0 1-1,1-2 0,-1 1 1,1-1-1,0-1 0,0 0 1,-1-1-1,1 0 0,1 0 1,-1-1-1,0-1 1,15-2-1,4-1-1851,0-3 0,0 0 0,41-17 0,-54 17 681,-7-3-25</inkml:trace>
</inkml:ink>
</file>

<file path=ppt/ink/ink1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31.017"/>
    </inkml:context>
    <inkml:brush xml:id="br0">
      <inkml:brushProperty name="width" value="0.035" units="cm"/>
      <inkml:brushProperty name="height" value="0.035" units="cm"/>
      <inkml:brushProperty name="color" value="#0066FF"/>
    </inkml:brush>
  </inkml:definitions>
  <inkml:trace contextRef="#ctx0" brushRef="#br0">16 247 712,'-15'-13'9713,"18"9"-8767,-4 5-951,-1 0 355,3 1-244,0 0 0,1 0 0,-1 0-1,1 0 1,0-1 0,-1 1 0,1-1 0,0 1 0,0-1 0,0 0 0,2 2 0,5 1-48,-1 0-1,1 1 1,-1 0 0,-1 0-1,1 1 1,-1 0 0,0 0 0,0 1-1,-1 0 1,0 0 0,0 0-1,0 1 1,5 10 0,-9-15-55,0 1 0,0-1 0,-1 1 0,1 0 0,-1-1 0,1 1 0,-1 0 1,0 0-1,-1 0 0,1 0 0,-1 0 0,0-1 0,0 1 0,0 0 0,0 0 0,0 0 0,-1 0 0,0 0 0,0 0 1,0 0-1,0-1 0,-1 1 0,1 0 0,-1-1 0,-3 6 0,-21 24 14,23-31-12,1-1 2,1 0-1,0 1 1,0-1 0,-1 0 0,1 0 0,0 1 0,0-1 0,0 0-1,0 1 1,0-1 0,0 2 0,-12-2 600,12-1-577,1 0-1,-1 0 0,1 0 0,-1 0 0,1-1 0,-1 1 0,1 0 1,-1 0-1,1 0 0,-1-1 0,1 1 0,-1 0 0,1 0 0,-1-1 1,1 1-1,-1 0 0,1-1 0,-1 1 0,1-1 0,0 1 0,-1 0 1,1-1-1,0 1 0,-1-1 0,1 1 0,0-1 0,0 1 0,0-1 0,-1 0 1,1-5 123,0 1 0,0 0 1,1-1-1,0 1 0,-1 0 1,2 0-1,-1-1 1,1 1-1,0 0 0,0 1 1,4-9-1,4-3-103,0 0 0,0 1 0,2 0 0,0 1 1,0 1-1,24-20 0,-16 15-188,1 2-1,1 0 1,0 1 0,40-18 0,-22 16-963,-26 12 712,-1-1 0,1 0 0,-1-1 0,0 0 0,-1-1 0,14-11 0,-23 14 393,1 1 0,-2-1-1,1 0 1,0 0-1,-1 0 1,0-1-1,0 1 1,-1 0-1,1-1 1,0-7-1,-2 11 124,0 0 0,-1-1 0,1 1 1,-1-1-1,1 1 0,-1 0 0,0-1 0,1 1 0,-1 0 0,0 0 0,-1 0 0,1 0 0,0 0 1,-1 0-1,1 0 0,-1 0 0,1 0 0,-4-2 0,-19-13 5310,19 14-3637,3 3-1462,1-1 1,-1 1-1,1 0 0,-1 0 1,1 0-1,-1 0 1,1 0-1,-1 0 1,1 0-1,-1 0 1,1 0-1,-1 1 1,1-1-1,-1 1 1,1-1-1,-3 2 1,-2 0 165,-1 1-249,1-1 1,0 1-1,0 0 0,0 1 0,0-1 0,1 1 1,0 0-1,-1 0 0,-7 10 0,9-10-137,0 0-65,0 0 0,1 0 0,-1 1 0,1-1 0,0 1 0,0 0 0,1 0 0,-1 0 0,-1 8 0,-10 51 400,11-48-425,0 7-28,2 0 0,2 41 0,0-14 0,-1-27 0,0 0 0,1-1 0,2 1 0,0-1 0,7 26 0,-4-29 0,-2 0 0,0 1 0,-1-1 0,-1 1 0,-1 0 0,-1 0 0,-4 35 0,-3-27 0,5-23 0,0 1 0,1 0 0,0 0 0,0 0 0,-1 7 0,2-5-275,0-1 0,-1 1 0,0 0-1,-1 0 1,1 0 0,-2-1 0,1 1 0,-1-1 0,0 0-1,0 0 1,-1 0 0,0 0 0,-7 9 0,-3 0-847,-1-1 0,0 0 0,-31 23 0,40-34 392,-1 0 1,1 0-1,-1-1 1,-11 5-1,-14 6-3200,31-14 3750,0 0 1,0 0-1,0 0 1,0 0-1,0-1 1,0 1-1,0 0 1,0-1-1,0 1 1,0 0-1,0-1 1,0 1-1,1-1 1,-1 0-1,0 1 0,0-1 1,0 0-1,1 0 1,-1 1-1,-1-2 1,1-2 15,0 0 1,-1 0-1,1 0 1,1 0 0,-1 0-1,1-1 1,-1 1-1,1 0 1,0 0-1,1 0 1,-1 0 0,1 0-1,0 0 1,0 0-1,0 0 1,3-7-1,4-10 5,22-36-1,-18 36 57,48-92 304,-58 107-148,1 1-1,-1-1 0,0 1 1,0-1-1,2-9 0,-3 8 49,0 1-1,1 1 1,0-1-1,4-8 1,2-3 242,-7 14-254,1-1 0,0 0 1,0 1-1,0 0 0,0-1 0,0 1 0,1 0 0,-1 0 0,5-3 1,27-31 728,-14 24-638,-13 8-161,1 0 0,0 0 0,0 1 0,0 0 0,11-3 0,24-15-11,-28 17-13,-1-2 0,0 1 0,0-2 0,18-12 1,-11 6 5,13-16 39,-31 28 94,-1 1-1,0-1 1,0 0-1,0 0 1,0 0-1,-1 0 0,1 0 1,0 0-1,-1-1 1,0 1-1,1 0 1,-1-1-1,0 1 1,0-1-1,0 0 1,-1 1-1,1-1 1,-1 0-1,1 1 1,-1-1-1,0 0 1,0 1-1,-1-6 1,1 8-41,0 0 1,0-1-1,0 1 1,0 0-1,0-1 1,0 1-1,0-1 1,0 1-1,-1 0 1,1-1 0,0 1-1,0 0 1,0 0-1,-1-1 1,1 1-1,0 0 1,0-1-1,-1 1 1,1 0-1,0 0 1,-1 0 0,1-1-1,0 1 1,-1 0-1,1 0 1,0 0-1,-1 0 1,1-1-1,-1 1 1,-16-1 1342,13 2-1152,-1 0-1,1-1 1,0 1-1,0 1 1,0-1-1,0 1 1,-5 2-1,3-1-73,-1 1-15,0 0 0,-1 1 0,1 0 1,1 0-1,-1 0 0,1 1 0,0 0 0,0 0 1,1 0-1,0 1 0,0 0 0,-7 13 0,5-7-132,6-11-59,0-1 0,0 1 0,0-1 0,0 1 1,0 0-1,1-1 0,-1 1 0,1 0 0,-1-1 0,1 1 0,0 0 0,-1 2 1,-3 24 43,3-26-45,0 0 0,1 0 0,-1 0 0,1 0-1,-1 0 1,1 0 0,0 0 0,0 0 0,0 0-1,0 0 1,0 0 0,0 0 0,1 0 0,-1 0-1,1 0 1,0 0 0,-1 0 0,1 0 0,0 0-1,0 0 1,0 0 0,2 2 0,-2-3 23,0 0 0,0 0 1,0 0-1,0 1 0,0-1 0,0 0 1,1 0-1,-1-1 0,1 1 0,-1 0 1,0 0-1,1-1 0,-1 1 0,1-1 1,0 1-1,-1-1 0,1 0 0,-1 1 1,3-1-1,1 0 118,-1-1-1,1 0 1,-1 0-1,0 0 1,1 0-1,-1-1 1,4-1 0,-4 1-25,1 0 0,-1 0 1,0 0-1,0-1 1,0 0-1,4-4 1,-2 3 53,0-1 1,1 1-1,0-1 1,7-2-1,7-5 209,-4 1-208,1 2 0,0 0 0,31-11 0,-36 17-159,0 0 0,1 1 0,-1 0-1,1 2 1,0-1 0,-1 2-1,1 0 1,0 0 0,-1 1-1,1 1 1,16 5 0,-25-6-24,-1 0 1,0 0 0,0 0 0,0 1 0,0-1 0,-1 1 0,1 0 0,4 4 0,-6-5-2,-1 0-1,1 0 0,0 0 1,0 0-1,-1 0 0,1 1 1,-1-1-1,0 0 0,1 1 1,-1-1-1,0 1 0,-1-1 1,1 1-1,0 3 0,-1-4 6,-1 0-1,1-1 0,-1 1 0,0 0 0,1 0 0,-1 0 0,0 0 0,0-1 0,0 1 0,-1 0 0,1-1 0,0 1 0,-4 2 0,-22 18 1,25-21 5,-1 0 0,0 0-1,0 0 1,0 0-1,0 0 1,-5 1-1,-16 5-2,22-7 11,1 0 0,0 0 0,-1 0-1,1 0 1,-1 0 0,1 0 0,0 0 0,-1 0 0,1 0 0,0-1 0,0 1 0,-1-1 0,1 1 0,0-1 0,0 1-1,-1-1 1,1 0 0,0 1 0,0-1 0,0 0 0,0 0 0,0 0 0,0 0 0,0 0 0,0 0 0,1 0 0,-1 0-1,0 0 1,1-1 0,-1 1 0,0-2 0,1-1 18,1-1-1,0 1 1,0-1-1,0 1 1,0-1 0,1 1-1,0-1 1,0 1-1,0 0 1,0 0-1,1 0 1,-1 0 0,1 1-1,4-5 1,7-7-563,32-26 0,-16 15-2480,-23 21 1571,0 0 0,0 1 0,0 0 0,1 0 0,0 0 0,0 1 0,0 0 0,0 1 0,0 0 0,13-2 0,19-6-5911,-32 6 4858</inkml:trace>
</inkml:ink>
</file>

<file path=ppt/ink/ink1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32.403"/>
    </inkml:context>
    <inkml:brush xml:id="br0">
      <inkml:brushProperty name="width" value="0.035" units="cm"/>
      <inkml:brushProperty name="height" value="0.035" units="cm"/>
      <inkml:brushProperty name="color" value="#0066FF"/>
    </inkml:brush>
  </inkml:definitions>
  <inkml:trace contextRef="#ctx0" brushRef="#br0">44 118 88,'-3'0'4321,"-9"-1"-1015,10 0-2536,0 1 0,0-1 1,0 0-1,0 1 0,0-1 0,-1 1 1,1 0-1,0 0 0,0 0 0,-5 0 1922,7 9 4854,0-2-6173,1 5-610,0 0 0,1 0 0,0-1 0,1 1 0,7 20 0,-4-15-497,-3-7-207,-1 1-1,0 0 0,-1-1 1,1 17-1,-11 37 0,9-63-57,0 1 1,0-1 0,-1 1 0,1-1 0,-1 1 0,1-1-1,-1 1 1,1-1 0,-1 1 0,0-1 0,0 0 0,-1 3-1,1-3 3,0 0-1,0 1 0,0-1 1,0 0-1,1 1 0,-1-1 0,0 1 1,1-1-1,-1 1 0,1-1 1,0 1-1,-1 2 0,1-3 2,0-1 0,0 0-1,0 0 1,0 0 0,0 1-1,0-1 1,0 0 0,0 0 0,0 0-1,0 1 1,0-1 0,0 0-1,0 0 1,0 0 0,0 1-1,0-1 1,0 0 0,-1 0 0,1 0-1,0 0 1,0 1 0,0-1-1,0 0 1,0 0 0,0 0-1,-1 0 1,1 0 0,0 0 0,0 1-1,0-1 1,0 0 0,-1 0-1,1 0 1,0 0 0,0 0-1,0 0 1,-1 0 0,1 0 0,0 0-1,0 0 1,0 0 0,-1 0-1,1 0 1,0 0 0,0 0-1,0 0 1,-1 0 0,1 0-1,0 0 1,0 0 0,-1 0 0,1-1 0,0 1 1,0 0-1,0 0 1,-1 0 0,1 0-1,0-1 1,0 1-1,0 0 1,-1 0-1,1-1 1,0 1 0,0 0-1,0 0 1,0-1-1,0 1 1,0 0-1,0 0 1,0-1 0,0 1-1,-1 0 1,1-1-1,0 1 1,0 0 0,0 0-1,1-1 1,-1 1-1,0 0 1,0 0-1,0-1 1,0 1 0,0 0-1,0-1 1,0 1-1,0 0 1,0 0-1,1 0 1,-1-1 0,0 1-1,0 0 1,0 0-1,1-1 1,32-47-6,-9 5 0,30-42 0,-39 65 0,-8 10 0,0 1 0,0 0 0,1 0 0,0 1 0,16-13 0,-19 16 0,-4 4 0,-1 0 0,1 1 0,0-1 0,-1 1 0,1-1 0,0 1 0,-1 0 0,1-1 0,0 1 0,-1-1 0,1 1 0,0 0 0,0 0 0,0 0 0,-1-1 0,1 1 0,0 0 0,0 0 0,0 0 0,-1 0 0,1 0 0,0 0 0,0 0 0,0 1 0,1-1 0,0 1 0,1-1 0,-1 1 0,1 0 0,0 0 0,-1 0 0,0 0 0,1 1 0,-1-1 0,0 1 0,1-1 0,-1 1 0,0 0 0,0 0 0,0 0 0,-1 0 0,1 0 0,0 0 0,-1 0 0,1 1 0,-1-1 0,0 0 0,0 1 0,0 0 0,0-1 0,0 1 0,-1-1 0,1 1 0,0 5 0,-1 4 0,0-7 0,1 0 0,-1-1 0,-1 1 0,1 0 0,-1 0 0,1-1 0,-1 1 0,-1 0 0,-1 5 0,1 16 0,4-21 0,-2-5 0,0 0 0,0 0 0,0 0 0,1 0 0,-1 0 0,0 0 0,0 0 0,1 0 0,-1 0 0,0 1 0,0-1 0,0 0 0,1 0 0,-1 0 0,0 0 0,0 0 0,0 0 0,1 0 0,-1 0 0,0 0 0,0-1 0,1 1 0,-1 0 0,0 0 0,0 0 0,0 0 0,1 0 0,-1 0 0,0 0 0,0 0 0,0-1 0,0 1 0,1 0 0,-1 0 0,0 0 0,0-1 0,1-2 0,1 1 0,0 0 0,0-1 0,-1 1 0,1-1 0,-1 1 0,0-1 0,0 0 0,0 1 0,0-1 0,0 0 0,-1 0 0,1 1 0,-1-1 0,1 0 0,-1 0 0,0 0 0,-1-5 0,1 5 0,1 0 0,0-1 0,0 1 0,0 0 0,0-1 0,0 1 0,0 0 0,1 0 0,2-4 0,-2 4 0,0 1 0,-1-1 0,1 0 0,-1 0 0,0 0 0,0 0 0,0 0 0,0 0 0,0-4 0,-1 4 0,0-1 0,1 1 0,0 0 0,-1 0 0,1 0 0,0-1 0,1 1 0,1-3 0,-2 3 0,0 1 0,0-1 0,0 0 0,0 1 0,0-1 0,0 0 0,0-5 0,-1 7 0,0 1 0,0-1 0,0 0 0,0 1 0,0-1 0,0 0 0,0 1 0,0-1 0,1 1 0,-1-1 0,0 0 0,0 1 0,1-1 0,-1 1 0,0-1 0,1 1 0,-1-1 0,0 1 0,1-1 0,-1 1 0,1-1 0,-1 1 0,1-1 0,-1 1 0,1 0 0,0-1 0,-1 1 0,1 0 0,-1 0 0,1-1 0,0 1 0,0 0 0,0 0 0,1-1 0,-1 1 0,1 0 0,-1 0 0,0 1 0,1-1 0,-1 0 0,0 0 0,1 1 0,-1-1 0,0 1 0,1-1 0,-1 1 0,2 0 0,0 2 0,0 0 0,0-1 0,0 1 0,-1 1 0,1-1 0,-1 0 0,1 0 0,-1 1 0,0-1 0,-1 1 0,1 0 0,-1 0 0,1-1 0,-1 1 0,0 4 0,0-3 0,0 0 0,0-1 0,0 1 0,0-1 0,1 0 0,0 1 0,0-1 0,4 6 0,4 14 0,-2-8-89,-7-15 41,0 0 1,0 1 0,0-1 0,0 1-1,-1-1 1,1 1 0,-1-1-1,1 1 1,-1-1 0,1 1-1,-1 0 1,0 1 0,0 36-4262,0-13-1371,0-26 5491,0 1 0,0 0-1,1 0 1,-1-1 0,0 1 0,0 0-1,1-1 1,-1 1 0,0 0 0,1-1-1,-1 1 1,0 0 0,1-1 0,-1 1 0,1-1-1,-1 1 1,1-1 0,0 1 0,-1-1-1,1 1 1,-1-1 0,1 0 0,0 1-1,-1-1 1,1 0 0,0 0 0,0 1 0,-1-1-1,1 0 1,0 0 0,1 0 0,26 2-2982,-22-2 2327,2-1 330,-1 0 0,0 0 1,0-1-1,0 0 0,0 0 1,0 0-1,11-7 0,-1 2-65,-13 4 490,1-1-1,0 1 1,-1-1 0,0 0 0,0 0-1,0 0 1,0 0 0,-1-1 0,0 0-1,0 1 1,5-11 0,3-39 1027,-7 37-95,-1 0 1,-1 0-1,-1-1 1,0 1 0,-3-24-1,1-3 9280,-9 42-6453,10 2-3604,0-1 1,-1 1 0,1 0 0,0 0-1,0 0 1,-1 0 0,1 0 0,0 0-1,-1 0 1,1 0 0,0 0-1,0 0 1,-1 0 0,1 0 0,0 0-1,-1 0 1,1 0 0,0 0 0,0 0-1,-1 0 1,1 0 0,0 0 0,-1 0-1,1 0 1,0 1 0,0-1 0,-1 0-1,1 0 1,0 0 0,0 0 0,0 1-1,-1-1 1,-14 6 1314,13-6-1276,-1 1-1,1-1 1,0 1-1,-1 0 1,1 0 0,0 0-1,0 0 1,0 0-1,0 1 1,-2 1-1,-63 60 1233,63-59-1309,0 0 1,1 0-1,0 0 1,0 0 0,0 1-1,0-1 1,1 1 0,-1 0-1,-2 8 1,3-7-21,0 0 1,-1 0-1,0 0 0,-7 9 1,7-11-5,1 1 0,0-1 0,0 0 0,0 0 1,1 1-1,-1-1 0,1 1 0,0-1 0,1 1 1,-1 0-1,1-1 0,0 8 0,0-12-2,0 1-1,0-1 0,0 1 0,0 0 1,0-1-1,0 1 0,0-1 0,0 1 1,0 0-1,0-1 0,1 1 0,-1-1 1,0 1-1,0-1 0,1 1 1,-1-1-1,0 1 0,1-1 0,-1 1 1,0-1-1,1 1 0,-1-1 0,1 0 1,-1 1-1,1-1 0,-1 0 0,1 1 1,0-1-1,1 1 6,-1-1-1,1 0 1,-1 0-1,1 0 1,-1 0-1,1 0 1,-1 0-1,1 0 1,0 0-1,-1-1 1,2 0-1,8-2 44,-1-1 1,17-9-1,-18 8-37,35-21-13,-40 24 0,-2 0 0,1 0 0,0-1 0,0 1 0,-1-1 0,1 0 0,-1 0 0,0 0 0,0 0 0,0 0 0,2-4 0,5-12 0,-8 17 0,0 1 0,1-1 0,-1 0 0,-1 0 0,1 0 0,0 0 0,0 0 0,-1 0 0,1 0 0,-1 0 0,0-2 0,1 2 0,-1 0 0,0 0 0,1-1 0,-1 1 0,1 0 0,0 0 0,0 0 0,-1 0 0,1 1 0,1-1 0,-1 0 0,0 0 0,0 1 0,1-1 0,-1 0 0,2-1 0,5-6 0,-8 10 0,0 1 0,0-1 0,0 0 0,0 0 0,1 1 0,-1-1 0,0 0 0,1 0 0,-1 1 0,1-1 0,-1 0 0,1 0 0,0 0 0,-1 0 0,2 1 0,0 1 0,-1-1 0,1 1 0,-1 0 0,0 0 0,0 0 0,0 0 0,1 5 0,-2 73 0,5-63-906,-5-18 815,1 1 1,-1 0 0,0 0 0,1-1 0,-1 1 0,0 0-1,0 0 1,0 0 0,1 0 0,-1-1 0,0 1 0,0 0-1,0 0 1,0 0 0,0 0 0,-1 0 0,1-1 0,0 1-1,0 0 1,0 0 0,-1 0 0,1-1 0,0 1 0,-1 0-1,1 0 1,-1-1 0,1 1 0,-1 0 0,0 0 0,0-1-100,1 1 0,0-1 0,0 0 1,0 0-1,-1 0 0,1 0 0,0 1 1,0-1-1,-1 0 0,1 0 0,0 0 1,0 1-1,0-1 0,0 0 0,0 0 1,-1 0-1,1 1 0,0-1 0,0 0 1,0 1-1,0-1 0,0 0 0,0 0 1,0 1-1,0-1 0,0 0 0,0 0 1,0 1-1,0-1 0,0 0 0,0 0 0,0 1 1,0-1-1,0 0 0,0 1 0,0-1 1,1 0-1,-1 0 0,0 1 0,0-1 1,0 0-1,0 0 0,0 0 0,1 1 1,-1-1-1,0 0 0,0 0 0,0 0 1,1 0-1,-1 1 0,0-1 0,1 0 1,16-9-5068,-14 8 4471,1-1 1,-1 0 0,0 1 0,0-1-1,0 0 1,0-1 0,0 1 0,0 0 0,3-5-1,9-7-1235,-12 12 1836,-1 0 0,0 0 0,1 0 0,-1 0 0,0 0 0,0-1 0,0 1 0,-1-1-1,1 1 1,2-6 0,42-102 2108,-44 100-516,0-1 0,-1 1 0,1 0 0,-2-1 0,0-10 0,0 13 318,0 7-1351,0 0 0,1 0 0,-1 0 0,0 0 0,1 0 0,-1 0 0,1 1 0,-1-1 0,1 0 0,-1 0 0,1 1 0,0-1 0,-1 0 0,1 1 0,0-1 0,0 1 1,0-1-1,-1 1 0,1-1 0,0 1 0,0-1 0,3 0 4285,-4 2-4535,1-1 1,-1 0-1,1 0 0,-1 0 1,1 0-1,-1 0 0,1 1 1,-1-1-1,1 0 1,-1 0-1,1 1 0,-1-1 1,0 0-1,1 1 0,-1-1 1,0 0-1,1 1 1,0 0-1,-1 3 107,0 0-1,1-1 1,0 1-1,0 0 1,0 0 0,3 6-1,-2-6-114,-1 0-1,0 0 1,1-1-1,-2 1 1,1 1 0,1 6-1,6 23 335,1 18-177,-18 9-166,9-26 70,-1-34-122,-5-2-46,4-5-9,3 3 0,0-4 0,0 1 0,0 0 0,1 0 0,0 0 0,0 0 0,0 1 0,5-9 0,10-27 0,-15 37 0,0 0 0,0 0 0,0 0 0,0 0 0,1 1 0,-1-1 0,1 1 0,3-4 0,12-15 0,-8 2 0,-9 17 0,0-1 0,1 1 0,0-1 0,0 1 0,0 0 0,0-1 0,1 1 0,-1 0 0,6-5 0,-7 8 0,-1 0 0,0 0 0,1-1 0,-1 1 0,0 0 0,1 0 0,-1-1 0,0 1 0,1 0 0,-1 0 0,1 0 0,-1-1 0,0 1 0,1 0 0,-1 0 0,1 0 0,-1 0 0,0 0 0,1 0 0,-1 0 0,1 0 0,-1 0 0,1 0 0,-1 0 0,0 0 0,1 1 0,-1-1 0,1 0 0,-1 0 0,0 0 0,1 0 0,-1 1 0,1-1 0,-1 0 0,0 0 0,1 1 0,-1-1 0,0 0 0,0 1 0,1-1 0,-1 0 0,0 1 0,0-1 0,1 0 0,-1 1 0,0-1 0,0 1 0,0 0 0,3 3 0,0 1 0,-1-1 0,0 1 0,0 0 0,-1 0 0,1 0 0,-1 0 0,1 6 0,-1-5 0,0 0 0,1 0 0,0 0 0,0 0 0,0-1 0,3 6 0,1-3-224,8 14-1185,-13-21 1312,-1 0-1,1-1 1,-1 1-1,1 0 0,-1 0 1,1 0-1,-1 0 0,0 0 1,0 0-1,1 0 0,-1 0 1,0 0-1,0 0 0,0 0 1,0 0-1,0 0 1,0 1-1,-1-1-186,0 0 0,1 0 0,0-1-1,-1 1 1,1 0 0,-1 0 0,1 0 0,0-1 0,0 1 0,-1 0 0,1 0-1,0 0 1,0 0 0,0-1 0,0 1 0,0 0 0,0 0 0,0 0 0,0 0 0,0 0-1,1 0 1,-1-1 0,0 1 0,0 0 0,1 0 0,-1 0 0,1-1 0,-1 1-1,1 0 1,-1 0 0,1-1 0,-1 1 0,1-1 0,-1 1 0,1 0 0,0-1-1,-1 1 1,1-1 0,0 1 0,0-1 0,-1 0 0,1 1 0,2 0 0,0-1-728,1 1-1,0-1 1,0 0 0,0 0 0,0 0 0,0 0 0,0-1 0,0 0 0,0 0 0,-1 0-1,6-2 1,-1-1-1526</inkml:trace>
</inkml:ink>
</file>

<file path=ppt/ink/ink1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32.923"/>
    </inkml:context>
    <inkml:brush xml:id="br0">
      <inkml:brushProperty name="width" value="0.035" units="cm"/>
      <inkml:brushProperty name="height" value="0.035" units="cm"/>
      <inkml:brushProperty name="color" value="#0066FF"/>
    </inkml:brush>
  </inkml:definitions>
  <inkml:trace contextRef="#ctx0" brushRef="#br0">371 39 792,'-2'-3'731,"-1"0"1,1 0-1,-1 0 0,0 0 0,1 1 0,-1-1 1,-1 1-1,1 0 0,0 0 0,0 0 1,-1 0-1,1 1 0,-1-1 0,0 1 0,1 0 1,-1 0-1,0 0 0,0 1 0,0-1 0,1 1 1,-1 0-1,0 0 0,-6 1 0,1-1 1075,0 1-1,-1 0 1,1 0 0,0 1-1,-17 6 1,21-6-1307,-9 0 936,13-2-1380,-1 0 0,1 0 0,0 0 0,0 0 0,0 1-1,0-1 1,0 0 0,0 0 0,0 1 0,0-1 0,0 1 0,0-1 0,0 1 0,0-1 0,1 1 0,-1-1 0,0 1 0,0 0 0,0 0 0,0 0 0,0 1-33,-1-1 1,1 0-1,0 0 1,-1 0-1,1-1 1,0 1 0,-1 0-1,1 0 1,-1-1-1,1 1 1,-1-1-1,0 1 1,1-1-1,-3 1 1,2-1-10,-1 0 1,1 1 0,0-1 0,0 1 0,0 0 0,0 0 0,0 0 0,0 0-1,0 0 1,1 0 0,-3 2 0,-8 7-14,8-8 0,1 1 0,0-1 0,0 1 0,0 0 0,1 0 0,-1 0 0,1 0 0,-5 7 0,4-5 0,0 1 0,0-1 0,-1 1 0,-5 6 0,-13 18 0,15-17 0,1 1 0,1 0 0,-7 22 0,10-28 0,1-1 0,0 1 0,0-1 0,0 1 0,1-1 0,0 1 0,0-1 0,1 1 0,1 7 0,-1-11 0,1 0 0,-1 0 0,0-1 0,1 1 0,0 0 0,0-1 0,0 0 0,0 1 0,1-1 0,-1 0 0,1 0 0,0 0 0,0-1 0,0 1 0,0-1 0,6 4 0,-3-3 0,0 0 0,1 0 0,-1-1 0,1 0 0,0 0 0,0-1 0,0 0 0,13 1 0,0-2 0,1-1 0,0-1 0,0-1 0,-1-1 0,33-10 0,-24 4 0,-1-1 0,-1-1 0,1-1 0,-2-2 0,0 0 0,32-27 0,-50 35 0,-1 0 0,-1 0 0,0-1 0,10-14 0,0-1 0,-14 20 0,-2 3 0,0 0 0,0 0 0,0 0 0,0-1 0,0 1 0,0 0 0,0 0 0,0 0 0,0-1 0,0 1 0,0 0 0,0 0 0,0-1 0,0 1 0,0 0 0,0 0 0,0 0 0,0-1 0,0 1 0,0 0 0,0 0 0,0-1 0,0 1 0,0 0 0,0 0 0,-1 0 0,1 0 0,0-1 0,0 1 0,0 0 0,0 0 0,0 0 0,-1 0 0,1-1 0,0 1 0,-1 0 0,1-1 0,-1 1 0,1 0 0,-1 0 0,1-1 0,-1 1 0,1 0 0,-1 0 0,1 0 0,-1 0 0,1 0 0,-1 0 0,1 0 0,-1 0 0,1 0 0,-1 0 0,1 0 0,-1 0 0,1 0 0,-1 0 0,1 0 0,-1 0 0,1 0 0,-1 1 0,1-1 0,-1 0 0,1 0 0,-1 1 0,0-1 0,-12 6 0,-1 1 0,1 0 0,0 1 0,0 1 0,1-1 0,1 2 0,-1 0 0,-14 16 0,21-20 0,1 0 0,-1 1 0,1-1 0,0 1 0,1-1 0,-4 11 0,-5 8 0,10-21 0,0 0 0,0 0 0,1 0 0,-1 0 0,1 1 0,0-1 0,1 0 0,-1 1 0,1-1 0,-1 1 0,1-1 0,1 1 0,0 5 0,-1-8 0,1 0 0,-1 1 0,1-1 0,0 0 0,0 1 0,0-1 0,0 0 0,1 0 0,-1 0 0,1 0 0,-1 0 0,1 0 0,-1 0 0,1-1 0,0 1 0,0-1 0,0 1 0,0-1 0,0 0 0,0 1 0,0-1 0,1 0 0,-1 0 0,0-1 0,1 1 0,3 0 0,14 2-813,0-1-1,0 0 1,0-2-1,1 0 1,26-5-1,103-24-5293,-122 22 2091,33-12-1,-48 14 716,0-1-1,16-10 1,-19 6-525</inkml:trace>
</inkml:ink>
</file>

<file path=ppt/ink/ink1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35.740"/>
    </inkml:context>
    <inkml:brush xml:id="br0">
      <inkml:brushProperty name="width" value="0.035" units="cm"/>
      <inkml:brushProperty name="height" value="0.035" units="cm"/>
      <inkml:brushProperty name="color" value="#0066FF"/>
    </inkml:brush>
  </inkml:definitions>
  <inkml:trace contextRef="#ctx0" brushRef="#br0">13656 4234 1312,'0'0'3224,"10"6"-328,0-2 2248,-23-3-1803,-89 5 3374,54-1-5908,-56 16 1,-43 11-556,-211 33-207,172-31 52,28-3-47,-48 6-25,50-11-19,-210 27-9,-305-9 2591,81-1-653,207-12-837,59 1-526,54-9 19,-120 7 210,-101 1-544,16-1-51,298-23-206,-291 6 0,41-8 0,-69 6 0,-205 14 0,227-3 0,258-15 0,-721 4 0,299-27 0,92 20 0,161 2 0,-78-1 0,213-3 0,-295-5 0,33-29 0,363 14 0,-166-43 0,277 51 0,1-3 0,0 0 0,0-3 0,2 0 0,-36-24 0,63 34 0,0 0 0,1-1 0,0 0 0,0 0 0,1 0 0,-1-1 0,2 0 0,-1 0 0,1-1 0,0 0 0,1 0 0,0 0 0,1 0 0,-1 0 0,2-1 0,-1 0 0,2 1 0,-1-1 0,1 0 0,0-14 0,2 17 0,0 0 0,0-1 0,0 1 0,4-11 0,-3 11 0,0 1 0,0-1 0,-1 0 0,1-10 0,6-43 0,-3 18 0,-4 34 0,0 0 0,0 0 0,0 0 0,-1 0 0,0 0 0,-2-9 0,-7-23 0,-1 0 0,-29-67 0,22 43 0,14 54 0,1 1 0,0-1 0,0 0 0,1 0 0,0 0 0,1 0 0,2-13 0,-2-3 0,2 11 0,0 0 0,1 1 0,1-1 0,1 0 0,0 1 0,0 0 0,12-19 0,-9 14 0,11-18 0,-14 30 0,-1-1 0,0 1 0,0-1 0,-1 0 0,0-1 0,0 1 0,-1 0 0,0-1 0,-1 1 0,1-10 0,-2 1 0,0-1 0,-2 0 0,0 0 0,0 1 0,-9-28 0,-15-68 0,-1 12 0,1-7 0,3 12 0,-2-96 0,22 161 0,3 22 0,-1 1 0,0 0 0,0 0 0,-3-9 0,-5-17 0,-9-65 0,12 56 0,-3-28 0,1-2 0,5 55 0,1-32 0,-2-11 0,-5-8 0,0-109 0,0 51 0,9-50 0,9 97 0,-10 67 0,2 0 0,0 0 0,5-24 0,2-38 0,-6 63 0,0 0 0,-1-19 0,3-20 0,5 6 0,2 0 0,22-58 0,-28 91 0,0 0 0,1 0 0,1 0 0,11-15 0,-13 19 0,0 1 0,0-1 0,-1 0 0,5-13 0,-1 3 0,9-36 0,-15 47 0,1-1 0,-1 1 0,-1 0 0,2-11 0,2-10 0,-3 12 0,-1 0 0,0-1 0,0 1 0,-3-18 0,0-10 0,3 25 0,0 0 0,1 1 0,1 0 0,1-1 0,1 1 0,0 1 0,10-21 0,-14 34 0,1 1 0,0 0 0,1-1 0,-1 1 0,0 0 0,1 0 0,0 1 0,-1-1 0,6-3 0,12-14 0,-17 17 0,0 0 0,1 1 0,-1-1 0,0 1 0,1-1 0,0 1 0,-1 0 0,1 1 0,0-1 0,0 1 0,0-1 0,0 1 0,0 0 0,7 0 0,24-8 0,-5 0 0,-1 1 0,44-6 0,-8 2 0,413-100 0,-422 100 0,42-13 0,54-15 0,-37 10 0,142-33 0,-127 29 0,-39 11 0,112-44 0,-189 61 0,-5 3 0,0 0 0,0-1 0,0 0 0,0-1 0,-1 0 0,0 0 0,0-1 0,13-12 0,-20 17 0,0-1 0,0 1 0,0-1 0,0 0 0,0 1 0,0-1 0,-1 0 0,1 0 0,0 1 0,-1-1 0,0 0 0,1 0 0,-1-2 0,-2 2 0,1 0 0,-1 1 0,1-1 0,-1 1 0,0-1 0,0 1 0,0 0 0,0 0 0,0 0 0,0 0 0,-4-1 0,-4-1 0,0 1 0,0 1 0,-1 0 0,-15 0 0,-11 0 0,-10-1 0,-61 5 0,6 0 0,18 3 0,121-6 0,1 1 0,67-7 0,-76 3 0,-1 2 0,43 2 0,-12 1 0,-39-2 0,-5 0 0,0 0 0,1 1 0,15 3 0,-19-3 0,0 0 0,0 0 0,20-2 0,1 0 0,-31 1 0,10 1 0,0 4 0,-12-5 0,0 0 0,1 0 0,-1 0 0,1 0 0,-1 0 0,0 0 0,1 0 0,-1 0 0,0 0 0,1 0 0,-1 0 0,0 0 0,1 0 0,-1 1 0,0-1 0,1 0 0,-1 0 0,0 0 0,1 1 0,-1-1 0,0 0 0,0 0 0,1 1 0,-1-1 0,0 0 0,0 0 0,1 1 0,-1-1 0,0 0 0,0 1 0,0-1 0,0 0 0,0 1 0,1-1 0,-1 0 0,0 1 0,0-1 0,0 1 0,0 0 0,0 0 0,1 1 0,0-1 0,0 2 0,0-1 0,0 0 0,-1 0 0,1 0 0,-1 0 0,1 0 0,-1 1 0,0-1 0,1 0 0,-1 0 0,0 1 0,-1-1 0,1 0 0,0 0 0,-1 1 0,1-1 0,-1 0 0,0 0 0,1 0 0,-1 0 0,0 0 0,-1 0 0,-1 3 0,-4 6 0,0 0 0,-1-1 0,-11 13 0,-51 44-3297,50-50 1298,2 0-1,0 2 0,0 0 1,-18 28-1,27-34-1770,0-1 1,-16 17-1,-1-3-2113</inkml:trace>
</inkml:ink>
</file>

<file path=ppt/ink/ink1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38.759"/>
    </inkml:context>
    <inkml:brush xml:id="br0">
      <inkml:brushProperty name="width" value="0.035" units="cm"/>
      <inkml:brushProperty name="height" value="0.035" units="cm"/>
      <inkml:brushProperty name="color" value="#0066FF"/>
    </inkml:brush>
  </inkml:definitions>
  <inkml:trace contextRef="#ctx0" brushRef="#br0">286 12 736,'-6'0'2690,"2"1"-1214,0-1-1,0 0 1,0 0-1,0-1 0,0 1 1,0-1-1,0 0 1,1 0-1,-1 0 0,0 0 1,-6-4-1,4 4 5861,11 2-3148,-5 1-4181,-1-1-1,0 1 1,1-1-1,-1 0 1,0 1 0,1-1-1,-1 0 1,0 0-1,0 0 1,0 0-1,0 0 1,0 0 0,-1 0-1,1 0 1,0 0-1,-2 1 1,-2 2-7,1-1 0,0 1 0,0 1 0,0-1 0,0 0 0,-3 7 0,-2 2 0,-12 15 0,2 2 0,-17 34 0,7-14 0,20-31 0,1 0 0,-9 27 0,1-2 0,14-36 13,-1 1 0,1 0 1,0 0-1,1 0 0,-1 11 0,2-15-46,-1 0 0,2 0 0,-1-1 0,0 1 0,1 0 0,0 0 1,0-1-1,0 1 0,0-1 0,1 1 0,3 6 0,-1-6-777,-1 0-1,1 0 1,0 0 0,0-1-1,0 1 1,1-1-1,0 0 1,-1-1 0,1 1-1,11 5 1,-9-6-969,1-1-1,0 0 1,0 0 0,0-1-1,0 0 1,0 0-1,15-1 1,3 0-3002</inkml:trace>
</inkml:ink>
</file>

<file path=ppt/ink/ink1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39.043"/>
    </inkml:context>
    <inkml:brush xml:id="br0">
      <inkml:brushProperty name="width" value="0.035" units="cm"/>
      <inkml:brushProperty name="height" value="0.035" units="cm"/>
      <inkml:brushProperty name="color" value="#0066FF"/>
    </inkml:brush>
  </inkml:definitions>
  <inkml:trace contextRef="#ctx0" brushRef="#br0">171 17 2200,'0'-1'440,"0"0"0,-1 0 0,1 1 0,0-1-1,-1 0 1,1 0 0,-1 1 0,1-1 0,-1 0-1,1 0 1,-1 1 0,0-1 0,1 1-1,-1-1 1,0 1 0,0-1 0,1 1 0,-1-1-1,0 1 1,0 0 0,0-1 0,0 1-1,1 0 1,-3-1 0,3 1-242,-1 0 0,1 0 0,-1-1 0,1 1 0,-1 0 0,1 0 0,-1 0 0,1 0 0,-1 0 0,1 0 0,-1 0 0,1 0 0,-1 0-1,1 0 1,-1 0 0,1 0 0,-1 0 0,1 0 0,-1 1 0,1-1 0,0 0 0,-1 0 0,1 0 0,-1 1 0,1-1 0,-1 0 0,1 1 0,0-1 0,-1 0 0,1 1 0,0-1 0,-1 0 0,1 1 0,0-1 0,0 1 0,-1-1 0,1 1 0,0-1 0,0 1 0,0-1 0,-1 1 0,1-1-1,0 0 1,0 2 0,-16 34 4314,5 28-2154,5-37-2188,2 0-1,1 0 1,0 31 0,2-39-685,-2-1-1,0 0 1,0 0 0,-14 34 0,3-4-3764,13-43 2870,-1 0 0,0 1-1,0-1 1,-4 9 0,4-12 726,1 0 0,0 0 1,-1-1-1,0 1 0,1 0 0,-1-1 0,0 1 0,0-1 0,0 0 0,0 0 0,0 0 1,0 0-1,0 0 0,-4 2 0,-3-3-2480</inkml:trace>
</inkml:ink>
</file>

<file path=ppt/ink/ink1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39.274"/>
    </inkml:context>
    <inkml:brush xml:id="br0">
      <inkml:brushProperty name="width" value="0.035" units="cm"/>
      <inkml:brushProperty name="height" value="0.035" units="cm"/>
      <inkml:brushProperty name="color" value="#0066FF"/>
    </inkml:brush>
  </inkml:definitions>
  <inkml:trace contextRef="#ctx0" brushRef="#br0">16 71 152,'-1'-2'736,"0"0"0,0 0 0,0 0 1,0-1-1,0 1 0,0 0 0,1 0 0,-1-1 0,1 1 0,0 0 1,-1-1-1,1 1 0,0 0 0,1-3 0,-1 4-742,-4-11 2916,0-2 2218,5 13-4913,-1 1 0,1-1-1,-1 1 1,1-1 0,-1 1 0,1-1-1,-1 1 1,1-1 0,0 1 0,-1-1 0,1 1-1,0 0 1,-1 0 0,1-1 0,0 1 0,0 0-1,-1 0 1,1 0 0,0 0 0,0 0 0,-1 0-1,1 0 1,0 0 0,0 0 0,0 0 0,0 0-1,3 1 13,1 0 0,-1 0 0,0 0 0,1 0 0,-1 1 0,0-1-1,0 1 1,0 0 0,0 1 0,-1-1 0,1 1 0,5 4 0,6 6 204,21 23 1,-22-19-265,0 0 0,19 34-1,18 13-378,-42-52-587,0-1 0,0 0 0,1-1 0,1 0-1,0 0 1,0-1 0,22 13 0,-20-15-1051,0-1 0,0-1 1,0-1-1,1 1 0,0-2 0,0 0 1,0-1-1,14 1 0,-27-3 1754,23 1-3284</inkml:trace>
</inkml:ink>
</file>

<file path=ppt/ink/ink1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39.691"/>
    </inkml:context>
    <inkml:brush xml:id="br0">
      <inkml:brushProperty name="width" value="0.035" units="cm"/>
      <inkml:brushProperty name="height" value="0.035" units="cm"/>
      <inkml:brushProperty name="color" value="#0066FF"/>
    </inkml:brush>
  </inkml:definitions>
  <inkml:trace contextRef="#ctx0" brushRef="#br0">110 232 1648,'0'0'2221,"9"0"4550,-3 1-6313,-2 1-329,-1-1-1,0 0 0,1 0 0,-1-1 0,1 1 1,-1-1-1,1 0 0,-1 1 0,1-1 0,-1-1 0,1 1 1,-1-1-1,1 1 0,-1-1 0,0 0 0,1 0 1,5-3-1,-1 1-42,0-1 1,0 0 0,-1 0-1,1-1 1,-1 1 0,9-9-1,-14 11-79,0 1-1,-1-1 0,1 0 0,-1 0 1,1 0-1,-1 0 0,0 0 1,0-1-1,0 1 0,0 0 0,0 0 1,0-1-1,-1 1 0,1-1 1,-1 1-1,1-5 0,-1 3-1,-1-1 0,1 1 0,-1 0 1,0 0-1,0 0 0,0 0 0,-1 0 0,1 0 0,-4-5 0,1 1-2,-1 1 0,0-1 0,0 1 0,-1 1 0,0-1 0,0 1 0,0 0 0,-1 0 0,-9-6 0,7 7 112,-1-1-1,0 1 0,0 1 0,-15-5 1,22 8-48,1 0-1,-1 0 1,0 1 0,0-1 0,0 1-1,1 0 1,-1-1 0,0 1 0,0 0 0,0 1-1,0-1 1,0 1 0,0-1 0,1 1-1,-1 0 1,0 0 0,1 0 0,-1 0-1,0 0 1,1 1 0,-4 2 0,1 0 11,0 1-2,-1-1 1,1 1-1,0 0 1,0 1-1,1-1 1,0 1-1,0 0 1,0 0-1,0 0 1,1 1-1,0-1 1,-2 8-1,4-8-68,0 0 0,0 0 0,0 0 1,1 1-1,-1-1 0,1 0 0,1 0 0,-1 1 0,1-1 0,1 0 0,1 7 1,3 4 17,1 0 0,15 24 0,-14-26-23,-4-7-240,1-1 0,0 0 0,0 0 0,0 0 0,1 0 0,0-1 0,1 0 0,-1 0 0,1-1 0,0 0 1,1 0-1,-1-1 0,1 1 0,0-2 0,9 4 0,-7-4-168,1 0 0,-1 0 0,1-1 0,0-1 0,-1 0 0,1 0 0,0-1 1,0 0-1,0-1 0,0 0 0,15-4 0,11-6-4987,-13 5 2014</inkml:trace>
</inkml:ink>
</file>

<file path=ppt/ink/ink1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0.093"/>
    </inkml:context>
    <inkml:brush xml:id="br0">
      <inkml:brushProperty name="width" value="0.035" units="cm"/>
      <inkml:brushProperty name="height" value="0.035" units="cm"/>
      <inkml:brushProperty name="color" value="#0066FF"/>
    </inkml:brush>
  </inkml:definitions>
  <inkml:trace contextRef="#ctx0" brushRef="#br0">146 178 1896,'-5'2'1478,"-1"0"0,0 0-1,0-1 1,0 1 0,0-1-1,-1-1 1,-9 1 0,16-1-1440,0 0 1,0 0-1,0 1 1,0-1-1,0 0 1,0 0-1,0 1 0,0-1 1,0 0-1,0 0 1,0 1-1,0-1 1,1 0-1,-1 0 1,0 0-1,0 1 1,0-1-1,0 0 1,0 0-1,1 0 1,-1 0-1,0 1 1,0-1-1,0 0 1,1 0-1,-1 0 1,0 0-1,0 0 1,1 0-1,-1 1 1,0-1-1,0 0 1,0 0-1,1 0 1,-1 0-1,0 0 1,0 0-1,1 0 0,-1 0 1,0 0-1,0 0 1,1 0-1,-1 0 1,0 0-1,0-1 1,1 1-1,-1 0 1,0 0-1,7-1-3,0-1-1,-1 0 0,0-1 0,1 1 0,-1-1 0,0 0 1,9-7-1,-11 8-32,4-2 10,0-1 0,-1 0 0,1-1 0,-1 0 0,0 0 0,0 0 0,-1-1 0,8-10 0,-11 12-12,0 0 0,0 1-1,-1-2 1,0 1-1,2-6 1,-3 10 0,-1-1 0,0 1 0,1-1-1,-1 1 1,0-1 0,0 1 0,0-1 0,0 1-1,0-1 1,0 1 0,-1-1 0,1 1 0,0 0 0,-1-1-1,1 1 1,-1-1 0,1 1 0,-1 0 0,0-1-1,0 1 1,0 0 0,0 0 0,-1-2 0,-6-5-2,-9-5 2,10 11 1,0-1-1,0 1 1,0 1-1,0 0 1,0 0-1,-1 0 0,1 1 1,0 0-1,-1 0 1,1 1-1,0 0 0,-1 0 1,1 1-1,0 0 1,0 0-1,0 0 1,0 1-1,-9 6 0,-11 16-4,11-8-1,14-15 4,-1 0 0,1 0 0,0 0 0,0 0 0,0 1 0,0-1 0,1 1 0,-1-1 0,1 1 0,-1 0 0,1 0 0,0 0 0,-1 4 0,1 0 5,0 1 0,0 0-1,2 14 1,-1-6-4,0-12 1,1-1-1,-1 1 0,1-1 1,0 1-1,0-1 0,0 1 1,1-1-1,-1 0 0,1 0 1,0 0-1,0 0 0,0 0 1,0 0-1,0 0 0,1-1 1,4 5-1,-1-2-31,0 0-1,0-1 1,1 1 0,-1-1 0,1 0-1,12 4 1,-4-3-434,-1-1-1,1-1 0,1 0 1,-1-1-1,0-1 1,1 0-1,-1-1 1,0 0-1,1-2 1,-1 0-1,0 0 1,15-6-1,9-1-2045,0-3 1,45-20-1,-57 20 969</inkml:trace>
</inkml:ink>
</file>

<file path=ppt/ink/ink1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0.542"/>
    </inkml:context>
    <inkml:brush xml:id="br0">
      <inkml:brushProperty name="width" value="0.035" units="cm"/>
      <inkml:brushProperty name="height" value="0.035" units="cm"/>
      <inkml:brushProperty name="color" value="#0066FF"/>
    </inkml:brush>
  </inkml:definitions>
  <inkml:trace contextRef="#ctx0" brushRef="#br0">339 333 104,'-18'-32'5740,"15"30"-5111,0-1 0,-1 1 1,1 0-1,-1 0 0,1 0 0,-1 0 0,1 0 1,-1 1-1,0 0 0,0 0 0,0 0 1,0 0-1,0 0 0,0 1 0,0 0 0,0 0 1,-4 0-1,-22-3 2416,18 2-1897,1 0 0,0 1-1,0 0 1,0 0 0,-13 3 0,15-1-790,0 0 0,1 0 0,-1 1 0,1 0 1,0 0-1,-14 8 0,-12 20 166,31-28-503,0 0-1,0 0 1,0 0-1,1 0 1,0 0 0,-1 0-1,1 1 1,0-1-1,1 1 1,-1 0 0,1-1-1,-1 1 1,1 0-1,0 0 1,0 0 0,1 0-1,-1 0 1,1 0-1,0 0 1,0 0 0,1 0-1,-1 0 1,1 0-1,-1 0 1,1-1 0,1 1-1,-1 0 1,0 0-1,1-1 1,0 1-1,0 0 1,0-1 0,4 6-1,4 3 0,-8-9-15,0 1 1,1-1-1,-1 0 0,1 0 0,0 0 1,0 0-1,0 0 0,0-1 0,1 1 1,-1-1-1,1 0 0,-1 0 0,1 0 1,6 1-1,0 1-4,0-1 0,1-1 0,-1 0 1,1 0-1,-1-1 0,1 0 0,0-1 0,0-1 0,-1 1 1,1-2-1,0 1 0,-1-1 0,1-1 0,-1 0 0,11-5 1,-11 4 5,-1 0 1,0-1 0,0 0-1,0-1 1,0 1 0,-1-2 0,0 1-1,-1-1 1,1 0 0,-1-1-1,10-14 1,-14 16-6,1 0 0,-1 0 0,-1 0-1,1 0 1,-1 0 0,0 0 0,0-1 0,-1 1-1,0-1 1,0 0 0,-1 1 0,0-1 0,0 0-1,0 1 1,-1-1 0,0 1 0,0-1 0,-4-11-1,-1 3 19,-1 0 0,0 1 0,-1 0-1,-14-19 1,9 15 59,-14-29-1,20 35 12,0-1-1,-1 1 0,-12-13 1,-8-13 397,27 37-482,0-3 35,-2 1 0,1-1-1,0 1 1,-1 0 0,1 0-1,-1 0 1,0 0 0,-3-3-1,4 6-31,1 0 0,0-1-1,0 1 1,0 0-1,0 0 1,-1 0-1,1-1 1,0 1-1,0 1 1,-1-1 0,1 0-1,0 0 1,0 0-1,0 1 1,-1-1-1,1 0 1,0 1-1,0-1 1,0 1-1,0 0 1,0-1 0,0 1-1,0 0 1,0 0-1,0-1 1,0 1-1,0 0 1,1 0-1,-2 1 1,-1 1-8,1 1 0,-1-1 0,1 1 0,-1-1 0,1 1 0,0 0 0,1 0 0,-1 0 0,1 0 0,-1 0 0,1 0 0,0 0 0,1 0 0,-1 6 0,0-3 0,1-1 0,0 1 0,0 0 0,1 0 0,0 0 0,0-1 0,1 1 0,3 9 0,3 8 0,-7-20 0,0 0 0,0 1 0,1-1 0,0 0 0,-1 0 0,2 0 0,4 7 0,0 0 0,-1 0 0,1 0 0,-2 1 0,0 0 0,5 14 0,8 20 0,-10-28-1030,-1 1-1,5 23 1,-10-30 155,1-1 1,0 1 0,1-1 0,1 0-1,0 0 1,0 0 0,1 0 0,13 17-1,-10-18-2872,0 0-1,1 0 0,20 13 0,-20-16-675</inkml:trace>
</inkml:ink>
</file>

<file path=ppt/ink/ink1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0.873"/>
    </inkml:context>
    <inkml:brush xml:id="br0">
      <inkml:brushProperty name="width" value="0.035" units="cm"/>
      <inkml:brushProperty name="height" value="0.035" units="cm"/>
      <inkml:brushProperty name="color" value="#0066FF"/>
    </inkml:brush>
  </inkml:definitions>
  <inkml:trace contextRef="#ctx0" brushRef="#br0">139 34 1512,'-21'-10'5842,"17"8"-4717,1 0 0,0 0 0,-1 1 1,1-1-1,-1 1 0,-5-1 0,-32-8 7537,32 10-7489,8-1-970,0 1 0,0 0-1,1 0 1,-1 0 0,0 0-1,0 0 1,0 0 0,0 0-1,0 0 1,0 0 0,1 0-1,-1 1 1,0-1 0,0 0-1,0 0 1,0 1 0,1-1-1,-1 1 1,0-1 0,0 1-1,1-1 1,-1 1 0,0-1 0,1 1-1,-1-1 1,1 1 0,-1 0-1,1 0 1,-1-1 0,1 1-1,-1 0 1,1 0 0,0-1-1,-1 1 1,1 0 0,0 0-1,-1 1 1,-2 10-203,0 0 0,1 0 0,0 0 0,1 0 0,1 0 0,-1 1 0,2-1 0,0 0 0,3 15 0,1 41 0,3 59 0,1 2 0,-9-81-2374,0 67-11870,0-65 10690,0-47 1953,0 3-400,-9 2-6376</inkml:trace>
</inkml:ink>
</file>

<file path=ppt/ink/ink1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1.231"/>
    </inkml:context>
    <inkml:brush xml:id="br0">
      <inkml:brushProperty name="width" value="0.035" units="cm"/>
      <inkml:brushProperty name="height" value="0.035" units="cm"/>
      <inkml:brushProperty name="color" value="#0066FF"/>
    </inkml:brush>
  </inkml:definitions>
  <inkml:trace contextRef="#ctx0" brushRef="#br0">19 247 1480,'-3'-7'651,"0"-1"-1,0 0 1,1 0 0,0 0-1,0 0 1,1 0-1,0 0 1,0 0-1,1 0 1,0-1 0,1 1-1,-1 0 1,2 0-1,-1 0 1,1 0-1,3-8 1,-4 13-438,0 0-1,1 0 1,-1 0 0,1 0 0,0 1-1,-1-1 1,1 1 0,1-1 0,-1 1-1,0 0 1,0-1 0,4-1-1,34-20 2452,-27 18-2029,-1 0 0,1 1 0,0 1-1,1 0 1,22-3 0,16 1-262,0 2-1,101 5 1,-132 1-353,-1 1 1,23 6-1,-37-7-22,0-1 1,-1 1-1,1 0 0,-1 1 1,0-1-1,1 1 0,-1 0 1,0 0-1,-1 1 0,1 0 1,6 6-1,-8-5-1,0 0 1,0 0-1,0 0 0,-1 1 1,2 6-1,-3-9 9,-1-1 0,1 1 0,-1 0 0,0 0 0,0 0-1,0 0 1,0 0 0,-1-1 0,1 1 0,-1 0 0,0 0 0,1-1 0,-1 1 0,-1 0 0,-1 3 0,2-4-2,0 1-1,0-1 1,0 1 0,0 0 0,0-1 0,0 1 0,1 0-1,-1-1 1,1 1 0,0 0 0,0 0 0,0-1-1,0 1 1,0 0 0,1 3 0,0-3-2,1 0-1,-1 0 1,1 0 0,-1 0 0,1 0-1,0-1 1,0 1 0,0-1-1,0 1 1,1-1 0,-1 0 0,0 0-1,1 0 1,0 0 0,0 0 0,-1-1-1,1 1 1,0-1 0,0 0-1,0 0 1,0 0 0,1 0 0,-1 0-1,0-1 1,0 1 0,0-1 0,4 0-1,-2 0 3,0 0-1,0 0 0,0-1 0,-1 0 1,1 1-1,0-2 0,-1 1 1,1-1-1,-1 1 0,1-1 0,-1 0 1,0-1-1,0 1 0,0-1 0,0 0 1,0 0-1,0 0 0,4-6 1,-6 7-2,0 1 1,-1-1-1,0 0 1,1 0-1,-1 0 1,0 0-1,0 0 1,0 0-1,0 0 1,0-1 0,-1 1-1,1 0 1,-1 0-1,1-1 1,-1 1-1,0 0 1,0-1-1,0 1 1,0 0-1,0-1 1,-1 1-1,1 0 1,-1-1-1,1 1 1,-1 0 0,0 0-1,0 0 1,0 0-1,0 0 1,0 0-1,0 0 1,-1 0-1,1 0 1,-1 0-1,1 0 1,-1 1-1,-2-2 1,-6-6 10,-1 1 0,-1 1 0,0-1 0,0 2 0,-14-6 1,20 9-13,0 1-2,0 0 0,0 0 0,-1 0 1,1 1-1,-1 0 0,1 0 0,-1 0 1,-6 1-1,-54 6-289,60-5 217,-5 1-548,0 1 0,1 1-1,-1 0 1,1 1 0,0 0 0,-13 8-1,24-13 540,0 0 1,-1 0-1,1 0 0,0 0 0,-1 0 0,1 1 0,0-1 0,0 0 0,-1 0 1,1 0-1,0 0 0,0 0 0,-1 0 0,1 0 0,0 1 0,0-1 1,0 0-1,-1 0 0,1 0 0,0 1 0,0-1 0,0 0 0,0 0 0,-1 1 1,1-1-1,0 0 0,0 0 0,0 1 0,0-1 0,0 0 0,0 0 0,0 1 1,0-1-1,0 0 0,0 0 0,0 1 0,0-1 0,0 0 0,0 0 0,0 1 1,0-1-1,0 1 0,14 0-3213,21-4-2606,-35 3 5875,17-1-3581</inkml:trace>
</inkml:ink>
</file>

<file path=ppt/ink/ink1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2.095"/>
    </inkml:context>
    <inkml:brush xml:id="br0">
      <inkml:brushProperty name="width" value="0.035" units="cm"/>
      <inkml:brushProperty name="height" value="0.035" units="cm"/>
      <inkml:brushProperty name="color" value="#0066FF"/>
    </inkml:brush>
  </inkml:definitions>
  <inkml:trace contextRef="#ctx0" brushRef="#br0">120 101 952,'-3'-6'1529,"-1"1"1,-1-1-1,1 1 0,-10-9 0,-7-9 4041,-15-3 4782,11 10-2105,24 16-8247,1 0 0,0 0 0,-1 0 0,1 0 0,0 0 0,0 1 0,-1-1 0,1 0 0,0 0 0,-1 0 0,1 0 0,0 0 0,0 0 0,-1 0 0,1 1 0,0-1 0,0 0 0,0 0 0,-1 0 0,1 1 0,0-1 0,0 0 0,0 0 0,-1 0 0,1 1 0,0-1 0,0 0 0,0 0 0,0 1 0,0-1 0,0 0 0,0 1 0,0-1 0,-1 0 0,1 0 0,0 1 0,0-1 0,0 0 0,0 1 0,0-1 0,1 0 0,-1 0 0,0 1 0,0-1 0,0 1 0,-1 15 0,1-15 0,0 212 0,1-198 0,1 0 0,4 22 0,-3-22 0,-1 0 0,2 23 0,-4-20 0,2-1 0,4 18 0,-3-17 0,0 0 0,0 20 0,-2-18 0,1-1 0,1 1 0,6 19 0,-6-26 0,-2-10 0,-1-1 0,1 1 0,0 0 0,0-1 0,0 1 0,0 0 0,0-1 0,1 0 0,-1 1 0,1-1 0,-1 0 0,1 0 0,0 0 0,0 0 0,0 0 0,0 0 0,0 0 0,0-1 0,5 3 0,-4-3 0,0 0 0,0 0 0,0 0 0,0-1 0,0 0 0,0 1 0,0-1 0,0 0 0,0 0 0,1-1 0,-1 1 0,0-1 0,0 0 0,0 1 0,-1-1 0,1-1 0,5-1 0,3-3 0,0-1 0,-1 0 0,0-1 0,0 0 0,-1 0 0,1-1 0,-2 0 0,0 0 0,0-1 0,0-1 0,10-19 0,-3 7 0,-10 16 0,0 0 0,0 0 0,-1-1 0,4-9 0,12-30 0,-15 37 0,0 0 0,-1 0 0,0-1 0,0 0 0,-1 1 0,-1-1 0,2-14 0,-4 25 0,1-1 0,-1 0 0,0 0 0,1 0 0,-1 0 0,1 0 0,-1 1 0,1-1 0,-1 0 0,1 0 0,0 1 0,-1-1 0,1 0 0,0 1 0,-1-1 0,1 1 0,0-1 0,0 1 0,0-1 0,0 1 0,0-1 0,-1 1 0,1 0 0,0 0 0,0-1 0,0 1 0,0 0 0,0 0 0,0 0 0,0 0 0,0 0 0,2 0 0,1 4 0,-1-1 0,1 1 0,-1-1 0,1 1 0,-1 0 0,0 0 0,4 9 0,-4-9 0,57 82 0,-56-79 0,1 0 0,0 0 0,0 0 0,1-1 0,0 1 0,0-1 0,0-1 0,1 1 0,-1-1 0,2 0 0,13 7 0,-13-9 0,-1 0 0,0-1 0,1 1 0,-1-2 0,1 1 0,0-1 0,-1 0 0,1-1 0,0 0 0,0 0 0,-1 0 0,10-3 0,-1 0 0,0-1 0,0-1 0,-1-1 0,27-13 0,-36 16 0,0-1 0,0 0 0,0 0 0,-1 0 0,1 0 0,-1-1 0,0 0 0,-1 0 0,1-1 0,-1 1 0,4-8 0,-6 10 0,0 0 0,0-1 0,-1 1 0,1-1 0,-1 1 0,0-1 0,0 0 0,-1 1 0,1-1 0,-1 0 0,1 0 0,-1 1 0,0-1 0,-1 0 0,1 0 0,-1 0 0,1 1 0,-1-1 0,0 0 0,-1 1 0,-2-7 0,-39-76 0,41 83 0,0-1 0,0 1 0,0 0 0,0-1 0,-1 1 0,0 0 0,1 1 0,-1-1 0,0 0 0,-1 1 0,1 0 0,0-1 0,-1 1 0,1 1 0,-1-1 0,1 0 0,-1 1 0,0 0 0,0 0 0,0 0 0,0 0 0,0 0 0,0 1 0,0 0 0,0 0 0,0 0 0,0 0 0,0 1 0,1-1 0,-1 1 0,0 0 0,0 1 0,-6 2 0,4-2 0,0 1 0,0 0 0,1 0 0,-1 1 0,1-1 0,0 1 0,0 0 0,0 1 0,0-1 0,1 1 0,0 0 0,0 0 0,-6 10 0,6-7 0,0 2 0,0-1 0,1 0 0,0 1 0,0-1 0,1 1 0,1 0 0,-1-1 0,2 1 0,-1 0 0,3 17 0,-2-16 0,0-7 0,0 0 0,1 0 0,0 0 0,0 0 0,0 0 0,1 0 0,-1 0 0,1-1 0,0 1 0,0-1 0,0 1 0,0-1 0,1 0 0,-1 0 0,6 5 0,3 5 0,-9-12 0,-1 0 0,1 0 0,0 0 0,0-1 0,-1 1 0,1-1 0,0 1 0,0-1 0,0 0 0,0 1 0,-1-1 0,1 0 0,0 0 0,0-1 0,0 1 0,0 0 0,0 0 0,0-1 0,-1 1 0,1-1 0,2-1 0,41-15 0,-31 10 0,0-1 0,-1 0 0,22-18 0,-32 23 0,1-1 0,-1 0 0,0 0 0,0 0 0,4-7 0,5-7 0,0-7 0,-12 22 0,1 0 0,0 1 0,0-1 0,0 1 0,0-1 0,0 1 0,1-1 0,-1 1 0,1 0 0,-1 0 0,1 0 0,0 0 0,0 0 0,0 0 0,2-2 0,-4 4 0,1 0 0,-1 0 0,0 0 0,1 1 0,-1-1 0,0 0 0,1 0 0,-1 0 0,0 0 0,1 0 0,-1 0 0,0 0 0,1 1 0,-1-1 0,0 0 0,1 0 0,-1 0 0,0 1 0,0-1 0,1 0 0,-1 0 0,0 1 0,0-1 0,0 0 0,1 0 0,-1 1 0,0-1 0,0 0 0,0 1 0,0-1 0,0 0 0,1 1 0,-1-1 0,0 0 0,0 1 0,0-1 0,0 1 0,0-1 0,0 0 0,0 1 0,0-1 0,2 3 0,1 1 0,-1-1 0,1 0 0,-1 1 0,0-1 0,-1 1 0,1 0 0,0 0 0,-1-1 0,0 1 0,0 0 0,1 8 0,-2-10 0,1 1 0,-1 0 0,1-1 0,0 1 0,-1-1 0,1 1 0,0-1 0,2 3 0,-1-2 0,-1-1 0,0 1 0,0 0 0,0-1 0,0 1 0,-1 0 0,1 0 0,0 3 0,0-3-769,-1 1 0,1-1 0,0 0-1,0 0 1,0 0 0,1 0 0,-1 0 0,1 0 0,0 0 0,2 2 0,-3-5 249,1 1 1,0-1-1,-1 0 1,1 0-1,0 0 1,-1 0 0,1 0-1,0 0 1,-1-1-1,1 1 1,0 0-1,-1-1 1,1 1 0,-1-1-1,1 0 1,-1 1-1,2-2 1,26-14-5260,-28 15 5563,0 0-140,1 0-1,-1 0 1,1-1 0,-1 1-1,1 0 1,-1-1 0,0 1-1,0-1 1,0 0 0,0 0-1,0 1 1,1-3 0,1-1-1311,4-5-428</inkml:trace>
</inkml:ink>
</file>

<file path=ppt/ink/ink1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2.642"/>
    </inkml:context>
    <inkml:brush xml:id="br0">
      <inkml:brushProperty name="width" value="0.035" units="cm"/>
      <inkml:brushProperty name="height" value="0.035" units="cm"/>
      <inkml:brushProperty name="color" value="#0066FF"/>
    </inkml:brush>
  </inkml:definitions>
  <inkml:trace contextRef="#ctx0" brushRef="#br0">0 168 88,'0'-37'5349,"0"-1"3748,2 37-8464,-1 0 1,1 0-1,0 0 1,0 0 0,0 0-1,0 0 1,0 1-1,0-1 1,-1 1-1,2-1 1,-1 1-1,0 0 1,0-1 0,0 1-1,2 0 1,3 2-345,-1 1 0,1-1 0,0 1 0,-1 0 0,0 0 1,0 1-1,0 0 0,0 0 0,-1 0 0,1 1 0,-1 0 0,0 0 1,0 0-1,-1 1 0,0-1 0,0 1 0,0 0 0,-1 0 1,1 1-1,-2-1 0,1 1 0,-1-1 0,0 1 0,0 0 1,0 0-1,-1 0 0,0 13 0,0-16-289,-1 0 0,1 1 0,0-1 0,0 0 0,0 1 0,3 4 0,-2-5 0,-1 0 0,0 0 0,1 0 0,-2 0 0,1 0 0,0 5 0,-1-7 0,0 0 0,1 0 0,-1-1 0,0 1 0,0 0 0,1-1 0,-1 1 0,1 0 0,0-1 0,-1 1 0,1-1 0,0 1 0,0-1 0,0 1 0,0-1 0,0 1 0,0-1 0,0 0 0,1 0 0,-1 0 0,0 1 0,1-1 0,-1-1 0,1 1 0,-1 0 0,1 0 0,-1 0 0,1-1 0,0 1 0,1 0 0,0-1 0,0 1 0,-1-1 0,1 0 0,-1 0 0,1 0 0,-1 0 0,1 0 0,0 0 0,-1-1 0,1 1 0,-1-1 0,1 0 0,-1 0 0,0 0 0,1 0 0,-1 0 0,0 0 0,1-1 0,-1 1 0,2-3 0,8-6 0,-1-2 0,-1 1 0,17-24 0,-23 29 0,-1 0 0,0 0 0,0 0 0,0-1 0,-1 1 0,0-1 0,0 1 0,-1-1 0,0 0 0,0 1 0,0-10 0,-1-75 0,0 91 0,0 0 0,-1-1 0,1 1 0,0 0 0,0 0 0,0 0 0,1 0 0,-1-1 0,0 1 0,0 0 0,0 0 0,0 0 0,0 0 0,0-1 0,0 1 0,0 0 0,0 0 0,0 0 0,0 0 0,0-1 0,1 1 0,-1 0 0,0 0 0,0 0 0,0 0 0,0 0 0,0 0 0,0 0 0,1-1 0,-1 1 0,0 0 0,0 0 0,0 0 0,0 0 0,1 0 0,-1 0 0,0 0 0,0 0 0,0 0 0,1 0 0,-1 0 0,0 0 0,0 0 0,0 0 0,0 0 0,1 0 0,-1 0 0,0 0 0,0 0 0,0 0 0,0 0 0,1 1 0,-1-1 0,0 0 0,0 0 0,9 5 0,-9-4 0,21 30 0,-16-22 0,0 0 0,0-1 0,1 0 0,0 0 0,9 8 0,2 4 6,-14-16-11,-1-1 1,1 1 0,0-1 0,1 1-1,-1-1 1,5 3 0,-2-2-87,0 1 0,0-2 0,0 1 1,0-1-1,1 0 0,0 0 0,-1-1 0,1 0 0,0 0 0,0-1 1,0 0-1,0 0 0,1 0 0,-1-1 0,11-1 0,-6-1-40,-1 0-1,0-1 0,0-1 1,0 1-1,11-7 0,-16 7 86,-1 0-1,1 0 1,-1-1-1,0 0 1,0 0-1,0 0 1,0-1-1,-1 1 1,0-1-1,5-7 1,3-4-5,-10 14 53,0-1-1,0 1 1,0-1-1,0 0 1,0 1-1,-1-1 1,1 0 0,-1 0-1,1 0 1,-1 0-1,0 0 1,0-1 0,-1 1-1,1 0 1,-1 0-1,1 0 1,-1-1-1,0 1 1,-1 0 0,1-1-1,-1-2 1,-33-70 601,33 74-594,1 1 0,-1 0 1,1-1-1,-1 1 1,0 0-1,1-1 0,-1 1 1,0 0-1,0 0 0,0 0 1,0-1-1,0 1 1,0 0-1,0 1 0,-1-1 1,1 0-1,0 0 1,0 0-1,-1 1 0,-1-2 1,2 2 6,0 0 0,-1 0 1,1 0-1,0 0 0,0 0 0,-1 0 1,1 0-1,0 1 0,0-1 0,-1 0 0,1 1 1,0-1-1,0 1 0,0-1 0,0 1 1,0 0-1,0-1 0,0 1 0,-2 1 1,2-1 1,-1 1 0,0 0 0,0 0 1,1 0-1,-1 0 0,1 0 0,0 0 1,-1 0-1,1 0 0,0 0 0,0 1 1,0-1-1,1 0 0,-1 1 0,1-1 1,-1 1-1,1-1 0,0 1 0,0-1 1,0 1-1,0-1 0,0 1 0,1 4 1,33 85-870,-32-88 581,0 0 1,0 1 0,0-1-1,0 0 1,4 5 0,10 20-2819,-14-25 2427,-1-1 0,2 0 0,-1 1 0,0-1 0,0 0 0,1 0 0,0-1 0,0 1 0,0-1 0,0 1 0,0-1 0,0 0 0,4 2 0,-4-2-408,0-1 0,0 1 1,0-1-1,1 1 0,-1-1 0,0 0 1,1-1-1,-1 1 0,5 0 1</inkml:trace>
</inkml:ink>
</file>

<file path=ppt/ink/ink1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28.094"/>
    </inkml:context>
    <inkml:brush xml:id="br0">
      <inkml:brushProperty name="width" value="0.035" units="cm"/>
      <inkml:brushProperty name="height" value="0.035" units="cm"/>
      <inkml:brushProperty name="color" value="#0066FF"/>
    </inkml:brush>
  </inkml:definitions>
  <inkml:trace contextRef="#ctx0" brushRef="#br0">204 118 3593,'-7'-2'1238,"0"0"1,0 1 0,0-1 0,0 1-1,0 1 1,0 0 0,0 0-1,0 0 1,-9 2 0,-8-1 2221,-45-1 6769,69 0-10076,-1 0 0,0 0-1,0-1 1,0 1 0,1 0 0,-1 0-1,0 0 1,0-1 0,1 1 0,-1 0-1,0-1 1,1 1 0,-1-1 0,0 1 0,1-1-1,-2 0 1,-3-3 348,-2 3-501,1 1 0,12 0 0,21-5 0,1 3 0,30-5 0,0 1 0,250-27 0,-188 16 0,-99 14-558,-13 2-299,1-1 0,0 0 1,14-6-1,-23 8 677,34-12-5150,-22 9 12,0 2-5152</inkml:trace>
</inkml:ink>
</file>

<file path=ppt/ink/ink1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28.418"/>
    </inkml:context>
    <inkml:brush xml:id="br0">
      <inkml:brushProperty name="width" value="0.035" units="cm"/>
      <inkml:brushProperty name="height" value="0.035" units="cm"/>
      <inkml:brushProperty name="color" value="#0066FF"/>
    </inkml:brush>
  </inkml:definitions>
  <inkml:trace contextRef="#ctx0" brushRef="#br0">147 129 1848,'-60'10'7187,"54"-9"-6434,0 0 0,-1 0-1,1-1 1,0 0-1,0 0 1,-10-1 0,-10 0 4180,26 1-4811,0 0 0,0 0 0,-1 0 0,1 0 0,0 0-1,-1 0 1,1 0 0,0 0 0,-1 0 0,1 0 0,0 0-1,0 0 1,-1 1 0,1-1 0,0 0 0,0 0 0,-1 0-1,1 1 1,0-1 0,0 0 0,-1 0 0,1 0 0,0 1-1,0-1 1,0 0 0,0 1 0,-1-1 0,1 0 0,0 0-1,0 1 1,0-1 0,0 0 0,0 1 0,0-1 0,0 0-1,0 1 1,0-1 0,0 0 0,0 0 0,0 1 0,0-1-1,0 0 1,0 1 0,0-1 0,26 1 3723,25 2-2456,-33-1-1156,0-1-1,33-2 1,49-10-135,99-15-930,-169 18-2066,53-21 0,-52 17-133,-26 10 1955,1-1 0,-1 1 1,0-1-1,0 0 0,0-1 0,-1 1 0,1-1 0,-1 0 1,1 0-1,-1 0 0,-1-1 0,1 1 0,4-9 0,-6 2-2248</inkml:trace>
</inkml:ink>
</file>

<file path=ppt/ink/ink1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28.999"/>
    </inkml:context>
    <inkml:brush xml:id="br0">
      <inkml:brushProperty name="width" value="0.035" units="cm"/>
      <inkml:brushProperty name="height" value="0.035" units="cm"/>
      <inkml:brushProperty name="color" value="#0066FF"/>
    </inkml:brush>
  </inkml:definitions>
  <inkml:trace contextRef="#ctx0" brushRef="#br0">193 38 2857,'-69'-11'9106,"-40"6"5921,95 9-9908,28-12-4461,-7 7-658,87-5 0,127-4 0,-187 10 0,0 1 0,0 2 0,0 2 0,0 1 0,37 12 0,-70-18 0,0 0 0,0 0 0,0 1 0,0-1 0,0 0 0,0 1 0,0-1 0,-1 1 0,1-1 0,0 1 0,0-1 0,0 1 0,-1 0 0,1-1 0,0 1 0,-1 0 0,1 0 0,-1 0 0,1-1 0,0 1 0,-1 0 0,0 0 0,1 0 0,-1 0 0,0 0 0,1 0 0,-1 0 0,0 0 0,0 0 0,0 0 0,0 0 0,0 1 0,0 0 0,-1 1 0,1 0 0,-1 0 0,0-1 0,0 1 0,0-1 0,-2 4 0,1-2 0,0 0 0,0-1 0,0 1 0,-1-1 0,1 0 0,-1 0 0,0 0 0,1 0 0,-6 3 0,-62 60 0,41-38 0,-35 28 0,-19 14 0,-4 6 0,81-71 0,0 1 0,0 1 0,1-1 0,-7 9 0,8-9 0,0 0 0,0 0 0,-1-1 0,0 0 0,0 0 0,-10 7 0,13-11 0,2 0 0,-1-1 0,1 1 0,-1-1 0,1 0 0,-1 1 0,1-1 0,-1 1 0,1 0 0,-1-1 0,1 1 0,-1-1 0,1 1 0,0 0 0,0-1 0,-1 1 0,1-1 0,0 1 0,0 0 0,0 0 0,-1-1 0,1 1 0,0 0 0,0-1 0,0 1 0,0 0 0,0-1 0,0 1 0,1 0 0,-1 0 0,0-1 0,1 2 0,-2-1-2,0 0 1,0 0-1,1 0 1,-1 1-1,0-1 1,0 0-1,0 0 0,0-1 1,0 1-1,-1 0 1,1 0-1,0 0 1,0-1-1,-2 1 0,2 0-57,-11 1-3526,17-21-18770,2 10 18588</inkml:trace>
</inkml:ink>
</file>

<file path=ppt/ink/ink1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1.655"/>
    </inkml:context>
    <inkml:brush xml:id="br0">
      <inkml:brushProperty name="width" value="0.035" units="cm"/>
      <inkml:brushProperty name="height" value="0.035" units="cm"/>
      <inkml:brushProperty name="color" value="#0066FF"/>
    </inkml:brush>
  </inkml:definitions>
  <inkml:trace contextRef="#ctx0" brushRef="#br0">112 803 1656,'0'0'93,"-1"0"-1,1 0 1,0 0-1,-1 0 1,1 0-1,0 0 1,-1 0-1,1 0 1,0 1-1,0-1 1,-1 0-1,1 0 1,0 0-1,-1 0 1,1 0-1,0 0 1,-1 1-1,1-1 1,0 0-1,0 0 1,-1 0 0,1 1-1,0-1 1,0 0-1,0 0 1,-1 1-1,1-1 1,0 0-1,0 1 1,0-1-1,0 1 1,-1-1-17,1 0 0,0 1 0,0-1 0,0 0 0,0 1 0,0-1 0,-1 0 0,1 0 1,0 1-1,0-1 0,0 0 0,-1 0 0,1 1 0,0-1 0,0 0 0,-1 0 0,1 0 1,0 0-1,-1 1 0,1-1 0,0 0 0,-1 0 0,1 0 0,0 0 0,-1 0 0,1 0 1,0 0-1,0 0 0,-1 0 0,1 0 0,-1 0 0,-43 12 5332,43-12-5397,-8 1 1539,1 1 1,0 1 0,-16 6 6755,24-9-8188,0 0-1,1 0 1,-1 0-1,0 0 1,0 0-1,1 0 1,-1 0-1,0 0 1,1 0-1,-1 0 0,0 0 1,0 0-1,1 0 1,-1 0-1,0 0 1,1 0-1,-1 0 1,0 0-1,0 0 1,1-1-1,-1 1 0,0 0 1,0 0-1,0 0 1,1 0-1,-1-1 1,0 1-1,0 0 1,0 0-1,1-1 1,-1 1-1,0 0 1,0 0-1,0-1 0,0 1 1,0 0-1,0 0 1,1-1-1,-1 1 1,0 0-1,0 0 1,0-1-1,0 1 1,0 0-1,0-1 0,0 1 1,0 0-1,0 0 1,0-1-1,-1 1 1,1-2-83,29-9 1277,21-5-1312,77-22 0,1 0 0,-6 9 0,167-38 0,-133 30 0,110-17 0,-166 33 0,13-6 0,14 0 0,100-18 0,-137 26 0,242-51 0,-159 37 0,-103 17 0,31-5 0,165-19 0,-129 17 0,118-19 0,-193 32 0,-38 5 0,0 2 0,29-1 0,-46 3 0,1 0 0,-1 0 0,1 0 0,-1-1 0,9-2 0,-16 3 0,0 1 0,1 0 0,-1 0 0,0-1 0,1 1 0,-1 0 0,0 0 0,1 0 0,-1-1 0,1 1 0,-1 0 0,1 0 0,-1 0 0,0 0 0,1 0 0,-1 0 0,1 0 0,-1 0 0,1 0 0,-1 0 0,0 0 0,1 0 0,-1 0 0,1 0 0,-1 1 0,0-1 0,1 0 0,-1 0 0,1 1 0,11-7 0,-12 5 0,0 1 0,0 0 0,1 0 0,-1 0 0,0 0 0,0 0 0,0-1 0,0 1 0,0 0 0,1 0 0,-1 0 0,0-1 0,0 1 0,0 0 0,0 0 0,0 0 0,0-1 0,0 1 0,0 0 0,0 0 0,0-1 0,0 1 0,0 0 0,0 0 0,0 0 0,0-1 0,0 1 0,0 0 0,0 0 0,0-1 0,0 1 0,0 0 0,0 0 0,0 0 0,0-1 0,-1 1 0,1 0 0,0 0 0,0 0 0,0 0 0,0-1 0,0 1 0,-1 0 0,1 0 0,0 0 0,0 0 0,0 0 0,0 0 0,-23-12 0,-1 1 0,0 2 0,-37-10 0,32 10 0,-38-13 0,55 18 0,1 1 0,-1 0 0,-15-2 0,0 0 0,7 3 0,7-1 0,8 2 0,10 1 0,48 5 0,-30-3 0,0 0 0,28 8 0,-4-2 0,-36-6 0,0 0 0,0 1 0,0 0 0,0 0 0,-1 1 0,1 1 0,-1-1 0,15 11 0,-17-8 0,9 11 0,-16-17 0,-1 0 0,0-1 0,1 1 0,-1 0 0,0 0 0,1 0 0,-1 0 0,0 0 0,0 0 0,0 0 0,0 0 0,0 0 0,0 0 0,0 0 0,0 0 0,0 0 0,0 0 0,-1 0 0,1 0 0,0 0 0,-1 0 0,1 0 0,-1 1 0,-7 13 0,4-7 0,0 0 0,0-1 0,0 0 0,-1 0 0,0 0 0,-11 10 0,15-16-3,-15 14-2291,0 0 1,-27 17 0,67-42-23399</inkml:trace>
</inkml:ink>
</file>

<file path=ppt/ink/ink1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2.335"/>
    </inkml:context>
    <inkml:brush xml:id="br0">
      <inkml:brushProperty name="width" value="0.035" units="cm"/>
      <inkml:brushProperty name="height" value="0.035" units="cm"/>
      <inkml:brushProperty name="color" value="#0066FF"/>
    </inkml:brush>
  </inkml:definitions>
  <inkml:trace contextRef="#ctx0" brushRef="#br0">29 27 2128,'-2'-11'18318,"-1"12"-17305,3-1-858,0 0 0,-1 0 0,1 0 0,-1 0 0,1 0 0,0 0 0,-1 0 0,1 0 1,-1 0-1,1 0 0,-1 0 0,1 0 0,0 0 0,-1 0 0,1 0 0,-1 0 0,1 0 0,-1 0 0,1-1 0,0 1 0,-1 0 1,1 0-1,0-1 0,-1 1 0,1 0 0,0 0 0,-2-4 4105,2 4-4117,1-1 0,-1 1 0,1 0 1,-1-1-1,1 1 0,-1 0 0,1-1 0,-1 1 0,1-1 0,-1 1 0,1-1 0,-1 1 0,0-1 0,1 0 0,-1 1 0,0-1 0,1 1 0,-1-1 0,0-1 0,-7 3-143,4 4 0,2-3 0,0 0 0,0 0 0,0 0 0,0 0 0,0 0 0,0 0 0,0 0 0,1 1 0,-1-1 0,1 0 0,0 1 0,0-1 0,-1 0 0,2 1 0,-1-1 0,0 0 0,1 5 0,0 2 0,0 0 0,0 0 0,0 0 0,1 0 0,5 16 0,-3-15 0,-2-1 0,1 1 0,-1-1 0,-1 1 0,1 11 0,-2-6 0,-1 6 0,2 0 0,0 0 0,5 22 0,-4-27-127,0-1 0,-1 1-1,-1 0 1,-2 18 0,0 9-860,2-39-400,2 22-7974,-2-26 8913,0 1 1,0-1-1,1 1 0,-1 0 1,0-1-1,0 1 0,0-1 0,1 1 1,-1-1-1,0 1 0,1 0 1,-1-1-1,0 1 0,1-1 0,-1 0 1,1 1-1,-1-1 0,1 1 1,-1-1-1,1 0 0,-1 1 0,1-1 1,-1 0-1,1 1 0,0-1 1,-1 0-1,1 0 0,-1 0 0,1 0 1,0 1-1,0-1 0</inkml:trace>
</inkml:ink>
</file>

<file path=ppt/ink/ink1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2.802"/>
    </inkml:context>
    <inkml:brush xml:id="br0">
      <inkml:brushProperty name="width" value="0.035" units="cm"/>
      <inkml:brushProperty name="height" value="0.035" units="cm"/>
      <inkml:brushProperty name="color" value="#0066FF"/>
    </inkml:brush>
  </inkml:definitions>
  <inkml:trace contextRef="#ctx0" brushRef="#br0">69 49 1424,'-2'-16'16468,"-1"16"-15898,3 0-481,0-1 0,-1 1-1,1 0 1,-1 0-1,1 0 1,-1 0-1,1 0 1,0 0-1,-1 0 1,1 0 0,-1 0-1,1 0 1,-1 0-1,1 0 1,0 0-1,-1 0 1,1 1-1,-1-1 1,1 0-1,0 0 1,-1 0 0,1 1-1,0-1 1,-1 0-1,1 0 1,0 1-1,-1-1 1,1 0-1,0 1 1,-1-1-1,1 0 1,0 1 0,-28 10 2352,21-8-2159,-10 5 215,17-7-403,5-1 18,0 0 1,0 0-1,0 0 1,-1-1-1,1 0 1,5-1-1,3-1-37,-2 1 59,0-1 0,0 0 0,-1-1-1,1 0 1,-1-1 0,18-11 0,-27 16-118,-1 0 0,0 0 0,0 0 1,0 0-1,1 0 0,-1-1 1,0 1-1,0 0 0,1 0 0,-1 0 1,0 0-1,0 0 0,0-1 1,0 1-1,1 0 0,-1 0 0,0 0 1,0-1-1,0 1 0,0 0 0,0 0 1,1 0-1,-1-1 0,0 1 1,0 0-1,0 0 0,0-1 0,0 1 1,0 0-1,0 0 0,0-1 1,0 1-1,0 0 0,0 0 0,0-1 1,0 1-1,0 0 0,0 0 0,0 0 1,0-1-1,-1 1 0,1 0 1,0 0-1,0-1 0,0 1 0,0 0 1,0 0-1,-1 0 0,1-1 1,0 1-1,0 0 0,0 0 0,0 0 1,-1 0-1,1 0 0,0-1 0,0 1 1,-1 0-1,1 0 0,0 0 1,0 0-1,0 0 0,-1 0 0,1 0 1,-17-4 629,-15 7-374,31-3-282,0 0-1,0 0 1,0 0-1,1 1 1,-1-1 0,0 0-1,0 1 1,0-1 0,1 0-1,-1 1 1,0-1 0,1 1-1,-1-1 1,0 1 0,1-1-1,-1 1 1,1 0 0,-1-1-1,1 1 1,-1 0 0,1-1-1,-1 1 1,1 0-1,0 0 1,-1-1 0,1 1-1,0 0 1,0 0 0,-1 1-1,4 4-233,11-1-10026,-4-8 6604,5-1-2408,-8 1 4776,-4-2-2224</inkml:trace>
</inkml:ink>
</file>

<file path=ppt/ink/ink1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3.468"/>
    </inkml:context>
    <inkml:brush xml:id="br0">
      <inkml:brushProperty name="width" value="0.035" units="cm"/>
      <inkml:brushProperty name="height" value="0.035" units="cm"/>
      <inkml:brushProperty name="color" value="#0066FF"/>
    </inkml:brush>
  </inkml:definitions>
  <inkml:trace contextRef="#ctx0" brushRef="#br0">129 6 2521,'0'0'2391,"-10"-5"6465,-16 7 2245,2 1-3510,23-2-7324,0-1-266,1 0 1,0 0-1,-1 1 0,1-1 1,-1 0-1,1 0 1,-1 1-1,1-1 0,0 0 1,-1 0-1,1 1 0,-1-1 1,1 1-1,0-1 1,0 0-1,-1 1 0,1-1 1,0 1-1,0-1 0,-1 1 1,1-1-1,0 0 1,0 1-1,0-1 0,0 1 1,0-1-1,0 1 0,-1-1 1,1 1-1,0-1 1,1 1-1,-1-1 0,0 1 1,0 0-1,-1 5-9,0-2 8,-1-1 0,1 0 0,-1 1 0,1-1 0,0 1 0,1-1 0,-1 1 0,0 6 0,-6 22 0,-10 37 0,12-47 0,1-1 0,1 1 0,1 0 0,0 25 0,-6-8 0,8-38 0,0 0 0,-1 1 0,1-1 0,1 0 0,-1 1 0,0-1 0,0 0 0,0 1 0,1-1 0,-1 0 0,0 1 0,1-1 0,0 0 0,-1 0 0,1 1 0,0-1 0,-1 0 0,1 0 0,0 0 0,0 0 0,0 0 0,0 0 0,2 1 0,0 0 0,1-1 0,-1 0 0,1 0 0,0-1 0,-1 1 0,1-1 0,0 0 0,7 0 0,72-2 0,123-18 0,-121-2 0,-83 22 0,0-1 0,0 0 0,0 0 0,-1-1 0,1 1 0,0 0 0,0 0 0,-1-1 0,1 1 0,0-1 0,-1 0 0,0 0 0,1 1 0,-1-1 0,0 0 0,0 0 0,0 0 0,0 0 0,0 0 0,-1 0 0,1 0 0,-1-1 0,1 1 0,-1 0 0,0 0 0,1 0 0,-1-1 0,0 1 0,-1 0 0,1 0 0,0 0 0,-1-1 0,1 1 0,-1 0 0,-1-3 0,-1-6 0,3 11 0,0-1 0,0 1 0,0-1 0,0 1 0,-1 0 0,1-1 0,0 1 0,0-1 0,0 1 0,0-1 0,0 1 0,-1-1 0,1 1 0,0 0 0,0-1 0,-1 1 0,1-1 0,0 1 0,-1 0 0,1-1 0,0 1 0,-1 0 0,1-1 0,0 1 0,-1 0 0,0-1 0,-14-7 0,11 5 0,-1 0 0,0 1 0,1-2 0,-1 1 0,1 0 0,-7-8 0,4 6 0,-1 5 0,-1 0 0,9 0 0,-1 0 0,1 0 0,0 0 0,-1 0 0,1 0 0,-1 0 0,1 0 0,0 1 0,-1-1 0,1 0 0,0 0 0,-1 0 0,1 0 0,0 0 0,-1 0 0,1 1 0,0-1 0,-1 0 0,1 0 0,0 0 0,0 1 0,-1-1 0,1 0 0,0 1 0,0-1 0,-1 0 0,1 0 0,0 1 0,0-1 0,0 0 0,0 1 0,-1-1 0,1 0 0,0 1 0,0-1 0,0 1 0,0-1 0,0 0 0,0 1 0,0 0 0,-1 2 0,0-1 0,-1 0 0,1 0 0,1 1 0,-1-1 0,0 1 0,1-1 0,-1 1 0,1-1 0,0 1 0,-1 2 0,2 37 0,0-19 0,7 73 0,-8 80-11819,5-160 6310,-1 1-3191,-4-7 3657</inkml:trace>
</inkml:ink>
</file>

<file path=ppt/ink/ink1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4.601"/>
    </inkml:context>
    <inkml:brush xml:id="br0">
      <inkml:brushProperty name="width" value="0.035" units="cm"/>
      <inkml:brushProperty name="height" value="0.035" units="cm"/>
      <inkml:brushProperty name="color" value="#0066FF"/>
    </inkml:brush>
  </inkml:definitions>
  <inkml:trace contextRef="#ctx0" brushRef="#br0">70 72 2857,'-17'-15'12645,"-7"9"-2128,4-9-3769,14 15-6748,4 7 0,3-5 0,-2 18 0,1-1 0,1 0 0,1 0 0,1-1 0,7 28 0,16 44 0,-23-76 0,-2-12 0,-1 0 0,0 0 0,1 0 0,-1 0 0,1 0 0,0 0 0,0 0 0,0-1 0,0 1 0,0 0 0,0 0 0,0-1 0,3 3 0,-3-3 0,0 0 0,0 0 0,0 0 0,0 0 0,0 0 0,0-1 0,1 1 0,-1 0 0,0-1 0,0 1 0,1-1 0,-1 0 0,0 1 0,1-1 0,-1 0 0,0 0 0,1 0 0,2 0 0,-2-7 0,-3 4 0,1 0 0,0-11 0,0 1 0,1-1 0,0 1 0,4-15 0,4-37 0,-7 46 0,-2 15 0,1 1 0,-1-1 0,1 1 0,-1-1 0,1 1 0,0 0 0,3-7 0,4-10 0,-7 17 0,0 0 0,0 0 0,0 0 0,1 0 0,-1 0 0,1 0 0,-1 0 0,1 1 0,4-5 0,-1-2 0,-4 8 0,-1-1 0,0 1 0,1-1 0,-1 1 0,1 0 0,0-1 0,-1 1 0,1 0 0,0 0 0,0-1 0,0 1 0,1-1 0,10-8 0,-5 10 0,5 3 0,-10-3 0,0 0 0,0 1 0,0-1 0,0 1 0,0-1 0,0 1 0,0 0 0,0 0 0,0 0 0,0 0 0,0 0 0,0 0 0,1 2 0,0 0 0,0 0 0,1 0 0,-1-1 0,1 1 0,0-1 0,-1 0 0,7 3 0,-7-4 0,0 0 0,0 1 0,1 0 0,-1-1 0,-1 1 0,1 0 0,0 0 0,0 1 0,-1-1 0,1 0 0,-1 1 0,0 0 0,0 0 0,3 4 0,-4-5 0,0 0 0,1 0 0,-1 0 0,0 0 0,1 0 0,-1 0 0,1-1 0,3 4 0,-3-4 0,0 1 0,0-1 0,-1 1 0,1 0 0,-1 0 0,1-1 0,-1 1 0,0 0 0,1 0 0,0 5 0,0-3 0,0 0 0,0 1 0,0-1 0,1 0 0,-1 0 0,1 0 0,0-1 0,4 5 0,3 4 0,-3-2 0,-6-7 0,0-1 0,1 1 0,0-1 0,-1 0 0,1 0 0,0 0 0,0 0 0,0 0 0,1 0 0,-1-1 0,0 1 0,3 1 0,5 7 0,-3-10 0,2 0 0,-7 0 0,-1 0 0,1-1 0,-1 0 0,1 1 0,0-1 0,-1 0 0,0 0 0,1 0 0,-1 0 0,1 0 0,-1 0 0,0 0 0,0 0 0,0-1 0,2-1 0,-3 3 0,22-28 0,-18 24 0,0 0 0,-1 0 0,1-1 0,-1 1 0,0-1 0,0 0 0,3-6 0,1-5 0,1 0 0,0 1 0,1 0 0,20-24 0,-20 26 0,-7 10 0,0 0 0,0 0 0,0 0 0,1 0 0,-1 1 0,1-1 0,-1 1 0,1 0 0,0-1 0,0 1 0,0 1 0,0-1 0,0 0 0,0 1 0,1-1 0,4 0 0,-4 1 0,0 0 0,0 0 0,0 1 0,0 0 0,0-1 0,0 1 0,0 1 0,-1-1 0,1 1 0,0 0 0,0-1 0,0 2 0,0-1 0,0 0 0,-1 1 0,1 0 0,3 2 0,6 4 0,0 1 0,23 21 0,-18-14 0,-11-10 0,-1 1 0,1 1 0,-1-1 0,9 16 0,5 6 0,-9-13 0,-10-13 0,0-1 0,1 0 0,-1 1 0,1-1 0,-1 0 0,1 0 0,0 0 0,0 0 0,0 0 0,0-1 0,3 3 0,-5-4 0,6 3 0,0 1 0,0-1 0,0 0 0,10 4 0,-13-7 0,0 1 0,0 0 0,0-1 0,0 0 0,0 0 0,0 0 0,0 0 0,0 0 0,0-1 0,0 1 0,0-1 0,0 0 0,0 0 0,2-1 0,-1 0 0,6-2 0,0 0 0,0-1 0,0 0 0,-1-1 0,15-11 0,-16 11 0,-6 4 0,1 1 0,-1-1 0,1 0 0,-1 0 0,0 0 0,0 0 0,0 0 0,0 0 0,0 0 0,-1-1 0,1 1 0,0-1 0,-1 0 0,0 1 0,0-1 0,0 0 0,0 0 0,1-4 0,2-18 0,-4 23 0,1 0 0,0-1 0,-1 1 0,0 0 0,1-1 0,-1 1 0,0-1 0,0 1 0,0 0 0,0-1 0,-1 1 0,1 0 0,-1-1 0,0 1 0,1 0 0,-3-4 0,3-1 0,0 6 0,0 1 0,0-1 0,0 1 0,0-1 0,0 1 0,0-1 0,0 0 0,0 1 0,0-1 0,0 1 0,0-1 0,-1 1 0,1-1 0,0 1 0,0-1 0,0 1 0,-1-1 0,1 1 0,0-1 0,-1 1 0,1-1 0,0 1 0,-1 0 0,1-1 0,-1 1 0,1 0 0,-1-1 0,1 1 0,0 0 0,-1-1 0,1 1 0,-1 0 0,0 0 0,0-1 0,-9-8 0,3 9 0,6 0 0,1 1 0,-1-1 0,0 1 0,1-1 0,-1 1 0,0 0 0,1-1 0,-1 1 0,1 0 0,-1 0 0,1-1 0,-1 1 0,1 0 0,0 0 0,-1 0 0,1 0 0,0 0 0,0-1 0,0 1 0,-1 0 0,1 0 0,0 0 0,0 1 0,1 30 0,-1-19 0,1-10 0,-1 1 0,1-1 0,0 0 0,-1 0 0,1 1 0,1-1 0,1 3 0,-2-2 0,1-1 0,-1 1 0,0 0 0,0-1 0,0 1 0,0 0 0,0 5 0,0-2 0,0 0 0,0 0 0,1-1 0,1 1 0,-1 0 0,1-1 0,0 0 0,6 11 0,2 0 0,-6-8 0,0 0 0,1-1 0,10 13 0,-9-13-1434,-7-7 1117,0 0 1,1 0 0,0 0-1,-1 0 1,1 0-1,-1 0 1,1 0 0,0 0-1,0 0 1,0-1 0,0 1-1,-1 0 1,1-1 0,0 1-1,0 0 1,0-1-1,0 1 1,0-1 0,1 1-1,-1-1 1,0 0 0,0 0-1,0 1 1,0-1 0,0 0-1,0 0 1,1 0-1,0 0 1,7-2-3197,4-1-66,-8-3-2350,3-4 881</inkml:trace>
</inkml:ink>
</file>

<file path=ppt/ink/ink1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4.982"/>
    </inkml:context>
    <inkml:brush xml:id="br0">
      <inkml:brushProperty name="width" value="0.035" units="cm"/>
      <inkml:brushProperty name="height" value="0.035" units="cm"/>
      <inkml:brushProperty name="color" value="#0066FF"/>
    </inkml:brush>
  </inkml:definitions>
  <inkml:trace contextRef="#ctx0" brushRef="#br0">86 91 672,'-35'-18'10721,"36"25"-9850,-1-6-838,1 0-1,-1 0 1,0 0 0,1 0-1,-1 0 1,1-1 0,-1 1-1,1 0 1,0 0 0,-1-1-1,1 1 1,0-1 0,0 1-1,-1 0 1,1-1 0,0 1-1,0-1 1,0 0 0,0 1-1,0-1 1,1 1 0,26 8 227,-21-7-207,2 0-16,1 0-1,-1-1 1,0 0 0,1 0-1,10-1 1,-10 0-7,-9 0-27,0-1 0,-1 1 0,1 0 0,0 0 0,-1 0 1,1 0-1,0 0 0,-1-1 0,1 1 0,-1 0 0,1 0 0,0-1 1,-1 1-1,1-1 0,-1 1 0,1 0 0,-1-1 0,1 1 1,-1-1-1,1 1 0,-1-1 0,0 0 0,1 1 0,-1-1 0,0 1 1,1-1-1,-1 0 0,0 1 0,0-1 0,0 1 0,1-1 1,-1-1-1,0 1 3,0 0 0,0-1 0,0 1 0,0 0 1,0-1-1,0 1 0,0 0 0,-1-1 0,1 1 1,0 0-1,-1 0 0,1-1 0,-1 1 0,1 0 1,-1 0-1,-1-2 0,-1-7 34,3 9-39,0 1 1,0-1-1,0 1 1,0-1-1,0 1 1,0-1-1,-1 1 1,1-1-1,0 1 1,0-1 0,0 1-1,0 0 1,-1-1-1,1 1 1,0-1-1,0 1 1,-1 0-1,1-1 1,0 1-1,-1 0 1,1-1 0,0 1-1,-1 0 1,1-1-1,-1 1 1,0 0-1,-33-32 309,30 29-273,0 1 1,0 0 0,-1 0 0,1 1-1,-1-1 1,1 1 0,-9-1 0,-13-4 18,22 6-55,0 0-1,0 0 0,-1 1 1,1-1-1,0 1 0,0 0 1,-1 1-1,-5 1 0,3 0 0,6-3-46,-1 0 0,1 1 0,0-1 0,-1 1 0,1-1 0,0 1 0,0 0 0,0 0-1,-1-1 1,1 1 0,0 0 0,0 0 0,0 0 0,0 0 0,0 0 0,1 0 0,-1 1 0,0-1 0,0 0 0,1 0 0,-1 0 0,1 1 0,-1-1-1,1 0 1,-1 1 0,1-1 0,0 1 0,0-1 0,-1 0 0,1 1 0,0-1 0,1 1 0,-1-1 0,0 2 0,1-1-49,-1 0-1,1 0 1,0 0 0,0 0 0,0 0 0,0 0-1,0-1 1,0 1 0,0 0 0,0-1 0,1 1 0,-1-1-1,1 1 1,-1-1 0,1 1 0,0-1 0,-1 0-1,1 0 1,0 0 0,0 0 0,0 0 0,0-1-1,2 2 1,62 13-5766,-48-14 2880</inkml:trace>
</inkml:ink>
</file>

<file path=ppt/ink/ink1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5.322"/>
    </inkml:context>
    <inkml:brush xml:id="br0">
      <inkml:brushProperty name="width" value="0.035" units="cm"/>
      <inkml:brushProperty name="height" value="0.035" units="cm"/>
      <inkml:brushProperty name="color" value="#0066FF"/>
    </inkml:brush>
  </inkml:definitions>
  <inkml:trace contextRef="#ctx0" brushRef="#br0">61 28 368,'-9'-6'3823,"5"3"-921,0 0-1,-1 0 0,1 1 1,-1-1-1,0 1 1,-11-3 3783,8 16-2454,9 1-4209,1 0 1,0 0-1,0 0 0,2 0 0,-1 0 0,2-1 0,10 21 1,-8-18-9,-1 1 1,0 0 0,-1 0-1,4 19 1,28 132-15,-30-135 9,-5-23-19,0 0 0,0 0 0,-1 0 0,1 9 0,6 64-3882,-8-78 3314,1 1 1,-1-1-1,1 1 0,0-1 0,0 1 1,0-1-1,0 1 0,1-1 0,-1 0 0,1 0 1,0 0-1,0 0 0,0 0 0,0 0 1,1 0-1,-1-1 0,4 3 0,-3-2-381,1 0 1,-1 0-1,1-1 0,-1 0 0,1 0 0,0 0 0,0 0 0,0-1 1,0 1-1,1-1 0,-1 0 0,0 0 0,0 0 0,6-1 1,-1 0-2278</inkml:trace>
</inkml:ink>
</file>

<file path=ppt/ink/ink1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5.621"/>
    </inkml:context>
    <inkml:brush xml:id="br0">
      <inkml:brushProperty name="width" value="0.035" units="cm"/>
      <inkml:brushProperty name="height" value="0.035" units="cm"/>
      <inkml:brushProperty name="color" value="#0066FF"/>
    </inkml:brush>
  </inkml:definitions>
  <inkml:trace contextRef="#ctx0" brushRef="#br0">80 49 568,'-2'-4'799,"-1"1"0,0 0-1,0 0 1,0 0 0,-1 1-1,1-1 1,-1 1 0,1 0 0,-1 0-1,0 0 1,-4-2 0,-23-11 6720,27 14-2920,10 8-640,6 7-2906,-6-1-651,-1 1 0,0-1 1,-1 1-1,4 24 0,-2-11-230,3 59-80,-7-68-98,-1-1 0,-2 33 0,0-12-44,-7 35-1317,5-41-297,2-30 1293,1 1 0,-1-1 1,1 1-1,-1 0 0,1-1 0,0 1 0,0 0 0,0-1 0,0 1 1,1-1-1,-1 1 0,1 0 0,-1-1 0,1 1 0,0-1 0,0 1 1,0-1-1,0 1 0,1-1 0,-1 0 0,1 0 0,-1 0 1,1 0-1,0 0 0,2 2 0,0 0-453,0-1 0,0 0 0,0 0 0,0 0 0,0-1 0,0 1 0,1-1 0,0 0 0,-1-1 0,1 1 0,0-1 0,0 0 0,-1 0 0,1 0 0,8 0 0,4-1-2193</inkml:trace>
</inkml:ink>
</file>

<file path=ppt/ink/ink1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6.600"/>
    </inkml:context>
    <inkml:brush xml:id="br0">
      <inkml:brushProperty name="width" value="0.035" units="cm"/>
      <inkml:brushProperty name="height" value="0.035" units="cm"/>
      <inkml:brushProperty name="color" value="#0066FF"/>
    </inkml:brush>
  </inkml:definitions>
  <inkml:trace contextRef="#ctx0" brushRef="#br0">130 289 2465,'-2'-3'769,"0"1"0,0 0 0,-1 0 1,1 0-1,-1 0 0,1 0 0,-1 0 1,0 0-1,0 1 0,1 0 1,-1-1-1,0 1 0,0 0 0,-1 0 1,1 1-1,0-1 0,0 1 1,0-1-1,0 1 0,0 0 0,-1 0 1,1 1-1,0-1 0,0 1 1,0-1-1,0 1 0,0 0 0,0 0 1,0 0-1,0 1 0,0-1 1,0 1-1,0-1 0,1 1 0,-1 0 1,-4 5-1,4-3-692,1 1-1,0-1 1,-1 1-1,1 0 1,1 0 0,-1 0-1,1 0 1,0 0 0,0 0-1,0 0 1,1 0-1,0 1 1,0-1 0,0 0-1,1 0 1,-1 0 0,1 1-1,1-1 1,-1 0-1,1 0 1,-1-1 0,1 1-1,6 9 1,9 23-77,-10-29 0,-1 1 0,0-1 0,0 1 0,5 11 0,-9-16 0,1 0 0,-1 0 0,1-1 0,0 1 0,0-1 0,1 1 0,-1-1 0,1 0 0,0 0 0,7 4 0,12-7 0,-22-1 0,-1 1 0,1-1 0,-1 0 0,0 0 0,1 1 0,-1-1 0,0 0 0,0 0 0,1 1 0,-1-1 0,0 0 0,0 0 0,0 1 0,0-1 0,0 0 0,0 0 0,0 0 0,0 1 0,0-1 0,-1 0 0,1 0 0,0 0 0,0 1 0,-1-1 0,0-1 0,-8-20 0,-6 0 0,12 19 0,0 0 0,0 0 0,1-1 0,0 1 0,-1-1 0,1 0 0,1 1 0,-1-1 0,0 0 0,1 0 0,0 0 0,-1-5 0,-6-44 0,7 40 0,1 11 0,0-1 0,-1 0 0,1 1 0,0-1 0,1 1 0,-1-1 0,0 0 0,1 1 0,-1-1 0,1 1 0,0-1 0,0 1 0,0-1 0,2-2 0,1-1 0,-4 5 0,1 1 0,-1-1 0,1 0 0,0 1 0,-1-1 0,1 1 0,-1-1 0,1 1 0,0-1 0,-1 1 0,1-1 0,0 1 0,0-1 0,-1 1 0,1 0 0,0 0 0,0-1 0,0 1 0,0 0 0,3-3 0,-1 1 0,16 1 0,31-5 0,46 1 0,-82 4-8,1 1-1,-1 1 1,1 0-1,0 1 1,-1 1 0,26 7-1,-35-7-59,1 0-1,-1 1 0,1 0 1,-1 0-1,0 0 1,-1 1-1,1-1 0,5 9 1,-9-9-71,0 1 1,0-1-1,-1 1 1,0-1-1,0 1 1,0 0-1,0-1 1,-1 1-1,1-1 1,-1 1-1,0-1 1,-1 1-1,-2 5 1,-1-1-309,3-7 293,1 1 0,-1 0 0,1 0 0,-1 0 0,1 0 0,0 0 1,0 0-1,0 0 0,0 4 0,1-7 150,-1 1-1,1-1 1,0 1-1,0-1 1,0 0-1,-1 1 1,1-1 0,0 0-1,0 0 1,-1 1-1,1-1 1,0 0-1,-1 0 1,1 1 0,0-1-1,-1 0 1,1 0-1,0 0 1,-1 0-1,1 1 1,-1-1 0,1 0-1,0 0 1,-1 0-1,1 0 1,0 0-1,-1 0 1,1 0 0,-1 0-1,1 0 1,0 0-1,-1 0 1,1 0-1,-1-1 1,1 1-1,0 0 1,-1 0 0,1 0-1,0 0 1,-1-1-1,1 1 1,0 0-1,-1 0 1,1-1 0,0 1-1,0 0 1,-1 0-1,1-1 1,0 1-1,0 0 1,-1-1 0,1 1-1,0 0 1,0-1-1,0 1 1,0-1-1,0 1 1,0 0 0,-1-1-1,1 1 1,0 0-1,0-1 1,0 1-1,0-1 1,0 1 0,0 0-1,1-1 1,-1-7 64,1 0 1,0 1 0,1-1 0,0 0 0,0 1 0,0 0-1,1-1 1,0 1 0,5-8 0,44-63 557,-33 51-440,-6 10-24,1 1-1,0 1 1,20-17 0,-16 15 11,-15 15-164,1 0 1,-1 1-1,1-1 1,0 1-1,-1-1 0,1 1 1,0 0-1,0 1 0,0-1 1,0 1-1,0-1 1,0 1-1,0 0 0,0 1 1,0-1-1,-1 1 1,1 0-1,0 0 0,0 0 1,0 0-1,-1 0 0,1 1 1,-1 0-1,1 0 1,-1 0-1,1 0 0,-1 0 1,4 5-1,12 14 35,-15-18-35,-1 0 0,1 1 0,-1 0 0,0-1 0,0 1-1,0 0 1,0 1 0,-1-1 0,1 0 0,-1 1 0,-1-1 0,1 1 0,0 0 0,-1 0 0,1 7 0,-1-2-67,1 0-1,0 0 1,0 0 0,1 0 0,6 14 0,-1-1-168,-7-21 210,0 0 0,0 1 1,0-1-1,0 0 0,0 1 0,0-1 1,1 0-1,-1 0 0,1 0 0,0 0 0,-1 0 1,1-1-1,0 1 0,0 0 0,0-1 1,0 1-1,0-1 0,1 0 0,1 1 0,1 0 17,-1-1-1,0 0 1,1 0-1,-1-1 1,1 1-1,-1-1 0,0 0 1,1 0-1,-1-1 1,6 0-1,6-3 56,1 0 0,-1-1 0,0-1 0,25-13 0,-31 13-5,0-1 0,0 0-1,-1 0 1,0-1 0,-1 0 0,10-12 0,13-11 161,-27 26-139,-1 1-1,1-1 1,-1 1-1,1-1 1,-1 0-1,-1 0 1,1-1-1,-1 1 0,0 0 1,0-1-1,0 1 1,1-10-1,-1-5 356,0 0 0,-1-27 0,-1 33-186,-2-1 0,1 1 0,-6-17 0,6 28-231,0 0 1,-1-1-1,1 1 0,-1 0 0,0 0 0,0 1 0,0-1 1,-1 0-1,1 1 0,-1-1 0,1 1 0,-1 0 1,-4-3-1,6 4-3,0 0-1,0 1 1,0-1 0,0 0 0,0 1 0,0-1 0,0 1 0,0 0-1,0-1 1,-1 1 0,1 0 0,0-1 0,0 1 0,0 0 0,-1 0-1,1 0 1,0 0 0,0 0 0,0 0 0,-1 1 0,1-1 0,0 0 0,0 1-1,0-1 1,0 1 0,-1-1 0,1 1 0,0-1 0,0 1 0,0 0-1,0-1 1,0 1 0,0 0 0,1 0 0,-1 0 0,0 0 0,0 0-1,1 0 1,-1 0 0,-1 2 0,-5 7 0,6-8 0,0-1 0,1 0 0,-1 0 0,0 1 0,0-1 0,1 1 0,-1-1 0,0 1 0,1-1 0,0 1 0,-1-1 0,1 1 0,0-1 0,0 1 0,0 2 0,-1 8 0,1-9 0,0 1 0,0-1 0,0 1 0,0-1 0,0 1 0,1-1 0,-1 0 0,1 1 0,0-1 0,0 0 0,1 1 0,1 3 0,5 7 0,-7-12 0,0 1 0,1-1 0,-1 1 0,1-1 0,0 1 0,0-1 0,3 4 0,7 4 3,19 24 0,-22-23-18,0-1 0,17 15 0,24 24-1224,-46-46 1003,-1 0-1,0 0 1,0 1-1,0-1 0,0 1 1,-1 0-1,1 0 1,-1-1-1,0 2 1,3 7-1,-5-10 71,1 1 0,0-1 0,-1 1 0,1 0 0,-1 0 0,0-1 0,0 1 0,0 0 0,0-1 0,0 1-1,-1 0 1,1-1 0,-1 1 0,0 0 0,0-1 0,0 1 0,0-1 0,-2 4 0,-1-1-4,0 0 0,0-1 0,-1 1-1,0-1 1,0 1 0,0-2 0,-1 1 0,1 0-1,-1-1 1,0 0 0,0-1 0,-10 4 0,-9 5-108,8-5-168,0-1 0,0 0 0,-1-1 0,0-1-1,1-1 1,-32 1 0,36-3 13,-88-2-4922,0-7-3400,66 3 5267</inkml:trace>
</inkml:ink>
</file>

<file path=ppt/ink/ink1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7.484"/>
    </inkml:context>
    <inkml:brush xml:id="br0">
      <inkml:brushProperty name="width" value="0.035" units="cm"/>
      <inkml:brushProperty name="height" value="0.035" units="cm"/>
      <inkml:brushProperty name="color" value="#0066FF"/>
    </inkml:brush>
  </inkml:definitions>
  <inkml:trace contextRef="#ctx0" brushRef="#br0">11 145 872,'-10'-11'26543,"11"11"-25451,25-5 2125,8 1-2715,-8 2-389,118-18 44,-77 7-651,16-3-1668,-61 11-794,38-16 1,-41 14-683,35-7 0,-35 9-2536,34-12 0,-43 12 2101</inkml:trace>
</inkml:ink>
</file>

<file path=ppt/ink/ink1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7.738"/>
    </inkml:context>
    <inkml:brush xml:id="br0">
      <inkml:brushProperty name="width" value="0.035" units="cm"/>
      <inkml:brushProperty name="height" value="0.035" units="cm"/>
      <inkml:brushProperty name="color" value="#0066FF"/>
    </inkml:brush>
  </inkml:definitions>
  <inkml:trace contextRef="#ctx0" brushRef="#br0">35 124 2208,'-34'0'10725,"43"-5"-7715,7 4-2319,0-1 1,0-1-1,26-7 0,13-2-398,29-4-299,-4 0-1580,4-6-3320,-76 21 4023,0-1 0,-1 0 1,12-5-1,6-1-1798,-7 2-203,-8-4-355</inkml:trace>
</inkml:ink>
</file>

<file path=ppt/ink/ink1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8.968"/>
    </inkml:context>
    <inkml:brush xml:id="br0">
      <inkml:brushProperty name="width" value="0.035" units="cm"/>
      <inkml:brushProperty name="height" value="0.035" units="cm"/>
      <inkml:brushProperty name="color" value="#0066FF"/>
    </inkml:brush>
  </inkml:definitions>
  <inkml:trace contextRef="#ctx0" brushRef="#br0">121 48 408,'-1'-2'631,"0"0"-1,0 1 1,0-1-1,0 1 1,0-1 0,0 1-1,-1 0 1,1-1-1,0 1 1,-1 0 0,1 0-1,-1 0 1,-2-2-1,-18-9 13209,16 9-12160,1 0 2054,-12-6 547,11 9-4280,3 4 0,3-4 0,-1 1 0,1-1 0,-1 0 0,1 1 0,-1-1 0,1 1 0,-1-1 0,1 1 0,0-1 0,-1 1 0,1 0 0,0-1 0,-1 1 0,1-1 0,0 1 0,0 0 0,0-1 0,-1 1 0,1-1 0,0 1 0,0 0 0,0-1 0,0 1 0,0 0 0,0-1 0,0 1 0,0 0 0,1-1 0,-1 1 0,0-1 0,0 1 0,0 0 0,1-1 0,-1 1 0,0-1 0,1 1 0,-1-1 0,0 1 0,1 0 0,0 0 0,3 8 0,-4-3 0,1 0 0,0 0 0,1 0 0,-1 0 0,4 7 0,3 14 0,9 37 0,-13-52 0,-1-1 0,10 21 0,-9-24 0,-1 0 0,0 0 0,0 0 0,0 1 0,-1-1 0,-1 1 0,2 11 0,-4 4 0,1-14 0,-1 1 0,2-1 0,-1 0 0,1 1 0,1-1 0,0 0 0,4 12 0,-4-16-209,0-3-330,-1 1 0,0-1 1,0 0-1,0 0 0,0 1 0,1 4 0,-3-7 445,1-1 0,0 1 0,0 0 0,0-1 0,0 1 0,0 0 0,0-1 0,-1 1 0,1-1 0,0 1-1,-1 0 1,1-1 0,0 1 0,-1-1 0,1 1 0,-1-1 0,1 1 0,-1-1 0,1 1 0,-1-1 0,1 0-1,-1 1 1,1-1 0,-1 0 0,1 1 0,-1-1 0,0 0 0,1 0 0,-1 0 0,0 1 0,1-1-1,-1 0 1,0 0 0,1 0 0,-1 0 0,0 0 0,1 0 0,-1 0 0,-1-1 0,-19 6-5393,-3 1 2829,3-1 1986,21-5 737,-1 0-1,0 0 1,1 1-1,-1-1 1,0 0 0,1 1-1,-1-1 1,0 1 0,1-1-1,-1 1 1,1-1 0,-1 1-1,0-1 1,1 1 0,0-1-1,-1 1 1,1 0 0,-1-1-1,1 1 1,0 0 0,-1-1-1,1 2 1,0-2 35,-1 1 1,1-1-1,0 1 0,0-1 1,0 0-1,0 1 0,-1-1 1,1 0-1,0 1 0,-1-1 1,1 0-1,0 1 0,0-1 0,-1 0 1,1 0-1,0 0 0,-1 1 1,1-1-1,-1 0 0,1 0 1,0 0-1,-1 1 0,1-1 1,-1 0-1,0 0 56,1 0 1,-1 0-1,1 0 1,-1 0-1,1 1 1,0-1 0,-1 0-1,1 0 1,-1 0-1,1 1 1,0-1-1,-1 0 1,1 1-1,-1-1 1,1 0-1,0 1 1,0-1-1,-1 0 1,1 1-1,0-1 1,0 1-1,-1-1 1,1 0-1,0 1 1,0 0 0,-1 0 112,1 0 0,-1-1 0,1 1 1,-1 0-1,1 0 0,-1-1 0,0 1 1,1 0-1,-1-1 0,0 1 0,1-1 1,-1 1-1,0-1 0,0 1 0,1-1 1,-1 0-1,0 1 0,0-1 0,0 0 1,0 0-1,0 0 0,1 1 1,-1-1-1,0 0 0,0 0 0,0 0 1,0 0-1,0-1 0,0 1 0,-1 0 1,1-1-137,1 0-132,0 0 0,1 1-1,-1-1 1,0 0 0,0 1 0,1-1 0,-1 0 0,1 0-1,-1 1 1,1-1 0,-1 1 0,1-1 0,-1 0 0,1 1-1,-1-1 1,1 1 0,0 0 0,-1-1 0,1 1 0,0-1-1,-1 1 1,1 0 0,1-1 0,17-5-4,-17 5 2,46-13 1,-1-3 0,55-27 0,-58 22-450,35-19-1794,-71 36 1957,-1 0 1,0 0-1,-1 0 1,1-1-1,-1 0 1,0 0-1,10-15 1,4-21-6853,4-1-3501,-24 42 10356,0 0 0,1 1 1,-1-1-1,0 0 0,0 0 0,0 1 0,1-1 0,-1 0 0,0 0 1,0 0-1,0 1 0,0-1 0,0 0 0,-1 0 0,1 1 0,0-1 1,0 0-1,0 0 0,-1 0 0,-6-6-2969</inkml:trace>
</inkml:ink>
</file>

<file path=ppt/ink/ink1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39.308"/>
    </inkml:context>
    <inkml:brush xml:id="br0">
      <inkml:brushProperty name="width" value="0.035" units="cm"/>
      <inkml:brushProperty name="height" value="0.035" units="cm"/>
      <inkml:brushProperty name="color" value="#0066FF"/>
    </inkml:brush>
  </inkml:definitions>
  <inkml:trace contextRef="#ctx0" brushRef="#br0">213 199 480,'-102'-43'9085,"86"32"-7376,15 10-1612,-1 0 0,1 0 0,0 0 0,0 0 1,-1 1-1,1-1 0,0 0 0,-1 1 0,1-1 1,-1 1-1,1-1 0,-2 0 0,-4 0 857,0 0 0,1-1 0,0 0-1,-1 0 1,-10-6 0,15 7 242,0 1-520,-11-5 11468,13 4-11908,-9-8-141,13 3-24,21-1 6,-11 3-65,2-1-12,0 0 0,0 1 0,30-3 0,11-4 0,-31 5 0,1 0 0,0 2 0,40-1 0,-35 1-2823,14-9-8088,-1 1-260,-15 9 7307,-20 3 90</inkml:trace>
</inkml:ink>
</file>

<file path=ppt/ink/ink1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1.818"/>
    </inkml:context>
    <inkml:brush xml:id="br0">
      <inkml:brushProperty name="width" value="0.035" units="cm"/>
      <inkml:brushProperty name="height" value="0.035" units="cm"/>
      <inkml:brushProperty name="color" value="#0066FF"/>
    </inkml:brush>
  </inkml:definitions>
  <inkml:trace contextRef="#ctx0" brushRef="#br0">44 135 2857,'-28'8'16570,"20"-1"-12443,7-6-3736,1 0 1,-1 0-1,0 0 0,1-1 0,-1 2 0,0-1 0,1 0 0,-1 0 0,1 0 0,0 0 0,-1 0 1,1 0-1,0 0 0,0 1 0,0-1 0,-1 0 0,1 2 0,1 27 1248,-1-17-1124,0-10-513,1 0 0,-1 0 0,1-1 0,0 1 0,0 0 0,0-1 0,0 1 0,0-1-1,1 1 1,-1-1 0,2 3 0,8 16-6,14 35 4,-7-16 0,-15-29 0,-2-9 0,-1 0 0,1 0 0,0 0 0,-1 0 0,1 0 0,0 0 0,0 0 0,0 0 0,1-1 0,-1 1 0,0 0 0,2 1 0,-3-1 0,1 1 0,17-2 0,-17-2 0,0 0 0,0 0 0,0 0 0,0-1 0,0 1 0,0 0 0,0 0 0,0 0 0,-1-1 0,1 1 0,0 0 0,-1-1 0,1 1 0,-1-1 0,0 1 0,1-1 0,-1 1 0,0-1 0,0 1 0,0-2 0,4-38 0,-4 37 0,0-13 0,0-1 0,1 0 0,5-22 0,-2 16 0,-3 19 0,0 0 0,-1 0 0,2 0 0,-1 1 0,0-1 0,1 0 0,0 1 0,0-1 0,0 1 0,1 0 0,3-6 0,-3 7 0,-1 0 0,0-1 0,0 1 0,0-1 0,0 0 0,2-7 0,-3 11 0,-1-1 0,0 1 0,0-1 0,0 1 0,1-1 0,-1 1 0,0 0 0,0-1 0,1 1 0,-1-1 0,0 1 0,1 0 0,-1-1 0,1 1 0,-1 0 0,0 0 0,1-1 0,-1 1 0,1 0 0,-1 0 0,1 0 0,-1-1 0,1 1 0,-1 0 0,1 0 0,-1 0 0,0 0 0,1 0 0,-1 0 0,1 0 0,-1 0 0,1 0 0,-1 0 0,1 0 0,-1 0 0,1 1 0,-1-1 0,1 0 0,-1 0 0,1 0 0,-1 1 0,0-1 0,1 1 0,24 9 0,-18-4 0,1 0 0,-2 0 0,1 1 0,-1-1 0,0 1 0,-1 1 0,1-1 0,7 16 0,0-1 0,4 14 0,16 18 0,-32-51 0,-2-3 0,1 0 0,0 0 0,0 1 0,0-1 0,0 0 0,0 1 0,0-1 0,1 0 0,-1 1 0,0-1 0,0 0 0,0 0 0,0 1 0,0-1 0,0 0 0,0 1 0,1-1 0,-1 0 0,0 0 0,0 1 0,0-1 0,1 0 0,-1 0 0,0 0 0,0 1 0,0-1 0,1 0 0,-1 0 0,0 0 0,1 0 0,-1 0 0,0 1 0,0-1 0,1 0 0,-1 0 0,0 0 0,1 0 0,-1 0 0,0 0 0,0 0 0,1 0 0,-1 0 0,0 0 0,1 0 0,-1 0 0,0 0 0,1 0 0,-1-1 0,3 1 0,-2 1 0,0-1 0,-1 0 0,1 0 0,0 0 0,0 0 0,-1 1 0,1-1 0,0 0 0,0 0 0,-1-1 0,1 1 0,0 0 0,0 0 0,-1 0 0,1 0 0,0-1 0,-1 1 0,1 0 0,0-1 0,-1 1 0,1 0 0,0-1 0,-1 1 0,1-1 0,-1 1 0,1-1 0,-1 1 0,1-1 0,-1 0 0,1 1 0,-1-1 0,1 1 0,-1-1 0,0 0 0,1 0 0,17-22 0,0-14 0,-13 23 0,-3 9 0,0 0 0,-1 0 0,1 0 0,-1 0 0,1-8 0,7-30 0,-1-6 0,-8 45 0,0 2 0,0 0 0,-1 1 0,1-1 0,0 0 0,1 0 0,-1 0 0,0 1 0,0-1 0,1 0 0,0-2 0,-1 4 0,0 0 0,0 0 0,1 0 0,-1 0 0,0 0 0,0 0 0,0 0 0,1 0 0,-1-1 0,0 1 0,0 0 0,0 0 0,1 0 0,-1 0 0,0 0 0,0 0 0,1 0 0,-1 0 0,0 0 0,0 0 0,0 1 0,1-1 0,-1 0 0,0 0 0,0 0 0,0 0 0,1 0 0,-1 0 0,0 0 0,0 0 0,0 1 0,0-1 0,1 0 0,-1 0 0,0 0 0,0 1 0,1 2 0,34 30 0,-23-19 0,20 31 0,-24-33 0,0 0 0,1-1 0,0 0 0,1 0 0,11 10 0,4-1 0,-19-14 0,0 0 0,1 0 0,-1-1 0,1 0 0,1-1 0,-1 1 0,1-1 0,-1-1 0,1 0 0,0 0 0,9 2 0,-6-4 0,-1 0 0,0-1 0,1 0 0,-1 0 0,1-2 0,-1 1 0,0-1 0,0 0 0,16-7 0,-10 3 0,-1-1 0,1-1 0,-2-1 0,1 0 0,13-11 0,-24 17 0,0 0 0,-1-1 0,1 0 0,-1 1 0,0-1 0,0 0 0,0 0 0,0-1 0,-1 1 0,3-7 0,-4 8 0,0 0 0,0 0 0,0 0 0,-1 0 0,1 0 0,-1 0 0,0 0 0,0 0 0,0 0 0,0 0 0,0 0 0,-1 0 0,0 0 0,1 0 0,-1 0 0,0 0 0,-3-5 0,-1-1 0,-2 0 0,1 0 0,-1 1 0,0 0 0,0 0 0,-1 1 0,0 0 0,-1 0 0,0 1 0,0 0 0,0 0 0,0 1 0,-19-7 0,20 10 0,0 1 0,0 0 0,1 0 0,-1 1 0,0 0 0,0 0 0,0 1 0,0 0 0,1 0 0,-9 3 0,3 0 0,0 0 0,0 0 0,1 1 0,-23 14 0,29-16 0,1 1 0,0 1 0,0-1 0,0 1 0,0 0 0,1 0 0,-1 1 0,1-1 0,1 1 0,-1 0 0,1 0 0,0 0 0,0 0 0,1 0 0,-3 12 0,5-16 0,0 1 0,0-1 0,0 1 0,1-1 0,-1 0 0,1 1 0,-1-1 0,1 1 0,0-1 0,0 0 0,0 0 0,0 0 0,0 0 0,1 1 0,-1-1 0,0-1 0,1 1 0,2 2 0,-1 0 0,0-1 0,1 1 0,-1-1 0,1 0 0,-1-1 0,1 1 0,0 0 0,8 3 0,0-3 0,-1 0 0,1 0 0,0-1 0,0-1 0,-1 0 0,1 0 0,0-1 0,0-1 0,0 0 0,0-1 0,13-3 0,-8 1 0,0-1 0,0-1 0,0-1 0,-1 0 0,0-1 0,0-1 0,-1-1 0,0 0 0,17-15 0,-31 23 0,1 1 0,-1-1 0,0 0 0,0 0 0,0 0 0,0 0 0,0 0 0,0 0 0,-1-1 0,1 1 0,-1 0 0,1 0 0,-1 0 0,0-1 0,0 1 0,0 0 0,0 0 0,0-1 0,-1-2 0,1 2 0,0 0 0,-1 1 0,1-1 0,-1 1 0,0-1 0,0 1 0,0-1 0,0 1 0,0 0 0,0-1 0,-1 1 0,1 0 0,-1 0 0,1 0 0,-3-2 0,-3-2 0,6 5 0,0 0 0,0 0 0,0 0 0,0 0 0,0 0 0,0 0 0,-1 1 0,1-1 0,0 0 0,-1 1 0,1-1 0,0 1 0,-1-1 0,1 1 0,-1 0 0,1-1 0,-1 1 0,1 0 0,0 0 0,-1 0 0,1 0 0,-1 0 0,1 1 0,-1-1 0,1 0 0,-2 1 0,-1 0 0,1 0 0,0-1 0,0 1 0,0 0 0,0 1 0,0-1 0,0 0 0,-3 3 0,-3 10 0,6-7 0,1-3 0,0 0 0,1 0 0,0 0 0,0 1 0,0-1 0,1 0 0,-1 1 0,1-1 0,0 1 0,1 6 0,10 46 0,11-14 0,-21-39 0,0 1 0,1-1 0,-1 0 0,1 1 0,0-1 0,0 0 0,0 0 0,1 0 0,-1 0 0,1-1 0,0 1 0,0-1 0,0 0 0,0 1 0,1-1 0,-1-1 0,1 1 0,0 0 0,0-1 0,0 0 0,0 0 0,6 2 0,-1-1 0,0 0 0,0-1 0,0-1 0,0 1 0,0-1 0,0-1 0,0 0 0,0 0 0,14-2 0,-9 1 0,-1-1 0,1 0 0,-1-1 0,0-1 0,0 0 0,-1 0 0,1-1 0,-1-1 0,0 0 0,12-9 0,-11 5 0,-2 2 0,0-1 0,16-16 0,-25 22 0,1 1 0,-1-1 0,0 0 0,0-1 0,0 1 0,0 0 0,-1-1 0,1 1 0,-1 0 0,0-1 0,0 0 0,0 1 0,0-1 0,0-7 0,-2 2 0,0 0 0,-1 1 0,0-1 0,-6-16 0,3 12 0,4 10 0,-1-1 0,0 1 0,0 0 0,-1-1 0,1 1 0,0 0 0,-1 0 0,0 1 0,0-1 0,0 1 0,0-1 0,0 1 0,-6-3 0,5 3 0,1 0 0,-1 0 0,0 1 0,0-1 0,1 1 0,-1 0 0,0 0 0,0 1 0,0-1 0,0 1 0,0 0 0,0 0 0,0 0 0,0 1 0,0-1 0,0 1 0,0 0 0,0 0 0,0 1 0,-4 1 0,0 0 0,4-2 0,1 1 0,-1 0 0,1 0 0,0 1 0,0-1 0,0 1 0,0-1 0,0 1 0,1 0 0,-1 0 0,1 0 0,-1 0 0,1 1 0,-2 3 0,-7 8 0,10-15 0,0 1 0,0 0 0,0 0 0,0 0 0,0 0 0,0 0 0,1 0 0,-1 0 0,0 0 0,1 0 0,-1 0 0,1 0 0,-1 0 0,1 1 0,-1-1 0,1 0 0,0 0 0,-1 1 0,1-1 0,0 2 0,-8 81 0,8-73 0,0-1 0,1 1 0,0-1 0,4 13 0,3 29 0,9 29 0,-15-69 0,0 0 0,-1 0 0,-1 0 0,0-1 0,-2 13 0,1 10 0,1-26 0,-1 0 0,0-1 0,-1 1 0,1-1 0,-1 1 0,-1-1 0,1 1 0,-1-1 0,-6 11 0,7 9 0,2-118 0,0 89 0,1 0 0,-1 0 0,1 0 0,0 1 0,-1-1 0,1 0 0,0 0 0,0 0 0,0 0 0,0 1 0,0-1 0,3-2 0,-3 2 0,1 1 0,-1-1 0,0 0 0,0 0 0,0 1 0,0-1 0,0 0 0,0 0 0,0 0 0,-1 0 0,1 0 0,0-4 0,2-2 0,1 5 0,-3-6 0,-1-2 0,-1 7 0,-5 8 0,-26 27 0,11-13 0,4 13 0,-24 28 0,40-54 0,0-16 0,1 2 0,0-1 0,0 1 0,1 0 0,0 0 0,0 0 0,4-10 0,1-6 0,-6 23 0,0-1 0,1 0 0,-1 0 0,1 0 0,0 1 0,0-1 0,0 0 0,0 1 0,1-1 0,-1 1 0,2-3 0,6-11 0,-8 14 0,-1 1 0,1-1 0,0 1 0,0-1 0,0 0 0,0 1 0,0 0 0,0-1 0,0 1 0,1 0 0,-1-1 0,0 1 0,3-2 0,8-13 0,-11 15 0,-1 0 0,1 0 0,-1 0 0,1 0 0,0 0 0,-1 0 0,1 0 0,0 0 0,0 0 0,-1 1 0,1-1 0,0 0 0,0 0 0,0 1 0,2-2 0,3-3 0,-2-1 0,-3 4 0,0 1 0,0-1 0,0 1 0,0 0 0,0 0 0,0 0 0,1-1 0,-1 1 0,1 0 0,-1 1 0,3-3 0,4-3 0,7-3 0,-13 9 0,0-1 0,0 0 0,0 0 0,-1 0 0,1 0 0,0 0 0,0-1 0,-1 1 0,3-2 0,0-1 0,0 0 0,0 0 0,1 1 0,-1-1 0,1 1 0,0 1 0,0-1 0,7-2 0,17-17 0,72-16 0,-89 34 0,-8 3 0,1-1 0,0 1 0,0 0 0,0 0 0,0 1 0,1-1 0,-1 1 0,8 1 0,16-1 0,5-5 0,1-1 0,-27 5 0,0 0 0,0-1 0,1 0 0,-1-1 0,-1 0 0,1 0 0,0-1 0,13-9 0,-18 12 0,-1 0 0,0-1 0,0 1 0,1-1 0,-1 1 0,0-1 0,-1 0 0,1 0 0,0 0 0,0 0 0,-1 0 0,1-1 0,-1 1 0,0 0 0,0-1 0,1 1 0,-2-1 0,1 1 0,0-1 0,0-5 0,-1 3 0,0-1 0,-1 2 0,-6 3 0,-2 1 0,1 0 0,-1 0 0,1 0 0,-1 0 0,0 0 0,0 0 0,0 1 0,0 0 0,1 0 0,-1 1 0,0 0 0,1 1 0,-1 0 0,1 0 0,-12 8 0,17-9 0,-1 1 0,1-1 0,1 1 0,-1 0 0,0 0 0,1 0 0,-1 0 0,1 1 0,0-1 0,0 1 0,1-1 0,-1 1 0,1 0 0,-1-1 0,1 1 0,0 0 0,1 0 0,-1 0 0,1 0 0,-1 0 0,2 5 0,-2 2 0,1-5 0,0 1 0,0-1 0,1 0 0,0 0 0,1 8 0,-1-11 0,1-1 0,-1 1 0,0-1 0,1 1 0,-1-1 0,1 1 0,0-1 0,0 0 0,0 0 0,0 0 0,0 0 0,0-1 0,0 1 0,5 2 0,0 0 0,0-1 0,0 0 0,0-1 0,1 0 0,-1 0 0,1 0 0,-1-1 0,1 0 0,0 0 0,-1-1 0,1 0 0,0-1 0,0 1 0,-1-2 0,15-3 0,-3 0 0,0-1 0,-1-1 0,0 0 0,0-2 0,21-13 0,-25 14 0,0-1 0,-1-1 0,-1-1 0,0 1 0,0-2 0,-1 0 0,0 0 0,10-16 0,-18 23 0,-1 0 0,0 1 0,0-1 0,0 0 0,-1-1 0,0 1 0,0 0 0,0 0 0,0-1 0,-1 1 0,0 0 0,0-1 0,0 1 0,-1 0 0,0 0 0,0-1 0,-3-9 0,-4-5 0,7 15 0,-1 1 0,0-1 0,0 0 0,0 1 0,0 0 0,-5-7 0,1 4 0,4 4 0,0 1 0,0-1 0,0 0 0,0 1 0,-1-1 0,1 1 0,-1 0 0,0 0 0,-5-3 0,5 4 0,0 0 0,0 1 0,0-1 0,-1 1 0,1 0 0,0 0 0,0 0 0,0 0 0,-1 1 0,1-1 0,0 1 0,0 0 0,0 0 0,-4 1 0,7-2 0,-1 1 0,1-1 0,-1 0 0,0 0 0,1 1 0,-1-1 0,1 0 0,-1 1 0,1-1 0,-1 1 0,1-1 0,0 1 0,-1-1 0,1 1 0,-1-1 0,1 1 0,0-1 0,-1 1 0,1-1 0,0 1 0,0-1 0,0 1 0,-1 0 0,1-1 0,0 1 0,0 0 0,0-1 0,0 1 0,0-1 0,0 1 0,0 0 0,0-1 0,0 1 0,0 0 0,1-1 0,-1 1 0,0-1 0,1 2 0,-1-2 0,1 5 0,0 0 0,0 1 0,1-1 0,-1 0 0,1 0 0,0 0 0,1 0 0,0-1 0,-1 1 0,1-1 0,1 1 0,-1-1 0,6 6 0,14 19 0,-18-21 0,1 0 0,0-1 0,0 0 0,12 11 0,-15-16 0,-1 0 0,1 1 0,-1 0 0,0 0 0,0-1 0,0 1 0,0 0 0,0 1 0,-1-1 0,1 0 0,-1 0 0,0 1 0,0-1 0,0 1 0,-1-1 0,1 1 0,-1-1 0,0 1 0,0-1 0,0 1 0,-1 5 0,1 0 0,0-7 0,-1-1 0,1 1 0,-1-1 0,0 1 0,1-1 0,-1 0 0,0 1 0,0-1 0,0 0 0,0 0 0,0 0 0,0 0 0,0 1 0,0-1 0,0-1 0,-3 3 0,-23 13 0,15-12-444,0 0 0,-1-1 0,0 0 0,1 0 0,-25 0 0,-65-5-4437,30 0 2641,47 0-968,19 1 1944,1 1-1,-1-1 0,1 1 1,-1 1-1,1-1 1,-7 2-1,0-1-805</inkml:trace>
</inkml:ink>
</file>

<file path=ppt/ink/ink1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2.452"/>
    </inkml:context>
    <inkml:brush xml:id="br0">
      <inkml:brushProperty name="width" value="0.035" units="cm"/>
      <inkml:brushProperty name="height" value="0.035" units="cm"/>
      <inkml:brushProperty name="color" value="#0066FF"/>
    </inkml:brush>
  </inkml:definitions>
  <inkml:trace contextRef="#ctx0" brushRef="#br0">135 80 1544,'-6'-2'1448,"1"1"-1,-1 0 0,0 1 0,0-1 0,1 1 0,-1 1 1,-11 0-1,-12 2 3392,-5 2 2813,20 0-1974,19-6-4737,22-5-810,0 0 0,29-2 1,41-8 9,-3 0-141,-72 12 0,-17 4 0,0-1 0,-1 0 0,1 0 0,0 0 0,0 0 0,-1-1 0,9-3 0,-3 1-429,-10 4 360,1 0-1,0 0 0,-1 0 1,1-1-1,0 1 0,-1 0 1,1 0-1,0 0 0,-1-1 1,1 1-1,0 0 0,-1-1 1,1 1-1,-1-1 1,1 1-1,-1 0 0,1-1 1,-1 1-1,1-1 0,-1 0 1,1 1-1,-1-1 0,1 1 1,-1-1-1,0 0 0,1 1 1,-1-1-1,0 0 0,4-4-1617,-35 9-13060,-26 20 11985,-66 45 2236,117-65 542,-13 7 603,-24 21-1,-14 5 2376,44-28-2136,12-8-708,-1 0 1,1 0-1,-1 1 1,1-1-1,0 0 1,-1 0-1,1 1 0,0-1 1,0 1-1,-2 2 1,-5 6 906,7-10-947,1 1 1,-1-1 0,1 1-1,-1-1 1,0 1-1,1 0 1,0-1-1,-1 1 1,1 0-1,-1-1 1,1 1-1,0 0 1,-1-1-1,1 1 1,0 0 0,0 0-1,0-1 1,-1 1-1,1 0 1,0 0-1,0 0 1,0-1-1,0 2 1,26-1 3062,-6-2-2707,-1 0 0,1-1 0,-1-1 1,1 0-1,19-8 0,23-4-388,-41 11-479,32-11-1,-5-3-1551,76-27-8326,-120 44 9617,-1 0 1,0-1-1,1 1 1,-1-1-1,0 1 1,0-1-1,0 0 0,0 0 1,-1-1-1,1 1 1,0-1-1,-1 1 1,4-5-1,1 1-2275</inkml:trace>
</inkml:ink>
</file>

<file path=ppt/ink/ink1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2.715"/>
    </inkml:context>
    <inkml:brush xml:id="br0">
      <inkml:brushProperty name="width" value="0.035" units="cm"/>
      <inkml:brushProperty name="height" value="0.035" units="cm"/>
      <inkml:brushProperty name="color" value="#0066FF"/>
    </inkml:brush>
  </inkml:definitions>
  <inkml:trace contextRef="#ctx0" brushRef="#br0">77 17 960,'-5'-3'1468,"0"1"0,-1-1-1,1 2 1,-1-1 0,1 1 0,-1-1 0,-10 1-1,-7-1 8724,28 3-9953,0 0 1,0 1-1,0-1 1,0 1-1,-1 0 0,6 2 1,11 5-105,5-1-80,-1 2 0,0 1 1,-1 1-1,0 0 0,40 30 0,-59-38-90,0 1-1,0-1 0,0 1 1,-1 0-1,0 0 0,0 0 1,0 1-1,-1-1 0,0 1 1,3 7-1,-5-11-29,0 0 1,-1 0-1,1 0 0,-1 1 1,1-1-1,-1 0 0,0 0 1,0 1-1,0-1 0,0 0 0,0 1 1,0-1-1,-1 0 0,1 0 1,-1 1-1,1-1 0,-1 0 1,0 0-1,0 0 0,0 0 0,0 0 1,0 0-1,-1 0 0,1 0 1,0 0-1,-1-1 0,0 1 1,1-1-1,-1 1 0,0-1 1,0 1-1,-2 0 0,-12 9-1422,-1-1 0,0-1 1,0-1-1,-1 0 0,-32 9 0,46-16 798,-11 2-1887,15-3 2424,0 1 1,0-1-1,-1 0 0,1 0 1,0 0-1,0 0 0,-1 0 1,1 0-1,0 0 0,0 0 1,-1 0-1,1 0 1,0 0-1,0 0 0,-1 0 1,1-1-1,0 1 0,0 0 1,-1 0-1,1 0 0,0 0 1,0 0-1,0 0 0,-1 0 1,1-1-1,0 1 1,0 0-1,0 0 0,0 0 1,-1-1-1,1 1 0,0 0 1,0 0-1,0 0 0,0-1 1,0 1-1,0 0 1,-1 0-1,1-1 0,0-4-2925</inkml:trace>
</inkml:ink>
</file>

<file path=ppt/ink/ink1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3.088"/>
    </inkml:context>
    <inkml:brush xml:id="br0">
      <inkml:brushProperty name="width" value="0.035" units="cm"/>
      <inkml:brushProperty name="height" value="0.035" units="cm"/>
      <inkml:brushProperty name="color" value="#0066FF"/>
    </inkml:brush>
  </inkml:definitions>
  <inkml:trace contextRef="#ctx0" brushRef="#br0">120 53 2072,'-3'-3'1175,"0"0"0,0 0 0,0 1 0,0-1 0,-1 1 0,1 0 0,-1 0 0,1 0 0,-1 1 0,0-1 0,0 1 0,0 0 0,-6-1 0,5 0 802,-1 1-1,0-1 1,1-1-1,-10-4 1,14 7-1596,0-1-147,0 0 0,0 0 1,-1 0-1,1 1 0,0-1 0,0 0 0,-1 1 0,1-1 1,0 1-1,-1-1 0,1 1 0,-1 0 0,1-1 0,0 1 1,-1 0-1,-2 0 0,2 6-234,3 5 0,0 1 0,1 0 0,0-1 0,0 1 0,2-1 0,-1 0 0,1 0 0,1 0 0,0-1 0,9 16 0,-3-5 0,1-1 0,15 19 0,26 47 0,-45-73-1740,-7-12 1235,0 1 0,0 0 0,0-1 0,0 1 0,1-1 0,-1 1 0,0-1 0,1 1 0,-1-1 0,0 0 0,4 2 0,1 1-2303,-4-2 1596,0-1 0,0 0 1,0 0-1,-1 0 0,1 0 1,0 0-1,0 0 0,1 0 1,-1-1-1,0 1 1,4 0-1,3-1-3782</inkml:trace>
</inkml:ink>
</file>

<file path=ppt/ink/ink1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3.306"/>
    </inkml:context>
    <inkml:brush xml:id="br0">
      <inkml:brushProperty name="width" value="0.035" units="cm"/>
      <inkml:brushProperty name="height" value="0.035" units="cm"/>
      <inkml:brushProperty name="color" value="#0066FF"/>
    </inkml:brush>
  </inkml:definitions>
  <inkml:trace contextRef="#ctx0" brushRef="#br0">81 38 3409,'0'-1'604,"-1"0"1,1 0-1,0 1 1,0-1 0,-1 0-1,1 0 1,0 0-1,-1 1 1,1-1-1,-1 0 1,1 1 0,-1-1-1,1 0 1,-1 1-1,0-1 1,1 0 0,-1 1-1,0-1 1,1 1-1,-1 0 1,0-1-1,0 1 1,1-1 0,-1 1-1,-1 0 1,-25-5 7389,26 5-6299,-26 5 2032,17-4-3382,13 0-1883,22-2-5014,45-16-8817,-45 11 10396</inkml:trace>
</inkml:ink>
</file>

<file path=ppt/ink/ink1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3.740"/>
    </inkml:context>
    <inkml:brush xml:id="br0">
      <inkml:brushProperty name="width" value="0.035" units="cm"/>
      <inkml:brushProperty name="height" value="0.035" units="cm"/>
      <inkml:brushProperty name="color" value="#0066FF"/>
    </inkml:brush>
  </inkml:definitions>
  <inkml:trace contextRef="#ctx0" brushRef="#br0">88 16 320,'-6'-2'2879,"0"-1"0,0 1 0,0 0 0,0 0 0,0 0 0,-1 1 0,1 0 0,0 0 0,-1 1 0,-10 0 1,17 1-2860,-1-1 1,0 0 0,1 0-1,-1 1 1,1-1 0,-1 1-1,1-1 1,-1 0 0,1 1 0,0-1-1,-1 1 1,1-1 0,-1 1-1,1-1 1,0 1 0,0-1 0,-1 1-1,1 0 1,0-1 0,0 1-1,0-1 1,-1 1 0,1 0 0,0-1-1,0 1 1,0-1 0,0 1-1,0 0 1,0-1 0,0 1 0,0 0-1,1-1 1,-1 1 0,0-1-1,0 1 1,1 0 0,-1 2-10,0 3-11,-1 1 0,1 0 0,0 0 0,1 0 0,-1 0 0,1 0 0,1 0 0,-1 0 0,1-1 0,0 1 0,1 0 0,3 7 0,5 11 0,-10-21 0,0 0 0,0 0 0,1-1 0,-1 1 0,1-1 0,0 1 0,3 3 0,10 14 0,-13-17 0,0 0 0,1-1 0,0 1 0,0 0 0,0-1 0,0 0 0,0 0 0,1 0 0,-1 0 0,1 0 0,6 3 0,9 2 0,-16-6 0,0 0 0,0 0 0,1-1 0,-1 1 0,1-1 0,-1 0 0,1 0 0,0-1 0,-1 1 0,1-1 0,0 1 0,-1-1 0,1 0 0,5-1 0,6-3 0,-1 0 0,0-1 0,0-1 0,-1 0 0,1 0 0,22-17 0,-30 19 0,-1-1 0,0 1 0,0-1 0,6-8 0,9-8 0,-16 17 0,0-1 0,0 1 0,-1 0 0,1-1 0,-1 0 0,0 0 0,0 0 0,0 0 0,-1 0 0,0 0 0,0-1 0,0 1 0,-1-1 0,1 0 0,0-10 0,-2-11 0,0 47 0,-1-1 0,1-1 0,1 1 0,6 33 0,-6-44 4,0-1 0,0 1 0,0-1 0,-1 1 0,-1 7 1,0-10-17,1 0 0,0 1 1,0-1-1,0 0 1,1 0-1,-1 1 1,1-1-1,1 0 0,-1 0 1,3 7-1,8 7-4264,-10-17 3260,-1 0-1,0 0 1,1 0 0,0-1 0,-1 1-1,1-1 1,0 1 0,0-1 0,0 1-1,0-1 1,0 0 0,0 0 0,0 0 0,1 0-1,-1-1 1,0 1 0,0 0 0,1-1-1,-1 0 1,4 1 0,4-1-3815</inkml:trace>
</inkml:ink>
</file>

<file path=ppt/ink/ink1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4.067"/>
    </inkml:context>
    <inkml:brush xml:id="br0">
      <inkml:brushProperty name="width" value="0.035" units="cm"/>
      <inkml:brushProperty name="height" value="0.035" units="cm"/>
      <inkml:brushProperty name="color" value="#0066FF"/>
    </inkml:brush>
  </inkml:definitions>
  <inkml:trace contextRef="#ctx0" brushRef="#br0">402 72 2545,'-5'-5'1333,"0"0"1,0 1 0,0-1 0,0 1 0,-1 1 0,1-1 0,-1 1 0,0 0 0,0 0 0,-1 1 0,-11-4 0,-9-1 4286,-43-4 0,40 7-3142,22 3-2439,0 0 1,0 0 0,0 1 0,-1 0 0,1 1-1,0 0 1,0 0 0,0 1 0,0 0 0,-9 3-1,12-3-35,-1 1 0,1 0 0,-1 0 0,1 0 0,0 0 0,1 1 0,-1 0 0,0 0 0,1 0 0,0 1 0,0-1 0,0 1 0,1 0 0,-5 8 0,-11 29-4,18-39 0,0 0 0,0 1 0,0-1 0,0 1 0,1-1 0,-1 1 0,1 0 0,0-1 0,0 1 0,1 4 0,1 0 0,0 1 0,0 0 0,1-1 0,0 0 0,0 0 0,1 0 0,0 0 0,1 0 0,0-1 0,0 0 0,0 0 0,1 0 0,0 0 0,0-1 0,1 0 0,0-1 0,0 1 0,0-1 0,1-1 0,-1 1 0,17 6 0,-10-7-893,0 0-1,0-1 1,0-1-1,0 0 1,0 0 0,1-2-1,-1 0 1,25-3-1,6-4-3841,64-18-1,-31-2-2639,-73 25 6869,0 0-1,-1 0 1,0 0-1,1-1 1,6-5-1,17-10-2023,-4 8 971</inkml:trace>
</inkml:ink>
</file>

<file path=ppt/ink/ink1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4.356"/>
    </inkml:context>
    <inkml:brush xml:id="br0">
      <inkml:brushProperty name="width" value="0.035" units="cm"/>
      <inkml:brushProperty name="height" value="0.035" units="cm"/>
      <inkml:brushProperty name="color" value="#0066FF"/>
    </inkml:brush>
  </inkml:definitions>
  <inkml:trace contextRef="#ctx0" brushRef="#br0">140 92 128,'0'-1'263,"0"-5"707,0-1 0,0 1 1,-1-1-1,-1-8 0,1 12-339,0 1-1,-1-1 1,1 0 0,-1 0 0,1 1-1,-1-1 1,0 1 0,0-1 0,0 1-1,-4-4 1,1 4 696,1-1 0,0 1-1,0 0 1,-1 0 0,1 1 0,-1 0 0,0-1 0,1 1 0,-1 1-1,0-1 1,0 1 0,-8 0 0,13 0-1295,0 0-1,-1 0 1,1 0 0,-1 0-1,1 0 1,0 0 0,-1 0-1,1 0 1,-1 0 0,1 1-1,0-1 1,-1 0 0,1 0-1,0 0 1,-1 0 0,1 1-1,0-1 1,-1 0 0,1 0-1,0 1 1,-1-1 0,1 0-1,0 1 1,0-1 0,-1 0-1,1 1 1,0-1 0,0 0-1,0 1 1,-1-1 0,1 1-1,2 15 1062,14 15 139,-2-3-1232,-3-4 0,-2-12 0,-7-9 0,0-1 0,-1 0 0,1 0 0,-1 1 0,1-1 0,-1 0 0,0 1 0,0 0 0,0-1 0,0 1 0,0-1 0,-1 1 0,1 3 0,3 18 0,-4-22 0,1 0 0,-1 0 0,1 0 0,-1 1 0,1-1 0,-1 0 0,0 0 0,0 0 0,0 0 0,-1 1 0,1-1 0,0 0 0,-1 0 0,1 0 0,-1 0 0,-2 4 0,1-3 0,0 0 0,-1 0 0,1-1 0,-1 1 0,0-1 0,0 1 0,0-1 0,0 0 0,0 0 0,0-1 0,0 1 0,-1-1 0,1 1 0,-1-1 0,1 0 0,-1 0 0,0-1 0,1 1 0,-1-1 0,0 0 0,1 0 0,-1 0 0,0 0 0,1-1 0,-1 1 0,1-1 0,-5-1 0,7 1 0,0 1 0,1 0 0,-1-1 0,0 1 0,1-1 0,-1 1 0,0-1 0,1 1 0,-1-1 0,1 0 0,-1 1 0,1-1 0,-1 0 0,1 1 0,-1-1 0,1 0 0,0 1 0,-1-1 0,1 0 0,0 0 0,0 0 0,0 1 0,-1-1 0,1 0 0,0 0 0,0 0 0,0 1 0,0-1 0,1 0 0,-1 0 0,0 0 0,0 1 0,0-1 0,1 0 0,-1 0 0,0 1 0,0-1 0,1-1 0,1-2 0,0-1 0,0 1 0,1 0 0,-1-1 0,4-3 0,8-7 0,1 0 0,1 2 0,-1 0 0,2 1 0,0 0 0,19-9 0,-10 5 0,-8 6-28,1 1 0,23-8 1,-10 4-238,-28 11-277,0 1 1,0 0-1,0 0 0,0 0 1,0 0-1,0 1 1,5-1-1,-3 2-1551,0-1-1,-1 1 1,1 0 0,10 3 0,-6-3-1514,-9-1 3271,-1 0 0,1 0 0,0 0-1,0 0 1,-1 0 0,1 1 0,0-1 0,0 0-1,-1 0 1,1 0 0,0 1 0,0-1 0,-1 0 0,1 1-1,-1-1 1,1 1 0,0-1 0,0 1 0,0 5-3681</inkml:trace>
</inkml:ink>
</file>

<file path=ppt/ink/ink1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5.471"/>
    </inkml:context>
    <inkml:brush xml:id="br0">
      <inkml:brushProperty name="width" value="0.035" units="cm"/>
      <inkml:brushProperty name="height" value="0.035" units="cm"/>
      <inkml:brushProperty name="color" value="#0066FF"/>
    </inkml:brush>
  </inkml:definitions>
  <inkml:trace contextRef="#ctx0" brushRef="#br0">44 50 688,'-2'-28'10410,"-5"25"-9595,6 3 264,0 0-1,0 0 0,0-1 1,0 1-1,0-1 0,-8-5 9706,7 2-8418,2 3-1407,-1-2-703,-6 1-237,6 2-19,1 0 0,0 0 0,-1 0 0,1 0 0,0 0 0,-1 0 0,1 0 0,0 0 0,-1 0 0,1 0 0,0 0 0,-1 1 0,1-1 0,0 0 0,-1 0 0,1 0 0,0 0 0,0 1 0,-1-1 0,1 0 0,0 0 0,0 0 0,-1 1 0,1-1 0,0 0 0,0 1 0,0-1 0,-1 0 0,1 0 0,0 1 0,0-1 0,0 0 0,0 1 0,0-1 0,0 0 0,0 1 0,0-1 0,0 0 0,0 1 0,0-1 0,0 0 0,0 1 0,0-1 0,0 20 0,0-15 0,0 7 0,1-1 0,-1 1 0,6 22 0,-4-23 0,0 0 0,-2 1 0,1-1 0,-3 23 0,1-1 0,0-27 0,1 0 0,1 0 0,-1 0 0,1 0 0,0 0 0,0 0 0,3 5 0,-1 10-2590,-3-20 2360,0-1 0,0 1 0,0 0 0,0 0 1,0 0-1,0 0 0,0 0 0,0-1 0,0 1 0,0 0 0,0 0 0,1 0 1,-1-1-1,0 1 0,1 0 0,-1 0 0,1-1 0,-1 1 0,1 0 0,-1 0 1,1-1-1,-1 1 0,1-1 0,0 1 0,-1 0 0,1-1 0,0 1 0,-1-1 1,1 0-1,0 1 0,0-1 0,-1 0 0,1 1 0,1-1 0,1 1-2082,14 7-2625</inkml:trace>
</inkml:ink>
</file>

<file path=ppt/ink/ink1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5.670"/>
    </inkml:context>
    <inkml:brush xml:id="br0">
      <inkml:brushProperty name="width" value="0.035" units="cm"/>
      <inkml:brushProperty name="height" value="0.035" units="cm"/>
      <inkml:brushProperty name="color" value="#0066FF"/>
    </inkml:brush>
  </inkml:definitions>
  <inkml:trace contextRef="#ctx0" brushRef="#br0">78 150 1352,'-9'-2'2827,"-1"1"1,1 0-1,-1 0 0,-14 1 0,17 0-1829,7 0-819,0 0 0,0 0 1,0 0-1,-1 0 0,1-1 0,0 1 0,0 0 0,-1 0 0,1 0 1,0 0-1,0 0 0,-1 0 0,1 0 0,0 0 0,0 0 0,-1 0 0,1 0 1,0 0-1,0 0 0,-1 1 0,1-1 0,0 0 0,0 0 0,0 0 1,-1 0-1,1 0 0,0 0 0,0 1 0,0-1 0,-1 0 0,1 0 0,0 0 1,0 0-1,0 1 0,0-1 0,-1 0 0,1 0 0,0 1 0,0-1 1,0 0-1,0 0 0,0 0 0,0 1 0,0-1 0,0 0 0,0 0 0,0 1 1,0-1-1,0 0 0,0 0 0,0 1 0,0-1 0,0 0 0,0 0 1,0 1-1,0-1 0,0 0 0,0 0 0,0 1 0,1-1 0,7 6 5570,0-4-7126,27 1 1874,-24-2-335,-1 0-1,20-1 1,-2-3-1445,-1 0 1,1-2-1,-1-1 0,1-1 1,-2-1-1,1-2 0,-1 0 1,39-23-1,-51 25-740,-10 6 1260,0 0-1,0 0 0,0-1 1,0 1-1,0-1 1,-1 0-1,1 0 0,-1 0 1,0-1-1,0 1 0,0-1 1,0 0-1,-1 1 0,3-6 1,-5-3-2314,-7 2-320</inkml:trace>
</inkml:ink>
</file>

<file path=ppt/ink/ink1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5.857"/>
    </inkml:context>
    <inkml:brush xml:id="br0">
      <inkml:brushProperty name="width" value="0.035" units="cm"/>
      <inkml:brushProperty name="height" value="0.035" units="cm"/>
      <inkml:brushProperty name="color" value="#0066FF"/>
    </inkml:brush>
  </inkml:definitions>
  <inkml:trace contextRef="#ctx0" brushRef="#br0">74 81 2521,'-51'-27'8772,"45"24"-7938,-10-10 2888,17 7-2320,11 1-694,9 0-952,-1 1 1,1 1 0,31-1 0,-3 0-1677,61-1-6613,-92 4 5137</inkml:trace>
</inkml:ink>
</file>

<file path=ppt/ink/ink1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7.734"/>
    </inkml:context>
    <inkml:brush xml:id="br0">
      <inkml:brushProperty name="width" value="0.035" units="cm"/>
      <inkml:brushProperty name="height" value="0.035" units="cm"/>
      <inkml:brushProperty name="color" value="#0066FF"/>
    </inkml:brush>
  </inkml:definitions>
  <inkml:trace contextRef="#ctx0" brushRef="#br0">43 210 704,'-1'0'617,"-1"0"-1,0 0 1,1 0 0,-1 0-1,1 1 1,-1-1-1,1 1 1,-1-1-1,1 1 1,-1 0 0,1-1-1,0 1 1,-1 0-1,1 0 1,0 0 0,0 0-1,-1 0 1,1 0-1,0 1 1,0-1-1,0 0 1,0 1 0,1-1-1,-1 0 1,-1 3-1,1 0 710,-1 1 0,1-1 0,-1 1 0,1-1 0,1 1 0,-1 0 0,0 8 0,2-10-1072,0 1-1,-1-1 1,1 0-1,0 0 1,1 0-1,-1 0 1,0 0-1,1-1 1,0 1-1,-1 0 1,1-1-1,4 5 1,9 16 594,-8-13-675,-6-9-157,0-1 0,-1 1 1,1 0-1,0 0 0,-1 0 0,1 0 0,0 0 0,-1 0 1,1 0-1,-1 0 0,1 0 0,-1 1 0,0-1 1,0 0-1,1 2 0,-1 0 1,0-1 1,1 1-1,0-1 1,-1 1-1,1-1 1,0 1-1,0-1 1,2 3-1,-2-2 25,1 0 0,-1 0-1,0 0 1,0 0-1,0 0 1,-1 0 0,1 0-1,0 5 1,15-29 274,-10 4-316,-5 14 0,0 0 0,0 0 0,1 0 0,-1 0 0,1 0 0,2-4 0,3-1 0,2-4 0,0 0 0,9-15 0,5-2 0,-3 5 0,-16 18 0,1 0 0,0 0 0,0 1 0,1-1 0,0 1 0,0 0 0,0 1 0,11-7 0,-17 10 0,1 1 0,0 0 0,-1-1 0,1 1 0,0 0 0,0-1 0,-1 1 0,1 0 0,0 0 0,0 0 0,0 0 0,-1-1 0,1 1 0,0 0 0,0 0 0,0 1 0,-1-1 0,1 0 0,0 0 0,0 0 0,-1 0 0,1 1 0,0-1 0,0 0 0,-1 1 0,1-1 0,0 1 0,-1-1 0,1 1 0,0-1 0,-1 1 0,1-1 0,0 1 0,0 1 0,0-1 0,0 0 0,0 0 0,-1 1 0,1-1 0,0 0 0,0 1 0,-1-1 0,1 1 0,-1-1 0,1 3 0,3 9 0,1 6 0,-6-15 0,2-1 0,-1 0 0,0 0 0,1 1 0,-1-1 0,1 0 0,0 0 0,0 0 0,2 4 0,-3-6 0,1 0 0,-1 0 0,1 1 0,-1-1 0,0 0 0,1 0 0,-1 0 0,0 1 0,0-1 0,0 0 0,0 0 0,0 1 0,0-1 0,-1 2 0,0 21 0,3-20 0,-2-4 0,1 1 0,-1-1 0,1 0 0,-1 0 0,1 1 0,0-1 0,-1 0 0,1 0 0,-1 0 0,1 0 0,0 0 0,-1 0 0,1 0 0,-1 0 0,1 0 0,0 0 0,-1 0 0,1 0 0,-1-1 0,1 1 0,0 0 0,-1 0 0,1-1 0,-1 1 0,1 0 0,-1-1 0,1 1 0,-1 0 0,1-1 0,-1 1 0,1-2 0,6-8 0,-5 8 0,0 1 0,-1-1 0,1 1 0,-1-1 0,1 0 0,-1 1 0,0-1 0,0 0 0,2-4 0,14-18 0,-15 22 0,0 0 0,0-1 0,0 1 0,0-1 0,-1 0 0,1 0 0,-1 1 0,0-1 0,0 0 0,2-6 0,-2 5 0,0 0 0,0 0 0,1 1 0,-1-1 0,1 1 0,0-1 0,3-3 0,-3 4 0,0 1 0,0 0 0,0 0 0,0-1 0,-1 1 0,1-1 0,-1 1 0,2-6 0,-1 2 0,5 3 0,0 6 0,12 11 0,-17-13 0,0 0 0,0 0 0,0 0 0,0 0 0,0 0 0,0 1 0,-1-1 0,1 1 0,0 0 0,-1-1 0,3 4 0,5 14 0,-7-13 0,0-1 0,0 0 0,1 0 0,6 8 0,4 4 0,-10-12 0,1 1 0,0-1 0,0 0 0,1 0 0,0 0 0,-1-1 0,2 0 0,-1 0 0,9 6 0,-3-6 0,-9-2 0,1-1 0,-1 0 0,1 0 0,-1 0 0,1 0 0,-1 0 0,1-1 0,0 1 0,-1-1 0,1 1 0,0-1 0,-1 0 0,1 0 0,0 0 0,-1-1 0,1 1 0,3-2 0,11 0 0,2-2 0,1-3 0,-14 5 0,0 0 0,0 0 0,0-1 0,0 0 0,0 0 0,-1 0 0,1-1 0,-1 0 0,7-6 0,7-8 0,-15 15 0,-1 0 0,1 0 0,-1-1 0,0 1 0,4-7 0,0 1 0,-5 6 0,0 0 0,0 0 0,0 0 0,0 0 0,-1 0 0,1 0 0,-1-1 0,0 1 0,0 0 0,0-1 0,0 1 0,-1-1 0,1-3 0,-6-34 0,5 39 0,-1-1 0,1 1 0,-1 0 0,0 0 0,0 0 0,0 0 0,0 0 0,0 0 0,-1 0 0,1 0 0,-1 0 0,1 0 0,-1 1 0,0-1 0,-2-1 0,-5-4 0,8 6 0,-1 0 0,1 0 0,0 0 0,0 1 0,-1-1 0,1 0 0,0 0 0,-1 1 0,1-1 0,-1 1 0,1-1 0,-1 1 0,1 0 0,-1 0 0,1-1 0,-1 1 0,0 0 0,1 0 0,-1 1 0,1-1 0,-1 0 0,1 0 0,-1 1 0,1-1 0,-1 1 0,1-1 0,0 1 0,-3 1 0,-6 2 0,0 0 0,0 0 0,1 1 0,-1 1 0,1-1 0,0 2 0,1-1 0,-11 11 0,2-3 0,13-11 0,1-1 0,0 0 0,1 1 0,-1-1 0,0 1 0,-3 5 0,-5 9 0,8-14 0,1 0 0,-1 0 0,1 1 0,0-1 0,0 1 0,0 0 0,1-1 0,-1 1 0,1 0 0,0 0 0,0 0 0,1 0 0,-1 7 0,1-10 0,0 0 0,0-1 0,0 1 0,1 0 0,-1 0 0,0-1 0,1 1 0,-1 0 0,1-1 0,-1 1 0,1 0 0,-1-1 0,1 1 0,-1-1 0,1 1 0,-1-1 0,1 1 0,0-1 0,-1 0 0,1 1 0,0-1 0,0 0 0,-1 1 0,1-1 0,0 0 0,0 0 0,1 1 0,14 1 0,-16-2 0,12 0 0,-1 0 0,1-1 0,-1-1 0,1 0 0,-1 0 0,0-1 0,0-1 0,0 0 0,0 0 0,16-10 0,-11 7 0,-14 6 0,0 0 0,0 1 0,0-1 0,0 0 0,0 0 0,0 0 0,0 0 0,-1 0 0,1-1 0,0 1 0,-1 0 0,3-3 0,45-49 0,-46 42 0,-3 11 0,0 0 0,0 0 0,1 0 0,-1 0 0,0 0 0,0-1 0,0 1 0,0 0 0,0 0 0,0 0 0,0 0 0,0 0 0,0 0 0,0 0 0,0 0 0,0 0 0,1 0 0,-1 0 0,0 0 0,0 0 0,0 0 0,0 0 0,0 0 0,0 0 0,0 0 0,0 0 0,1 0 0,-1 0 0,0 0 0,0 0 0,0 0 0,0 0 0,0 0 0,0 0 0,0 0 0,0 0 0,1 0 0,-1 0 0,0 0 0,0 0 0,0 0 0,0 0 0,0 0 0,0 0 0,0 0 0,0 0 0,0 0 0,0 0 0,0 0 0,1 1 0,1 6 0,0 7 0,0-10 0,1 1 0,-1-1 0,1 0 0,0 0 0,1 0 0,-1 0 0,1-1 0,-1 1 0,1-1 0,0 0 0,0 0 0,0 0 0,1 0 0,-1-1 0,1 0 0,0 0 0,-1 0 0,1-1 0,0 1 0,0-1 0,7 1 0,-3-2 0,0 0 0,0-1 0,1 0 0,-1 0 0,0-1 0,0 0 0,0-1 0,-1 0 0,1 0 0,0-1 0,13-7 0,-15 6 0,-4 4 0,0-1 0,0 0 0,0 0 0,0 0 0,-1 0 0,1-1 0,0 1 0,-1-1 0,0 0 0,0 0 0,0 1 0,3-6 0,6-9 0,-9 14 0,1 0 0,-1-1 0,1 0 0,-1 1 0,0-1 0,-1 0 0,1 0 0,-1 0 0,1 0 0,0-5 0,6-29 0,-7 37 0,-1-4 0,-9-5 0,8 10 0,1 0 0,-1-1 0,0 1 0,1-1 0,-1 1 0,1 0 0,-1-1 0,1 1 0,-1 0 0,0 0 0,1 0 0,-1-1 0,0 1 0,1 0 0,-1 0 0,0 0 0,1 0 0,-1 0 0,0 0 0,1 0 0,-1 0 0,0 0 0,1 1 0,-1-1 0,0 0 0,1 0 0,-1 1 0,0-1 0,1 0 0,-1 1 0,1-1 0,-1 0 0,1 1 0,-1-1 0,1 1 0,-1-1 0,1 1 0,-1-1 0,1 1 0,0-1 0,-1 1 0,1 0 0,0-1 0,-1 1 0,1-1 0,0 1 0,0 0 0,0-1 0,-1 2 0,0 0 0,-3 6 0,1 1 0,-1 0 0,2 0 0,-1 0 0,1 0 0,-2 18 0,2 61 0,2-58 0,1-19 0,1 1 0,1-1 0,-1 0 0,2 0 0,-1 0 0,1-1 0,1 1 0,7 12 0,-5-9 0,0 0 0,-1 1 0,5 18 0,-10-30 0,-1 0 0,0-1 0,0 1 0,0 0 0,0-1 0,0 1 0,-1 0 0,1-1 0,-2 6 0,-3 19 0,5-22 0,-1 0 0,0 0 0,0 0 0,0-1 0,-1 1 0,0 0 0,1-1 0,-2 1 0,1-1 0,0 0 0,-1 0 0,0 0 0,0 0 0,0 0 0,0 0 0,-1-1 0,0 1 0,1-1 0,-1 0 0,0-1 0,-1 1 0,1 0 0,0-1 0,-7 2 0,3 0 0,0-1 0,0 0 0,0-1 0,0 0 0,0 0 0,-1 0 0,1-1 0,0-1 0,-1 0 0,1 0 0,-1 0 0,1-1 0,-16-3 0,15 0 0,0-1 0,1 0 0,0 0 0,0 0 0,0-1 0,1-1 0,0 1 0,0-1 0,-6-8 0,4 6 0,8 7 0,-1 0 0,1 0 0,0 0 0,0 0 0,0 1 0,0-1 0,0-1 0,1 1 0,-1 0 0,0 0 0,1 0 0,0 0 0,-1-3 0,2-32 0,0 18 0,-1 16 0,1-1 0,-1 1 0,1-1 0,0 1 0,0-1 0,0 1 0,1 0 0,-1 0 0,1 0 0,0 0 0,0 0 0,0 0 0,2-3 0,36-34 0,-32 32 0,5-2 0,0 0 0,1 1 0,0 1 0,0 0 0,1 1 0,17-6 0,25-12 0,12-6 0,-45 21 0,45-25 0,-20 12 0,-41 19 0,1 1 0,-1-1 0,0 0 0,-1 0 0,1-1 0,7-6 0,17-7 0,-30 14 0,-2-2 0,-2 2 0,2 3 0,0 1 0,-1 0 0,1 0 0,-1-1 0,1 1 0,-1 0 0,1 0 0,-1-1 0,0 1 0,1 0 0,-1 0 0,1 0 0,-1 0 0,1 0 0,-1 0 0,1 0 0,-1 0 0,0 0 0,1 0 0,-1 0 0,1 0 0,-1 0 0,1 0 0,-1 1 0,1-1 0,-2 1 0,2-1 0,-14 0 0,1 1 0,0 0 0,0 1 0,0 1 0,-15 4 0,21-5 0,1 0 0,-1 1 0,1 0 0,-1 0 0,1 1 0,0 0 0,1 0 0,-1 0 0,1 1 0,0-1 0,-7 8 0,9-7 0,1-3 0,0 0 0,0 0 0,0 0 0,0 0 0,0 0 0,1 1 0,-1-1 0,1 0 0,0 1 0,0 0 0,0-1 0,0 1 0,0-1 0,0 1 0,1 0 0,0 0 0,-1-1 0,1 1 0,0 0 0,0 0 0,0 0 0,1-1 0,-1 1 0,1 3 0,1-1 0,0 0 0,0 0 0,1-1 0,0 1 0,-1 0 0,1-1 0,1 0 0,-1 0 0,1 0 0,0 0 0,6 5 0,-2-3 0,1 0 0,0 0 0,0-1 0,0-1 0,15 6 0,4-2 0,0 0 0,0-2 0,42 3 0,-49-8 0,-1-2 0,0 0 0,1-2 0,-1 0 0,38-11 0,-38 8 0,1-2 0,-2 0 0,26-14 0,-38 18 0,1-1 0,-1 0 0,0-1 0,0 1 0,-1-1 0,0-1 0,0 1 0,0-1 0,-1 0 0,8-13 0,-11 13 0,1 1 0,-1 0 0,0-1 0,-1 0 0,0 1 0,1-10 0,3-16 0,-2 20 0,-1 0 0,-1 0 0,0 0 0,0-15 0,-1 23 0,-1-1 0,1 1 0,-1 0 0,1 0 0,-1 0 0,-1-1 0,1 1 0,0 0 0,-1 0 0,0 1 0,0-1 0,0 0 0,0 1 0,-1-1 0,-3-4 0,5 8 0,0-1 0,1 0 0,-1 0 0,0 0 0,0 0 0,0 1 0,0-1 0,0 0 0,0 1 0,0-1 0,0 0 0,0 1 0,0 0 0,0-1 0,0 1 0,0 0 0,0-1 0,0 1 0,0 0 0,-1 0 0,1 0 0,0 0 0,0 0 0,0 0 0,0 0 0,0 0 0,-1 1 0,1-1 0,0 0 0,0 1 0,0-1 0,0 1 0,0-1 0,0 1 0,0-1 0,0 1 0,0 0 0,0-1 0,-1 3 0,-9 4 0,7-5 0,0 0 0,1 0 0,-1 0 0,1 0 0,0 1 0,-1 0 0,1-1 0,0 1 0,1 0 0,-1 1 0,0-1 0,1 0 0,0 1 0,0-1 0,0 1 0,0 0 0,1 0 0,-1 0 0,1 0 0,0 0 0,0 0 0,0 0 0,1 0 0,-1 0 0,1 0 0,0 0 0,0 1 0,1-1 0,-1 0 0,1 0 0,0 0 0,2 5 0,1 8 0,-4-14 0,1 0 0,-1 0 0,1 0 0,0 0 0,0 0 0,0-1 0,0 1 0,1 0 0,-1-1 0,4 5 0,4 4 0,1-1 0,-1 0 0,2 0 0,0-1 0,0-1 0,12 8 0,20 16 0,-7-4 0,-35-27 0,0 0 0,1 0 0,-1 0 0,0 0 0,0 0 0,0 0 0,0 0 0,0 1 0,0-1 0,0 0 0,0 1 0,0-1 0,-1 1 0,1-1 0,-1 1 0,1-1 0,-1 1 0,1-1 0,-1 1 0,0-1 0,0 1 0,0 0 0,0-1 0,0 1 0,0 1 0,0-2 0,0 2 0,-10 0 0,-50 13 0,-97 15-1967,31-3-528,30-7-3536,-3 5-4764,63-15 5828,-5-1 223</inkml:trace>
</inkml:ink>
</file>

<file path=ppt/ink/ink1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8:48.257"/>
    </inkml:context>
    <inkml:brush xml:id="br0">
      <inkml:brushProperty name="width" value="0.035" units="cm"/>
      <inkml:brushProperty name="height" value="0.035" units="cm"/>
      <inkml:brushProperty name="color" value="#0066FF"/>
    </inkml:brush>
  </inkml:definitions>
  <inkml:trace contextRef="#ctx0" brushRef="#br0">213 157 1912,'-42'5'12158,"-70"0"-1,61 1-5617,44-5-6540,7-1 0,0 0 0,0 0 0,0 1 0,0-1 0,0 0 0,0 0 0,0 1 0,1-1 0,-1 0 0,0 0 0,0 0 0,0 1 0,1-1 0,-1 0 0,0 0 0,0 0 0,1 0 0,-1 1 0,0-1 0,0 0 0,1 0 0,-1 0 0,0 0 0,0 0 0,1 0 0,-1 0 0,0 0 0,0 0 0,1 0 0,-1 0 0,0 0 0,1 0 0,-1 0 0,0 0 0,1 0 0,-1 0 0,474-31 0,-1-37 0,-428 61 0,8 0 0,37-7 0,-52 7 0,3-2 0,-15 4 0,-21 4 0,0 0 0,0 0 0,0 0 0,-1-1 0,1 0 0,7-3 0,-11 4 0,-1 0 0,0 1 0,0-1 0,1 0 0,-1 1 0,0-1 0,0 0 0,0 1 0,0-1 0,0 0 0,0 0 0,0 1 0,0-1 0,0 0 0,0 1 0,-1-1 0,1 0 0,-1-1 0,-2 2 0,-1-1 0,1 1 0,-1-1 0,1 1 0,-1 0 0,1 1 0,-1-1 0,1 0 0,-1 1 0,1 0 0,-6 2 0,5-2 0,-311 85-12443,75-1 9388,100-28 7016,73-28 4586,36-18-5557,31-11-2990,0 1 0,0-1 0,0 0 0,0 0 0,0 0 0,0 1 0,0-1 0,0 0 0,0 0 0,0 0 0,0 0 0,0 1 0,0-1 0,1 0 0,-1 0 0,0 0 0,0 0 0,0 1 0,0-1 0,0 0 0,0 0 0,1 0 0,-1 0 0,0 0 0,0 0 0,0 0 0,1 1 0,-1-1 0,0 0 0,0 0 0,0 0 0,0 0 0,1 0 0,-1 0 0,0 0 0,0 0 0,0 0 0,1 0 0,-1 0 0,0 0 0,0 0 0,0 0 0,1 0 0,-1-1 0,1 2 0,90-6 0,0-4 0,110-26 0,-115 20 0,-71 12-660,-1 1 0,0-2 0,0 1 0,-1-2 0,1 0 0,-1-1 0,0 0 0,-1-1 0,1 0 0,18-15 0,10-5-18139,-24 16 12443</inkml:trace>
</inkml:ink>
</file>

<file path=ppt/ink/ink1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05.095"/>
    </inkml:context>
    <inkml:brush xml:id="br0">
      <inkml:brushProperty name="width" value="0.035" units="cm"/>
      <inkml:brushProperty name="height" value="0.035" units="cm"/>
      <inkml:brushProperty name="color" value="#0066FF"/>
    </inkml:brush>
  </inkml:definitions>
  <inkml:trace contextRef="#ctx0" brushRef="#br0">85 54 2256,'0'0'132,"0"-1"-1,0 1 0,0 0 0,0-1 0,0 1 0,-1 0 0,1-1 0,0 1 0,0 0 0,0 0 0,0-1 0,-1 1 0,1 0 0,0 0 0,0-1 0,0 1 0,-1 0 0,1 0 0,0 0 0,-1-1 0,1 1 0,0 0 0,0 0 0,-1 0 0,1 0 0,0 0 0,-1 0 0,1-1 0,-11-8 13456,6 9-9876,-5 0 3525,8 4-5909,2-3-726,-2 0-413,-5 3-132,-1-2-52,5-1-2,-20-3-3,16 2 1,7 4 0,0-4 0,1 1 0,-1-1 0,1 0 0,-1 1 0,1-1 0,-1 0 0,1 0 0,-1 0 0,1 1 0,-1-1 0,1 0 0,-1 0 0,1 0 0,0 0 0,-1 0 0,1 0 0,-1 0 0,1 0 0,-1 0 0,1 0 0,0 0 0,-1 0 0,1-1 0,-1 1 0,1 0 0,0-1 0,0 1 0,48-3-3588,-37 2 1892,-1 0 0,1-2-1,-1 1 1,1-1 0,-1-1-1,0 0 1,0-1 0,13-7-1,0 1-6723,-16 6 4024</inkml:trace>
</inkml:ink>
</file>

<file path=ppt/ink/ink1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05.367"/>
    </inkml:context>
    <inkml:brush xml:id="br0">
      <inkml:brushProperty name="width" value="0.035" units="cm"/>
      <inkml:brushProperty name="height" value="0.035" units="cm"/>
      <inkml:brushProperty name="color" value="#0066FF"/>
    </inkml:brush>
  </inkml:definitions>
  <inkml:trace contextRef="#ctx0" brushRef="#br0">27 134 1864,'-26'-4'12775,"52"3"-8349,32-4-2004,-24 3-1682,46-7 0,-37 3-786,-26 2-789,-1 0 0,1-1 0,27-13 0,-12 6-1288,37-25-5110,-44 26 3969,-7-5-376</inkml:trace>
</inkml:ink>
</file>

<file path=ppt/ink/ink1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05.706"/>
    </inkml:context>
    <inkml:brush xml:id="br0">
      <inkml:brushProperty name="width" value="0.035" units="cm"/>
      <inkml:brushProperty name="height" value="0.035" units="cm"/>
      <inkml:brushProperty name="color" value="#0066FF"/>
    </inkml:brush>
  </inkml:definitions>
  <inkml:trace contextRef="#ctx0" brushRef="#br0">22 11 2737,'-8'-3'-173,"-6"-3"15841,27 5-10308,-8 1-5150,-1 1 0,0 0 1,0 0-1,0 0 0,0 0 1,0 1-1,0 0 0,0 0 1,7 4-1,18 9 758,-15-10-775,-1 1 0,0 0-1,-1 1 1,1 0 0,-2 1 0,15 12 0,2 17-143,-25-35-49,-1 0 0,0 0 1,0 0-1,0 1 0,0-1 0,0 1 0,0-1 0,-1 1 0,1-1 0,-1 1 0,0 0 0,0 0 0,0 0 0,1 4 0,6 10 8,-7-15-8,0-1 1,0 1-1,-1-1 1,1 1-1,0 0 1,0 0-1,-1-1 1,1 1 0,-1 0-1,0 0 1,1 0-1,-1 0 1,0-1-1,0 1 1,0 0-1,-1 0 1,1 0-1,-1 2 1,-2 5-7,-1 0 0,-1 0 1,1 0-1,-1-1 0,-1 0 0,1 0 1,-1-1-1,-1 1 0,0-1 1,-13 11-1,14-13-401,-1 0 0,1 0 0,-1-1 0,-1 0 0,1 0 0,0-1 1,-1 0-1,0 0 0,0 0 0,0-1 0,0 0 0,0-1 0,-11 1 0,5 0-1490,0 0-1202,10-5-1591,2-4-3644,2 2 4199</inkml:trace>
</inkml:ink>
</file>

<file path=ppt/ink/ink1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06.155"/>
    </inkml:context>
    <inkml:brush xml:id="br0">
      <inkml:brushProperty name="width" value="0.035" units="cm"/>
      <inkml:brushProperty name="height" value="0.035" units="cm"/>
      <inkml:brushProperty name="color" value="#0066FF"/>
    </inkml:brush>
  </inkml:definitions>
  <inkml:trace contextRef="#ctx0" brushRef="#br0">9 34 568,'-8'-26'14871,"8"26"-14729,0-1-1,0 1 1,1-1 0,-1 1-1,0 0 1,0-1-1,1 1 1,-1 0 0,0-1-1,1 1 1,-1 0-1,0 0 1,1-1-1,-1 1 1,1 0 0,-1 0-1,0-1 1,1 1-1,-1 0 1,1 0-1,-1 0 1,0 0 0,1 0-1,-1 0 1,1 0-1,-1 0 1,1 0 0,-1 0-1,1 0 1,18 0 3294,-13 0-2511,7 0 149,-8-1-852,0 1 0,0 0-1,0 0 1,0 0 0,0 1-1,0-1 1,0 1 0,0 1-1,0-1 1,9 5 0,4 4 25,-15-8-219,1 0 0,0 0 1,-1 0-1,1 0 0,-1 0 0,0 1 0,0 0 1,0 0-1,0 0 0,0 0 0,0 0 1,-1 0-1,0 1 0,1-1 0,1 6 0,-3-6-17,0-1 0,-1 1 0,1-1 0,-1 1 0,0-1-1,1 1 1,-1-1 0,0 1 0,-1-1 0,1 1 0,0-1-1,-1 1 1,1-1 0,-1 1 0,0-1 0,0 1 0,0-1-1,0 0 1,0 0 0,-3 3 0,-3 6 133,-1-1-1,0-1 1,-11 11 0,-9 10 648,-5 13 410,32-43-1191,1 0 0,0 1 0,-1-1 0,1 0 0,0 1 0,-1-1 0,1 0 0,0 1 0,0-1 0,-1 1 1,1-1-1,0 0 0,0 1 0,0-1 0,0 1 0,-1-1 0,1 1 0,0-1 0,0 1 0,0-1 0,0 1 0,0-1 0,0 0 0,0 1 0,0-1 0,0 1 0,1-1 0,-1 1 0,0-1 0,0 1 1,0-1-1,0 0 0,1 1 0,-1-1 0,0 1 0,0-1 0,1 0 0,-1 1 0,0-1 0,1 0 0,-1 1 0,0-1 0,1 0 0,-1 0 0,0 1 0,1-1 0,-1 0 0,1 0 0,-1 1 0,0-1 1,1 0-1,-1 0 0,1 0 0,-1 0 0,1 0 0,-1 0 0,2 0 0,30 2 475,-28-2-438,10-1 37,0-1 0,1 0 0,14-6 0,7 0-65,-18 5-413,0-1-1,0-1 1,-1-1-1,1 0 1,-1-1-1,-1-1 1,19-11 0,1-3-2632,-19 14 305,-1-2 1,-1 0-1,0-2 1,20-17-1,2-4-4992,-21 22 5012</inkml:trace>
</inkml:ink>
</file>

<file path=ppt/ink/ink1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06.515"/>
    </inkml:context>
    <inkml:brush xml:id="br0">
      <inkml:brushProperty name="width" value="0.035" units="cm"/>
      <inkml:brushProperty name="height" value="0.035" units="cm"/>
      <inkml:brushProperty name="color" value="#0066FF"/>
    </inkml:brush>
  </inkml:definitions>
  <inkml:trace contextRef="#ctx0" brushRef="#br0">89 5 1352,'-1'0'4089,"-8"-5"2899,-15 11 2499,6-1-4735,15-2-4332,-1 0-1,1 0 0,0 0 1,0 1-1,0-1 0,0 1 0,1 0 1,0-1-1,-4 10 0,4-9-352,1 1-1,1-1 1,-1 1 0,1 0-1,0-1 1,0 1-1,1 9 1,0 4-22,0-15-42,-1 0 0,1 0 0,0-1 1,0 1-1,0 0 0,0 0 0,0-1 0,1 1 1,0 0-1,-1-1 0,1 0 0,0 1 0,0-1 1,0 0-1,0 0 0,0 0 0,1 0 0,-1 0 1,1-1-1,-1 1 0,1-1 0,0 1 0,-1-1 1,1 0-1,0 0 0,0 0 0,0-1 0,0 1 1,3 0-1,1-2 15,1 0 1,-1 0 0,1 0-1,-1-1 1,0 0 0,0-1 0,0 1-1,10-7 1,-5 3-6,-1-1 0,0 0 0,0-1 0,12-11 0,-22 16-14,1 1 1,-1-1-1,0 0 1,0 1-1,0-1 0,0 0 1,0 0-1,-1 0 0,1 0 1,-1 0-1,0 0 0,0 0 1,0 1-1,0-1 0,-1-6 1,0-4-2,1 11-9,-1 1 0,1 0 0,-1 0-1,0-1 1,1 1 0,-1 0 0,0 0 0,0 0 0,0 0-1,0 0 1,0 0 0,0 0 0,0 0 0,0 0 0,0 0 0,0 1-1,-1-1 1,1 0 0,0 1 0,-2-1 0,-29-10-322,23 11-52,-1 0 0,0 1 0,1 0 0,-1 1 0,1 0 0,-1 0 0,1 1 0,-11 5 0,-2-1-2602,11-1 196,10 0-1981,2-5 4430,0-1 0,0 1 0,0-1 0,-1 0 0,1 1 0,0-1 0,0 0 0,0 1 0,0-1 0,0 0 0,0 0 0,0 0 0,1 0 1,-1 0-1,0 0 0,0 0 0,0 0 0,0 0 0,0-1 0,1 1 0,31-6-4902,-16 2 2215</inkml:trace>
</inkml:ink>
</file>

<file path=ppt/ink/ink1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06.886"/>
    </inkml:context>
    <inkml:brush xml:id="br0">
      <inkml:brushProperty name="width" value="0.035" units="cm"/>
      <inkml:brushProperty name="height" value="0.035" units="cm"/>
      <inkml:brushProperty name="color" value="#0066FF"/>
    </inkml:brush>
  </inkml:definitions>
  <inkml:trace contextRef="#ctx0" brushRef="#br0">225 0 3017,'-53'5'13991,"41"-3"-10967,1 1 1,-20 6 0,24-6-2054,-1 1 1,1 0 0,0 0-1,-12 8 1,15-8-805,-1-1 1,1 1 0,0 0 0,1 0-1,-1 1 1,1-1 0,-5 9 0,-5 2 59,-5 7-78,17-21-147,1 0-1,-1 0 1,1 0 0,-1 0-1,1 0 1,0 1-1,0-1 1,-1 0 0,1 0-1,0 0 1,0 1-1,0-1 1,0 0 0,0 0-1,0 0 1,1 0-1,-1 1 1,0-1 0,1 0-1,-1 0 1,1 0-1,0 1 1,0 1-1,1-1 0,-1 0 0,1 1 0,0-1-1,0 0 1,0 0 0,0 0 0,0 0 0,0-1 0,1 1 0,-1-1 0,0 1 0,1-1 0,3 1-1,0 1 4,0-2-1,0 1 1,0-1-1,0 0 1,1 0-1,6 0 1,4-1 3,0-1 0,0-1-1,-1-1 1,18-4 0,-22 4-7,-1-1 0,20-9 0,-28 12 0,1-1 0,0 0 0,-1 0 0,0 0 0,1-1 0,-1 1 0,0-1 0,0 0 0,0 0 0,-1 0 0,3-4 0,-4 6-5,0 0 1,-1 0-1,1 0 0,-1-1 1,1 1-1,-1 0 0,1-1 1,-1 1-1,0 0 0,0-1 1,1 1-1,-1 0 0,0-1 1,0 1-1,-1-1 0,1 1 1,0 0-1,0-1 0,-1 1 1,1 0-1,0-1 0,-1 1 1,0 0-1,1 0 0,-1 0 1,0-1-1,0 0 0,-3-2-43,0 1-1,0-1 0,0 1 0,0 0 1,-9-5-1,-13-11-223,24 18-96,0 0 0,0-1-1,0 1 1,-1 0 0,1 0-1,0 0 1,-1 1 0,1-1-1,0 1 1,-1-1 0,-3 1 0,38-14-16696,-6 6 12574,-8 3 1552</inkml:trace>
</inkml:ink>
</file>

<file path=ppt/ink/ink1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07.267"/>
    </inkml:context>
    <inkml:brush xml:id="br0">
      <inkml:brushProperty name="width" value="0.035" units="cm"/>
      <inkml:brushProperty name="height" value="0.035" units="cm"/>
      <inkml:brushProperty name="color" value="#0066FF"/>
    </inkml:brush>
  </inkml:definitions>
  <inkml:trace contextRef="#ctx0" brushRef="#br0">104 1 1512,'-17'2'12861,"6"0"-8823,-11 14 3007,3 1-3448,17-16-3508,1 0 0,-1 0 0,1 0 0,-1 1 0,1-1 0,-1 0 1,1 1-1,0-1 0,0 1 0,-1-1 0,1 1 0,0-1 0,0 1 0,1 0 0,-1 0 0,0-1 0,0 1 0,0 2 1,-3 9 193,2-7-228,1 0 0,-1 0 0,1 0 0,0 0-1,1 0 1,-1 0 0,2 8 0,-1-7-27,0-5-23,0 1-1,1-1 1,-1-1-1,1 1 1,0 0-1,-1 0 1,1 0-1,0 0 1,0 0-1,0 0 1,0-1-1,1 1 1,-1-1-1,0 1 1,1-1-1,-1 1 0,1-1 1,-1 0-1,1 1 1,0-1-1,-1 0 1,1 0-1,0 0 1,0-1-1,0 1 1,0 0-1,0-1 1,0 1-1,3 0 1,8 1 12,-1 0 0,0-1 0,22 1 0,-23-3-12,0 0 1,0 0-1,0-1 1,-1 0-1,1-1 1,0 0-1,-1-1 0,1 0 1,-1-1-1,11-6 1,-11 5-6,-8 6 1,0-1-1,-1 0 1,1 0 0,0-1-1,0 1 1,-1 0-1,1-1 1,-1 1 0,1-1-1,-1 1 1,0-1-1,1 1 1,-1-1 0,1-3-1,-1 3 0,0 0 0,-1 0 0,1 0 0,-1-1 0,0 1 0,1 0 0,-1 0 0,0-1 0,0 1 0,-1 0 0,1 0 0,0-1 0,-1 1 0,1 0 0,-1 0 0,0 0 0,0 0 0,0 0 0,0 0 0,0 0 0,0 0 0,0 0-1,-1 0 1,1 0 0,-1 1 0,1-1 0,-3-1 0,1 0-109,0 0 0,0 0 0,0 1-1,-1-1 1,1 1 0,-1 0 0,0 0 0,1 0-1,-1 0 1,0 1 0,0-1 0,0 1 0,0 0-1,-8-1 1,-20 5-4344,27-2 2812,1 0 0,0 1 1,-1-1-1,1 1 0,0 0 0,-5 3 0,7-1 505</inkml:trace>
</inkml:ink>
</file>

<file path=ppt/ink/ink1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07.729"/>
    </inkml:context>
    <inkml:brush xml:id="br0">
      <inkml:brushProperty name="width" value="0.035" units="cm"/>
      <inkml:brushProperty name="height" value="0.035" units="cm"/>
      <inkml:brushProperty name="color" value="#0066FF"/>
    </inkml:brush>
  </inkml:definitions>
  <inkml:trace contextRef="#ctx0" brushRef="#br0">214 1 3001,'-14'-1'9169,"3"3"-6141,-41 24 10271,51-24-13105,-1-1 1,0 0 0,0 1-1,1-1 1,-1 1-1,1 0 1,-1-1 0,1 1-1,0 0 1,0 0-1,0 0 1,-1 2 0,-11 25 421,4-12-406,8-15-188,-1 0 1,1 0-1,0 0 1,0 0-1,0 1 1,1-1-1,-1 0 1,0 1-1,1-1 1,-1 0-1,1 5 1,0 0 9,2 26 86,-2-32-114,0 1 0,1-1 0,-1 1 0,1-1 0,-1 1 0,1-1 0,0 1 0,-1-1 0,1 0 0,0 0 0,0 1 0,0-1 0,0 0 0,0 0 0,0 0 1,0 0-1,2 1 0,10 7 1,-11-7-4,-1-1 0,1 0 1,0 0-1,0 1 1,0-1-1,0 0 1,0-1-1,0 1 0,0 0 1,1-1-1,-1 1 1,0-1-1,0 1 1,0-1-1,1 0 0,2 0 1,7 0-114,-1-1-1,1 0 1,-1-1 0,1 0 0,-1-1-1,0 0 1,0 0 0,-1-1 0,1-1-1,-1 0 1,0 0 0,0-1 0,0 0-1,-1-1 1,0 0 0,0-1 0,9-10-1,-16 17 45,-1-1-1,0 1 0,1-1 0,-1 1 0,0-1 0,0 1 0,0-1 0,-1 0 0,1 1 0,0-1 0,0 0 0,-1 0 0,1 0 0,-1 0 0,0 0 0,0 1 0,0-1 0,1 0 0,-2 0 0,1 0 0,0 0 0,0 0 0,-1 0 0,1 0 0,-1 1 0,1-1 0,-1 0 0,-1-2 0,-8-10-448,8 11 399,1 1 0,-1-1 0,0 0 0,0 1 0,-1-1 0,1 1 0,0 0 0,-1 0 0,1 0 0,-1 0 0,0 0 0,0 1 0,1-1 0,-7-2 0,-5 1-777,1 0 1,0 0 0,-1 1-1,1 1 1,-1 1-1,0-1 1,-21 4-1,11 1-1771,1 0-1,0 2 0,-36 13 0,35-10-293,-2-3-412</inkml:trace>
</inkml:ink>
</file>

<file path=ppt/ink/ink1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08.317"/>
    </inkml:context>
    <inkml:brush xml:id="br0">
      <inkml:brushProperty name="width" value="0.035" units="cm"/>
      <inkml:brushProperty name="height" value="0.035" units="cm"/>
      <inkml:brushProperty name="color" value="#0066FF"/>
    </inkml:brush>
  </inkml:definitions>
  <inkml:trace contextRef="#ctx0" brushRef="#br0">206 12 72,'0'0'446,"-1"-1"0,1 0 0,-1 0 0,1 1 0,-1-1 0,0 0 0,1 1 0,-1-1 0,0 1 0,1-1 0,-1 1 0,0-1 0,0 1 0,0 0 0,1-1 0,-1 1 0,0 0 0,0-1 0,0 1 0,0 0 0,-1 0 0,2 0-307,-1-1-1,1 1 0,-1 0 1,1 0-1,-1 0 1,1 0-1,-1-1 0,1 1 1,-1 0-1,0 0 1,1 0-1,-1 0 0,1 0 1,-1 0-1,1 0 1,-1 0-1,1 1 0,-1-1 1,1 0-1,-1 0 1,1 0-1,-1 1 0,1-1 1,-1 0-1,1 0 1,-1 1-1,1-1 0,-1 0 1,1 1-1,0-1 1,-1 1-1,1-1 0,-1 1 1,-7 0 3382,7-1-3372,1-1 0,-1 1 0,1 0 1,-1 0-1,0 0 0,1 0 0,-1 0 1,1 0-1,-1 0 0,0 0 0,1 0 0,-1 0 1,1 0-1,-1 0 0,0 0 0,1 0 1,-1 1-1,1-1 0,-1 0 0,1 0 1,-1 1-1,1-1 0,-1 0 0,1 1 0,-1-1 1,1 0-1,-1 1 0,1-1 0,-1 1 1,0 0-1,-9 6 1402,6-4-1452,0 0 1,0 1-1,0-1 1,0 1-1,-2 4 0,2-3-416,-1 0 0,1 0-1,0-1 1,-1 0-1,-7 5 1,-19 9-4127,-5 2-6448,28-15 6521</inkml:trace>
</inkml:ink>
</file>

<file path=ppt/ink/ink1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09.518"/>
    </inkml:context>
    <inkml:brush xml:id="br0">
      <inkml:brushProperty name="width" value="0.035" units="cm"/>
      <inkml:brushProperty name="height" value="0.035" units="cm"/>
      <inkml:brushProperty name="color" value="#0066FF"/>
    </inkml:brush>
  </inkml:definitions>
  <inkml:trace contextRef="#ctx0" brushRef="#br0">257 247 3321,'0'-1'428,"0"0"1,-1 0-1,1 0 1,-1 0-1,1 0 1,-1 1-1,1-1 1,-1 0 0,0 0-1,1 1 1,-1-1-1,0 0 1,0 1-1,0-1 1,1 0-1,-1 1 1,0-1-1,0 1 1,0 0 0,0-1-1,-1 1 1,-24-7 6290,15 8-4528,0-1 0,0 2 0,-16 3 0,3 2-406,-36 16 0,60-23-1771,-6 3 30,0 1-1,0 0 0,1 0 1,0 0-1,0 1 1,0 0-1,1 0 0,-7 9 1,9-12-39,0 0 0,0 1 0,1-1-1,-1 1 1,1-1 0,0 1 0,-1 0 0,1-1 0,0 1 0,1 0 0,-1 0 0,0 0 0,1-1-1,0 1 1,0 0 0,-1 0 0,2 0 0,-1 0 0,0 0 0,1 0 0,-1-1 0,1 1 0,0 0-1,0 0 1,0 0 0,0-1 0,0 1 0,1-1 0,-1 1 0,1-1 0,-1 1 0,1-1 0,0 0-1,0 0 1,0 0 0,0 0 0,1 0 0,-1-1 0,1 1 0,-1 0 0,1-1 0,3 2 0,15 2-620,-1 0 0,1-2 0,-1 0-1,1-2 1,0 0 0,0-1 0,38-6 0,-17 0-3230,0-3 0,71-25 0,-94 27 2861,-2 0 1,1-1-1,-1-1 1,0-1-1,-1 0 0,17-14 1,-28 19 838,0 0-1,-1 0 1,0-1 0,0 1 0,-1-1 0,1 0 0,3-10 0,0 1 136,-6 14 96,-1 0 0,1 0 0,-1 0 0,1 0 0,-1 0 0,1 0 0,-1 0 0,0 0 0,0-1 0,1 1 0,-1 0 0,0 0 0,0 0 0,0 0 0,0 0 0,0 0 0,-1-1 0,1 1 0,0 0 0,0 0 0,-1 0 0,1 0 0,-1 0 0,1 0 0,-1 0 0,1 0 0,-1 0 0,0 0 0,1 0 0,-1 0 0,0 1 0,0-1 0,0 0 0,0 0 0,1 1 0,-3-2 0,2 1 161,-1 0 0,0 1 1,1-1-1,-1 0 0,0 1 0,1-1 1,-1 1-1,0 0 0,0 0 0,0-1 1,1 1-1,-1 0 0,0 1 1,0-1-1,1 0 0,-1 0 0,0 1 1,0-1-1,1 1 0,-1-1 0,-3 3 1,-33 13 4747,33-15-4474,1 0 1,-1 1 0,0 0-1,0 0 1,1 0 0,-1 1-1,1-1 1,-1 1-1,1 0 1,0 1 0,-3 3-1,-4 1-214,10-7-283,-1 0 0,1-1 0,0 1 0,-1 0 0,1 0 0,0 0 0,0 1 0,0-1 0,0 0 0,0 0 0,-1 2 0,1-1-11,0 1 0,0-1 0,0 0 0,0 0 0,0 1 0,0-1 0,1 1 0,0-1 0,-1 1-1,1-1 1,0 1 0,0-1 0,0 1 0,0-1 0,1 4 0,0-4-11,-1-1 1,1 0-1,0 0 1,-1 0-1,1 1 1,0-1-1,0 0 1,0 0-1,-1 0 1,1 0-1,0 0 1,0 0-1,1 0 1,-1-1-1,0 1 1,0 0-1,0-1 0,0 1 1,1-1-1,-1 1 1,0-1-1,1 1 1,-1-1-1,0 0 1,1 0-1,-1 1 1,0-1-1,1 0 1,1-1-1,5 1-2,-1-1 0,0 0 0,1-1 0,-1 0 0,0 0 0,0 0 0,0-1 0,0 0 0,0-1 0,-1 1 0,0-1 0,1-1 0,-1 1 0,7-8 0,-12 11 1,0-1 1,0 1-1,0-1 0,0 0 1,0 0-1,0 1 1,0-1-1,-1 0 1,1 0-1,-1 0 0,0 0 1,1 0-1,-1 0 1,0 1-1,0-5 0,0 2 0,0 4-6,0 1 1,0 0-1,0 0 0,1-1 1,-1 1-1,0 0 0,0-1 1,1 1-1,-1 0 0,0-1 1,1 1-1,-1-1 0,0 1 1,1 0-1,-1-1 0,1 1 1,-1-1-1,1 1 0,0-1 1,-1 0-1,2 1 0,-2 0 4,1-1 0,0 0 0,-1 1-1,1-1 1,-1 1 0,1-1 0,-1 1 0,0-1-1,1 1 1,-1-1 0,1 1 0,-1-1-1,0 1 1,1-1 0,-1 1 0,0-1 0,0 1-1,1 0 1,-1-1 0,0 1 0,0 1-1,3 1 4,-1 0 0,1 0-1,0 0 1,0 0 0,1 0-1,-1-1 1,0 1 0,1-1-1,0 0 1,-1 0 0,6 2-1,5-1 7,-9-1-9,1-1 0,-1 0 0,1 0 1,10 0-1,-10-1-108,0 0 0,0 0 0,0-1 0,0 0 0,0 0 1,0 0-1,0-1 0,6-2 0,-5 0-303,1 0 1,0 0-1,-1-1 0,0 0 1,0 0-1,0 0 0,-1-1 1,9-10-1,1-4-1544,23-36 0,-37 52 1941,-1-1 1,1 1-1,-1-1 0,1 0 0,-2 0 0,1 0 1,0 1-1,-1-1 0,0 0 0,0 0 0,0 0 0,-1 0 1,1 0-1,-1 0 0,-1 1 0,1-1 0,-1 0 1,1 1-1,-1-1 0,0 1 0,-5-7 0,-2-6 926,8 13-619,-1 1 0,1 0 0,-1 0 0,0 1 1,0-1-1,0 0 0,-3-2 0,1 1 431,3 3-348,0-1-1,-1 1 0,1-1 1,-1 1-1,1 0 0,-1-1 1,0 1-1,1 0 0,-1 0 1,0 0-1,0 0 0,0 1 1,0-1-1,0 0 0,0 1 1,0-1-1,0 1 0,0 0 1,-2 0-1,4 0-361,-1 0 0,1 0 0,-1 0 0,1 0 1,0 0-1,-1 0 0,1 0 0,0 0 0,-1 0 0,1 0 0,0 1 0,-1-1 0,1 0 0,0 0 1,-1 0-1,1 1 0,0-1 0,-1 0 0,1 0 0,0 1 0,0-1 0,-1 0 0,1 1 0,0-1 1,0 0-1,0 1 0,0-1 0,-1 0 0,1 1 0,0-1 0,0 0 0,0 1 0,-1 16 539,0 1-212,0-17-341,0 0 0,0 1 0,0-1 0,1 1 0,-1-1 0,1 1 0,-1-1 0,1 1 0,0 0 0,0-1 0,-1 1 0,1 0 0,0-1 0,1 1 0,-1-1 0,0 1 0,0 0 0,1-1 0,-1 1 0,0-1 0,1 1 0,0-1 0,-1 1 0,1-1 0,0 1 0,0-1 0,0 0 0,0 1 0,0-1 0,0 0 0,2 2 0,17 35 0,48 73 0,-66-108-20,0 1 0,0 0 1,-1 0-1,1 0 0,-1 0 0,1 7 0,5 14-465,-4-16-363,-3-8 480,0 1 0,0-1 1,1 0-1,-1 1 0,1-1 0,-1 0 0,1 1 0,-1-1 0,1 0 0,-1 0 0,1 0 0,0 0 0,0 0 0,0 1 0,0-1 0,0-1 0,0 1 0,0 0 0,0 0 0,0 0 0,0 0 0,0-1 0,0 1 0,1-1 0,-1 1 0,0-1 0,0 1 0,1-1 0,-1 0 0,2 1 0</inkml:trace>
</inkml:ink>
</file>

<file path=ppt/ink/ink1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10.006"/>
    </inkml:context>
    <inkml:brush xml:id="br0">
      <inkml:brushProperty name="width" value="0.035" units="cm"/>
      <inkml:brushProperty name="height" value="0.035" units="cm"/>
      <inkml:brushProperty name="color" value="#0066FF"/>
    </inkml:brush>
  </inkml:definitions>
  <inkml:trace contextRef="#ctx0" brushRef="#br0">30 70 584,'-17'-1'11009,"17"1"-10851,0 0 1,-1-1-1,1 1 0,-1-1 0,1 1 0,0 0 1,-1-1-1,1 1 0,-1 0 0,1 0 1,-1-1-1,1 1 0,-1 0 0,1 0 0,-1 0 1,1 0-1,-1 0 0,1-1 0,-1 1 1,1 0-1,-1 0 0,-2 1 2958,18-1-2141,77-11 54,-85 11-1018,0-1 0,0 0 1,-1-1-1,9-2 1,-8 2-6,-1 0 1,1 1 0,0 0 0,9-1-1,-7 1-133,1 0 0,-1-1 0,1 0 0,-1 0 0,16-8 0,-2 2-1446,-15 3 397,-8 5 1110,0 0 0,0 0 1,0 0-1,0 0 1,1 0-1,-1 0 0,0 0 1,0 0-1,0 0 0,0 0 1,0-1-1,0 1 1,1 0-1,-1 0 0,0 0 1,0 0-1,0 0 1,0 0-1,0 0 0,0 0 1,0-1-1,0 1 1,0 0-1,0 0 0,1 0 1,-1 0-1,0 0 0,0-1 1,0 1-1,0 0 1,0 0-1,0 0 0,0 0 1,0 0-1,0-1 1,0 1-1,0 0 0,0 0 1,0 0-1,0 0 0,-1 0 1,1-1-1,0 1 1,0 0-1,0 0 0,0 0 1,0 0-1,0 0 1,0 0-1,0 0 0,0-1 1,0 1-1,-1 0 1,1 0-1,0 0 0,0 0 1,0 0-1,0 0 0,-34 0-9436,25 0 7287</inkml:trace>
</inkml:ink>
</file>

<file path=ppt/ink/ink1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10.592"/>
    </inkml:context>
    <inkml:brush xml:id="br0">
      <inkml:brushProperty name="width" value="0.035" units="cm"/>
      <inkml:brushProperty name="height" value="0.035" units="cm"/>
      <inkml:brushProperty name="color" value="#0066FF"/>
    </inkml:brush>
  </inkml:definitions>
  <inkml:trace contextRef="#ctx0" brushRef="#br0">94 49 2064,'-12'-1'5269,"9"0"-4693,1 1 1,-1 0-1,1-1 1,-1 1-1,1 0 1,-1 0-1,0 1 1,1-1-1,-5 2 0,-2-1 843,8-1-1310,0 0 1,0 0-1,-1 0 0,1 0 1,0 0-1,0 0 0,0 0 1,0 1-1,-1-1 1,1 0-1,0 1 0,0-1 1,0 1-1,0-1 1,0 1-1,0-1 0,0 1 1,0 0-1,0 0 0,0-1 1,1 1-1,-3 2 1,0 2 313,3-5-396,-1 0-1,1 0 1,0 1 0,-1-1 0,1 0 0,0 1 0,-1-1 0,1 0-1,0 1 1,-1-1 0,1 0 0,0 1 0,0-1 0,0 1 0,-1-1-1,1 1 1,0-1 0,0 0 0,0 1 0,0-1 0,0 1-1,0-1 1,0 1 0,0-1 0,0 1 0,0-1 0,0 1 0,0 0-1,0-1 1,0 1 0,0-1 0,0 1 0,1-1 0,-1 1 0,0-1 0,0 1-1,0-1 1,1 1 0,-1-1 0,0 0 0,1 1 0,-1-1 0,0 1 0,1-1-1,-1 0 1,1 1 0,-1-1 0,1 0 0,-1 1 0,0-1 0,1 0 0,-1 0-1,1 0 1,-1 1 0,1-1 0,0 0 0,-1 0 0,1 0 0,-1 0 0,1 0-1,-1 0 1,1 0 0,-1 0 0,1 0 0,-1 0 0,1 0 0,-1 0 0,2-1-1,22-5 422,-22 6-417,0-1-19,1 0 0,0 0 0,-1 0-1,1 0 1,0 0 0,-1 0 0,1-1 0,-1 1 0,0-1 0,0 1 0,1-1 0,2-4 0,21-10 33,-25 15-40,-1 1 0,1-1-1,-1 1 1,1-1 0,-1 0 0,1 0 0,-1 1-1,0-1 1,1 0 0,-1 0 0,0 1 0,1-1-1,-1 0 1,0 0 0,0 0 0,0 1 0,0-1-1,0 0 1,0 0 0,0 0 0,0 0 0,0 0-1,0 1 1,0-1 0,-1 0 0,1 0 0,0 0 0,-1 1-1,1-1 1,0 0 0,-1 0 0,1 1 0,-1-1-1,1 0 1,-1 1 0,1-1 0,-1 1 0,0-1-1,1 1 1,-1-1 0,0 1 0,1-1 0,-1 1-1,0-1 1,0 1 0,0 0 0,-1-1 0,0-2 7,2 2-12,0 1 1,0-1-1,-1 1 1,1-1 0,0 1-1,-1 0 1,1-1-1,0 1 1,-1-1 0,1 1-1,0 0 1,-1-1-1,1 1 1,-1 0 0,1 0-1,-1-1 1,1 1 0,-1 0-1,1 0 1,-1 0-1,1-1 1,-1 1 0,1 0-1,-1 0 1,1 0-1,-1 0 1,0 0 0,1 0-1,-1 0 1,1 0 0,-1 0-1,1 1 1,-1-1-1,0 0 1,-2 0-8,0 0 1,0 0-1,-1 0 0,1 1 0,0-1 1,0 1-1,0-1 0,0 1 1,0 0-1,0 0 0,0 1 0,1-1 1,-1 1-1,0-1 0,0 1 1,1 0-1,0 0 0,-1 0 0,1 0 1,0 0-1,0 1 0,0-1 0,0 1 1,0-1-1,-1 4 0,0-1 7,1 0-1,-1 0 0,1 0 1,-2 9-1,3-12 1,1 0 0,0 1-1,0-1 1,0 0 0,0 0-1,0 0 1,0 0 0,1 1-1,-1-1 1,1 0 0,-1 0-1,1 0 1,0 0 0,1 3-1,8 15-8,-9-17 10,0 0-1,0 0 0,1 0 0,-1 0 0,1 0 1,0 0-1,0 0 0,0 0 0,0-1 0,0 1 1,1-1-1,-1 1 0,1-1 0,0 0 0,-1 0 1,1 0-1,5 2 0,5 6 21,-12-9-25,-1 0-1,1 0 0,0 0 1,0-1-1,0 1 0,0 0 1,-1 0-1,1-1 1,0 1-1,0-1 0,0 1 1,0-1-1,0 1 1,2-1-1,6 3-442,0-1 0,0 0 0,0-1 0,0 0 0,0-1 0,0 0 0,0 0 0,0-1 0,0 0 0,0 0 0,11-4 0,-10 2-946,-1 0 0,1-1 0,0 0 0,-1-1-1,0 0 1,0 0 0,9-9 0,-8 4-1337</inkml:trace>
</inkml:ink>
</file>

<file path=ppt/ink/ink1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11.987"/>
    </inkml:context>
    <inkml:brush xml:id="br0">
      <inkml:brushProperty name="width" value="0.035" units="cm"/>
      <inkml:brushProperty name="height" value="0.035" units="cm"/>
      <inkml:brushProperty name="color" value="#0066FF"/>
    </inkml:brush>
  </inkml:definitions>
  <inkml:trace contextRef="#ctx0" brushRef="#br0">172 66 1016,'1'0'183,"-1"0"0,1 0 0,-1 0 0,1-1-1,-1 1 1,1 0 0,-1 0 0,0-1 0,1 1 0,-1 0 0,1-1-1,-1 1 1,0 0 0,1-1 0,-1 1 0,0-1 0,1 1 0,-1 0-1,0-1 1,0 1 0,0-1 0,1 1 0,-1-1 0,0 1 0,0-1-1,0 1 1,0-1 0,0 1 0,0-1 0,0 1 0,0-1 0,0 1-1,0-1 1,0 1 0,0-1 0,0 1 0,0-1 0,-1 1-1,1-1 1,0 1 0,0-1 0,-1 1 0,1 0 0,0-1 0,0 1-1,-1-1 1,1 1 0,0 0 0,-1-1 0,1 1 0,-1-1 0,0 1 123,-1-1 0,1 0 1,0 0-1,-1 1 1,1-1-1,0 1 0,-1-1 1,1 1-1,-1 0 1,1-1-1,-1 1 0,1 0 1,-1 0-1,1 0 1,-1 0-1,1 0 0,-1 1 1,-1-1-1,-27 8 2101,22-6-1693,-1 0-1,1 0 0,0 1 0,-1 0 1,-13 9-1,7-5-132,13-6-527,1 0-1,-1-1 1,1 1 0,0 0 0,-1 0 0,1-1-1,0 1 1,-1 0 0,1 0 0,0 1 0,0-1-1,0 0 1,0 0 0,0 0 0,-1 3 0,-6 6 223,7-9-267,0-1 0,1 1 0,-1-1-1,1 1 1,-1-1 0,1 1 0,-1 0-1,1-1 1,-1 1 0,1 0 0,0-1-1,-1 1 1,1 0 0,0 0 0,-1-1 0,1 1-1,0 0 1,0 0 0,0 0 0,0-1-1,0 1 1,0 0 0,0 1 0,0 0-7,0 0 0,0 0 0,0-1 0,0 1 1,0 0-1,0 0 0,1 0 0,-1 0 0,1-1 1,-1 1-1,1 0 0,0 0 0,0-1 0,0 1 1,-1-1-1,2 1 0,-1-1 0,0 1 0,0-1 1,0 1-1,1-1 0,-1 0 0,0 0 0,1 0 1,0 0-1,-1 0 0,1 0 0,-1 0 0,1 0 0,0 0 1,0-1-1,2 1 0,1 1 21,0-1 0,-1 0 0,1-1 0,0 1 0,-1-1 0,1 0 0,0 0 0,0 0-1,-1-1 1,1 0 0,-1 0 0,1 0 0,0 0 0,-1-1 0,0 0 0,1 0 0,-1 0 0,8-5 0,-12 7 41,1 0-1,-1 0 1,1-1 0,-1 1 0,1 0 0,-1 0-1,0-1 1,1 1 0,-1 0 0,1-1 0,-1 1-1,0-1 1,1 1 0,-1 0 0,0-1 0,1 1-1,-1-1 1,0 1 0,0-1 0,1 1 0,-1-1-1,0 1 1,0-1 0,0 1 0,0-1 0,0 1-1,0-1 1,0 0 0,0 1 0,0-1 0,0 1-1,0-1 1,0 1 0,0-1 0,0 1 0,0-1-1,-1 0 1,-3 3 1596,1 13-915,3-12-605,0-1-1,-1 1 1,1-1 0,0 1 0,-1 0-1,1-1 1,-1 1 0,0-1 0,0 0-1,-2 4 1,2-1-65,0 0-1,0-1 1,1 1-1,0 0 1,-1 0-1,1 0 1,1-1-1,0 7 1,0 5 47,-1-5-123,0 0 0,1 0 0,0 0 0,0-1 0,1 1 0,1 0 0,0-1 0,0 0 0,1 0 0,0 0 0,1 0 0,0-1 0,1 1 0,9 11 0,42 60 0,-52-74 0,0 1 0,-1 0 0,1 0 0,2 9 0,11 19 0,-17-34-14,1 0 1,-1 0-1,0 0 1,0-1-1,0 1 0,0 0 1,0 0-1,-1 0 1,1 1-1,-1-1 1,1 0-1,-1 0 0,0 0 1,0 0-1,0 0 1,0 1-1,0-1 0,0 0 1,0 0-1,-1 0 1,1 0-1,-1 0 1,0 0-1,0 0 0,1 0 1,-1 0-1,0 0 1,-1 0-1,1 0 0,0 0 1,-1-1-1,1 1 1,0-1-1,-1 1 1,-2 1-1,-1 0-25,1 0 0,-1 0 0,0 0 0,0-1 0,0 0 0,0 0 0,-1 0 0,1 0 0,-1-1 0,1 0 0,-1 0 0,-8 0 0,7-1 32,0 0 0,0 0 1,1-1-1,-1 0 0,1 0 0,-1-1 0,1 1 1,-1-1-1,1-1 0,0 1 0,0-1 1,0 0-1,0-1 0,-7-5 0,-3-3-7,14 11 9,0 0 1,0 0-1,0 0 0,0 0 1,1-1-1,-1 1 0,0-1 1,1 0-1,-1 1 0,1-1 1,0 0-1,-1 0 0,1 0 0,0 0 1,-1-2-1,0-1-39,0-1 0,1 0-1,-1 0 1,1 0 0,0 0-1,0 0 1,1 0 0,0 0-1,0 0 1,0 0 0,1 0 0,0 1-1,0-1 1,0 0 0,1 0-1,0 0 1,0 1 0,1-1 0,-1 1-1,1 0 1,0-1 0,1 1-1,6-7 1,3-3-153,0 0-1,1 2 1,1 0 0,0 0-1,1 2 1,18-11 0,33-20-491,-46 27 328,26-13-1,-37 22 268,0-1-1,0 0 1,-1 0-1,0-1 1,-1 0-1,0-1 1,0 0-1,7-10 1,-13 16 100,0 1 0,0-1 0,0 0 0,-1 0 1,1 0-1,-1-1 0,0 1 0,1 0 0,0-7 0,-2 9 22,0 0 0,0 0 0,0 0-1,0 0 1,0 0 0,0 0 0,0 0-1,0 0 1,0 0 0,0 0 0,-1 0 0,1 0-1,0 0 1,-1 0 0,1 0 0,-1 0-1,1 0 1,-1 0 0,1 0 0,-1 1-1,0-1 1,1 0 0,-1 0 0,0 1-1,0-1 1,1 0 0,-1 1 0,0-1-1,0 1 1,0-1 0,0 1 0,0 0 0,-1-1-1,-24-15 1610,12 11-868,8 3-545,0 0 0,0 0 0,0 1 0,0 0 0,0 0 0,-11 0-1,15 1-230,-1 1-1,0-1 0,1 1 0,-1 0 1,1 0-1,-1 0 0,1 0 0,-1 1 1,1-1-1,0 1 0,0-1 0,0 1 1,-4 4-1,-9 6 39,11-10-19,1 1 0,0-1 0,-1 1 0,2 0 0,-1 0 0,0 0 1,0 0-1,1 1 0,0-1 0,-3 6 0,4-7-15,0 0 0,0 0 0,0 0 0,0 0 0,1 0 0,-1 0 0,1 0 0,0 1 0,-1-1 0,1 0 0,0 0 0,0 1 0,0-1 0,1 0 0,-1 0 0,0 0 0,1 1 0,0-1 0,1 4 0,1 5-11,-3-10 13,0-1-1,0 1 1,0-1 0,0 0-1,0 1 1,0-1-1,0 1 1,1-1-1,-1 1 1,0-1 0,0 1-1,0-1 1,1 0-1,-1 1 1,0-1 0,0 1-1,1-1 1,-1 0-1,0 1 1,1-1 0,-1 0-1,0 0 1,1 1-1,-1-1 1,1 0 0,-1 0-1,1 1 1,12 8-9,-12-8 14,1 0 0,0 1 0,0-1-1,0 0 1,0 0 0,0 0 0,0 0 0,0 0 0,0-1-1,0 1 1,1-1 0,-1 1 0,0-1 0,0 0 0,1 0-1,2 0 1,3 0 7,-1 0-1,0-1 1,0 0-1,1-1 1,-1 1-1,12-6 1,-15 5-16,0 1 1,0-1-1,0 0 0,-1-1 1,1 1-1,-1 0 1,0-1-1,0 0 1,0 0-1,0 0 1,0 0-1,0 0 0,3-7 1,0 4 3,-6 5 0,1 1 0,0-1 0,0 0 0,0 0 1,-1 1-1,1-1 0,0 0 0,-1 0 0,1 0 0,-1 1 1,1-1-1,-1 0 0,0 0 0,1 0 0,-1 0 0,1-2 1,-1 2-1,0 0 1,0 0 0,0-1-1,1 1 1,-1 0 0,1 0-1,-1 0 1,1 0 0,-1-1-1,1 1 1,0 0 0,-1 0-1,1 0 1,0 0 0,0 0-1,0 1 1,-1-1 0,3-1-1,9-13-12,-8 6 5,2-9-44,-6 16 44,1-1 1,0 1-1,0-1 0,0 1 0,0 0 0,0 0 0,0 0 1,0-1-1,1 1 0,-1 0 0,1 0 0,0 1 0,-1-1 1,1 0-1,0 1 0,2-2 0,-2 0-13,8-5-13,0 2 35,-9 6-2,0 0 0,0 0 1,0-1-1,-1 1 1,1 0-1,0-1 0,0 1 1,-1-1-1,1 1 1,0-1-1,-1 1 0,1-1 1,0 1-1,-1-1 1,1 0-1,-1 1 0,1-1 1,0-1-1,33 1-32,-26 1 29,-1 1 0,1 0 0,0 1-1,-1-1 1,0 2 0,1-1 0,8 5 0,28 8 12,-33-12 1,1 0-1,-1 1 1,0 1 0,0-1-1,0 2 1,0-1 0,-1 2-1,13 9 1,-4-2-3,-14-12-10,-1 1-1,0 0 0,0 0 0,0 0 0,6 7 0,3 5-26,-11-14 27,0 1 0,0-1 0,-1 1 0,1 0 0,-1 0 0,1 0 0,-1 0 0,0 0-1,0 0 1,0 0 0,0 1 0,0-1 0,0 0 0,0 1 0,-1-1 0,1 0 0,-1 1 0,0 4 0,0-7 4,0 1 0,0-1 0,0 0 0,-1 1 0,1-1 1,0 0-1,0 1 0,-1-1 0,1 0 0,0 0 0,0 1 0,-1-1 0,1 0 1,0 0-1,-1 1 0,1-1 0,0 0 0,-1 0 0,1 0 0,-1 0 0,1 0 1,0 0-1,-1 1 0,1-1 0,-1 0 0,1 0 0,0 0 0,-1 0 0,1 0 1,-1 0-1,1-1 0,0 1 0,-1 0 0,1 0 0,0 0 0,-1 0 0,1 0 1,-1 0-1,1-1 0,0 1 0,-1 0 0,1 0 0,0-1 0,0 1 0,-1 0 1,1 0-1,0-1 0,-1 1 0,1 0 0,0-1 0,0 1 0,0 0 0,-1-1 1,1 1-1,0-1 0,0 1 0,0 0 0,0-1 0,0 1 0,0 0 0,0-1 1,0 1-1,0-1 0,0 1 0,0 0 0,0-1 0,0 1 0,0-1 0,0 1 0,-4-18 38,3 17-36,0-1 0,1 1-1,-1-1 1,1 1 0,-1-1-1,1 1 1,-1-1 0,1 1-1,0-1 1,0 1 0,0-1-1,0 0 1,0 1 0,0-1-1,1 1 1,-1-1 0,1-2-1,12-36-12,-12 32 5,1 1 0,0 0 0,0 0 0,1 1 0,0-1 1,0 0-1,0 1 0,1 0 0,0 0 0,7-9 0,-2 6-13,-1 0-15,1 0 0,-1 1 0,17-11-1,-20 16-3,-1 1 0,1 1 0,0-1 0,0 1-1,0 0 1,0 0 0,0 0 0,1 0-1,7 1 1,-3 0-13,-1 1 0,1 0 0,-1 0 0,15 4 0,-17-2 38,1 1 1,-1-1 0,0 2 0,0-1-1,-1 1 1,1-1 0,-1 2 0,7 7-1,13 21 6,-24-32 12,-1 0 0,1 0 0,-1 0 0,1 0 0,-1 1 1,0-1-1,0 0 0,0 1 0,0-1 0,0 1 0,-1-1 1,1 1-1,-1 3 0,2 38-433,-2-34 69,0-10 290,0 0 0,0 1 0,0-1 1,0 0-1,0 1 0,0-1 0,0 0 1,0 1-1,0-1 0,0 1 0,0-1 0,0 0 1,0 1-1,-1-1 0,1 0 0,0 0 1,0 1-1,0-1 0,-1 0 0,1 1 1,0-1-1,0 0 0,-1 0 0,1 1 0,0-1 1,0 0-1,-1 0 0,1 0 0,0 1 1,-1-1-1,1 0 0,0 0 0,-1 0 0,1 0 1,0 0-1,-1 0 0,1 0 0,0 0 1,-1 0-1,1 0 0,-1 0 0,1 0 0,0 0 1,-1 0-1,1 0 0,0 0 0,-1 0 1,1 0-1,0 0 0,-1 0 0,1-1 0,-1 1 1,-20-12-5009,18 10 3664,-37-24-7182,6-7 474,25 23 6018</inkml:trace>
</inkml:ink>
</file>

<file path=ppt/ink/ink1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12.134"/>
    </inkml:context>
    <inkml:brush xml:id="br0">
      <inkml:brushProperty name="width" value="0.035" units="cm"/>
      <inkml:brushProperty name="height" value="0.035" units="cm"/>
      <inkml:brushProperty name="color" value="#0066FF"/>
    </inkml:brush>
  </inkml:definitions>
  <inkml:trace contextRef="#ctx0" brushRef="#br0">0 17 1800,'3'-13'4843,"-3"13"-4810,0 0 0,0 0 1,0 0-1,0 0 0,0 1 0,0-1 0,0 0 0,1 0 0,-1 0 0,0 0 0,0 0 0,0 0 0,0 0 0,0 0 0,0 0 1,1 0-1,-1 0 0,0 1 0,0-1 0,0 0 0,0 0 0,0 0 0,1 0 0,-1 0 0,0 0 0,0 0 0,0 0 0,0 0 1,0-1-1,1 1 0,-1 0 0,0 0 0,0 0 0,0 0 0,0 0 0,0 0 0,1 0 0,-1 0 0,0 0 0,0 0 0,0 0 1,0 0-1,0-1 0,0 1 0,0 0 0,0 0 0,1 0 0,-1 0 0,0 0 0,0 0 0,0-1 0,0 1 0,0 0 0,0 0 1,0 0-1,0 0 0,0 0 0,0-1 0,0 1 0,0 0 0,0 0 0,0 0 0,0 0 0,0 0 0,0-1 0,0 1 0,0 0 1,1 16 1095,10-1-1111,-9-11-537,1-1-1,-1 1 0,1 0 0,0-1 0,0 0 0,1 1 0,-1-1 0,1 0 1,-1-1-1,1 1 0,0-1 0,7 4 0,5-1-1250</inkml:trace>
</inkml:ink>
</file>

<file path=ppt/ink/ink1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12.837"/>
    </inkml:context>
    <inkml:brush xml:id="br0">
      <inkml:brushProperty name="width" value="0.035" units="cm"/>
      <inkml:brushProperty name="height" value="0.035" units="cm"/>
      <inkml:brushProperty name="color" value="#0066FF"/>
    </inkml:brush>
  </inkml:definitions>
  <inkml:trace contextRef="#ctx0" brushRef="#br0">1 167 488,'43'5'7962,"-2"0"-5371,-40-5-2398,1 0 153,-1 0-306,-1 0 1,1 0-1,0 0 0,-1 0 0,1 0 0,-1 0 0,1 0 0,0 0 1,-1-1-1,1 1 0,-1 0 0,1 0 0,-1 0 0,1-1 1,-1 1-1,1 0 0,-1-1 0,1 1 0,-1 0 0,1-1 0,-1 1 1,1-1-1,-1 1 0,0-1 0,1 1 0,-1-1 0,0 1 1,0-1-1,1 1 0,-1-1 0,0 1 0,0-1 0,1 0 0,-1-37 2656,0 38-2681,0 0 0,0 0 1,0-1-1,0 1 1,0 0-1,0 0 0,-1 0 1,1 0-1,0-1 0,0 1 1,0 0-1,0 0 0,0 0 1,0 0-1,0-1 1,0 1-1,0 0 0,0 0 1,-1 0-1,1 0 0,0 0 1,0-1-1,0 1 1,0 0-1,0 0 0,-1 0 1,1 0-1,0 0 0,0 0 1,0 0-1,0 0 1,-1 0-1,1 0 0,0 0 1,0 0-1,0 0 0,-1 0 1,1 0-1,0 0 0,-11 2 570,-6 7 28,15-6-525,0 0 0,0-1 0,0 1 0,0 0 0,1 0 0,-1 0-1,1 0 1,0 1 0,0-1 0,0 0 0,-1 5 0,2-6-40,0 5 68,0-1 0,0 1-1,1-1 1,-1 1 0,1-1-1,1 0 1,1 7 0,1-5-12,-3-4-49,0 0 0,1 0 0,0-1 0,0 1 0,0-1 0,3 5 0,-1-4 33,0 1 0,0 0-1,1-1 1,0 0 0,0 0 0,0-1 0,0 1-1,0-1 1,1 0 0,-1 0 0,1-1 0,0 0 0,7 2-1,-3-2 98,0 0 1,0-1-1,0 0 0,0-1 0,0 0 0,0-1 0,13-2 0,-12 2-37,-1-2 0,1 1 1,-1-1-1,17-7 0,-11 2-65,-6 4-57,-1 0 0,0-1 0,0 0 0,16-13-1,-8 4-8,-9 8-7,0 0 0,0-1 0,-1 0 0,0 0 0,0-1 0,0 0 0,8-15-1,-9 11 9,-1 0 0,0 0 0,0 0 0,-2-1 0,0 0 0,0 0-1,-1 0 1,0 0 0,-1-24 0,-1 36 12,0 0 0,0 0 0,0 0 0,0 0-1,0 0 1,0 0 0,0 0 0,0 0 0,-1 0 0,1 0 0,0 0-1,-1 0 1,1 0 0,0 0 0,-1 0 0,1 1 0,-1-1 0,0 0 0,1 0-1,-1 0 1,0 0 0,1 1 0,-1-1 0,0 0 0,0 1 0,0-1-1,1 1 1,-1-1 0,-2 0 0,1 1 16,0-1 1,-1 1-1,1 0 1,0 0-1,-1 0 1,1 1-1,0-1 0,-1 1 1,1-1-1,0 1 1,0 0-1,-4 1 1,-4 3 39,0 1 1,0-1-1,1 1 1,-16 14 0,19-14-80,0 1 0,1-1 1,0 1-1,0 0 1,0 1-1,-3 8 0,7-14-6,1 1-2,1 0 1,-1 0-1,1 0 1,0 0-1,0 0 1,0 0-1,0-1 1,1 1 0,-1 0-1,1-1 1,3 5-1,6 6 26,1-1-1,1 0 1,0-1 0,1 0-1,0-1 1,0-1-1,1 0 1,24 10 0,-26-11-41,-1 0 0,0 0 0,12 12 0,-18-15-43,-2-1-126,0 0 0,0 0 0,-1 1 0,0-1 0,0 1 0,0 0 0,0-1 0,-1 1 0,3 9 0,-4-13 93,-1 1 0,0-1-1,0 1 1,0-1 0,-1 1-1,1-1 1,0 1 0,-1-1-1,1 0 1,0 1 0,-1-1 0,0 0-1,1 1 1,-1-1 0,0 0-1,0 0 1,0 1 0,1-1-1,-1 0 1,-2 1 0,-23 25-2269,22-23 1750,-6 4-286,0 0 1,-1 0 0,0-1-1,-1-1 1,-14 7 0,-68 24-3106,45-19 2255,-63 20-2558,70-23 2602,0-3-165</inkml:trace>
</inkml:ink>
</file>

<file path=ppt/ink/ink1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9:13.284"/>
    </inkml:context>
    <inkml:brush xml:id="br0">
      <inkml:brushProperty name="width" value="0.035" units="cm"/>
      <inkml:brushProperty name="height" value="0.035" units="cm"/>
      <inkml:brushProperty name="color" value="#0066FF"/>
    </inkml:brush>
  </inkml:definitions>
  <inkml:trace contextRef="#ctx0" brushRef="#br0">41 168 2072,'-2'2'1506,"-1"-1"-1,1 1 0,-1 0 1,1-1-1,-1 1 0,0-1 0,0 0 1,0 0-1,0 0 0,-4 1 1,1-2 5306,23-1-2763,270-60-1190,-184 37-2443,20-9-416,156-29-1668,-265 60-1937,-34 10-8643,11-4 12640,-36 9-3041,-177 60-4757,158-49 6651,-85 47 0,103-49 1068,33-17 70,0 1 1,0 1-1,1 0 0,0 1 0,-16 12 0,-15 12 2170,1 0 3147,33-26-3843,9-6-1592,-1 1 1,1-1 0,-1 0-1,1 1 1,-1-1 0,0 1-1,1-1 1,0 1-1,-1-1 1,1 1 0,-1-1-1,1 1 1,-1-1 0,1 1-1,0-1 1,0 1-1,-1 0 1,1-1 0,0 1-1,0 0 1,0-1 0,0 1-1,-1 0 1,1-1-1,0 2 1,2-1 91,-1 0 1,0-1-1,0 1 1,1-1-1,-1 1 0,0-1 1,1 1-1,-1-1 1,1 0-1,1 0 0,-2 0-131,10 1 247,0-1 0,0 0-1,0 0 1,0-2 0,0 1 0,0-2 0,0 1 0,14-6 0,16-3 180,164-52-653,-11 8-91,-131 29-4094,-35 12-1299,11-15-7680,-29 19 7994</inkml:trace>
</inkml:ink>
</file>

<file path=ppt/ink/ink1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06.484"/>
    </inkml:context>
    <inkml:brush xml:id="br0">
      <inkml:brushProperty name="width" value="0.035" units="cm"/>
      <inkml:brushProperty name="height" value="0.035" units="cm"/>
      <inkml:brushProperty name="color" value="#0066FF"/>
    </inkml:brush>
  </inkml:definitions>
  <inkml:trace contextRef="#ctx0" brushRef="#br0">454 2639 592,'0'0'9729,"33"-11"-6400,-26 1-583,-5 8-2673,7-6 1642,-9 6-1608,1 1-1,0 0 1,0 0 0,0 0 0,0 0 0,0 1-1,0-1 1,1 0 0,-1 0 0,0 1-1,0-1 1,0 0 0,1 1 0,1-1 0,1-1 330,1 0 1,-1 0 0,0-1 0,0 1 0,0-1-1,4-4 1,7-19 2921,-14 22-2998,1-1-1,0 1 1,1 0-1,-1 1 1,1-1-1,4-5 1,2 0 148,-2-1 1,1 1 0,6-12-1,8-10 528,-17 25-956,-1-1 0,0 1 1,-1-1-1,0 0 0,3-9 0,-3 9-22,0-1 0,0 1 0,0 1 0,1-1 0,0 0 0,0 1 0,9-10 0,-9 10-59,1 0 0,-1 0 0,0-1 0,0 1 0,-1-1 0,0 0 0,0 0 0,0 0 0,-1 0 0,0 0 0,-1-1 0,2-12 0,-1-13 0,-3-56 0,0 35 0,1 45 0,1 1 0,0-1 0,4-11 0,-2 9 0,-1 0 0,0-1 0,1-15 0,-2 19 0,0 0 0,0 1 0,0-1 0,1 1 0,5-14 0,-4 15 0,-1-1 0,0 0 0,0 0 0,-1 0 0,2-13 0,-3 16 0,1 0 0,-1 0 0,1 0 0,0 0 0,0 0 0,3-6 0,-2 6 0,-1 0 0,1 0 0,-1 0 0,0 0 0,0-1 0,0-6 0,-1 6 0,1 0 0,0 1 0,0-1 0,0 1 0,3-8 0,-2 7 0,0 0 0,-1 0 0,0 0 0,0 0 0,1-9 0,-2 7 0,1 0 0,0 0 0,1 0 0,3-10 0,-3 10 0,0 0 0,-1 0 0,0 0 0,1-11 0,-2-159 0,0 167 0,-1 1 0,-1-1 0,-3-13 0,2 13 0,1 0 0,0 1 0,0-16 0,2-125 0,0 144 0,-1-1 0,0 1 0,0-1 0,-5-11 0,4 12 0,1 0 0,-1 0 0,1 0 0,-1-12 0,1 4 0,0 0 0,-6-21 0,4 21 0,1 0 0,-1-23 0,2 26 0,-1 1 0,1-1 0,-2 1 0,0 0 0,-6-18 0,-5-15 0,10 28 0,-2-20 0,5 28 0,0-1 0,0 1 0,-1-1 0,0 1 0,0 0 0,-6-11 0,-2-9 0,8 22 0,-1-1 0,0 1 0,0 0 0,0 0 0,0 0 0,-6-5 0,5 5 0,0 0 0,1 0 0,-1 0 0,-4-10 0,7 13 0,0-1 0,-1 1 0,1-1 0,-1 1 0,0 0 0,0 0 0,1-1 0,-5-1 0,-11-17 0,11 14 0,0 0 0,0 0 0,-1 0 0,-7-6 0,-9-8 0,-19-16 0,-1-1 0,26 23 0,-27-22 0,29 27 0,1-1 0,1-1 0,-20-22 0,14 16 0,16 16 0,1 0 0,-1 0 0,1 0 0,0 0 0,0-1 0,0 1 0,0 0 0,0-1 0,1 0 0,-3-4 0,3 5 0,0 0 0,-1 0 0,1 0 0,-1 0 0,1 1 0,-1-1 0,0 0 0,1 1 0,-1-1 0,0 1 0,-4-2 0,4 1 0,1 1 0,-1 0 0,0 0 0,0-1 0,1 1 0,-1 0 0,1-1 0,-1 0 0,1 1 0,0-1 0,-2-2 0,2 1 0,-1 0 0,0 0 0,0 1 0,0-1 0,0 1 0,-1-1 0,1 1 0,0 0 0,-5-3 0,3 3 0,1-1 0,0 1 0,0-1 0,0 0 0,1 0 0,-1 0 0,-2-5 0,-30-33 0,34 39 0,-1-1 0,0 1 0,0-1 0,-1 1 0,1 0 0,0 0 0,-1 0 0,-3-2 0,-13-12 0,12 11 0,7 5 0,-1 0 0,1-1 0,-1 1 0,1 0 0,-1-1 0,1 1 0,-1 0 0,1-1 0,-1 1 0,1 0 0,-1-1 0,1 1 0,0-1 0,-1 1 0,1-1 0,0 1 0,-1-1 0,1 1 0,0-1 0,0 0 0,-1 1 0,1-1 0,0 0 0,1-2 0,-1 4 0,-1-1 0,-1 0 0,1-1 0,0 1 0,0-1 0,0 1 0,1-1 0,-1 0 0,0 1 0,0-1 0,0 0 0,0 0 0,0 0 0,1 1 0,-1-1 0,0 0 0,1 0 0,-1 0 0,0-1 0,0-4 0,1 3 0,-2 6 0,-2 2 0,10-4 0,2 0 0,-7 0 0,-3 0 0,5-3 0,4 1 0,2 1 0,-1 0 0,-1-1 0,-4-3 0,-5 5-399,0-1 1,-1 0-1,1 1 0,0-1 1,-1 0-1,1-1 0,0 1 1,0 0-1,-1-1 1,1 1-1,0-1 0,-4-1 1,-41-14-8860,23 8 5529,-10-3-4013,17 5 3575</inkml:trace>
</inkml:ink>
</file>

<file path=ppt/ink/ink1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07.104"/>
    </inkml:context>
    <inkml:brush xml:id="br0">
      <inkml:brushProperty name="width" value="0.035" units="cm"/>
      <inkml:brushProperty name="height" value="0.035" units="cm"/>
      <inkml:brushProperty name="color" value="#0066FF"/>
    </inkml:brush>
  </inkml:definitions>
  <inkml:trace contextRef="#ctx0" brushRef="#br0">342 16 1240,'0'0'1150,"1"-10"3360,0 7-1594,-6 1-1182,-19 1-723,-28 5-1163,-41 7 243,55-5-55,-52 14 0,57-13-5,31-5-26,-5 3 38,7-5-42,0 1 0,0-1 0,0 0 0,0 0 0,0 0 1,0 0-1,0 0 0,0 1 0,0-1 0,0 0 0,0 0 0,1 0 0,-1 0 1,0 1-1,0-1 0,0 0 0,0 0 0,0 0 0,0 0 0,0 0 0,0 0 1,0 0-1,1 1 0,-1-1 0,0 0 0,0 0 0,0 0 0,0 0 0,0 0 0,0 0 1,1 0-1,-1 0 0,0 0 0,0 0 0,0 0 0,0 0 0,0 0 0,1 0 1,-1 0-1,0 0 0,0 0 0,0 0 0,0 0 0,1 0 0,-1 0 0,0 0 1,0 0-1,0 0 0,0 0 0,0 0 0,1 0 0,-1 0 0,0 0 0,0 0 0,0 0 1,0-1-1,10 11 40,9-2-34,-1 1 0,0 0-1,0 1 1,-1 1 0,-1 1 0,24 22-1,-6-7-5,6 14 22,-21-20-15,-7-8 3,-4-6-9,-1 0 0,0 0 0,-1 1 0,0 0 0,0 0 0,4 10 0,-8-16-2,-1 1 0,0-1 0,1 0 1,0 0-1,-1 0 0,1 0 0,3 3 0,-3-4-7,-1 0 0,0 0-1,1 0 1,-1 0 0,0 1 0,0-1 0,0 1-1,0-1 1,0 1 0,0-1 0,0 1 0,0-1-1,-1 1 1,1 0 0,-1-1 0,1 4 0,-1-5-7,0 1-1,0-1 1,0 0 0,0 1 0,0-1 0,0 0-1,0 0 1,-1 1 0,1-1 0,0 0 0,0 0-1,0 1 1,0-1 0,-1 0 0,1 0 0,0 1-1,0-1 1,0 0 0,-1 0 0,1 0 0,0 0-1,0 1 1,-1-1 0,1 0 0,0 0 0,-1 0-1,1 0 1,0 0 0,0 0 0,-1 0 0,1 0-1,0 0 1,-1 0 0,1 0 0,0 0 0,0 0-1,-1 0 1,1 0 0,-1 0 0,-14-3-876,12 2 607,-55-15-6190,40 15 3468</inkml:trace>
</inkml:ink>
</file>

<file path=ppt/ink/ink1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09.718"/>
    </inkml:context>
    <inkml:brush xml:id="br0">
      <inkml:brushProperty name="width" value="0.035" units="cm"/>
      <inkml:brushProperty name="height" value="0.035" units="cm"/>
      <inkml:brushProperty name="color" value="#0066FF"/>
    </inkml:brush>
  </inkml:definitions>
  <inkml:trace contextRef="#ctx0" brushRef="#br0">577 833 120,'-11'-9'4810,"-5"-3"30,-5-3-375,0-2 875,5 8-2820,0 1-1,-1 1 1,1 0 0,-22-4-1,21 5-1925,10 5-594,-1-1 0,1 1 0,-1 0 0,1 0 0,-1 1 0,0 0 0,1 1 0,-1 0 0,1 0 0,-13 3 0,-6 4 0,-40 18 0,48-19 0,1 2 0,0 0 0,1 1 0,-18 14 0,-9 6 0,37-26 0,1 1 0,-1 1 0,1-1 0,0 1 0,1 0 0,-1 0 0,1 1 0,1-1 0,-5 11 0,7-15 0,0 0 0,1-1 0,-1 1 0,1 0 0,-1-1 0,1 1 0,0 0 0,0 0 0,0 0 0,0-1 0,0 1 0,0 0 0,0 0 0,1 0 0,-1-1 0,1 1 0,-1 0 0,1-1 0,0 1 0,-1 0 0,3 2 0,-2-3 0,1 1 0,0 0 0,-1-1 0,1 1 0,0-1 0,0 0 0,0 0 0,0 1 0,0-1 0,0-1 0,1 1 0,-1 0 0,0 0 0,0-1 0,1 1 0,-1-1 0,0 0 0,1 0 0,3 0 0,4-1 0,0 0 0,-1 0 0,1-1 0,-1 0 0,1-1 0,-1 0 0,0-1 0,0 0 0,12-7 0,2-3 0,-1 0 0,24-22 0,-41 30 0,0 1 0,0-1 0,0 0 0,-1 0 0,0-1 0,0 0 0,-1 1 0,0-1 0,0 0 0,-1 0 0,4-13 0,5-13 0,-10 30 0,-1 1 0,1 0 0,-1-1 0,1 1 0,-1 0 0,0-1 0,0 1 0,0 0 0,-1-5 0,0-14 0,1 87 0,1-63 0,0 1 0,0 0 0,0 0 0,0-1 0,1 1 0,-1-1 0,1 1 0,0-1 0,0 1 0,0-1 0,0 0 0,1 0 0,0 0 0,-1-1 0,7 6 0,-4-4 0,-4-3 0,0 0 0,0 0 0,1 0 0,-1 0 0,0 0 0,1 0 0,-1 0 0,1-1 0,-1 1 0,1 0 0,-1-1 0,1 1 0,-1-1 0,1 0 0,-1 1 0,1-1 0,0 0 0,2 0 0,8-1 0,-1 0 0,1-1 0,0 0 0,-1-1 0,0 0 0,0 0 0,0-1 0,0-1 0,16-9 0,-13 7 0,0-2 0,0 1 0,-1-2 0,0 0 0,-1 0 0,0-1 0,0-1 0,-1 0 0,13-18 0,-17 18 0,0 1 0,0-1 0,-1 0 0,-1 0 0,0 0 0,0-1 0,-2 0 0,1 0 0,-2 0 0,0 0 0,1-27 0,2-51 0,-2 55 0,-4-65 0,-1 71 0,0 5 0,0 0 0,-1 0 0,-2 1 0,0 0 0,-17-45 0,13 44 0,9 21 0,-2-1 0,1 1 0,0 0 0,-1 0 0,0 0 0,0 1 0,-3-7 0,2 6 0,3 3 0,-1 1 0,1 0 0,0-1 0,-1 1 0,1 0 0,0 0 0,-1-1 0,1 1 0,0 0 0,-1 0 0,1 0 0,0 0 0,-1-1 0,1 1 0,0 0 0,-1 0 0,1 0 0,-1 0 0,1 0 0,-1 0 0,1 0 0,0 0 0,-1 0 0,1 0 0,-1 0 0,1 0 0,0 0 0,-1 0 0,1 0 0,0 1 0,-1-1 0,1 0 0,-1 0 0,1 0 0,0 1 0,-1-1 0,1 0 0,0 0 0,0 1 0,-1-1 0,1 0 0,0 1 0,0-1 0,-1 0 0,1 1 0,0-1 0,0 0 0,0 1 0,-1-1 0,1 0 0,0 1 0,0-1 0,0 1 0,0-1 0,0 0 0,0 1 0,0-1 0,0 1 0,0-1 0,0 1 0,0-1 0,0 3 0,-2 2 0,0 0 0,1 1 0,0-1 0,0 0 0,0 0 0,1 0 0,0 1 0,0-1 0,0 0 0,0 0 0,1 1 0,3 9 0,0 23 0,-3-28 0,0 0 0,1 0 0,0 0 0,0 0 0,8 17 0,5 26 0,19 103 0,-30-129 0,1 0 0,1-1 0,15 43 0,-14-48 0,-6-16 0,1 0 0,-1-1 0,1 1 0,0-1 0,0 1 0,0-1 0,1 0 0,-1 0 0,1 0 0,4 5 0,-1-3 0,-4-5 0,-1 1 0,0-1 0,0 0 0,1 1 0,-1-1 0,0 0 0,1 0 0,-1 0 0,1 0 0,0 0 0,-1 0 0,1-1 0,0 1 0,-1-1 0,1 1 0,0-1 0,0 1 0,-1-1 0,1 0 0,0 0 0,0 0 0,0 0 0,-1 0 0,1 0 0,0-1 0,3 0 0,1-1 0,0 0 0,1 0 0,-1-1 0,-1 0 0,1 0 0,0 0 0,-1-1 0,1 0 0,-1 0 0,0 0 0,-1-1 0,1 0 0,6-8 0,16-15 0,16-26 0,-37 45 0,1 0 0,-1 0 0,8-17 0,14-20 0,-11 15 0,-8 13 0,-6 14 0,1-4 0,-4 5 0,0 7 0,8 22 0,1 27 0,-1-14 0,-7-31 0,1 0 0,-1-1 0,1 1 0,0-1 0,1 1 0,0-1 0,0 0 0,5 8 0,-8-12 0,-1-2 0,1 0 0,0-1 0,0 1 0,0-1 0,0 1 0,0 0 0,0-1 0,0 1 0,0 0 0,1-1 0,-1 1 0,0-1 0,0 1 0,0-1 0,1 1 0,-1 0 0,0-1 0,1 1 0,-1-1 0,0 1 0,1-1 0,-1 1 0,1-1 0,-1 0 0,0 1 0,1-1 0,-1 0 0,1 1 0,0-1 0,-1 0 0,1 1 0,-1-1 0,2 0 0,-2 1 0,0-1 0,0 0 0,0 0 0,0 0 0,0 0 0,0 1 0,0-1 0,1 0 0,-1 0 0,0 0 0,0 0 0,0 1 0,0-1 0,0 0 0,1 0 0,-1 0 0,0 0 0,0 0 0,0 0 0,1 0 0,-1 0 0,0 0 0,0 0 0,0 0 0,1 1 0,-1-1 0,0 0 0,0 0 0,0 0 0,1-1 0,-1 1 0,0 0 0,0 0 0,0 0 0,1 0 0,-1 0 0,0 0 0,0 0 0,0 0 0,1 0 0,-1 0 0,0 0 0,0-1 0,0 1 0,0 0 0,0 0 0,1 0 0,-1 0 0,0 0 0,0-1 0,0 1 0,0 0 0,0 0 0,0 0 0,0 0 0,1-1 0,-1 1 0,0 0 0,0 0 0,0 0 0,0-1 0,0 1 0,0 0 0,-2-9 0,-30-36 0,20 27 0,-27-31 0,-21-16 0,52 53 0,8 8 0,1 2 0,0 1 0,1-1 0,-1 1 0,1-1 0,0 1 0,0 0 0,-1 0 0,1-1 0,0 1 0,0 1 0,0-1 0,0 0 0,0 0 0,0 1 0,0-1 0,1 1 0,-1 0 0,4-1 0,6 0 0,3-3 0,1 1 0,0 1 0,0 1 0,-1 0 0,1 2 0,0-1 0,0 2 0,0 0 0,-1 1 0,1 0 0,-1 1 0,0 1 0,0 1 0,0 0 0,23 14 0,-35-18 0,0 0 0,0 1 0,0-1 0,0 1 0,-1 0 0,1 0 0,-1 0 0,0 0 0,0 0 0,0 0 0,0 1 0,0-1 0,1 6 0,-1-2 0,0 0 0,0 0 0,-1 0 0,0 0 0,0 14 0,-4-6 0,2-13 0,0 1 0,0-1 0,0 0 0,1 1 0,-1-1 0,1 1 0,0-1 0,0 1 0,0 3 0,0-3 0,0-6 0,0 2 0,-1-6 0,1 1 0,1-1 0,-1 1 0,1-1 0,0 1 0,4-13 0,-2 2 0,-3 16 0,0-1 0,0 1 0,0 0 0,0 0 0,1-1 0,-1 1 0,0 0 0,1 0 0,-1-1 0,1 1 0,-1 0 0,1 0 0,-1 0 0,1 0 0,1-1 0,11-18 0,-11 17 0,-1 1 0,1-1 0,0 1 0,-1-1 0,1 1 0,0 0 0,1-1 0,3-2 0,-5 5 0,1-1 0,-1 0 0,1 1 0,0-1 0,-1 1 0,1 0 0,0 0 0,-1 0 0,1 0 0,0 0 0,-1 0 0,1 0 0,0 0 0,-1 0 0,1 1 0,0-1 0,-1 1 0,1-1 0,-1 1 0,3 1 0,18 7 0,-8-4 0,0 1 0,20 11 0,-26-12 0,11 7 0,24 19 0,-33-24 0,1-1 0,0 0 0,0-1 0,0 0 0,0 0 0,1-2 0,0 1 0,0-2 0,14 3 0,-19-5 0,0-1 0,-1 1 0,1-1 0,0 0 0,0-1 0,-1 1 0,1-1 0,-1-1 0,1 1 0,-1-1 0,7-4 0,-5 3 0,-2 1 0,-1 0 0,1 0 0,-1 0 0,0-1 0,0 0 0,0 0 0,0 0 0,-1 0 0,0-1 0,0 0 0,0 0 0,0 0 0,-1 0 0,0-1 0,0 0 0,0 1 0,-1-1 0,0 0 0,0 0 0,0 0 0,-1 0 0,0 0 0,1-12 0,-2 17 0,0-3 0,0-1 0,0 0 0,0 0 0,0 0 0,-1 1 0,1-1 0,-1 0 0,-1 1 0,1-1 0,0 0 0,-1 1 0,0 0 0,0-1 0,-4-4 0,-13-11 0,19 19 0,-1 1 0,0-1 0,1 1 0,-1-1 0,0 1 0,1-1 0,-1 1 0,0-1 0,1 1 0,-1 0 0,0-1 0,0 1 0,0 0 0,1 0 0,-1-1 0,0 1 0,0 0 0,0 0 0,0 0 0,0 0 0,1 0 0,-1 0 0,0 0 0,0 1 0,0-1 0,-1 1 0,-13 6 0,13-6 0,0 0 0,0 0 0,0 0 0,0 0 0,1 0 0,-1 0 0,0 0 0,0 1 0,1-1 0,-1 1 0,1-1 0,-1 1 0,1-1 0,0 1 0,0 0 0,-1 0 0,1 0 0,-1 2 0,-13 25 0,12-23 0,-1 0 0,1 0 0,0 0 0,-3 11 0,0 10 0,-3 33 0,1-2 0,6-39 0,1 1 0,2 30 0,0-11 0,8 46 0,-1 23 0,-4-60 0,-3-39 0,0 0 0,0 0 0,-1 1 0,0-1 0,0 0 0,-1 0 0,-4 17 0,2-12 0,3-13 0,0 0 0,-1 0 0,1 1 0,0-1 0,0 0 0,-1 0 0,1 0 0,-1 0 0,1 0 0,-1 0 0,1 0 0,-1 0 0,0 0 0,1 0 0,-1-1 0,0 1 0,0 0 0,1 0 0,-1 0 0,0-1 0,0 1 0,0-1 0,0 1 0,0-1 0,0 1 0,0-1 0,0 1 0,0-1 0,0 0 0,-3 1 0,-4 1 0,0-1 0,0 1 0,-1-1 0,1-1 0,-1 0 0,1 0 0,0 0 0,-11-3 0,19 3 0,-24-3 0,1-1 0,-1-1 0,1-1 0,1-2 0,-1 0 0,1-1 0,-38-23 0,47 23 0,0 0 0,1-2 0,0 1 0,1-1 0,-14-18 0,22 25 0,1 0 0,-1-1 0,1 1 0,0-1 0,0 0 0,0 0 0,1 1 0,0-1 0,-1-8 0,1 11 0,1-1 0,-1 0 0,1 0 0,0 0 0,0 0 0,0 0 0,1 0 0,-1 0 0,1 1 0,-1-1 0,1 0 0,0 0 0,0 1 0,0-1 0,1 0 0,-1 1 0,3-5 0,5-1-130,0 1 0,0 0 0,1 0 0,-1 1-1,1 0 1,1 0 0,20-7 0,85-22-2008,-73 24 1340,271-76-21644,-270 72 18382</inkml:trace>
</inkml:ink>
</file>

<file path=ppt/ink/ink1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10.602"/>
    </inkml:context>
    <inkml:brush xml:id="br0">
      <inkml:brushProperty name="width" value="0.035" units="cm"/>
      <inkml:brushProperty name="height" value="0.035" units="cm"/>
      <inkml:brushProperty name="color" value="#0066FF"/>
    </inkml:brush>
  </inkml:definitions>
  <inkml:trace contextRef="#ctx0" brushRef="#br0">67 73 3505,'-3'-2'2938,"0"-1"-567,-1 1 1,0 0 0,0 0 0,1 0 0,-1 0 0,0 1 0,-1-1 0,1 1 0,0 0 0,-5 0 0,1 1-2139,7 0-233,1-1 0,0 1 0,0 0 0,0 0 0,-1 0 0,1 0 0,0 0 0,0 0 0,0 0 0,-1 0 0,1 0 0,0 0 0,0 0 0,0 0 0,-1 0 0,1 0 0,0 0 0,0 0 0,0 1 0,0-1 0,-1 0 0,1 0 0,0 0 0,0 0 0,0 0 0,0 0 0,-1 0 0,1 0 0,0 1 0,0-1 0,0 0 0,0 0 0,0 0 0,0 0 0,-1 1 0,1-1 0,0 0 0,0 0 0,0 0 0,0 1 0,0-1 0,0 0 0,0 0 0,0 0 0,0 0 0,0 1 0,0-1 0,0 0 0,0 0 0,0 0 0,0 1 0,0-1 0,0 0 0,0 0 0,0 0 0,0 1 0,1-1 0,5 9 0,-5-8 0,30 36 0,-21-22 0,-1 0 0,-1 0 0,0 1 0,-1 0 0,-1 1 0,0 0 0,-1-1 0,3 26 0,-6-35 0,-1 0 0,0 0 0,0 0 0,0 0 0,-1 0 0,-1 14 0,-1 35 0,9-87 0,-6 28 0,0 1 0,0-1 0,-1 0 0,1 1 0,-1-1 0,0 0 0,0 0 0,0-2 0,-1 3 0,1-1 0,0 1 0,0 0 0,0 0 0,1-1 0,-1 1 0,1 0 0,-1 0 0,1 0 0,-1 0 0,1 0 0,0 0 0,1-3 0,12-27 0,-12 27 0,0 0 0,0-1 0,0 1 0,1 0 0,0 0 0,4-6 0,1-4 0,-7 11 0,1 1 0,-1 0 0,1-1 0,0 1 0,0 0 0,4-5 0,-5 8 0,-1 0 0,1 0 0,0 0 0,0 0 0,0 0 0,0 0 0,-1 0 0,1 0 0,0 0 0,0 0 0,0 0 0,-1 1 0,1-1 0,0 0 0,0 1 0,-1-1 0,1 0 0,0 1 0,-1-1 0,1 1 0,0-1 0,0 1 0,-1 0 0,28 26 0,-24-23 0,1 0 0,-1 0 0,0 0 0,0 1 0,0-1 0,4 9 0,17 18 0,3-3 0,-22-21 0,1 1 0,0-1 0,0 0 0,1-1 0,0 0 0,0 0 0,0-1 0,1 0 0,15 6 0,-1-1 0,-19-8 0,1 0 0,-1-1 0,0 1 0,1-1 0,-1 0 0,0 0 0,1 0 0,5 0 0,10-1 0,-14 1 0,-1 0 0,1-1 0,-1 0 0,1-1 0,-1 1 0,1-1 0,-1 0 0,1 0 0,-1-1 0,0 1 0,1-1 0,4-3 0,2-2 0,-7 5 0,-1-1 0,1 0 0,-1 0 0,0 0 0,0 0 0,0-1 0,4-4 0,-5 4 0,-1 1 0,1-1 0,-1 0 0,0 0 0,0 0 0,0 0 0,0 0 0,-1-1 0,0 1 0,0 0 0,0-1 0,0 1 0,-1 0 0,0-1 0,0 1 0,0-1 0,-1-7 0,-2-3 0,-1 0 0,-1 1 0,0 0 0,-7-14 0,-7-16 0,13 18 0,5 21 0,0 0 0,-1 0 0,1 0 0,-5-9 0,-18-50 0,22 57 0,2-3 0,1 10 0,-1 0 0,0 0 0,0 0 0,0 0 0,0-1 0,0 1 0,0 0 0,1 0 0,-1 0 0,0 0 0,0-1 0,0 1 0,0 0 0,1 0 0,-1 0 0,0 0 0,0 0 0,1 0 0,-1 0 0,0 0 0,0 0 0,0-1 0,1 1 0,-1 0 0,0 0 0,0 0 0,0 0 0,1 0 0,-1 0 0,0 1 0,0-1 0,1 0 0,-1 0 0,0 0 0,0 0 0,0 0 0,1 0 0,-1 0 0,0 0 0,0 0 0,0 1 0,1-1 0,-1 0 0,0 0 0,0 0 0,0 0 0,0 1 0,10 5 0,-9-5 0,1 1 0,-1-1 0,1 0 0,-1 1 0,1-1 0,0 0 0,-1 0 0,1 0 0,0 0 0,0-1 0,3 2 0,3 0 0,1 0 0,-1-1 0,1 0 0,0 0 0,9-1 0,-16 0 0,-1 0 0,1 0 0,-1 0 0,1 0 0,0 0 0,-1 1 0,1-1 0,-1 0 0,1 1 0,-1-1 0,1 1 0,-1-1 0,0 1 0,1 0 0,-1 0 0,0 0 0,1-1 0,-1 1 0,0 0 0,2 2 0,8 7 0,-8-7 0,0 0 0,0 0 0,-1 0 0,1 0 0,-1 1 0,3 5 0,8 11 0,-5-11-162,-1 1 0,0 1-1,-1-1 1,0 1 0,-1 0 0,0 1 0,4 15-1,-7-21 22,-1 1-1,0-1 1,0 0-1,0 0 0,-1 1 1,0-1-1,0 0 0,0 1 1,-1-1-1,0 0 1,0 0-1,-1 0 0,0 0 1,0 0-1,-3 8 1,1-6-3852,4-7 3609,0-1-1,0 0 1,0 1 0,0-1-1,0 0 1,0 1 0,0-1-1,0 0 1,0 1 0,0-1 0,0 0-1,0 1 1,-14-3-11475,13-3 7765,1-1-24</inkml:trace>
</inkml:ink>
</file>

<file path=ppt/ink/ink1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10.817"/>
    </inkml:context>
    <inkml:brush xml:id="br0">
      <inkml:brushProperty name="width" value="0.035" units="cm"/>
      <inkml:brushProperty name="height" value="0.035" units="cm"/>
      <inkml:brushProperty name="color" value="#0066FF"/>
    </inkml:brush>
  </inkml:definitions>
  <inkml:trace contextRef="#ctx0" brushRef="#br0">48 59 2128,'-14'-21'5637,"11"17"-4787,1 0 0,0 1 0,-1-1 0,0 1 1,0 0-1,0-1 0,-5-3 0,1 2 1822,12 15-2641,-4-9-118,-1 0 1,1 0-1,-1 0 0,1 0 0,0 0 1,-1 0-1,1 0 0,0 0 0,0 0 1,0-1-1,0 1 0,0 0 0,0 0 1,0-1-1,0 1 0,0-1 1,0 1-1,0-1 0,0 1 0,0-1 1,0 0-1,3 1 0,28 7-3378,-28-7 2933,2-1-544,0 1-1,0 0 1,0-1 0,8-1-1,-1 0-624,6 1-1597</inkml:trace>
</inkml:ink>
</file>

<file path=ppt/ink/ink1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11.534"/>
    </inkml:context>
    <inkml:brush xml:id="br0">
      <inkml:brushProperty name="width" value="0.035" units="cm"/>
      <inkml:brushProperty name="height" value="0.035" units="cm"/>
      <inkml:brushProperty name="color" value="#0066FF"/>
    </inkml:brush>
  </inkml:definitions>
  <inkml:trace contextRef="#ctx0" brushRef="#br0">223 1 640,'0'0'379,"0"1"0,0-1-1,0 1 1,0 0 0,-1-1 0,1 1-1,0-1 1,0 1 0,0-1 0,-1 1-1,1 0 1,0-1 0,-1 1-1,1-1 1,-1 0 0,1 1 0,0-1-1,-1 1 1,0 0 0,-13 7 3410,13-8-3578,0 1-1,-1-1 1,1 1-1,0-1 1,0 1-1,-1-1 1,1 1-1,0 0 1,0 0-1,0 0 1,0 0-1,0 0 0,0 0 1,0 0-1,0 0 1,1 0-1,-1 0 1,0 0-1,1 1 1,-1-1-1,1 0 1,-1 0-1,0 2 1,1 12 758,0-1 0,1 1 1,0-1-1,1 0 0,1 0 1,7 24-1,7 11-134,14 67 0,-26-92-1458,-2 1 1,1 39 0,-3-44-174,-4 52-4656,2-65 4691,0 0 1,-1 0-1,0 0 1,0 0-1,0-1 1,-1 1-1,0-1 1,-4 7 0,-3 3-1315,9-13 1857,0-1 1,0 0-1,0 1 0,0-1 1,-1 0-1,1 0 0,-1 0 1,1 0-1,-1 0 0,0 0 1,0 0-1,0-1 0,0 1 1,0-1-1,0 1 0,0-1 1,-1 0-1,1 0 0,0 0 1,-4 1-1,-4 0-277,8-1 502,1-1 1,0 1-1,-1-1 1,1 0-1,-1 0 1,1 0-1,-1 0 1,1 0-1,0 0 1,-1 0-1,1 0 1,-1 0-1,1-1 1,-1 1 0,1 0-1,0-1 1,-2 0-1,-7-2 308,8 2-160,1 1 0,-1-1 0,0 1 0,0-1 0,1 0 0,-1 0 0,1 1 0,-1-1 0,0 0 0,1-1 0,0 1 0,-3-2 0,1 0 162,1 0 0,-1 0 0,0 1 0,0 0 0,0-1 0,-4-1 0,4 2 8,0 1 1,0-1 0,0 0 0,1 0-1,-1-1 1,1 1 0,0 0 0,-5-6-1,-35-46 6089,39 51-5836,1-1 0,0 0 0,0 0 0,0 0 0,1 0 0,0-1 0,-1 1 0,1 0 0,1-1 0,-1 1 0,1-1 0,0 1 0,0-1 0,0-6 0,1 8-385,0 0-1,-1 0 1,1 1 0,0-1 0,0 0 0,1 0 0,-1 1-1,1-1 1,-1 1 0,1-1 0,0 1 0,0 0 0,0 0-1,3-3 1,11-6-18,0 0-1,1 2 0,0 0 1,1 1-1,0 0 0,25-6 1,-14 4-191,38-18-1,-61 25 12,77-44-81,-72 40 76,0 0 1,-1-1-1,0-1 0,0 0 0,10-12 0,-14 12 15,-1 0 0,0 0 0,-1-1 0,0 0 0,0 1 0,-1-1 0,3-19 1,0 6 107,-5 20-79,-1 1-1,0-1 1,1 1-1,-1-1 1,0 1-1,0-1 1,-1 1-1,1 0 0,0-1 1,-1 1-1,0-1 1,-1-3-1,-2-17 655,7 11 29,-2 11-664,0 0-1,-1-1 0,1 1 1,0 0-1,-1 0 0,0-1 1,1 1-1,-1 0 0,0-1 1,0 1-1,0 0 0,1-1 1,-2-1-1,1-1-52,0 8 0,-8 34 0,9-11 0,2-1 0,6 29 0,-4-28 0,-2-1 0,2 32 0,-6 15 0,-14 101 0,12-146 0,2-17 0,0 0 0,-1 0 0,0-1 0,0 1 0,-6 12 0,6-18 0,1-1 0,-1 1 0,1 0 0,0 0 0,0 0 0,1 0 0,-1 0 0,1 0 0,1 6 0,-1-1 0,-1-7 0,3 5 0,-1-7 0,-1 0 0,1 0 0,0 0 0,0 0 0,0-1 0,0 1 0,1 0 0,-1-1 0,0 1 0,0-1 0,0 1 0,0-1 0,2 1 0,-2-1 0,0 0 0,1 0 0,-1 0 0,0-1 0,0 1 0,1 0 0,-1 0 0,0-1 0,0 1 0,1-1 0,-1 1 0,0-1 0,0 1 0,0-1 0,0 0 0,0 0 0,0 1 0,0-1 0,0 0 0,0 0 0,0 0 0,1-2 0,20-28 0,-20 27 0,22-49 0,-19 44 0,0 1 0,-1-1 0,0 0 0,-1-1 0,0 1 0,0 0 0,1-12 0,-3 11 0,1 1 0,1 0 0,-1 0 0,2 0 0,-1 0 0,1 0 0,8-12 0,6-7 0,15-20 0,-31 45 0,1 0 0,0 0 0,0 0 0,0 0 0,1 0 0,-1 1 0,0 0 0,1-1 0,0 1 0,7-3 0,-6 5 0,-1-1 0,1 1 0,0-1 0,0 1 0,0 0 0,-1 1 0,1-1 0,0 1 0,-1 0 0,1 0 0,0 1 0,-1-1 0,1 1 0,-1 0 0,0 0 0,6 4 0,-6-3 0,0-1 0,1 1 0,-1 0 0,-1 0 0,1 0 0,0 1 0,-1-1 0,0 1 0,0 0 0,0 0 0,0 0 0,0 0 0,-1 1 0,0-1 0,2 7 0,10 33-3605,-10-35 1955,0 1-1,-1-1 1,-1 1-1,0 0 0,2 20 1,-3-26 786,0 0 1,1 0 0,-1 0-1,1 0 1,0 0-1,0 0 1,0 0-1,0-1 1,1 1 0,-1-1-1,1 0 1,0 0-1,6 5 1,-1 1-1338,9 12-1817</inkml:trace>
</inkml:ink>
</file>

<file path=ppt/ink/ink1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12.455"/>
    </inkml:context>
    <inkml:brush xml:id="br0">
      <inkml:brushProperty name="width" value="0.035" units="cm"/>
      <inkml:brushProperty name="height" value="0.035" units="cm"/>
      <inkml:brushProperty name="color" value="#0066FF"/>
    </inkml:brush>
  </inkml:definitions>
  <inkml:trace contextRef="#ctx0" brushRef="#br0">61 23 3809,'-10'-8'6382,"10"7"-5682,-1 0 0,1 1 1,-1-1-1,0 0 0,1 1 0,-1-1 1,0 1-1,1-1 0,-1 1 0,0 0 1,0-1-1,1 1 0,-1 0 0,0-1 1,0 1-1,0 0 0,1 0 0,-2 0 1,-6-2 3716,7 1-4105,-1 0 1,1 1-1,0 0 0,0-1 0,0 1 1,0-1-1,-1 1 0,1 0 1,0 0-1,0 0 0,-1 0 1,1 0-1,0 0 0,-2 0 1,3 0-307,0 0 0,-1 0 0,1 0-1,-1 1 1,1-1 0,0 0 0,-1 0 0,1 0 0,-1 0 0,1 0 0,0 1 0,-1-1 0,1 0 0,0 0 0,-1 1 0,1-1 0,0 0 0,-1 1 0,1-1 0,0 0 0,0 1 0,-1-1 0,1 0 0,0 1 0,0-1 0,0 0 0,0 1 0,-1-1 0,1 1 0,0-1 0,0 0-1,0 1 1,0-1 0,0 1 0,1 14-36,-1-12 21,0 248 9,0-244 0,1 0 0,0 0 0,1 1 0,-1-1 0,1 0 0,1 0 0,-1 0 0,6 9 0,6 17 0,-10-23 0,0-1 0,1 1 0,0-1 0,0 0 0,1 0 0,0-1 0,1 1 0,0-1 0,0-1 0,1 1 0,0-1 0,0-1 0,1 1 0,-1-2 0,1 1 0,1-1 0,-1 0 0,13 4 0,-11-6 0,0 0 0,0-1 0,0 0 0,0 0 0,0-2 0,0 1 0,1-1 0,-1-1 0,0 0 0,0-1 0,0 0 0,0 0 0,0-1 0,0-1 0,-1 0 0,1 0 0,-1-1 0,0 0 0,-1-1 0,1 0 0,-1-1 0,0 1 0,-1-2 0,1 1 0,10-14 0,-16 16 0,0 1 0,0-1 0,-1 0 0,1 0 0,-1 0 0,0 0 0,-1 0 0,1-1 0,-1 1 0,1-6 0,1-55 0,-3 60 0,-1 1 0,0 0 0,0 0 0,0 0 0,-1 1 0,0-1 0,0 0 0,0 1 0,0-1 0,-5-5 0,1-1 0,5 9 0,0 1 0,0-1 0,0 1 0,0 0 0,-1 0 0,1-1 0,0 1 0,-1 0 0,1 0 0,0 0 0,-1 0 0,1 1 0,-1-1 0,0 0 0,1 1 0,-1-1 0,1 1 0,-1-1 0,0 1 0,-1-1 0,-1 1 0,0 0 0,1 0 0,-1 0 0,0 0 0,0 1 0,1-1 0,-7 3 0,8-3 0,0 1 0,0-1 0,0 1 0,0 0 0,1 0 0,-1-1 0,0 1 0,1 1 0,-1-1 0,0 0 0,1 0 0,0 1 0,-1-1 0,1 0 0,-2 4 0,-4 2 0,-18 26 0,8-8 0,14-20 0,1-1 0,-1 1 0,1 0 0,1 0 0,-1 0 0,1 0 0,0 0 0,-2 10 0,4-12 0,0 0 0,-1 0 0,1 0 0,0 0 0,0 0 0,0-1 0,1 1 0,-1 0 0,1 0 0,-1-1 0,1 1 0,2 2 0,6 8 0,-8-10 0,1-2 0,0 1 0,0 0 0,0 0 0,1-1 0,-1 0 0,0 0 0,0 0 0,1 0 0,-1 0 0,1 0 0,-1-1 0,6 0 0,1-1 0,0 0 0,0-1 0,0 0 0,0-1 0,-1 0 0,1-1 0,-1 0 0,1-1 0,-1 0 0,12-8 0,-15 7 0,0 0 0,0 0 0,0 0 0,-1-1 0,0 1 0,-1-1 0,1-1 0,-1 1 0,3-9 0,-1 5 0,-5 9 0,-1 0 0,1 0 0,-1 1 0,0-1 0,1 0 0,-1 0 0,0 0 0,0 0 0,0 0 0,-1-3 0,0-13 0,1 18 0,0 0 0,0 0 0,0 0 0,0 0 0,0 0 0,0 0 0,0-1 0,0 1 0,0 0 0,0 0 0,0 0 0,0 0 0,0 0 0,0 0 0,0 0 0,0 0 0,0 0 0,0 0 0,0-1 0,0 1 0,0 0 0,0 0 0,-1 0 0,1 0 0,0 0 0,0 0 0,0 0 0,0 0 0,0 0 0,0 0 0,0 0 0,0 0 0,0 0 0,-1 0 0,1 0 0,0 0 0,0 0 0,0 0 0,0 0 0,0 0 0,0 0 0,0 0 0,0 0 0,0 0 0,-1 0 0,1 0 0,0 0 0,0 0 0,0 0 0,0 0 0,0 0 0,0 0 0,0 0 0,0 0 0,0 0 0,0 1 0,0-1 0,-1 0 0,1 0 0,0 0 0,0 0 0,0 0 0,0 0 0,0 0 0,0 0 0,0 0 0,0 0 0,0 0 0,0 1 0,-4 5 0,4 1 0,1 0 0,0 0 0,0 1 0,1-1 0,0 0 0,0 0 0,1 0 0,0 0 0,0-1 0,0 1 0,1-1 0,5 7 0,9 20 6,-17-30-8,0 0 0,0 0 1,0 0-1,1-1 0,-1 1 1,1 0-1,-1 0 0,1-1 1,0 1-1,0-1 1,0 1-1,1-1 0,-1 0 1,0 0-1,1 0 0,0 0 1,-1-1-1,1 1 0,0 0 1,0-1-1,4 2 0,-2-2-769,-1-1 0,1 1 0,0-1 0,-1 1-1,9-2 1,-10 1-314,0-1-1,0 0 0,0 0 1,0 0-1,0-1 1,0 1-1,0-1 0,0 0 1,0 0-1,0 0 1,-1 0-1,1 0 0,2-3 1,10-11-7338,-13 6 4151</inkml:trace>
</inkml:ink>
</file>

<file path=ppt/ink/ink1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13.072"/>
    </inkml:context>
    <inkml:brush xml:id="br0">
      <inkml:brushProperty name="width" value="0.035" units="cm"/>
      <inkml:brushProperty name="height" value="0.035" units="cm"/>
      <inkml:brushProperty name="color" value="#0066FF"/>
    </inkml:brush>
  </inkml:definitions>
  <inkml:trace contextRef="#ctx0" brushRef="#br0">43 26 3617,'-7'-8'5005,"6"-1"3239,1 9-7987,-1-1-1,1 1 0,0 0 1,0-1-1,-1 1 1,1 0-1,0-1 0,0 1 1,-1 0-1,1-1 0,0 1 1,-1 0-1,1 0 1,0 0-1,-1-1 0,1 1 1,-1 0-1,1 0 1,0 0-1,-1 0 0,1 0 1,-1 0-1,1 0 0,0-1 1,-1 1-1,1 0 1,-1 1-1,1-1 0,0 0 1,-1 0-1,1 0 1,-1 0-1,1 0 0,-1 1 1,1-1-88,-1 0 0,1 0 0,-1 0 0,1 0 0,0 0 0,-1 0 0,1 0 0,-1 0 0,1 1 0,0-1 0,-1 0 0,1-1 0,-1 1 0,1 0 0,-1 0 0,1 0 0,0 0 0,-1 0 0,1 0 1,0 0-1,-1-1 0,1 1 0,-1 0 0,1 0 0,0-1 0,-1 1 0,1 0 0,0 0 0,0-1 0,-1 1 0,1 0 0,0-1 0,0 1 0,-1-1 0,1 1-158,0 0 0,0 0 1,0 0-1,0 1 0,0-1 0,0 0 0,0 0 0,0 0 1,0 0-1,0 0 0,0 0 0,0 0 0,0 0 0,0 0 1,0 1-1,0-1 0,0 0 0,0 0 0,0 0 1,-1 0-1,1 0 0,0 0 0,0 0 0,0 0 0,0 0 1,0 0-1,0 0 0,0 0 0,0 0 0,0 0 0,0 0 1,0 0-1,-1 1 0,1-1 0,0 0 0,0 0 0,0 0 1,0 0-1,0 0 0,0 0 0,0 0 0,0 0 0,-1 0 1,1 0-1,0-1 0,0 1 0,0 0 0,0 0 0,0 0 1,0 0-1,0 0 0,0 0 0,0 0 0,0 0 0,-1 0 1,1 0-1,0 0 0,0 0 0,0 0 0,0 0 0,0 0 1,0 0-1,0-1 0,0 1 0,0 0 0,0 0 0,0 0 1,-4 9 239,3-5-251,2-1 0,-1 1 0,0 0 0,1 0 0,0 0 0,0-1 0,0 1 0,2 3 0,1 13 0,2 3 0,24 47 0,-21-48 0,19 36 0,-23-47 0,0 0 0,0 0 0,-1 1 0,5 21 0,-6-19 0,1-2 0,0 1 0,9 20 0,-10-27 0,0-1 0,-1 1 0,1 0 0,-1 1 0,-1-1 0,0 0 0,2 11 0,-3-15 0,0 1 0,1-1 0,0 0 0,-1 1 0,1-1 0,0 0 0,0 1 0,0-1 0,3 3 0,-4-4 0,0-1 0,0 1 0,1-1 0,-1 1 0,0-1 0,1 1 0,-1-1 0,1 1 0,-1-1 0,1 0 0,-1 1 0,1-1 0,-1 0 0,1 0 0,-1 1 0,1-1 0,-1 0 0,1 0 0,-1 0 0,1 1 0,-1-1 0,1 0 0,-1 0 0,1 0 0,0 0 0,-1 0 0,1 0 0,-1 0 0,1 0 0,-1 0 0,1-1 0,0 1 0,-1 0 0,1 0 0,0-1 0,11-13 0,-10 11 0,2-1 0,-1 0 0,-1-1 0,1 1 0,-1 0 0,0-1 0,0 0 0,0 1 0,1-7 0,9-17 0,22-20 0,-29 38 0,1 1 0,1 0 0,-1 0 0,2 0 0,-1 1 0,1 0 0,0 1 0,1 0 0,-1 0 0,1 0 0,1 1 0,12-5 0,-14 8 0,0 0 0,0 1 0,0 1 0,0-1 0,0 2 0,1-1 0,-1 1 0,0 0 0,11 1 0,2 2 0,0 1 0,32 10 0,-49-12 0,0-1 0,0 1 0,0 0 0,0 0 0,0 0 0,0 1 0,0-1 0,-1 1 0,1 0 0,-1 0 0,0 0 0,0 0 0,0 1 0,0-1 0,0 1 0,2 4 0,-4-5 0,0-1 0,-1 0 0,1 1 0,0-1 0,-1 1 0,1-1 0,-1 1 0,0-1 0,0 1 0,0-1 0,0 1 0,0-1 0,-1 1 0,1-1 0,-1 1 0,0-1 0,1 1 0,-1-1 0,0 0 0,0 1 0,-1-1 0,1 0 0,0 0 0,-1 0 0,1 0 0,-1 0 0,0 0 0,0-1 0,1 1 0,-5 2 0,-6 5 2,0 0-1,-1-1 1,0 0 0,-1-1-1,1-1 1,-28 9 0,-93 16-28,88-22-9,24-5-830,1-2 1,-1 0 0,-24-2-1,23 0-2262,0-2-1,-41-9 1,42 4-290,21 7 3153,1 0-1,-1 0 1,0 0-1,1-1 1,-1 1 0,1 0-1,-1 0 1,1 0-1,-1-1 1,1 1 0,-1 0-1,1-1 1,-1 1-1,1 0 1,-1-1 0,1 1-1,-1-1 1,1 1-1,0 0 1,-1-1 0,1 1-1,0-1 1,-1 1 0,1-1-1,0 0 1,0 1-1,-1-1 1,7-8-2953,-5 3-296</inkml:trace>
</inkml:ink>
</file>

<file path=ppt/ink/ink1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14.064"/>
    </inkml:context>
    <inkml:brush xml:id="br0">
      <inkml:brushProperty name="width" value="0.035" units="cm"/>
      <inkml:brushProperty name="height" value="0.035" units="cm"/>
      <inkml:brushProperty name="color" value="#0066FF"/>
    </inkml:brush>
  </inkml:definitions>
  <inkml:trace contextRef="#ctx0" brushRef="#br0">20 464 824,'-2'2'6968,"-6"7"-3839,7-7-2709,-1 0 0,1 0 0,0 0 0,0 0 0,1 0 0,-1 0 0,0 0 0,1 0 0,-1 1 0,1-1 0,0 0 0,0 1 0,0-1 0,0 0 0,0 0-1,0 1 1,0-1 0,1 0 0,-1 0 0,1 0 0,0 1 0,0-1 0,0 0 0,0 0 0,2 3 0,0 1 157,0-1-1,1-1 1,-1 1 0,1 0-1,0-1 1,1 0 0,-1 0-1,10 7 1,-11-10-481,1 1 0,-1-1 1,0 0-1,1 0 0,-1 0 0,1-1 1,-1 1-1,1-1 0,-1 0 0,1 0 1,-1 0-1,7-1 0,45-10 460,-48 9-481,5-1-36,0-1 1,0 0 0,-1-1 0,1 0-1,-1-1 1,0-1 0,0 1 0,-1-2 0,12-10-1,-18 15-36,0-1-1,0 0 0,0 0 0,-1-1 0,1 1 0,-1-1 0,0 0 0,0 0 1,-1 0-1,1 0 0,-1 0 0,0-1 0,-1 1 0,1-1 0,-1 1 0,0-1 1,-1 1-1,1-1 0,-1 0 0,0 1 0,-1-1 0,-1-9 0,-1 2 3,-1 1-1,0 0 0,0 0 0,-9-14 1,11 22 9,0 0 0,0 0 0,-1 0 0,0 0 0,0 0 0,0 1 0,0 0 0,0-1 0,-1 1 0,1 0 0,-1 1 0,0-1 0,0 1 0,0-1 0,-5-1 0,6 4-13,-1-1 0,1 1-1,0 0 1,-1 0 0,1 1 0,0-1 0,0 1 0,-1-1 0,1 1 0,0 0 0,0 0 0,0 0 0,0 1 0,0-1 0,0 1 0,0 0-1,-4 3 1,-4 3-32,1 0 1,-18 18-1,24-21 30,0 0-1,0 0 1,0 0 0,1 0 0,-1 0 0,1 1 0,1 0 0,-1 0 0,-3 11-1,4-5 14,0 0-1,0 0 0,1 0 1,1 13-1,0-20-5,0 0-1,0-1 1,0 1-1,1-1 1,0 1-1,0-1 1,0 1-1,0-1 1,1 0-1,-1 1 1,1-1-1,1 0 1,-1 0-1,0 0 1,1 0-1,0-1 1,0 1-1,0-1 1,0 0-1,6 5 1,2 2 16,-7-7-15,0 1 0,0-1 0,1 1 0,-1-1 0,1-1 0,-1 1 0,1-1 0,0 1 0,0-1 0,11 2 0,3 0-5,1-2 0,0 0 0,0-1 1,1-1-1,-1-1 0,0 0 0,0-2 1,0 0-1,-1-2 0,1 0 0,-1-1 1,0-1-1,-1 0 0,1-2 0,18-11 1,-26 13 10,-1-1-1,0 0 1,0 0 0,0-1 0,8-11 0,-14 16 1,0-1 0,-1 1 0,0-1 0,0 0 0,0 0 0,0 0-1,-1 0 1,0 0 0,0-1 0,-1 1 0,1-1 0,-1 1 0,1-10 0,-3 1 62,0 0 1,0 0-1,-2 0 1,1 0-1,-2 0 1,0 0-1,-9-20 1,-5-2 670,-30-46 0,24 43-211,-11-23-507,29 52-29,5 8 0,1 1 0,-1-1 0,0 1 0,0 0 0,1-1 0,-1 1 0,0 0 0,0 0 0,0 0 0,-1 0 0,1 0 0,0 0 0,0 0 0,-1 0 0,1 0 0,0 0 0,-1 1 0,1-1 0,-1 0 0,1 1 0,-1 0 0,-2-1 0,3 0 0,0 1 0,0-1 0,-1 1 0,1-1 0,0 1 0,-1-1 0,1 1 0,0 0 0,-1 0 0,1 0 0,-1 0 0,1 0 0,0 0 0,-1 0 0,1 0 0,-1 1 0,1-1 0,-2 1 0,-1 1 0,0 1 0,0 0 0,0 0 0,0 0 0,0 1 0,1-1 0,0 1 0,-1 0 0,1 0 0,1 0 0,-1 0 0,1 0 0,-1 0 0,1 1 0,0 0 0,1-1 0,-1 1 0,1 0 0,0 0 0,0-1 0,0 1 0,1 0 0,0 6 0,-1 13 0,1-14 0,-1-1 0,1 1 0,0 0 0,1 0 0,0-1 0,1 1 0,0 0 0,0-1 0,1 0 0,6 15 0,3-4 0,-2 1 0,10 28 0,14 21 0,-27-53 0,1-1 0,16 27 0,-3-6 0,-17-29 0,1 0 0,0 0 0,0-1 0,1 0 0,12 13 0,-16-18 0,0-1 0,0 1 0,0-1 0,1 1 0,-1-1 0,1 0 0,-1 1 0,1-2 0,-1 1 0,1 0 0,0 0 0,-1-1 0,1 1 0,0-1 0,-1 0 0,1 0 0,0 0 0,0 0 0,-1 0 0,1-1 0,0 1 0,3-2 0,7-2 0,-1-1 0,0 0 0,19-12 0,-6 4 0,-13 6 0,-1 0 0,0 0 0,-1-1 0,0 0 0,0-1 0,11-13 0,47-65 0,-61 77 0,-1 0 0,-1-1 0,1 0 0,-2 0 0,7-20 0,8-60 0,-19 90 0,2-10 0,-1 1 0,0-1 0,-2-16 0,2 24 0,-2 0 0,1 1 0,0-1 0,0 0 0,-1 1 0,0-1 0,1 0 0,-1 1 0,0-1 0,0 1 0,-1 0 0,1-1 0,0 1 0,-1 0 0,0-1 0,1 1 0,-5-3 0,-1 4 0,1 0 0,-1 0 0,0 1 0,0 0 0,0 1 0,-10 1 0,10 0 0,-1 0 0,1 0 0,0 1 0,0 0 0,0 0 0,1 1 0,-1 0 0,1 0 0,0 0 0,0 1 0,-6 6 0,10-8 0,-1 0 0,1 0 0,0 1 0,0-1 0,1 0 0,-1 1 0,1 0 0,-1-1 0,1 1 0,0 0 0,1-1 0,-1 1 0,0 0 0,1 0 0,0 0 0,0 0 0,0-1 0,1 1 0,0 6 0,1-3 0,1-1 0,-1 1 0,1-1 0,0 0 0,1 1 0,-1-1 0,1-1 0,1 1 0,-1 0 0,6 5 0,16 16 0,-3 1 0,33 49 0,-53-72-65,0-1-1,0 2 1,0-1 0,-1 0-1,0 0 1,0 1 0,0-1-1,0 1 1,-1 0 0,0-1-1,0 1 1,-1 10-1,0-14-480,0 1 0,0-1 0,-1 0 0,1 0 0,-1 0 0,0 1 0,0-1 0,0 0-1,0 0 1,0 0 0,0 0 0,0 0 0,-1 0 0,1-1 0,0 1 0,-1 0 0,0-1 0,1 1-1,-1-1 1,0 1 0,-3 1 0,-5 2-1265,0 1-1,-1-2 0,-13 5 1,4-1 266,-75 24-5202,61-21 4246</inkml:trace>
</inkml:ink>
</file>

<file path=ppt/ink/ink1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14.353"/>
    </inkml:context>
    <inkml:brush xml:id="br0">
      <inkml:brushProperty name="width" value="0.035" units="cm"/>
      <inkml:brushProperty name="height" value="0.035" units="cm"/>
      <inkml:brushProperty name="color" value="#0066FF"/>
    </inkml:brush>
  </inkml:definitions>
  <inkml:trace contextRef="#ctx0" brushRef="#br0">35 188 8,'-19'4'4739,"4"-3"8114,30-7-5561,-12 5-6277,78-26 3189,50-2-3239,-52 12-728,138-22-190,-94 19-724,-19-7-4143,-20 5-5374,-70 18 5784,-26 9-5929</inkml:trace>
</inkml:ink>
</file>

<file path=ppt/ink/ink1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14.581"/>
    </inkml:context>
    <inkml:brush xml:id="br0">
      <inkml:brushProperty name="width" value="0.035" units="cm"/>
      <inkml:brushProperty name="height" value="0.035" units="cm"/>
      <inkml:brushProperty name="color" value="#0066FF"/>
    </inkml:brush>
  </inkml:definitions>
  <inkml:trace contextRef="#ctx0" brushRef="#br0">52 193 768,'-31'18'6281,"29"-18"-5702,1 2 1,-1-1 0,1 0-1,-1 0 1,1 0 0,-1 1-1,1-1 1,0 1 0,0-1-1,0 1 1,0-1-1,0 1 1,0 0 0,-1 3-1,19 1 6918,36-12-1196,191-35-3735,-123 20-1906,246-34-660,-342 51-989,-1-1 0,1-1-1,39-16 1,-60 20 51,0 0 0,-1-1 0,1 1 0,-1-1-1,1 0 1,-1 1 0,0-2 0,0 1 0,0 0 0,0 0-1,2-5 1,-4 6-69,1-1 0,-1 1 0,0-1 1,0 1-1,0-1 0,0 0 0,0 1 0,0-1 0,-1 0 0,1-3 0,-1-5-3116</inkml:trace>
</inkml:ink>
</file>

<file path=ppt/ink/ink1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2.562"/>
    </inkml:context>
    <inkml:brush xml:id="br0">
      <inkml:brushProperty name="width" value="0.035" units="cm"/>
      <inkml:brushProperty name="height" value="0.035" units="cm"/>
      <inkml:brushProperty name="color" value="#0066FF"/>
    </inkml:brush>
  </inkml:definitions>
  <inkml:trace contextRef="#ctx0" brushRef="#br0">1509 369 1952,'-20'-10'5054,"17"9"-4344,-1-1-1,1 1 1,0-1-1,0 1 1,-1-1 0,1 0-1,-4-4 1,-11-3 1569,0 2-603,-6-4 238,21 10-1641,0 1 0,1-1 0,-1 0 0,0 0 1,1-1-1,-1 1 0,1 0 0,-1-1 0,1 0 0,0 1 0,0-1 0,0 0 0,-3-3 0,0 0 141,-1 1 0,0 0 0,1 0 0,-1 0 0,-1 1 0,1 0 0,-13-5 0,13 6-179,-29-10 576,0 1 0,-38-6 0,35 8-385,-301-53 1877,173 34-1620,10 4-361,72 13 17,-147-39 0,128 24-339,85 20 0,11 6 0,6 0 0,1 0 0,-1 0 0,1 0 0,0 1 0,-1-1 0,1 0 0,-1 0 0,1 0 0,-1 0 0,1 1 0,0-1 0,-1 0 0,1 0 0,0 1 0,-1-1 0,1 0 0,0 1 0,-1-1 0,1 0 0,0 1 0,-1-1 0,1 0 0,0 1 0,0-1 0,0 1 0,-1-1 0,1 1 0,0-1 0,0 0 0,0 1 0,0-1 0,0 1 0,0-1 0,0 1 0,0-1 0,0 1 0,0-1 0,0 1 0,0-1 0,0 0 0,0 1 0,0-1 0,1 1 0,-1 0 0,0-1 0,0 58-1959,0-57 1712,1 0-1,-1 0 1,0-1 0,0 1-1,1 0 1,-1-1 0,0 1 0,1 0-1,-1-1 1,1 1 0,-1 0-1,1-1 1,-1 1 0,1-1-1,-1 1 1,1-1 0,0 1 0,-1-1-1,1 0 1,0 1 0,-1-1-1,1 0 1,0 1 0,-1-1-1,1 0 1,0 0 0,0 1 0,-1-1-1,1 0 1,1 0 0,27 1-5839,-26-1 6058,57-4-10665,-41 3 6590</inkml:trace>
</inkml:ink>
</file>

<file path=ppt/ink/ink1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2.944"/>
    </inkml:context>
    <inkml:brush xml:id="br0">
      <inkml:brushProperty name="width" value="0.035" units="cm"/>
      <inkml:brushProperty name="height" value="0.035" units="cm"/>
      <inkml:brushProperty name="color" value="#0066FF"/>
    </inkml:brush>
  </inkml:definitions>
  <inkml:trace contextRef="#ctx0" brushRef="#br0">488 5 1720,'-27'-4'7490,"23"5"-7358,-1 1 1,1-1-1,-1 0 1,0 0-1,1-1 1,-9 1-1,-5 1 124,-35 7 517,0 3 0,-74 27 0,-7 3-182,133-42-587,-1 1 0,1-1 0,-1 0 1,1 1-1,0 0 0,-1-1 0,1 1 0,0 0 1,0-1-1,0 1 0,-1 0 0,1 0 0,0 0 1,0 0-1,0 0 0,1 0 0,-1 0 0,0 0 1,0 1-1,0-1 0,1 0 0,-1 1 0,1-1 1,-1 0-1,1 1 0,-1 2 0,-3 6 12,4-9-15,-1 0 0,0 0 0,1-1 0,0 1 0,-1 0 0,1 0-1,-1 0 1,1 0 0,0 0 0,0 0 0,-1 0 0,1-1 0,0 1 0,0 0 0,0 2 0,1-1 5,-1 0-1,0 0 1,1 0 0,-1 0 0,1 0 0,0 0-1,0 0 1,0-1 0,0 1 0,0 0 0,0 0-1,0-1 1,1 1 0,-1 0 0,0-1-1,1 0 1,0 1 0,-1-1 0,1 0 0,3 2-1,6 4 8,0-1 0,17 6 0,-10-4 14,34 18-97,-28-13-1656,1-1 0,29 10 0,-44-21-561,5-1-595</inkml:trace>
</inkml:ink>
</file>

<file path=ppt/ink/ink1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4.262"/>
    </inkml:context>
    <inkml:brush xml:id="br0">
      <inkml:brushProperty name="width" value="0.035" units="cm"/>
      <inkml:brushProperty name="height" value="0.035" units="cm"/>
      <inkml:brushProperty name="color" value="#0066FF"/>
    </inkml:brush>
  </inkml:definitions>
  <inkml:trace contextRef="#ctx0" brushRef="#br0">352 54 2921,'0'-1'386,"0"1"0,-1-1 0,1 1 1,0-1-1,0 1 0,-1-1 0,1 0 1,0 1-1,-1-1 0,1 1 0,0 0 1,-1-1-1,1 1 0,-1-1 0,1 1 1,-1 0-1,1-1 0,-1 1 0,1 0 1,-1-1-1,1 1 0,-1 0 1,1 0-1,-2-1 0,-18-5 10299,7 2-5516,11 3-4564,2 1-584,-14-4 3657,5 3-3646,1 0-32,-4-1 0,-12-15 0,16 11 0,0 5 0,0 1 0,1 1 0,5 4 0,2-5 0,0 1 0,0 0 0,0 0 0,0-1 0,0 1 0,0 0 0,0-1 0,0 1 0,-1 0 0,1 0 0,0-1 0,-1 1 0,1-1 0,0 1 0,-1 0 0,1-1 0,-1 1 0,0 0 0,-2 6 0,2-4 0,1 0 0,-1-1 0,0 1 0,0-1 0,0 1 0,0-1 0,-1 1 0,1-1 0,-1 0 0,1 0 0,-4 4 0,-4 6 0,2 1 0,0 1 0,0-1 0,2 2 0,-5 14 0,-5 14 0,-11 42 0,17-62-601,8-19 111,0-1-1,0 1 1,-1 0-1,0-1 1,0 1-1,-4 6 1,-6 6-3839,9-12 2690,1-1-1,-1 1 1,0 0 0,0-1 0,-7 6-1,-7 6-4121,0 1-5</inkml:trace>
</inkml:ink>
</file>

<file path=ppt/ink/ink1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5.067"/>
    </inkml:context>
    <inkml:brush xml:id="br0">
      <inkml:brushProperty name="width" value="0.035" units="cm"/>
      <inkml:brushProperty name="height" value="0.035" units="cm"/>
      <inkml:brushProperty name="color" value="#0066FF"/>
    </inkml:brush>
  </inkml:definitions>
  <inkml:trace contextRef="#ctx0" brushRef="#br0">87 50 760,'-1'0'6109,"-8"-6"3003,7 5-8128,0 0 0,0 1 0,0-1 0,-1 1 0,1-1 1,0 1-1,0 0 0,0-1 0,-1 1 0,-2 1 0,-1-1 4294,5 0-4688,-1 0-587,1 0 1,-1 1-1,0-1 1,1 1-1,0 0 1,-1-1-1,1 1 1,-1 0-1,1 0 1,0 0-1,-1 0 1,1 0-1,0 0 1,0 0-1,0 1 1,0-1-1,0 0 1,0 1-1,0-1 1,1 0-1,-1 1 1,0-1-1,1 1 1,-1-1-1,1 1 1,-1 0-1,1 1 1,-2 2-9,0 1 5,0 0 0,0-1 0,1 1 0,-1 0 0,1 0 0,1 0 0,-1 0 0,1 1 0,1 7 0,-1-11 0,0 0 0,1 0 0,0 0 0,0 0 0,0 0 0,0 0 0,0 0 0,1 0 0,-1 0 0,1 0 0,0-1 0,0 1 0,0-1 0,0 1 0,0-1 0,1 0 0,-1 0 0,1 0 0,3 2 0,-1-1 0,1 0 0,0 0 0,0 0 0,0-1 0,0 0 0,0-1 0,1 1 0,-1-1 0,0 0 0,1-1 0,-1 1 0,10-2 0,4-1 0,0-1 0,30-9 0,-34 8 0,-11 3 0,0 0 0,1-1 0,-1 0 0,0 0 0,-1 0 0,1-1 0,0 1 0,-1-1 0,1 0 0,-1 0 0,0-1 0,5-5 0,-7 7 0,-1 1 0,0-1 0,0 0 0,0 0 0,0 0 0,0 0 0,-1 0 0,1 0 0,-1 0 0,1 0 0,-1 0 0,0 0 0,0 0 0,1 0 0,-2 0 0,1 0 0,0 0 0,0-1 0,-1 1 0,1 0 0,-1 0 0,1 0 0,-1 0 0,0 0 0,0 1 0,0-1 0,0 0 0,0 0 0,0 0 0,-1 1 0,-2-3 0,-6-10-1,5 7-32,-1 0 0,0 0 1,-8-7-1,-4-3-536,16 14 381,0 1 1,0-1 0,-1 1 0,1 0 0,-1 0 0,1 0-1,-1 0 1,0 0 0,0 1 0,0-1 0,-4 0 0,0 0-764,0 0-1,0 1 1,0 0 0,-1 0 0,1 1 0,0 0 0,-13 2 0,16-2 120,0 0 0,1 1 1,-1 0-1,0 0 0,0 0 1,1 1-1,-1-1 0,1 1 0,-1-1 1,1 1-1,0 1 0,0-1 1,0 0-1,-5 5 0,8-7 709,0 0 0,0 1 1,0-1-1,0 0 0,0 1 0,0-1 0,0 0 0,0 0 1,0 1-1,0-1 0,0 0 0,0 0 0,0 1 0,0-1 0,0 0 1,0 1-1,0-1 0,0 0 0,0 0 0,0 1 0,0-1 1,0 0-1,1 0 0,-1 1 0,0-1 0,0 0 0,0 0 1,0 0-1,1 1 0,-1-1 0,0 0 0,0 0 0,0 0 1,1 0-1,-1 1 0,3 2-1349,-2 6-1998</inkml:trace>
</inkml:ink>
</file>

<file path=ppt/ink/ink1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5.301"/>
    </inkml:context>
    <inkml:brush xml:id="br0">
      <inkml:brushProperty name="width" value="0.035" units="cm"/>
      <inkml:brushProperty name="height" value="0.035" units="cm"/>
      <inkml:brushProperty name="color" value="#0066FF"/>
    </inkml:brush>
  </inkml:definitions>
  <inkml:trace contextRef="#ctx0" brushRef="#br0">30 1 152,'0'0'173,"1"0"0,-1 0 0,0 0 0,0-1 0,1 1-1,-1 0 1,0 0 0,1 0 0,-1 0 0,0 0 0,0 0 0,1 0 0,-1 1 0,0-1 0,1 0-1,-1 0 1,0 0 0,0 0 0,1 0 0,-1 0 0,0 0 0,0 1 0,1-1 0,-1 0 0,0 0 0,0 0-1,0 1 1,1-1 0,-1 0 0,0 0 0,0 0 0,0 1 0,0-1 0,1 1 0,-5 7 6290,-1 1-4751,5-8-1529,0 1 0,-1-1 0,1 0 0,0 0 1,-1 0-1,1 0 0,-1 0 0,1 0 0,-1 0 0,1 0 0,-1 0 0,0 0 0,-1 1 0,1-1-72,0 0 0,0 1-1,1-1 1,-1 0 0,0 0-1,0 1 1,1-1 0,-1 0 0,1 1-1,-1-1 1,1 1 0,0-1-1,-1 0 1,1 3 0,0 60-880,0-64 708,0 0 0,0 1 0,0-1-1,0 0 1,0 0 0,0 1 0,0-1-1,0 0 1,0 0 0,0 1 0,0-1 0,0 0-1,0 0 1,-1 1 0,1-1 0,0 0-1,0 0 1,0 0 0,0 1 0,0-1-1,-1 0 1,1 0 0,0 0 0,0 1-1,0-1 1,-1 0 0,1 0 0,0 0-1,0 0 1,0 0 0,-1 0 0,1 1-1,0-1 1,-9-1-5585</inkml:trace>
</inkml:ink>
</file>

<file path=ppt/ink/ink1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5.719"/>
    </inkml:context>
    <inkml:brush xml:id="br0">
      <inkml:brushProperty name="width" value="0.035" units="cm"/>
      <inkml:brushProperty name="height" value="0.035" units="cm"/>
      <inkml:brushProperty name="color" value="#0066FF"/>
    </inkml:brush>
  </inkml:definitions>
  <inkml:trace contextRef="#ctx0" brushRef="#br0">95 27 3113,'0'0'258,"-1"-1"1,1 1 0,0 0-1,0-1 1,0 1-1,-1 0 1,1-1 0,0 1-1,0 0 1,-1-1 0,1 1-1,0 0 1,0 0 0,-1-1-1,1 1 1,0 0-1,-1 0 1,1 0 0,0-1-1,-1 1 1,1 0 0,-1 0-1,1 0 1,0 0-1,-1 0 1,1 0 0,-1 0-1,1 0 1,0 0 0,-1 0-1,1 0 1,0 0 0,-1 0-1,1 0 1,-1 0-1,1 0 1,-1 1 0,-3-1 3078,-14 5 2270,16-5-5203,0 1 0,1-1 0,-1 1 0,0 0 0,0-1 0,0 1 0,0 0 0,1 0 0,-1 0 0,0 0 0,1 0 0,-1 1 0,-1 1 0,0-1-184,1 0-1,0 0 1,0 0-1,0 0 1,0 1-1,0-1 1,1 1-1,-1 0 1,1-1-1,-1 1 1,1 0 0,0 0-1,-1 4 1,-7 31 393,18-1-444,-9-36-163,1 1-1,-1-1 0,0 1 0,1-1 0,-1 0 0,1 1 1,0-1-1,-1 1 0,1-1 0,0 0 0,0 0 0,0 1 1,0-1-1,0 0 0,0 0 0,0 0 0,0 0 0,0 0 1,0 0-1,1-1 0,-1 1 0,0 0 0,2 0 0,1 1 13,-1-1-1,1 1 0,0-1 1,-1 0-1,1 0 0,0 0 1,0-1-1,4 1 0,22-4 88,-29 3-103,1 0 1,-1-1 0,0 1-1,1-1 1,-1 1 0,1-1-1,-1 1 1,0-1 0,0 0-1,1 0 1,-1 0 0,0 1-1,0-1 1,0 0 0,0 0-1,0-1 1,1 0-1,12-18 10,-12 18-8,0 0 1,0 1 0,-1-1 0,1 0 0,-1-1-1,0 1 1,0 0 0,0 0 0,0 0-1,0-1 1,0 1 0,0-1 0,-1 1 0,1-1-1,-1 1 1,0 0 0,1-4 0,-2 2-4,1-1 0,-1 1 0,0 0 0,0 0 0,-1 0 0,1 0 0,-1 0 0,1 1 0,-1-1 0,-1 0 0,-2-4 0,-11-21-120,13 25 35,0 0 1,-1 0-1,0 0 1,1 0-1,-1 1 0,-6-5 1,8 8-62,1 0 1,-1 0-1,1 0 0,0-1 1,-1 2-1,1-1 1,-1 0-1,1 0 1,0 0-1,-1 1 1,1-1-1,0 1 0,-1-1 1,1 1-1,-1 0 1,-3 1-427,4-2 236,-1 1-1,1-1 0,-1 1 0,1 0 0,-1 0 0,1 0 0,-1 0 1,1 0-1,0 0 0,-1 0 0,-1 2 0,3-2 173,0-1 0,-1 0 0,1 1 0,0-1 0,0 0 0,0 0 0,-1 1 0,1-1-1,0 0 1,0 1 0,0-1 0,0 1 0,-1-1 0,1 0 0,0 1 0,0-1 0,0 0 0,0 1 0,0-1 0,0 1 0,0-1 0,0 0 0,0 1-1,0-1 1,0 0 0,1 1 0,-1-1 0,0 1 0,0-1 0,0 0 0,0 1 0,1-1 0,-1 0 0,0 0 0,0 1 0,0-1 0,1 0 0,-1 1 0,1-1-1,2 6-3388,-3-5 3453,0-1 1,0 0 0,0 1 0,0-1 0,0 0-1,0 1 1,1-1 0,-1 1 0,0-1-1,0 0 1,0 1 0,0-1 0,1 0 0,-1 0-1,0 1 1,0-1 0,1 0 0,-1 0 0,0 1-1,0-1 1,1 0 0,-1 0 0,0 1-1,1-1 1,-1 0 0,0 0 0,1 0 0,-1 0-1,0 0 1,1 0 0,-1 0 0,1 1 0,-1-1-1,25 1-5124,-17 4 2101</inkml:trace>
</inkml:ink>
</file>

<file path=ppt/ink/ink1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6.100"/>
    </inkml:context>
    <inkml:brush xml:id="br0">
      <inkml:brushProperty name="width" value="0.035" units="cm"/>
      <inkml:brushProperty name="height" value="0.035" units="cm"/>
      <inkml:brushProperty name="color" value="#0066FF"/>
    </inkml:brush>
  </inkml:definitions>
  <inkml:trace contextRef="#ctx0" brushRef="#br0">128 47 2625,'-7'-6'13989,"6"6"-13621,-19 5 6993,15-3-6388,-1 1 0,0 0 1,1 0-1,0 0 0,-8 7 0,1-2-298,11-7-622,0 0 0,-1 0 0,1 0 0,0-1 0,0 1-1,0 0 1,0 0 0,0 0 0,0 1 0,0-1 0,0 0 0,1 0 0,-1 0 0,-1 3 0,-15 22 506,13-16-465,2-8-80,1-1 1,0 1 0,0 0 0,0 0 0,0 0 0,1 0 0,-1 0 0,0 1 0,1-1 0,-1 0 0,1 0 0,0 0 0,0 0 0,0 3 0,3 2-4,-2-3-4,0 0 0,0 0 1,1 0-1,0 0 1,0 0-1,0 0 0,0-1 1,1 1-1,-1-1 1,1 1-1,0-1 1,0 0-1,0 0 0,1 0 1,-1 0-1,1-1 1,-1 1-1,1-1 1,5 2-1,1 0-6,0-1-1,1 0 1,-1-1-1,1 0 1,-1-1 0,1 0-1,0-1 1,0 0-1,-1 0 1,1-1 0,0-1-1,-1 0 1,1 0-1,-1-1 1,0 0 0,0-1-1,0 0 1,0-1-1,12-7 1,-19 9-10,0 0 0,1 0 0,-1-1-1,-1 1 1,1-1 0,0 0 0,-1 0 0,0 1 0,0-1 0,0-1 0,2-6-1,-3 9 8,-1 1-3,0-1 0,1 0 1,-1 1-1,0-1 0,0 1 1,0-1-1,-1 0 0,1 1 0,0-1 1,-1 1-1,1-1 0,-1 1 0,1-1 1,-1 1-1,-1-3 0,-14-24-58,13 23 62,2 4 1,-8-13-5,0 0-1,-14-14 1,-14-15-514,36 42 432,0 1 1,1-1-1,-1 1 0,0-1 1,0 1-1,0-1 0,0 1 1,0 0-1,0 0 0,0-1 1,-1 1-1,1 0 0,0 0 1,0 0-1,0 0 0,0 0 1,0 0-1,0 1 0,0-1 1,0 0-1,0 0 0,0 1 1,0-1-1,0 1 0,0-1 0,0 1 1,-1 0-1,-1 1-669,-1 0 0,1 0 0,0 0 0,-1 1 0,1-1 0,-5 6 0,7-6-217,0 0 0,-1 0-1,1 0 1,0 0 0,1 0 0,-1 0 0,0 1-1,1-1 1,-1 0 0,1 0 0,-1 1-1,1 3 1,5 1-1732,-1-2-2274,-4-1 1762</inkml:trace>
</inkml:ink>
</file>

<file path=ppt/ink/ink1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6.585"/>
    </inkml:context>
    <inkml:brush xml:id="br0">
      <inkml:brushProperty name="width" value="0.035" units="cm"/>
      <inkml:brushProperty name="height" value="0.035" units="cm"/>
      <inkml:brushProperty name="color" value="#0066FF"/>
    </inkml:brush>
  </inkml:definitions>
  <inkml:trace contextRef="#ctx0" brushRef="#br0">92 0 648,'0'0'12184,"-1"10"-5815,-2-8-5526,0 1 0,1-1 0,-1 1 0,1 0 0,-1 0 0,1 0-1,0 0 1,0 0 0,0 0 0,-2 7 0,-2 2-36,-1-3-439,-3 9 140,-16 35-88,22-41-391,2-8-26,1-1 1,-1 1 0,1 0-1,0 1 1,0-1-1,0 0 1,1 0 0,0 0-1,-1 0 1,1 1-1,1-1 1,-1 0 0,1 0-1,-1 1 1,3 6 0,-1-8-9,-1 0 0,1 0 1,0 0-1,0 0 1,0 0-1,0-1 1,1 1-1,-1-1 1,1 1-1,-1-1 0,1 0 1,0 0-1,0 0 1,0 0-1,0-1 1,0 1-1,0-1 1,1 0-1,-1 0 0,0 0 1,7 1-1,-4-1-68,1 0 0,0-1 0,0 0 0,0 0 0,-1-1 0,1 1 0,0-1 0,0-1 0,-1 0-1,12-4 1,-7 2-95,-2 0-39,1 0 0,-1 0 0,16-11 0,-23 14 168,0-1 1,1 1-1,-1-1 0,-1 0 1,1 0-1,0 0 0,0 0 1,-1 0-1,1 0 0,-1-1 1,1 1-1,-1 0 0,0-1 1,0 1-1,0-1 0,-1 1 1,1-1-1,0 0 0,-1 1 1,1-5-1,-1 1-67,0 0 1,0 0-1,-1-1 0,1 1 1,-1 0-1,-1 0 0,1 0 0,-1 0 1,0 0-1,0 1 0,-1-1 1,0 0-1,0 1 0,0 0 1,0 0-1,-1 0 0,0 0 1,0 0-1,0 1 0,-1 0 0,0 0 1,1 0-1,-9-5 0,8 6-534,-17-10-3088,21 13 3516,0 0 1,0 0-1,0-1 0,1 1 1,-1 0-1,0 0 0,0 0 1,0 0-1,1 0 1,-1 0-1,0 0 0,0 0 1,0 0-1,1 0 0,-1 0 1,0 1-1,0-1 0,0 0 1,1 1-1,-1-1 0,0 0 1,1 1-1,-1-1 0,0 1 1,1-1-1,-1 1 0,0-1 1,0 2-1,-5 3-2310,-4 4-292,8-1-1857,2-4 2027</inkml:trace>
</inkml:ink>
</file>

<file path=ppt/ink/ink1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7.663"/>
    </inkml:context>
    <inkml:brush xml:id="br0">
      <inkml:brushProperty name="width" value="0.035" units="cm"/>
      <inkml:brushProperty name="height" value="0.035" units="cm"/>
      <inkml:brushProperty name="color" value="#0066FF"/>
    </inkml:brush>
  </inkml:definitions>
  <inkml:trace contextRef="#ctx0" brushRef="#br0">172 6 1512,'7'-5'15698,"-12"5"-14658,0 0 0,-1 1-1,1 0 1,0 0 0,0 0-1,0 0 1,0 1 0,0 0-1,0 0 1,0 1 0,0-1-1,1 1 1,-8 5 0,-3 2-39,-28 28-1001,40-36-143,1 0 1,0 0-1,-1 1 1,1-1-1,0 1 1,1 0-1,-1 0 1,0 0-1,1 0 1,-1 0-1,1 0 1,0 0-1,-1 4 1,2-6-76,0-1-1,0 1 1,-1-1-1,1 1 1,0-1 0,0 1-1,-1-1 1,1 0 0,0 1-1,0-1 1,-1 1 0,1-1-1,-1 0 1,1 1-1,0-1 1,-1 0 0,1 0-1,-1 1 1,1-1 0,-1 0-1,1 0 1,-1 1 0,1-1-1,0 0 1,-1 0-1,1 0 1,-1 0 0,0 0-1,-5 2-6346</inkml:trace>
</inkml:ink>
</file>

<file path=ppt/ink/ink1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8.233"/>
    </inkml:context>
    <inkml:brush xml:id="br0">
      <inkml:brushProperty name="width" value="0.035" units="cm"/>
      <inkml:brushProperty name="height" value="0.035" units="cm"/>
      <inkml:brushProperty name="color" value="#0066FF"/>
    </inkml:brush>
  </inkml:definitions>
  <inkml:trace contextRef="#ctx0" brushRef="#br0">61 39 3001,'-15'-10'26415,"12"10"-26094,1 0-250,1 0-1,-1 0 1,1 0 0,-1 1 0,0-1-1,1 1 1,-1-1 0,1 1 0,-1-1-1,1 1 1,0 0 0,-1 0 0,1 0-1,0 0 1,-1 0 0,1 0 0,0 0-1,0 0 1,0 0 0,0 1 0,0-1-1,0 0 1,-1 3 0,-1 2 161,2-6-225,1 0 0,-1 1 0,1-1 1,0 0-1,-1 1 0,1-1 0,0 0 0,0 1 0,-1-1 0,1 0 1,0 1-1,0-1 0,-1 0 0,1 1 0,0-1 0,0 1 0,0-1 0,0 1 1,0-1-1,-1 0 0,1 1 0,0-1 0,0 1 0,0-1 0,0 1 1,0-1-1,1 1 0,-1 0-5,-1 1 3,1 0 0,0 1 0,0-1 0,0 1 0,0-1-1,0 1 1,0-1 0,1 0 0,-1 1 0,1-1 0,0 0 0,0 1-1,0-1 1,0 0 0,0 0 0,0 0 0,0 0 0,1 0 0,-1 0-1,1 0 1,2 2 0,2 1 8,0-1-1,0 1 0,0-1 1,1 0-1,0-1 1,0 0-1,0 0 1,0 0-1,10 1 1,-2 0-47,0-2 1,0 1 0,26-1 0,-18-1-95,-18 0 65,0-1 0,0 1 1,-1-1-1,1-1 1,10 0-1,-6-1-99,0 0-1,0-1 1,0 0-1,8-4 1,-14 5 86,1 1 0,-1-1 0,0-1-1,0 1 1,0 0 0,-1-1 0,1 1 0,-1-1 0,1 0 0,-1 0 0,0 0-1,3-5 1,-5 6 31,1-1 1,-1 1-1,0-1 0,0 1 0,0-1 0,0 1 0,0-1 0,-1 1 0,1-1 0,-1 1 0,0 0 1,1-1-1,-1 1 0,0 0 0,0-1 0,-1 1 0,-2-4 0,-2-7-212,4 9 148,0 0 0,-1-1-1,1 1 1,-1 0 0,0 0 0,-6-7 0,7 10-68,1-1 1,-1 0-1,0 1 0,1 0 1,-1-1-1,0 1 0,0 0 1,0 0-1,0 0 1,0 0-1,0 0 0,0 1 1,0-1-1,0 1 0,-3-1 1,3 1-698,-1 0-1303,3 0 2021,-1 0-1,1 0 1,-1-1 0,1 1 0,0 0 0,-1 0-1,1 0 1,-1 0 0,1 0 0,0 0 0,-1 0-1,1 0 1,-1 0 0,1 0 0,-1 0-1,1 0 1,0 0 0,-1 1 0,1-1 0,-1 0-1,1 0 1,0 0 0,-1 1 0,1-1-1,0 0 1,-1 0 0,1 1 0,0-1 0,-1 0-1,1 1 1,0-1 0,0 0 0,-1 1-1,1-1 1,0 0 0,0 1 0,0-1 0,-1 1-1,1 0-9,0-1 0,0 0 0,0 1 0,0-1 0,0 1 0,0-1 0,0 0 0,1 1-1,-1-1 1,0 0 0,0 1 0,0-1 0,0 1 0,1-1 0,-1 0 0,0 1 0,0-1 0,1 0-1,-1 1 1,0-1 0,0 0 0,1 0 0,-1 1 0,0-1 0,1 0 0,-1 0 0,0 0 0,1 1 0,-1-1-1,1 0 1,-1 0 0,1 0 0,16 0-2872,-7 0 663,-2 0 79</inkml:trace>
</inkml:ink>
</file>

<file path=ppt/ink/ink1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8.635"/>
    </inkml:context>
    <inkml:brush xml:id="br0">
      <inkml:brushProperty name="width" value="0.035" units="cm"/>
      <inkml:brushProperty name="height" value="0.035" units="cm"/>
      <inkml:brushProperty name="color" value="#0066FF"/>
    </inkml:brush>
  </inkml:definitions>
  <inkml:trace contextRef="#ctx0" brushRef="#br0">163 1 2016,'-15'0'8983,"-4"1"-5187,9 2-1838,7-2-1216,-1-1-1,0 1 1,1 0 0,-1 1 0,1-1-1,0 1 1,-1-1 0,1 1 0,-6 5-1,-5 4 2151,11-9-2716,1-1 0,0 1 0,0-1 0,0 1 1,0 0-1,0 0 0,0 0 0,0 0 0,-2 4 0,-7 8 245,-4 8-40,10-12-260,4-8-111,0-1 0,0 1 0,0-1 0,0 1-1,0-1 1,0 1 0,1 0 0,-1-1 0,1 1-1,-1 0 1,1 0 0,-1-1 0,1 1 0,0 0-1,0 0 1,0 0 0,0-1 0,0 1 0,1 3-1,3 3 9,-3-5-8,1 1-1,-1-1 0,1 0 0,0 0 0,0 0 0,0 0 0,0 0 0,0 0 0,1 0 1,-1-1-1,1 1 0,0-1 0,0 0 0,0 0 0,0 0 0,0 0 0,0 0 0,0-1 1,0 0-1,5 2 0,5 2 8,6 0-4,3-4-6,-18 0-5,-1-1 0,1 1 0,0-1 0,-1 0 0,1-1 0,-1 1 0,1-1 0,6-1-1,-6 1-23,1-1 0,-1 1 0,1-1-1,-1 0 1,0 0 0,0 0-1,0-1 1,6-5 0,-8 6-13,0 0 0,-1 0 0,1 0 0,-1 0 0,0 0 0,0-1-1,1 1 1,-2-1 0,1 1 0,0-1 0,0 1 0,-1-1 0,1 1 0,-1-1 0,0 1 0,0-6 0,-2 3-211,0 0 0,0 0-1,0 0 1,-1 0 0,0 0-1,0 1 1,0-1-1,0 1 1,-1 0 0,-3-4-1,2 4 3,3 1-173,0 1 1,0-1 0,-1 1 0,1 0 0,-1 0 0,1 0 0,-1 1 0,0-1-1,0 1 1,0-1 0,0 1 0,0 0 0,0 0 0,0 0 0,-4 0 0,-4 0-1078,-3 1-1528,-11 6-1876,24-6 3285,9 0-6046</inkml:trace>
</inkml:ink>
</file>

<file path=ppt/ink/ink1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9.211"/>
    </inkml:context>
    <inkml:brush xml:id="br0">
      <inkml:brushProperty name="width" value="0.035" units="cm"/>
      <inkml:brushProperty name="height" value="0.035" units="cm"/>
      <inkml:brushProperty name="color" value="#0066FF"/>
    </inkml:brush>
  </inkml:definitions>
  <inkml:trace contextRef="#ctx0" brushRef="#br0">78 134 1288,'-2'1'590,"0"0"0,-1 0 0,1 0 0,0-1-1,0 1 1,0-1 0,0 0 0,-1 1 0,1-1 0,-3 0-1,3 0-227,0 0 0,0 0-1,0 0 1,0 0 0,0 0-1,0 1 1,0-1 0,0 1-1,0-1 1,-1 2 0,-12 0 2661,15-2-2925,0 0 0,-1 0 1,1 0-1,0 0 0,-1 0 1,1-1-1,-1 1 0,1 0 0,0 0 1,-1 0-1,1 0 0,-1 0 1,1 0-1,0 1 0,-1-1 1,1 0-1,0 0 0,-1 0 1,1 0-1,-1 0 0,1 0 1,0 1-1,-1-1 0,1 0 1,0 0-1,0 1 0,-1-1 0,1 0 1,0 0-1,-1 1 0,1-1 1,0 0-1,0 1 0,0-1 1,-1 0-1,1 1 0,0-1 1,0 0-1,0 1 0,0-1 1,0 1-1,0-1 0,0 0 1,0 1-1,0 1 1163,25 7 1049,-21-8-2188,-1 0 1,0-1-1,1 1 0,-1-1 1,1 0-1,4-1 1,16 1 117,3 2-120,-1-1-1,48-6 0,-54 4-693,1-2 0,-1 0 0,0-2 1,-1 0-1,1-1 0,-1-1 0,30-15 1,-47 21 543,-1 1 0,0-1 0,0 0 1,0 0-1,0 0 0,0 0 0,0 1 1,-1-1-1,1 0 0,0 0 0,0-1 1,-1 1-1,1 0 0,-1 0 0,1 0 1,-1 0-1,1-1 0,-1 1 0,1 0 1,-1 0-1,0-1 0,0 1 0,0 0 1,0 0-1,0-1 0,0-1 0,-1 1 65,1 1-1,-1-1 0,1 0 0,-1 1 0,0-1 1,0 1-1,0-1 0,0 1 0,0-1 0,0 1 0,0 0 1,0 0-1,-1-1 0,1 1 0,0 0 0,-1 0 0,1 0 1,-1 1-1,1-1 0,-4-1 0,-52-30 3103,43 26-1991,9 3-514,0 1 1,0 0-1,-1 0 0,1 0 0,-1 1 0,0 0 1,-10-2-1,14 3-252,12 10 3,39 15-309,-30-16-72,25 15-1,-39-21-11,0 1-1,0-1 0,0 1 1,-1 0-1,0 1 0,0-1 0,0 1 1,0 0-1,4 7 0,-7-9-9,0 0 0,0 0 0,-1 0 0,0 0 0,1 0-1,-1 0 1,0 0 0,0-1 0,0 1 0,-1 0 0,1 0 0,-1 0-1,0 0 1,0 0 0,0 0 0,0-1 0,0 1 0,-3 4 0,-6 3-220,-1-1 1,-19 12 0,1-7-2548,-2-8-5535,41-22-2990,-3 11 7616</inkml:trace>
</inkml:ink>
</file>

<file path=ppt/ink/ink1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9.798"/>
    </inkml:context>
    <inkml:brush xml:id="br0">
      <inkml:brushProperty name="width" value="0.035" units="cm"/>
      <inkml:brushProperty name="height" value="0.035" units="cm"/>
      <inkml:brushProperty name="color" value="#0066FF"/>
    </inkml:brush>
  </inkml:definitions>
  <inkml:trace contextRef="#ctx0" brushRef="#br0">77 17 856,'0'0'2427,"-18"-10"7924,10 9-7347,0-4 7002,-9 5-3902,10 0-6085,5 2-19,1-1 0,0 0 0,0 0 0,-1 0 0,1 1 0,0-1 0,0 1 0,0-1 0,0 1 0,0-1 0,1 1 0,-1-1 0,0 1 0,1 0 0,-1-1 0,1 4 0,-3 31 0,3-35 0,9 78 0,-9-74 0,1 1 0,0-1 0,0 0 0,1 0 0,0 0 0,0 0 0,4 8 0,6 18 0,-11-27 2,1-1-1,-1 1 1,1-1 0,0 0 0,-1 1-1,6 5 1,-5-7-49,0 0-1,-1 0 1,1 0-1,-1 1 1,1-1-1,-1 1 1,0-1 0,0 1-1,0-1 1,0 1-1,-1 0 1,1-1-1,0 6 1,1 9-6834,5-13 143</inkml:trace>
</inkml:ink>
</file>

<file path=ppt/ink/ink1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0:59.995"/>
    </inkml:context>
    <inkml:brush xml:id="br0">
      <inkml:brushProperty name="width" value="0.035" units="cm"/>
      <inkml:brushProperty name="height" value="0.035" units="cm"/>
      <inkml:brushProperty name="color" value="#0066FF"/>
    </inkml:brush>
  </inkml:definitions>
  <inkml:trace contextRef="#ctx0" brushRef="#br0">44 151 824,'-43'5'21109,"55"-5"-15804,3-1-3515,8-2-812,44-1 1,-4 0-157,-2-5-2970,-35 3-2049,42-15-1,-52 15 2420,1-1 1,-1-1-1,0 0 0,-1-2 1,0 1-1,26-24 1,-24 18-2168,0 4-91</inkml:trace>
</inkml:ink>
</file>

<file path=ppt/ink/ink1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0.196"/>
    </inkml:context>
    <inkml:brush xml:id="br0">
      <inkml:brushProperty name="width" value="0.035" units="cm"/>
      <inkml:brushProperty name="height" value="0.035" units="cm"/>
      <inkml:brushProperty name="color" value="#0066FF"/>
    </inkml:brush>
  </inkml:definitions>
  <inkml:trace contextRef="#ctx0" brushRef="#br0">121 32 2897,'-84'0'12203,"48"0"-3151,63 7-8373,-9-5-1483,0-1 0,1 0 0,-1-1 0,1-2-1,20-3 1,8 1-2281,-23 1-420,40-11 0,-23 5-1746,-16 3 1335</inkml:trace>
</inkml:ink>
</file>

<file path=ppt/ink/ink1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2.051"/>
    </inkml:context>
    <inkml:brush xml:id="br0">
      <inkml:brushProperty name="width" value="0.035" units="cm"/>
      <inkml:brushProperty name="height" value="0.035" units="cm"/>
      <inkml:brushProperty name="color" value="#0066FF"/>
    </inkml:brush>
  </inkml:definitions>
  <inkml:trace contextRef="#ctx0" brushRef="#br0">52 144 1576,'-3'0'679,"0"0"-1,0 0 1,1 1-1,-1-1 1,0 1 0,0 0-1,0 0 1,0 0-1,1 0 1,-4 2-1,5-2-271,0 0 0,-1-1 1,1 1-1,0 0 0,0 0 0,0 0 0,0 0 0,0 0 0,0 0 0,0 1 0,1-1 1,-1 0-1,0 0 0,1 1 0,-1-1 0,1 0 0,-1 1 0,1-1 0,0 0 1,-1 1-1,1-1 0,0 2 0,0 4 984,0-1 1,0 0 0,1 1-1,0-1 1,0 0-1,3 10 1,7 32 1687,-5-33-2598,-5-10-389,1 0-1,0-1 0,0 1 0,0-1 1,0 0-1,6 8 0,-7-10-69,1 1-1,0 0 0,-1 0 1,1 0-1,-1 0 0,0 0 1,1 5-1,4 11 51,-3-14-56,-2-3-15,-1 0 1,1 0-1,0-1 1,0 1-1,0 0 1,1-1-1,-1 1 0,0-1 1,1 0-1,-1 1 1,1-1-1,-1 0 0,1 0 1,1 1-1,-3-1 18,1 1 58,8-6-30,-7 3-47,1-1 0,-1 0 0,0-1 0,0 1 0,0 0 0,-1-1 0,1 1 0,0-1 0,1-4 0,10-14 0,-11 19 0,0 0 0,-1 0 0,1 0 0,-1 0 0,1 0 0,-1-1 0,0 1 0,0 0 0,0-1 0,0 1 0,0-1 0,-1 1 0,1-1 0,-1 0 0,1 1 0,-1-1 0,0 1 0,-1-5 0,2 3 0,0-1 0,-1 1 0,2 0 0,-1 0 0,0-1 0,1 1 0,0 0 0,3-5 0,8-22 0,-10 23 0,1-1 0,1 1 0,-1 0 0,11-12 0,-13 16 0,-2 3 0,0 0 0,1 1 0,-1-1 0,0 0 0,1 1 0,-1-1 0,1 0 0,-1 1 0,1-1 0,-1 1 0,1-1 0,-1 1 0,1 0 0,0-1 0,-1 1 0,1-1 0,0 1 0,-1 0 0,1 0 0,0-1 0,-1 1 0,1 0 0,0 0 0,0 0 0,-1 0 0,2 0 0,0-1 0,1 1 0,-1 0 0,0 0 0,0-1 0,0 2 0,0-1 0,0 0 0,0 0 0,0 1 0,0-1 0,0 1 0,0-1 0,0 1 0,0 0 0,-1 0 0,1 0 0,0 0 0,3 2 0,-2 0 0,1 0 0,-1 0 0,0 0 0,0 0 0,0 0 0,0 0 0,-1 1 0,3 4 0,13 18 0,-16-21 0,1-1 0,0 0 0,0 0 0,0 0 0,1 0 0,-1-1 0,6 5 0,9 10 0,-17-17 0,-1-1 0,1 1 0,0 0 0,0 0 0,-1 0 0,1-1 0,0 1 0,0 0 0,0-1 0,0 1 0,0-1 0,0 1 0,0-1 0,0 0 0,0 1 0,0-1 0,0 0 0,0 0 0,0 0 0,0 0 0,0 0 0,0 0 0,1 0 0,-1 0 0,0 0 0,1 0 0,-2 0 0,1 0 0,-1 0 0,1 0 0,-1 0 0,0 0 0,1 0 0,-1 0 0,0 0 0,1-1 0,-1 1 0,0 0 0,1 0 0,-1 0 0,1 0 0,-1 0 0,0-1 0,0 1 0,1 0 0,-1 0 0,0 0 0,1-1 0,-1 1 0,0 0 0,0-1 0,1 1 0,-1 0 0,0 0 0,0-1 0,0 1 0,0 0 0,1-1 0,-1 1 0,0 0 0,0-1 0,0 1 0,0-1 0,0 1 0,0 0 0,0-1 0,0 0 0,5-5 0,-4 3 0,1 0 0,0 1 0,0 0 0,1-1 0,-1 1 0,5-4 0,-6 5 0,0 1 0,0-1 0,0 0 0,0 0 0,-1 0 0,1 1 0,0-1 0,-1 0 0,1 0 0,-1 0 0,1 0 0,-1 0 0,1-2 0,7-9 0,-4 8 0,0 0 0,0 0 0,-1 0 0,1 0 0,-1-1 0,0 0 0,0 1 0,-1-1 0,1 0 0,-1-1 0,0 1 0,0 0 0,1-10 0,-3 14 0,1-1 0,-1 1 0,0-1 0,0 1 0,1-1 0,-1 1 0,1-1 0,-1 1 0,1-1 0,0 1 0,0 0 0,-1-1 0,1 1 0,0 0 0,0 0 0,0-1 0,2 0 0,-3 2 0,1-1 0,-1 1 0,1-1 0,-1 1 0,1-1 0,-1 1 0,1 0 0,-1 0 0,1-1 0,-1 1 0,1 0 0,-1 0 0,1-1 0,-1 1 0,1 0 0,0 0 0,-1 0 0,1 0 0,-1 0 0,1 0 0,0 0 0,-1 0 0,1 0 0,-1 0 0,1 0 0,-1 0 0,1 1 0,0-1 0,-1 0 0,1 0 0,-1 0 0,1 1 0,-1-1 0,1 0 0,-1 1 0,1 0 0,5 5 0,-3-1 0,1-1 0,-1 0 0,0 1 0,0 0 0,4 8 0,-2-3 0,1-1 0,1 0 0,0 0 0,0-1 0,1 0 0,0 0 0,0-1 0,12 8 0,-11-7 0,-1-3 0,0-1 0,0 0 0,1 0 0,-1-1 0,1 0 0,-1 0 0,1-1 0,0 0 0,0-1 0,0 0 0,14-1 0,-16 1 0,0-1 0,-1-1 0,1 1 0,0-1 0,-1-1 0,1 1 0,-1-1 0,1 0 0,-1 0 0,0-1 0,0 0 0,0 0 0,0-1 0,6-4 0,-10 6 0,0 0 0,-1 0 0,1 0 0,0 0 0,-1-1 0,1 1 0,-1-1 0,0 1 0,1-1 0,-1 1 0,0-1 0,-1 0 0,1 1 0,0-1 0,-1 0 0,0 0 0,0 1 0,0-1 0,0 0 0,0 0 0,0 0 0,0 1 0,-1-1 0,0 0 0,1 0 0,-1 1 0,0-1 0,-1 0 0,-1-3 0,-11-20 0,13 23 0,0 0 0,-1 0 0,1 0 0,-1 0 0,0 1 0,0-1 0,0 0 0,0 1 0,0-1 0,0 1 0,-1 0 0,-4-4 0,-2-2 0,6 6 0,1 0 0,-1 0 0,0 0 0,0 0 0,0 1 0,1-1 0,-1 1 0,-1 0 0,-4-2 0,4 3 0,0 0 0,0 0 0,0 1 0,0-1 0,0 1 0,0 0 0,1 0 0,-1 0 0,0 1 0,0-1 0,1 1 0,-1 0 0,1 0 0,-1 0 0,1 0 0,0 1 0,0 0 0,0-1 0,0 1 0,-3 5 0,-20 34 0,25-40 0,1 0 0,-1 0 0,0 0 0,1 0 0,-1-1 0,1 1 0,-1 0 0,1 0 0,0 0 0,0 0 0,0 0 0,0 0 0,0 0 0,1 0 0,-1 0 0,1 0 0,-1 0 0,1 0 0,-1-1 0,1 1 0,0 0 0,0 0 0,0-1 0,0 1 0,0 0 0,0-1 0,3 3 0,1 4 0,-5-7 0,1-1 0,-1 1 0,0-1 0,1 1 0,-1 0 0,1-1 0,-1 0 0,1 1 0,-1-1 0,1 1 0,-1-1 0,1 1 0,-1-1 0,1 0 0,0 1 0,-1-1 0,1 0 0,0 0 0,-1 0 0,1 1 0,0-1 0,0 0 0,6 1 0,-1 0 0,1 0 0,-1 0 0,1-1 0,-1 0 0,1-1 0,-1 1 0,1-1 0,-1 0 0,8-3 0,-2 1 0,-1-1 0,0 0 0,1-1 0,16-10 0,-25 12 0,1 1 0,-1-1 0,0 0 0,0-1 0,0 1 0,3-6 0,13-11 0,-17 19 0,-1 0 0,0-1 0,1 1 0,-1 0 0,0 0 0,0-1 0,0 1 0,0-1 0,0 1 0,0-1 0,0 1 0,-1-1 0,1 1 0,0-1 0,-1 0 0,1 1 0,-1-1 0,0 0 0,0 0 0,1 1 0,-1-1 0,-1-3 0,1 5 0,0-1 0,0 1 0,0 0 0,0-1 0,0 1 0,0 0 0,0-1 0,0 1 0,0 0 0,-1-1 0,1 1 0,0 0 0,0-1 0,0 1 0,-1 0 0,1-1 0,0 1 0,0 0 0,-1 0 0,1-1 0,0 1 0,0 0 0,-1 0 0,1 0 0,0-1 0,-1 1 0,1 0 0,0 0 0,-1 0 0,1 0 0,-1 0 0,1 0 0,0 0 0,-1 0 0,0 0 0,-24 4 0,25-4 0,-1 0 0,1 0 0,0 0 0,-1 0 0,1 0 0,0 0 0,-1 0 0,1 0 0,-1 0 0,1 0 0,0 0 0,-1 0 0,1 0 0,0 1 0,-1-1 0,1 0 0,0 0 0,0 0 0,-1 1 0,1-1 0,0 0 0,-1 0 0,1 1 0,0-1 0,0 0 0,0 1 0,-1-1 0,1 0 0,0 1 0,0-1 0,0 0 0,0 1 0,0-1 0,-1 0 0,1 1 0,0-1 0,0 0 0,0 1 0,0-1 0,0 1 0,0-1 0,0 0 0,0 1 0,1 0 0,-2 2 0,1-3 0,-1 1 0,0-1 0,1 1 0,-1-1 0,1 1 0,-1-1 0,1 1 0,-1-1 0,1 1 0,0-1 0,-1 1 0,1-1 0,0 1 0,-1 0 0,1-1 0,0 1 0,0 0 0,-1-1 0,1 1 0,0 0 0,0-1 0,0 1 0,0 0 0,0-1 0,0 1 0,0 0 0,0 0 0,0-1 0,1 1 0,-1 0 0,0-1 0,0 1 0,0 0 0,1 0 0,4 7 0,-4-7 0,0 1 0,-1-1 0,1 1 0,0-1 0,1 1 0,-1-1 0,0 0 0,0 0 0,1 0 0,-1 1 0,0-1 0,1-1 0,-1 1 0,3 1 0,1 0 0,1 0 0,0-1 0,0 0 0,0 0 0,0 0 0,0-1 0,0 1 0,1-2 0,10-1 0,4 1 0,-14 1 0,0-1 0,0 0 0,0-1 0,-1 0 0,1 0 0,-1 0 0,0-1 0,1 0 0,-1 0 0,0-1 0,-1 0 0,1 0 0,7-6 0,-8 5 0,-2 3 0,-1-1 0,1 1 0,-1-1 0,1 0 0,-1 0 0,0 0 0,3-6 0,10-8 0,-14 16 0,1 0 0,-1-1 0,1 1 0,-1 0 0,0-1 0,0 1 0,1-1 0,-1 0 0,0 1 0,-1-1 0,1 0 0,0 1 0,0-1 0,-1 0 0,1 0 0,-1 0 0,1-3 0,3-12 0,-3 13 0,0 1 0,0 0 0,-1-1 0,1 1 0,-1-1 0,1-6 0,-3 6 0,2 4 0,0 0 0,0-1 0,0 1 0,-1 0 0,1 0 0,0 0 0,0 0 0,0 0 0,0 0 0,-1 0 0,1 0 0,0 0 0,0 0 0,0 0 0,-1 0 0,1 0 0,0 0 0,0 0 0,0 0 0,0 0 0,-1 0 0,1 0 0,0 0 0,0 0 0,0 0 0,-1 0 0,1 0 0,0 0 0,0 0 0,0 0 0,0 0 0,0 0 0,-1 1 0,1-1 0,0 0 0,0 0 0,0 0 0,0 0 0,0 0 0,0 1 0,-1-1 0,1 0 0,0 0 0,0 0 0,0 0 0,0 1 0,0-1 0,0 0 0,0 0 0,0 0 0,0 0 0,0 1 0,0-1 0,0 0 0,0 0 0,0 7 0,-4 2 0,4-9 0,-1 1 0,1 0 0,-1-1 0,1 1 0,-1 0 0,1-1 0,0 1 0,0 0 0,-1 0 0,1-1 0,0 1 0,0 0 0,0 0 0,-1-1 0,1 1 0,0 1 0,0 5 0,0-1 0,0 1 0,1 0 0,0 0 0,0 0 0,4 10 0,6 35 0,-6-31 0,-4-17 0,0 0 0,0 1 0,1-1 0,-1 0 0,1 0 0,0 0 0,0 0 0,0 0 0,3 4 0,-1-3 0,0 1 0,-1 0 0,0 0 0,0 0 0,2 10 0,-3-10 0,1 1 0,-1-1 0,1 0 0,0 0 0,6 9 0,9 6 0,-11-16 0,-2 0 0,-10-4 0,1-1 0,1 0 0,-1 0 0,1 0 0,-1 1 0,1 0 0,-1 0 0,1 0 0,-1 0 0,1 0 0,-5 3 0,-23 10 0,28-13 0,0 0 0,-1 0 0,1 0 0,0 1 0,0-1 0,0 1 0,0 0 0,0 0 0,1 0 0,-1 0 0,0 0 0,1 1 0,0-1 0,-1 1 0,-2 4 0,4-6 0,0 1 0,-1 0 0,0-1 0,1 1 0,-1-1 0,0 1 0,0-1 0,-3 2 0,-11 9 0,-9 3 0,17-14 0,7-1 0,0 1 0,0-1 0,0 0 0,0 0 0,0 0 0,0-1 0,0 1 0,0 0 0,0 0 0,0 0 0,0-1 0,0 1 0,0-1 0,0 1 0,1 0 0,-1-1 0,0 0 0,0 1 0,0-1 0,0 1 0,1-1 0,-1 0 0,0 0 0,1 1 0,-1-1 0,1 0 0,-2-2 0,2 1 0,-1-1 0,1 0 0,-1 1 0,1-1 0,0 0 0,0 0 0,0 1 0,1-4 0,0-7 0,0 7 0,1 1 0,-1 0 0,1-1 0,1 1 0,-1 0 0,1 0 0,0 1 0,5-9 0,0 5-59,-1 0 1,1 0-1,1 0 0,-1 1 1,1 1-1,0-1 1,1 2-1,13-7 0,8-2-439,46-12-1,7-4-36,-51 18-140,-17 6 283,0 0 0,20-12 0,33-26 398,-69 44 21,0-1-1,0 1 1,0 0 0,1 0-1,-1 0 1,0 0 0,0 0-1,0 0 1,0-1 0,0 1-1,1 0 1,-1 0 0,0 0-1,0 0 1,0 0 0,0-1-1,0 1 1,0 0 0,0 0-1,0 0 1,0-1 0,0 1-1,0 0 1,0 0-1,0 0 1,0-1 0,0 1-1,0 0 1,0 0 0,0 0-1,0-1 1,0 1 0,0 0-1,0 0 1,0 0 0,0 0-1,0-1 1,0 1 0,0 0-1,0 0 1,-1 0 0,1 0-1,0-1 1,0 1-1,0 0 1,0 0 0,0 0-1,-1 0 1,1 0 0,0 0-1,0-1 1,0 1 0,0 0-1,-1 0 1,1 0 0,0 0-1,0 0 1,0 0 0,-1 0-1,1 0 1,-1 0 48,0-1-1,1 1 1,-1 0-1,0 0 1,0-1 0,1 1-1,-1 0 1,0 0-1,0 0 1,1 0 0,-1 0-1,0 0 1,0 0-1,0 0 1,1 1 0,-1-1-1,0 0 1,0 1-1,-6 2 14,6-3-82,1 0 0,0 0 0,-1 0 0,1 0 0,-1 0 0,1 0 1,-1 1-1,1-1 0,0 0 0,-1 0 0,1 1 0,0-1 1,-1 0-1,1 0 0,0 1 0,-1-1 0,1 0 0,0 1 1,0-1-1,-1 1 0,1-1 0,0 0 0,0 1 0,-1-1 1,1 1-1,0-1 0,0 0 0,0 1 0,0-1 0,0 1 1,0-1-1,0 1 0,0-1 0,0 1 0,-5 6 43,6-7-48,-1 0 0,0 0 0,0 0 0,1 0-1,-1 0 1,0 0 0,0 0 0,1 0 0,-1 0 0,0 0 0,0 0 0,1 0 0,-1 0 0,0 0-1,0 1 1,0-1 0,1 0 0,-1 0 0,0 0 0,0 0 0,0 0 0,1 1 0,-1-1 0,0 0-1,0 0 1,0 0 0,0 1 0,0-1 0,1 0 0,-1 0 0,0 0 0,0 1 0,0-1 0,0 0-1,0 0 1,0 1 0,0-1 0,0 0 0,0 0 0,0 1 0,0-1 0,0 0 0,0 0 0,0 1-1,0-1 1,0 0 0,0 0 0,0 1 0,0-1 0,-1 0 0,1 0 0,0 0 0,0 1 0,0-1-1,0 0 1,0 0 0,0 0 0,-1 1 0,1-1 0,0 0 16,0 1-13,1-1-1,-1 0 1,0 1-1,1-1 0,-1 0 1,0 1-1,0-1 1,1 0-1,-1 1 0,1-1 1,-1 0-1,0 0 1,1 0-1,-1 1 0,1-1 1,-1 0-1,0 0 1,1 0-1,-1 0 1,1 0-1,-1 0 0,1 0 1,-1 0-1,1 0 1,9-1 64,1-1 0,-1 0 1,16-7-1,-16 6-40,-4 0-25,-1 0 1,0 0-1,0-1 1,0 0-1,0 0 0,0 0 1,-1-1-1,1 1 1,6-11-1,-9 12 2,-1 1-5,0 1 1,0-1-1,-1 0 1,1 1-1,-1-1 1,0 0-1,1 0 1,-1 1-1,0-1 1,0 0-1,0 1 1,0-1-1,0 0 1,-1 0-1,1 1 1,-1-4-1,-10-22 5,8 24-5,-1 1 0,1 0 0,0 0 0,-1 0 0,1 0 0,-1 1 0,0-1 0,0 1 0,0 0 0,1 0 0,-1 0 0,0 1 0,-8-1 0,8 3 0,0-1 0,0 1 0,0 0 0,0 0 0,1 1 0,-1-1 0,1 1 0,-1 0 0,1-1 0,0 1 0,0 1 0,0-1 0,0 0 0,1 1 0,-5 7 0,4-5 0,0 1 0,0-1 0,1 1 0,0 0 0,0 0 0,1 0 0,0 0 0,0 1 0,0 9 0,1 84-9617,1-99 9276,-1-1-1,0 0 0,1 0 1,-1 0-1,1 0 0,-1 0 1,1 0-1,-1 0 0,1 0 1,0 0-1,0-1 0,-1 1 1,1 0-1,0 0 0,0 0 0,0-1 1,0 1-1,0-1 0,0 1 1,0-1-1,0 1 0,0-1 1,0 1-1,0-1 0,0 0 1,0 1-1,0-1 0,1 0 1,1 0-1,-1 0-404,0 1 0,0-1 0,-1 1-1,1-1 1,0 1 0,0 0 0,-1 0 0,1 0 0,0 0-1,-1 0 1,3 2 0,-2 2-2784</inkml:trace>
</inkml:ink>
</file>

<file path=ppt/ink/ink1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2.513"/>
    </inkml:context>
    <inkml:brush xml:id="br0">
      <inkml:brushProperty name="width" value="0.035" units="cm"/>
      <inkml:brushProperty name="height" value="0.035" units="cm"/>
      <inkml:brushProperty name="color" value="#0066FF"/>
    </inkml:brush>
  </inkml:definitions>
  <inkml:trace contextRef="#ctx0" brushRef="#br0">19 155 160,'-18'-2'19630,"27"5"-15895,-2-1-2599,0-1 0,0 0 0,0 0 0,8 0 0,53-4 983,-33 0-1371,365-24-137,-157 10-527,15-8-667,-99 7-218,-20-4-4656,-4-9-5761,-130 30 10179,24-7-2206,-19 2-3091</inkml:trace>
</inkml:ink>
</file>

<file path=ppt/ink/ink1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2.745"/>
    </inkml:context>
    <inkml:brush xml:id="br0">
      <inkml:brushProperty name="width" value="0.035" units="cm"/>
      <inkml:brushProperty name="height" value="0.035" units="cm"/>
      <inkml:brushProperty name="color" value="#0066FF"/>
    </inkml:brush>
  </inkml:definitions>
  <inkml:trace contextRef="#ctx0" brushRef="#br0">99 86 96,'-11'6'2260,"-1"-1"0,0 0 0,0 0-1,-13 3 1,12-4 311,12-4-2344,0 0 0,1 0 0,-1 0 0,1 0 0,-1 0 0,0 1 0,1-1 1,-1 0-1,0 0 0,1 1 0,-1-1 0,1 1 0,-1-1 0,1 0 0,-1 1 0,1-1 1,-1 1-1,1-1 0,-1 1 0,1-1 0,0 1 0,-1 1 0,1-2 12,0 1-1,0-1 1,1 0 0,-1 1-1,0-1 1,0 1-1,1-1 1,-1 1 0,0-1-1,1 0 1,-1 1-1,0-1 1,1 1 0,-1-1-1,1 0 1,-1 0-1,0 1 1,1-1 0,-1 0-1,1 0 1,-1 1-1,1-1 1,4 2 446,0-1 0,-1 1-1,1-1 1,0 0 0,-1 0 0,8 0-1,295-19 2613,138-29-3852,-412 43 31,80-12-3947,-99 13 2485,-1-1 0,1 0 0,-1 0 1,0-2-1,23-12 0,-30 16 276,4-3-1406,-10 5 2975,0 0 0,0 0 1,0-1-1,1 1 1,-1 0-1,0 0 1,0 0-1,0-1 0,0 1 1,0 0-1,0 0 1,0-1-1,1 1 1,-1 0-1,0 0 0,0-1 1,0 1-1,0 0 1,0 0-1,0-1 0,0 1 1,0 0-1,0 0 1,-1-1-1,1 1 1,0 0-1,0 0 0,0 0 1,0-1-1,0 1 1,0 0-1,0 0 1,0-1-1,-1 1 0,1 0 1,0 0-1,0 0 1,-1-1-1,-6-4-3220</inkml:trace>
</inkml:ink>
</file>

<file path=ppt/ink/ink1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3.901"/>
    </inkml:context>
    <inkml:brush xml:id="br0">
      <inkml:brushProperty name="width" value="0.035" units="cm"/>
      <inkml:brushProperty name="height" value="0.035" units="cm"/>
      <inkml:brushProperty name="color" value="#0066FF"/>
    </inkml:brush>
  </inkml:definitions>
  <inkml:trace contextRef="#ctx0" brushRef="#br0">172 33 104,'-1'-2'1466,"0"1"-1,-1-1 1,1 1 0,0-1-1,-1 1 1,0 0-1,1 0 1,-1-1 0,0 1-1,0 0 1,0 1-1,1-1 1,-1 0 0,-3 0-1,-10-3 4517,11 4-5366,3 0 854,-1-2 335,-17-5-999,10 6-806,9 1 0,-1 0 0,0 0 0,0 0 0,1 0 0,-1 0 0,0 0 0,1 1 0,-1-1 0,0 0 0,1 0 0,-1 1 0,0-1 0,1 1 0,-1-1 0,1 0 0,-1 1 0,1-1 0,-1 1 0,1-1 0,-1 1 0,1 0 0,-1-1 0,1 1 0,0-1 0,-1 2 0,1-2 0,-5 6 0,2-3 0,1 0 0,-1 1 0,0 0 0,1-1 0,0 1 0,0 0 0,0 0 0,0 1 0,-1 4 0,-7 17 0,-3 7 0,-5 109 0,11-77 0,5-37 0,1 0 0,2 0 0,7 47 0,1 34 0,0 53 0,-9 68 0,0-228 0,0 4 0,0 0 0,0 1 0,0-1 0,1 0 0,0 0 0,1 0 0,-1 0 0,4 7 0,1 5-1714,8 31 0,-3-5-1339,-10-42 2307,1 1 0,-1-1 0,1 0 1,-1 0-1,1 0 0,0 0 1,0 0-1,0 0 0,0-1 0,0 1 1,0 0-1,1-1 0,-1 0 1,0 1-1,1-1 0,-1 0 0,1 0 1,-1-1-1,1 1 0,-1 0 0,1-1 1,0 0-1,-1 1 0,1-1 1,0 0-1,-1-1 0,1 1 0,4-1 1,3-3-3403</inkml:trace>
</inkml:ink>
</file>

<file path=ppt/ink/ink1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4.784"/>
    </inkml:context>
    <inkml:brush xml:id="br0">
      <inkml:brushProperty name="width" value="0.035" units="cm"/>
      <inkml:brushProperty name="height" value="0.035" units="cm"/>
      <inkml:brushProperty name="color" value="#0066FF"/>
    </inkml:brush>
  </inkml:definitions>
  <inkml:trace contextRef="#ctx0" brushRef="#br0">22 273 928,'-1'0'526,"-1"0"0,0-1 1,0 1-1,0-1 0,1 1 0,-1-1 0,0 0 0,0 1 0,1-1 0,-3-2 1,4 3-454,0 0 0,1 0 0,-1 0 1,0 0-1,0 0 0,0 0 0,0 0 1,1 0-1,-1 0 0,0 0 0,0 0 1,0 0-1,1-1 0,-1 1 1,0 0-1,0 0 0,0 0 0,0 0 1,0 0-1,1 0 0,-1-1 0,0 1 1,0 0-1,0 0 0,0 0 0,0 0 1,0-1-1,0 1 0,0 0 0,0 0 1,1 0-1,-1-1 0,0 1 1,0 0-1,0 0 0,0 0 0,0-1 1,0 1-1,0 0 0,0 0 0,0 0 1,-1-1-1,1 1 0,0 0 0,0 0 1,0 0-1,0 0 0,0-1 0,0 1 1,0 0-1,0 0 0,0 0 1,-1 0-1,1-1 0,0 1 0,36-10 2440,-27 8-2060,1 0-1,0 0 1,14 0 0,18-2 937,138-19 1529,-86 15-2370,297-34 281,388-49 297,-546 64-1130,-103 13-36,31-4 1004,-145 17-574,-14 1-240,0 0 1,1 0-1,-1 0 0,0 0 0,0-1 0,1 1 0,-1-1 0,0 0 1,3 0-1,1-1 3311,-6 2-3440,0 0 1,0 0 0,0 0 0,0 0-1,0 1 1,-1-1 0,1 0-1,0 0 1,0 0 0,0 0 0,0 0-1,0 0 1,0 0 0,-1 0 0,1 0-1,0 0 1,0 0 0,0 0 0,0 0-1,0 0 1,0 0 0,-1 0-1,1 0 1,0 0 0,0 0 0,0 0-1,0 0 1,0 0 0,0 0 0,-1-1-1,1 1 1,0 0 0,0 0 0,0 0-1,0 0 1,0 0 0,0 0-1,0 0 1,0 0 0,0 0 0,-1-1-1,1 1 1,0 0 0,0 0 0,0 0-1,0 0 1,0 0 0,0 0 0,0-1-1,0 1 1,0 0 0,0 0-1,0 0 1,0 0 0,0 0 0,0 0-1,0-1 1,0 1 0,0 0 0,0 0-1,0 0 1,0 0 0,0 0 0,0 0-1,1-1 1,-1 1 0,-2 0 151,0 0 0,0 0 0,0 0 1,1 0-1,-1 0 0,0 0 0,0 1 1,0-1-1,1 1 0,-1-1 0,0 1 0,0 0 1,-1 1-1,2-2-166,1 0 0,-1 0 1,1 1-1,-1-1 0,1 1 1,0-1-1,-1 0 0,1 1 1,0-1-1,-1 1 0,1-1 0,0 1 1,0-1-1,-1 1 0,1-1 1,0 1-1,0-1 0,0 1 1,0 0-1,0-1 0,0 1 0,0-1 1,0 1-1,0-1 0,0 1 1,0-1-1,0 1 0,0 0 1,0-1-1,0 1 0,0-1 0,1 1 1,-1-1-1,0 1 0,0-1 1,1 1-1,-1-1 0,0 0 1,1 1-1,-1-1 0,1 1 0,-1-1 1,0 0-1,1 1 0,0 0 1,0 0 4,0 0 1,0 0 0,0 1 0,0-1-1,0 0 1,-1 1 0,1-1-1,0 1 1,-1-1 0,1 1 0,-1 0-1,1 1 1,-2 35-14,1 4 0,8 75 0,-7-103 0,0 0 0,-2 20 0,3 22 0,6-1 0,2 0 0,3-1 0,21 56 0,-4 0 0,-16-50 0,-10-42 0,-2 0 0,0 0 0,-1 0 0,-1 0 0,0 0 0,-2 0 0,-6 32 0,-9 14 0,-9 7 0,20-52 0,4-12 0,0 0 0,0 0 0,1 0 0,0 0 0,0 1 0,0 10 0,2-27-1379,-2-23-11443,0 31 12208,1-1-1,0 0 1,-1 0 0,0 1 0,1-1 0,-1 0 0,0 1 0,0-1 0,0 1 0,0-1 0,0 1 0,0 0 0,0-1 0,0 1 0,0 0-1,-1 0 1,-1-2 0,-13-3-3881</inkml:trace>
</inkml:ink>
</file>

<file path=ppt/ink/ink1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6.100"/>
    </inkml:context>
    <inkml:brush xml:id="br0">
      <inkml:brushProperty name="width" value="0.035" units="cm"/>
      <inkml:brushProperty name="height" value="0.035" units="cm"/>
      <inkml:brushProperty name="color" value="#0066FF"/>
    </inkml:brush>
  </inkml:definitions>
  <inkml:trace contextRef="#ctx0" brushRef="#br0">172 182 1656,'-17'-4'26389,"17"5"-26250,-1 1 0,1-1 0,-1 1 0,1-1 1,-1 1-1,1-1 0,-1 0 0,0 0 0,0 1 0,1-1 1,-1 0-1,0 0 0,0 0 0,0 0 0,0 0 0,-1 0 1,-1 2-1,1-2-23,1 0 1,0 0 0,-1 0-1,1 0 1,0 0 0,0 1 0,0-1-1,0 0 1,0 1 0,0-1-1,0 1 1,0-1 0,0 1-1,1-1 1,-1 1 0,1 0 0,-1-1-1,1 4 1,-1-3-117,1 0 0,-1 1 0,1-1 0,-1 0 0,0 1 0,0-1 0,0 0 0,0 0 0,0 0 0,-1 0 0,1 0 0,-2 2 0,-11 20 0,5-1 0,6-18 0,1 0 0,0-1 0,0 1 0,1 0 0,-1 0 0,1 1 0,0-1 0,0 6 0,1-6 0,-1 1 0,0-1 0,0 0 0,-1 0 0,0 0 0,0 0 0,-4 8 0,-6 18 0,6-12 0,4-13 0,0 0 0,0 1 0,1-1 0,-2 14 0,3-15 0,-1 0 0,1 1 0,-1-1 0,-1 0 0,-2 9 0,2-9 0,0 1 0,1-1 0,0 0 0,0 1 0,-1 9 0,2 62 0,-8-43 0,8-12 0,0-22 0,0 0 0,0 0 0,0 1 0,1-1 0,-1 0 0,0 1 0,0-1 0,1 0 0,-1 0 0,0 0 0,1 1 0,-1-1 0,0 0 0,1 0 0,-1 0 0,0 0 0,1 1 0,-1-1 0,0 0 0,1 0 0,-1 0 0,0 0 0,1 0 0,-1 0 0,0 0 0,1 0 0,-1 0 0,0 0 0,1 0 0,-1 0 0,0 0 0,1-1 0,-1 1 0,0 0 0,1 0 0,-1 0 0,0 0 0,1-1 0,-1 1 0,0 0 0,1 0 0,-1 0 0,1-1 0,2 0 0,3 0 0,0 0 0,1 0 0,-1 0 0,9-4 0,12-2 0,56-5 0,39-4 0,154-11 0,-86 11 0,101-5 0,-58-2 0,-48 3 0,121-12 0,-107 16 0,-164 13 0,84-4 0,1-4 0,-114 11 0,-1-1 0,1 0 0,0 0 0,10-4 0,-11 3 0,1 1 0,-1-1 0,1 1 0,10-1 0,-13 2 0,-1 0 0,-1-2 0,19-6 0,-20 8 0,14-7 0,-13 6 0,-1 1 0,1-1 0,-1 0 0,0 0 0,1 1 0,-1-1 0,0 0 0,0 0 0,0 0 0,0 1 0,0-1 0,1 0 0,-1 0 0,-1 0 0,1 0 0,0 1 0,0-1 0,0 0 0,0 0 0,-1 0 0,1 1 0,0-1 0,-1 0 0,1 0 0,0 1 0,-1-1 0,1 0 0,-1 1 0,1-1 0,-1 0 0,0 1 0,1-1 0,-1 0 0,-61-63 0,46 46 0,11 13 0,1 0 0,0 0 0,0-1 0,-6-8 0,-1-5 0,9 15 0,-1 1 0,1-1 0,0 0 0,1 1 0,-1-1 0,1 0 0,-2-4 0,-22-69 0,19 54 0,2-1 0,1 0 0,0-32 0,3 18 0,-2 33 0,2 4-4,-1 0-1,0-1 1,0 1-1,0 0 1,0 0 0,0 0-1,0 0 1,0 0-1,0 1 1,0-1 0,0 0-1,-1 0 1,1 1-1,0-1 1,0 1-1,-1-1 1,1 1 0,0-1-1,-3 1 1,4 0-7,-5 0-502,4 0 188,0 1 0,0-1-1,1 0 1,-1 0 0,0 0-1,0 0 1,0 0 0,1 0-1,-1 0 1,0 0 0,0 0-1,0 0 1,1 0 0,-1-1 0,0 1-1,0 0 1,0 0 0,1-1-1,-1 1 1,0 0 0,1-1-1,-1 1 1,0-1 0,1 1-1,-2-2 1,-5 1-8578</inkml:trace>
</inkml:ink>
</file>

<file path=ppt/ink/ink1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6.746"/>
    </inkml:context>
    <inkml:brush xml:id="br0">
      <inkml:brushProperty name="width" value="0.035" units="cm"/>
      <inkml:brushProperty name="height" value="0.035" units="cm"/>
      <inkml:brushProperty name="color" value="#0066FF"/>
    </inkml:brush>
  </inkml:definitions>
  <inkml:trace contextRef="#ctx0" brushRef="#br0">221 42 2256,'-2'-10'5496,"-1"6"-3803,-1 0-1,0 1 1,0-1 0,0 1-1,-8-5 1,10 7-181,-5-1 3536,-11-1-562,-11 11-3710,21-6-472,-1 0-1,0 1 1,1-1 0,-1 2 0,1-1-1,0 1 1,0 0 0,1 1-1,-10 7 1,4-4-304,12-7 0,-1-1 0,1 1 0,-1 0 0,1 0 0,-1 0 0,1 0 0,0 0 0,0 0 0,0 0 0,-1 0 0,1 1 0,0-1 0,0 0 0,-1 3 0,0 1 0,1 0 0,0-1 0,0 1 0,0 0 0,0 0 0,1 0 0,-1 0 0,1 0 0,1 5 0,0-6 0,0-1 0,0 0 0,0 0 0,0 0 0,1 0 0,-1 0 0,1 0 0,0-1 0,0 1 0,0-1 0,0 1 0,0-1 0,1 1 0,-1-1 0,4 2 0,4 3 0,-1-1 0,1-1 0,0 0 0,0 0 0,19 5 0,56 12 0,-64-18 0,1-1 0,0 0 0,0-2 0,0-1 0,-1 0 0,1-2 0,39-7 0,-56 8-16,0-1 1,0 0-1,0 0 0,0 0 1,0 0-1,0-1 0,8-6 1,-12 8 6,1-1-1,0 1 1,0-1 0,-1 0 0,1 0 0,-1 1 0,0-1 0,1 0 0,-1 0-1,0 0 1,0-1 0,0 1 0,0 0 0,-1 0 0,1 0 0,0-1 0,-1 1-1,1-4 1,-2 0-95,0 0-1,0 0 0,0 1 0,-1-1 1,0 0-1,0 1 0,0 0 0,-1-1 1,0 1-1,0 0 0,0 0 1,-1 1-1,-6-9 0,3 6-528,1 0-1,-1 1 1,0 0 0,-1 0-1,1 0 1,-1 1-1,-17-8 1,21 11-217,-1 0 0,1 0-1,-1 0 1,1 1 0,-1 0 0,1 0 0,-1 0 0,0 0 0,1 1 0,-1 0-1,0 0 1,-7 1 0,5 1-157,5-2 461,1 1 0,-1-1-1,0 1 1,0 0 0,1-1 0,-1 1-1,0 0 1,1 0 0,-1 0 0,1 0-1,-1 0 1,1 1 0,0-1 0,-1 0-1,1 1 1,0-1 0,-2 3 0,-4 2-2306</inkml:trace>
</inkml:ink>
</file>

<file path=ppt/ink/ink1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7.095"/>
    </inkml:context>
    <inkml:brush xml:id="br0">
      <inkml:brushProperty name="width" value="0.035" units="cm"/>
      <inkml:brushProperty name="height" value="0.035" units="cm"/>
      <inkml:brushProperty name="color" value="#0066FF"/>
    </inkml:brush>
  </inkml:definitions>
  <inkml:trace contextRef="#ctx0" brushRef="#br0">198 1 968,'-5'6'7524,"-7"0"-3977,9-4-3091,1-1 0,-1 0 0,1 0 0,0 1 0,-1 0 0,1-1 0,0 1 0,0 0 1,0 0-1,-3 3 0,-9 14 1950,11-16-2041,0 0 0,0 1 0,1-1 0,0 0 0,-1 1 0,-1 4 0,1-1-25,-1 0 0,0 0 0,0-1-1,-1 0 1,0 0 0,-8 8 0,7-8-166,1 0 0,0 0-1,0 0 1,1 0 0,-1 1-1,-4 10 1,-5 2-20,12-18-191,0 1 1,1-1 0,-1 1-1,1 0 1,0-1-1,-1 1 1,1 0-1,0 0 1,0 0-1,0 0 1,0 0-1,0 0 1,1 0-1,-2 3 1,-2 6-613,0-2-2837,14-24-8775,5 3 7133,-6 2 2161</inkml:trace>
</inkml:ink>
</file>

<file path=ppt/ink/ink1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7.317"/>
    </inkml:context>
    <inkml:brush xml:id="br0">
      <inkml:brushProperty name="width" value="0.035" units="cm"/>
      <inkml:brushProperty name="height" value="0.035" units="cm"/>
      <inkml:brushProperty name="color" value="#0066FF"/>
    </inkml:brush>
  </inkml:definitions>
  <inkml:trace contextRef="#ctx0" brushRef="#br0">1 4 2128,'12'-2'3466,"-11"2"-3162,-1 0 0,1 0 1,0-1-1,-1 1 0,1 0 0,0 0 1,-1 0-1,1 0 0,0 0 1,-1 0-1,1 0 0,0 0 0,-1 0 1,1 0-1,0 0 0,-1 1 1,1-1-1,-1 0 0,1 0 0,0 1 1,0-1-1,5 3 1136,-5-3-1306,0 0 0,-1 1 1,1-1-1,-1 0 0,1 0 1,-1 1-1,1-1 0,0 0 0,-1 1 1,1-1-1,-1 1 0,1-1 1,-1 1-1,0-1 0,1 1 0,-1-1 1,1 1-1,-1-1 0,0 1 1,1 0-1,-1 0 0,5 4 344,-1-1 0,1 0-1,0 0 1,1 0-1,-1 0 1,1-1 0,-1 0-1,1 0 1,8 3 0,-8-3-204,126 73 1347,-110-62-1681,-6-4-920,0-1-1,1 0 1,0-1-1,20 6 1,-23-8-342,-11-5 746,-1 0 0,0 0-1,1 0 1,-1 0 0,1 0 0,-1 0-1,1-1 1,0 0 0,3 1 0,0-1-584</inkml:trace>
</inkml:ink>
</file>

<file path=ppt/ink/ink1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7.937"/>
    </inkml:context>
    <inkml:brush xml:id="br0">
      <inkml:brushProperty name="width" value="0.035" units="cm"/>
      <inkml:brushProperty name="height" value="0.035" units="cm"/>
      <inkml:brushProperty name="color" value="#0066FF"/>
    </inkml:brush>
  </inkml:definitions>
  <inkml:trace contextRef="#ctx0" brushRef="#br0">1 0 1336,'25'0'7402,"-22"1"-6835,-1-1 1,1 1-1,-1-1 0,0 1 0,1 0 1,-1 0-1,0 0 0,0 0 1,3 3 2052,12 17 7535,-16 8-5848,5 11-2911,-3-32-1334,-2 1 0,1-1 0,0 12 0,-2-13-34,1-1 0,0 1 0,0 0 0,0-1 1,1 0-1,3 8 0,21 71-28,-1 1 0,-21-74 0,0 0 0,-1 0 0,1 16 0,-3-18 0,1 0 0,0 0 0,0 0 0,1 0 0,7 15 0,7 18 0,7-1-3070,-10-50-13055,1-16 9085,-8 14 3845</inkml:trace>
</inkml:ink>
</file>

<file path=ppt/ink/ink1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8.684"/>
    </inkml:context>
    <inkml:brush xml:id="br0">
      <inkml:brushProperty name="width" value="0.035" units="cm"/>
      <inkml:brushProperty name="height" value="0.035" units="cm"/>
      <inkml:brushProperty name="color" value="#0066FF"/>
    </inkml:brush>
  </inkml:definitions>
  <inkml:trace contextRef="#ctx0" brushRef="#br0">215 138 1384,'-19'-14'4700,"15"11"-3763,0 0 0,0 0 0,0 1 0,0 0 0,-9-4 1,11 5-722,1 1-41,0 0 0,1 0 0,-1-1-1,0 1 1,0 0 0,0-1 0,0 1 0,0 0 0,0-1-1,1 1 1,-1-1 0,0 1 0,0-1 0,1 0 0,-1 1-1,-1-2 1,2 2-107,0-1-1,0 1 1,0 0 0,0 0-1,0 0 1,0 0 0,0 0-1,0 0 1,0 0-1,0 0 1,0-1 0,0 1-1,0 0 1,0 0 0,-1 0-1,1 0 1,0 0-1,0 0 1,0 0 0,0 0-1,0 0 1,0 0 0,0 0-1,0 0 1,-1 0-1,1-1 1,0 1 0,0 0-1,0 0 1,0 0 0,0 0-1,0 0 1,0 0-1,-1 0 1,1 0 0,0 0-1,0 0 1,0 0 0,0 0-1,0 0 1,0 1-1,0-1 1,0 0 0,-1 0-1,1 0 1,0 0 0,0 0-1,0 0 1,0 0-1,0 0 1,0 0 0,0 0-1,0 0 1,0 0 0,0 0-1,-1 1 1,1-1-1,0 0 1,0 0 0,0 0-1,0 0 1,0 0 0,0 2 2257,7-5-1165,-2 1-704,0 0 0,0 1 1,1 0-1,-1 0 0,0 0 0,1 1 0,7-1 1,12-1 578,7-3-362,431-54 1617,-397 54-2216,135-5-65,-174 9-64,-18 0 41,0 0 0,0 1 0,0 0-1,0 1 1,13 2 0,-17-2 72,-1 0 0,0 0 1,0 1-1,0-1 0,-1 1 0,1 0 1,0 0-1,-1 1 0,1-1 0,-1 1 1,0-1-1,0 1 0,0 0 0,0 1 1,0-1-1,-1 0 0,1 1 0,2 5 1,7 31 714,-9-35-690,-1 1 0,1-1-1,-1 1 1,-1 0 0,1-1-1,1 9 1,-3-11-77,0 0 1,1-1-1,-1 1 0,1 0 1,0-1-1,0 1 1,0-1-1,2 4 0,-2-4-4,0 1 0,1 0 1,-1 1-1,0-1 0,0 0 0,-1 0 0,1 0 0,0 5 0,-1-2-2,1 0 0,0 0 0,0 0 0,0 0 0,3 7 0,-2-7 0,0-1 0,-1 1 0,1 0 0,-1 0 0,0 7 0,0-2 0,0-1 0,0 0 0,1 0 0,5 14 0,-3-14 0,-2 1 0,1-1 0,-1 0 0,0 17 0,-2 92 0,1-116 0,-1 0 0,1-1 0,-1 1 0,1 0 0,0 0 0,0-1 0,0 1 0,1-1 0,-1 1 0,3 3 0,-2-4 0,-1 1 0,1 0 0,-1-1 0,1 1 0,-1 0 0,0 0 0,0 0 0,-1-1 0,1 1 0,0 6 0,-1-1 0,0-6 0,0 0 0,-1 1 0,1-1 0,1 0 0,-1 0 0,0 0 0,0 1 0,1-1 0,-1 0 0,1 0 0,0 0 0,0 0 0,0 0 0,1 3 0,-1-4 0,-1-1 0,0 0 0,0 0 0,0 0 0,0 1 0,1-1 0,-1 0 0,0 0 0,0 1 0,0-1 0,0 0 0,0 0 0,0 1 0,1-1 0,-1 0 0,0 1 0,0-1 0,0 0 0,0 0 0,0 1 0,0-1 0,0 0 0,0 1 0,0-1 0,-1 0 0,1 0 0,0 1 0,0-1 0,0 0 0,0 0 0,0 1 0,0-1 0,-1 0 0,1 0 0,0 1 0,0-1 0,0 0 0,0 0 0,-1 1 0,1-1 0,0 0 0,0 0 0,-1 0 0,1 0 0,0 0 0,0 1 0,-1-1 0,1 0 0,0 0 0,-1 0 0,1 0 0,0 0 0,0 0 0,-1 0 0,1 0 0,0 0 0,-1 0 0,1 0 0,-12 9 0,12-9 0,-1 1 0,1-1 0,-1 0 0,1 0 0,-1 1 0,0-1 0,1 0 0,-1 0 0,1 0 0,-1 1 0,0-1 0,1 0 0,-1 0 0,0 0 0,1 0 0,-1 0 0,1 0 0,-1 0 0,0 0 0,1-1 0,-1 1 0,0 0 0,0-1 0,-1 1 0,-109 5 0,-18 4 0,37-1 0,69-7 0,-692 24 0,675-28 0,27 1 0,0 0 0,-1 2 0,1 0 0,0 0 0,0 1 0,-19 4 0,23-4-37,8-1-221,4-4-4512,-3 3 4546,0 1-1,1 0 0,-1-1 0,1 1 0,0 0 0,-1-1 1,1 1-1,-1 0 0,1 0 0,-1-1 0,1 1 1,0 0-1,-1 0 0,1 0 0,0 0 0,18-3-2472,-16 2 1916,67-16-8144,-36 8 4354,-1-1 513</inkml:trace>
</inkml:ink>
</file>

<file path=ppt/ink/ink1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09.431"/>
    </inkml:context>
    <inkml:brush xml:id="br0">
      <inkml:brushProperty name="width" value="0.035" units="cm"/>
      <inkml:brushProperty name="height" value="0.035" units="cm"/>
      <inkml:brushProperty name="color" value="#0066FF"/>
    </inkml:brush>
  </inkml:definitions>
  <inkml:trace contextRef="#ctx0" brushRef="#br0">43 449 480,'0'0'6221,"15"0"-945,-55-5 1760,40 5-6866,-1 0 0,0-1 0,0 1 0,0 0 0,0 0 0,0-1 0,1 1 0,-1-1 0,0 1 0,0-1 0,1 1 0,-1-1-1,0 1 1,0-1 0,1 0 0,-1 1 0,1-1 0,-1 0 0,1 0 0,-1 1 0,1-1 0,-1 0 0,1 0 0,0 0 0,-1 1 0,1-1 0,0 0-1,0 0 1,0 0 0,0 0 0,-1 0 0,1 0 0,0 0 0,1 0 0,-1 1 0,0-1 0,0-2 0,5-3 345,0 1 0,1-1 1,-1 1-1,1 0 1,0 0-1,13-7 0,8-3-261,1 2 0,32-12 0,-23 10-181,-6 2-47,60-28 47,-65 29-85,37-13 1,-7 3-17,179-56-960,7 18-1074,-198 50 1681,48-5-71,-38 8 328,-33 4 57,35 0 0,-55 4 54,0 0 11,0-1 0,0 1 1,0 0-1,0-1 0,0 1 0,1-1 0,-1 1 1,0-1-1,0 1 0,0-1 0,1 0 0,-1 1 1,0-1-1,2 0 0,4 2-14,0-2 4,-7 0 11,1 0 0,-1 0-1,0 0 1,0 0 0,0 0 0,1 0-1,-1 0 1,0 0 0,0 0 0,1 0 0,-1 0-1,0 0 1,0 0 0,1 0 0,-1 0 0,0 0-1,0 0 1,1 0 0,-1 0 0,0 0-1,0 0 1,1 0 0,-1 0 0,0 1 0,0-1-1,0 0 1,1 0 0,-1 0 0,0 0 0,0 0-1,0 1 1,0-1 0,0 0 0,1 0-1,-1 0 1,0 1 0,0-1 0,0 0 0,0 0-1,0 1 1,0-1 0,0 0 0,0 0 0,0 1-1,0-1 1,0 1-55,0-1-89,0 0 118,0 0-1,0 0 0,0 0 1,0 0-1,0 0 1,0 0-1,0 0 0,0 0 1,-1 0-1,1 0 0,0 0 1,0 0-1,0 0 0,0 0 1,0 0-1,0 0 0,0 0 1,0 0-1,0 0 0,-1 0 1,1 0-1,0 0 0,0 0 1,0 0-1,0 0 0,0 0 1,0 0-1,0 1 0,0-1 1,0 0-1,0 0 0,0 0 1,0 0-1,0 0 0,0 0 1,0 0-1,0 0 0,0 0 1,0 0-1,0 1 0,0-1 1,0 0-1,0 0 0,0 0 1,0 0-1,0 0 0,0 0 1,0 0-1,0 0 1,0 0-1,0 1 0,0-1 1,0 0-1,0 0 0,0 0 1,0 0-1,0 0 0,0 0 1,0 0-1,0 0 0,0 0 1,0 0-1,0 0 0,0 0 1,0 1-1,0-1 0,1 0 1,-8 1-1262,2-2 102,-1-1-1,1 0 0,0 0 1,0 0-1,0 0 1,0-1-1,1 0 0,-1 0 1,-4-4-1,-4-2-4937</inkml:trace>
</inkml:ink>
</file>

<file path=ppt/ink/ink1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10.095"/>
    </inkml:context>
    <inkml:brush xml:id="br0">
      <inkml:brushProperty name="width" value="0.035" units="cm"/>
      <inkml:brushProperty name="height" value="0.035" units="cm"/>
      <inkml:brushProperty name="color" value="#0066FF"/>
    </inkml:brush>
  </inkml:definitions>
  <inkml:trace contextRef="#ctx0" brushRef="#br0">44 6 2625,'-5'-1'12083,"-15"-3"-2256,20 4-9662,-1 0 1,0 0 0,0 0-1,1 1 1,-1-1 0,0 0-1,0 0 1,1 1 0,-1-1-1,0 1 1,1-1 0,-1 1-1,0-1 1,1 1 0,-1-1-1,1 1 1,-1-1 0,1 1-1,-1 0 1,1-1 0,-1 1-1,1 0 1,0 0 0,-1-1-1,1 1 1,0 0 0,0 0-1,-1-1 1,1 1 0,0 2-1,-2 28 1279,2-27-1170,1 11 16,0 0 1,1-1-1,7 25 1,-5-26-268,-1 1 0,-1 0 1,2 23-1,4 54-68,-8-79 41,-1 1 0,0-1 1,-4 19-1,1 16 49,4-39-34,0 0-1,-1 0 1,-3 13 0,3-13-22,0-1-1,1 1 1,-1-1-1,2 16 1,0 0 3,-1-23 9,0 0 0,0 0 0,0 0 0,0-1 0,1 1 0,-1 0 0,0 0 0,0 0 0,0 0 0,0 0 0,0 0 0,0 0 0,1 0 0,-1 0 0,0 0 0,0 0 0,0 0 0,0 0 0,0 0 0,1 0 0,-1 0 0,0 0 0,0 0 0,0 0 0,0 0 0,0 0 0,1 0 0,-1 0 0,0 0 0,0 0 0,0 0 0,0 0 0,0 0 0,1 0 0,-1 0 0,0 0 0,0 0 0,0 0 0,0 1 0,0-1 0,0 0 0,0 0 0,1 0 0,-1 0 0,0 0 0,0 0 0,0 0 0,0 1 0,0-1 0,0 0 0,0 0 0,0 0 0,0 0 0,0 0 0,0 1 0,0-1 0,0 0 0,0 0 0,0 0 0,0 1 0,0-2 2,1 1-1,-1-1 1,0 1-1,1-1 1,-1 1-1,0-1 1,0 1 0,0-1-1,0 1 1,1-1-1,-1 1 1,0-1-1,0 1 1,0-1 0,0 1-1,0-1 1,0 1-1,0-1 1,0 1-1,0-1 1,-1 0-1,1 1 1,0-1 0,0 1-1,0-1 1,-1 0-1,-1-3 0,-1 0 0,1-1 0,0 1 0,0-1 0,1 0 0,0 1 0,0-1 0,0 0 0,0 0 0,0 0 0,1 0 0,0 0 0,0 0 0,1-5-1,-1-5 1,1 14-2,-1-1 0,0 0 0,1 1 0,-1-1 0,1 0 0,-1 1 0,1-1 0,0 1 0,0-1 0,0 1 0,1-3 0,-1 3 0,0-1 0,0 1 0,0-1 0,0 1 0,-1-1 0,1 1 0,0-1 0,-1 0 0,1 1 0,-1-1 0,1-2 0,-1 2-1,0 1 0,0 0-1,1 0 1,-1-1 0,1 1 0,-1 0-1,1 0 1,-1 0 0,1 0 0,0 0 0,-1 0-1,1 0 1,0 0 0,0 0 0,0 0 0,0 0-1,0 0 1,0 0 0,0 1 0,0-1-1,0 0 1,0 1 0,0-1 0,1 1 0,-1-1-1,0 1 1,2-1 0,42-7-54,-27 5 41,40-2-72,-40 3 19,-1 1 0,1 1 0,26 4 0,12-1-224,-51-2 196,1-1-1,-1 1 1,1 0 0,-1 0-1,0 1 1,0-1 0,1 1-1,-1 0 1,0 1 0,-1-1-1,1 1 1,0 0 0,-1 0-1,0 1 1,1-1 0,-1 1 0,-1 0-1,1 0 1,0 0 0,-1 1-1,0-1 1,0 1 0,0 0-1,-1-1 1,0 1 0,0 1-1,0-1 1,0 0 0,-1 0-1,0 1 1,1 8 0,-2-11 41,0 0 0,-1 0 0,1 0 0,-1 0 0,0 0 0,0 0 0,0-1 0,0 1 0,0 0 0,-1-1 0,1 1 0,-1-1 0,-3 5-1,-30 27-337,19-20 181,13-12 186,1 0 1,-1 0-1,0-1 1,0 1 0,0-1-1,-5 3 1,-10 4-133,14-5-32,-1-1 1,1 0 0,-1 0 0,1 0 0,-1-1 0,0 0 0,0 1 0,1-2 0,-1 1-1,0 0 1,0-1 0,0 0 0,0 0 0,0-1 0,0 1 0,-5-2 0,2-1-981,1 1 1,-1-1-1,0 0 0,1 0 1,-1-1-1,1 0 1,0-1-1,-11-8 1,9 7-124,7 5 929,1 0 1,-1 0-1,1 1 1,-1-1-1,1 0 1,-1 0-1,1-1 1,0 1-1,-1 0 1,1 0-1,0 0 1,0-1-1,0 1 1,0-1-1,0 1 1,1-1-1,-1 1 1,0-1-1,0-2 1,1-1-2550</inkml:trace>
</inkml:ink>
</file>

<file path=ppt/ink/ink1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10.948"/>
    </inkml:context>
    <inkml:brush xml:id="br0">
      <inkml:brushProperty name="width" value="0.035" units="cm"/>
      <inkml:brushProperty name="height" value="0.035" units="cm"/>
      <inkml:brushProperty name="color" value="#0066FF"/>
    </inkml:brush>
  </inkml:definitions>
  <inkml:trace contextRef="#ctx0" brushRef="#br0">77 11 952,'16'-4'18001,"-17"3"-17467,0 1 1,0-1-1,0 1 0,-1-1 0,1 1 0,0 0 0,0 0 0,0 0 0,0 0 0,0-1 0,-1 2 0,1-1 0,-1 0 1,1 0-221,0 0 0,0 0 1,1 0-1,-1 0 0,0 0 1,0 0-1,0 0 0,1 0 1,-1 0-1,0 0 0,0 0 1,1-1-1,-1 1 0,0 0 1,0-1-1,1 1 0,-1 0 1,-1-2-1,3 2-5,7 0-254,-1 1-55,-5 6 0,-3-4 0,1 2 0,1-1 0,0 1 0,-1-1 0,2 1 0,-1-1 0,3 7 0,-2-7 0,-1 1 0,0-1 0,1 0 0,-2 1 0,1-1 0,0 7 0,0 0 0,0-1 0,1 1 0,0 0 0,5 12 0,-4-13 0,0 1 0,0 0 0,-2 0 0,2 15 0,-3 2 0,-1-12 0,1 1 0,0-1 0,2 0 0,4 23 0,-4-30 0,-1 0 0,-1 0 0,1 0 0,-3 16 0,2-1 0,1-18 0,5 0 0,-3-2 0,-3-3 0,0-1 0,0 0 0,1 0 0,-1 1 0,0-1 0,1 0 0,-1 0 0,1 1 0,-1-1 0,0 0 0,1 0 0,-1 0 0,1 0 0,-1 0 0,0 1 0,1-1 0,-1 0 0,1 0 0,-1 0 0,1 0 0,-1 0 0,0 0 0,1-1 0,-1 1 0,1 0 0,-1 0 0,0 0 0,1 0 0,-1 0 0,1-1 0,-1 1 0,0 0 0,1 0 0,-1 0 0,0-1 0,1 1 0,-1 0 0,0-1 0,1 1 0,-1 0 0,0-1 0,0 1 0,1 0 0,-1-1 0,0 1 0,0-1 0,0 0 0,1 1 0,27-27 0,-22 23 0,-1 0 0,1-1 0,-1 0 0,0 0 0,7-10 0,-3 2 0,1 1 0,15-16 0,9-9 0,15-5 0,-45 38 0,1 0 0,-1 0 0,1 0 0,0 1 0,1 0 0,-1 0 0,0 0 0,1 1 0,6-2 0,5-1 0,30-4 0,-38 8 0,0 1 0,0 0 0,1 0 0,14 4 0,-7-2 0,-3 0 0,-1 1 0,0 0 0,0 1 0,24 10 0,-32-11 0,0 0 0,0 0 0,0 0 0,0 0 0,-1 1 0,5 4 0,-7-6 0,0 0 0,-1-1 0,1 1 0,-1 0 0,0 0 0,0 0 0,0 0 0,0 0 0,0 1 0,0-1 0,0 0 0,-1 0 0,1 0 0,-1 1 0,1 3 0,-2-2-20,1 1-1,-1-1 1,0 1-1,0-1 1,0 0-1,-1 1 1,0-1-1,1 0 1,-1 0-1,-1 0 1,1 0-1,0-1 1,-1 1-1,0-1 1,0 1-1,0-1 1,0 0 0,-1 0-1,-6 5 1,-5 2-133,-1-1 1,0 0-1,-26 9 1,-1-2-2428,-1-2-1,1-3 1,-2-1 0,0-2-1,-78 4 1,71-9-196,-74 4-4411,90-7 3909</inkml:trace>
</inkml:ink>
</file>

<file path=ppt/ink/ink1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11.242"/>
    </inkml:context>
    <inkml:brush xml:id="br0">
      <inkml:brushProperty name="width" value="0.035" units="cm"/>
      <inkml:brushProperty name="height" value="0.035" units="cm"/>
      <inkml:brushProperty name="color" value="#0066FF"/>
    </inkml:brush>
  </inkml:definitions>
  <inkml:trace contextRef="#ctx0" brushRef="#br0">15 134 584,'-13'14'7590,"13"-14"-7306,0 1 1,0-1-1,0 0 0,-1 1 1,1-1-1,0 0 0,0 1 1,0-1-1,0 1 0,0-1 0,0 0 1,0 1-1,0-1 0,0 0 1,0 1-1,0-1 0,0 1 1,0-1-1,0 0 0,1 1 1,-1-1-1,0 0 0,0 1 1,0-1-1,0 0 0,1 1 1,-1-1-1,0 0 0,0 1 1,1-1-1,-1 0 0,0 0 1,0 1-1,1-1 0,1 1 218,1-1 1,-1 1-1,0-1 0,0 0 0,0 0 1,0 0-1,0 0 0,0 0 0,1-1 0,-1 1 1,0 0-1,0-1 0,3-1 0,8-1 694,2 1-344,138-21 2595,-23 1-2959,14-6-942,11-2-3043,17-10-11155,-132 31 7512,-37 9 4497</inkml:trace>
</inkml:ink>
</file>

<file path=ppt/ink/ink1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11.465"/>
    </inkml:context>
    <inkml:brush xml:id="br0">
      <inkml:brushProperty name="width" value="0.035" units="cm"/>
      <inkml:brushProperty name="height" value="0.035" units="cm"/>
      <inkml:brushProperty name="color" value="#0066FF"/>
    </inkml:brush>
  </inkml:definitions>
  <inkml:trace contextRef="#ctx0" brushRef="#br0">211 60 2264,'-118'54'11843,"115"-53"-11513,-5 2 941,-1 0 1,1 0 0,0 1-1,0 0 1,1 1 0,-12 8-1,7-6 1955,2 0-296,10-7-2857,0 1-1,1-1 1,-1 0 0,1 1 0,-1-1-1,0 0 1,1 0 0,-1 1 0,1-1-1,-1 0 1,1 0 0,-1 0 0,1 0-1,-1 1 1,1-1 0,-1 0 0,1 0-1,-1 0 1,1 0 0,-1 0 0,1 0-1,-1 0 1,1 0 0,-1-1-1,1 1 1,-1 0 0,1 0 0,58-2 671,107-17 1,54-27-2358,-92 17-3536,31-15-9218,-157 44 14140,35-20-7356,-20 14 3550</inkml:trace>
</inkml:ink>
</file>

<file path=ppt/ink/ink1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4.442"/>
    </inkml:context>
    <inkml:brush xml:id="br0">
      <inkml:brushProperty name="width" value="0.035" units="cm"/>
      <inkml:brushProperty name="height" value="0.035" units="cm"/>
      <inkml:brushProperty name="color" value="#0066FF"/>
    </inkml:brush>
  </inkml:definitions>
  <inkml:trace contextRef="#ctx0" brushRef="#br0">548 415 1824,'-16'-11'5367,"12"8"-4664,1 0 0,-2 0 1,1 1-1,0-1 0,0 1 0,-7-3 0,-12-1 1291,-1 0 0,0 1 1,1 2-1,-1 0 0,-46 2 0,38 3-670,1 2 0,-1 0-1,1 3 1,-32 10 0,54-14-1197,1 0 0,-1 1 0,1 0 0,0 0 0,0 1 0,0 0 0,1 0-1,-10 9 1,14-10-94,-1-1-1,1 1 0,0 0 0,0 0 0,0 0 0,0 0 0,1 0 0,-1 1 1,1-1-1,0 1 0,1 0 0,-1-1 0,1 1 0,0 0 0,0 0 0,0 8 1,1-7-32,0 0 0,0-1 0,1 0 0,0 1 1,0-1-1,0 1 0,1-1 0,-1 0 0,1 0 1,1 0-1,-1 0 0,1 0 0,0 0 0,0-1 0,0 1 1,0-1-1,1 0 0,6 6 0,-7-7 1,0-1 0,0 0-1,0 1 1,1-1-1,-1-1 1,1 1 0,-1 0-1,1-1 1,-1 0 0,1 0-1,0 0 1,0 0-1,0-1 1,-1 1 0,1-1-1,0 0 1,0 0 0,0-1-1,6 0 1,-1-1 28,0 0 1,-1-1 0,1 0-1,0 0 1,-1-1-1,16-10 1,-4 3 19,-15 8-45,0 1 0,-1-1 1,1 0-1,-1 0 0,0 0 1,0-1-1,0 0 0,0 1 0,-1-1 1,5-7-1,2-4-2,-4 9-3,-1-1 0,0 0 0,0 0 0,-1-1 0,0 1 0,-1-1 0,1 0 0,-1 0 1,-1-1-1,1 1 0,-2 0 0,2-14 0,-3 1 0,-1-1 0,0 1 0,-2 1 0,-9-34 0,4 25 0,-25-55 0,28 72 0,1 0 0,-6-26 0,8 29 0,0-1 0,-1 0 0,0 1 0,-1 0 0,-7-15 0,8 21 0,2 0 0,-1 1 0,0-1 0,1 0 0,-1 1 0,1-1 0,0 0 0,0 0 0,0 0 0,0 1 0,0-6 0,8 40 0,3 5 0,48 81 0,-32-65 0,-19-39 0,0 1 0,15 22 0,8 6 0,2-2 0,60 61 0,-77-86 6,-12-13-10,-1 0 0,1 0 0,0 0 0,0 0 0,1 0 0,-1-1 0,0 0 0,1 1 1,-1-1-1,1-1 0,6 3 0,-2-1-160,1-2 1,0 1 0,0-1 0,0 0 0,0-1-1,0 0 1,14-2 0,2-2-540,34-9-1,-45 8 477,0-1 0,0 0 0,-1 0 0,0-2 0,-1 1 0,0-2 0,0 1-1,0-2 1,-1 0 0,18-21 0,-25 27 209,0-1 0,0-1 0,0 1 0,0-1 0,-1 1 0,0-1 0,-1 0 0,1 0 0,2-10 0,-3 3 81,0 1-1,0-1 1,-1-23 0,-1 34-23,0 1 1,0-1 0,0 0-1,-1 0 1,1 1-1,0-1 1,-1 0-1,1 0 1,-1 1-1,0-1 1,1 0-1,-1 1 1,0-1-1,0 1 1,0-1 0,0 1-1,0-1 1,-1 1-1,-1-2 1,0 1 57,1 0 1,-1 1 0,1 0-1,-1 0 1,0 0 0,0 0-1,0 0 1,1 0 0,-1 0-1,0 1 1,-3 0-1,-5-1 159,0 2-1,0-1 0,1 1 0,-1 1 0,-11 3 0,19-4-228,-25 6 456,-30 12 0,51-17-427,0 1 0,0 0 0,0 1 0,1 0 0,-1 0 0,1 0 0,0 1 0,1 0 0,-9 9 0,11-10-51,0 0 0,0 1 0,1-1 0,0 1 0,0 0 0,0-1 0,1 1 0,-2 7 0,3-10-7,-1 1 0,1-1 0,-1 0 0,1 0 1,0 1-1,0-1 0,0 0 0,0 0 0,1 1 1,-1-1-1,0 0 0,1 0 0,0 0 0,-1 1 0,1-1 1,0 0-1,0 0 0,0 0 0,3 3 0,3 5 13,-7-9-11,1 0 1,-1 0 0,1 0 0,-1 0-1,1-1 1,-1 1 0,1 0 0,-1-1-1,1 1 1,-1 0 0,1-1 0,0 1-1,0-1 1,-1 1 0,1-1 0,0 1-1,1 0 1,5 2-2,0-1 1,1 0-1,-1 0 1,1 0-1,0-1 1,-1 0-1,1 0 1,0-1-1,0 0 1,14-2-1,-6-1 0,-1-1 0,0-1-1,-1 0 1,23-11 0,7-6 0,-4 9 0,-39 13 0,-1 0 0,1 0 0,-1 0 0,1 0 0,-1 0 0,1 0 0,-1 0 0,1 0 0,0 0 0,-1 0 0,1 0 0,-1 0 0,1 1 0,-1-1 0,1 0 0,-1 0 0,0 1 0,1-1 0,-1 0 0,1 1 0,-1-1 0,1 1 0,6 3 0,-1 0 0,0 0 0,0 1 0,0-1 0,-1 1 0,1 1 0,-1-1 0,6 10 0,8 8-9,31 29-1,-47-48-200,1-1 1,-1 0-1,1-1 0,0 1 0,0 0 0,0-1 0,0 0 0,1 0 1,-1-1-1,1 1 0,-1-1 0,6 2 0,-7-3-258,0 0-1,0 0 0,0 0 1,0 0-1,0-1 1,0 1-1,0-1 0,0 1 1,0-1-1,0 0 0,-1 0 1,1-1-1,5-2 1,-1 0-521,-1-1 0,0 0 0,0 0 1,0-1-1,0 0 0,7-10 0,-3 4-426,-9 10 1206,1 0 0,0 0 0,0 0 1,-1 0-1,1-1 0,-1 1 0,0-1 0,0 1 1,0-1-1,0 1 0,1-4 0,5-12-817,-5 15 881,-1 1 0,0-1 0,0 0 1,0 1-1,0-1 0,-1 0 0,1 0 0,0-5 1,-1 5 62,0-22-202,0 1 0,-1-1 1,-2 0-1,-10-45 0,-23-84 2271,34 149-1530,0-1-1,0 1 0,-1 0 1,1 0-1,-1 0 0,0 0 1,-6-6-1,-15-12 6758,23 22-7054,-1 0 0,1 0 0,-1 0 1,1 0-1,0 1 0,-1-1 0,0 0 0,1 1 0,-1-1 0,1 1 0,-1 0 0,0-1 0,1 1 0,-1 0 0,0 0 0,1 0 0,-1 0 0,1 0 0,-1 1 0,0-1 0,1 1 0,-1-1 0,1 1 1,-1-1-1,0 1 0,1 0 0,0-1 0,-1 1 0,1 0 0,-1 0 0,1 0 0,0 0 0,0 0 0,0 1 0,0-1 0,-1 0 0,0 3 0,0-1 81,1-1-1,0 1 0,0 0 0,0 0 1,0-1-1,0 1 0,0 0 0,1 0 1,0 0-1,-1 0 0,1 0 1,0 0-1,0 0 0,1-1 0,-1 1 1,0 0-1,1 0 0,0 0 0,0 0 1,2 5-1,9 23-240,3 7 0,1-13 0,-8-12 0,0 0 0,10 22 0,-8-14 0,14 25 0,-12-26 0,11 27 0,-14-28-696,0 0-1,20 28 1,-18-30-400,0 1 0,12 28 0,-22-44 205,0 1 1,-1 0-1,1 0 0,-1 0 1,0 0-1,0 0 1,0 0-1,-1 4 0,1 5-11057,-9-13 7216,1-3 2582</inkml:trace>
</inkml:ink>
</file>

<file path=ppt/ink/ink1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4.926"/>
    </inkml:context>
    <inkml:brush xml:id="br0">
      <inkml:brushProperty name="width" value="0.035" units="cm"/>
      <inkml:brushProperty name="height" value="0.035" units="cm"/>
      <inkml:brushProperty name="color" value="#0066FF"/>
    </inkml:brush>
  </inkml:definitions>
  <inkml:trace contextRef="#ctx0" brushRef="#br0">15 225 856,'-1'-2'300,"-1"0"0,1 1 0,-1-1 0,1 0 0,0 0 0,0 0 0,0-1-1,0 1 1,0 0 0,0 0 0,1-1 0,-1 1 0,1 0 0,0 0 0,-1-1 0,1 1 0,0 0 0,0-1-1,1 1 1,-1-1 0,0 1 0,1 0 0,-1 0 0,1-1 0,1-2 0,2-5 1106,-4 9-1267,1 0 0,-1 0 0,0 0 0,0 1 0,1-1 0,-1 0 0,0 0 0,1 1 1,-1-1-1,0 0 0,1 0 0,-1 1 0,1-1 0,0 1 0,-1-1 0,1 0 0,-1 1 0,1-1 1,0 1-1,0 0 0,-1-1 0,1 1 0,0-1 0,0 1 0,1-1 0,11-2 1252,1 0 0,23-3 1,66 3-26,-92 3-1334,14-1-17,1-2-1,47-10 1,-51 8-31,-21 5 16,1-1-1,0 1 0,-1-1 1,1 0-1,0 0 1,-1 1-1,1-1 1,-1 0-1,1 0 1,-1 0-1,1-1 1,-1 1-1,0 0 0,2-2 1,8-8 1,-10 10 26,0 1 0,0-1-1,0 0 1,0 0-1,-1 0 1,1 0 0,0 0-1,-1 0 1,1 0-1,-1 0 1,1 0-1,-1 0 1,1 0 0,-1 0-1,0-1 1,1 1-1,-1 0 1,0 0 0,0 0-1,0-1 1,0 1-1,0 0 1,0 0 0,-1 0-1,1 0 1,0-1-1,0 1 1,-1 0-1,1 0 1,-1 0 0,1 0-1,-1 0 1,-1-2-1,1 1 249,0-1 0,-1 1 0,1-1-1,-1 1 1,0 0 0,1 0 0,-1 0-1,0 0 1,0 0 0,-1 1 0,1-1-1,0 0 1,-5-2 0,0 3 178,0-1 1,1 1-1,-1 0 1,0 1-1,0 0 0,1 0 1,-1 0-1,0 1 1,-11 2-1,13-2-307,0 0 0,0 1 0,0-1 0,1 1 0,-1 1 0,0-1 0,1 1 0,-1-1 0,1 1-1,0 0 1,0 1 0,0-1 0,-4 5 0,-6 5 176,12-12-301,0 0 1,1 0 0,-1 0-1,1 0 1,0 0 0,-1 0-1,1 1 1,0-1-1,0 1 1,0-1 0,0 1-1,0-1 1,-1 3-1,0 2-10,0-1 0,1 1 0,0 0 0,0 0 0,0-1 0,0 1 0,1 0 0,0 0 0,0 0 1,1 0-1,0 0 0,0 0 0,0-1 0,1 1 0,-1 0 0,1-1 0,1 1 0,-1-1 0,1 0 0,0 0 0,0 0 0,8 9 0,-9-10-11,1 0 0,-1-1 1,1 1-1,0-1 0,0 0 0,1 0 1,-1 0-1,1-1 0,-1 1 1,1-1-1,0 1 0,0-1 0,0-1 1,0 1-1,1 0 0,-1-1 1,0 0-1,1 0 0,-1 0 1,0-1-1,1 1 0,8-2 0,-4 1 15,-1 0 0,1-1-1,0-1 1,0 0-1,-1 0 1,1 0-1,-1-1 1,1-1-1,-1 1 1,0-1 0,8-6-1,-14 9-12,1-1 0,-1 1 0,0-1 0,1 0 1,-1 0-1,0 0 0,0-1 0,0 1 0,-1 0 0,1-1 0,0 1 0,-1-1 0,0 1 0,2-6 0,-1 2 112,-1 0-1,0-1 1,0 1-1,-1-1 1,0-7-1,0 13-9,10 11-81,-6-5-16,-2-4-3,-1 0 1,0 0-1,0 0 0,0 1 1,-1-1-1,1 0 0,0 0 1,0 1-1,-1-1 0,1 0 1,-1 1-1,1-1 0,-1 1 1,1 1-1,0 1-54,0-1-1,0 0 1,0 0-1,0 0 1,1 0 0,0 0-1,-1 0 1,1-1-1,0 1 1,0 0 0,1-1-1,-1 0 1,0 1-1,1-1 1,5 4 0,1 2-754,-8-8 611,-1 1-1,1 0 1,0 0-1,-1 0 1,1 0 0,0 0-1,-1 0 1,1 0-1,-1 0 1,1 0-1,-1 0 1,0 0-1,1 0 1,-1 0 0,0 0-1,0 0 1,0 2-1,2 1-2186,13-13-14207,11-17 11334,-17 15 3534</inkml:trace>
</inkml:ink>
</file>

<file path=ppt/ink/ink1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5.703"/>
    </inkml:context>
    <inkml:brush xml:id="br0">
      <inkml:brushProperty name="width" value="0.035" units="cm"/>
      <inkml:brushProperty name="height" value="0.035" units="cm"/>
      <inkml:brushProperty name="color" value="#0066FF"/>
    </inkml:brush>
  </inkml:definitions>
  <inkml:trace contextRef="#ctx0" brushRef="#br0">82 163 496,'11'-29'2326,"4"-5"649,-13 30-2231,1 0 0,-1 0-1,0-1 1,0 1 0,2-9 0,-2-2 4823,-2 15-5320,0-1 1,-1 0-1,1 1 0,0-1 0,0 1 0,0 0 0,-1-1 0,1 1 0,0-1 0,-1 1 1,1-1-1,0 1 0,-1 0 0,1-1 0,-1 1 0,1 0 0,-1-1 0,1 1 0,-1 0 1,1 0-1,-1-1 0,1 1 0,-1 0 0,1 0 0,-1 0 0,1 0 0,-1 0 0,1-1 1,-1 1-1,1 0 0,-1 0 0,1 0 0,-1 1 0,1-1 0,-1 0 0,1 0 0,-1 0 0,1 0 1,-2 1-1,-21 6 5889,21-6-6087,1 0 0,0 0 0,0 0 0,0 1 0,1-1 0,-1 0 0,0 0 0,0 1 0,1-1 1,-1 0-1,1 1 0,-1-1 0,1 1 0,-1 2 0,-6 12 134,3-10-183,1-3 0,0 1 0,0 0 0,0 0 0,1 0 0,0 0 0,-1 0 0,-1 7 0,-12 17 0,-2 5 0,17-31 0,0-1 0,1 0 0,0 0 0,-1 0 0,1 0 0,0 1 0,0-1 0,-1 0 0,1 0 0,0 0 0,0 1 0,0-1 0,0 0 0,1 0 0,-1 0 0,0 1 0,0-1 0,1 0 0,-1 0 0,1 0 0,-1 0 0,2 2 0,1 2 0,1 0 0,-1 0 0,1-1 0,0 1 0,0-1 0,1 0 0,-1 0 0,1-1 0,0 1 0,0-1 0,0 0 0,0-1 0,1 1 0,8 2 0,200 33 0,-180-30 0,-27-6 0,0 0 0,1-1 0,-1 0 0,8 1 0,-10 0 0,-4-2 0,-1 0 0,0 1 0,1-1 0,-1 0 0,1 1 0,-1-1 0,1 0 0,-1 0 0,1 1 0,-1-1 0,1 0 0,-1 0 0,1 0 0,-1 0 0,1 0 0,-1 0 0,1 0 0,-1 0 0,1 0 0,-1 0 0,1 0 0,0 0 0,6 1 0,-7 3 0,-2-2 0,0-1 0,-1 0 0,1 1 0,-1-1 0,1 0 0,-1-1 0,0 1 0,1 0 0,-1-1 0,0 0 0,0 1 0,-4-1 0,-4 1 0,-21 4 0,-1-2 0,1-1 0,0-2 0,0-1 0,-1-1 0,-32-7 0,64 9 0,0 0 0,0 0 0,0 0 0,0-1 0,0 1 0,0 0 0,0-1 0,0 1 0,1 0 0,-1-1 0,0 1 0,0-1 0,0 0 0,0 1 0,0-1 0,1 0 0,-1 1 0,0-1 0,1 0 0,-1 0 0,1 1 0,-1-1 0,1 0 0,-1 0 0,1 0 0,-1 0 0,1 0 0,0 0 0,-1 0 0,1 0 0,0 0 0,0 0 0,0 0 0,0 0 0,0-1 0,0 0 0,1 0 0,0 0 0,-1 0 0,1 0 0,0 0 0,0 0 0,0 0 0,1 0 0,-1 0 0,0 1 0,1-1 0,-1 0 0,1 1 0,-1-1 0,1 1 0,0 0 0,3-3 0,98-69 0,-95 67 0,18-14 0,-1-1 0,-1-2 0,36-42 0,-51 55 0,-7 7 0,1 0 0,-1 0 0,0 0 0,0 0 0,0 0 0,0 0 0,-1 0 0,2-4 0,5-4 0,-8 11 0,1-1 0,0 1 0,-1 0 0,1-1 0,-1 1 0,1-1 0,-1 1 0,1-1 0,-1 0 0,1 1 0,-1-1 0,0 1 0,1-1 0,-1 0 0,0 1 0,0-1 0,1 0 0,-1 1 0,0-1 0,0 0 0,0 0 0,0 1 0,0-1 0,0 0 0,0 0 0,0 1 0,0-1 0,0 0 0,0 1 0,0-1 0,-1 0 0,1 0 0,-1 0 0,-6-5 0,6 5 0,0 1 0,0-1 0,0 0 0,0 1 0,0-1 0,0 0 0,-1 1 0,1-1 0,0 1 0,0 0 0,0-1 0,-1 1 0,1 0 0,0 0 0,-1 0 0,1 0 0,0 0 0,0 0 0,-1 0 0,1 0 0,0 1 0,0-1 0,-2 1 0,0 0 0,-32 13 0,9-2 0,21-10 0,0 1 0,0 0 0,0 0 0,1 0 0,-1 1 0,1 0 0,0 0 0,0 0 0,0 0 0,1 1 0,-1-1 0,1 1 0,0 0 0,0 0 0,1 0 0,0 0 0,-3 8 0,0 2 0,3-10 0,0 0 0,0 1 0,1-1 0,0 0 0,0 1 0,0-1 0,0 6 0,1 5 0,-1-11 0,1-1 0,0 1 0,0-1 0,0 1 0,0-1 0,0 1 0,1-1 0,0 0 0,0 1 0,0-1 0,1 0 0,-1 1 0,1-1 0,0 0 0,0 0 0,5 6 0,-2-5 0,1 1 0,-1-1 0,1 0 0,1 0 0,-1-1 0,0 1 0,1-1 0,0-1 0,0 1 0,0-1 0,1-1 0,-1 1 0,1-1 0,-1-1 0,12 2 0,0-1 0,-4 0 0,-1 0 0,1-2 0,17 0 0,-13-3 0,1 1 0,0-2 0,-1-1 0,0 0 0,0-1 0,26-13 0,-30 11 0,0 0 0,23-16 0,-34 21 0,0-1 0,0 0 0,0 1 0,-1-1 0,1-1 0,-1 1 0,0 0 0,0-1 0,0 0 0,-1 0 0,0 0 0,2-5 0,-4 5 0,0 1 0,0-1 0,-1 1 0,0-1 0,0 0 0,0 1 0,0-1 0,-1 1 0,0 0 0,1 0 0,-5-6 0,-8-11 0,-23-24 0,11 14 0,-1 4 0,20 23 0,-1 5 0,6 0 0,1 1 0,0 0 0,0 0 0,0 0 0,0 0 0,0 0 0,0 0 0,1 1 0,-1-1 0,1 0 0,-1 0 0,1 0 0,0 1 0,0-1 0,0 3 0,0 1 0,0 0 0,0 1 0,0-1 0,3 12 0,22 50 0,-10-21 0,-5-12 0,6 21 0,-12-37 0,11 28 0,2 17 0,-14-54-832,1 1 1,-1-1-1,-1 0 1,0 1-1,-1 0 0,1 16 1,-2-26 607,0-1 1,0 1 0,0-1-1,1 0 1,-1 1 0,0-1-1,0 1 1,1-1 0,-1 0-1,0 1 1,0-1 0,1 0-1,-1 1 1,0-1 0,1 0-1,-1 1 1,0-1-1,1 0 1,-1 0 0,1 1-1,-1-1 1,0 0 0,1 0-1,-1 0 1,1 0 0,-1 0-1,1 0 1,-1 0 0,1 0-1,-1 1 1,1-2 0,-1 1-1,0 0 1,1 0-1,-1 0 1,1 0 0,-1 0-1,1 0 1,-1 0 0,0 0-1,1-1 1,0 1 0,0 0-437,0-1 0,1 1 0,-1-1 0,1 1 0,-1-1 0,0 1 0,0-1 0,1 0 0,-1 0 1,0 1-1,0-1 0,0 0 0,0 0 0,2-2 0,2-7-2786,-3-1-55</inkml:trace>
</inkml:ink>
</file>

<file path=ppt/ink/ink1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5.877"/>
    </inkml:context>
    <inkml:brush xml:id="br0">
      <inkml:brushProperty name="width" value="0.035" units="cm"/>
      <inkml:brushProperty name="height" value="0.035" units="cm"/>
      <inkml:brushProperty name="color" value="#0066FF"/>
    </inkml:brush>
  </inkml:definitions>
  <inkml:trace contextRef="#ctx0" brushRef="#br0">46 43 1872,'-3'-4'2167,"-1"0"0,0 0-1,0 1 1,0 0-1,0-1 1,-9-4-1,3-1 9493,25 10-8116,-1 0-3424,71-1 462,44 1-3398,-1-7-5563,-53 5 391,-48 1 2246,-17 0 1341</inkml:trace>
</inkml:ink>
</file>

<file path=ppt/ink/ink1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6.156"/>
    </inkml:context>
    <inkml:brush xml:id="br0">
      <inkml:brushProperty name="width" value="0.035" units="cm"/>
      <inkml:brushProperty name="height" value="0.035" units="cm"/>
      <inkml:brushProperty name="color" value="#0066FF"/>
    </inkml:brush>
  </inkml:definitions>
  <inkml:trace contextRef="#ctx0" brushRef="#br0">35 235 3081,'-3'0'1525,"0"0"0,0 0 0,0 1 0,1 0 1,-1-1-1,0 1 0,0 0 0,1 1 0,-1-1 0,-4 3 1,8-3-1316,-1-1 1,1 0-1,-1 1 1,1-1-1,-1 0 1,1 1 0,-1-1-1,1 0 1,-1 1-1,1-1 1,0 0-1,-1 0 1,1 0-1,-1 1 1,1-1 0,0 0-1,-1 0 1,1 0-1,-1 0 1,1 0-1,0 0 1,-1 0 0,1-1-1,-1 1 1,1 0-1,0 0 1,-1 0-1,1-1 1,-1 1-1,1 0 1,-1 0 0,2-1-1,5-1 863,137-15 498,242-35 1746,-213 23-3317,99-17 0,-166 26-1197,173-42-6062,-203 46-3374,-70 12 8558</inkml:trace>
</inkml:ink>
</file>

<file path=ppt/ink/ink1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47:46.321"/>
    </inkml:context>
    <inkml:brush xml:id="br0">
      <inkml:brushProperty name="width" value="0.035" units="cm"/>
      <inkml:brushProperty name="height" value="0.035" units="cm"/>
      <inkml:brushProperty name="color" value="#0066FF"/>
    </inkml:brush>
  </inkml:definitions>
  <inkml:trace contextRef="#ctx0" brushRef="#br0">172 214 1960,'-46'20'4746,"21"-10"479,-41 24 0,54-27-3432,11-7-1531,-1 0-1,1 1 1,0-1-1,0 1 0,-1-1 1,1 1-1,0-1 1,0 1-1,0 0 1,0 0-1,0 0 1,0-1-1,0 1 1,0 0-1,0 0 1,1 0-1,-1 1 0,0-1 1,0 0-1,0 2 1,8-1 3838,11-2-3131,-16 0-458,22-2 312,0-1-1,45-11 1,-33 6-544,522-104-279,-446 88-131,99-23-1048,-82 12-4744,-1-4-6067,-95 29 7221,-6-1-125</inkml:trace>
</inkml:ink>
</file>

<file path=ppt/ink/ink1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0.559"/>
    </inkml:context>
    <inkml:brush xml:id="br0">
      <inkml:brushProperty name="width" value="0.035" units="cm"/>
      <inkml:brushProperty name="height" value="0.035" units="cm"/>
      <inkml:brushProperty name="color" value="#0066FF"/>
    </inkml:brush>
  </inkml:definitions>
  <inkml:trace contextRef="#ctx0" brushRef="#br0">130 49 1552,'-4'-3'2744,"-1"1"0,1 0-1,-1 1 1,0-1 0,-9-1 0,-10-4 6108,8 0-5982,-2-4 135,18 11-3005,-1-1 1,1 1 0,0 0 0,0-1-1,0 1 1,-1 0 0,1-1 0,0 1-1,0 0 1,-1-1 0,1 1 0,0 0 0,-1-1-1,1 1 1,0 0 0,-1 0 0,1-1-1,0 1 1,-1 0 0,1 0 0,-1 0-1,1-1 1,0 1 0,-1 0 0,1 0-1,-1 0 1,1 0 0,-1 0 0,1 0-1,0 0 1,-1 0 0,1 0 0,-1 0-1,1 0 1,0 0 0,-1 1 0,-1-1-4,0-4 3,1 4 0,1 0 0,0 0 0,0 0 0,-1 0 0,1 0 0,0 0 0,0 0 0,-1 0 0,1 0 0,0-1 0,0 1 0,0 0 0,-1 0 0,1 0 0,0 0 0,0 0 0,-1 1 0,1-1 0,0 0 0,0 0 0,-1 0 0,1 0 0,0 0 0,0 0 0,-1 0 0,1 0 0,0 0 0,0 1 0,0-1 0,-1 0 0,0 3 0,-5-1 0,6-2 0,0 0 0,0 0 0,0 0 0,-1 1 0,1-1 0,0 0 0,0 0 0,0 0 0,0 1 0,-1-1 0,1 0 0,0 0 0,0 0 0,0 1 0,0-1 0,0 0 0,0 0 0,0 1 0,0-1 0,0 0 0,0 0 0,0 1 0,0-1 0,0 0 0,0 0 0,0 1 0,0-1 0,0 0 0,0 0 0,0 1 0,2 3 0,14 38 0,-13-36 0,-1-1 0,0 1 0,0-1 0,0 1 0,-1 0 0,0 0 0,0 0 0,0 0 0,-1 9 0,4 20 0,5 17 0,4 0 0,1-1 0,24 54 0,-8-15 0,-24-69 0,0 0 0,2-1 0,19 38 0,-21-48-355,-2-2-1480,0-1 0,1 0 0,0 0 0,0 0 0,9 8 0,-12-13 1294,1 0-1,-1-1 1,0 1-1,1-1 1,-1 0-1,1 0 1,0 0-1,-1 0 1,1 0-1,0 0 1,0-1 0,-1 1-1,1-1 1,0 0-1,0 0 1,0 0-1,0 0 1,-1 0-1,1-1 1,4 0-1,2-3-4511,0 4 195</inkml:trace>
</inkml:ink>
</file>

<file path=ppt/ink/ink1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0.945"/>
    </inkml:context>
    <inkml:brush xml:id="br0">
      <inkml:brushProperty name="width" value="0.035" units="cm"/>
      <inkml:brushProperty name="height" value="0.035" units="cm"/>
      <inkml:brushProperty name="color" value="#0066FF"/>
    </inkml:brush>
  </inkml:definitions>
  <inkml:trace contextRef="#ctx0" brushRef="#br0">52 258 1416,'-50'0'13487,"49"0"-12006,11-1 2549,-6-1-3422,1 1 0,-1 0 1,1 0-1,0 0 1,-1 0-1,9 1 0,5-2 556,12-5-337,0 0-1,0-3 1,46-20-1,-62 24-756,-3 1-48,-1 0 1,0 0 0,0-1 0,-1-1-1,0 1 1,0-2 0,0 1 0,-1-1 0,0 0-1,-1-1 1,13-18 0,-18 23 91,1-1 0,-1 1-1,0-1 1,0 0 0,-1 0 0,1 1 0,-1-1-1,0 0 1,-1-1 0,1 1 0,-1-7 0,0 11-99,0 1 1,0-1-1,0 0 1,-1 1-1,1-1 1,0 0-1,0 0 1,-1 1-1,1-1 1,0 0 0,-1 1-1,1-1 1,-1 0-1,1 1 1,-1-1-1,1 1 1,-1-1-1,1 1 1,-1-1-1,0 1 1,1-1 0,-1 1-1,1 0 1,-1-1-1,-1 1 1,-25-7 631,-27 9 218,42 0-865,0 1 0,0 0 0,1 0 0,-1 2 0,1-1 0,0 2 0,0-1 0,0 1 0,1 1 0,0 0 0,0 0 0,0 1 0,1 1 0,-10 11 0,13-12 0,1 1 0,0-1 0,0 1 0,1 0 0,0 0 0,1 0 0,0 1 0,0 0 0,-2 17 0,4-12 0,0 0 0,1 0 0,1 0 0,1 0 0,0 0 0,0 0 0,7 19 0,3 20 0,-9-43-304,0 1 0,1-1 0,0 0 1,1 0-1,0 0 0,1 0 0,0-1 0,0 0 0,1-1 0,1 1 0,0-1 1,0 0-1,13 10 0,-16-16-727,0 0 1,0 0 0,0-1-1,1 1 1,-1-1 0,0-1-1,1 1 1,0-1 0,-1 0-1,1 0 1,0 0 0,0-1-1,-1 0 1,1 0-1,0-1 1,0 1 0,-1-1-1,1 0 1,6-3 0,7-1-3123</inkml:trace>
</inkml:ink>
</file>

<file path=ppt/ink/ink1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1.327"/>
    </inkml:context>
    <inkml:brush xml:id="br0">
      <inkml:brushProperty name="width" value="0.035" units="cm"/>
      <inkml:brushProperty name="height" value="0.035" units="cm"/>
      <inkml:brushProperty name="color" value="#0066FF"/>
    </inkml:brush>
  </inkml:definitions>
  <inkml:trace contextRef="#ctx0" brushRef="#br0">111 12 112,'0'-1'688,"-2"0"614,0 0 0,0-1 0,0 1-1,0 0 1,0 0 0,-1 0 0,1 0 0,-6 0 2357,7 5-2634,0 0 0,0 0 0,0 0 0,0 0 0,-1 0-1,1-1 1,-1 1 0,0 0 0,0-1 0,-5 7 0,3-4 299,0 0 0,1 0-1,-1 0 1,-2 8 0,3-2-1324,1-1 0,0 0 0,1 1 0,-1 16 0,3-22 0,-1 0 0,1-1 0,-1 1 0,2 0 0,-1-1 0,0 1 0,1-1 0,0 0 0,1 1 0,-1-1 0,1 0 0,0-1 0,4 7 0,-4-8 0,0 0 0,-1 0 0,1 0 0,1 0 0,-1-1 0,0 1 0,1-1 0,-1 0 0,1 0 0,-1 0 0,1 0 0,0-1 0,0 1 0,0-1 0,0 0 0,0 0 0,0-1 0,8 1 0,47 0 0,-47-2 0,-9 1 0,-1 0 0,1-1 0,-1 1 0,1 0 0,-1-1 0,0 1 0,1-1 0,-1 0 0,0 0 0,1 0 0,-1 0 0,0 0 0,0 0 0,0-1 0,3-2 0,2-2 0,14-16 0,-20 21 0,0 0 0,-1 0 0,1 0 0,-1 0 0,1 0 0,0 0 0,-1 0 0,0 0 0,1 0 0,-1-1 0,0 1 0,0 0 0,1 0 0,-1 0 0,0 0 0,0-1 0,0 1 0,0 0 0,-1 0 0,1 0 0,-1-3 0,-1-1 0,1 0 0,-1 0 0,0 0 0,-1 0 0,1 1 0,-1-1 0,0 0 0,0 1 0,0 0 0,0 0 0,-1 0 0,-6-6 0,-12-7 0,16 11 0,-1 0 0,1 0 0,-1 1 0,-1 1 0,1-1 0,-1 1 0,0 0 0,0 0 0,0 1 0,-10-2 0,8 3 0,-1 0 0,0 1 0,-11 1 0,19 0 0,0 0 0,0 0 0,1 0 0,-1 0 0,0 1 0,0-1 0,1 1 0,-1 0 0,0 0 0,0 0 0,1 0 0,-1 0 0,1 1 0,-1-1 0,1 1 0,-4 2 0,-10 11-2744,16-15 2534,-1 1-1,1-1 1,-1 0-1,1 1 1,-1-1-1,1 0 0,-1 1 1,1-1-1,0 1 1,-1-1-1,1 1 0,-1-1 1,1 1-1,0-1 1,0 1-1,-1-1 1,1 1-1,0-1 0,0 1 1,-1 0-1,1 0 1,17 2-8871,8 2 3692,-5 0-147,-5-1 1847</inkml:trace>
</inkml:ink>
</file>

<file path=ppt/ink/ink1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2.480"/>
    </inkml:context>
    <inkml:brush xml:id="br0">
      <inkml:brushProperty name="width" value="0.035" units="cm"/>
      <inkml:brushProperty name="height" value="0.035" units="cm"/>
      <inkml:brushProperty name="color" value="#0066FF"/>
    </inkml:brush>
  </inkml:definitions>
  <inkml:trace contextRef="#ctx0" brushRef="#br0">97 113 1848,'-59'-42'12600,"59"41"-12371,0 1-1,0 0 0,0-1 0,0 1 0,0-1 0,-1 1 0,1 0 0,0-1 1,0 1-1,0 0 0,0-1 0,1 1 0,-1 0 0,0-1 0,0 1 0,0-1 1,0 1-1,0 0 0,0-1 0,1 1 0,-1 0 0,0-1 0,0 1 0,0 0 1,1 0-1,-1-1 0,0 1 0,0 0 0,1 0 0,-1-1 0,4-6 4768,-4-41 1255,-1 44-6251,-6 3 0,-2 2 0,8-1 0,1 0 0,-1 0 0,0 0 0,1 0 0,-1 1 0,0-1 0,1 0 0,-1 0 0,0 1 0,1-1 0,-1 0 0,1 1 0,-1-1 0,1 0 0,-1 1 0,0-1 0,1 1 0,-1-1 0,1 1 0,0-1 0,-1 1 0,1-1 0,-1 1 0,1 0 0,0-1 0,0 1 0,-1 0 0,1-1 0,0 1 0,0 1 0,-1-2 0,-7 29 0,7-22 0,-1 0 0,2 0 0,-1 1 0,1-1 0,1 13 0,0 4 0,0-16-144,0 0 0,1-1-1,-1 1 1,1 0 0,6 13 0,5 20-1377,-11-34 258,1 0 0,0 0 0,0 0-1,1 0 1,0 0 0,0-1 0,1 1 0,-1-1-1,1-1 1,10 10 0,15 21-8724,-20-19 4848</inkml:trace>
</inkml:ink>
</file>

<file path=ppt/ink/ink1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3.699"/>
    </inkml:context>
    <inkml:brush xml:id="br0">
      <inkml:brushProperty name="width" value="0.035" units="cm"/>
      <inkml:brushProperty name="height" value="0.035" units="cm"/>
      <inkml:brushProperty name="color" value="#0066FF"/>
    </inkml:brush>
  </inkml:definitions>
  <inkml:trace contextRef="#ctx0" brushRef="#br0">352 54 1456,'-18'-4'1169,"1"1"-1,-1 1 0,1 0 0,-1 2 1,0 0-1,0 1 0,0 0 0,1 2 1,-1 0-1,-18 6 0,28-5-562,-1 1-1,1 0 1,1 0-1,-1 1 1,1 0-1,-1 0 1,2 1-1,-1 0 1,1 0-1,-10 15 1,4-6 349,7-9-564,0 0 0,1 1-1,0 0 1,1-1 0,0 2-1,0-1 1,0 0 0,1 1-1,1-1 1,-1 1 0,1-1-1,1 1 1,0 12 0,0-18-332,0 0 0,0 0 0,1-1 0,-1 1 0,1 0 0,0 0 0,0-1 0,0 1 0,0 0 0,0-1 1,0 1-1,1-1 0,-1 0 0,1 1 0,0-1 0,-1 0 0,1 0 0,4 3 0,1 0 36,0 0-1,1 0 1,0-1-1,10 5 1,-13-7-31,4 1 48,0 0 1,1-1 0,-1 0 0,1-1 0,0 0-1,-1-1 1,14 0 0,-16 0-38,16 0 58,1-1-1,0-1 1,0-1-1,0-1 1,-1-2-1,0 0 1,0-1-1,0-1 1,-1-1-1,34-20 1,-43 21-113,-5 4-9,-1-1 0,0 1 0,0-2 0,0 1 1,6-8-1,-11 11-11,0 0 0,-1 0 1,1 0-1,-1-1 0,0 1 1,1 0-1,-1-1 0,0 1 0,-1-1 1,1 0-1,0 1 0,-1-1 1,1 0-1,-1 1 0,0-1 1,0 0-1,0 1 0,0-1 0,-1 0 1,0-5-1,-1 2-5,-1-1 1,1 0-1,-1 0 1,0 1-1,-1 0 0,0 0 1,0 0-1,0 0 1,-1 0-1,1 1 0,-1 0 1,-7-6-1,-9-6-8,-44-27 0,60 41 14,-2-2-14,0 1 1,-1 0 0,1 0 0,-1 0-1,0 1 1,0 0 0,-1 0 0,1 1-1,0 0 1,-1 0 0,1 1-1,-1 1 1,0-1 0,-12 2 0,13 0 3,1 1 1,-1 0 0,0 0 0,1 0-1,-1 1 1,1 0 0,0 1 0,0 0-1,0 0 1,1 0 0,0 1 0,-10 8-1,11-9 11,1 1-1,0-1 1,1 1-1,-1 0 1,1 0-1,-1 0 1,2 1-1,-1-1 0,0 1 1,1-1-1,0 1 1,1 0-1,-1 0 1,1 0-1,0 0 1,0 9-1,1-11 1,0 0 0,1-1 0,-1 1 0,1 0 1,0 0-1,0-1 0,0 1 0,0 0 0,1-1 0,0 1 0,-1-1 0,1 0 0,0 1 1,1-1-1,-1 0 0,4 3 0,3 3 7,1-1 1,-1-1-1,20 12 1,-18-13-9,-4-2 1,0-1 0,0 0 0,0 0 0,1-1 0,9 2 0,15 5 3,-22-6 8,0 0 0,1 0-1,-1-1 1,1-1 0,0 0 0,-1 0 0,1-1-1,16-2 1,-18 1-3,-1 0-1,0-1 1,1 0-1,-1 0 1,0-1-1,0 0 1,0-1-1,0 1 1,-1-1-1,0-1 1,8-5-1,-13 8-8,0 0 0,0 0 0,1-1-1,-1 1 1,-1-1 0,1 0 0,0 1 0,-1-1-1,1 0 1,-1 0 0,0 0 0,0 0-1,0 0 1,0 0 0,-1 0 0,1 0-1,-1-1 1,0 1 0,0 0 0,0 0 0,0 0-1,0 0 1,-1-1 0,1 1 0,-1 0-1,0 0 1,0 0 0,-2-4 0,1 3-7,0-1 1,-1 1 0,1-1 0,-1 1 0,0 0 0,0 0 0,0 0-1,-1 0 1,1 1 0,-1-1 0,0 1 0,0 0 0,0 0-1,-1 0 1,1 1 0,0 0 0,-7-3 0,9 4 1,0 1 0,0 0 0,-1 0 1,1-1-1,0 1 0,0 0 0,0 1 1,0-1-1,0 0 0,0 1 0,0-1 1,0 1-1,0-1 0,0 1 0,0 0 1,0 0-1,1 0 0,-1 0 0,0 0 1,0 0-1,1 1 0,-1-1 0,1 0 0,-1 1 1,1-1-1,0 1 0,0 0 0,-2 2 1,1-1-1,0 0 1,0 0-1,1 1 0,-1-1 1,1 0-1,0 0 1,0 1-1,0-1 1,0 1-1,1-1 1,-1 1-1,1-1 1,0 1-1,0-1 0,0 1 1,2 4-1,1 7 1,-1-8 6,-1 0 0,1 0 0,1 0 0,-1-1 1,1 1-1,5 7 0,-5-10 0,0 0 0,0 0 0,0 0-1,0-1 1,1 1 0,0-1 0,0 0 0,0 0 0,0 0 0,0 0-1,0-1 1,1 0 0,4 2 0,-1-2 1,0 1 0,0-1 1,0-1-1,0 0 0,1 0 0,-1-1 1,11 0-1,-2-2 9,0 0 0,0-1 0,0-1 0,-1-1 0,1 0 0,30-15 0,-43 18-9,0 0 0,0 0-1,-1 0 1,1-1 0,-1 0 0,1 0-1,-1 0 1,0 0 0,0 0-1,0-1 1,0 1 0,-1-1 0,0 0-1,1 1 1,-1-1 0,-1 0-1,1 0 1,-1-1 0,1 1-1,-1 0 1,0-1 0,0-6 0,-1 6-4,0 0 1,0-1 0,-1 1-1,0 0 1,0-1 0,0 1 0,0 0-1,-1 0 1,0 0 0,0 0-1,-1 0 1,1 1 0,-1-1 0,0 1-1,0-1 1,0 1 0,-1 0-1,-5-5 1,-6-5 2,-4-5-22,-34-24-1,48 39 7,0 1 0,-1-1 0,1 1-1,-1 0 1,0 1 0,0-1 0,0 1-1,-1 0 1,1 1 0,0-1 0,-12 0-1,13 3 15,0-1 0,0 1-1,0-1 1,0 1-1,0 1 1,0-1-1,0 1 1,1 0-1,-1 0 1,1 0 0,-1 0-1,1 1 1,0 0-1,0 0 1,0 0-1,0 1 1,-4 4 0,-1 3-578,1 0 1,0 0-1,1 0 1,0 1-1,-7 16 1,13-26 334,1 0 1,-1 0-1,0-1 1,1 1-1,-1 0 1,1 0-1,-1 0 1,1 0-1,0 0 1,0 0-1,0 0 1,0 0-1,0 0 1,1 0-1,-1-1 1,1 1-1,-1 0 1,1 0-1,-1 0 1,1 0-1,0-1 1,0 1-1,1 2 1,3 2-1153,0-1 0,0 1 0,1-1 0,-1 0 0,7 4 0,-10-8 993,15 12-4210,0 2-173</inkml:trace>
</inkml:ink>
</file>

<file path=ppt/ink/ink1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4.709"/>
    </inkml:context>
    <inkml:brush xml:id="br0">
      <inkml:brushProperty name="width" value="0.035" units="cm"/>
      <inkml:brushProperty name="height" value="0.035" units="cm"/>
      <inkml:brushProperty name="color" value="#0066FF"/>
    </inkml:brush>
  </inkml:definitions>
  <inkml:trace contextRef="#ctx0" brushRef="#br0">81 16 2160,'-3'-2'7083,"-15"-11"13999,15 13-21250,-11 8 790,13-8-561,0 1-1,-1-1 0,1 1 0,0 0 1,-1 0-1,1-1 0,0 1 0,0 0 0,0 0 1,0 0-1,-1 0 0,2 1 0,-1-1 1,0 0-1,0 0 0,0 1 0,0-1 1,1 0-1,-1 1 0,1-1 0,-1 0 0,1 1 1,0-1-1,-1 1 0,1-1 0,0 1 1,0-1-1,0 1 0,0-1 0,0 1 1,0-1-1,1 2 0,-2 7-60,0 0 0,0 0 0,-4 15 0,2-15 0,1 0 0,0 0 0,0 18 0,0 16 0,1-29 0,0 1 0,1-1 0,1 0 0,0 1 0,1-1 0,6 25 0,1-14 0,-3-7 0,1 0 0,11 20 0,-16-34 0,1-1 0,0 1 0,0 0 0,0-1 0,0 0 0,1 0 0,0 0 0,0 0 0,0-1 0,0 0 0,1 1 0,7 3 0,-10-6-162,0-1 0,0 1 0,0 0 1,0 0-1,0 0 0,-1 0 0,1 0 0,0 0 0,-1 0 1,1 1-1,-1-1 0,1 0 0,-1 1 0,0-1 0,1 1 0,-1 0 1,0-1-1,0 1 0,0 0 0,0 0 0,-1 0 0,1 0 0,0 0 1,0 3-1,-1-5 0,0 0 0,0 1 0,0-1 0,-1 1 1,2-1-1,-1 0 0,0 1 0,0-1 0,0 1 0,0-1 0,0 0 1,0 1-1,0-1 0,0 0 0,0 1 0,1-1 0,-1 1 0,0-1 1,0 0-1,1 1 0,-1-1 0,0 0 0,0 0 0,1 1 0,-1-1 1,0 0-1,1 0 0,-1 1 0,0-1 0,1 0 0,-1 0 0,0 0 1,1 0-1,-1 1 0,1-1 0,-1 0 0,0 0 0,1 0 0,-1 0 1,1 0-1,-1 0 0,0 0 0,1 0 0,-1 0 0,1 0 0,-1 0 1,0 0-1,1-1 0,0 1 0,-1 0-105,1 0 0,0-1-1,0 1 1,-1 0 0,1-1 0,0 1 0,-1-1-1,1 1 1,-1-1 0,1 1 0,0-1 0,-1 1 0,1-1-1,-1 0 1,1 1 0,-1-1 0,0 0 0,1 1-1,-1-1 1,0 0 0,1 1 0,-1-1 0,0 0 0,0-1-1,0-1 48,0-1 1,-1 0-1,0 1 0,1 0 0,-2-1 0,1 1 0,0-1 1,0 1-1,-1 0 0,0 0 0,0 0 0,0 0 0,0 0 1,-3-3-1,-7-11-2,8 12 185,-1-1 1,0 0-1,0 1 1,-11-8-1,0-2 96,4 6 866,-26-17 0,36 25-197,3 1-684,-1 1 0,1 0 0,-1-1 0,1 0 0,-1 1-1,1-1 1,0 1 0,-1-1 0,1 0 0,0 1 0,-1-1 0,1 0 0,0 0 0,-1 1 0,1-1 0,0 0 0,-1 0 0,1 0 0,0 0 0,-1 0 0,1 0 0,0 0 0,1 0 0,26 0 586,-21-1-471,51-5 428,-22 1-391,-15 1-126,1-1 1,39-15-1,-55 17-64,62-24 36,-60 24 5,-1 0 0,0 0 0,-1-1 0,1 0 0,0 0 0,-1 0-1,0-1 1,0 0 0,6-7 0,-10 9 46,0 1 1,0-1-1,0 0 0,0 1 0,0-1 0,-1 0 0,1 0 0,-1 0 0,0-1 0,0 1 1,0 0-1,-1 0 0,1-1 0,-1 1 0,1 0 0,-1-1 0,0 1 0,-1 0 0,1-1 1,0 1-1,-1 0 0,-1-5 0,-1 0 631,1-1 1,-2 1-1,1 1 0,-1-1 1,0 0-1,-10-13 0,9 15 757,5 5-1351,-1 1 0,1-1 1,-1 0-1,1 1 0,-1-1 0,1 1 1,-1-1-1,0 1 0,1-1 1,-1 1-1,0-1 0,1 1 0,-1 0 1,0-1-1,0 1 0,0 0 1,1-1-1,-1 1 0,-1 0 1,-3 1 301,1 0 0,-1 0 0,1 0 0,0 0 0,-1 1 0,1 0 0,0 0 0,-8 5 0,-1 0 127,5-3-454,0 0-1,0 1 1,0 0-1,-8 7 1,13-10-85,0 1 0,0 0 0,1-1 0,-1 1 0,1 0 0,0 1 0,0-1 0,0 0 0,0 1 0,0-1 0,1 1 0,-2 6 0,-4 12-20,5-18 0,1 0 0,-1 1 0,1-1 0,0 1 0,0-1 0,1 0 0,-1 1 0,1 0 0,0-1 0,1 9 0,4 14 0,-2-9 0,1-1 0,9 28 0,-1-9 0,-10-29 0,0 1 0,0-1 0,1 0 0,0 0 0,0 0 0,1-1 0,0 1 0,0-1 0,7 7 0,-6-6-896,0-1 0,0 1 0,0 0 0,6 15 0,-5-12-144,-5-8 634,0-1 0,1 0 0,-1 0-1,1 1 1,0-1 0,-1 0 0,1-1 0,0 1-1,-1 0 1,1 0 0,0-1 0,0 1 0,0-1-1,0 1 1,-1-1 0,1 0 0,0 0 0,0 0-1,0 0 1,0 0 0,0 0 0,3-1 0,3 0-1065,-1 0 0,0-1 0,0 0 0,13-5 0,15-12-5344,-18 12 3096</inkml:trace>
</inkml:ink>
</file>

<file path=ppt/ink/ink1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5.092"/>
    </inkml:context>
    <inkml:brush xml:id="br0">
      <inkml:brushProperty name="width" value="0.035" units="cm"/>
      <inkml:brushProperty name="height" value="0.035" units="cm"/>
      <inkml:brushProperty name="color" value="#0066FF"/>
    </inkml:brush>
  </inkml:definitions>
  <inkml:trace contextRef="#ctx0" brushRef="#br0">175 6 3521,'-11'-4'15789,"3"2"-8012,-2 2-7261,0 1 1,0 0-1,0 1 1,0 0-1,0 1 0,0 0 1,1 0-1,-1 1 0,1 0 1,-10 6-1,15-5-516,-1-1 0,1 1 0,0 0 0,0 1 0,1-1 0,-1 1 0,-2 6 0,5-7 0,0 0 0,0 1 0,0-1 0,1 0 0,0 0 0,0 0 0,0 1 0,1-1 0,0 0 0,0 0 0,0 0 0,0 0 0,1 0 0,0 0 0,0 0 0,0-1 0,1 1 0,-1-1 0,1 1 0,0-1 0,1 0 0,-1 0 0,1 0 0,-1-1 0,8 6 0,-3-3 0,-1 0 0,1-1 0,0 0 0,0 0 0,1 0 0,0-1 0,-1-1 0,1 0 0,0 0 0,1 0 0,-1-1 0,0-1 0,13 1 0,-18-2 0,-1-1 0,1 0 0,-1 0 0,0 0 0,1 0 0,-1-1 0,0 1 0,5-4 0,-7 4 0,0 1 0,0-1 0,0 1 0,0-1 0,0 1 0,-1-1 0,1 0 0,0 1 0,0-1 0,0 0 0,-1 0 0,1 1 0,0-1 0,-1 0 0,1 0 0,-1 0 0,1 0 0,-1 0 0,1 0 0,-1 0 0,0 0 0,1 0 0,-1 0 0,0 0 0,0 0 0,0-1 0,0 1 0,0 0 0,0 0 0,0 0 0,0 0 0,-1-1 0,-9-17 0,-2 1 0,-16-19 0,18 16 5,10 19-12,-1 0 0,0 0 0,1 0 0,-1 0-1,0 1 1,0-1 0,0 0 0,0 0 0,0 1 0,0-1 0,-1 1-1,1-1 1,0 1 0,-1-1 0,1 1 0,-1 0 0,0 0-1,-2-2 1,-2 1-695,0 1-1,0 0 1,0 0-1,0 0 0,0 1 1,0 0-1,0 0 1,0 0-1,0 1 1,-11 2-1,10-2-1594,9-4-33,14-5-4787,16-7-526,-24 14 4699</inkml:trace>
</inkml:ink>
</file>

<file path=ppt/ink/ink1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5.631"/>
    </inkml:context>
    <inkml:brush xml:id="br0">
      <inkml:brushProperty name="width" value="0.035" units="cm"/>
      <inkml:brushProperty name="height" value="0.035" units="cm"/>
      <inkml:brushProperty name="color" value="#0066FF"/>
    </inkml:brush>
  </inkml:definitions>
  <inkml:trace contextRef="#ctx0" brushRef="#br0">34 11 56,'-19'-1'26658,"13"6"-22957,5-4-3537,0 0 1,0 0 0,0 0-1,1 0 1,-1 0 0,0 0 0,1 1-1,-1-1 1,1 0 0,-1 0-1,1 1 1,0-1 0,-1 2-1,1 4-152,1-1 0,0 1-1,0-1 1,4 12 0,-2-12-15,-2 1 1,1 0 0,-1 0-1,1 13 1,7 44 2,-6-6 0,-2-53 0,0-1 0,0 0 0,1 1 0,-1-1 0,1 0 0,0 1 0,0-1 0,0 0 0,5 6 0,-7-8 0,0-1 0,0-1 0,0 0 0,0 0 0,0 0 0,0 1 0,0-1 0,0 0 0,0 1 0,0-1 0,0 0 0,0 0 0,0 1 0,0-1 0,0 0 0,0 0 0,0 1 0,0-1 0,0 0 0,0 0 0,0 1 0,0-1 0,0 0 0,1 0 0,-1 1 0,0-1 0,0 0 0,0 0 0,0 0 0,1 1 0,-1-1 0,0 0 0,0 0 0,1 0 0,-1 1 0,1-1 0,-1 0 0,1 1 0,-1-1 0,1 0 0,-1 0 0,1 0 0,-1 1 0,1-1 0,-1 0 0,1 0 0,-1 0 0,1 0 0,-1 0 0,1 0 0,0 0 0,-1 0 0,1 0 0,-1 0 0,1 0 0,-1-1 0,1 1 0,-1 0 0,1 0 0,-1 0 0,1-1 0,1 0 0,2 0 0,0 0 0,0 0 0,0-1 0,0 1 0,-1-1 0,1 0 0,0-1 0,-1 1 0,1 0 0,-1-1 0,6-5 0,9-6 0,-8 6 0,0 0 0,0-1 0,-1 0 0,-1 0 0,1-1 0,-1 0 0,-1 0 0,8-15 0,9-17 0,-23 37 0,-1 2 0,2 11 0,20 26 0,-18-27 0,0 0 0,0-1 0,1 1 0,0-1 0,0 0 0,1 0 0,0 0 0,7 5 0,7 3 0,11 5 0,-24-16 0,-1-1 0,1 1 0,-1-1 0,1-1 0,0 1 0,-1-1 0,1 0 0,0-1 0,0 0 0,0 0 0,0 0 0,0-1 0,0 0 0,-1 0 0,1-1 0,0 1 0,-1-2 0,1 1 0,-1-1 0,7-3 0,-11 4 0,3-1 0,0 0 0,0 0 0,-1-1 0,1 1 0,5-7 0,-9 8 0,0 1 0,0 0 0,0-1 0,0 1 0,0-1 0,-1 1 0,1-1 0,0 0 0,-1 1 0,0-1 0,1 0 0,-1 1 0,0-1 0,0 0 0,0 1 0,0-1 0,0 0 0,0 1 0,0-1 0,0 0 0,-1 1 0,1-1 0,-1 0 0,0-1 0,-8-16 0,-1 0 0,-1 1 0,-1 1 0,-13-17 0,15 18 13,-6-6-82,13 19-210,1 1 1,-1 0-1,0 0 0,0 1 1,0-1-1,0 1 1,0-1-1,-1 1 0,1 0 1,0 0-1,-1 1 0,1-1 1,-5 0-1,-29 0-5232,28 1 3398,8 0 1682,0 0 1,0 0-1,0 0 1,0 0-1,0-1 1,1 1-1,-1 0 0,0 0 1,0-1-1,0 1 1,0-1-1,1 1 1,-1-1-1,0 1 1,0-1-1,0 0 1,-10-4-8528,3 5 4329</inkml:trace>
</inkml:ink>
</file>

<file path=ppt/ink/ink1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6.329"/>
    </inkml:context>
    <inkml:brush xml:id="br0">
      <inkml:brushProperty name="width" value="0.035" units="cm"/>
      <inkml:brushProperty name="height" value="0.035" units="cm"/>
      <inkml:brushProperty name="color" value="#0066FF"/>
    </inkml:brush>
  </inkml:definitions>
  <inkml:trace contextRef="#ctx0" brushRef="#br0">265 0 776,'-7'1'1603,"0"-1"0,0 1 0,0 1 0,0-1 0,0 1 0,-7 3 0,6-2-321,-1 1 0,1 0-1,0 1 1,-1 0-1,2 0 1,-1 1 0,-9 8-1,-30 25 3990,39-31-4826,0 1 1,1-1 0,0 1-1,0 0 1,1 1 0,1-1-1,-1 1 1,2 0 0,-1 1-1,-5 19 1,3-6-268,6-20-161,-1 1 0,1-1-1,0 0 1,0 1-1,0-1 1,1 0-1,-1 1 1,1-1-1,1 9 1,1 2-17,1 0 0,1 0 0,1 0 0,0-1 0,0 1 0,2-1 0,12 21 0,2-2 0,2 0 0,51 56 0,-60-74 0,-2 1 0,0 1 0,0 0 0,16 34 0,-27-49 0,2 2 0,0 1 0,0-1 0,1 0 0,-1 0 0,1 0 0,5 3 0,12 14 0,-21-21-46,0 1 0,1-1 0,-1 0 0,0 1 1,1-1-1,-1 0 0,0 1 0,0-1 0,1 0 0,-1 1 0,0-1 0,0 1 1,1-1-1,-1 0 0,0 1 0,0-1 0,0 1 0,0-1 0,0 1 0,0-1 1,0 1-1,0-1 0,0 1 0,0-1 0,0 0 0,0 1 0,0-1 0,0 1 1,0-1-1,-1 1 0,1-1 0,0 1 0,0-1 0,0 0 0,-1 1 0,1-1 1,0 0-1,-1 1 0,1-1 0,0 0 0,-1 1 0,1-1 0,0 0 0,-1 1 1,1-1-1,0 0 0,-1 0 0,1 0 0,-1 1 0,1-1 0,-1 0 0,1 0 1,0 0-1,-1 0 0,1 0 0,-1 0 0,0 0 0,-31 2-3991,28-2 3617,-8 0-1096,0-2-1,1 1 1,-1-2-1,1 1 1,-1-2-1,1 1 1,0-1-1,0-1 0,1 0 1,-13-8-1,18 10 631,0 0 0,-1 0-1,0 1 1,-8-2 0,7 2 197,-18-8-2094</inkml:trace>
</inkml:ink>
</file>

<file path=ppt/ink/ink1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7.113"/>
    </inkml:context>
    <inkml:brush xml:id="br0">
      <inkml:brushProperty name="width" value="0.035" units="cm"/>
      <inkml:brushProperty name="height" value="0.035" units="cm"/>
      <inkml:brushProperty name="color" value="#0066FF"/>
    </inkml:brush>
  </inkml:definitions>
  <inkml:trace contextRef="#ctx0" brushRef="#br0">0 268 216,'1'-1'535,"-1"0"-1,0 1 1,1-1-1,-1 0 1,1 0-1,-1 0 1,0 1 0,1-1-1,0 0 1,-1 1-1,1-1 1,0 0-1,-1 1 1,1-1 0,1 0-1,1-1 101,-1 0 0,1 0-1,0 0 1,0 1 0,1-1-1,4-1 1,27-4 1572,106-22 3078,75-4-3348,-158 28-1907,-25 3-23,38-7 0,-68 8-9,1 0 1,0 0-1,0 1 0,0 0 1,-1 0-1,1 0 1,0 0-1,0 1 0,6 1 1,-3 2-6,-7-4 7,0 1 0,0-1 0,0 0 0,1 0 0,-1 1 0,0-1 0,0 0 0,0 0 0,0 1 0,0-1 0,0 0 0,0 1 0,0-1 0,0 0 0,0 0 0,0 1 0,-1-1 0,1 0-1,0 0 1,0 1 0,0-1 0,0 0 0,0 0 0,0 1 0,-1-1 0,1 0 0,0 0 0,0 1 0,0-1 0,-1 0 0,-3 3 3,-6 16 152,10-18-138,0-1 0,0 1 1,-1-1-1,1 1 0,0-1 1,0 1-1,0-1 0,0 1 1,0 0-1,0-1 1,0 1-1,0-1 0,0 1 1,1-1-1,-1 1 0,0-1 1,0 1-1,0-1 0,1 1 1,-1-1-1,0 1 1,0-1-1,1 1 0,-1-1 1,0 1-1,1-1 0,-1 0 1,1 1-1,-1-1 0,1 0 1,-1 1-1,0-1 1,1 0-1,-1 0 0,1 1 1,-1-1-1,2 0 0,9 3 305,1-1 0,-1-1 0,1 1 0,-1-2 0,1 0 0,-1 0 0,19-4 0,-10 1-181,0-1 1,0-1 0,31-13-1,-47 17-135,0 0 0,-1-1 0,1 0 0,-1 0 0,1 0-1,-1-1 1,1 1 0,-1-1 0,0 1 0,0-1 0,-1 0 0,1 0-1,-1-1 1,3-3 0,-3 2 2,0 0 0,0 0 1,0 0-1,-1-1 0,0 1 0,0-1 0,-1 1 0,1 0 1,-2-8-1,1 10 2,0 1 0,0 0 1,-1-1-1,0 1 0,1 0 1,-1-1-1,0 1 0,0 0 1,0 0-1,0 0 0,-1 0 1,1 0-1,0 0 0,-1 0 1,0 0-1,1 1 0,-1-1 1,0 1-1,0-1 0,0 1 1,0 0-1,0-1 0,0 1 0,0 0 1,0 0-1,0 0 0,-1 1 1,-2-2-1,0 1 23,0 0-1,0 0 1,0 0-1,-1 0 1,1 1 0,0 0-1,0 0 1,0 1-1,0-1 1,0 1-1,0 0 1,-8 3 0,-24 11 1003,9-3-181,23-11-694,1 1 1,0-1-1,0 1 1,0 0-1,0 0 1,0 1-1,-6 4 1,-9 7 318,17-13-450,0 0-1,0 0 1,0 0 0,0 1 0,0-1-1,0 1 1,0-1 0,0 1-1,1 0 1,-1-1 0,1 1 0,-1 0-1,1 0 1,0 0 0,0 0 0,0 0-1,0 1 1,0-1 0,0 0-1,-1 4 1,-2 11 70,3-16-94,1 0 0,-1 0-1,1 0 1,-1 1 0,1-1 0,-1 0 0,1 0 0,0 0 0,0 0 0,-1 1 0,1-1-1,0 0 1,0 0 0,0 0 0,1 0 0,-1 1 0,0-1 0,0 0 0,1 2 0,2 2-1,-1-1 1,1 1 0,0-1 0,0 0 0,0 0-1,0 0 1,1-1 0,0 1 0,-1-1 0,1 0-1,1 0 1,-1 0 0,0 0 0,1-1 0,-1 0-1,8 3 1,14 4 11,0 0 0,1-2 0,0-1-1,47 4 1,-45-7-4,1-2-1,0-1 1,0-1-1,0-1 1,0-2-1,-1-1 1,1-1-1,-1-2 1,-1-1-1,42-18 1,-62 22-12,0 0 0,0-1 0,0 0 0,-1-1 0,0 1 0,-1-1 0,1 0 0,6-11 0,-7 10 4,-4 6-1,-1-1 0,1 1 0,-1-1-1,0 1 1,0-1 0,-1 0 0,1 1 0,0-1-1,-1 0 1,1 1 0,-1-5 0,-1-37 62,0 21-43,-3 12-22,4 9-4,-1 1 1,0 0-1,1 0 1,-1 0 0,1-1-1,-1 1 1,1 0-1,0-1 1,0 1-1,-1 0 1,1-1-1,0 1 1,0-3 0,0 4 10,0-1-1,-1 0 1,1 0 0,-1 1 0,1-1 0,-1 0 0,0 1 0,1-1 0,-1 1 0,0-1 0,1 1 0,-1-1 0,0 1 0,1-1 0,-1 1 0,0 0 0,0-1 0,0 1-1,1 0 1,-1 0 0,-1 0 0,0 0 106,2 5-89,0 0-25,-1 1 0,1-1 0,1 0 0,-1 0 0,1 1 0,0-1 0,0 0 0,0 0 0,0 0 0,1 0 0,0 0 0,0 0 0,1 0 0,-1 0 0,1-1 0,0 0 0,0 1 0,1-1 0,-1 0 0,8 6 0,40 43 0,-32-21 0,-12-27 0,0-1-233,-5-3-1030,-3-21-10037,0 12 8119,0 0 1,0 0 0,-5-13 0,-1 6-813</inkml:trace>
</inkml:ink>
</file>

<file path=ppt/ink/ink1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7.280"/>
    </inkml:context>
    <inkml:brush xml:id="br0">
      <inkml:brushProperty name="width" value="0.035" units="cm"/>
      <inkml:brushProperty name="height" value="0.035" units="cm"/>
      <inkml:brushProperty name="color" value="#0066FF"/>
    </inkml:brush>
  </inkml:definitions>
  <inkml:trace contextRef="#ctx0" brushRef="#br0">9 11 736,'-8'-10'10858,"8"9"-10740,1 5-45,0-1-1,0 0 1,0 0 0,0 0 0,1 0-1,-1 0 1,1 0 0,0 0-1,0 0 1,0-1 0,0 1 0,6 3-1,-1 0-788,1 0 0,0-1 0,0-1 0,1 1 0,-1-2 0,1 1 0,10 2-1,-3 0-905,3 4-1235</inkml:trace>
</inkml:ink>
</file>

<file path=ppt/ink/ink1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8.603"/>
    </inkml:context>
    <inkml:brush xml:id="br0">
      <inkml:brushProperty name="width" value="0.035" units="cm"/>
      <inkml:brushProperty name="height" value="0.035" units="cm"/>
      <inkml:brushProperty name="color" value="#0066FF"/>
    </inkml:brush>
  </inkml:definitions>
  <inkml:trace contextRef="#ctx0" brushRef="#br0">260 25 1640,'0'0'404,"-1"-1"0,1 0 0,0 0 0,0 0 0,-1 1 0,1-1 0,-1 0 0,1 0 0,-1 1 0,1-1 0,-1 0 0,1 1 0,-1-1 0,1 0 0,-1 1 0,0-1 0,1 1 0,-1-1 0,0 1-1,0-1 1,1 1 0,-1 0 0,0-1 0,0 1 0,0 0 0,-1-1 0,-27-4 4499,23 4-3500,-3 0-409,0 0 0,-1 0 0,1 1 0,-1 1 0,1-1-1,-1 2 1,1-1 0,0 1 0,0 0 0,0 1 0,0 0-1,0 1 1,-15 8 0,18-8-994,1 0 0,-1 1 0,1 0 0,0 0 0,-9 10 0,12-12 0,0 0 0,0 0 0,0 0 0,0 1 0,0-1 0,1 0 0,-1 1 0,1-1 0,0 1 0,0 0 0,0-1 0,0 5 0,1 8 0,0 0 0,4 23 0,-2-33 0,-1 0 0,1 0 0,0 0 0,1 0 0,-1-1 0,1 1 0,0-1 0,1 0 0,4 7 0,17 17 0,0-1 0,52 43 0,-60-56 0,-2 1 0,1 0 0,-2 2 0,20 31 0,9 9 0,25 49 0,-52-81 0,-16-26 0,0 0 0,0 0 0,0 0 0,0 1 0,1-1 0,-1 0 0,0 0 0,0 0 0,0 1 0,0-1 0,0 0 0,0 0 0,0 1 0,0-1 0,0 0 0,0 0 0,0 1 0,0-1 0,0 0 0,0 0 0,0 1 0,0-1 0,0 0 0,0 0 0,0 0 0,0 1 0,0-1 0,0 0 0,-1 0 0,1 0 0,0 1 0,0-1 0,0 0 0,0 0 0,-1 0 0,1 1 0,0-1 0,0 0 0,0 0 0,0 0 0,-1 0 0,1 0 0,0 0 0,-1 1 0,-3-1 0,-11-1-352,0-1 1,0 0-1,0-2 0,-14-4 1,-19-5-857,22 7-1165,1-2 0,-25-10 0,21 6-321,23 9 2247,-1 0 0,1-1 0,0 0 0,1 0 1,-1-1-1,1 0 0,0 1 0,0-2 0,1 1 0,-1-1 0,1 1 0,0-1 0,-5-12 0,1 3-13,7 14 426,0-1 0,0 1 0,0 0 0,1-1 1,-1 1-1,0-1 0,1 1 0,-1-1 0,1 0 0,0 1 0,-1-1 0,1 0 0,0-2 0,0 2 117,0 0-1,0 1 1,0-1-1,0 0 1,0 1-1,0-1 1,-1 0 0,1 1-1,-1-1 1,1 1-1,-1-1 1,0 0-1,1 1 1,-1-1 0,0 1-1,0 0 1,0-1-1,0 1 1,0 0-1,0 0 1,-1-1 0,-1 0-1,3 2 34,0 0 0,0 0 0,-1 0 0,1-1-1,0 1 1,0 0 0,-1 0 0,1 0 0,0-1 0,0 1-1,0 0 1,-1 0 0,1 0 0,0-1 0,0 1 0,0 0 0,0-1-1,0 1 1,-1 0 0,1 0 0,0-1 0,0 1 0,0 0-1,0 0 1,0-1 0,0 1 0,0 0 0,0-1 0,0 1 0,0 0-1,0-1 1,0 1 0,0 0 0,1 0 0,-1-1 0,0 1-1,0 0 1,0 0 0,0-1 0,0 1 0,0 0 0,1 0 0,-1-1-1,0 1 1,0 0 0,1 0 0,8-7 1979,62-13 1372,-42 14-2971,50-5 0,50-5-260,-47 6-231,50-1-661,-39 6-3888,-92 5 3962,6 0-325,-12 0-4240,3-11 6159,2 1 6671,0 11-7645,0-1-1,0 1 1,-1-1-1,1 0 1,0 1-1,0-1 1,-1 0-1,1 1 0,0-1 1,0 0-1,-1 1 1,1-1-1,0 0 1,-1 0-1,1 1 1,0-1-1,-1 0 0,1 0 1,0 0-1,-1 1 1,1-1-1,-1 0 1,1 0-1,-1 0 1,0 0 29,1 0 0,0 0 0,-1 1 1,1-1-1,-1 0 0,1 0 0,-1 0 1,1 1-1,0-1 0,-1 0 0,1 0 1,-1 1-1,1-1 0,0 0 0,-1 1 1,1-1-1,0 0 0,-1 1 0,1-1 1,0 1-1,0-1 0,0 0 0,-1 1 1,1-1-1,0 1 0,-4 6 932,4-7-956,-1 0 0,1 0 0,0 0 0,-1 1 0,1-1 0,0 0 0,0 1 0,-1-1 0,1 0 0,0 1 0,0-1 0,-1 0 0,1 1 0,0-1 0,0 0 0,0 1 0,0-1 0,-1 1-1,1-1 1,0 1 0,0-1 0,0 0 0,0 1 0,0-1 0,0 1 0,0 0 0,0 50 1978,0-50-2012,0 0 0,1 0 1,-1-1-1,0 1 0,0 0 1,1-1-1,-1 1 1,0 0-1,1-1 0,-1 1 1,0 0-1,1-1 1,-1 1-1,1-1 0,-1 1 1,1-1-1,0 1 1,-1-1-1,1 1 0,-1-1 1,1 1-1,0-1 0,-1 0 1,2 1-1,20 5 75,-14-4-54,0 1-9,0 0 0,0-2 1,1 1-1,-1-1 0,1 0 0,-1 0 1,15-2-1,-10 1 6,-9 0-15,0 0 1,0-1-1,1 1 0,-1-1 1,0 0-1,0 0 1,0-1-1,0 1 0,0-1 1,0 0-1,4-3 0,-6 4-14,0 0-1,0-1 0,0 1 0,-1-1 1,1 1-1,-1-1 0,1 0 0,-1 1 1,1-1-1,-1 0 0,0 0 0,0 0 1,0 0-1,0 0 0,0 0 0,-1 0 1,1-1-1,-1 1 0,1 0 0,-1-4 1,0 3-24,-1 0 1,1 0-1,-1 0 0,0 0 1,0 0-1,0 1 1,0-1-1,0 0 0,-1 0 1,1 1-1,-1-1 1,0 1-1,0-1 1,0 1-1,-3-3 0,-3-3-310,-1 1-1,1 1 0,-12-8 0,15 12 265,1-1 0,-1 1-1,0 0 1,1 1 0,-1-1-1,0 1 1,0 0 0,0 0-1,0 0 1,-1 1 0,1 0-1,0 0 1,0 0 0,0 1-1,-9 1 1,-4 3 136,0 0 0,-33 16 0,30-12 57,17-7-11,0 0 0,0 1 0,1 0 0,-1 0 0,1 0 1,-1 0-1,1 0 0,0 1 0,0-1 0,1 1 0,-1 0 0,1 0 0,-1 0 0,1 0 0,0 0 0,-1 7 0,3-9-84,0 0 0,0-1 0,1 1 0,-1 0 0,1-1 0,-1 1-1,1 0 1,0-1 0,0 1 0,0-1 0,0 1 0,0-1 0,0 0 0,0 1 0,2 1 0,24 19 93,-15-12-102,-6-7-14,0 1 0,-1-1 0,1 0 0,0-1 0,0 1 0,1-1 0,-1-1-1,10 3 1,13 3-9,-13-3 13,0-1-1,0 0 1,0-1 0,0-1-1,0 0 1,20-3-1,96-15-15,-94 8-319,39-13-1,-54 14 82,-6 3-73,-1-1 0,-1-1 1,17-9-1,-27 14 202,-1-1 0,1 0 0,0 0 0,-1-1-1,0 1 1,0-1 0,0 0 0,0 0 0,-1-1 0,1 1 0,-1-1 0,4-7 0,-7 10 93,0-1 0,0 0 0,0 1 0,0-1 0,-1 1 0,1-1 0,-1 1-1,0-1 1,0 1 0,0-1 0,0 1 0,0 0 0,0-1 0,-1 1 0,1 0 0,-2-2 0,-6-12-45,7 11 58,0 0-1,0 0 0,-1 0 1,0 0-1,0 1 1,0-1-1,-1 1 1,1 0-1,-7-6 1,1-1 8,8 10 3,0 0 1,1 0-1,-1 0 1,1 0-1,-1 1 1,0-1 0,0 0-1,1 0 1,-1 1-1,0-1 1,0 1 0,0-1-1,0 1 1,0-1-1,0 1 1,0-1 0,0 1-1,-1 0 1,-1-1 129,0 0-1,1 0 1,-1 0 0,0 1 0,0-1-1,0 1 1,0 0 0,1 0 0,-1 0 0,0 0-1,0 1 1,0-1 0,0 1 0,1 0-1,-1-1 1,0 1 0,1 1 0,-1-1 0,0 0-1,1 0 1,-1 1 0,-3 3 0,5-4-39,1 0 1,-1 0-1,1 1 0,-1-1 1,1 0-1,-1 0 1,1 0-1,0 0 1,0 1-1,0-1 0,-1 0 1,1 0-1,0 1 1,1-1-1,-1 0 1,0 0-1,0 0 0,1 2 1,8 23 430,-7-21-442,23 43 129,-8-12-180,8 7-47,-17-31-141,-7-10 32,1 0 0,-1 0 0,0 0 0,1 0 0,-1-1 0,1 1 0,-1 0 0,1-1 0,3 3 0,4 3-1704,8 3-2667,-11-13 503,-4-12-2032,-2-17-3182,0 17 5632</inkml:trace>
</inkml:ink>
</file>

<file path=ppt/ink/ink1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8.779"/>
    </inkml:context>
    <inkml:brush xml:id="br0">
      <inkml:brushProperty name="width" value="0.035" units="cm"/>
      <inkml:brushProperty name="height" value="0.035" units="cm"/>
      <inkml:brushProperty name="color" value="#0066FF"/>
    </inkml:brush>
  </inkml:definitions>
  <inkml:trace contextRef="#ctx0" brushRef="#br0">10 1 2008,'0'0'2050,"1"4"2871,-3 2-3662,1-4-1075,0-1-1,0 0 1,0 1-1,1-1 1,-1 1-1,0-1 1,1 1-1,-1-1 1,1 1-1,-1 2 1,1-3-255,0 0 0,0-1 0,0 1 0,0 0 0,0 0 0,0 0 0,0-1 0,0 1 0,1 0 0,-1-1 0,0 1 0,0 0 0,1 0 0,-1-1 0,0 1 0,1 0 0,-1-1 0,1 1 0,-1-1 0,1 1 0,-1 0 0,1-1 0,-1 1 0,2 0 0,-1 0-1080,1 3-2679,5-3 994</inkml:trace>
</inkml:ink>
</file>

<file path=ppt/ink/ink1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1:59.859"/>
    </inkml:context>
    <inkml:brush xml:id="br0">
      <inkml:brushProperty name="width" value="0.035" units="cm"/>
      <inkml:brushProperty name="height" value="0.035" units="cm"/>
      <inkml:brushProperty name="color" value="#0066FF"/>
    </inkml:brush>
  </inkml:definitions>
  <inkml:trace contextRef="#ctx0" brushRef="#br0">8 9 1824,'14'-5'14223,"-18"5"-10591,-9-3 4489,8 2-2928,11 6-5423,-5-3 230,0 1 1,-1 0-1,1 0 1,-1 0-1,0 0 1,1 0-1,-2-1 1,1 1-1,-1 5 0,1 1 0,8 22 0,1-5 0,-9-24 0,0 0 0,1 0 0,-1-1 0,1 1 0,-1 0 0,1 0 0,0-1 0,0 1 0,0-1 0,0 1 0,0-1 0,0 1 0,0-1 0,0 1 0,0-1 0,1 0 0,1 2 0,-1-2 0,0 1 0,0 0 0,0 0 0,-1 0 0,1 0 0,-1 0 0,3 4 0,-3-2 0,1-1 0,0 0 0,0 0 0,1-1 0,-1 1 0,0 0 0,5 3 0,-5-4 0,1 0 0,-1 0 0,0 1 0,0-1 0,0 1 0,0 0 0,0-1 0,2 7 0,0 1 0,-1-1 0,0 1 0,0 0 0,-1-1 0,0 1 0,0 16 0,7 17 0,-9-18 0,1-14 0,-1-1 0,0 0 0,0 1 0,-1-1 0,-1 0 0,-4 16 0,-5 17 0,8-35 0,0 1 0,0 0 0,1 0 0,0 0 0,1 0 0,0 0 0,0 14 0,4-15 0,1-3 0,-2 20 0,-2-25 0,1 1 0,0-1 0,-1 1 0,1-1 0,0 1 0,-1-1 0,1 1 0,0-1 0,0 1 0,-1-1 0,1 0 0,0 0 0,0 1 0,0-1 0,-1 0 0,1 0 0,0 0 0,0 0 0,0 0 0,0 0 0,0 0 0,1 0 0,12-1 0,55 0 0,111-15 0,-165 14 0,-1 0 0,0 0 0,0-1 0,22-8 0,-14 3 0,-19 8 0,0-1 0,-1 1 0,0-1 0,1 0 0,-1 0 0,1 0 0,-1 0 0,0 0 0,0 0 0,1-1 0,-1 1 0,0-1 0,0 1 0,-1-1 0,1 0 0,3-4 0,3-2 0,-7 8 0,-1-1 0,1 1 0,-1 0 0,1-1 0,-1 1 0,1-1 0,-1 1 0,0-1 0,1 1 0,-1 0 0,0-1 0,1 1 0,-1-1 0,0 0 0,1 1 0,-1-1 0,0 1 0,0-1 0,0 1 0,0-1 0,1 0 0,-1 1 0,0-1 0,0 0 0,8-44 0,-8-99-9,0 139-1,-1 0 0,0 0 0,0 1 0,0-1 0,0 0 1,-1 1-1,0-1 0,0 1 0,0 0 0,0-1 0,-1 1 0,-3-4 1,6 7 10,0 1 1,0 0 0,0-1 0,0 1-1,0-1 1,0 1 0,0 0-1,0-1 1,0 1 0,0 0 0,0-1-1,0 1 1,0 0 0,0-1-1,0 1 1,-1 0 0,1-1 0,0 1-1,0 0 1,0 0 0,0-1 0,-1 1-1,1 0 1,0 0 0,0-1-1,-1 1 1,1 0 0,0 0 0,-1 0-1,1-1 1,0 1 0,0 0-1,-1 0 1,1 0 0,0 0 0,-1 0-1,1 0 1,0-1 0,-1 1 0,1 0-1,0 0 1,-1 0 0,1 0-1,-1 0 1,1 0 0,0 1 0,-1-1-1,-23 16 54,15 4-55,7-17 0,1 0 0,-1-1 0,1 1 0,0 0 0,0 0 0,0 0 0,0 0 0,0 0 0,0 0 0,1 0 0,0 1 0,0-1 0,0 0 0,0 0 0,0 0 0,1 6 0,2 2 0,-1 0 0,1 0 0,6 12 0,2 25 0,-9-43 0,0 0 0,-1 0 0,0 1 0,0-1 0,-1 1 0,0 9 0,1-14-174,-1 0 0,1 0 0,0 0-1,-1 0 1,1 0 0,0 0 0,-1 0 0,1 0 0,0 0 0,0 0-1,0 0 1,0-1 0,0 1 0,0 0 0,0-1 0,0 1 0,0-1-1,2 1 1,-3-8-2937,-1-2-578,1 0 0,1 0 0,0-1 0,0 1 0,4-13 0,-4 7-388</inkml:trace>
</inkml:ink>
</file>

<file path=ppt/ink/ink1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0.014"/>
    </inkml:context>
    <inkml:brush xml:id="br0">
      <inkml:brushProperty name="width" value="0.035" units="cm"/>
      <inkml:brushProperty name="height" value="0.035" units="cm"/>
      <inkml:brushProperty name="color" value="#0066FF"/>
    </inkml:brush>
  </inkml:definitions>
  <inkml:trace contextRef="#ctx0" brushRef="#br0">35 1 784,'0'0'2929,"-17"6"6690,17-6-9571,0 0-1,0 0 1,0 0-1,0 1 1,0-1-1,0 0 1,0 0-1,0 0 1,-1 0-1,1 1 1,0-1 0,0 0-1,0 0 1,0 0-1,0 0 1,0 1-1,0-1 1,0 0-1,0 0 1,0 0-1,-1 0 1,1 0-1,0 0 1,0 0-1,0 1 1,0-1-1,0 0 1,0 0 0,-1 0-1,1 0 1,0 0-1,0 0 1,0 0-1,0 0 1,-1 0-1,1 0 1,0 0-1,0 0 1,0 0-1,0 0 1,-1 0-1,-1 0-3023,-9 0-7624</inkml:trace>
</inkml:ink>
</file>

<file path=ppt/ink/ink1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1.429"/>
    </inkml:context>
    <inkml:brush xml:id="br0">
      <inkml:brushProperty name="width" value="0.035" units="cm"/>
      <inkml:brushProperty name="height" value="0.035" units="cm"/>
      <inkml:brushProperty name="color" value="#0066FF"/>
    </inkml:brush>
  </inkml:definitions>
  <inkml:trace contextRef="#ctx0" brushRef="#br0">0 22 184,'17'-5'464,"1"5"-152,-10-5-128,9 5-136,-8-6-136,8 6-152,0-5-176</inkml:trace>
</inkml:ink>
</file>

<file path=ppt/ink/ink1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2.851"/>
    </inkml:context>
    <inkml:brush xml:id="br0">
      <inkml:brushProperty name="width" value="0.035" units="cm"/>
      <inkml:brushProperty name="height" value="0.035" units="cm"/>
      <inkml:brushProperty name="color" value="#0066FF"/>
    </inkml:brush>
  </inkml:definitions>
  <inkml:trace contextRef="#ctx0" brushRef="#br0">131 579 2216,'-8'1'1950,"0"-1"0,0 2 0,0-1 0,-7 3-1,7-2-583,0 0 1,0 0-1,0-1 0,-9 0 0,-14-11 7769,31 10-9084,-1-1 0,1 1 0,0 0 0,0 0 0,0 0 0,0 0 0,-1 0 0,1 0 0,0 0 0,0-1 0,0 1 0,0 0 0,0 0 0,0 0 0,-1 0 0,1-1 0,0 1 0,0 0 0,0 0 0,0 0 0,0-1 0,0 1 0,0 0 0,0 0 0,0 0 0,0-1 0,0 1 0,0 0 0,0 0 0,0 0 0,0-1 0,0 1 0,0 0 0,0 0 0,0 0 0,0-1 0,0 1 0,0 0 0,0 0 0,1 0 0,-1 0 0,0-1 0,0 1 0,0 0 0,0 0 0,0 0-1,1 0 1,-1-1 0,0 1 0,0 0 0,1 0 0,5-8 776,-2 1-727,0 1-1,1-1 1,0 1-1,1 0 1,-1 1-1,10-8 1,46-32-102,-29 23 49,2-6-18,34-35-1,-61 55-26,-1 0-1,-1-1 1,1 0 0,-2 0-1,1 0 1,-1 0 0,0-1-1,-1 0 1,0 1 0,-1-1-1,0 0 1,0 0-1,-1-1 1,-1 1 0,0 0-1,0 0 1,-2-16 0,-3 7-8,-1-1 0,-1 1 1,-14-29-1,18 42-1,2 4 5,0 0 0,0 0 0,-1 0 0,1 0 0,-1 0 1,1 0-1,-1 1 0,0-1 0,-2-1 0,2 2-2,1 0 1,-1-1 0,1 1-1,-1 0 1,1-1 0,0 1-1,0-1 1,0 0 0,-1 1 0,0-3-1,2 2 0,0 1-1,-1-1 1,1 1 0,-1 0-1,0-1 1,0 1 0,1 0-1,-1-1 1,0 1-1,0 0 1,0 0 0,0 0-1,0 0 1,0 0-1,-1 0 1,-1-1 0,2 1 0,0 1 1,0 0-1,0 1 0,0-1 1,0 0-1,0 0 1,1 0-1,-1 0 1,0 1-1,0-1 1,0 0-1,0 1 1,1-1-1,-1 1 1,0-1-1,0 1 0,1-1 1,-1 1-1,0 0 1,1-1-1,-1 1 1,0 0-1,1-1 1,-1 1-1,0 1 0,-12 12 2,11-12 2,-1 0 0,1 1 0,0-1 0,0 1 1,0-1-1,0 1 0,0 0 0,-2 6 0,1-2 1,1-2-1,0 0-1,0 1 1,0-1 0,1 1-1,-1-1 1,0 8 0,2-8 1,0 0 0,-1 0 0,0 0-1,0-1 1,-1 1 0,-1 4 0,1-4 0,1 0 1,-1-1-1,1 1 0,0 0 0,0 0 0,0 5 1,3 19-4,1-1 1,1 0 0,9 34 0,-2-12 6,6 47 3,-14-78-14,-3-16 4,1 0 0,-1 0 0,1 0 0,-1 0 0,1 0 0,0 0 0,2 5 0,7 9 9,22 30 0,-32-46-8,1-1 0,0 1 0,-1-1 0,1 1 0,0-1 0,0 1 0,-1-1 0,1 1 1,0-1-1,0 0 0,0 1 0,0-1 0,0 0 0,0 0 0,-1 0 0,1 0 0,0 0 1,0 0-1,0 0 0,0 0 0,0 0 0,0 0 0,0 0 0,0-1 0,-1 1 1,1 0-1,0-1 0,0 1 0,0 0 0,0-1 0,-1 1 0,2-2 0,1 1 12,-1-1-1,0 1 0,0-1 0,1 0 1,-1 0-1,0 0 0,-1 0 0,1 0 1,2-4-1,1-2 27,-4 8-36,-1-1 0,1 0-1,-1 0 1,1 1 0,-1-1-1,0 0 1,1 0 0,-1 0-1,0 1 1,0-1 0,1 0-1,-1 0 1,0 0 0,0 0-1,0-1 1,0-1 2,1 0 0,0 0 0,0 0 1,0 0-1,0 0 0,0 0 0,0 0 0,1 0 0,3-4 1,-4 4-2,1 1 1,-1 0 0,0-1-1,1 1 1,-1-1 0,0 1-1,0-1 1,-1 0 0,2-3 0,-2 5-6,0 0 0,0 0 0,0 0 0,1 0 0,-1 0 0,0 0 0,1 0 0,-1 0 0,1 0 0,-1 0 0,1 0 0,-1 0 0,1 0 0,-1 1 0,1-1 0,0 0 0,0 0 0,-1 1 0,1-1 0,0 0 0,0 1 0,0-1 0,0 1 0,0-1 0,0 1 0,0 0 0,0-1 0,0 1 0,0 0 0,0 0 0,0 0 0,0-1 0,0 1 0,0 0 0,0 0 0,2 1 0,5-1-24,1 1-1,-1 0 0,12 2 1,-18-2 30,68 15-6,-32-6-9,60 7 0,-3-8-140,-78-8 65,0 0-1,0-2 1,-1 0-1,1-1 1,0-1-1,-1 0 0,0-2 1,23-7-1,-24 6-18,-13 5 90,0 1 1,0-1-1,0 0 0,0 0 0,0 0 0,0 0 0,0 0 0,0 0 1,0-1-1,0 1 0,-1 0 0,3-4 0,21-31-174,-25 34 189,-1-1 1,1 1 0,0 0-1,-1 0 1,1 0 0,-1 0-1,0 0 1,0 0 0,0 0-1,0 1 1,0-1 0,0 0-1,0 0 1,0 1 0,-1-1-1,-1-1 1,-5-3-6,1 1-1,-1 1 1,-1-1-1,1 2 1,-1-1 0,1 1-1,-1 0 1,0 1-1,0-1 1,-18 0-1,16 2 14,1 1-1,0 1 1,-1 0-1,-14 3 1,20-3-13,1 0 1,0 0 0,0 1-1,0-1 1,0 1 0,1 0 0,-1 0-1,0 1 1,1-1 0,-1 1-1,1-1 1,0 1 0,0 0 0,0 0-1,0 1 1,1-1 0,-1 0-1,1 1 1,0 0 0,0-1 0,0 1-1,0 0 1,1 0 0,-1 0-1,1 0 1,-1 8 0,2-10 13,0 0 0,1 0 0,-1 0 0,0 0 0,1-1 0,-1 1 0,1 0 0,0 0 0,-1 0 0,1-1 1,0 1-1,0 0 0,0-1 0,0 1 0,1-1 0,-1 1 0,0-1 0,1 1 0,-1-1 0,1 0 0,-1 0 0,1 0 0,-1 0 0,1 0 0,0 0 0,0 0 1,1 0-1,1 0 4,0 1 0,-1-2-1,1 1 1,0 0 0,-1-1 0,1 1 0,0-1 0,0 0 0,0 0 0,-1-1 0,1 1 0,6-2 0,-1-1-2,-4 1-5,0 1 0,-1-1 0,1 0 0,0 0 0,5-3 0,16-16-5,-24 20-8,-1 0-1,1 0 1,-1-1-1,0 1 1,0 0-1,1-1 1,-1 1-1,0-1 1,0 1-1,-1-1 1,1 0-1,0 1 1,0-3 0,1 4 3,-1 1 1,0-1 0,0 1 0,0-1 0,0 1 0,1 0-1,-1-1 1,0 1 0,0 0 0,0 0 0,0 0 0,1 1 0,-2-2 4,19 22 29,-12-16-16,-1 1 0,-1-1 0,1 1 0,5 11 0,-9-16-14,-1 0 0,1-1 0,0 1 1,-1 0-1,1 0 0,0-1 1,0 1-1,0-1 0,0 0 1,1 0-1,-1 1 0,0-1 1,4 1-1,13 7-4,-16-8 0,0 0 0,0 1 0,0-1 0,0-1 0,0 1-1,0 0 1,0-1 0,0 1 0,0-1 0,0 0 0,1 0 0,-1 0 0,6-2 0,43-11-618,-42 9 306,1 1-244,-1-1 1,0 1-1,0-2 1,0 0-1,-1 0 0,0-1 1,15-11-1,-16 10 56,-2 3 271,0 0 1,0-1-1,-1 0 1,0 0-1,0 0 0,0-1 1,-1 1-1,0-1 0,0 0 1,0 0-1,-1-1 1,4-7-1,-5 7 181,0-1-1,-1 0 1,0 0 0,0 0-1,0-9 1,-1 14 122,0 0-1,-1-1 1,1 1 0,0 0-1,-1 0 1,0 0 0,1 0-1,-1-1 1,-1 1 0,1 0-1,0 1 1,-1-1 0,1 0-1,-1 0 1,-3-4 0,-4-1 502,8 6-387,-1 1-1,1-1 1,-1 1-1,1-1 1,-1 1 0,0 0-1,1 0 1,-1 0-1,0 0 1,0 0-1,0 0 1,1 1-1,-1-1 1,0 0-1,0 1 1,0 0 0,0-1-1,0 1 1,0 0-1,0 0 1,-1 0-1,-1 1 1,3-2-130,-1 1-1,1 0 1,0 0 0,-1 1-1,1-1 1,0 0 0,0 0 0,-1 1-1,1-1 1,0 1 0,0-1-1,0 1 1,0-1 0,-1 1 0,1 0-1,0-1 1,0 1 0,0 0-1,0 0 1,1 0 0,-1 0 0,0 0-1,0 0 1,0 0 0,1 0-1,-1 0 1,1 0 0,-1 0 0,1 0-1,-1 1 1,1-1 0,-1 0-1,1 0 1,0 1 0,0-1 0,0 0-1,0 0 1,0 1 0,0-1-1,0 0 1,0 0 0,0 1 0,1-1-1,-1 0 1,0 0 0,1 1-1,-1-1 1,1 0 0,-1 0 0,1 0-1,0 0 1,0 0 0,1 2-1,20 14 83,0 0-1,2-1 0,0-1 0,35 15 0,29 18-144,-81-44 9,-1 0 0,0 0 0,0 1 0,0 0 0,-1 0 0,1 0 0,-1 1 0,-1-1 0,1 1 0,-1 0 0,0 1 0,0-1 0,4 11 0,-7-15-1,-1 1 0,1-1 0,-1 0 1,1 1-1,-1-1 0,0 1 0,0-1 0,0 1 0,0-1 0,0 1 0,0-1 0,-1 0 0,1 1 0,-1-1 0,0 1 0,0-1 1,0 0-1,0 0 0,0 0 0,0 1 0,-1-1 0,1 0 0,-1 0 0,1-1 0,-1 1 0,0 0 0,0 0 0,1-1 0,-1 1 1,0-1-1,-1 0 0,1 0 0,0 1 0,-4 0 0,-1 1 8,0-1 0,-1 1-1,1-1 1,0-1 0,-1 0 0,1 0 0,-1 0-1,1-1 1,-1 0 0,-10-1 0,0-2 19,-4 0-1213,1 0 0,0-2 0,-40-14 0,42 5-2310,19 14 3245,-1 0 1,0-1 0,1 1 0,-1-1 0,1 0-1,-1 1 1,1-1 0,-1 1 0,1-1 0,-1 0-1,1 0 1,0 1 0,-1-1 0,1 0 0,0 0 0,-1 1-1,1-1 1,0 0 0,0 0 0,0 1 0,0-1-1,0 0 1,0 0 0,0-1 0,4-7-2585,8-12-4918,-4 15 3675</inkml:trace>
</inkml:ink>
</file>

<file path=ppt/ink/ink1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3.409"/>
    </inkml:context>
    <inkml:brush xml:id="br0">
      <inkml:brushProperty name="width" value="0.035" units="cm"/>
      <inkml:brushProperty name="height" value="0.035" units="cm"/>
      <inkml:brushProperty name="color" value="#0066FF"/>
    </inkml:brush>
  </inkml:definitions>
  <inkml:trace contextRef="#ctx0" brushRef="#br0">473 397 1984,'-113'-32'17832,"84"26"-14724,0 1-1,-30-2 0,31 6-2008,0 1-1,-35 4 1,53-3-1069,1 0 0,-1 1 1,1 1-1,0-1 0,-1 1 0,2 1 1,-1 0-1,0 0 0,1 0 1,-14 11-1,21-14-30,-1 1 0,1 0 0,0-1 0,0 1 0,1 0 0,-1 0 0,0 0 0,0-1 0,1 1 0,-1 0 0,1 0 0,0 0 0,0 0 0,-1 0 0,1 0 0,0 0 0,1 0 0,-1 0 0,0 0 0,1 0 0,-1 0 0,1 0 0,-1 0 0,1-1 0,1 4 0,1 1 0,-1-1 0,1 1 0,0-1 0,1 1 0,0-1 0,-1 0 0,8 7 0,5 0 0,0 0 0,1-1 0,0 0 0,0-2 0,36 15 0,-40-20 0,1 0 0,-1 0 0,1-2 0,0 0 0,0 0 0,0-1 0,-1-1 0,1 0 0,16-3 0,-26 2 0,0 0 0,1 0 0,-1 0 0,0-1 0,0 1 0,0-1 0,0 0 0,0 0 0,0-1 0,0 1 0,-1-1 0,1 0 0,-1 0 0,0 0 0,1 0 0,-2 0 0,1-1 0,0 0 0,-1 1 0,4-8 0,-1-1 0,-3 9 0,-1 0 0,1-1 0,-1 1 0,1-1 0,-1 0 0,0 1 0,-1-1 0,1 0 0,-1 0 0,1 0 0,-1 1 0,-1-1 0,1 0 0,0 0 0,-2-4 0,-12-29 0,12 27 0,-1 0 0,-1 1 0,-6-14 0,-7-16 0,11 22 0,-2 1 0,0 0 0,-1 1 0,0-1 0,-18-20 0,-8-14 0,23 32 0,-1 2 0,0-1 0,-1 2 0,0 0 0,-1 0 0,-1 2 0,-24-17 0,34 26 0,-1 0 0,1 1 0,-1 0 0,-9-2 0,14 4 0,-1 0 0,1 1 0,0-1 0,-1 1 0,1 0 0,0-1 0,-1 1 0,1 0 0,-1 1 0,1-1 0,0 0 0,-1 1 0,1-1 0,0 1 0,0 0 0,-5 2 0,6-3 0,1 1 0,-1-1 0,0 1 0,0-1 0,1 1 0,-1-1 0,0 1 0,1 0 0,-1 0 0,1-1 0,-1 1 0,1 0 0,-1 0 0,1-1 0,0 1 0,-1 0 0,1 0 0,0 0 0,0 0 0,0 0 0,-1-1 0,1 1 0,0 0 0,0 0 0,0 0 0,0 0 0,1 0 0,-1 0 0,0 0 0,1 1 0,8 15 0,128 143 0,-120-140 0,26 43 0,-29-41 0,32 39 0,-39-54-41,2 3-527,0 0 0,-1 0-1,0 1 1,0 0 0,11 23 0,-17-30-99,0 0 0,0 0 0,0 0 0,0 0-1,1 0 1,0-1 0,0 1 0,0-1 0,0 1 0,0-1 0,0 0 0,1 0 0,0-1 0,-1 1 0,1-1 0,0 0-1,0 0 1,1 0 0,-1 0 0,0-1 0,0 1 0,1-1 0,6 1 0,31-2-5839,-25 0 2906</inkml:trace>
</inkml:ink>
</file>

<file path=ppt/ink/ink1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4.359"/>
    </inkml:context>
    <inkml:brush xml:id="br0">
      <inkml:brushProperty name="width" value="0.035" units="cm"/>
      <inkml:brushProperty name="height" value="0.035" units="cm"/>
      <inkml:brushProperty name="color" value="#0066FF"/>
    </inkml:brush>
  </inkml:definitions>
  <inkml:trace contextRef="#ctx0" brushRef="#br0">174 33 2521,'-7'3'1584,"1"0"0,0 0 0,-14 3 0,-10 5 1879,23-8-2598,-1 1-1,1 0 1,0 0-1,0 1 1,1 0 0,-1 0-1,1 1 1,0-1-1,1 1 1,-1 1 0,1-1-1,0 1 1,1 0-1,0 0 1,-7 15 0,10-17-753,0-1 0,0 1 0,1 0 1,-1-1-1,1 1 0,0 0 0,0 0 1,1-1-1,0 1 0,0 0 0,0-1 1,0 1-1,0-1 0,1 1 0,0-1 1,0 0-1,0 0 0,5 7 0,-5-8-105,1 0-1,-1 0 0,0 0 1,1 0-1,0-1 0,0 1 1,0-1-1,0 0 0,0 0 1,0 0-1,0 0 0,1 0 1,-1-1-1,1 1 0,-1-1 0,1 0 1,0 0-1,-1 0 0,1-1 1,0 1-1,0-1 0,-1 0 1,8-1-1,6-1 2,-1-2 1,17-5-1,-28 8-4,-1 0-1,0-1 1,0 0-1,0 0 0,0 0 1,-1 0-1,1-1 1,-1 1-1,1-1 1,-1 0-1,0 0 1,0 0-1,3-5 0,-2 2 15,0 1-5,-1 0 0,0 0 1,0-1-1,2-7 0,-4 12-12,-1-1 0,0 0 1,1 1-1,-1-1 0,0 0 0,0 0 1,0 1-1,0-1 0,0 0 0,0 1 0,-1-1 1,1 0-1,-1 0 0,1 1 0,-1-1 1,1 1-1,-1-1 0,0 0 0,-1 0 0,-7-14-4,5 10-2,1 0 1,-1 0 0,0 1 0,-1-1 0,1 1-1,-1 0 1,-8-6 0,-42-24-15,24 17-19,29 17 30,-1 0 1,1 0-1,-1 0 1,1 0-1,-1 1 1,1-1-1,-1 1 1,1 0 0,-1 0-1,0 0 1,1 0-1,-1 0 1,1 0-1,-4 2 1,4-2 4,1 0 1,0 0 0,-1 0-1,1 1 1,0-1-1,0 1 1,0-1 0,0 1-1,-1-1 1,1 1-1,0 0 1,0-1 0,0 1-1,0 0 1,0 0-1,0 0 1,1 0-1,-1 0 1,0 0 0,0 0-1,1 0 1,-1 0-1,0 0 1,1 0 0,-1 1-1,1-1 1,0 0-1,-1 0 1,1 2 0,0-1-7,1-1 1,0 0-1,-1 1 0,1-1 1,0 0-1,0 0 1,0 0-1,0 0 0,0 0 1,0 0-1,0 0 1,1 0-1,-1 0 1,0 0-1,0-1 0,1 1 1,-1 0-1,0-1 1,1 1-1,-1-1 0,1 0 1,1 1-1,11 0-21,0 0-1,1-1 0,-1 0 1,1-1-1,24-6 0,-5 2 14,59-16-6,-50 11 11,-23 8 0,-18 2 12,1-1-1,0 1 0,0 0 0,0 0 0,0 0 1,-1 0-1,1 0 0,0 1 0,3 0 0,17 4 14,-19-5-6,0 1 1,0 0-1,-1 0 0,1 0 1,0 0-1,-1 0 0,1 1 1,5 3-1,10 7 50,-10-8-32,-2 0-1,1 1 1,0 0-1,-1 1 1,0-1-1,0 1 0,0 1 1,6 8-1,-2-3 7,-10-11-27,0 0 1,1 0-1,-1 1 0,0-1 0,0 0 0,0 0 0,0 1 0,0-1 1,0 0-1,-1 1 0,1-1 0,0 1 0,-1 0 0,1-1 0,-1 1 1,1 2-1,8 44 416,-9-46-387,0 0 0,0 0 0,0-1 0,0 1-1,0 0 1,-1 0 0,1 0 0,-1-1 0,1 1 0,-1 0 0,1 0 0,-1-1 0,0 1 0,0 0 0,0-1 0,0 1 0,0-1 0,0 1 0,0-1-1,-1 0 1,1 1 0,0-1 0,-1 0 0,-2 2 0,-10 9 301,11-9-199,-1 1 0,0-1 0,0 0 0,0 0 0,0 0 0,-1 0 0,1-1 0,-1 1 0,0-1 0,1 0 0,-1-1 0,0 1 0,-6 0 0,11-2-119,-1 0 0,0 0 1,0-1-1,1 1 0,-1 0 0,0 0 0,1-1 0,-1 1 0,0 0 1,1-1-1,-1 1 0,0-1 0,1 1 0,-1-1 0,1 1 0,-1-1 1,1 1-1,-1-1 0,1 0 0,0 1 0,-1-1 0,1 0 0,0 1 1,-1-1-1,1-1 0,-4-17 95,4 16-105,0 0 0,1 0 0,0 0 0,-1 0 0,1 0 0,0 0 0,3-5 0,-2 5-4,-1 0 0,0 0 0,0 0 0,0 0 0,0 0 0,0 0-1,-1 0 1,1-4 0,-1 4 0,1 0 0,-1-1 0,1 1 0,0 0 0,0 0 0,0 0 0,2-5 0,-1 4 2,-1 1 0,0 0 0,1 0 0,-2-1-1,1 1 1,0-1 0,0-5 0,1 1-6,-1 1 0,1-1 0,1 0 0,0 1 0,0 0 1,0 0-1,1 0 0,0 0 0,0 1 0,1-1 0,5-5 0,-8 10-4,0 0 0,0 1 0,1-1 0,-1 1 0,0 0-1,0-1 1,1 1 0,-1 0 0,1 0 0,-1 0 0,1 1 0,-1-1 0,1 1-1,0-1 1,-1 1 0,1 0 0,0 0 0,-1 0 0,5 1 0,-3-1 0,23 11-16,-20-11 21,0 1 0,-1 0 0,1 0 0,8 3 0,-8-2 0,0 0 0,0 0-1,0-1 1,10 1 0,-8-2 15,-1-1 0,0 1 0,0-1 1,1-1-1,-1 0 0,0 0 0,-1 0 0,1-1 0,0 0 0,-1-1 1,1 0-1,6-4 0,-7 4-26,-1-1 0,1 1 0,9-10 0,-14 12 12,-2 1 0,1 0 1,-1 0 0,1 0-1,0 0 1,0 0 0,-1 0-1,1 0 1,0 1-1,0-1 1,0 0 0,0 1-1,0-1 1,0 1 0,0-1-1,0 1 1,0-1 0,0 1-1,0-1 1,1 1 0,1 0-1,-2 0-6,1 0-25,-1 1 30,0 0-1,1-1 1,-1 1 0,0 0 0,1 0-1,-1 0 1,0 0 0,0 0 0,0 0-1,0 0 1,0 0 0,0 1 0,0-1-1,0 0 1,-1 1 0,1-1-1,0 0 1,-1 1 0,1 1 0,12 16 30,-10-14-10,0-1 0,-1 1-1,1-1 1,-1 1 0,1 0 0,-1 0 0,-1 0 0,1 0 0,-1 0-1,0 0 1,0 0 0,0 1 0,-1-1 0,0 6 0,0-4-1,-2 25 41,2-30-58,0 0 0,-1-1 0,1 1 0,-1-1 0,1 0 0,-1 1 0,1-1 0,-1 1 0,0-1 0,0 0 1,0 0-1,0 1 0,0-1 0,0 0 0,0 0 0,0 0 0,-2 1 0,-15 24 0,15-25-13,3-1 4,0 1 1,-1-1 0,1 0 0,0 0 0,-1 0 0,1 0 0,0 1 0,0-1 0,-1 0-1,1 0 1,0 1 0,0-1 0,0 0 0,-1 0 0,1 1 0,0-1 0,0 0 0,0 1-1,0-1 1,-1 0 0,1 1 0,0-1 0,0 0 0,0 1 0,0-1 0,0 0-1,0 1 1,0-1 0,0 0 0,0 1 0,0 0 0,0-1-136,-8-10-8132,8 9 7833,0-1-1,0 1 1,0 0-1,1 0 1,-1 0-1,0 0 1,1 0-1,-1-1 1,1 1-1,-1 0 1,1 0-1,0 0 1,-1 0-1,2-1 1,26-19-4904,-3 1-532,-17 10 2968,1 4-284</inkml:trace>
</inkml:ink>
</file>

<file path=ppt/ink/ink1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4.828"/>
    </inkml:context>
    <inkml:brush xml:id="br0">
      <inkml:brushProperty name="width" value="0.035" units="cm"/>
      <inkml:brushProperty name="height" value="0.035" units="cm"/>
      <inkml:brushProperty name="color" value="#0066FF"/>
    </inkml:brush>
  </inkml:definitions>
  <inkml:trace contextRef="#ctx0" brushRef="#br0">61 158 1280,'-35'5'8030,"34"-5"-7675,0 0 0,-1 0 1,1 0-1,0 1 0,0-1 1,-1 0-1,1 1 0,0-1 0,0 1 1,0-1-1,-1 1 0,1 0 0,0-1 1,0 1-1,0 0 0,0 0 0,0 0 1,1 0-1,-1 0 0,0 0 1,0 0-1,0 2 0,1-1 32,1 0-1,0 0 1,-1 0-1,1-1 1,0 1-1,0 0 1,0 0-1,1-1 1,-1 1-1,0-1 1,1 1-1,-1-1 1,1 1-1,-1-1 1,1 0 0,0 0-1,-1 0 1,1 0-1,0 0 1,0 0-1,0 0 1,3 0-1,48 15 2432,-43-14-2691,0-1 0,1 0 0,-1 0 1,1-1-1,-1-1 0,1 1 0,-1-2 0,0 0 1,1 0-1,-1 0 0,15-7 0,-18 6-118,0 0-1,-1-1 1,1 1-1,-1-1 1,1-1-1,-1 1 1,-1-1-1,1 0 1,-1-1-1,1 1 1,-1-1-1,-1 0 1,1 0-1,-1-1 1,-1 1-1,6-11 1,-9 15-7,0 0 0,1 0 0,-1 0 0,0-1 0,0 1 0,0 0 0,0 0 0,0 0 0,0 0 0,-1-1 0,1 1 0,-1 0 0,1 0 0,-1 0 0,0 0 0,0 0 0,0 0 0,-1-1 0,0 0 2,1 0 0,0 1 0,0-1 0,0 0 0,0 0 0,0 1 0,1-1 1,-1-4-1,0 4-4,-1-1 0,1 0 1,-1 1-1,0-1 1,0 1-1,0 0 0,0 0 1,0-1-1,-1 1 0,1 1 1,-1-1-1,0 0 1,-3-2-1,2 4-12,0 1 0,0-1 0,0 1 0,0-1 0,0 1 0,0 0 0,0 1 0,0-1 0,-6 2 0,1 1 15,0 0 0,-1 0 0,1 1 0,1 0 0,-17 11 0,-15 7 118,27-14-28,0 0 0,-19 18 1,28-23-73,1 1 1,0-1 0,-1 1 0,1 0 0,1 0-1,-1 0 1,1 0 0,-1 1 0,1-1-1,1 1 1,-1-1 0,-1 9 0,2-10-17,0 1 1,0 0-1,1 0 1,0 0-1,0 0 1,0-1-1,0 1 1,0 0-1,1 0 1,0 0-1,-1 0 1,2-1-1,-1 1 0,0-1 1,4 7-1,4 7 26,-8-15-29,0 0 1,0 0 0,0 0-1,0 0 1,0 0-1,1 0 1,-1 0-1,1-1 1,2 4-1,24 20 33,-20-17-39,0-1 0,1 0 0,0 0-1,0 0 1,0-1 0,1-1 0,14 7 0,-6-5-83,-6-1-445,1-2 1,16 5-1,-24-9-51,-1 1-1,1 0 1,0-1 0,-1 0 0,1 0 0,5-1 0,228-52-14715,-225 49 13809,-1 0 0,0-1 0,13-7 0,0 0-2040</inkml:trace>
</inkml:ink>
</file>

<file path=ppt/ink/ink1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5.218"/>
    </inkml:context>
    <inkml:brush xml:id="br0">
      <inkml:brushProperty name="width" value="0.035" units="cm"/>
      <inkml:brushProperty name="height" value="0.035" units="cm"/>
      <inkml:brushProperty name="color" value="#0066FF"/>
    </inkml:brush>
  </inkml:definitions>
  <inkml:trace contextRef="#ctx0" brushRef="#br0">43 108 1208,'-3'1'1521,"-1"1"-1,0-1 1,0 1-1,0-1 0,-7 1 1,-2-1 12069,23 5-6246,-5-3-7254,0-1 0,0 0 1,0 0-1,0 0 0,0-1 0,0 0 0,1 0 0,7 0 0,47 0 526,-38-1-541,220-11-75,-126 5 0,135-27-127,-169 19-147,18-7-3752,-5-8-5858,-65 20 5456,13-7-5608,-35 16 6284</inkml:trace>
</inkml:ink>
</file>

<file path=ppt/ink/ink1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5.410"/>
    </inkml:context>
    <inkml:brush xml:id="br0">
      <inkml:brushProperty name="width" value="0.035" units="cm"/>
      <inkml:brushProperty name="height" value="0.035" units="cm"/>
      <inkml:brushProperty name="color" value="#0066FF"/>
    </inkml:brush>
  </inkml:definitions>
  <inkml:trace contextRef="#ctx0" brushRef="#br0">161 97 2793,'-27'8'2470,"15"-5"-1119,0 0 0,1 1-1,-1 0 1,1 1-1,0 0 1,0 1-1,1 0 1,-18 13-1,27-18-1129,-1 1 353,0-1-1,1 0 1,0 1 0,-1-1 0,1 1 0,0 0 0,0-1 0,-1 1 0,0 2 0,2-4-446,1 1 0,-1 0 0,0-1 0,0 1 0,0-1 0,0 1 0,0 0 0,1-1-1,-1 1 1,0-1 0,1 1 0,-1-1 0,0 1 0,1-1 0,-1 1 0,1-1 0,-1 1 0,1-1 0,-1 1 0,1-1-1,-1 0 1,1 1 0,-1-1 0,1 0 0,-1 0 0,1 1 0,-1-1 0,1 0 0,0 0 0,-1 0 0,1 0 0,0 0-1,-1 1 1,2-2 0,8 4 398,-1-1 0,2 0-1,-1-1 1,0 0 0,0-1-1,12 0 1,63-11-115,-38 4-153,158-29-760,-70 5-2639,-74 17 426,143-50-10696,-134 38 6549,-35 15 2569</inkml:trace>
</inkml:ink>
</file>

<file path=ppt/ink/ink1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5.815"/>
    </inkml:context>
    <inkml:brush xml:id="br0">
      <inkml:brushProperty name="width" value="0.035" units="cm"/>
      <inkml:brushProperty name="height" value="0.035" units="cm"/>
      <inkml:brushProperty name="color" value="#0066FF"/>
    </inkml:brush>
  </inkml:definitions>
  <inkml:trace contextRef="#ctx0" brushRef="#br0">309 359 2280,'-34'-20'2269,"1"-1"0,0-2 0,2-1-1,1-1 1,1-2 0,-45-52-1,70 74-1812,-1 0 0,1 0-1,0 0 1,0-1-1,1 1 1,0-1 0,0 0-1,0 0 1,1-1 0,0 1-1,0 0 1,0-1 0,1 1-1,0-1 1,0 1 0,1-1-1,0-9 1,0 15-403,0 0 0,1 0 0,-1 0 0,0 0 0,0 1 0,1-1 0,-1 0 0,1 0 0,-1 0-1,1 0 1,0 0 0,-1 1 0,1-1 0,-1 0 0,1 0 0,0 1 0,0-1 0,0 0 0,-1 1 0,1-1 0,0 1 0,0-1 0,0 1 0,0 0 0,0-1 0,0 1 0,0 0 0,0 0 0,1-1 0,28-2 204,-13 3-253,-1 1 1,0 1-1,0 0 1,0 2-1,0-1 1,-1 2 0,1 0-1,-1 1 1,0 0-1,-1 1 1,18 12-1,-28-16-2,0 0-1,0 1 0,0-1 1,-1 1-1,0 0 0,0 0 1,0 0-1,0 1 1,0-1-1,-1 0 0,0 1 1,0 0-1,0 0 0,-1-1 1,2 9-1,4 9 0,-5-16 0,-1 0-1,0 0 1,0 0 0,-1 0-1,1 0 1,-1 1-1,-1-1 1,1 0 0,-3 10-1,-17 58 11,12-49-15,-6 17-228,-3-1-1,-31 57 0,-2 4-2900,42-84 1186,1 1 0,0 0 0,-6 32 0,12-43 703,0 1 1,1-1 0,-1 0 0,1 1-1,1-1 1,0 0 0,3 15-1,2-2-1624,-5-4-269</inkml:trace>
</inkml:ink>
</file>

<file path=ppt/ink/ink1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5.961"/>
    </inkml:context>
    <inkml:brush xml:id="br0">
      <inkml:brushProperty name="width" value="0.035" units="cm"/>
      <inkml:brushProperty name="height" value="0.035" units="cm"/>
      <inkml:brushProperty name="color" value="#0066FF"/>
    </inkml:brush>
  </inkml:definitions>
  <inkml:trace contextRef="#ctx0" brushRef="#br0">27 74 1672,'-6'8'1999,"4"-6"-638,1 0 0,-1 0-1,0 0 1,0 0 0,0 0 0,0 0 0,-5 3 1867,10-10 1692,2-6-2275,-4 9-2579,-1 0-1,0 0 1,0 1-1,1-1 1,-1 0-1,1 1 1,-1-1-1,1 0 1,0 1-1,0-1 1,2-2-1,-2 2-505,0 0 1,0 1-1,0-1 0,0 0 1,-1 0-1,1 1 0,0-1 1,-1 0-1,1 0 0,-1 0 0,0 0 1,1-2-1,2-11-3314,-3 14 3422,0 1 0,1-1 0,-1 0 0,0 0 0,1 1 0,-1-1 0,0 0 0,0 0 1,0 1-1,0-1 0,0 0 0,0 0 0,0 1 0,0-1 0,0 0 0,0 0 0,0 1 0,-1-1 0,1 0 0,0 1 1,0-1-1,-1 0 0,1 1 0,-1-1 0,1 0 0,-1 0 0</inkml:trace>
</inkml:ink>
</file>

<file path=ppt/ink/ink1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7.886"/>
    </inkml:context>
    <inkml:brush xml:id="br0">
      <inkml:brushProperty name="width" value="0.035" units="cm"/>
      <inkml:brushProperty name="height" value="0.035" units="cm"/>
      <inkml:brushProperty name="color" value="#0066FF"/>
    </inkml:brush>
  </inkml:definitions>
  <inkml:trace contextRef="#ctx0" brushRef="#br0">532 82 488,'-6'-10'2113,"5"9"-1866,0 0 1,0 0-1,0 0 1,1 0 0,-1 0-1,0 0 1,0 0-1,1-1 1,-1 1-1,0 0 1,1 0-1,-1-1 1,1 1-1,0 0 1,-1-3-1,1-29 4022,-25 27-1407,-44-4 1059,48 9-2608,3 1-416,0-1 0,0 2-1,0 0 1,0 1 0,1 1 0,-1 1-1,-23 8 1,11 0 502,0 2 0,-36 22 0,57-30-1299,1-1 0,1 1 0,-1 1 1,1-1-1,0 1 0,1 1 1,-1-1-1,1 1 0,1 0 0,0 0 1,0 1-1,-4 10 0,4-6-71,2 1-1,-1 0 1,2 0-1,0 0 1,1 1-1,0-1 1,1 0-1,0 0 1,2 1-1,-1-1 1,2 0-1,0 0 1,1 0-1,0-1 1,1 1-1,0-1 1,1 0-1,13 20 1,-6-11-26,1 1 0,1 0 1,1-1-1,37 38 1,-37-43-20,-13-13 10,1 0 0,-1 0-1,1 0 1,0-1 0,5 4 0,6 3-2,-9-6 22,1 1-1,-1-1 1,1-1 0,0 0-1,9 4 1,-13-6-7,0-1-1,0 1 1,0-1 0,0 0 0,0 0-1,0 0 1,0 0 0,0 0 0,0-1-1,0 1 1,0-1 0,0 0 0,-1 0 0,1 0-1,0 0 1,0 0 0,4-4 0,6-3-6,-6 4-2,0 0 1,0-1-1,-1 1 0,1-2 1,-1 1-1,10-12 1,7-9-38,-16 19 2,0 0 0,-1-1-1,0 0 1,0 0 0,6-12 0,22-34-361,-25 36 56,1 1 0,21-29 0,-29 34-3,-2 10 129,-1 10 174,1-7 101,-1-1-64,-23 0 1,16-1 33,8-1 34,16-1 27,3 5-42,0 1-1,0 1 0,-1 1 0,0 0 0,0 1 1,0 1-1,26 15 0,-27-14 7,9 5 32,32 20 1,-50-27-70,1 1 0,-1-1 1,0 1-1,-1 1 0,0 0 0,0 0 1,8 12-1,-12-15-10,10 19 91,-13-23-89,0 0 0,0 0 1,0 0-1,1 0 1,-1 0-1,0 0 0,0 0 1,0 0-1,-1 0 1,1 0-1,0 0 0,0 0 1,-1 0-1,1 0 1,0 0-1,-1-1 0,1 1 1,-1 0-1,1 0 1,-1 0-1,1 0 1,-1 0-1,0-1 0,-1 2 1,2-2-11,-3 5 30,-1-1 0,-1 0 0,1 0 0,0-1 0,-1 1 0,0-1 0,0 0 0,0 0 0,0 0 0,0-1 0,-1 0 0,1 0 0,-1 0 0,0-1 0,-8 1 0,-2-1-28,11 0 0,1-1 0,-1 1 0,0-1 0,1 0-1,-1-1 1,0 1 0,1-1 0,-1 0-1,1 0 1,-1 0 0,-5-3 0,-2-3 2,7 5-3,1-1 0,0 0 0,-1 0 1,1 0-1,0 0 0,1-1 0,-6-4 0,-7-11-36,13 17 21,1 0 0,0 0 0,0 0 0,0 0 0,0-1 1,0 1-1,1-1 0,-1 0 0,1 1 0,-1-1 0,1 0 0,0 0 0,0 0 0,0 0 0,1 0 0,-1 0 1,1 0-1,0 0 0,0-4 0,-1 2-15,1 3-45,0 0 0,0 1 1,-1-1-1,1 0 0,0 0 0,0 0 1,1 0-1,-1 0 0,0 0 1,1 1-1,-1-1 0,1 0 1,-1 0-1,1 1 0,0-1 0,0 0 1,0 1-1,0-1 0,0 0 1,0 1-1,0 0 0,1-1 0,-1 1 1,0 0-1,1-1 0,1 0 1,30-9-3564,0 1 1,1 1 0,56-6 0,-26 5 201,-35 4 686,34-13 1,-42 13 1094,4-1-519</inkml:trace>
</inkml:ink>
</file>

<file path=ppt/ink/ink1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8.260"/>
    </inkml:context>
    <inkml:brush xml:id="br0">
      <inkml:brushProperty name="width" value="0.035" units="cm"/>
      <inkml:brushProperty name="height" value="0.035" units="cm"/>
      <inkml:brushProperty name="color" value="#0066FF"/>
    </inkml:brush>
  </inkml:definitions>
  <inkml:trace contextRef="#ctx0" brushRef="#br0">172 1 1424,'-7'0'1446,"1"1"-1,-1 0 0,0 1 1,-9 3-1,-11 3 1542,20-6-2394,1 0 0,-1 1-1,0-1 1,1 2-1,0-1 1,0 1-1,-7 5 1,10-7-362,0 0 0,1 0 0,-1 0 0,1 0 0,0 0 1,-1 1-1,1-1 0,0 1 0,1-1 0,-1 1 0,0 0 0,1 0 0,-1 0 1,1 0-1,0 0 0,0 0 0,-1 4 0,-2 12 699,3-17-869,1 0-1,-1-1 1,0 1 0,1 0-1,0-1 1,-1 1 0,1 0 0,0 0-1,0 0 1,0-1 0,0 1-1,0 0 1,0 0 0,1 1-1,3 13 378,-3-13-378,-1 0-1,1 1 1,0-1 0,0 0 0,0 0 0,0 0 0,1-1 0,-1 1 0,1 0 0,-1 0 0,1-1 0,0 1 0,4 3 0,-6-6-58,58 44 526,-51-40-499,0 0 1,0 0-1,1-1 0,-1 0 1,0-1-1,1 1 1,10 0-1,-4-1 5,0-1 0,0-1 0,0 0 0,-1-1 0,1-1 0,21-5 0,-33 7-34,0-1 0,0 0 0,0 0 0,0 0 1,-1 0-1,1 0 0,0 0 0,-1-1 1,1 1-1,-1-1 0,0 1 0,2-3 0,11-9 0,-11 12-11,-1-1 0,0 1 0,1-1 0,-1 0 0,0 1 0,0-1 0,-1 0 0,1 0 0,0 0 0,-1-1 0,1 1 0,-1 0 0,1-1 0,-1 1 0,0-1 0,0 1 0,0-1 0,-1 1 0,1-1 0,0 0 0,-1 1 0,0-1 1,0 0-1,0-4 0,-1 2-211,0 0 0,0 0 0,0 0 1,-1 0-1,0 0 0,0 0 0,0 0 0,-1 1 1,0-1-1,1 1 0,-2 0 0,1 0 1,-4-4-1,-5-5-724,10 12 821,1 0 1,-1 0 0,1-1-1,0 1 1,-1-1 0,1 1 0,0-1-1,0 1 1,0-1 0,0 0-1,0-1 1,0 1 11,0 0 0,-1 0 0,1 0 0,0 0 1,-1 1-1,1-1 0,-1 1 0,1-1 0,-1 1 0,0-1 0,0 1 0,0 0 0,-3-2 0,-3-2-3480</inkml:trace>
</inkml:ink>
</file>

<file path=ppt/ink/ink1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08.760"/>
    </inkml:context>
    <inkml:brush xml:id="br0">
      <inkml:brushProperty name="width" value="0.035" units="cm"/>
      <inkml:brushProperty name="height" value="0.035" units="cm"/>
      <inkml:brushProperty name="color" value="#0066FF"/>
    </inkml:brush>
  </inkml:definitions>
  <inkml:trace contextRef="#ctx0" brushRef="#br0">19 0 256,'0'0'8282,"-16"7"-1719,16-7-6361,0 1 0,-1-1 0,1 0 0,0 1 0,0-1 0,0 1 0,-1-1 0,1 1 0,0-1 0,0 1 0,0-1 0,0 1 0,0-1 0,0 1 0,0-1 0,0 1 0,0-1 0,0 1 0,0-1 0,0 1 0,0-1 0,0 1 0,1-1 1,-1 1-1,0-1 0,0 1 0,1-1 0,-1 1 0,0-1 0,0 0 0,1 1 0,0 0 0,12 17 2791,-11-16-1980,5 11 800,2 6-182,-8-18-1505,1 1 0,-1 0 0,0 0 0,0 0 0,0 0 0,0 0 0,0 0 0,0 0 0,-1 0 0,1 0-1,0 4 1,3 10 456,7 32 431,3 11-570,-9-46-443,-5-10 0,1 0 0,1 0 0,-1 0 0,0 0 0,1 0 0,-1-1 0,1 1 0,3 4 0,-4-7 0,-1 1 0,0-1 0,0 1 0,1-1 0,-1 1 0,0-1 0,0 0 0,1 1 0,-1-1 0,0 0 0,1 1 0,-1-1 0,1 0 0,-1 0 0,0 1 0,1-1 0,-1 0 0,1 0 0,-1 0 0,1 1 0,-1-1 0,0 0 0,1 0 0,-1 0 0,1 0 0,-1 0 0,1 0 0,-1 0 0,1 0 0,-1 0 0,1 0 0,-1 0 0,1 0 0,-1-1 0,1 1 0,-1 0 0,1-1 0,3 1 0,1-1 0,-1 1 0,0-1 0,0 0 0,0 0 0,0-1 0,0 0 0,0 1 0,0-1 0,-1 0 0,1-1 0,6-4 0,-1-1 0,0-1 0,0 1 0,9-13 0,-16 17 0,0 1 0,0-1 0,0 0 0,0 1 0,-1-1 0,1 0 0,-1 0 0,0 0 0,0 0 0,-1-1 0,1 1 0,-1 0 0,0 0 0,0 0 0,0-1 0,-1 1 0,1 0 0,-1 0 0,0 0 0,0 0 0,-2-4 0,-3-13 0,-5-15 0,9 28 0,2 7 0,0 1 0,-1-1 0,1 0 0,0 1 0,0-1 0,0 0 0,0 1 0,-1-1 0,1 1 0,0-1 0,-1 0 0,1 1 0,0-1 0,-1 1 0,1-1 0,-1 1 0,1-1 0,-1 1 0,1 0 0,-1-1 0,1 1 0,-1-1 0,1 1 0,-2-1 0,-5 1 0,0 0 0,5 7 0,3-4 0,-1-1 0,0 1 0,1-1 0,0 0 0,-1 0 0,1 0 0,0 0 0,0 0 0,0-1 0,0 1 0,0 0 0,1 0 0,2 2 0,9 16 0,-11-15 0,1 0 0,0 0 0,0 0 0,7 7 0,-7-8 0,1 1 0,-1-1 0,1 1 0,4 10 0,11 12 0,-4-7 0,-14-18-527,0-1 1,0 1-1,1 0 1,-1-1-1,1 1 1,-1-1-1,1 1 1,-1-1-1,3 2 1,-3-3 325,-1 0 1,1 1-1,-1-1 1,0 0-1,1 1 1,-1-1-1,1 0 1,0 0-1,-1 1 1,1-1-1,-1 0 1,1 0-1,-1 0 1,1 0-1,-1 0 0,1 0 1,0 0-1,-1 0 1,1 0-1,-1 0 1,1 0-1,-1 0 1,1 0-1,0 0 1,-1-1-1,1 1 1,-1 0-1,1 0 1,-1-1-1,1 1 1,-1 0-1,1-1 0,30-36-16153,-29 31 12392</inkml:trace>
</inkml:ink>
</file>

<file path=ppt/ink/ink1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0.043"/>
    </inkml:context>
    <inkml:brush xml:id="br0">
      <inkml:brushProperty name="width" value="0.035" units="cm"/>
      <inkml:brushProperty name="height" value="0.035" units="cm"/>
      <inkml:brushProperty name="color" value="#0066FF"/>
    </inkml:brush>
  </inkml:definitions>
  <inkml:trace contextRef="#ctx0" brushRef="#br0">445 364 296,'-6'-1'1109,"1"1"-1,0-1 1,0 0-1,0-1 0,0 1 1,-7-4-1,7 3-580,0 0 1,0 0-1,0 1 0,0 0 0,0 0 0,-8-1 0,-4 2 402,-1 1 1,1 1-1,0 0 0,0 1 1,0 1-1,0 1 0,-27 10 1,6 4 1925,-58 36 1,91-52-2710,0 1-1,0-1 1,1 1 0,-1 0-1,1 0 1,0 0 0,0 1 0,1-1-1,-1 1 1,1 0 0,0 0-1,1 0 1,-1 0 0,-3 11-1,6-14-130,0 0-1,1-1 0,-1 1 0,0 0 0,1-1 0,-1 1 0,1 0 0,0-1 1,0 1-1,-1-1 0,1 1 0,0-1 0,0 1 0,0-1 0,1 0 0,1 3 0,26 22 173,-20-21-141,2-1 0,-1 1 1,0-1-1,1-1 0,16 3 1,57 8 150,-45-16-158,-12-1 0,-18 2-21,1 0 0,-1-1 0,0 0 0,0 0 0,0-1 0,-1-1 0,1 1 0,-1-1 0,0-1-1,15-10 1,-19 13-13,-1-1 0,1 0 1,-1 1-1,0-1 0,0-1 0,0 1 0,-1 0 0,1-1 0,-1 1 0,0-1 0,0 0 0,0 0 0,0 0 0,0 0 0,-1 0 0,0 0 0,0 0 0,0-1 0,-1 1 0,1 0 1,-1 0-1,0-1 0,0-4 0,-2-5-4,0 0 1,0 0 0,-1 0-1,-1 0 1,-9-22 0,-48-102-67,37 95 35,-1 1 1,-35-45-1,26 34-11,34 50 37,-9-4-34,9 22 95,25 18 14,-22-29-72,0 0 0,1 0 1,-1 1-1,-1-1 0,1 1 1,3 8-1,14 22 10,-11-22-6,15 28 1,0 0 18,-16-28-15,-1 0 1,8 20 0,6 11 5,-18-39-23,0 1 0,-1 0 1,0 0-1,0 0 1,2 10-1,7 20-506,-8-28 34,0 0 1,-1-1-1,-1 2 0,2 12 1,4 16-3126,-1-18 997,2 7-2507,-6-8-1705</inkml:trace>
</inkml:ink>
</file>

<file path=ppt/ink/ink1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0.859"/>
    </inkml:context>
    <inkml:brush xml:id="br0">
      <inkml:brushProperty name="width" value="0.035" units="cm"/>
      <inkml:brushProperty name="height" value="0.035" units="cm"/>
      <inkml:brushProperty name="color" value="#0066FF"/>
    </inkml:brush>
  </inkml:definitions>
  <inkml:trace contextRef="#ctx0" brushRef="#br0">393 300 200,'-3'-1'223,"0"0"0,-1 0 0,1 0 0,0 0 1,0 0-1,-1 1 0,1-1 0,0 1 0,-1 0 0,-3 0 0,-22-2 2205,-14-4 1260,36 5-3095,0 0 0,0 0 0,-1 1 0,1 0 1,0 0-1,-1 0 0,-12 4 0,-20 0 2332,-28 1 3233,-34 6 2799,102-11-8935,0 0 0,0 0 0,0 1 0,0-1 0,0 0 0,0 0 0,0 1 0,0-1 0,1 0 0,-1 0 0,0 0 0,0 1 0,0-1 0,0 0 0,0 0 0,0 0 0,0 1 0,0-1 1,1 0-1,-1 0 0,0 0 0,0 0 0,0 0 0,0 1 0,1-1 0,-1 0 0,0 0 0,0 0 0,0 0 0,1 0 0,-1 0 0,0 0 0,0 0 0,1 0 0,-1 1 0,0-1 0,0 0 0,0 0 0,1 0 0,-1 0 0,0 0 0,0 0 0,0-1 1,1 1-1,-1 0 0,0 0 0,0 0 0,1 0 0,-1 0 0,0 0 0,0 0 0,0 0 0,1 0 0,-1-1 0,256-30-22,-154 21 0,-34 3 0,575-67 0,-538 59-1922,0-5 0,163-52-1,-248 65 358,41-16-3698,-56 21 4137,0-1 0,0 0 0,0 0 0,0 0 1,-1-1-1,1 1 0,-1-1 0,5-5 0,-9 8 926,1 1-1,-1 0 0,0-1 1,0 1-1,0 0 1,0-1-1,0 1 0,1-1 1,-1 1-1,0 0 0,0-1 1,0 1-1,0-1 0,0 1 1,0 0-1,0-1 0,0 1 1,0-1-1,-1 1 0,1-1 1,0 1-1,0 0 0,0-1 1,0 1-1,-1-1 0,-6-4-2973</inkml:trace>
</inkml:ink>
</file>

<file path=ppt/ink/ink1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1.145"/>
    </inkml:context>
    <inkml:brush xml:id="br0">
      <inkml:brushProperty name="width" value="0.035" units="cm"/>
      <inkml:brushProperty name="height" value="0.035" units="cm"/>
      <inkml:brushProperty name="color" value="#0066FF"/>
    </inkml:brush>
  </inkml:definitions>
  <inkml:trace contextRef="#ctx0" brushRef="#br0">230 220 1608,'-56'17'4660,"-75"26"5257,126-41-8829,-1 0 1,1 0-1,0 1 0,1 0 1,-1 0-1,-8 7 1,13-9-996,0-1 1,0 0-1,0 1 1,0-1-1,0 0 0,0 1 1,0-1-1,1 0 1,-1 0-1,0 1 1,0-1-1,0 0 1,0 1-1,0-1 0,1 0 1,-1 0-1,0 1 1,0-1-1,0 0 1,1 0-1,-1 0 1,0 1-1,0-1 1,1 0-1,-1 0 0,0 0 1,1 0-1,-1 0 1,0 0-1,0 1 1,1-1-1,-1 0 1,0 0-1,1 0 0,-1 0 1,0 0-1,1 0 1,18 3 1963,77-8-524,177-34 1,-181 23-1246,-24 5-288,298-56 0,-252 41-564,183-45-2788,-191 33-3425,-75 27 4066,-5-3-1005,-25 14 3289,1-1 0,-1 0 0,0 1 0,1-1 0,-1 0 0,0 0 0,0 0 0,0 0 0,0 0 0,0 0 0,0-1 0,0 1 0,0 0 0,1-3 0,-12 3-5386,-6 1 3728</inkml:trace>
</inkml:ink>
</file>

<file path=ppt/ink/ink1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1.342"/>
    </inkml:context>
    <inkml:brush xml:id="br0">
      <inkml:brushProperty name="width" value="0.035" units="cm"/>
      <inkml:brushProperty name="height" value="0.035" units="cm"/>
      <inkml:brushProperty name="color" value="#0066FF"/>
    </inkml:brush>
  </inkml:definitions>
  <inkml:trace contextRef="#ctx0" brushRef="#br0">249 252 2160,'-210'29'11121,"197"-27"-10040,-11-1 1869,23-1-1507,11-1 1221,128-22 1411,5-1-3553,-43 7-449,58-15-1182,-98 16 27,67-21-2619,-103 29 2138,-1-2-1,0 0 1,25-16 0,-42 22 731,-1 0-1,0-1 1,0 0-1,-1 0 1,8-10-1,-5 6-573,-6 8 1313,-1 1 1,1-1-1,-1 1 0,1 0 1,-1-1-1,0 1 0,1-1 0,-1 1 1,0-1-1,1 1 0,-1-1 1,0 0-1,0 1 0,0-1 1,0 1-1,1-1 0,-1 1 1,0-1-1,0 0 0,0 1 1,0-1-1,0 1 0,0-1 0,0 1 1,-1-1-1,1 0 0,0 1 1,0-1-1,0 1 0,-1-1 1,1 1-1,0-1 0,0 1 1,-1-1-1,1 1 0,0-1 1,-1 1-1,1-1 0,-2 0 0,-6-10-2110</inkml:trace>
</inkml:ink>
</file>

<file path=ppt/ink/ink1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1.574"/>
    </inkml:context>
    <inkml:brush xml:id="br0">
      <inkml:brushProperty name="width" value="0.035" units="cm"/>
      <inkml:brushProperty name="height" value="0.035" units="cm"/>
      <inkml:brushProperty name="color" value="#0066FF"/>
    </inkml:brush>
  </inkml:definitions>
  <inkml:trace contextRef="#ctx0" brushRef="#br0">1 198 480,'17'-1'1595,"0"-2"0,0 0 0,18-5 0,16-4-271,125-27 495,-52 9-1410,-86 22-367,198-48-338,-234 55 201,1-1 0,0 1 0,0 0 0,-1-1 0,1 1 0,0-1 0,2-2 0,3-3-769,-32-4-3146,14 6 2520,-6 4-224</inkml:trace>
</inkml:ink>
</file>

<file path=ppt/ink/ink1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1.810"/>
    </inkml:context>
    <inkml:brush xml:id="br0">
      <inkml:brushProperty name="width" value="0.035" units="cm"/>
      <inkml:brushProperty name="height" value="0.035" units="cm"/>
      <inkml:brushProperty name="color" value="#0066FF"/>
    </inkml:brush>
  </inkml:definitions>
  <inkml:trace contextRef="#ctx0" brushRef="#br0">131 108 952,'-30'7'2410,"12"-2"-206,-1-2 0,0 0 0,-24 1-1,41-5-631,5-1-503,15-6-21,26-7-414,85-7-193,149-17-428,-71 14-942,-97 15-414,-32 4-692,-69 5 1348,-1 1-1,1-1 1,0 1 0,0 1 0,-1-1 0,17 5-1,-24-3-829,-5 2 308,-17 6-460,-23 6 120,-15 1 318,32-6 794</inkml:trace>
</inkml:ink>
</file>

<file path=ppt/ink/ink1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1.982"/>
    </inkml:context>
    <inkml:brush xml:id="br0">
      <inkml:brushProperty name="width" value="0.035" units="cm"/>
      <inkml:brushProperty name="height" value="0.035" units="cm"/>
      <inkml:brushProperty name="color" value="#0066FF"/>
    </inkml:brush>
  </inkml:definitions>
  <inkml:trace contextRef="#ctx0" brushRef="#br0">420 0 80,'-206'103'3846,"142"-70"-1811,-50 30 2750,109-59-4235,0-1-1,0 1 0,1 0 0,-1 0 0,-6 8 1,11-11-519,0-1 0,0 0 0,0 0 1,0 1-1,0-1 0,0 0 0,0 0 1,0 1-1,0-1 0,0 0 0,0 1 0,0-1 1,0 0-1,0 0 0,0 1 0,0-1 1,0 0-1,0 1 0,0-1 0,0 0 1,0 0-1,1 1 0,-1-1 0,0 0 1,0 0-1,0 0 0,0 1 0,1-1 0,-1 0 1,0 0-1,0 0 0,0 1 0,1-1 1,-1 0-1,0 0 0,0 0 0,1 0 1,-1 0-1,0 1 0,1-1 0,-1 0 1,0 0-1,0 0 0,1 0 0,-1 0 0,0 0 1,0 0-1,1 0 0,-1 0 0,0 0 1,1 0-1,-1-1 0,17 3 732,60-6 511,0-4 1,113-26 0,-125 21-1191,77-20-683,-85 18-55,42-17-1222,-3 0-2298,-84 28 2522,0 0-1,18-10 1,-7 4-2150,-13 4 936</inkml:trace>
</inkml:ink>
</file>

<file path=ppt/ink/ink1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2.516"/>
    </inkml:context>
    <inkml:brush xml:id="br0">
      <inkml:brushProperty name="width" value="0.035" units="cm"/>
      <inkml:brushProperty name="height" value="0.035" units="cm"/>
      <inkml:brushProperty name="color" value="#0066FF"/>
    </inkml:brush>
  </inkml:definitions>
  <inkml:trace contextRef="#ctx0" brushRef="#br0">556 0 184,'-54'7'8153,"23"-2"-6170,-177 32 10387,159-27-9508,24-3-1559,0 1 1,1 1-1,-29 15 0,47-21-1234,0 0-1,1 0 1,-1 1 0,1-1-1,0 1 1,0 0-1,0 1 1,0-1 0,1 1-1,0 0 1,0 0-1,0 0 1,1 1-1,0-1 1,0 1 0,0 0-1,0 0 1,1 0-1,0 0 1,-1 6 0,3-6-58,-1-1 0,2 1 0,-1-1 0,0 1 0,1-1 0,0 0 0,0 1 0,1-1 0,1 5 0,3 13 21,-3-14-28,0 0-1,0 0 1,1 0-1,0 0 1,0-1-1,1 1 1,1-1-1,9 12 1,2 0 2,1-1 0,20 17 1,-30-31-24,1 1 0,-1-1 0,1 0 0,0-1 0,0 0 0,1 0 0,14 3 0,2 2-122,-11-5-221,1 0 1,-1-1-1,1 0 0,0-1 0,0-1 0,1-1 0,19-1 1,113-21-5996,-144 21 6096,35-9-3381,0-2 0,0-1 0,57-30 0,-68 30 1013,-1-2-337</inkml:trace>
</inkml:ink>
</file>

<file path=ppt/ink/ink1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2.931"/>
    </inkml:context>
    <inkml:brush xml:id="br0">
      <inkml:brushProperty name="width" value="0.035" units="cm"/>
      <inkml:brushProperty name="height" value="0.035" units="cm"/>
      <inkml:brushProperty name="color" value="#0066FF"/>
    </inkml:brush>
  </inkml:definitions>
  <inkml:trace contextRef="#ctx0" brushRef="#br0">1 27 984,'4'-2'6564,"2"-1"-4057,44 5 2079,27 8-2651,-64-7-1638,0 2 1,0-1-1,0 2 1,-1 0-1,1 0 1,17 14-1,-26-18-218,4 4 73,0 1-1,0-1 1,0 1 0,-1 1-1,0-1 1,8 13-1,-8-11-69,-5-8-72,-1 1 0,0 0 0,0 0-1,-1 0 1,1-1 0,0 1 0,-1 0-1,1 0 1,-1 0 0,1 0 0,-1 0 0,0 0-1,0 0 1,0 0 0,0 0 0,0 0-1,0 0 1,-1 0 0,1 0 0,-1 0 0,1 0-1,-1 0 1,0 0 0,0 0 0,0-1 0,0 1-1,0 0 1,0 0 0,0-1 0,0 1-1,-1-1 1,-2 3 0,-6 7 39,10-10-46,-1 0 0,0 0-1,0 0 1,0 0 0,0 0-1,0 0 1,0-1 0,0 1-1,0 0 1,-1 0 0,1-1-1,-1 1 1,-18 10 39,18-10-39,-1 1 0,1-1 0,0 0 0,-1 0 1,1 0-1,0 0 0,-1 0 0,1-1 0,-1 1 1,0-1-1,-2 1 0,-6-17 40,9 14-41,1-1 0,0 1 1,0-1-1,0 1 0,0-1 1,0 1-1,1-1 0,-1 1 1,1-1-1,0 1 0,-1-1 1,1 0-1,0 1 1,0-1-1,1-3 0,9-42-94,-8 43 56,1-3-266,1 0-1,0 0 1,0 0-1,1 1 1,0 0-1,0-1 1,1 2-1,0-1 1,0 1-1,14-12 1,-12 12-695,1 0 0,18-10-1,-8 7-3696,37-11 0,-48 19 2515</inkml:trace>
</inkml:ink>
</file>

<file path=ppt/ink/ink1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3.300"/>
    </inkml:context>
    <inkml:brush xml:id="br0">
      <inkml:brushProperty name="width" value="0.035" units="cm"/>
      <inkml:brushProperty name="height" value="0.035" units="cm"/>
      <inkml:brushProperty name="color" value="#0066FF"/>
    </inkml:brush>
  </inkml:definitions>
  <inkml:trace contextRef="#ctx0" brushRef="#br0">289 1 2769,'-11'6'2338,"0"-1"1,0 0 0,-20 5 0,-16 8 1927,28-10-2719,-61 33 4758,73-37-5802,0 1 0,0 0-1,0 0 1,1 1 0,-1-1-1,1 2 1,1-1 0,-7 9-1,10-13-469,0 1 1,1 0-1,-1-1 0,1 1 1,0 0-1,-1 0 0,1 0 1,1 0-1,-1 1 0,0-1 0,1 0 1,-1 0-1,1 0 0,0 0 1,0 1-1,1-1 0,-1 0 1,0 0-1,1 0 0,0 1 1,0-1-1,0 0 0,0 0 0,0 0 1,1-1-1,-1 1 0,1 0 1,0 0-1,0-1 0,0 1 1,0-1-1,0 0 0,0 1 0,1-1 1,4 3-1,1 1-9,1 0 1,0 0-1,0-1 0,0 0 1,1-1-1,-1 0 0,1 0 1,0-1-1,15 3 0,-9-3-6,0-1 1,1-1-1,-1 0 0,1-2 0,21-2 0,-28 2-19,1-1-1,-1 0 1,0-1-1,0 0 0,12-5 1,-18 6 0,-1 1 1,1-1-1,-1-1 1,1 1-1,-1 0 0,0-1 1,0 0-1,0 0 1,0 0-1,0 0 0,-1 0 1,1 0-1,-1-1 1,0 1-1,3-6 0,-4 6-22,0 1-1,-1-1 0,1 0 0,0 1 0,-1-1 0,0 1 0,0-1 0,1 0 0,-2 1 0,1-1 1,0 0-1,0 1 0,-1-1 0,1 0 0,-1 1 0,-2-5 0,1 2-118,-1 1 0,1 0 1,-1-1-1,0 1 0,0 1 0,-1-1 0,1 0 0,-7-4 0,-4-2-1095,0 0 0,-1 1 0,-1 1 0,-23-10 0,8 10-2337,-3 5-3555,25 8 4688</inkml:trace>
</inkml:ink>
</file>

<file path=ppt/ink/ink1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3.869"/>
    </inkml:context>
    <inkml:brush xml:id="br0">
      <inkml:brushProperty name="width" value="0.035" units="cm"/>
      <inkml:brushProperty name="height" value="0.035" units="cm"/>
      <inkml:brushProperty name="color" value="#0066FF"/>
    </inkml:brush>
  </inkml:definitions>
  <inkml:trace contextRef="#ctx0" brushRef="#br0">0 54 1144,'23'3'10772,"-13"-1"-6782,-8 25 5978,-6-12-6746,-1 3-1377,5-15-1785,0 1 38,-1-1 0,1 0 0,0 1 0,1-1 1,-1 1-1,0-1 0,1 0 0,0 0 0,0 1 0,0-1 0,0 0 0,0 0 0,1 0 1,-1 0-1,1 0 0,0 0 0,2 2 0,9 13-98,-9-13 0,-1 0 0,1 0 0,0 0 0,1 0 0,-1-1 0,11 8 0,-7-3 0,-8-8 0,0-1 0,0 1 0,1-1 0,-1 1 0,0-1 0,1 1 0,-1-1 0,0 0 0,1 1 0,-1-1 0,1 1 0,-1-1 0,0 0 0,1 1 0,-1-1 0,1 0 0,-1 0 0,1 1 0,0-1 0,0 0 0,14 6 0,-13-5 0,0 0 0,0 0 0,1 0 0,-1-1 0,0 1 0,0-1 0,1 1 0,-1-1 0,0 0 0,1 0 0,-1 0 0,0 0 0,1 0 0,2-1 0,5 0 0,-8 1 0,0 0 0,0 0 0,0-1 0,0 1 0,0 0 0,0-1 0,0 1 0,0-1 0,3-1 0,12-5 0,-15 7 0,-1-1 0,0 1 0,1 0 0,-1-1 0,0 1 0,1-1 0,-1 0 0,0 1 0,0-1 0,0 0 0,3-2 0,19-13 0,-20 15 0,0 0 0,-1-1 0,1 1 0,-1-1 0,1 0 0,-1 0 0,0 0 0,0 0 0,0 0 0,0 0 0,0 0 0,0-1 0,0 1 0,1-5 0,-1 4 0,-1-1 0,0 0 0,0 1 0,0-1 0,0 0 0,0 0 0,-1 0 0,0 1 0,0-1 0,0 0 0,-1-7 0,-1 5 0,0 0 0,0 0 0,0 0 0,-1 0 0,0 1 0,-6-8 0,-1-3 0,4 7 0,1 1 0,0-1 0,-4-9 0,8 16 0,-1 1 0,1-1 0,0 1 0,0-1 0,-1 1 0,1 0 0,-1 0 0,1 0 0,-3-2 0,2 3 0,1-1 0,0 0 0,0 1 0,0-1 0,0 0 0,0 0 0,0 0 0,0 0 0,0 0 0,0 0 0,0 0 0,0 0 0,1 0 0,-1 0 0,0 0 0,0-2 0,1 2 0,-1 1 0,1 0 0,0-1 0,-1 1 0,1-1 0,0 1 0,-1 0 0,1 0 0,0-1 0,-1 1 0,1 0 0,-1 0 0,1-1 0,0 1 0,-1 0 0,1 0 0,-1 0 0,1 0 0,-1 0 0,1 0 0,-1-1 0,1 1 0,-1 0 0,1 0 0,-1 0 0,1 1 0,0-1 0,-1 0 0,1 0 0,-1 0 0,1 0 0,-1 0 0,1 1 0,-1-1 0,1 0 0,0 0 0,-1 0 0,1 1 0,0-1 0,-1 0 0,1 1 0,0-1 0,-1 0 0,1 1 0,-1 0 0,0 0 0,0 0 0,0 1 0,0-1 0,0 1 0,0-1 0,1 1 0,-1-1 0,0 1 0,1-1 0,-1 1 0,1 0 0,-1-1 0,1 1 0,0 0 0,0-1 0,0 1 0,0 0 0,0 1 0,1 0 0,-1-1 0,1 1 0,0-1 0,0 1 0,1-1 0,-1 0 0,0 0 0,1 0 0,0 0 0,-1 0 0,1 0 0,3 3 0,21 32 0,-20-30 0,0-1 0,-1 0 0,0 1 0,0 0 0,-1 0 0,1 1 0,3 10 0,26 35 0,-14-25 0,-5-9 0,-14-17-80,0-1 0,1 1 0,-1-1 0,1 0 0,0 1 0,-1-1 0,1 0 0,0 0 0,0 0 0,-1 0 0,1-1 0,0 1 0,0 0 1,0-1-1,2 1 0,10 4-880,-13-5 536,1 0 0,-1 0 0,1 0 0,-1 0 1,1 0-1,-1-1 0,0 1 0,1 0 0,-1-1 0,1 1 0,-1-1 0,1 1 1,-1-1-1,0 0 0,0 0 0,1 1 0,-1-1 0,0 0 0,0 0 1,0 0-1,0 0 0,0-1 0,1 0 0,-1 0-217,-1 0-1,0 0 1,1 1 0,-1-1-1,1 0 1,-1 1 0,1-1-1,0 1 1,-1-1 0,1 1-1,2-3 1,-2 3 109,0-1-1,0 1 1,0-1-1,0 1 1,-1-1-1,1 1 1,0-1-1,-1 0 1,0 1-1,1-1 1,-1-2-1,0-7-2951</inkml:trace>
</inkml:ink>
</file>

<file path=ppt/ink/ink1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4.502"/>
    </inkml:context>
    <inkml:brush xml:id="br0">
      <inkml:brushProperty name="width" value="0.035" units="cm"/>
      <inkml:brushProperty name="height" value="0.035" units="cm"/>
      <inkml:brushProperty name="color" value="#0066FF"/>
    </inkml:brush>
  </inkml:definitions>
  <inkml:trace contextRef="#ctx0" brushRef="#br0">0 117 1152,'27'0'6528,"-22"0"-6111,-1-1 0,0 2-1,0-1 1,0 0-1,0 1 1,0 0 0,0 0-1,0 0 1,0 0-1,0 1 1,-1-1 0,1 1-1,0 0 1,-1 0-1,1 0 1,-1 1 0,6 5-1,-9-8-307,1 1 0,-1 0 0,0-1 0,1 1-1,-1 0 1,0 0 0,1 0 0,-1-1 0,0 1-1,0 0 1,0 0 0,1 0 0,-1 0 0,0-1-1,0 1 1,-1 0 0,1 0 0,0 0 0,0 0 0,0 0-1,0-1 1,-1 1 0,1 0 0,0 0 0,-1 0-1,-12 17 1450,10-15-1012,3-2-446,-1 0-1,1 0 1,-1 0-1,1 0 1,-1 0-1,1 0 0,0-1 1,-1 1-1,1 0 1,0 0-1,0 0 1,0 0-1,0 0 0,0 0 1,0 0-1,0 0 1,0 0-1,0 0 1,0 0-1,1 0 1,-1 0-1,0 0 0,1 0 1,-1 0-1,0 0 1,2 1-1,13 15 977,-12-15-962,1-1 0,0 0 0,-1 0 0,1 0-1,0 0 1,0 0 0,0-1 0,0 0 0,0 0 0,-1 0 0,1 0 0,0 0-1,0-1 1,0 0 0,0 0 0,3-1 0,5-1-68,-1-1 1,0-1-1,-1 0 1,16-9 0,-23 12-42,1 0 1,-1-1-1,0 0 0,0 1 1,0-1-1,4-7 1,-6 9-4,0 0-1,0 0 1,0-1 0,-1 1 0,1-1-1,0 1 1,-1-1 0,1 1-1,-1-1 1,1 1 0,-1-1 0,0 1-1,0-1 1,0 0 0,0 1 0,0-1-1,0 1 1,0-1 0,0 0 0,-1-1-1,-3-7 1,2 5-3,0-1 0,0 0 0,0 1 0,-1 0 1,0-1-1,0 1 0,-1 0 0,0 1 0,-7-9 1,7 9 1,0 0-1,1 0 1,0-1 0,-6-8 0,8 10-20,0 0 0,-1 1 0,0-1 0,0 0 0,1 1 0,-1 0 0,-1-1 0,1 1 0,0 0 0,-1 0 0,1 0 0,-5-2 0,-1 0-424,-4-2-625,12 6 1035,0 0 0,0 0 0,0 0 0,0 0 0,-1-1 0,1 1 0,0 0 0,0 0 0,0 0 0,0 0-1,0 0 1,-1 0 0,1 0 0,0 0 0,0 0 0,0 0 0,0 0 0,0 0 0,-1 0 0,1 0 0,0 0 0,0 0 0,0 0 0,0 0 0,0 0 0,-1 0 0,1 0 0,0 1 0,0-1 0,0 0 0,0 0 0,0 0 0,0 0 0,-1 0 0,1 0 0,0 0 0,0 0 0,0 1 0,0-1 0,0 0 0,0 0 0,0 0 0,0 0 0,0 0 0,0 1 0,0-1 0,0 0 0,-1 0 0,1 0 0,0 1 0,-6 0-1669,6-1 1668,0 0 1,0 0-1,0 0 1,-1 0-1,1 0 1,0 0 0,0 0-1,0 0 1,0 0-1,0 0 1,0 1-1,0-1 1,-1 0-1,1 0 1,0 0-1,0 0 1,0 0-1,0 0 1,0 0 0,0 0-1,0 0 1,0 0-1,0 1 1,0-1-1,0 0 1,-1 0-1,1 0 1,0 0-1,0 0 1,0 0-1,0 0 1,0 1 0,0-1-1,0 0 1,0 0-1,0 0 1,0 0-1,0 0 1,0 0-1,0 0 1,0 1-1,0-1 1,0 0 0,0 0-1,0 0 1,0 0-1,1 0 1,-1 0-1,0 0 1,0 1-1,0-1 1,0 0-1,0 0 1,0 0-1,0 0 1,0 0 0,0 0-1,0 0 1,1 0-1,-1 0 1,0 0-1,0 0 1,0 1-1,0-1 1,0 0-1,1 0-273,0 1-1,0-1 1,0 1 0,0 0-1,0-1 1,0 1-1,0 0 1,0 0-1,0 0 1,-1-1 0,1 1-1,0 0 1,0 0-1,-1 0 1,1 0-1,-1 0 1,1 0 0,-1 1-1,0-1 1,1 1-1,8 9-8238</inkml:trace>
</inkml:ink>
</file>

<file path=ppt/ink/ink1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5.167"/>
    </inkml:context>
    <inkml:brush xml:id="br0">
      <inkml:brushProperty name="width" value="0.035" units="cm"/>
      <inkml:brushProperty name="height" value="0.035" units="cm"/>
      <inkml:brushProperty name="color" value="#0066FF"/>
    </inkml:brush>
  </inkml:definitions>
  <inkml:trace contextRef="#ctx0" brushRef="#br0">281 325 2168,'2'0'342,"10"-2"3411,-10-3 967,-1-5 4333,-2 10-8862,1-1-1,-1 0 1,0 0 0,1 1-1,-1-1 1,0 1-1,0-1 1,1 0 0,-1 1-1,0 0 1,0-1-1,0 1 1,0-1 0,0 1-1,1 0 1,-1 0-1,0-1 1,0 1 0,0 0-1,0 0 1,0 0-1,0 0 1,-2 0 0,-31 0 1989,30 0-1740,-3 0-71,-18-1 748,-1 2-1,-35 6 1,54-6-1050,1 0-1,-1 1 1,1 0-1,-1 0 1,1 1-1,0 0 1,0 0-1,0 0 1,0 1-1,1-1 1,-1 1 0,1 1-1,0-1 1,-6 7-1,8-8-47,1 1-1,-1-1 1,1 0-1,0 0 0,0 1 1,0-1-1,1 1 1,-1 0-1,1-1 1,0 1-1,-1 6 1,2-8-11,0 1 0,0 0 1,1-1-1,-1 1 0,1-1 1,-1 1-1,1-1 0,0 1 1,0-1-1,0 0 0,0 1 1,1-1-1,-1 0 0,0 0 1,1 0-1,0 0 0,-1 0 1,1 0-1,3 2 0,-5-4-6,43 36 84,-39-33-84,-1-1 0,0 0 0,1 0 0,0-1-1,-1 1 1,1-1 0,0 1 0,0-1 0,0 0 0,0-1 0,6 1 0,11 2 29,-18-2-26,-1 0-1,1-1 1,0 1 0,0-1-1,0 0 1,0 0-1,0 0 1,0 0 0,3-1-1,6-1 6,-1 0 0,1-1 0,-1 0 0,0-1 0,0-1 0,0 1 0,0-1 0,-1-1 0,0 0 0,0-1 0,-1 0 0,16-14 0,-21 17-13,1-1 0,-1 1 0,0-1 1,-1 0-1,1 0 0,-1 0 1,0 0-1,0-1 0,-1 1 0,1-1 1,-1 0-1,0 0 0,-1 1 1,0-1-1,0 0 0,0-1 0,0 1 1,-1 0-1,0 0 0,-1 0 0,1 0 1,-3-11-1,-1 5 0,0 1 1,-1-1 0,0 1-1,0 0 1,-1 1-1,-1 0 1,-11-15-1,-64-61 23,38 43-3,1-15 53,41 50-106,3 6 3,-1 6 35,15 12 146,-7-7-141,-5-6-7,-1 0 0,1 0 1,-1 1-1,0-1 0,0 0 0,0 1 0,0 0 0,1 4 0,0-2 0,-1-1 0,1 1 0,1-1 0,-1 0 0,9 10 0,11 17 0,18 35 0,-25-44 0,21 43 0,-27-46 0,-7-15 0,0 1 0,0 0 0,-1 0 0,0 0 0,2 8 0,0-1-222,-1-1 0,11 22 1,5 14-824,-16-37 187,-1-5-407,-1-1 0,1 1 0,-1-1 0,0 10 0,-1-15 1067,0 1 0,0-1 0,0 1 0,0-1 0,0 1 0,0-1 0,0 1 0,0-1 0,0 0 0,1 1 0,-1-1 0,0 1 0,0-1 0,0 1 0,1-1 0,-1 0 0,0 1 0,0-1 0,1 1 0,-1-1 0,0 0 0,1 1 0,-1-1 0,1 0 0,-1 0 0,0 1 0,1-1 0,-1 0 0,1 0 0,-1 0 0,0 1 0,1-1 0,-1 0 0,1 0 0,-1 0 1,1 0-1,-1 0 0,1 0 0,-1 0 0,1 0 0,-1 0 0,1 0 0,-1 0 0,1 0 0,0 0 0,23-9-8564,-19 7 7141,11-4-1979</inkml:trace>
</inkml:ink>
</file>

<file path=ppt/ink/ink1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5.659"/>
    </inkml:context>
    <inkml:brush xml:id="br0">
      <inkml:brushProperty name="width" value="0.035" units="cm"/>
      <inkml:brushProperty name="height" value="0.035" units="cm"/>
      <inkml:brushProperty name="color" value="#0066FF"/>
    </inkml:brush>
  </inkml:definitions>
  <inkml:trace contextRef="#ctx0" brushRef="#br0">457 44 904,'-10'-6'2370,"0"0"-1,-1 1 1,0 0-1,-21-5 1,16 6-668,1 1 0,-1 1 0,-17-1-1,3 3 356,0 2 0,1 0 0,-45 11 0,58-9-1555,0 0-1,0 2 1,0 0-1,1 0 0,0 2 1,-18 10-1,32-16-476,0-1-1,0 0 1,0 0-1,0 1 1,0-1-1,0 1 1,0-1-1,0 1 1,1-1-1,-1 1 1,0-1-1,1 1 1,0 0-1,-1-1 1,1 1-1,0-1 1,0 1-1,0 0 1,0 0-1,0-1 1,0 1-1,0 0 1,1 2-1,0 0-15,-1-1-1,1 0 0,0 0 0,0 0 0,0 0 0,0-1 0,1 1 0,-1 0 0,1 0 1,-1-1-1,1 1 0,4 4 0,10 6 5,-3-1 9,2-1 1,-1 0 0,31 17 0,193 83-87,-230-107 62,0 0 1,-1 0-1,14 10 0,-20-13 3,0 0-1,0 0 1,1 0-1,-1 0 0,0 0 1,0 0-1,0 0 1,0 0-1,0 0 1,0 1-1,-1-1 1,1 0-1,0 1 1,-1-1-1,1 0 1,-1 1-1,1-1 0,-1 1 1,1-1-1,-1 1 1,0-1-1,0 1 1,0-1-1,0 1 1,0-1-1,0 1 1,0-1-1,-1 1 0,1-1 1,0 1-1,-1 1 1,-2 0-1,0 0 0,0-1 0,0 1 0,0 0 0,0-1 0,0 0 0,-1 1 0,1-2 0,-1 1 0,1 0 0,-1 0 0,0-1 0,-4 1 0,1 0 0,-31 11 5,-50 9 0,35-9-2,35-10-245,0 0 1,0 0-1,-31-2 0,48 0 70,-1-1 0,1 0-1,-1 0 1,1 0 0,-1-1-1,1 1 1,0 0 0,-1 0-1,1-1 1,-1 1 0,1-1-1,0 1 1,-1-1 0,1 0-1,-1 0 1,1 0 0,1 1 0,0-1 1,0 1-1,-1 0 0,1-1 0,0 1 0,0-1 0,0 1 1,0-1-1,-1 1 0,1-1 0,0 1 0,0-1 1,0 1-1,0-1 0,0 1 0,0-1 0,0 1 0,0 0 1,0-1-1,1 1 0,-1-1 0,0 1 0,0-1 1,0 1-1,0-1 0,1 1 0,-1-1 0,2-2-545,0 0 0,0 1 1,1-1-1,-1 0 0,1 1 0,-1 0 0,1 0 0,0 0 0,0 0 0,5-3 0,16-6-2252,-14 7 946,1-1 0,-1 0-1,17-13 1,-17 8-1182</inkml:trace>
</inkml:ink>
</file>

<file path=ppt/ink/ink1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6.043"/>
    </inkml:context>
    <inkml:brush xml:id="br0">
      <inkml:brushProperty name="width" value="0.035" units="cm"/>
      <inkml:brushProperty name="height" value="0.035" units="cm"/>
      <inkml:brushProperty name="color" value="#0066FF"/>
    </inkml:brush>
  </inkml:definitions>
  <inkml:trace contextRef="#ctx0" brushRef="#br0">61 0 344,'0'0'9273,"-10"11"-4951,7-7-3282,0 0 0,1 1 0,-1-1 0,1 1 0,0 0 1,0 0-1,0-1 0,0 1 0,1 0 0,-1 7 0,1-5-294,1-1 0,-1 1 0,-1-1 0,0 1 0,-4 11 0,3-11-477,1 0 0,-1 0 0,2 0 0,-1 0 0,1 0 0,-1 9 0,2-9-181,0-5-75,0 0 0,-1 0 0,1 0 1,0 0-1,0 0 0,0 0 0,1 0 0,-1-1 0,0 1 1,1 0-1,-1 0 0,1 0 0,0 0 0,-1-1 0,1 1 1,0 0-1,0-1 0,0 1 0,0 0 0,0-1 1,1 0-1,-1 1 0,0-1 0,3 2 0,9 6 26,-10-7-31,0 0-1,0 0 1,0 0-1,0 0 1,1-1-1,-1 0 1,1 1-1,-1-1 1,0 0 0,1 0-1,0-1 1,-1 1-1,1-1 1,6 0-1,12-2-5,-1 0 0,-1-2 0,1-1 0,0 0 0,34-15 0,-48 17-4,-1 0 0,1-1-1,-1 0 1,0 0 0,0 0-1,0-1 1,-1 1 0,1-1-1,-1-1 1,0 1 0,-1-1-1,0 0 1,1 0 0,3-9 0,-7 11 0,-1 0 1,1 0 0,-1 0 0,1 0 0,-1 0-1,-1-1 1,1 1 0,-1 0 0,1 0-1,-1 0 1,0 0 0,0 0 0,-1 0 0,1 0-1,-1 0 1,0 1 0,0-1 0,0 0 0,-1 1-1,1 0 1,-6-6 0,-5-3-21,9 9 3,1-1-1,-1 1 1,0 0-1,0 0 1,0 0-1,-1 0 1,1 1-1,-9-4 1,5 4-82,0 1 1,0-1 0,0 2 0,0-1 0,-1 1 0,1 1 0,0-1-1,-15 5 1,16-4-9,1 0-168,0 2 0,0-1 0,1 1 0,-1 0 0,-10 7 0,-7 3-1175,-24 14-5053,44-25 4960,3-2 1473,0 0 1,0 0-1,0 0 0,-1 0 1,1 1-1,0-1 1,0 0-1,0 0 0,0 0 1,0 0-1,0 1 0,0-1 1,0 0-1,0 0 1,0 0-1,0 0 0,0 1 1,0-1-1,0 0 0,0 0 1,0 0-1,0 0 1,0 1-1,0-1 0,0 0 1,0 0-1,0 0 0,0 0 1,0 1-1,1-1 1,-1 0-1,0 0 0,0 0 1,0 0-1,0 0 0,0 0 1,0 1-1,0-1 1,1 0-1,-1 0 0,0 0 1,0 0-1,0 0 0,0 0 1,0 0-1,1 0 1,-1 0-1,0 0 0,0 0 1,0 0-1,0 0 0,1 0 1,-1 0-1,0 0 1,1 0-1,11 3-4182,0-6 1809,-11 3 2127,0 0 0,1 0 0,-1 0 0,1 0 0,-1-1 0,1 1 0,-1-1 0,0 1 0,1-1 0,-1 1 0,0-1 0,1 0 0,1-1 0,-2-3-2543</inkml:trace>
</inkml:ink>
</file>

<file path=ppt/ink/ink1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6.527"/>
    </inkml:context>
    <inkml:brush xml:id="br0">
      <inkml:brushProperty name="width" value="0.035" units="cm"/>
      <inkml:brushProperty name="height" value="0.035" units="cm"/>
      <inkml:brushProperty name="color" value="#0066FF"/>
    </inkml:brush>
  </inkml:definitions>
  <inkml:trace contextRef="#ctx0" brushRef="#br0">63 1 1232,'-4'0'913,"-1"1"0,1-1-1,0 1 1,0 1 0,0-1-1,1 0 1,-1 1 0,0 0-1,0 0 1,1 0 0,-1 0-1,1 1 1,-6 4 0,8-3 4,0-1 1,1 0 0,-1 0 0,1 1-1,0-1 1,0 1 0,0-1 0,0 0-1,1 5 1,0 3 914,-1-4-1334,1 0 1,0 0 0,1 1 0,0-1-1,0 0 1,1 0 0,-1 0 0,1-1-1,1 1 1,-1-1 0,1 1 0,5 5-1,-5-7-465,0 0 0,0 0 0,0 0 0,1-1 0,0 1 0,0-1 0,0 0 0,0-1 0,1 1 0,-1-1 0,1 0 0,0-1 0,12 5 0,-17-7-32,4 1 0,-1 1 1,1-2-1,-1 1 1,1 0-1,0-1 1,-1 0-1,1 0 1,-1 0-1,1-1 1,0 1-1,4-2 1,6-1 0,-14 3-2,0 0 1,0 0-1,1 0 0,-1 0 1,0 0-1,0 0 0,0-1 0,0 1 1,0 0-1,0-1 0,0 1 0,0-1 1,0 1-1,-1-1 0,1 1 0,0-1 1,0 0-1,0 1 0,0-1 1,0-1-1,8-8-3,8-13-8,-16 20 12,1 0-1,-1-1 0,0 1 1,0 0-1,-1-1 0,1 1 1,0-1-1,-1 1 0,0-1 1,0 1-1,0-1 0,-2-6 0,0 0 3,0 0 1,-1 0-1,-5-10 0,5 6 19,3 13-20,0 0-1,0-1 1,-1 1-1,1 0 1,0-1 0,-1 1-1,1 0 1,-1-1-1,1 1 1,-1 0-1,0 0 1,-1-2-1,-8-15 3,10 16-5,-1 1-1,1-1 0,-1 1 0,0-1 1,0 1-1,0-1 0,0 1 0,0 0 1,0-1-1,0 1 0,0 0 1,0 0-1,-2-1 0,3 1 4,-1 1 0,0 0 0,1-1 0,-1 1 0,1 0 0,-1-1 0,0 1 0,1 0 0,-1 0 0,1-1 0,-1 1 0,0 0 0,1 0 0,-1 0 0,0 0 0,1 0 0,-1 0 0,0 0 0,1 0 0,-1 0 0,0 0 0,1 1 0,-1-1 0,0 0 0,1 0 0,-1 1 0,0-1 0,1 0 0,-1 1 0,1-1 0,-1 0 0,1 1 0,-1-1 0,1 1 0,-1-1 0,1 1 0,0-1 0,-1 1 0,1 0 0,-1-1 0,1 1 0,0-1 1,0 1-1,-1 0 0,1-1 0,0 1 0,0 0 0,0-1 0,0 1 0,0 0 0,0-1 0,0 1 0,0 1 0,-1 7 45,0 0 0,0 0 0,2 11 0,-1-12-41,0 11 1,0-1 0,1 1 0,1-1 0,1 0 0,7 24 1,-7-21-171,2 1-561,-2-7-1947,0-9-3083,11-10 1891,-4 0 2146,-3 1 399,-1 1-1,1-1 0,-1-1 0,0 1 1,0-1-1,6-5 0,2-2-1802,-4 0-317</inkml:trace>
</inkml:ink>
</file>

<file path=ppt/ink/ink1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6.862"/>
    </inkml:context>
    <inkml:brush xml:id="br0">
      <inkml:brushProperty name="width" value="0.035" units="cm"/>
      <inkml:brushProperty name="height" value="0.035" units="cm"/>
      <inkml:brushProperty name="color" value="#0066FF"/>
    </inkml:brush>
  </inkml:definitions>
  <inkml:trace contextRef="#ctx0" brushRef="#br0">27 0 488,'0'0'87,"0"1"0,0-1 0,0 0 0,0 0 0,0 0 0,0 0 0,0 1 0,0-1 0,0 0 0,0 0 0,0 0 0,0 1 0,0-1 0,-1 0 0,1 0 0,0 0 0,0 0 0,0 1 0,0-1 0,0 0 0,0 0 0,0 0 0,0 0 0,-1 0 0,1 1 0,0-1 0,0 0 0,0 0 0,0 0 0,0 0 0,-1 0 0,1 0 0,0 0 0,0 0 0,0 0 0,-1 0 0,1 0 0,0 0 0,0 0 0,-1 0-11,1 0 0,0 1-1,0-1 1,0 0 0,-1 0-1,1 0 1,0 0 0,0 0 0,0 0-1,-1 0 1,1 0 0,0 0 0,0 0-1,0 1 1,0-1 0,-1 0 0,1 0-1,0 0 1,0 0 0,0 1 0,0-1-1,0 0 1,-1 0 0,1 0-1,0 1 1,0-1 0,0 0 0,0 0-1,0 0 1,0 1 0,0-1 0,0 0-1,0 0 1,0 0 0,0 1 0,0-1-1,0 0 1,0 0 0,0 1-1,-6 17 4237,4-15-3891,1-1 0,-1 1 0,1 0 1,0-1-1,0 1 0,0 0 0,1 0 0,-1 0 1,1 0-1,-1 3 0,1 5 452,0 0 1,0 0-1,1 0 0,5 19 0,3 24 416,-1-16-941,1 4-215,-6-35-105,-3-6-23,1-1 0,-1 1-1,0 0 1,1 0-1,-1 0 1,0-1-1,1 1 1,-1 0 0,1 0-1,-1-1 1,1 1-1,0 0 1,-1-1-1,1 1 1,0 0 0,0-1-1,-1 1 1,1-1-1,0 0 1,0 1-1,0-1 1,-1 0 0,1 1-1,0-1 1,0 0-1,0 0 1,0 0-1,0 1 1,0-1 0,-1 0-1,3 0 1,-3-1-3,1 1-1,-1 0 1,1 0 0,-1 0 0,1 0 0,-1 0 0,1 0 0,-1 0-1,0-1 1,1 1 0,-1 0 0,1 0 0,-1-1 0,1 1-1,-1 0 1,0-1 0,1 1 0,-1 0 0,1-1 0,-1 1 0,0-1-1,0 1 1,1 0 0,-1-1 0,0 1 0,0-1 0,1 1-1,-1-1 1,0 1 0,0-1 0,0 1 0,0-1 0,0 1 0,0-1-1,0 1 1,0-1 0,0 1 0,0-1 0,0 1 0,0-2 0,-7-26-30,4 14 12,2 9 8,0 1 0,1 0 0,-2 0 0,1 0 0,-1 1 0,1-1 1,-3-4-1,-3-6-101,6 8-180,-1 0 1,1 0 0,0-1 0,0 1-1,0-1 1,1-7 0,0 13 152,1-1 0,-1 1 0,0 0 0,1 0 1,-1-1-1,0 1 0,1 0 0,0 0 0,-1 0 0,1 0 0,0 0 1,-1 0-1,1 0 0,0 0 0,0 0 0,0 0 0,0 0 0,0 0 0,0 1 1,0-1-1,0 0 0,0 1 0,0-1 0,0 1 0,1-1 0,-1 1 1,0 0-1,0-1 0,0 1 0,1 0 0,-1 0 0,2 0 0,7-2-1103,0 1-1,1 1 1,10 1-1,-7-1-364,26-6-3412,-30 2 2831</inkml:trace>
</inkml:ink>
</file>

<file path=ppt/ink/ink1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7.543"/>
    </inkml:context>
    <inkml:brush xml:id="br0">
      <inkml:brushProperty name="width" value="0.035" units="cm"/>
      <inkml:brushProperty name="height" value="0.035" units="cm"/>
      <inkml:brushProperty name="color" value="#0066FF"/>
    </inkml:brush>
  </inkml:definitions>
  <inkml:trace contextRef="#ctx0" brushRef="#br0">270 1 864,'-12'0'1975,"-1"2"1,1-1-1,-1 1 0,1 1 1,-21 7-1,25-8-971,-6 3 1544,1 0 0,-1 1 0,1 1 0,-22 14 0,27-16-1707,1 1 1,-1 0-1,1 1 0,-11 12 1,13-11-549,1 0 0,-1 1 1,-5 14-1,9-20-281,0-1 0,0 1 0,1-1 0,-1 1 0,1 0 0,-1-1-1,1 1 1,0 0 0,0-1 0,0 1 0,0 0 0,1-1 0,-1 1 0,1 0 0,-1-1-1,1 1 1,0 0 0,0-1 0,0 0 0,1 1 0,-1-1 0,0 1 0,1-1 0,0 0 0,-1 0-1,1 0 1,0 0 0,0 0 0,0-1 0,0 1 0,0 0 0,1-1 0,-1 0 0,3 2-1,9 4-16,0-1 0,0 0 0,1-1 0,24 5-1,-33-8 14,6 0-54,-1 0 1,0-1 0,1 0 0,-1 0 0,22-3 0,55-13-939,-84 14 922,20-6-811,1-1 1,-1-1-1,30-15 0,-46 19 570,0-1 1,0 0-1,-1 0 1,1 0-1,-2-1 1,10-11-1,-12 13 245,-1-1 0,0-1 0,0 1 0,0 0-1,-1-1 1,0 0 0,0 1 0,-1-1 0,0 0 0,0 0 0,0-7 0,-1-35 46,0 49 12,0-1 0,0 1 0,-1 0 0,1 0 0,0-1 0,0 1 0,0 0 0,0 0 0,0-1 1,0 1-1,0 0 0,0 0 0,-1 0 0,1-1 0,0 1 0,0 0 0,0 0 0,0 0 0,-1 0 0,1 0 1,0-1-1,0 1 0,0 0 0,-1 0 0,1 0 0,0 0 0,0 0 0,0 0 0,-1 0 0,1 0 0,0 0 1,0 0-1,-1 0 0,1 0 0,0 0 0,0 0 0,-1 0 0,1 0 0,0 0 0,0 0 0,-1 0 1,-14 3 102,5 0 208,-7 6 1175,15-8-1271,0 1 0,1-1 0,0 0 0,-1 0 0,1 0-1,-1 1 1,1-1 0,0 1 0,0-1 0,0 1 0,0 0 0,0-1 0,-1 4 0,2-4-146,0 0 0,-1 0 1,1 0-1,0 1 1,-1-1-1,1 0 1,-1 0-1,0 0 0,1 0 1,-1 0-1,0 0 1,1 0-1,-2 1 1,1-1-39,0-1 0,0 1 0,0 0 0,1 0 0,-1 0 0,0-1 0,1 1 0,-1 0 0,1 0 0,-1 0 0,1 0 1,-1 0-1,1 0 0,0 0 0,-1 1 0,1-1 0,0 0 0,0 0 0,0 0 0,0 0 0,0 0 0,0 0 0,0 0 1,0 0-1,0 0 0,1 1 0,-1-1 0,0 0 0,1 1 0,4 6 137,-3-5-128,-1-1 1,0 0-1,0 1 1,1-1-1,-2 1 1,1-1-1,0 1 1,0-1-1,-1 1 1,1-1-1,-1 6 1,2-5-27,0 0 1,0 1 0,0-1 0,0 0-1,1 0 1,-1-1 0,1 1 0,0 0 0,0-1-1,0 0 1,6 4 0,-2-4-30,0 2 19,-6-3 10,4-1 1,-5 0-15,1 0 0,-1 0 0,0 0-1,1 0 1,-1 1 0,0-1-1,1 0 1,-1 0 0,1 0 0,-1 0-1,0 0 1,1 0 0,-1 0 0,1 0-1,-1 0 1,0-1 0,1 1 0,-1 0-1,0 0 1,1 0 0,-1 0 0,0 0-1,1-1 1,-1 1 0,0 0 0,1 0-1,-1-1 1,0 1 0,1 0 0,-1 0-1,0-1 1,0 1 0,0 0-1,1-1 1,-1 1 0,0 0 0,0-1-1,0 1 1,1-1 0,3 1-31,-4 0 31,0 0 0,1 0-1,-1 0 1,1-1-1,-1 1 1,0 0-1,1 0 1,-1 0-1,1 0 1,-1 0-1,0 0 1,1 0-1,-1 0 1,1 0-1,-1 0 1,0 0-1,1 0 1,-1 1-1,0-1 1,1 0-1,-1 0 1,1 0 0,-1 0-1,0 1 1,1-1-1,-1 0 1,0 0-1,1 1 1,-1-1-1,0 0 1,0 0-1,1 1 1,-1-1-1,0 0 1,0 1-1,1 0 1,-1 0 40,0 10 33,0-7-93,0-3-54,-2-1-191,-1 0 58,1-1 1,0 1 0,0 0 0,0-1 0,-1 1-1,1-1 1,0 0 0,-4-1 0,6 1-130,-1 1 140,1 0-1,-1 0 1,1 0-1,-1 0 1,1 0-1,-1 0 1,0-1-1,1 1 1,-1 0-1,1 0 1,-1-1-1,1 1 1,-1 0-1,1-1 1,-1 1-1,1 0 1,0-1-1,-1 1 1,1-1-1,-1 1 1,1-1-1,0 1 1,-1-1-1,1 1 1,0-1-1,0 1 1,-1-1-1,1 1 1,0-1-1,0 0 1,0 1-1,0-1 1,0 1-1,0-1 1,0-1-1,12-18-5978,-1 2-267,-5 4 2148,-5 7-46</inkml:trace>
</inkml:ink>
</file>

<file path=ppt/ink/ink1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7.809"/>
    </inkml:context>
    <inkml:brush xml:id="br0">
      <inkml:brushProperty name="width" value="0.035" units="cm"/>
      <inkml:brushProperty name="height" value="0.035" units="cm"/>
      <inkml:brushProperty name="color" value="#0066FF"/>
    </inkml:brush>
  </inkml:definitions>
  <inkml:trace contextRef="#ctx0" brushRef="#br0">60 0 184,'-18'5'6327,"15"-4"-5780,0 0 1,1-1 0,-1 1-1,0 0 1,1 0-1,-1 1 1,-3 1 0,1-2-21,5-1-526,-1 0 0,1 0 1,0 0-1,0-1 0,-1 1 1,1 0-1,0 0 1,-1 0-1,1 0 0,0 0 1,-1 0-1,1 0 0,0 0 1,-1 0-1,1 0 0,0 0 1,-1 0-1,1 0 0,0 0 1,-1 1-1,1-1 1,0 0-1,-1 0 0,1 0 1,0 0-1,-1 0 0,1 1 1,0-1-1,0 0 0,-1 0 1,1 1-1,0-1 0,0 0 1,0 0-1,-1 1 1,1-1-1,0 0 0,0 1 1,0-1-1,0 0 0,0 1 1,-1-1-1,1 0 0,0 1 1,0-1-1,0 1-91,1-1-1,-1 1 1,0-1 0,0 0-1,0 1 1,1-1 0,-1 0-1,0 0 1,1 1 0,-1-1-1,0 0 1,1 0 0,-1 1-1,0-1 1,1 0 0,-1 0-1,0 0 1,1 0 0,-1 1-1,0-1 1,1 0-1,-1 0 1,1 0 0,-1 0-1,0 0 1,1 0 0,-1 0-1,1 0 1,-1 0 0,0 0-1,1 0 1,-1 0 0,1 0-1,-1-1 1,0 1 0,1 0-1,3 0-3046</inkml:trace>
</inkml:ink>
</file>

<file path=ppt/ink/ink1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8.596"/>
    </inkml:context>
    <inkml:brush xml:id="br0">
      <inkml:brushProperty name="width" value="0.035" units="cm"/>
      <inkml:brushProperty name="height" value="0.035" units="cm"/>
      <inkml:brushProperty name="color" value="#0066FF"/>
    </inkml:brush>
  </inkml:definitions>
  <inkml:trace contextRef="#ctx0" brushRef="#br0">61 71 384,'-27'21'6813,"25"-20"-6511,1 1 1,0-1 0,-1 0 0,1 1-1,0-1 1,0 1 0,0-1 0,0 1 0,0 0-1,0 0 1,1-1 0,-1 1 0,0 0 0,1 0-1,-1 2 1,1 0 83,-1 0-1,0 0 1,1 0-1,-1 0 1,-1 0-1,-1 4 1,1-4-65,1 1-1,-1-1 1,1 0 0,0 1 0,0-1-1,0 7 1,1-10-279,0 3 67,-1 0-1,1-1 1,0 1-1,0 0 1,1 0-1,-1-1 1,1 1-1,0 0 0,0-1 1,0 1-1,0 0 1,1-1-1,-1 0 1,1 1-1,4 4 1,-2-1-19,-4-6-76,0 0-1,1 0 1,-1-1 0,0 1 0,0 0 0,1-1-1,-1 1 1,1 0 0,-1-1 0,1 1-1,-1 0 1,1-1 0,-1 1 0,1-1 0,-1 1-1,1-1 1,0 1 0,-1-1 0,1 0-1,0 1 1,-1-1 0,1 0 0,0 1 0,0-1-1,-1 0 1,1 0 0,0 0 0,0 1 0,-1-1-1,1 0 1,0 0 0,0 0 0,-1-1-1,1 1 1,0 0 0,1 0 0,20-7 229,-11 4-159,1 0-1,-1-1 1,0-1 0,17-9-1,-9 3-68,13-9-2,37-30-1,7-13 575,-73 60-379,1 1 0,0-1 0,0 1 0,0 0 0,0 1 0,7-3 0,-9 4-125,0 1 0,1 0 0,-1 0 0,0 0 0,0 0 0,0 1 0,-1-1 0,1 0 0,0 1 0,0-1 0,-1 1 0,1 0 0,-1 0 0,1-1 0,-1 1 0,0 0-1,2 3 1,7 9 395,-2-8-297,-1 1 0,2-1 0,-1-1 0,1 1 0,-1-2 0,1 1-1,1-1 1,-1 0 0,1-1 0,-1 0 0,1-1 0,14 2 0,51 6 814,1-3-1,0-4 1,99-8 0,-157 4-966,0-1 0,0-1 0,-1 0 0,1-2-1,-1 0 1,0-1 0,20-10 0,-36 16-20,0-1 1,0 1-1,0-1 1,0 0-1,0 0 1,0 1-1,0-1 1,-1 0-1,1 0 0,0 0 1,0 0-1,-1 0 1,1 0-1,-1 0 1,1 0-1,-1 0 1,1-1-1,-1 1 1,0 0-1,0 0 0,1 0 1,-1 0-1,0-1 1,0 1-1,0 0 1,0 0-1,0 0 1,-1-1-1,1-1 1,-1 1 39,0-1 1,-1 0 0,1 0 0,0 0-1,-1 1 1,0-1 0,0 0-1,0 1 1,0 0 0,-3-4 0,-7-3 163,0 0 1,0 1 0,-26-13-1,-1-1 18,34 19-216,0 0 0,0 1 0,0 0 0,0 0 1,-1 1-1,1-1 0,0 1 0,-1 0 0,1 1 0,-1-1 0,0 1 0,1 0 0,-11 2 0,11-1-15,1 0 0,-1 1 0,1 0 0,0 0 0,0 0 0,0 1 0,0-1 0,0 1 0,0 0 0,1 0 0,0 1 0,-1-1 0,1 0 0,0 1 0,-4 7 0,4-8 0,0 2 0,0 0 0,0 0 0,1 0 0,0 0 0,-1 0 0,2 0 0,-1 1 0,1-1 0,-1 1 0,1 8 0,-1 9 0,1 30 0,2-29 0,-10 46 0,9-65 0,0 0 0,0-1 0,1 1 0,-1 0 0,1 0 0,0 0 0,0 0 0,1-1 0,0 1 0,-1 0 0,2-1 0,-1 0 0,0 1 0,1-1 0,0 0 0,0 0 0,0 0 0,0-1 0,1 1 0,4 3 0,86 61 0,8 8 0,-94-69 0,0 1 0,-1 0 0,0 0 0,12 18 0,-16-22 0,-1 1 0,1 0 0,-1 0 0,0 0 0,0 1 0,0-1 0,-1 0 0,0 1 0,0-1 0,0 10 0,-1-14 0,0 0 0,0 0 0,0-1 0,0 1 0,0 0 0,-1 0 0,1 0 0,0 0 0,-1 0 0,1 0 0,-1 0 0,1-1 0,-1 1 0,1 0 0,-1 0 0,1 0 0,-1-1 0,0 1 0,1-1 0,-1 1 0,0 0 0,0-1 0,0 1 0,1-1 0,-1 1 0,0-1 0,0 0 0,0 1 0,0-1 0,0 0 0,0 0 0,0 0 0,0 1 0,0-1 0,0 0 0,0 0 0,-1-1 0,-5 1 0,0 0 0,0-1 0,-13-3 0,17 4 0,-2-1 0,0-1 0,1 1 0,0-1 0,-1 0 0,1 0 0,0 0 0,0 0 0,0-1 0,0 0 0,1 0 0,-1 0 0,1 0 0,-4-5 0,-1-5 0,7 12 0,0-1 0,0 1 0,1-1 0,-1 1 0,0-1 0,0 0 0,1 1 0,-1-1 0,1 0 0,0 1 0,-1-1 0,1-3 0,1-3 0,0 1-1,0-1 1,1 1-1,0-1 1,0 1 0,0 0-1,1 0 1,1 0 0,-1 0-1,1 0 1,0 1-1,0 0 1,1 0 0,0 0-1,0 0 1,1 1 0,-1 0-1,1 0 1,0 0-1,7-4 1,17-12-602,-22 15-470,0 0-1,17-10 1,-2 4-1318,-13 6 535,0 1-1,0 0 1,16-5-1,1 1-1039,89-23-7817,-74 26 6759</inkml:trace>
</inkml:ink>
</file>

<file path=ppt/ink/ink1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2:18.776"/>
    </inkml:context>
    <inkml:brush xml:id="br0">
      <inkml:brushProperty name="width" value="0.035" units="cm"/>
      <inkml:brushProperty name="height" value="0.035" units="cm"/>
      <inkml:brushProperty name="color" value="#0066FF"/>
    </inkml:brush>
  </inkml:definitions>
  <inkml:trace contextRef="#ctx0" brushRef="#br0">258 6 1816,'-9'10'7862,"9"-9"-6960,0 0 1,-1 0-1,1 0 0,-1 0 1,0 0-1,1 0 1,-1-1-1,0 1 0,1 0 1,-1 0-1,0-1 1,0 1-1,-1 1 0,-7 4 2519,-15 7 3614,13-10-7737,1 0-1,-23 2 1,26-4 0,0-1-1,0 0 1,0 0 0,0 0-1,0-1 1,0 0 0,0-1-1,0 1 1,0-2 0,0 1-1,0 0 1,1-1 0,-1-1-1,1 1 1,-8-6 0,-3-4-5692,0-2-250</inkml:trace>
</inkml:ink>
</file>

<file path=ppt/ink/ink1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06.749"/>
    </inkml:context>
    <inkml:brush xml:id="br0">
      <inkml:brushProperty name="width" value="0.035" units="cm"/>
      <inkml:brushProperty name="height" value="0.035" units="cm"/>
      <inkml:brushProperty name="color" value="#0066FF"/>
    </inkml:brush>
  </inkml:definitions>
  <inkml:trace contextRef="#ctx0" brushRef="#br0">111 54 1824,'-18'-6'12872,"10"1"-8545,-7 5 4406,-3-1-3810,1-2-4835,17 5-88,-1-1 0,-16 0 0,14-1 0,-10 6 0,13-2 0,0-4 0,1 1 0,-1-1 0,1 0 0,-1 1 0,1-1 0,-1 0 0,1 0 0,-1 0 0,1 1 0,-1-1 0,1 0 0,-1 0 0,1 0 0,0 0 0,-1 0 0,1 0 0,-1 0 0,1 0 0,-1 0 0,1 0 0,0 0 0,-1 0 0,1-1 0,-1 1 0,1 0 0,0-1 0,0 1 0,223-14 0,-82 2 0,-40 5 0,96-3 0,-120 5 0,-28-1-657,-48 6-905</inkml:trace>
</inkml:ink>
</file>

<file path=ppt/ink/ink1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07.109"/>
    </inkml:context>
    <inkml:brush xml:id="br0">
      <inkml:brushProperty name="width" value="0.035" units="cm"/>
      <inkml:brushProperty name="height" value="0.035" units="cm"/>
      <inkml:brushProperty name="color" value="#0066FF"/>
    </inkml:brush>
  </inkml:definitions>
  <inkml:trace contextRef="#ctx0" brushRef="#br0">0 75 2489,'3'0'3394,"13"0"-1087,85 0 5885,-75 6-6526,86 4 2847,53-18-2440,3 0-1894,-110 5-1668,90-16-1,-114 14-777,-20 2 487,1 0 0,18-6 0,-8-3-3016,-19 5 3236,-5 7 1442,-1 0 1,0 0 0,0 0 0,0-1 0,0 1 0,0 0 0,1 0 0,-1-1 0,0 1 0,0 0 0,0 0 0,0-1 0,0 1 0,0 0 0,0 0 0,0-1-1,0 1 1,0 0 0,0 0 0,0-1 0,0 1 0,0 0 0,0 0 0,0-1 0,0 1 0,0 0 0,0 0 0,0-1 0,0 1 0,0 0 0,-1 0 0,1 0 0,0-1-1,0 1 1,0 0 0,0 0 0,-1 0 0,1-1 0,0 1 0,0 0 0,-1 0 0,-6-5-2157</inkml:trace>
</inkml:ink>
</file>

<file path=ppt/ink/ink1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07.657"/>
    </inkml:context>
    <inkml:brush xml:id="br0">
      <inkml:brushProperty name="width" value="0.035" units="cm"/>
      <inkml:brushProperty name="height" value="0.035" units="cm"/>
      <inkml:brushProperty name="color" value="#0066FF"/>
    </inkml:brush>
  </inkml:definitions>
  <inkml:trace contextRef="#ctx0" brushRef="#br0">164 22 840,'0'-1'6449,"-8"-4"-4277,-2 1 665,7 3-1952,-1 0 0,0 0 0,0 0 0,0 0 0,0 0 0,-6 1 0,-58-6 10328,63 6-10833,0 0 0,1 1-1,-1-1 1,1 1-1,-1 0 1,1 0-1,-6 2 1,10-3-379,0 0-1,0 0 1,0 0-1,-1 0 1,1 1-1,0-1 1,0 0-1,0 0 1,0 0 0,-1 0-1,1 1 1,0-1-1,0 0 1,0 0-1,0 0 1,0 1-1,0-1 1,0 0 0,0 0-1,0 1 1,0-1-1,0 0 1,0 0-1,0 0 1,0 1-1,0-1 1,0 0 0,0 0-1,0 1 1,0-1-1,0 0 1,0 0-1,0 0 1,0 1-1,1-1 1,-1 0 0,0 0-1,0 0 1,0 1-1,0-1 1,0 0-1,1 0 1,-1 0-1,0 0 1,0 0 0,1 1-1,-2-1-2,1 0 2,37 20 0,1-2 0,1-2 0,68 21 0,-47-21 0,27 10 0,-68-20 0,19 10 0,-20-7 0,12 10 0,-29-18 0,0 0 0,0 0 0,0 0 0,0 0 0,0 0 0,0 0 0,0 0 0,0 0 0,-1 1 0,1-1 0,0 0 0,-1 0 0,1 1 0,-1-1 0,1 1 0,-1-1 0,0 0 0,1 3 0,-1-1 0,-1-1 0,1 0 0,-1 1 0,1-1 0,-1 0 0,0 1 0,0-1 0,0 0 0,0 0 0,0 0 0,0 0 0,-1 0 0,1 0 0,-1 0 0,0-1 0,1 1 0,-4 2 0,-37 24 0,29-20 0,-55 38 0,38-24 0,-43 23 0,48-31 0,-24 20 0,4-3 0,39-27 0,1 0 0,-1 0 0,1 1 0,-6 6 0,-10 10 0,-1 4-1854,19-20 1245,0-1-1,0 0 1,-1-1-1,1 1 1,-8 5-1</inkml:trace>
</inkml:ink>
</file>

<file path=ppt/ink/ink1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08.823"/>
    </inkml:context>
    <inkml:brush xml:id="br0">
      <inkml:brushProperty name="width" value="0.035" units="cm"/>
      <inkml:brushProperty name="height" value="0.035" units="cm"/>
      <inkml:brushProperty name="color" value="#0066FF"/>
    </inkml:brush>
  </inkml:definitions>
  <inkml:trace contextRef="#ctx0" brushRef="#br0">171 1 936,'1'1'260,"-1"0"0,1-1-1,-1 1 1,1 0 0,-1-1-1,1 1 1,0 0 0,-1-1-1,1 1 1,0-1 0,0 1 0,-1-1-1,1 1 1,0-1 0,0 1-1,0-1 1,-1 0 0,1 1-1,0-1 1,0 0 0,0 0 0,0 0-1,0 0 1,0 0 0,0 0-1,0 0 1,-1 0 0,1 0-1,2 0 1,5 5 2960,-11-5-3507,2 0 394,1 0 0,0 0 0,-1-1 0,1 1 0,-1 0 0,1 0 0,0 0 0,-1 0 0,1 0 0,0 0 0,-1 0 0,1 0 0,-1 0 0,1 0 0,0 1 0,-1-1-1,1 0 1,0 0 0,-1 0 0,1 0 0,0 1 0,-1-1 0,1 0 0,0 0 0,-1 0 0,1 1 0,0-1 0,0 0 0,-1 1 0,1-1 0,0 0 0,0 0 0,-1 1 0,1-1 0,0 1 0,0-1 0,0 0-1,0 1 1,0-1 0,0 0 0,-1 1 0,1-1 0,0 0 0,0 1 0,0-1 0,0 1 0,0-1 0,1 1 0,-17 16 1388,15-14-1411,0 1 1,0 0 0,1-1-1,-1 1 1,1 0-1,0 0 1,0-1-1,0 1 1,2 5-1,-2 2 143,0 2 89,0-6-57,0 0-1,0 0 0,1 0 1,-1 0-1,1 0 0,5 13 1,-4 12 573,3-19-682,0-1 0,-1 1 0,-1-1 0,-1 1 0,1 0 0,-2 0 0,1 17 0,-2-24-145,0 6 7,0 0 0,-1 0-1,0 0 1,-1 0 0,-4 18 0,1-17-12,3-8 0,0 1 0,0 0 1,0 0-1,1 0 0,-1 11 0,2-12 3,-1 1-1,0-1 0,0 0 1,-1 0-1,-2 6 1,3-6 0,-1 0 0,0 0-1,1 0 1,0 0 0,0 7 0,0-2 2,-1 0-1,0 0 0,0 0 0,-1 0 0,0-1 0,-6 11 1,7-13 1,-4 11-3,-7 13 5,-13 16 17,9-15 17,14-27-34,0 0 1,0 0-1,0 0 1,0 0-1,1 0 1,0 1 0,0-1-1,0 1 1,0 6-1,1-8-11,1-1 0,-1 1 0,0-1 0,0 0 0,0 1 0,-2 4 0,1-4 1,0-1-1,1 1 1,0 0-1,0 0 0,0 0 1,-1 7-1,3 10 39,0-15-35,-1-1 1,0 1 0,0-1 0,0 1 0,0-1 0,-1 1-1,0-1 1,0 0 0,0 1 0,-1-1 0,0 0 0,0 0-1,0 0 1,-5 7 0,5-7 6,-1-1 0,1 1 1,0 0-1,0 0 0,1-1 0,-1 1 0,1 0 0,-1 11 0,2-12 45,0 1 0,1 0 0,-1-1-1,1 1 1,0-1 0,0 1-1,2 6 1,14 32 334,-10-28-394,-6-12 11,0-1 0,0 0 0,0 0 1,0 0-1,0 0 0,0 0 0,0 0 1,1 0-1,-1-1 0,1 1 0,-1 0 0,4 2 1,1 0 36,-5-3-66,0-1 1,0 1 0,0 0 0,0-1 0,0 1-1,0-1 1,1 1 0,-1-1 0,0 0-1,0 1 1,0-1 0,1 0 0,-1 0 0,0 0-1,0 0 1,2 0 0,-1 0-350,0-1 0,0 1 1,0-1-1,0 1 0,0-1 0,0 0 1,0 1-1,-1-1 0,1 0 0,0 0 0,0 0 1,-1-1-1,1 1 0,-1 0 0,1-1 1,-1 1-1,0-1 0,1 1 0,-1-1 1,0 0-1,1-2 0,1 0-851,-1 0 0,-1 0 0,1 0 0,0 0 0,-1 0 0,0 0 0,0-1 0,0 1 0,0-8 1,-1-4-2780</inkml:trace>
</inkml:ink>
</file>

<file path=ppt/ink/ink1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0.173"/>
    </inkml:context>
    <inkml:brush xml:id="br0">
      <inkml:brushProperty name="width" value="0.035" units="cm"/>
      <inkml:brushProperty name="height" value="0.035" units="cm"/>
      <inkml:brushProperty name="color" value="#0066FF"/>
    </inkml:brush>
  </inkml:definitions>
  <inkml:trace contextRef="#ctx0" brushRef="#br0">1 430 1024,'0'0'2050,"1"-23"3857,42-14-4666,67-32-459,-33 32-340,16-12-113,-92 49-327,65-33 85,-26 12 937,77-27 0,-47 21 89,-52 18-911,0 2-1,1 0 1,35-7-1,-2 2-162,-40 8-29,0 1 0,0 0 0,1 1 0,13 0-1,27-4 363,7 1 970,76 0 3371,-98 2-3639,-29 1-945,1 1-1,-1 0 0,1 1 1,-1 0-1,11 2 1,38 6 41,-45-7-74,0 0 1,0 1-1,-1 0 0,1 1 0,-1 1 0,1 0 0,-1 0 1,16 9-1,-8-3 390,-17-9-379,0 1 0,0-1-1,0 1 1,0 0 0,0 0-1,0 0 1,0 0 0,0 0 0,3 4-1,7 7 256,-11-12-311,-1 0-1,0 0 1,1 0 0,-1 0-1,0 0 1,1 0 0,-1 1-1,0-1 1,0 0 0,0 1-1,0-1 1,0 1 0,-1-1-1,1 1 1,0 0 0,-1-1-1,1 1 1,-1 0 0,1 1-1,-1 0 65,1 0-1,-1-1 0,1 1 0,0 0 1,0-1-1,0 1 0,0-1 0,0 1 1,0-1-1,4 4 0,-4-3-24,1-1-1,-1 0 1,1 1 0,-1-1-1,0 1 1,0 0 0,0-1-1,0 1 1,-1 0 0,2 4-1,-2-2 21,0-1 0,1 0 0,-1 0 0,1 1-1,0-1 1,1 0 0,1 5 0,-1-5-36,-1 0 0,1-1 0,-1 1 0,0 0-1,-1 0 1,1 0 0,0 5 0,-1-6-32,0 1 0,1-1-1,0 0 1,0 0 0,0 0-1,0 0 1,2 5 0,-1-5-18,-1 0 1,0-1-1,0 1 1,0 0-1,0 0 1,0 0-1,0 5 1,7 26 131,-8-19-140,1 3 33,-2 0 0,0 0 1,-5 26-1,-2 30-49,3-45 0,2-1 0,1 1 0,1 36 0,2-35 0,-2-17 0,0 0 0,-6 22 0,4-22 0,1 0 0,-1 23 0,2-27 0,0 0 0,-1-1 0,1 1 0,-2 0 0,-2 9 0,2-10 0,0 1 0,1 0 0,0 0 0,1 0 0,-1 9 0,-7 40 0,1 1 0,7-49 0,0 0 0,0 0 0,-5 14 0,4-15 0,0 1 0,0 0 0,0 14 0,1-14 0,0-1 0,0 0 0,-1 1 0,-4 12 0,-2 9 0,-3 2 0,8-28 0,1 0 0,0 0 0,1 0 0,-1 0 0,1 0 0,0 1 0,0 6 0,0-7 0,1 0 0,-1 0 0,0 0 0,0 0 0,-4 8 0,3-9 0,1 1 0,-1-1 0,1 1 0,0 0 0,0 8 0,0-8 0,1 1 0,-1 0 0,-1-1 0,1 1 0,-4 8 0,4-10 0,-1-1 0,1 1 0,0 0 0,0 0 0,0 0 0,0-1 0,1 1 0,0 0 0,0 0 0,0 0 0,0 0 0,0 0 0,2 5 0,5 5 0,-6-12 0,0 1 0,0-1 0,0 0 0,0 0 0,0 1 0,0-1 0,-1 0 0,2 5 0,-2-5 1,1 0 1,-1 0-1,1-1 1,0 1-1,-1-1 0,1 1 1,0-1-1,0 1 1,0-1-1,0 1 0,1-1 1,-1 0-1,0 1 1,0-1-1,1 0 0,-1 0 1,1 0-1,-1 0 1,3 1-1,-2-1-9,1 0 0,-1 0-1,0 0 1,1 0 0,-1 0 0,1 0-1,-1-1 1,1 1 0,-1-1 0,1 1-1,0-1 1,-1 0 0,1 0 0,-1-1-1,1 1 1,2-1 0,-3 0-626,0-1 1,0 1-1,0-1 1,0 0-1,0 0 1,-1 0-1,1 0 1,-1 0-1,1 0 1,-1 0-1,0-1 0,0 1 1,0 0-1,0-1 1,0 1-1,0-1 1,0-3-1,-1-6-3774,1 9 3391,-1 1 0,0 0-1,0-1 1,0 1 0,0 0 0,0-1-1,-1 1 1,1 0 0,-2-3 0,-5-6-4150</inkml:trace>
</inkml:ink>
</file>

<file path=ppt/ink/ink1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0.912"/>
    </inkml:context>
    <inkml:brush xml:id="br0">
      <inkml:brushProperty name="width" value="0.035" units="cm"/>
      <inkml:brushProperty name="height" value="0.035" units="cm"/>
      <inkml:brushProperty name="color" value="#0066FF"/>
    </inkml:brush>
  </inkml:definitions>
  <inkml:trace contextRef="#ctx0" brushRef="#br0">0 155 1088,'17'-6'5401,"-14"5"-4832,0 0-1,0 0 0,0 0 0,0 0 0,0 1 0,0-1 0,0 1 0,0 0 0,1 0 1,-1 0-1,0 0 0,5 1 0,17 6 3546,-19-5-3649,0 0 0,-1 0-1,1-1 1,0 1 0,0-1-1,0-1 1,12 1 0,17 2 760,-27-2-1039,0 0 1,0-1 0,0 0 0,0 0-1,14-3 1,18 0 245,45 3 128,1-4 1,137-24 0,-130 12-504,26-6-68,-39 6-7,21-6 6,-93 20 4,0-1-7,1 0 0,0 1 0,-1 0 0,19-1 0,6-3-148,-31 5-55,7-3-204,-24-15-20180,13 17 19343,1-4-1880</inkml:trace>
</inkml:ink>
</file>

<file path=ppt/ink/ink1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1.773"/>
    </inkml:context>
    <inkml:brush xml:id="br0">
      <inkml:brushProperty name="width" value="0.035" units="cm"/>
      <inkml:brushProperty name="height" value="0.035" units="cm"/>
      <inkml:brushProperty name="color" value="#0066FF"/>
    </inkml:brush>
  </inkml:definitions>
  <inkml:trace contextRef="#ctx0" brushRef="#br0">198 0 840,'-4'1'875,"0"-1"0,0 1 0,0-1 0,0 1 0,0 1 0,0-1 0,-3 2 0,-10 3 636,-11 2 467,18-5-1271,0 0 1,0 0-1,0 1 0,-16 8 1,23-10-535,1-1-55,0 0 0,0 0 1,0 0-1,1 0 0,-1 0 0,0 1 1,1-1-1,-1 0 0,1 1 0,-1-1 1,1 1-1,-1 0 0,1-1 1,0 1-1,0 0 0,0 0 0,0-1 1,0 1-1,1 0 0,-1 0 0,0 0 1,1 0-1,0 0 0,-1 0 0,1 1 1,0 2-1,0-2 23,-1 0-1,1-1 1,-1 1 0,1-1-1,-1 1 1,0-1 0,-3 5-1,3-4-41,-1 0-1,1 0 1,0 1-1,0-1 1,0 0 0,0 0-1,1 1 1,-1 4-1,1-2-55,0-1-1,1 0 1,-1 0 0,1 1-1,1-1 1,-1 0-1,1 0 1,0 0-1,0 0 1,0 0 0,1-1-1,-1 1 1,1-1-1,0 1 1,1-1-1,4 5 1,1-1-25,1 0 1,-1 0 0,2-1-1,-1-1 1,1 0-1,13 6 1,-20-10-14,1-1 0,0 1 0,-1-1 0,1 0 0,0-1 0,8 1 0,13 3 17,-7-1-5,0-1 1,0-1-1,1-1 0,-1 0 0,0-1 1,32-7-1,-20 4-7,-26 3-6,0 0-1,1 0 1,-1 0-1,0-1 1,7-3 0,11-4 11,-18 7-13,-1 1 1,0-1-1,1 0 0,-1-1 0,0 1 1,0-1-1,0 0 0,-1 0 0,1 0 0,-1 0 1,0 0-1,1-1 0,-1 0 0,-1 1 0,1-1 1,0 0-1,-1-1 0,3-5 0,-2 0-9,1-1 0,-2 1 0,1-1-1,-1 1 1,-1-1 0,0 0-1,0-13 1,7-33-274,-8 56 244,0-1 1,0 1-1,0-1 1,0 1-1,0 0 1,-1-1-1,1 1 1,-1-1-1,1 1 1,-1 0-1,1-1 1,-1 1 0,0 0-1,0-1 1,0 1-1,1 0 1,-1 0-1,0 0 1,0 0-1,-1 0 1,-1-1-1,1 0-27,-1 1 0,0-1 0,0 1 0,0 0 0,0 0 0,0 0 0,0 1-1,-1-1 1,-4 0 0,-6 1-220,1 1 0,-1 0 0,-25 5-1,-24 11-2277,-26 4-3666,88-21 6178,-3 0-747,0 1 0,0 0 0,0 0 0,0 0 0,0 0 0,-6 3 0,2 2-1885</inkml:trace>
</inkml:ink>
</file>

<file path=ppt/ink/ink1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2.249"/>
    </inkml:context>
    <inkml:brush xml:id="br0">
      <inkml:brushProperty name="width" value="0.035" units="cm"/>
      <inkml:brushProperty name="height" value="0.035" units="cm"/>
      <inkml:brushProperty name="color" value="#0066FF"/>
    </inkml:brush>
  </inkml:definitions>
  <inkml:trace contextRef="#ctx0" brushRef="#br0">344 0 1056,'-4'6'2755,"1"-3"664,9-1-1539,-5-2-1658,-1 1-1,1-1 1,0 1-1,-1-1 1,1 1 0,-1-1-1,1 1 1,-1-1 0,1 1-1,-1 0 1,1-1 0,-1 1-1,1 0 1,-1-1-1,1 2 1,-6 0 249,1-1 1,0 1-1,0-1 1,0 1-1,0 0 1,0 1-1,0-1 1,1 1-1,-1-1 1,1 1-1,-5 5 1,-16 11 845,22-17-1209,-1 0 1,0 0-1,1 1 1,-1-1-1,1 1 1,0 0-1,-3 3 0,3-3-55,0 0-1,0 0 1,0 0-1,-1-1 1,1 1-1,-1-1 0,-3 3 1,-10 6 57,1 1 0,1 1 1,0 1-1,0 0 0,-17 23 0,-12 6-78,-40 48-242,83-91 181,0 0 1,0 1-1,0-1 1,-1 0-1,1 0 1,0 0-1,0 0 1,0 1-1,0-1 1,0 0-1,-1 0 1,1 0-1,0 1 1,0-1-1,0 0 0,0 0 1,0 0-1,0 1 1,0-1-1,0 0 1,0 0-1,0 1 1,0-1-1,0 0 1,0 0-1,0 0 1,0 1-1,0-1 1,0 0-1,0 0 1,0 1-1,0-1 1,0 0-1,0 0 1,0 0-1,0 1 1,1-1-1,-1 0 1,0 0-1,0 0 1,0 1-1,0-1 1,1 0-1,-1 0-28,0 0 0,1 0 0,-1 0 0,1 0 0,-1 0 0,0 0 0,1 0-1,-1 0 1,0 0 0,1 0 0,-1 0 0,0 0 0,1 0 0,-1 0 0,0 0-1,1-1 1,-1 1 0,0 0 0,1 0 0,-1 0 0,0-1 0,1 1 0,-1 0-1,0 0 1,0-1 0,1 1 0,4-7-1760,-1 0-1,0 0 1,5-14-1,10-17-2466,-17 36 4000,-1 0 1,0 0-1,0 0 1,0-1 0,-1 1-1,1 0 1,0 0-1,0-4 1,0-2-542,6-4-1073</inkml:trace>
</inkml:ink>
</file>

<file path=ppt/ink/ink1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2.515"/>
    </inkml:context>
    <inkml:brush xml:id="br0">
      <inkml:brushProperty name="width" value="0.035" units="cm"/>
      <inkml:brushProperty name="height" value="0.035" units="cm"/>
      <inkml:brushProperty name="color" value="#0066FF"/>
    </inkml:brush>
  </inkml:definitions>
  <inkml:trace contextRef="#ctx0" brushRef="#br0">1 33 1256,'0'-1'222,"4"-2"598,0 1 0,0-1 0,0 1 0,0 0 0,1 0-1,-1 0 1,1 1 0,-1 0 0,10-9 11518,-14 7-12411,2 3 245,1 0-1,-1 0 1,0 0 0,0 0 0,0 0 0,0 0-1,0 1 1,0-1 0,0 1 0,0-1 0,0 1-1,0 0 1,0 0 0,0 0 0,-1 0 0,4 1-1,8 5 247,5-1 46,-1 2 1,0 0-1,26 18 1,32 23-133,-66-43-315,0 1-1,13 13 1,-2-1-25,-15-14 7,0 0 0,-1 0-1,0 1 1,7 10 0,4 6-119,-13-19-82,0 0 0,0 0 0,0 0 0,0 0 0,-1 0 0,3 6 0,-2 11-7348,-27-35-6321,16 10 10188</inkml:trace>
</inkml:ink>
</file>

<file path=ppt/ink/ink1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3.047"/>
    </inkml:context>
    <inkml:brush xml:id="br0">
      <inkml:brushProperty name="width" value="0.035" units="cm"/>
      <inkml:brushProperty name="height" value="0.035" units="cm"/>
      <inkml:brushProperty name="color" value="#0066FF"/>
    </inkml:brush>
  </inkml:definitions>
  <inkml:trace contextRef="#ctx0" brushRef="#br0">0 16 144,'35'-16'19791,"-41"19"-13433,5 5-3653,4 15-3086,1-2 720,-4 2-143,0-5-60,0-1-1,0 0 1,-8 35-1,7-41-126,-1-1 0,1 1-1,1-1 1,0 1 0,2 11-1,-1 9-344,-6-15-440,5-15 627,-1 0 0,1 0 0,-1 0 1,1 0-1,-1 0 0,1 0 0,0 0 0,-1 0 1,1 0-1,0 0 0,0 0 0,0 0 0,0 0 1,0 0-1,0 0 0,0 0 0,0 0 0,0 0 1,1 0-1,-1 0 0,1 1 0,3 6-1577,16-11-14679,-20 3 16440,9-5-3706</inkml:trace>
</inkml:ink>
</file>

<file path=ppt/ink/ink1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3.876"/>
    </inkml:context>
    <inkml:brush xml:id="br0">
      <inkml:brushProperty name="width" value="0.035" units="cm"/>
      <inkml:brushProperty name="height" value="0.035" units="cm"/>
      <inkml:brushProperty name="color" value="#0066FF"/>
    </inkml:brush>
  </inkml:definitions>
  <inkml:trace contextRef="#ctx0" brushRef="#br0">0 103 512,'0'0'2075,"10"1"3858,-7 0-5419,-1 0 0,1 0 0,-1 0 0,1-1 0,-1 1-1,1-1 1,-1 1 0,4-1 0,47-1 141,-29 0-223,5-1-357,-1-1-1,0-1 0,0-1 0,0-2 1,27-10-1,-37 2 36,-17 15-87,-1-1 0,1 1 0,0-1-1,-1 1 1,1-1 0,-1 0-1,0 1 1,1-1 0,-1 1 0,1-1-1,-1 0 1,0 0 0,1 1-1,-1-1 1,0 0 0,0 0 0,0 1-1,0-1 1,0 0 0,1 0 0,-1 0-1,-1 1 1,1-1 0,0 0-1,0 0 1,0 1 0,0-1 0,0 0-1,-1-1 1,-2-1 253,2 1-106,1 0 0,-2 0 0,1 1 0,0-1 0,0 0-1,0 1 1,-1-1 0,1 1 0,-1 0 0,1-1 0,-1 1 0,0 0 0,1 0 0,-4-1 0,2 0 22,-10-2 933,13 4-1114,-1 0 1,1 0-1,0 0 0,-1 0 0,1 0 1,-1 0-1,1 0 0,0 0 1,-1 1-1,1-1 0,0 0 0,-1 0 1,1 1-1,0-1 0,-1 0 1,1 0-1,0 1 0,0-1 1,-1 0-1,1 1 0,0-1 0,0 0 1,-1 1-1,1-1 0,0 0 1,0 1-1,0-1 0,0 1 0,0-1 1,0 0-1,-1 1 0,1-1 1,0 1-1,0-1 0,0 0 1,0 1-1,1-1 0,-1 1 0,0-1 1,0 1-1,1 0-7,-1 1-1,1-1 1,0 0 0,0 1-1,0-1 1,0 0-1,0 0 1,0 0 0,0 0-1,0 0 1,1 0 0,-1 0-1,2 1 1,14 13 32,-3 8-33,9 17-4,-18-28 0,-3-10 1,-1 0 0,0 0 0,0 1 0,0-1 0,0 0 0,0 1 0,0-1 0,-1 1 0,1 0 0,-1-1 0,0 1 0,1-1 0,-1 1 0,0 0 0,-1-1 0,1 1 0,-1 2 0,-4 9 2,4-10-5,0 0 1,-1 0 0,1 0 0,-1 0-1,0 0 1,0-1 0,0 1 0,-1-1-1,1 1 1,-1-1 0,0 0 0,1 0-1,-1 0 1,-4 3 0,-4 4-404,11-9 189,-1 0 0,0 0 0,0 1-1,0-1 1,-1 0 0,1 0 0,0 0 0,0 0-1,-1 0 1,1 0 0,0 0 0,-1-1 0,1 1-1,-1 0 1,1-1 0,-4 1 0,5-4-1090,0 0 1,0 0-1,0 0 1,0 0 0,0 0-1,1 0 1,0-3-1,6-4-2090</inkml:trace>
</inkml:ink>
</file>

<file path=ppt/ink/ink1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4.473"/>
    </inkml:context>
    <inkml:brush xml:id="br0">
      <inkml:brushProperty name="width" value="0.035" units="cm"/>
      <inkml:brushProperty name="height" value="0.035" units="cm"/>
      <inkml:brushProperty name="color" value="#0066FF"/>
    </inkml:brush>
  </inkml:definitions>
  <inkml:trace contextRef="#ctx0" brushRef="#br0">36 158 168,'5'0'2500,"7"5"11668,-3 12-7015,-9-13-6569,-1 9 521,2-1 1,-1 1-1,2 0 0,-1 0 0,6 16 0,-2-6-886,-1 0 0,0 0 1,-2 0-1,-2 46 0,0-61-191,9 40 28,0-15 15,-9-29-20,0-15 56,-2-15 47,-5 10-154,0-1 0,-8-33 0,-6-16 0,4 1 0,11 45 0,2 0 0,-5-38 0,-5-19 0,13 69 0,0 0 0,1 1 0,0-1 0,0-9 0,1 1 0,-1 15 0,0-1 0,1 1 0,-1 0 0,1-1 0,-1 1 0,1-1 0,0 1 0,-1 0 0,1 0 0,0-1 0,0 1 0,0 0 0,0 0 0,0 0 0,0 0 0,0 0 0,0 0 0,2-1 0,-1 0 0,1 1 0,0-1 0,0 0 0,0 1 0,0-1 0,0 1 0,5-1 0,7 0 0,0 1 0,0 0 0,22 3 0,0-1 0,-32-1-119,1 1-1,-1 0 1,1 0-1,0 0 1,-1 1-1,0 0 1,1 0-1,-1 0 1,0 0-1,0 1 1,5 3-1,-8-5 67,-1 1 0,1-1 0,0 0 0,0 1-1,-1-1 1,1 1 0,0-1 0,-1 1-1,0 0 1,1 0 0,-1-1 0,0 1 0,0 0-1,0 0 1,0 0 0,0 0 0,-1 1-1,1-1 1,-1 0 0,1 0 0,-1 0 0,0 0-1,0 1 1,0-1 0,0 0 0,0 0 0,0 1-1,-1-1 1,1 0 0,-2 4 0,0-1-263,0 1 0,0-1 1,-1 1-1,0-1 0,0 0 1,0 0-1,-1 0 0,1-1 1,-1 1-1,0-1 0,-1 0 1,-7 6-1,-12 8-1543,18-14 1238,0 1 1,0-1-1,-1 0 0,1 0 0,-1-1 0,-8 3 0,-10 3-1414,17-5 1084,1-2 0,-1 1 0,-12 2 0,-10-2-2124,8-2-1966,14-1 1998</inkml:trace>
</inkml:ink>
</file>

<file path=ppt/ink/ink1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6.907"/>
    </inkml:context>
    <inkml:brush xml:id="br0">
      <inkml:brushProperty name="width" value="0.035" units="cm"/>
      <inkml:brushProperty name="height" value="0.035" units="cm"/>
      <inkml:brushProperty name="color" value="#0066FF"/>
    </inkml:brush>
  </inkml:definitions>
  <inkml:trace contextRef="#ctx0" brushRef="#br0">89 546 1232,'-9'-6'23861,"9"6"-23798,0 0-1,0 0 0,0-1 0,0 1 0,0 0 0,0 0 0,0 0 1,0 0-1,0 0 0,0 0 0,0-1 0,0 1 0,0 0 1,0 0-1,0 0 0,0 0 0,0 0 0,0-1 0,0 1 0,0 0 1,0 0-1,0 0 0,0 0 0,0 0 0,-1 0 0,1 0 1,0-1-1,0 1 0,0 0 0,0 0 0,0 0 0,0 0 0,0 0 1,-1 0-1,1 0 0,0 0 0,0 0 0,0 0 0,0 0 1,0 0-1,-1 0 0,1 0 0,0 0 0,0 0 0,0 0 0,0 0 1,0 0-1,0 0 0,-1 0 0,1 0 0,0 0 0,0 0 1,-1 0 96,1 1 1,0-1 0,-1 0 0,1 1 0,0-1 0,-1 0-1,1 1 1,0-1 0,0 1 0,-1-1 0,1 1 0,0-1 0,0 1-1,0-1 1,0 1 0,0-1 0,-1 1 0,1-1 0,0 1-1,0-1 1,0 1 0,9 64 639,-9 116-735,-1-175-64,0 0 0,0 0 0,-1 0 0,0 0 0,0 0 0,0-1 0,-1 1 0,0-1 0,0 1 0,-5 5 0,3-3 0,1 0 0,0 0 0,-5 11 0,-9 17 0,10-22 0,8-14 0,0 0 0,-1 1 0,1-1 0,0 0 0,-1 1 0,1-1 0,0 0 0,0 1 0,-1-1 0,1 0 0,0 1 0,0-1 0,0 1 0,0-1 0,-1 0 0,1 1 0,0-1 0,0 1 0,0-1 0,0 1 0,0-1 0,0 0 0,0 1 0,0-1 0,0 1 0,0-1 0,0 1 0,1-1 0,-1 0 0,0 1 0,0-1 0,0 1 0,0-1 0,1 0 0,-1 1 0,1 0 0,-1-1 0,0 0 0,0 1 0,0-1 0,0 1 0,0-1 0,0 1 0,0-1 0,1 1 0,-1-1 0,0 1 0,0-1 0,0 1 0,1-1 0,-1 1 0,0-1 0,1 0 0,-1 1 0,0-1 0,1 0 0,-1 1 0,0-1 0,1 0 0,-1 1 0,1-1 0,-1 0 0,1 0 0,-1 0 0,0 1 0,1-1 0,-1 0 0,1 0 0,-1 0 0,1 0 0,-1 0 0,1 0 0,-1 0 0,1 0 0,-1 0 0,1 0 0,-1 0 0,1 0 0,-1 0 0,1 0 0,-1 0 0,1-1 0,0 1 0,-1 0 0,9-4 0,1 0 0,-1 0 0,-1-1 0,14-9 0,-4 2 0,-13 8 0,0-1 0,0 1 0,-1-1 0,8-9 0,0 0 0,-5 4 0,1 0 0,-1 0 0,-1-1 0,0 0 0,7-15 0,-1 0 0,-10 6 0,-2 19 0,0 0 0,0 0 0,0 1 0,0-1 0,1 0 0,-1 1 0,0-1 0,1 0 0,-1 1 0,0-1 0,1 0 0,-1 1 0,1-1 0,-1 0 0,0 1 0,1-1 0,0 1 0,-1-1 0,1 1 0,-1 0 0,1-1 0,0 1 0,-1-1 0,1 1 0,0 0 0,-1 0 0,1-1 0,0 1 0,-1 0 0,1 0 0,0 0 0,1 0 0,7 0 0,-8-1 0,1 1 0,0 0 0,0 1 0,0-1 0,0 0 0,-1 0 0,1 1 0,0-1 0,0 1 0,0-1 0,-1 1 0,1 0 0,0 0 0,-1 0 0,2 1 0,12 5 0,-3-4 0,0 2 0,0-1 0,23 13 0,-5-2 0,80 42 0,-93-47 0,-14-9 0,0 0 0,-1 0 0,0 1 0,1-1 0,-1 1 0,0 0 0,0-1 0,0 1 0,3 3 0,-6-3 0,3 0 0,15-1 0,-15 0 0,1-1 0,-1-1 0,0 1 0,0 0 0,0 0 0,0-1 0,0 1 0,0-1 0,0 0 0,0 0 0,0 0 0,0 1 0,-1-2 0,1 1 0,0 0 0,0 0 0,-1-1 0,1 1 0,-1 0 0,1-1 0,-1 0 0,0 1 0,0-1 0,1 0 0,-1 0 0,0 1 0,0-1 0,-1 0 0,2-2 0,-1 1 0,-1 0 0,1 0 0,-1-1 0,1 1 0,-1 0 0,0 0 0,0 0 0,0 0 0,-1 0 0,1 0 0,-1 0 0,0 0 0,0 0 0,0 0 0,0 0 0,-3-5 0,-30-66 0,24 52 0,6 15 0,1-1 0,-1 1 0,-9-14 0,-20-32 0,31 47 0,2 6 0,1-1 0,-1 0 0,0 1 0,0-1 0,0 0 0,1 1 0,-1-1 0,0 1 0,0-1 0,1 0 0,-1 1 0,1-1 0,-1 1 0,1-1 0,-1 1 0,1-1 0,-1 1 0,1-1 0,-1 1 0,1-1 0,-1 1 0,1 0 0,0-1 0,-1 1 0,1 0 0,0-1 0,21-4 0,-13 3 0,50-15 0,-27 8 0,1-1 0,57-28 0,-74 30-3,11-6-99,42-28 0,-50 28-170,-1-1 1,26-27-1,-37 34 224,0 0 0,0-1 0,-1 0 0,0 0 0,0-1 0,-1 1 0,7-20 0,-7 13 32,0 0-1,0-1 1,-2 0 0,0 0-1,1-28 1,-4 39 30,0 0 0,0 1 1,-1-1-1,0 0 0,0 0 1,-1 1-1,0-1 0,0 1 1,0-1-1,0 1 0,-1 0 1,0 0-1,0 0 0,0 0 1,-1 1-1,0-1 0,1 1 1,-2 0-1,1 0 0,0 0 0,-1 0 1,0 1-1,0 0 0,0 0 1,0 0-1,-8-2 0,-4-2 82,-1 1-1,0 1 1,0 0-1,0 2 1,-1 0-1,-33-1 1,51 4-95,0 0 0,0 0 1,0 0-1,0 1 0,0-1 1,0 0-1,0 0 1,0 1-1,0-1 0,0 0 1,0 1-1,0-1 1,0 1-1,0-1 0,0 1 1,0-1-1,0 1 0,1 0 1,-1 0-1,0-1 1,0 1-1,1 0 0,-1 0 1,0 1-1,0 0-3,0 0 0,0 0 0,1 1 0,-1-1-1,1 0 1,0 0 0,-1 1 0,1-1 0,0 0 0,1 5-1,0 1 21,0-1-1,1 1 1,0-1-1,0 1 1,1-1-1,3 8 1,6 8 51,26 44 178,-31-55-247,0 0 0,-2 0 0,1 0 0,3 14 0,2 3 0,14 57 0,-22-74 0,0-1 0,-1 1 0,1 14 0,2 10 0,-3-13 0,0 1 0,-3 43 0,-1-16 0,2 119 0,9-212 0,-8 34 0,1 1 0,-1-1 0,2 1 0,-1-1 0,1 1 0,0 0 0,1 0 0,-1 0 0,1 1 0,9-12 0,8-15 0,-17 26 0,1 0 0,0 1 0,0-1 0,1 1 0,9-8 0,12-14 0,-25 27 0,0-1 0,0 1 0,0 0 0,0-1 0,0 1 0,1 0 0,-1 1 0,0-1 0,1 0 0,-1 1 0,0-1 0,1 1 0,-1 0 0,1 0 0,-1 0 0,1 0 0,-1 0 0,0 0 0,1 1 0,-1-1 0,1 1 0,-1-1 0,0 1 0,3 1 0,6 2 0,0 0 0,-1 1 0,18 10 0,-5-1 0,22 21 0,-39-30 0,0 0 0,0 0 0,-1 1 0,0 0 0,0 0 0,8 14 0,-11-17 0,0 0 0,0-1 0,0 1 0,1-1 0,-1 1 0,1-1 0,4 3 0,3 3 0,-9-6 0,0 0 0,1 0 0,-1-1 0,1 1 0,0-1 0,0 1 0,-1-1 0,1 1 0,0-1 0,0 0 0,0 0 0,0 0 0,0 0 0,0 0 0,3 0 0,15 4 0,-16-5 0,0 0 0,0-1 0,0 1 0,0-1 0,0 0 0,0 0 0,0 0 0,-1-1 0,1 1 0,0-1 0,-1 0 0,0 0 0,1 0 0,3-3 0,14-12 0,11-9 0,-30 24 0,-1 0 0,1 0 0,-1 0 0,1 0 0,-1 0 0,0 0 0,0 0 0,0 0 0,0-1 0,-1 1 0,1 0 0,-1-1 0,1 1 0,-1 0 0,1-4 0,-1-8 0,0-1 0,2 0 0,0 0 0,0 1 0,1-1 0,1 1 0,7-16 0,-10 28 0,-1 0 0,1 1 0,-1-1 0,1 0 0,-1 1 0,0-1 0,1 0 0,-1 0 0,0 1 0,0-1 0,0 0 0,-1 0 0,1 1 0,0-1 0,0 0 0,-1 1 0,0-1 0,1 0 0,-1 1 0,0-1 0,1 1 0,-1-1 0,0 1 0,0-1 0,0 1 0,0-1 0,-1 1 0,1 0 0,0 0 0,-1 0 0,1 0 0,-3-2 0,-3 3 0,1 1 0,5 0 0,0-1 0,-1 0 0,1 1 0,0-1 0,0 0 0,0 1 0,-1-1 0,1 1 0,0 0 0,0-1 0,0 1 0,0 0 0,0 0 0,0 0 0,0 0 0,0 0 0,1 0 0,-1 0 0,-1 1 0,-13 15 0,13-15 0,0 0 0,0 0 0,0 0 0,0 1 0,0-1 0,0 0 0,1 1 0,-3 4 0,0 6 0,1-1 0,0 1 0,0 0 0,2 1 0,-1-1 0,2 0 0,0 14 0,1-19 0,1 0 0,-1 0 0,1 0 0,1 0 0,-1-1 0,1 1 0,1-1 0,-1 0 0,1 0 0,1 0 0,8 11 0,-8-13 0,-1-1 0,1 0 0,0 0 0,0-1 0,1 0 0,-1 0 0,1 0 0,-1 0 0,1-1 0,0 0 0,0 0 0,0 0 0,0-1 0,7 1 0,-4-1 0,0 0 0,0 0 0,0-1 0,0 0 0,0-1 0,0 0 0,0 0 0,17-5 0,-19 3-43,25-9-4902,62-32 0,-86 40 4236,-1-1 1,1 0 0,-1 0-1,0-1 1,0 1 0,-1-2-1,0 1 1,0-1 0,0 0 0,-1 0-1,0 0 1,0-1 0,3-8-1,6-15-1382,-9 21 1549,-1 1 0,0-1 0,-1 1-1,3-13 1,5-11-681,1-6 219,-12 37 1046,1 0 0,-1 0 0,0 1 0,0-1 0,0 0 0,-1 0 0,1 0 0,0 0 0,-1 0 0,1 0 0,-1 0 0,1 0 0,-1 1 0,0-1 0,0 0 0,0 1 0,-2-3 0,2 2 215,-1 0 0,1 1-1,-1-1 1,1 1 0,-1-1 0,0 1 0,0 0-1,0 0 1,0 0 0,0 0 0,0 0 0,0 0-1,-3-1 1,-35-1 8999,39 3-9190,1 0 0,0 0 0,0 0 0,-1 0 0,1 0 1,0 0-1,0 0 0,0 0 0,-1 0 0,1 0 0,0 0 0,0 0 0,-1 0 1,1 0-1,0 0 0,0 0 0,-1 0 0,1 0 0,0 1 0,0-1 0,0 0 1,-1 0-1,1 0 0,0 0 0,0 0 0,0 1 0,-1-1 0,1 0 0,0 0 0,0 0 1,0 1-1,0-1 0,0 0 0,0 0 0,-1 0 0,1 1 0,0-1 0,0 0 1,0 0-1,0 1 0,0-1 0,0 0 0,0 0 0,0 1 0,0-1 0,6 12 3515,-3-4-2550,-3-6-808,0 1-1,1-1 0,-1 1 0,1-1 0,-1 0 0,1 1 1,0-1-1,0 0 0,0 1 0,0-1 0,2 2 0,6 16 696,-5-10-710,1-1 0,0 0 0,0 0 0,1 0 0,12 13 0,-13-16-174,-3-4-21,-1 1 0,1-1 0,-1 1 0,0-1 0,0 1 0,0-1 1,0 1-1,0 3 0,7 15 62,-6-17-65,0-1 1,0 0-1,0 1 0,-1 0 1,1-1-1,-1 1 0,0 0 1,0 0-1,0-1 0,-1 1 1,1 0-1,-1 0 1,0 0-1,0 0 0,0 0 1,-1 0-1,1 0 0,-1 0 1,-2 5-1,2-6-6,-1 0 0,1 0 0,-1 0 0,0 0 0,0 0 0,0 0-1,0 0 1,-1-1 0,1 1 0,-1-1 0,1 0 0,-1 0 0,0 0 0,0 0 0,0 0 0,0-1 0,0 1 0,-1-1 0,1 0-1,0 0 1,-6 1 0,5-1 7,0 0-1,0 0 0,0-1 1,-1 1-1,1-1 0,0 0 1,0 0-1,0-1 1,0 1-1,0-1 0,0 0 1,-6-2-1,7 1-9,1 1 0,-1-1 1,1 0-1,-1 0 0,1 0 0,-1 0 1,1 0-1,0 0 0,0-1 1,0 1-1,1 0 0,-1-1 0,1 0 1,-1 1-1,1-1 0,-1-3 0,1 4 0,1 0 0,0 0 1,0 0-1,1 0 0,-1 0 0,0 0 0,1 0 0,-1 0 0,1 1 0,-1-1 0,1 0 0,0 0 0,0 1 0,0-1 1,0 0-1,0 1 0,0-1 0,3-2 0,5-12-14,-6 11 5,0-1-1,0 1 1,0 0 0,0 0-1,1 0 1,0 0-1,0 1 1,0 0-1,0-1 1,1 2 0,6-6-1,1 1-344,0 0 1,1 0-1,19-8 0,-8 9-1557,-20 6 1026,0 0 0,0 0 0,-1 0 0,1 0 0,6-4 0,-8 3 406,0 1 0,1 0 0,-1 0 0,0 1 0,1-1 0,-1 0 0,0 1 0,4-1 0,-3 1-75,0-1 1,0 1 0,0-1-1,-1 0 1,1 0 0,0 0-1,-1 0 1,5-2-1,-1-1-554,19-13-6310,-23 12 3902</inkml:trace>
</inkml:ink>
</file>

<file path=ppt/ink/ink1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7.276"/>
    </inkml:context>
    <inkml:brush xml:id="br0">
      <inkml:brushProperty name="width" value="0.035" units="cm"/>
      <inkml:brushProperty name="height" value="0.035" units="cm"/>
      <inkml:brushProperty name="color" value="#0066FF"/>
    </inkml:brush>
  </inkml:definitions>
  <inkml:trace contextRef="#ctx0" brushRef="#br0">26 10 2016,'-25'-10'26254,"25"14"-22502,8 24-3007,-7-24-745,0 1 0,-1-1 0,2 1 0,-1-1 0,0 0 0,1 1 0,3 5 0,6 18 0,-7-14 0,0-2 0,-1 1 0,0 0 0,-1 1 0,1 16 0,6 39 0,-10-63 0,1-3 0,0-1 0,0 0 0,-1 0 0,1 0 0,1 1 0,-1-1 0,0 0 0,1 0 0,0 4 0,-1-6-100,1 0 0,-1 1 1,0-1-1,0 0 0,1 0 0,-1 1 0,0-1 1,1 0-1,-1 0 0,0 1 0,1-1 0,-1 0 1,0 0-1,1 0 0,-1 0 0,1 0 0,-1 0 1,0 1-1,1-1 0,-1 0 0,1 0 0,-1 0 1,0 0-1,1 0 0,-1 0 0,1-1 0,-1 1 1,0 0-1,1 0 0,-1 0 0,1 0 0,-1 0 1,0-1-1,1 1 0,-1 0 0,0 0 0,1 0 1,-1-1-1,0 1 0,1 0 0,-1-1 0,0 1 1,0 0-1,1-1 0,-1 1 0,0 0 1,0-1-1,0 1 0,0 0 0,1-1 0,-1 1 1,0-1-1,0 1 0,0 0 0,0-1 0,0 1 1,0-1-1,0 1 0,0 0 0,0-1 0,0 1 1,0-1-1,0-2-1421,10-12-3441,-9 13 4077,1 0 0,-1 0 0,1-1 0,-1 1 0,0 0-1,1-1 1,-1 1 0,-1-1 0,1 1 0,0-1 0,-1 0 0,1 1 0,-1-4 0,0-5-4136</inkml:trace>
</inkml:ink>
</file>

<file path=ppt/ink/ink1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7.424"/>
    </inkml:context>
    <inkml:brush xml:id="br0">
      <inkml:brushProperty name="width" value="0.035" units="cm"/>
      <inkml:brushProperty name="height" value="0.035" units="cm"/>
      <inkml:brushProperty name="color" value="#0066FF"/>
    </inkml:brush>
  </inkml:definitions>
  <inkml:trace contextRef="#ctx0" brushRef="#br0">27 0 1552,'-9'0'2953,"0"0"-1929,1 0 304,8 6-463,0-1-785,8-5-152,1 5-208,0-5-249,8 6-311,0-6-400,-9 0-584,9 5-753</inkml:trace>
</inkml:ink>
</file>

<file path=ppt/ink/ink1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7.879"/>
    </inkml:context>
    <inkml:brush xml:id="br0">
      <inkml:brushProperty name="width" value="0.035" units="cm"/>
      <inkml:brushProperty name="height" value="0.035" units="cm"/>
      <inkml:brushProperty name="color" value="#0066FF"/>
    </inkml:brush>
  </inkml:definitions>
  <inkml:trace contextRef="#ctx0" brushRef="#br0">316 1 272,'-2'0'5194,"-13"1"-1571,-15 8 3726,-41 13 2215,1 6-5832,64-25-3606,0 0 1,0 0-1,0 1 0,0 0 0,1 0 0,0 1 0,0 0 0,0-1 1,1 2-1,-1-1 0,-6 11 0,10-14-117,0-1-3,1-1 0,-1 1-1,1 0 1,0-1 0,-1 1-1,1-1 1,0 1 0,-1 0-1,1-1 1,0 1 0,0 0-1,0-1 1,-1 1-1,1 0 1,0-1 0,0 1-1,0 0 1,0-1 0,0 1-1,0 0 1,0 0 0,1-1-1,-1 1 1,0 0-1,0-1 1,0 1 0,1 0-1,-1-1 1,0 1 0,1-1-1,-1 1 1,1 0 0,-1-1-1,1 1 1,-1-1 0,1 1-1,-1-1 1,1 1-1,7 6 57,1 0 0,0-1-1,-1 0 1,2-1 0,-1 0-1,1 0 1,15 4 0,78 18-38,-20-7-35,-70-16 8,5 1-3,0 1 0,-1 1 1,0 0-1,20 12 0,-26-9-13,-11-9 19,1-1 0,-1 1 0,1-1 0,-1 1-1,0-1 1,1 1 0,-1-1 0,0 1 0,1-1-1,-1 1 1,0-1 0,1 1 0,-1 0 0,0-1 0,0 1-1,0-1 1,0 1 0,1 0 0,-1-1 0,0 1-1,0 0 1,0-1 0,0 1 0,0-1 0,-1 1 0,1 0-1,0 0 1,-4 4 28,0-1 0,-1 1 1,1-1-1,-1 0 0,0 0 0,0-1 0,0 1 0,0-1 0,-10 4 1,-3 0 69,0-1 0,-1-1 0,1-1 0,-1 0 0,0-1 0,-28 0 0,17-3-409,0-2 0,-1 0-1,-38-10 1,48 9-1110,13 2 561,0 0 0,1-1-1,-1 1 1,1-1 0,-13-6-1,19 8 507,0-1 0,0 0 0,0 1 0,0-1-1,0 0 1,0 0 0,0 0 0,1 0 0,-1 0 0,0 1-1,0-2 1,1 1 0,-1 0 0,0 0 0,1 0 0,-1-2-1,1 1-278,-1 1 1,1-1-1,0 0 0,0 1 0,0-1 0,0 0 0,1 0 0,-1 1 0,0-1 0,1 0 0,-1 1 0,1-1 0,0 1 0,0-1 1,1-1-1,-1-4-3903</inkml:trace>
</inkml:ink>
</file>

<file path=ppt/ink/ink1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8.626"/>
    </inkml:context>
    <inkml:brush xml:id="br0">
      <inkml:brushProperty name="width" value="0.035" units="cm"/>
      <inkml:brushProperty name="height" value="0.035" units="cm"/>
      <inkml:brushProperty name="color" value="#0066FF"/>
    </inkml:brush>
  </inkml:definitions>
  <inkml:trace contextRef="#ctx0" brushRef="#br0">138 33 1552,'-34'-27'21286,"32"26"-20996,0 1 0,1-1 0,-1 0 0,0 0 0,1 1-1,-1-1 1,0 1 0,0 0 0,1-1 0,-1 1 0,0 0 0,0 0 0,0 0-1,1 0 1,-1 1 0,0-1 0,0 0 0,-2 1 0,1 0-14,1-1 0,0 1 1,0 0-1,0 0 0,0-1 1,-1 1-1,1 1 0,0-1 1,1 0-1,-1 0 0,0 1 1,0-1-1,0 1 0,1-1 1,-3 4-1,-6 6-276,9-10 0,-1 0 0,1 0 0,0 0 0,-1 1 0,1-1 0,0 1 0,0-1 0,0 1 0,-1 2 0,-1 6 0,1 1 0,0-1 0,0 1 0,1-1 0,1 1 0,-1 0 0,3 10 0,14 75 0,-10-70 0,-2 0 0,3 46 0,-6-59 0,0-1 0,6 23 0,-5-22 0,1 0 0,0 25 0,6 63 0,-9-100 0,-1 1 0,1 0 0,0-1 0,0 1 0,0-1 0,1 1 0,-1 0 0,0-1 0,1 1 0,-1 0 0,1-1 0,-1 1 0,1-1 0,0 1 0,-1-1 0,1 0 0,0 1 0,0-1 0,0 0 0,0 1 0,0-1 0,1 0 0,-1 0 0,0 0 0,0 0 0,1 0 0,-1 0 0,1 0 0,-1-1 0,1 1 0,-1 0 0,1-1 0,-1 1 0,3-1 0,4 6-1020,-8-5 976,0-1-1,0 0 1,0 0-1,0 0 1,0 0-1,0 0 1,0 1-1,0-1 1,0 0-1,0 0 1,0 0-1,0 0 0,0 0 1,0 0-1,0 1 1,0-1-1,0 0 1,0 0-1,0 0 1,-1 0-1,1 0 1,0 0-1,0 0 1,0 1-1,0-1 0,0 0 1,0 0-1,0 0 1,0 0-1,-1 0 1,1 0-1,0 0 1,0 0-1,0 0 1,0 0-1,0 0 0,-1 0 1,1 0-1,0 0 1,0 0-1,0 0 1,0 0-1,-1 0 1,-8-11-6696,7 10 6070,0-1 0,1 1 0,-1-1 0,1 0 0,0 1 0,0-1 0,-1 0 1,1 0-1,0 0 0,-1-4 0,0 0-463,0 0-1,0 0 1,1-1 0,-1 1 0,1-9-1,-8-43-3213,9 46 3801,-2 0-1,1 0 1,-4-12 0,2 12 480,1 1 0,0-1-1,0-12 1,1 12 280,0 1 1,0-1-1,-5-12 1,4 13 139,0-1 0,0 1 1,0-13-1,2-125 5571,0 143-5484,-1 0 0,0 0-1,0 1 1,0-1 0,-1 0-1,1 1 1,-1-1 0,-5-7-1,7 11-214,-1 1 0,1-1 0,0 1 0,-1-1-1,1 1 1,0-1 0,0 0 0,0 1-1,0-1 1,0 1 0,1-1 0,-1 0 0,0 1-1,1-1 1,-1 1 0,1-1 0,-1 1 0,1 0-1,0-1 1,0 1 0,0-1 0,-1 1-1,1 0 1,0 0 0,1 0 0,-1-1 0,0 1-1,0 0 1,0 0 0,1 1 0,-1-1-1,0 0 1,1 0 0,-1 1 0,1-1 0,-1 0-1,1 1 1,-1 0 0,1-1 0,0 1 0,-1 0-1,3 0 1,35-1 214,-9 0-305,1 2 1,48 6 0,-71-6-143,0 1 1,0 0 0,-1 0 0,1 1 0,0 0-1,-1 0 1,0 1 0,0 0 0,0 0 0,0 0-1,-1 1 1,1 0 0,-1 1 0,9 9 0,-14-13 5,0-1 1,0 1-1,0-1 1,0 1-1,0-1 1,0 1 0,-1 0-1,1 0 1,-1-1-1,1 1 1,-1 0 0,0 0-1,1 0 1,-1-1-1,0 1 1,0 0-1,0 0 1,0 0 0,-1-1-1,0 3 1,0 0 0,0 0-1,-1-1 1,1 1 0,-1-1 0,0 1 0,0-1 0,-1 0 0,-4 6 0,-2 0-1,1-1 1,-1-1 0,-1 0 0,1 0 0,-16 8 0,-81 33-97,32-16-1094,43-20-263,17-11-560,14-1 1885,-1 0-1,1 0 1,0 0 0,0 0-1,-1-1 1,1 1-1,0 0 1,0 0-1,-1 0 1,1 0-1,0 0 1,0 0 0,-1-1-1,1 1 1,0 0-1,0 0 1,0 0-1,-1 0 1,1-1-1,0 1 1,0 0 0,0 0-1,0-1 1,0 1-1,-1 0 1,1 0-1,0-1 1,0 1 0,0 0-1,0 0 1,0-1-1,0 1 1,0-1-1,1 0-325,0-1 0,-1 0 0,1 1 0,0-1 0,1 1 0,-1-1 0,0 1 0,0 0 0,1-1 0,-1 1 0,0 0 0,4-2 0,20-14-5083,-8 6 1728</inkml:trace>
</inkml:ink>
</file>

<file path=ppt/ink/ink1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9.034"/>
    </inkml:context>
    <inkml:brush xml:id="br0">
      <inkml:brushProperty name="width" value="0.035" units="cm"/>
      <inkml:brushProperty name="height" value="0.035" units="cm"/>
      <inkml:brushProperty name="color" value="#0066FF"/>
    </inkml:brush>
  </inkml:definitions>
  <inkml:trace contextRef="#ctx0" brushRef="#br0">55 75 672,'0'0'298,"-1"1"-1,0-1 1,0 1-1,1 0 1,-1-1-1,0 1 1,1 0-1,-1 0 1,1 0-1,-1-1 1,1 1-1,-1 0 0,1 0 1,-1 0-1,1 0 1,0 0-1,0 0 1,-1 0-1,1 0 1,0 0-1,0 0 1,0 0-1,0 0 1,0 0-1,0 0 1,1-1-1,-1 1 1,0 0-1,0 0 1,1 0-1,-1 0 1,0 0-1,1 0 1,-1 0-1,1 0 1,-1-1-1,1 1 1,0 1-1,1 0 202,-1 0-1,1 1 0,0-1 1,0 0-1,0 0 1,0 0-1,0 0 0,0-1 1,1 1-1,-1-1 1,1 1-1,2 0 0,4 1 757,0-1 0,0-1 0,0 0 0,0 0 0,17-1-1,-16 0-964,0-1-1,0-1 0,0 0 0,0 0 0,-1-1 0,1 0 1,-1-1-1,0 1 0,11-8 0,-16 9-284,0 0 0,0-1 0,-1 0 0,1 1-1,-1-1 1,0 0 0,0-1 0,0 1 0,0-1 0,0 1 0,-1-1-1,0 0 1,1 0 0,-2 0 0,1 0 0,0 0 0,-1 0-1,2-9 1,-3 11-22,0 1 0,0-1-1,-1 0 1,1 1 0,-1-1 0,1 1-1,-1-1 1,0 1 0,0-1-1,1 1 1,-1-1 0,0 1 0,0 0-1,-1 0 1,1-1 0,0 1-1,0 0 1,0 0 0,-1 0 0,1 0-1,-1 0 1,1 0 0,0 1-1,-3-2 1,-7 0-197,10 1 191,0 1 1,-1-1-1,1 1 1,0 0-1,0-1 1,0 1-1,0 0 1,0 0-1,0 0 1,0 0-1,0 0 1,-3 1-1,-11 1-70,1 2-1,-1 0 0,1 0 0,-1 2 1,1 0-1,-17 9 0,14-4 83,0 0-1,1 1 1,0 0 0,1 1-1,0 1 1,-16 21-1,29-33 13,1 1 0,-1-1 1,1 1-1,-1 0 0,1-1 0,0 1 0,0 0 0,1 0 0,-1 0 1,0 0-1,1 0 0,0 0 0,0 0 0,0 0 0,0 0 0,0 0 0,0 0 1,1 0-1,1 4 0,-1-3-1,0 0 1,0-1 0,1 1-1,-1-1 1,1 0 0,0 1-1,0-1 1,0 0-1,0 0 1,1 0 0,-1 0-1,1-1 1,0 1 0,4 3-1,3-1 9,-1 0 0,1-1-1,0 0 1,0 0 0,0-1-1,18 3 1,66 4-34,-76-9-28,18 0-1150,0-2 1,1-1-1,-1-2 0,48-12 1,-68 13 45,-1 0 0,-1-2 0,1 0 0,-1-1 0,1 0 0,-2-1 0,1 0 0,17-14 0,28-27-5677,-42 32 4224</inkml:trace>
</inkml:ink>
</file>

<file path=ppt/ink/ink1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9.377"/>
    </inkml:context>
    <inkml:brush xml:id="br0">
      <inkml:brushProperty name="width" value="0.035" units="cm"/>
      <inkml:brushProperty name="height" value="0.035" units="cm"/>
      <inkml:brushProperty name="color" value="#0066FF"/>
    </inkml:brush>
  </inkml:definitions>
  <inkml:trace contextRef="#ctx0" brushRef="#br0">43 1 1416,'-7'0'1916,"-16"0"4036,23 0-5789,-1 0-1,1 0 1,-1 0 0,0 0 0,1 0 0,-1 0 0,1 0-1,-1 0 1,1 0 0,-1 0 0,1 0 0,-1 0 0,1 1 0,-1-1-1,1 0 1,-1 0 0,1 1 0,-1-1 0,1 0 0,-1 1-1,1-1 1,-1 0 0,1 1 0,-1 0 0,21 16 2736,46 30 114,-50-34-2559,3 1 41,-1 0 1,-1 2-1,23 24 0,-28-25-325,-8-10-109,1 0 1,-1 0-1,-1 0 1,1 1-1,-1-1 0,0 1 1,4 11-1,-5-13-37,-1-2-12,-1-1 0,1 0 1,-1 1-1,1-1 0,-1 1 0,0-1 1,1 1-1,-1-1 0,0 1 0,0-1 1,0 0-1,0 1 0,0-1 1,-1 1-1,1-1 0,0 1 0,0-1 1,-1 1-1,1-1 0,-1 0 0,0 1 1,-1 1-1,0 6 73,2-9-74,0 1-1,0-1 1,0 1-1,0 0 1,-1-1-1,1 1 1,0-1-1,0 1 1,-1-1-1,1 1 1,0-1-1,0 1 1,-1-1-1,1 1 1,-1-1-1,1 1 1,0-1-1,-1 1 1,1-1-1,-1 0 1,1 1-1,-2 0 1,0 0 72,0 0 0,-1 1-1,1-1 1,-1 0 0,1 0 0,-1 0 0,1 0 0,-1-1 0,0 1 0,0-1 0,1 0 0,-1 1 0,-5-2 0,-30-3 826,37 4-878,0-1 0,0 1 0,-1 0 0,1-1 0,0 1 1,0 0-1,0-1 0,0 1 0,0-1 0,0 0 0,0 1 1,0-1-1,0 0 0,1 0 0,-1 1 0,0-1 1,0 0-1,1 0 0,-1 0 0,0 0 0,1 0 0,-1 0 1,1 0-1,-1 0 0,1 0 0,-1 0 0,1 0 0,0-2 1,-5-13 446,5 15-439,-1 0 1,0-1-1,1 1 1,-1 0 0,1-1-1,0 1 1,-1 0-1,1-1 1,0 1 0,0 0-1,0-1 1,0 1-1,0 0 1,0-1 0,0 1-1,0 0 1,2-3-1,4-15 301,-4 13-296,0 0 1,0 0 0,1 1 0,0-1-1,0 0 1,0 1 0,1 0 0,-1 0 0,7-7-1,11-8-64,-10 9-466,1 0 0,0 0 0,18-10 0,-1 0-2106,-20 14 722,1 1 1,0-1 0,16-6 0,-7 0-2502,-4 5-2458</inkml:trace>
</inkml:ink>
</file>

<file path=ppt/ink/ink1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19.879"/>
    </inkml:context>
    <inkml:brush xml:id="br0">
      <inkml:brushProperty name="width" value="0.035" units="cm"/>
      <inkml:brushProperty name="height" value="0.035" units="cm"/>
      <inkml:brushProperty name="color" value="#0066FF"/>
    </inkml:brush>
  </inkml:definitions>
  <inkml:trace contextRef="#ctx0" brushRef="#br0">214 58 3473,'-1'-12'11633,"-6"0"-4043,6 11-6959,0 0-1,0-1 1,0 1 0,0 0-1,1-1 1,-1 1-1,0 0 1,1-1-1,0 1 1,-1-1 0,1 1-1,0-1 1,-1 1-1,1-3 1,-1 2-103,-1 1-524,0 0 0,1 0 0,-1 0 0,0 0 0,0 1 0,0-1 0,0 0 0,0 1 0,0-1 0,0 1 0,0 0-1,0 0 1,0 0 0,0 0 0,0 0 0,0 0 0,0 0 0,0 1 0,0-1 0,0 1 0,-4 1 0,3-1-7,-38 18 3,38-18 0,1 1 0,-1 0 0,1 0 0,-1 0 0,1 0 0,0 0 0,-1 0 0,1 0 0,0 1 0,1-1 0,-3 4 0,-3 9 0,6-14 0,0 1 0,0-1 0,0 1 0,0 0 0,1-1 0,-1 1 0,0 0 0,1-1 0,-1 1 0,1 0 0,0 0 0,0 0 0,0 0 0,0-1 0,0 1 0,0 0 0,0 0 0,0 0 0,1-1 0,-1 1 0,1 0 0,-1 0 0,1-1 0,0 1 0,-1 0 0,1-1 0,2 3 0,4 5 0,0-1 0,0 0 0,1 0 0,0-1 0,0 0 0,1-1 0,0 0 0,19 10 0,26 20 0,-43-28 0,1-1 0,0 0 0,12 5 0,-13-8 0,-1 1 0,0 1 0,0 0 0,-1 0 0,11 9 0,-19-13 0,1-1 0,0 1 0,-1 0 0,0-1 0,1 1 0,-1 0 0,0 0 0,0-1 0,0 1 0,0 0 0,1 4 0,-2-5 0,0 0 0,0 0 0,0 0 0,0 0 0,0 0 0,0 0 0,-1-1 0,1 1 0,0 0 0,0 0 0,-1 0 0,1 0 0,-1 0 0,1-1 0,-1 1 0,1 0 0,-1 0 0,0-1 0,1 1 0,-1 0 0,0-1 0,1 1 0,-1-1 0,0 1 0,0-1 0,0 1 0,1-1 0,-1 1 0,0-1 0,0 0 0,-2 1 0,-13 4 0,0-1 0,0-1 0,-1 0 0,1-1 0,-1-1 0,0-1 0,-23-2 0,0 2 0,31 0 1,-7 0 6,-1 0 1,-26-5-1,39 4-13,1 1 0,-1-1 0,1 0 0,0 0-1,-1 0 1,1-1 0,0 1 0,0-1 0,0 0 0,0 1 0,0-2 0,0 1-1,0 0 1,1 0 0,-1-1 0,1 1 0,0-1 0,-3-4 0,4 6-126,1 0 1,0 1-1,0-1 1,0 0-1,-1 0 0,1 0 1,0 0-1,0 1 1,0-1-1,0 0 1,0 0-1,0 0 1,1 0-1,-1 1 1,0-1-1,0 0 1,1 0-1,-1 0 1,0 1-1,1-1 0,-1 0 1,1 1-1,-1-1 1,1 0-1,-1 1 1,1-1-1,-1 0 1,1 1-1,-1-1 1,1 1-1,0-1 1,0 0-1,28-15-3898,-23 13 3219,181-94-18569,-162 82 16580</inkml:trace>
</inkml:ink>
</file>

<file path=ppt/ink/ink1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20.507"/>
    </inkml:context>
    <inkml:brush xml:id="br0">
      <inkml:brushProperty name="width" value="0.035" units="cm"/>
      <inkml:brushProperty name="height" value="0.035" units="cm"/>
      <inkml:brushProperty name="color" value="#0066FF"/>
    </inkml:brush>
  </inkml:definitions>
  <inkml:trace contextRef="#ctx0" brushRef="#br0">69 1 888,'-7'1'22939,"-6"4"-18947,12-4-3856,0-1-1,0 0 1,0 1 0,1 0 0,-1-1 0,0 1 0,0-1 0,0 1 0,1 0 0,-1 0 0,0-1-1,1 1 1,-1 0 0,1 0 0,-1 0 0,1 0 0,-1 0 0,1-1 0,0 1 0,-1 0-1,1 0 1,0 0 0,0 0 0,-1 2 0,2 4 123,-2 0-1,1 0 1,-1 1-1,0-1 1,-4 11-1,2-1-258,-4 8 0,4-17 0,0-1 0,0 1 0,1 0 0,0 0 0,1 0 0,-2 15 0,3-20 0,1 0 0,-1 0 0,1 0 0,0 0 0,0 0 0,0 0 0,0-1 0,0 1 0,0 0 0,1 0 0,-1-1 0,1 1 0,2 2 0,0-2 0,1-1 0,-1 0 0,1 0 0,-1 0 0,1-1 0,-1 0 0,1 0 0,0 0 0,-1 0 0,1-1 0,0 1 0,0-1 0,0-1 0,-1 1 0,1-1 0,0 1 0,0-2 0,-1 1 0,1 0 0,-1-1 0,1 0 0,-1 0 0,0 0 0,0 0 0,1-1 0,5-4 0,-8 5 0,0 0 0,0 0 0,-1 0 0,1 1 0,0-2 0,-1 1 0,1 0 0,-1 0 0,0 0 0,0-1 0,1 1 0,-2-1 0,1 1 0,0-1 0,0 1 0,-1-1 0,1-4 0,-2 2 0,0-1 0,0 0 0,0 0 0,-1 1 0,0-1 0,-3-7 0,-1-5 0,6 16 0,-1-1 0,0 1 0,0-1 0,0 1 0,0-1 0,0 1 0,-1-1 0,-1-2 0,2 4 0,1 0 0,-1 0 0,1-1 0,0 1 0,0 0 0,-1 0 0,1 0 0,0-1 0,0 1 0,0 0 0,1 0 0,-1-2 0,0-2 0,1 5 0,-1-1 0,0 0 0,1 0 0,-1 1 0,1-1 0,-1 0 0,1 1 0,0-1 0,-1 0 0,1 1 0,0-1 0,-1 1 0,1-1 0,0 1 0,-1-1 0,1 1 0,0-1 0,0 1 0,0 0 0,0 0 0,-1-1 0,1 1 0,0 0 0,2 0 0,12-3 0,5 2 0,-1 0 0,26 1 0,-10 1 0,-4 1 0,0 2 0,-1 0 0,0 2 0,0 1 0,33 13 0,-59-19 0,0 0 0,-1 0 0,0 1 0,1-1 0,-1 1 0,0 0 0,1 0 0,-1 0 0,0 0 0,0 0 0,-1 1 0,1-1 0,0 1 0,-1 0 0,4 5 0,2 2 0,-7-10 0,0 1 0,-1-1 0,1 1 0,-1-1 0,1 1 0,-1 0 0,1-1 0,-1 1 0,1 0 0,-1-1 0,0 1 0,1 0 0,-1 0 0,0-1 0,0 1 0,1 0 0,-1 0 0,0 0 0,0-1 0,0 1 0,0 2 0,0 2 0,-1 1 0,-13 4 0,12-9 0,-1 1 0,-1 0 0,1-1 0,0 1 0,-1-1 0,1 1 0,-1-1 0,1 0 0,-1 0 0,0-1 0,1 1 0,-1-1 0,0 0 0,0 0 0,1 0 0,-1 0 0,0-1 0,-4-1 0,4 1 0,-5-2 0,9 0 0,5-11 0,-4 11 0,-1 0 0,2 1 0,-1-1 0,0 0 0,0 1 0,1-1 0,0 1 0,-1-1 0,1 1 0,0 0 0,0 0 0,0 0 0,1 0 0,-1 0 0,4-2 0,5-6 0,6-7 0,0 1 0,33-23 0,-40 33 0,0-1 0,1 1 0,-1 1 0,1 0 0,1 0 0,20-5 0,-27 10 0,0-1 0,1 1 0,-1 0 0,0 1 0,0-1 0,1 1 0,-1 0 0,0 0 0,0 1 0,8 2 0,-11-3 0,0 0 0,0 0 0,0 0 0,1 0 0,-1 0 0,0 0 0,0 0 0,0 1 0,-1-1 0,1 1 0,0-1 0,-1 1 0,1 0 0,0 0 0,-1 0 0,0 0 0,0 0 0,1 0 0,-1 0 0,0 0 0,-1 0 0,1 1 0,0-1 0,0 4 0,-1 104-1671,0-106 1287,1 0 1,0 0-1,0 0 0,0 0 0,0 0 1,0 0-1,1 0 0,0-1 1,-1 1-1,1-1 0,1 1 0,-1-1 1,0 0-1,4 4 0,-2-3-662,1 1 0,0 0 1,0-1-1,0 0 0,1 0 0,-1-1 0,12 6 0,-10-6 102,-4-1-277,0-1 1,0 0-1,0 0 1,0 0-1,0 0 1,0-1-1,0 1 1,0-1-1,5 0 0,0 0-2162</inkml:trace>
</inkml:ink>
</file>

<file path=ppt/ink/ink1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20.743"/>
    </inkml:context>
    <inkml:brush xml:id="br0">
      <inkml:brushProperty name="width" value="0.035" units="cm"/>
      <inkml:brushProperty name="height" value="0.035" units="cm"/>
      <inkml:brushProperty name="color" value="#0066FF"/>
    </inkml:brush>
  </inkml:definitions>
  <inkml:trace contextRef="#ctx0" brushRef="#br0">317 0 2256,'0'1'5885,"-8"4"-2229,5-5-2780,1 0 0,-1 1 0,1-1-1,-1 1 1,1 0 0,0 0 0,-1 0 0,-2 1-1,3 0-241,-1-1 0,1 0-1,-1 1 1,1 0 0,0-1-1,0 1 1,-1 0 0,1 0-1,1 0 1,-1 1 0,-2 2-1,-13 31 3947,13-26-4451,-1 0 0,0 0 0,-1-1 1,0 0-1,-7 9 0,-15 24 0,18-26-1056,0-1 0,-1-1 0,-1 0 1,0-1-1,-26 22 0,34-32-630,-1 1 0,1-2 1,-1 1-1,0-1 0,0 1 0,0-1 1,0-1-1,-7 3 0,1-1-2123,-6 2-1882</inkml:trace>
</inkml:ink>
</file>

<file path=ppt/ink/ink1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22.623"/>
    </inkml:context>
    <inkml:brush xml:id="br0">
      <inkml:brushProperty name="width" value="0.035" units="cm"/>
      <inkml:brushProperty name="height" value="0.035" units="cm"/>
      <inkml:brushProperty name="color" value="#0066FF"/>
    </inkml:brush>
  </inkml:definitions>
  <inkml:trace contextRef="#ctx0" brushRef="#br0">0 17 336,'0'0'1103,"8"6"864,3 3 1547,-10-8-3363,0-1 0,-1 1 0,1-1 0,0 0 0,0 0-1,0 0 1,0 1 0,0-1 0,0 0 0,-1 0 0,1 0 0,0 0-1,0 0 1,0-1 0,0 1 0,0 0 0,0 0 0,-1 0 0,1-1 0,0 1-1,0-1 1,0 1 0,0-1 0,11-2 1408,-12 3-1524,0 0 0,0 0 0,0 0 0,0 0 0,0 0 1,0 0-1,0 0 0,0 0 0,0 0 0,0-1 0,0 1 0,0 0 0,0 0 0,0 0 0,0 0 0,0 0 509,0 0-492,0 0 1,0 0-1,0 0 1,0 0-1,0 0 0,0 0 1,0 0-1,0 0 1,0 0-1,0 0 1,0 0-1,0 0 0,0 0 1,0 1-1,0-1 1,0 0-1,0 0 1,0 0-1,0 0 0,0 0 1,0 0 52,0 0-53,-6-1 271,6 1-71,0 0-1,-1 0 0,1-1 1,0 1-1,0 0 0,-1-1 0,1 1 1,0 0-1,0 0 0,0-1 1,0 1-1,-1-1 0,1 1 0,0 0 1,0-1-1,0 1 0,0 0 1,0-1-1,0 1 0,0 0 1,0-1-1,0 1 0,0-1 0,0 1 1,0 0-1,0-1 0,0 1 1,0 0-1,1-1 0,-1 1 0,0 0 1,0-1-1,0 1 0,1 0 1,-1-1-1,0 1 0,7-3 665,-9-8 3873,-11 10-3725,4 2 7,7 15-907,2 165-209,1-177 0,-1 0 1,1 0-1,0-1 0,0 1 1,0 0-1,1-1 1,-1 1-1,1-1 0,0 0 1,0 0-1,0 1 0,0-1 1,1 0-1,-1-1 1,1 1-1,0 0 0,0-1 1,0 1-1,0-1 1,0 0-1,6 3 0,7 5-2099,-15-9 1873,-1-1-1,1 1 1,0 0 0,0 0-1,0-1 1,0 1-1,0-1 1,0 1 0,0-1-1,0 1 1,0-1-1,0 0 1,0 1-1,0-1 1,1 0 0,-1 0-1,0 0 1,0 0-1,0 0 1,0 0 0,0 0-1,1 0 1,-1 0-1,0 0 1,1-1 0,-1 1-54,1-1 0,-1 1 0,0 0 0,0 0 0,0-1 1,0 1-1,0-1 0,0 1 0,0-1 0,0 1 0,-1-1 0,1 1 0,0-1 1,0 0-1,0 0 0,-1 1 0,1-1 0,0 0 0,0 0 0,-1 0 1,1 0-1,-1 0 0,1 0 0,-1 0 0,0 0 0,1 0 0,-1 0 1,0 0-1,1 0 0,-1-1 0,4-14-4896,4 6 1229</inkml:trace>
</inkml:ink>
</file>

<file path=ppt/ink/ink1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22.923"/>
    </inkml:context>
    <inkml:brush xml:id="br0">
      <inkml:brushProperty name="width" value="0.035" units="cm"/>
      <inkml:brushProperty name="height" value="0.035" units="cm"/>
      <inkml:brushProperty name="color" value="#0066FF"/>
    </inkml:brush>
  </inkml:definitions>
  <inkml:trace contextRef="#ctx0" brushRef="#br0">23 97 1560,'-8'-5'2684,"-7"-15"19882,22 17-21673,105-18 3371,-11 5-3855,-14 6-709,-4 0-3357,-63 9 231,-18 1 3090,-1 0-1,1 0 1,0 0-1,-1 0 1,1 0-1,-1-1 1,1 1-1,-1 0 1,1-1-1,-1 1 1,1-1 0,2 0-1,21-6-15914</inkml:trace>
</inkml:ink>
</file>

<file path=ppt/ink/ink1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23.730"/>
    </inkml:context>
    <inkml:brush xml:id="br0">
      <inkml:brushProperty name="width" value="0.035" units="cm"/>
      <inkml:brushProperty name="height" value="0.035" units="cm"/>
      <inkml:brushProperty name="color" value="#0066FF"/>
    </inkml:brush>
  </inkml:definitions>
  <inkml:trace contextRef="#ctx0" brushRef="#br0">1 0 536,'17'3'26726,"-17"4"-24250,0-6-2537,9 20 1368,-2-10-891,18 32 331,-23-39-727,1-1 1,-1 1 0,0-1-1,1 1 1,0-1-1,0 0 1,0 0-1,0 0 1,0 0-1,1-1 1,5 4 0,48 23 80,-49-25-80,1-1-9,0 0-1,1-1 0,0 0 0,0-1 1,0 0-1,0 0 0,-1-1 1,12-1-1,0 1-5,-13-1-4,-1 0 0,0 0 0,0-1 0,0 0 0,0 0 0,0 0 0,-1-1 0,1 0 0,-1 0-1,1-1 1,-1 0 0,0 0 0,-1 0 0,1-1 0,7-7 0,-12 11-4,0-1 0,0 0 0,0 1 0,0-1 0,0 1 0,-1-1 0,1 0 0,0 0 0,-1 0 0,1 1 0,-1-1 0,0 0 0,0 0 0,1-2 0,-2-32 7,0 19 99,1 17-104,0-1 1,0 1-1,0 0 1,0 0-1,0-1 1,0 1-1,0 0 1,0 0-1,0-1 1,0 1-1,0 0 1,-1 0-1,1-1 1,0 1-1,0 0 1,0 0-1,0 0 1,0 0-1,-1-1 1,1 1-1,0 0 1,0 0-1,0 0 1,-1 0-1,1-1 1,0 1-1,0 0 1,-1 0-1,1 0 1,0 0-1,0 0 1,-1 0-1,1 0 1,0 0-1,0 0 1,-1 0-1,1 0 1,0 0-1,0 0 1,-1 0-1,1 0 1,0 0-1,0 0 1,0 0-1,-1 0 1,1 0-1,0 0 1,-1 1-1,-8 3 9,9-4-9,0 0 0,-11 6 0,7-4 0,1 0 0,0-1 0,0 2 0,0-1 0,0 0 0,0 1 0,0-1 0,-3 4 0,-2 3 0,0-1 0,-16 13 0,14-13 0,1 0 0,-16 17 0,-5 10 0,-11 15 0,17-25 0,-1 4 0,1 9 0,9-14 0,-16 31 0,23-33 0,6-17 0,1 0 0,-1 0 0,-1-1 0,1 1 0,-5 7 0,5-10-94,0-1-1,1 1 1,-1 0 0,1 1-1,-1-1 1,1 0 0,0 0-1,0 1 1,0-1 0,0 0-1,1 1 1,-1-1 0,0 1-1,1 4 1,-1-7-74,1 0 0,0 0-1,0-1 1,0 1 0,0 0 0,0 0-1,0 0 1,0 0 0,0-1 0,0 1-1,0 0 1,0 0 0,-1 0 0,1 0-1,0-1-167,0 1 168,0 0-1,0 0 1,-1 0 0,1 0 0,0 0-1,0 0 1,0 0 0,0 0 0,-1-1 0,1 1-1,0 0 1,0 0 0,0 0 0,-1 0-1,1 0 1,0 0 0,0 0 0,0 0-1,0 0 1,-1 0 0,1 0 0,0 0-1,0 1 1,0-1 0,-1 0 0,1 0-1,0 0 1,0 0 0,0 0 0,0 0-1,0 0 1,-1 0 0,1 1 0,0-1-169,0 0 169,0 0 0,0 0 0,0 0-1,-1 1 1,1-1 0,0 0 0,0 0-1,0 0 1,0 0 0,0 1 0,0-1-1,0-42-13252,0 32 9523</inkml:trace>
</inkml:ink>
</file>

<file path=ppt/ink/ink1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27.189"/>
    </inkml:context>
    <inkml:brush xml:id="br0">
      <inkml:brushProperty name="width" value="0.035" units="cm"/>
      <inkml:brushProperty name="height" value="0.035" units="cm"/>
      <inkml:brushProperty name="color" value="#0066FF"/>
    </inkml:brush>
  </inkml:definitions>
  <inkml:trace contextRef="#ctx0" brushRef="#br0">293 70 96,'-17'-10'3341,"17"9"-2534,0 1-743,1 0 1,-1-1 0,0 1-1,0 0 1,0 0 0,0 0 0,0 0-1,0-1 1,1 1 0,-1 0 0,0 0-1,0 0 1,0-1 0,0 1-1,0 0 1,0 0 0,0 0 0,0-1-1,0 1 1,0 0 0,0 0 0,0-1-1,0 1 1,0 0 0,0 0-1,0 0 1,0-1 0,0 1 0,-1 0-1,1 0 1,0 0 0,0-1 0,0 1-1,0 0 1,0 0 0,0 0-1,-1 0 1,1-1 0,0 1 0,0 0-1,0 0 1,0 0 0,-1 0 0,1 0-1,-6-8 1603,4 5-1069,0 1 0,0-1-1,-1 1 1,1-1 0,-1 1-1,1 0 1,-1 0 0,0 0-1,0 1 1,0-1 0,-3-1-1,1 0 1896,-3-3-310,1 4 2409,-24-3 2026,29 6-6073,9 4-204,-7-1-341,0-4 0,0 0 0,-1 1 0,1-1 0,0 0 0,0 0 0,-1 1 0,1-1 0,0 0 0,-1 0 0,1 0 0,0 1 0,-1-1 0,1 0 0,0 0 0,-1 0 0,1 0 0,-1 0 0,1 0 0,0 0 0,-1 0 0,1 0 0,0 0 0,-1 0 0,1 0 0,0 0 0,-1 0 0,1 0 0,-1 0 0,1 0 0,0-1 0,-1 1 0,1 0 0,0 0 0,-1 0 0,1-1 0,0 1 0,0 0 0,-1 0 0,1-1 0,0 1 0,-1-1 0,-2-2 0,2 3 0,2 0 0,7 5 0,1 1 0,-8-6 0,-1 1 0,0-1 0,0 1 0,1-1 0,-1 1 0,0-1 0,0 1 0,0-1 0,1 1 0,-1-1 0,0 1 0,0 0 0,0-1 0,0 1 0,0-1 0,0 1 0,0-1 0,0 1 0,-1-1 0,1 1 0,0 0 0,1 13 0,1-10 0,0 1 0,-1 0 0,0 0 0,1-1 0,-2 1 0,1 0 0,-1 0 0,1 0 0,-1 0 0,-1 0 0,0 7 0,0 9 0,2-17 0,0 0 0,0-1 0,0 1 0,1-1 0,-1 1 0,1-1 0,0 0 0,-1 1 0,2-1 0,-1 0 0,0 0 0,5 4 0,3 0 0,-8-5 0,0-1 0,-1 1 0,1-1 0,0 0 0,0 0 0,0 0 0,0 0 0,0 0 0,0 0 0,5 0 0,3 1 0,1-1 0,-1-1 0,1 1 0,-1-2 0,16-1 0,57-14 0,-58 11 0,-11 2 0,-1-1 0,0 0 0,0 0 0,-1-1 0,0-1 0,1 0 0,-2-1 0,1 0 0,12-11 0,-22 17 0,-1 0 0,0 0 0,1 0 0,-1 0 0,0 0 0,0-1 0,0 1 0,0 0 0,-1-1 0,1 1 0,0-1 0,0 1 0,-1-1 0,1 1 0,-1-1 0,1 0 0,-1 1 0,0-1 0,0 1 0,0-1 0,0 0 0,0 1 0,0-1 0,0 0 0,0 1 0,0-1 0,-1 0 0,1 1 0,-1-1 0,0 1 0,1-1 0,-1 1 0,0-1 0,0 1 0,-1-3 0,-1 2 0,1-1 0,0 1 0,-1 0 0,0 0 0,1 0 0,-1 0 0,0 1 0,0-1 0,0 1 0,0-1 0,0 1 0,0 0 0,0 0 0,0 1 0,-1-1 0,1 1 0,-5-1 0,-31 3 0,1 2 0,0 1 0,1 2 0,-43 14 0,65-16 0,-1 2 0,1 0 0,0 1 0,-24 17 0,20-13 0,13-8 0,0 0 0,0 0 0,1 1 0,0 0 0,0 0 0,0 0 0,1 1 0,0 0 0,0 0 0,0 0 0,-5 13 0,3-9 0,5-9 0,0 0 0,0 0 0,0 0 0,1 0 0,-1 1 0,0-1 0,1 0 0,-1 0 0,1 1 0,-1-1 0,1 0 0,0 1 0,0-1 0,-1 0 0,1 1 0,0-1 0,0 0 0,0 3 0,2 0 0,-1-1 0,1 0 0,-1 0 0,1 0 0,0 0 0,0 0 0,0 0 0,1 0 0,-1-1 0,1 1 0,-1-1 0,1 0 0,0 0 0,0 0 0,0 0 0,0 0 0,0 0 0,0-1 0,0 0 0,1 1 0,-1-1 0,1-1 0,-1 1 0,1 0 0,6 0 0,14 0 0,0 0 0,-1-1 0,1-1 0,0-1 0,37-9 0,-25 4 0,0-2 0,45-18 0,-80 27 0,0 0 0,1-1 0,-1 1 0,0-1 0,0 0 0,1 1 0,-1-1 0,0 0 0,0 0 0,0 1 0,0-1 0,0 0 0,0 0 0,0 0 0,0 0 0,0-1 0,0 1 0,0 0 0,-1 0 0,1 0 0,-1-1 0,1 1 0,-1 0 0,1-1 0,-1 1 0,0 0 0,1-1 0,-1 1 0,0-2 0,0 1 0,-1 1 0,1-1 0,-1 1 0,0-1 0,0 1 0,1-1 0,-1 1 0,0-1 0,0 1 0,0 0 0,0 0 0,-1-1 0,1 1 0,0 0 0,0 0 0,-1 0 0,1 0 0,-1 0 0,1 1 0,-1-1 0,-1-1 0,-4 0 0,1 1 0,0-1 0,0 1 0,-1 0 0,1 1 0,0 0 0,-1 0 0,1 0 0,-9 1 0,-62 15 0,47-10 0,12-1 0,0 0 0,1 1 0,-1 1 0,1 1 0,1 0 0,0 1 0,0 1 0,-29 23 0,42-30 0,0-1 0,1 0 0,-1 1 0,0-1 0,1 1 0,0 0 0,0 0 0,0 0 0,0 0 0,0 0 0,0 1 0,1-1 0,0 0 0,-2 6 0,3-9 0,1 1 0,-1 0 0,1 0 0,-1 0 0,0 0 0,1-1 0,0 1 0,-1 0 0,1 0 0,-1-1 0,1 1 0,0 0 0,0-1 0,-1 1 0,1-1 0,0 1 0,0-1 0,0 1 0,-1-1 0,1 1 0,0-1 0,1 0 0,26 9 0,-20-7 0,-1-1 0,0 0 0,1-1 0,-1 0 0,1 0 0,-1 0 0,1-1 0,-1-1 0,11-2 0,7-1 0,-14 3 0,-1-1 0,0 0 0,14-6 0,-22 8 0,1 1 0,-1-1 0,0 0 0,0 0 0,0 0 0,-1 0 0,1 0 0,0-1 0,0 1 0,0 0 0,-1-1 0,1 1 0,-1-1 0,1 0 0,-1 0 0,0 1 0,0-1 0,1 0 0,-1 0 0,-1 0 0,3-4 0,-4 4 0,1-1 0,-1 1 0,0 0 0,0 0 0,0 0 0,0 0 0,0 0 0,0 0 0,0 0 0,-1 0 0,-2-3 0,-4 0 0,-1 1 0,0 0 0,0 0 0,0 0 0,0 1 0,0 1 0,-1 0 0,0 0 0,-12-1 0,-10 1 0,0 2 0,1 1 0,-1 1 0,-45 10 0,46-3 0,19-4 0,10-4 0,4-2 0,46-11 0,14-4 0,-56 14 0,0 0 0,0-1 0,0 1 0,-1-1 0,1-1 0,-1 1 0,8-7 0,-2 0 0,-9 9 0,0 0 0,-1-1 0,1 1 0,0 0 0,-1-1 0,0 0 0,1 1 0,-1-1 0,1-2 0,2 0 0,-2-1 0,-1-13 0,-1 16 0,0 1 0,0 0 0,0 0 0,-1-1 0,1 1 0,-1 0 0,1 0 0,0 0 0,-1-1 0,0 1 0,1 0 0,-1 0 0,0 0 0,0 0 0,1 0 0,-1 0 0,0 0 0,0 1 0,0-1 0,0 0 0,0 0 0,0 1 0,0-1 0,-1 1 0,1-1 0,-1 0 0,-13-10 0,13 10 0,0 0 0,1 0 0,-1 0 0,0 1 0,0-1 0,0 0 0,0 1 0,1-1 0,-1 1 0,-3 0 0,-5-3 0,1 0 0,4 3 0,-16 9 0,-3-4 0,24-5-1,0 0-1,0 0 1,-1 1-1,1-1 1,0 0-1,0 0 1,0 0-1,0 0 1,0 1-1,-1-1 1,1 0-1,0 0 1,0 0-1,0 1 1,0-1-1,0 0 1,0 0-1,0 0 1,0 1-1,0-1 1,0 0-1,0 0 1,0 0-1,0 1 1,0-1-1,0 0 1,0 0-1,0 1 1,0-1-1,0 0 1,0 0-1,0 0 1,0 1-1,0-1 1,2 3-234,15 7-927,-15-9 931,-1-1 1,1 1-1,-1 0 0,1 0 0,-1 0 0,1-1 0,-1 2 0,1-1 0,-1 0 0,1 1 0,2 0-359,0 1 0,0-2-1,0 1 1,0 0 0,0-1 0,0 0-1,0 0 1,0 0 0,1 0 0,-1-1-1,6 1 1,3 0-515,-1 1-154,0-1 0,0-1 0,1 0 1,-1-1-1,22-4 0,59-19-8404,-76 18 6769</inkml:trace>
</inkml:ink>
</file>

<file path=ppt/ink/ink1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28.161"/>
    </inkml:context>
    <inkml:brush xml:id="br0">
      <inkml:brushProperty name="width" value="0.035" units="cm"/>
      <inkml:brushProperty name="height" value="0.035" units="cm"/>
      <inkml:brushProperty name="color" value="#0066FF"/>
    </inkml:brush>
  </inkml:definitions>
  <inkml:trace contextRef="#ctx0" brushRef="#br0">27 39 2449,'0'-1'297,"0"0"1,0 0 0,0 0 0,0 1 0,0-1 0,0 0 0,1 0 0,-1 0 0,0 0 0,1 1-1,-1-1 1,0 0 0,1 0 0,-1 1 0,1-1 0,-1 0 0,1 1 0,0-1 0,-1 0 0,2 0-1,5-8 5740,-5-3 3861,-4 12-7356,2 0-2444,-1 0 0,1 0 0,0 0 0,0 0 0,0 0 0,0 0 0,-1 0 0,1 0 0,0 0 0,0 0 0,0 0 0,-1 0 0,1 0 0,0 0 0,0 0 0,0 0 0,0 0 0,-1 0 0,1 0 0,0 0 0,0 0 0,0 0 0,-1 0 0,1 0 0,0 0 0,0 0 0,0 1 0,0-1 0,0 0 0,-1 0 0,1 0 0,0 0 0,0 0 0,0 0 0,0 1 0,0-1 0,0 0 0,-1 0 0,1 0 0,0 0 0,0 1 0,0-1 0,0 0 0,0 0 0,0 0 0,0 1 0,0-1 0,0 0 0,0 0 0,0 0 0,0 0 0,0 1 0,0-1 0,0 0 0,0 0 0,0 1 0,0-1-98,0 1 0,0 0 0,0-1 0,0 1 0,1 0 0,-1-1 0,0 1 0,0 0 0,0-1 0,1 1 0,-1 0 0,0-1 0,0 1 0,1-1 0,-1 1 0,1 0 0,0 0 0,3 8 0,-4 92 0,0-96 0,-1 0 0,0 0 0,0 0 0,0-1 0,-4 10 0,3-9 0,1 0 0,-1-1 0,1 1 0,0 0 0,0 9 0,0-9 0,1 1 0,-1-1 0,0 1 0,-1-1 0,-2 8 0,2-8 0,1 0 0,-1 1 0,1-1 0,0 1 0,0 7 0,-8 52 0,9-52 0,-1-5 0,1 0 0,1-1 0,-1 1 0,1-1 0,0 1 0,4 12 0,-1-6 0,-4-12 0,0-1 0,1 1 0,-1-1 0,0 0 0,1 1 0,-1-1 0,1 1 0,0-1 0,-1 0 0,1 0 0,2 3 0,-2-3 0,1 1 0,0 0 0,0-1 0,0 1 0,0-1 0,1 0 0,-1 0 0,0 0 0,0 0 0,1 0 0,-1 0 0,1-1 0,-1 1 0,1-1 0,-1 1 0,1-1 0,3 0 0,53-5 0,-43 2 0,6-1 0,-1-1 0,1 0 0,-1-2 0,39-19 0,-50 21 0,-1 0 0,0-1 0,0 0 0,0-1 0,0 0 0,-1 0 0,-1-1 0,1 0 0,-1 0 0,9-15 0,17-43 0,-31 53 0,-2 0 0,0 13 0,0-3 0,-9 1 0,8 2 0,0 0 0,0-1 0,0 1 0,1 0 0,-1 0 0,0 1 0,0-1 0,0 0 0,0 0 0,0 0 0,0 0 0,0 1 0,1-1 0,-1 0 0,0 1 0,0-1 0,0 1 0,1-1 0,-1 1 0,0-1 0,1 1 0,-1 0 0,0-1 0,1 1 0,-1 0 0,1 0 0,-1-1 0,1 1 0,-1 0 0,1 0 0,0-1 0,-1 1 0,1 1 0,-3 4 0,-14 11 0,15-15 0,0-1 0,0 1 0,0 0 0,1-1 0,-1 1 0,0 0 0,1 0 0,0 0 0,-1 0 0,1 0 0,0 1 0,0-1 0,0 0 0,0 0 0,1 1 0,-1-1 0,0 1 0,1-1 0,0 0 0,0 5 0,0-1 0,0 1 0,-1-1 0,1 0 0,-1 0 0,0 0 0,-4 10 0,5-14 0,0-1 0,-1 1 0,1 0 0,0 0 0,0-1 0,0 1 0,0 0 0,0 0 0,1-1 0,-1 1 0,0 0 0,1 0 0,-1-1 0,1 1 0,0-1 0,-1 1 0,1 0 0,0-1 0,0 1 0,0-1 0,0 0 0,0 1 0,1-1 0,-1 0 0,0 0 0,1 1 0,1 0 0,1 1 0,0 0 0,0 0 0,0-1 0,1 0 0,-1 1 0,0-1 0,1-1 0,0 1 0,5 1 0,5-1 0,-1-1 0,0 0 0,0-1 0,0 0 0,1-1 0,-1-1 0,0 0 0,0-1 0,0 0 0,26-11 0,-38 13 0,0 0 0,0-1 0,1 1 0,-1-1 0,0 1 0,0-1 0,-1 0 0,1 1 0,0-1 0,0 0 0,-1 0 0,1-1 0,1-3 0,-2 5 0,-1-1 0,1 1 0,0-1 0,-1 1 0,0-1 0,1 0 0,-1 1 0,0-1 0,0 0 0,0 1 0,0-1 0,0 1 0,0-1 0,0 0 0,0 1 0,-1-1 0,1 0 0,-1 1 0,1-1 0,-1 1 0,0-1 0,1 1 0,-1 0 0,-2-3 0,-7-10 0,-4-5 0,-3 3 0,15 13 0,0 1 0,0 0 0,-1 0 0,1 0 0,-1 0 0,1 0 0,-1 0 0,-4-2 0,-11-5 0,-10-3 0,23 11-390,0 0 0,0 0 0,0 0 1,0 0-1,0 1 0,0 0 0,-1 0 0,1 0 0,0 1 0,0 0 1,0-1-1,0 2 0,0-1 0,-8 4 0,10-3-684,0-1 1,0 1-1,0-1 0,-1 0 1,1 0-1,0 0 0,0-1 1,-1 1-1,1-1 0,-6 1 1</inkml:trace>
</inkml:ink>
</file>

<file path=ppt/ink/ink1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29.223"/>
    </inkml:context>
    <inkml:brush xml:id="br0">
      <inkml:brushProperty name="width" value="0.035" units="cm"/>
      <inkml:brushProperty name="height" value="0.035" units="cm"/>
      <inkml:brushProperty name="color" value="#0066FF"/>
    </inkml:brush>
  </inkml:definitions>
  <inkml:trace contextRef="#ctx0" brushRef="#br0">336 311 192,'-5'-3'8355,"-7"-4"-1963,-31 7 1321,0 1-3460,20 0-3128,1 1 0,0 1-1,-39 11 1,54-12-1072,0-1 1,0 2-1,1-1 0,-1 1 0,1 0 0,0 0 1,0 0-1,0 1 0,0 0 0,1 1 1,-1-1-1,-5 7 0,9-8-52,0 0 0,0 0-1,0 0 1,0 0 0,0 0-1,1 1 1,-1-1 0,0 5 0,1-6-2,1 0 1,0 0 0,0 0 0,0-1-1,0 1 1,0 0 0,0 0 0,0 0-1,0-1 1,1 1 0,-1 0 0,1 0-1,0-1 1,-1 1 0,1 0 0,0-1-1,0 1 1,0-1 0,2 3 0,1 1 13,1 0 1,0 0-1,0 0 1,1 0 0,-1-1-1,1 0 1,0 0-1,0-1 1,1 0 0,10 5-1,-5-4-92,0-1 0,1-1-1,-1 1 1,0-2 0,20 1-1,5-3-1323,0-2 1,0-2-1,38-9 0,-60 9 349,1 0 0,-1-1 0,0 0-1,21-12 1,4-2-622,-33 16 1540,-1 1 0,1-1-1,0 0 1,-1-1-1,0 1 1,0-1-1,0-1 1,-1 1 0,7-9-1,8-5 63,-18 17 82,1 1 0,-1-1-1,1 0 1,-1-1 0,0 1 0,0 0-1,3-6 1,6-4 344,-11 12-312,1-1-1,0 1 1,-1-1 0,1 1 0,-1-1 0,1 1 0,-1-1 0,1 0 0,-1 1 0,1-1 0,-1 0-1,0 1 1,1-1 0,-1 0 0,0 0 0,0 1 0,1-1 0,-1 0 0,0-1 0,6-8 3337,-5 6-126,-9 7-2011,-44 17 1425,9 1-1633,15-6-701,21-12-284,1 0 1,-1 0-1,1 1 1,0 0-1,-9 8 1,13-10-42,-1 0 0,1-1 0,1 1 0,-1 0-1,0 0 1,0 0 0,1 0 0,-1 1 0,1-1 0,0 0 0,-1 1 0,1-1 0,0 0-1,0 1 1,1 0 0,-1-1 0,1 1 0,-1-1 0,1 1 0,0 0 0,0-1 0,0 1-1,0 2 1,0-4-4,0-1 1,0 1-1,0-1 0,1 1 0,-1-1 0,0 0 0,0 1 0,0-1 0,1 1 0,-1-1 0,0 0 1,1 1-1,-1-1 0,0 0 0,1 1 0,-1-1 0,0 0 0,1 1 0,-1-1 0,0 0 0,1 0 1,-1 1-1,1-1 0,-1 0 0,1 0 0,-1 0 0,1 0 0,20 3 105,16-5 58,-22-1-72,-9 3-56,0-1 1,-1 0-1,1-1 0,0 1 1,-1-1-1,1 0 1,-1 0-1,0-1 0,9-5 1,0 0 84,-1-1 48,-4 2-33,-8 6-127,0 1-1,0-1 1,0 1 0,0-1-1,0 0 1,0 1 0,-1-1-1,1 0 1,0 1-1,0-1 1,-1 0 0,1 0-1,-1 0 1,1 1 0,-1-1-1,1 0 1,-1 0 0,1 0-1,-1 0 1,0 0-1,1 0 1,-1-1 0,0 1-10,0 1 1,0-1-1,0 1 0,0-1 1,0 1-1,0 0 1,1-1-1,-1 1 1,0-1-1,0 1 0,0 0 1,0-1-1,1 1 1,-1 0-1,0-1 1,0 1-1,1 0 1,-1-1-1,0 1 0,1 0 1,-1 0-1,0-1 1,1 1-1,-1 0 1,1-1-1,0 1 0,0-1 0,0 1 0,-1-1 0,1 1 0,0-1 0,-1 0 0,1 1-1,0-1 1,-1 0 0,1 0 0,-1 1 0,1-1 0,-1 0 0,1 0 0,-1 0 0,0 0 0,1 0 0,-1 0 0,0 1 0,0-1-1,0 0 1,0 0 0,0 0 0,0 0 0,0 0 0,0-2 0,0 0 0,0 12 0,0-7 0,0 1 0,1 0 0,-1-1 0,1 1 0,-1-1 0,1 1 0,0-1 0,0 0 0,0 1 0,0-1 0,0 0 0,1 1 0,-1-1 0,1 0 0,-1 0 0,1 0 0,0 0 0,0-1 0,0 1 0,0 0 0,0-1 0,0 1 0,4 1 0,4 5 0,6 1 0,-6-6 0,0 0 0,0 0 0,1-1 0,-1-1 0,0 0 0,1 0 0,-1-1 0,1 0 0,14-3 0,-10 0 0,-13 3 0,0 0 0,1 0 0,-1 0 0,0-1 0,0 1 0,1-1 0,-1 1 0,0-1 0,0 0 0,0 0 0,0 0 0,0 0 0,0-1 0,0 1 0,0 0 0,0-1 0,0 0 0,-1 1 0,1-1 0,-1 0 0,2-2 0,2-4 0,-3 5 0,0-1 0,-1 1 0,1 0 0,-1-1 0,1 1 0,-1-1 0,0 1 0,0-1 0,-1 0 0,1 1 0,-1-1 0,0-6 0,0-224 0,-1 228 0,0 1 0,0 0 0,0-1 0,-1 1 0,0 0 0,0 0 0,0 0 0,-1 0 0,0 0 0,0 1 0,0-1 0,0 1 0,-7-7 0,6 6 0,-1-5 0,4 9 0,1 0 0,-1 0 0,1 0 0,-1 0 0,1 0 0,-1 0 0,0 0 0,0 0 0,1 0 0,-1 0 0,0 1 0,0-1 0,0 0 0,0 0 0,0 1 0,0-1 0,-1 0 0,-6 0 0,0 1 0,3 0 0,1 1 0,-1 0 0,1 0 0,-1 0 0,1 1 0,0-1 0,-1 1 0,1 0 0,-7 5 0,9-6 0,0 0 0,0 0 0,0 0 0,0 0 0,1 1 0,-1-1 0,1 1 0,-1-1 0,1 1 0,0 0 0,-1-1 0,1 1 0,0 0 0,0 0 0,0 0 0,0 0 0,0 2 0,1-1 0,-1 0 0,1 0 0,-1 0 0,0 0 0,0 0 0,0 0 0,-3 5 0,3-5 0,0 0 0,-1 0 0,1 0 0,0 0 0,1 0 0,-1 0 0,0 6 0,1 11 0,0-1 0,2 1 0,6 29 0,-5-28 0,0 1 0,-2-1 0,-1 30 0,0-23 0,1-17 0,1 1 0,0-1 0,1 1 0,0-1 0,0 0 0,7 12 0,-7-10 0,3 1 0,-6-13-289,1 0 1,0 0-1,-1 0 0,1 0 1,0 0-1,0 0 0,0 0 1,0 0-1,0 0 0,0 0 1,0-1-1,0 1 0,0 0 1,0-1-1,3 1 1,-1-1-483,0 0 0,0-1 1,-1 0-1,1 1 0,0-1 1,0 0-1,4-3 1,-6 4 697,4-3-1651,1 1 0,-1 0 1,-1-1-1,1 0 0,0 0 0,-1 0 0,1-1 0,5-6 0,-9 5-1551</inkml:trace>
</inkml:ink>
</file>

<file path=ppt/ink/ink1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29.640"/>
    </inkml:context>
    <inkml:brush xml:id="br0">
      <inkml:brushProperty name="width" value="0.035" units="cm"/>
      <inkml:brushProperty name="height" value="0.035" units="cm"/>
      <inkml:brushProperty name="color" value="#0066FF"/>
    </inkml:brush>
  </inkml:definitions>
  <inkml:trace contextRef="#ctx0" brushRef="#br0">50 180 2192,'-6'-2'2452,"0"-1"-1,0 1 0,0 0 1,0 0-1,-14-4 8973,20 5-11327,0 1 0,1 0-1,-1 0 1,0-1-1,0 1 1,0 0 0,0 0-1,1-1 1,-1 1-1,0 0 1,0 0-1,1 0 1,-1 0 0,0-1-1,0 1 1,1 0-1,-1 0 1,0 0 0,1 0-1,-1 0 1,0 0-1,1 0 1,-1 0-1,0 0 1,0 0 0,1 0-1,-1 0 1,0 0-1,1 0 1,-1 0 0,102-5 1727,33-8-1775,-100 9-30,-20 1 0,-1 1 0,1-2 0,0 0 0,-1-1 0,0 0 0,26-14 0,-37 17-13,0-1 0,0 1-1,0-1 1,0 1 0,-1-1 0,1 0-1,0 0 1,-1 0 0,0 0-1,0-1 1,0 1 0,0-1 0,2-6-1,-4 9 1,0 0 0,0 1 1,1-1-1,-1 0 0,0 0 0,1 0 0,-1 0 0,1 0 0,-1 0 0,1 0 0,0 0 0,-1 1 0,1-1 0,0 0 0,-1 1 1,1-1-1,0 0 0,0 1 0,0-1 0,-1 1 0,2-1 0,-1 0 9,0 1 0,0 0 0,0-1 0,-1 1 0,1-1 0,0 1 0,-1-1 0,1 0 0,0 1 0,-1-1 0,1 0 0,-1 1 0,1-1 0,-1 0 1,1 0-1,-1 1 0,0-1 0,1 0 0,-1 0 0,0-1 0,4-2 226,-4 4-211,0 0 0,1-1 0,-1 1 0,0 0 0,1 0 0,-1-1 0,0 1 0,1 0 0,-1 0 0,0-1-1,0 1 1,1 0 0,-1-1 0,0 1 0,0 0 0,0-1 0,0 1 0,1-1 0,-1 1 0,0 0 0,0-1 0,0 1 0,0-1 0,-1 1-22,1-1-1,0 1 1,-1 0 0,1 0-1,-1 0 1,1-1 0,-1 1-1,1 0 1,-1 0 0,1 0-1,-1 0 1,1 0 0,-1 0-1,1 0 1,-1 0 0,0 0-1,1 0 1,-1 0 0,1 0-1,-1 1 1,1-1 0,0 0-1,-1 0 1,1 0 0,-1 1-1,1-1 1,-1 0 0,1 1-1,-1-1 1,-18 11 146,-20 19-154,32-26 0,0 1 0,0 0 0,1 0 0,0 0 0,0 1 0,0 0 0,-5 7 0,7-7 0,0 1 0,0 0 0,1 0 0,0 1 0,-3 10 0,5-17 0,1 1 0,-1 0 0,1 0 0,0 0 0,-1 0 0,1-1 0,0 1 0,0 0 0,0 0 0,1 0 0,-1 0 0,0 0 0,1-1 0,-1 1 0,1 0 0,0 0 0,-1-1 0,1 1 0,0 0 0,0-1 0,0 1 0,0-1 0,0 1 0,1-1 0,-1 1 0,0-1 0,1 0 0,2 2 0,6 3-352,-1-1-1,1 0 1,0-1 0,1 0 0,-1-1-1,14 3 1,-8-3-1138,0-1 0,0-1 1,27-1-1,4-5-3097,0-2 0,46-13-1,-11 3 1206,-39 10-671</inkml:trace>
</inkml:ink>
</file>

<file path=ppt/ink/ink1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29.927"/>
    </inkml:context>
    <inkml:brush xml:id="br0">
      <inkml:brushProperty name="width" value="0.035" units="cm"/>
      <inkml:brushProperty name="height" value="0.035" units="cm"/>
      <inkml:brushProperty name="color" value="#0066FF"/>
    </inkml:brush>
  </inkml:definitions>
  <inkml:trace contextRef="#ctx0" brushRef="#br0">62 4 1528,'-23'-3'19564,"20"18"-11326,3 8-7550,0 0-1,-2-1 0,-1 1 1,-7 30-1,-8 22-687,17-69-51,0 0-1,1 0 1,-1 0-1,1 0 1,1 11 0,0 10-496,18-34-8515,-15 6 8320,-2 0-18,1 0 0,0 0-1,0 0 1,0 0 0,0-1 0,-1 1 0,1-1 0,-1 1 0,1-1 0,-1 0 0,0 0 0,0 0 0,1-1 0,-1 1 0,-1 0 0,1-1 0,0 1 0,2-6 0,3-3-3658</inkml:trace>
</inkml:ink>
</file>

<file path=ppt/ink/ink1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0.098"/>
    </inkml:context>
    <inkml:brush xml:id="br0">
      <inkml:brushProperty name="width" value="0.035" units="cm"/>
      <inkml:brushProperty name="height" value="0.035" units="cm"/>
      <inkml:brushProperty name="color" value="#0066FF"/>
    </inkml:brush>
  </inkml:definitions>
  <inkml:trace contextRef="#ctx0" brushRef="#br0">137 89 2288,'-11'-11'1908,"2"2"-434,0 0 0,0 0-1,-1 1 1,0 1 0,-1-1 0,0 2-1,0-1 1,-17-6 0,27 13-1434,1 0-1,-1 0 1,1-1 0,-1 1 0,1 0 0,-1 0-1,1 0 1,-1 0 0,0 0 0,1 0 0,-1 0-1,1 0 1,-1 0 0,1 0 0,-1 0 0,1 0-1,-1 0 1,1 0 0,-1 0 0,1 1 0,-1-1-1,1 0 1,-1 0 0,1 1 0,-1-1 0,1 0-1,-1 0 1,1 1 0,0-1 0,-1 1 0,1-1 0,0 0-1,-1 1 1,1-1 0,-1 2 0,1-2-58,0 1-1,0 0 1,0-1 0,0 1 0,0 0 0,0-1-1,0 1 1,0 0 0,1-1 0,-1 1 0,0 0-1,0-1 1,0 1 0,1 0 0,-1-1 0,0 1 0,1-1-1,-1 1 1,1-1 0,-1 1 0,1-1 0,-1 1-1,1-1 1,-1 1 0,1-1 0,-1 1 0,1-1-1,0 1 1,10 6-695,-7-4 300,1 0 0,-1-1 0,0 0 0,1 1-1,-1-2 1,1 1 0,6 1 0,47 19-7314,-41-17 4028</inkml:trace>
</inkml:ink>
</file>

<file path=ppt/ink/ink1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0.675"/>
    </inkml:context>
    <inkml:brush xml:id="br0">
      <inkml:brushProperty name="width" value="0.035" units="cm"/>
      <inkml:brushProperty name="height" value="0.035" units="cm"/>
      <inkml:brushProperty name="color" value="#0066FF"/>
    </inkml:brush>
  </inkml:definitions>
  <inkml:trace contextRef="#ctx0" brushRef="#br0">83 49 536,'-2'-3'762,"-1"-1"-1,0 1 1,0-1-1,-1 1 1,1 0 0,-1 0-1,1 1 1,-1-1-1,0 1 1,0 0-1,0 0 1,0 0 0,0 0-1,-1 1 1,1 0-1,-6-2 1,-5-1 6713,21 3-3773,-5 1-3632,-1 0 1,0 0 0,1 0-1,-1 0 1,1 0-1,-1 0 1,0 0-1,1 0 1,-1 0-1,0 0 1,1 0-1,-1 0 1,1 0-1,-1 1 1,0-1-1,1 0 1,-1 0-1,0 0 1,1 1 0,-1-1-1,0 0 1,1 0-1,-1 1 1,0-1-1,0 0 1,1 1-1,-1-1 1,0 0-1,0 0 1,0 1-1,1-1 1,-1 1-1,0-1 1,0 0 0,0 1-1,0-1 1,0 0-1,0 1 1,0-1-1,0 1 1,0-1-1,7 21 1588,-6-19-1434,3 13 197,0-1 0,-1 1 0,-1 0 0,0 0 0,-1 0 0,-1 29 0,0-22-256,-1-4-127,-1 0 0,-4 20-1,3-21-24,0 0-1,0 20 1,2-16-13,-6 37 0,3-36 0,-1 37 0,5 16-2885,0-73 2612,1-1-1,-1 1 0,1-1 0,-1 0 0,1 1 0,-1-1 1,1 0-1,0 1 0,-1-1 0,1 0 0,0 0 0,0 1 1,0-1-1,0 0 0,0 0 0,0 0 0,0 0 0,0-1 1,1 1-1,-1 0 0,0 0 0,0-1 0,1 1 0,-1-1 1,1 1-1,-1-1 0,0 1 0,1-1 0,-1 0 0,1 0 1,-1 0-1,1 0 0,2 0 0,1 1-733,1-1 0,-1-1 1,1 1-1,-1 0 0,0-1 0,1 0 0,-1-1 0,8-2 0,5-5-2861,-1 3-213</inkml:trace>
</inkml:ink>
</file>

<file path=ppt/ink/ink1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0.890"/>
    </inkml:context>
    <inkml:brush xml:id="br0">
      <inkml:brushProperty name="width" value="0.035" units="cm"/>
      <inkml:brushProperty name="height" value="0.035" units="cm"/>
      <inkml:brushProperty name="color" value="#0066FF"/>
    </inkml:brush>
  </inkml:definitions>
  <inkml:trace contextRef="#ctx0" brushRef="#br0">51 43 840,'-22'-9'5232,"2"-3"3479,15 10-5457,1-1-482,13 2-1094,52 4-1170,7 0-5242,-56-4 2955,-1 0 0,21-4 0,6-4-4681,-21 3 2429</inkml:trace>
</inkml:ink>
</file>

<file path=ppt/ink/ink1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1.241"/>
    </inkml:context>
    <inkml:brush xml:id="br0">
      <inkml:brushProperty name="width" value="0.035" units="cm"/>
      <inkml:brushProperty name="height" value="0.035" units="cm"/>
      <inkml:brushProperty name="color" value="#0066FF"/>
    </inkml:brush>
  </inkml:definitions>
  <inkml:trace contextRef="#ctx0" brushRef="#br0">111 201 384,'-33'-16'7881,"29"15"-7301,0 0-1,0 0 1,0-1 0,0 0 0,0 0 0,1 0-1,-1 0 1,1-1 0,-1 1 0,1-1 0,0 0 0,0 0-1,0 0 1,0 0 0,1-1 0,-1 1 0,-1-5-1,2 5-267,0-1 1,0 0-1,1 0 0,-1 1 0,1-1 0,0 0 0,0 0 0,0 0 1,1 0-1,0-1 0,-1 1 0,1 0 0,1 0 0,-1 0 0,1 0 0,-1 0 1,1 0-1,0 0 0,3-6 0,-1 5-120,0 1 1,0 0-1,1 0 0,0 0 1,-1 1-1,1-1 0,0 1 1,1 0-1,-1 0 0,0 0 1,1 1-1,8-4 1,-8 5-192,1 0 0,-1 1 0,1-1 1,-1 1-1,1 0 0,-1 0 0,1 1 1,-1-1-1,1 1 0,10 4 0,-5-2-19,0 1-1,-1 1 1,1 0-1,10 6 1,-17-8 10,-1 0 1,1 0-1,-1 1 0,0-1 1,4 6-1,3 4-17,-8-11 22,0 1 0,-1-1 0,0 1 1,1-1-1,-1 1 0,0 0 0,-1 0 0,1-1 0,0 1 0,-1 0 0,1 0 0,-1 0 1,0 0-1,0 0 0,-1 3 0,1-2-1,0 1 1,-1 0-1,1 0 0,-1-1 1,-1 1-1,1 0 1,-1-1-1,-3 7 0,-15 24-8,4-7-86,0-1-1,-2 0 0,-30 33 1,30-42-510,2-2-789,-24 31 0,36-43 651,1 1-1,0 0 0,0 0 1,0 0-1,1 0 1,0 0-1,0 0 1,0 1-1,1-1 1,0 1-1,0-1 0,-1 8 1,2-10-108,0 0 0,0 0 1,-1 0-1,0 0 0,1 0 0,-1 0 0,0 0 1,0 0-1,-2 3 0,-6 15-3615</inkml:trace>
</inkml:ink>
</file>

<file path=ppt/ink/ink1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1.407"/>
    </inkml:context>
    <inkml:brush xml:id="br0">
      <inkml:brushProperty name="width" value="0.035" units="cm"/>
      <inkml:brushProperty name="height" value="0.035" units="cm"/>
      <inkml:brushProperty name="color" value="#0066FF"/>
    </inkml:brush>
  </inkml:definitions>
  <inkml:trace contextRef="#ctx0" brushRef="#br0">146 27 3793,'-2'1'1867,"-12"0"14155,6-6-7124,6-2-6711,-7 1-5245,-33-3-10744,35 8 11308,-1 0-1,1 1 0,-14 2 0,-5 2-2457</inkml:trace>
</inkml:ink>
</file>

<file path=ppt/ink/ink1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1.710"/>
    </inkml:context>
    <inkml:brush xml:id="br0">
      <inkml:brushProperty name="width" value="0.035" units="cm"/>
      <inkml:brushProperty name="height" value="0.035" units="cm"/>
      <inkml:brushProperty name="color" value="#0066FF"/>
    </inkml:brush>
  </inkml:definitions>
  <inkml:trace contextRef="#ctx0" brushRef="#br0">0 225 1672,'87'-4'12043,"40"-10"-6592,-14 0-2115,199-18 1321,195-17-4724,-130 5-6072,-129-1-3953,-187 33 5755,-1 1-99</inkml:trace>
</inkml:ink>
</file>

<file path=ppt/ink/ink1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1.906"/>
    </inkml:context>
    <inkml:brush xml:id="br0">
      <inkml:brushProperty name="width" value="0.035" units="cm"/>
      <inkml:brushProperty name="height" value="0.035" units="cm"/>
      <inkml:brushProperty name="color" value="#0066FF"/>
    </inkml:brush>
  </inkml:definitions>
  <inkml:trace contextRef="#ctx0" brushRef="#br0">22 75 3025,'-2'1'721,"0"1"0,0-1 0,0 1 0,1-1 0,-1 1 0,0-1 0,1 1 0,-1 0 0,1 0 0,-1 0 0,0 3 0,2-5-524,0 0 0,-1 1 0,1-1 0,0 0 0,0 1 0,0-1 0,0 0 0,0 1 0,0-1 0,0 1 0,0-1 0,0 0 0,0 1 0,0-1 0,0 0 0,0 1 0,1-1 0,-1 0 0,0 1 0,0-1 0,0 0 0,0 1 0,1-1 0,-1 0 0,0 1 0,0-1 0,1 0 0,-1 0 0,1 1 0,0 0 155,0-1 0,1 1-1,-1 0 1,1-1 0,0 1-1,-1-1 1,1 0 0,-1 0-1,1 1 1,0-1 0,2-1-1,147-2 6707,2-9-6413,-1-9-5027,-3-12-3640,-31 5-1942,-65 13 4806</inkml:trace>
</inkml:ink>
</file>

<file path=ppt/ink/ink1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2.662"/>
    </inkml:context>
    <inkml:brush xml:id="br0">
      <inkml:brushProperty name="width" value="0.035" units="cm"/>
      <inkml:brushProperty name="height" value="0.035" units="cm"/>
      <inkml:brushProperty name="color" value="#0066FF"/>
    </inkml:brush>
  </inkml:definitions>
  <inkml:trace contextRef="#ctx0" brushRef="#br0">393 63 3609,'-3'-4'2670,"0"0"0,-1 0-1,0 0 1,0 1 0,0-1 0,-8-5 0,11 9-2347,1-1 1,-1 1-1,1 0 0,-1-1 1,0 1-1,1-1 0,-1 1 1,1-1-1,-1 0 0,1 1 1,0-1-1,-1 0 1,1 1-1,-1-1 0,1 0 1,0 1-1,0-1 0,-1 0 1,1 1-1,0-1 0,0 0 1,0 0-1,0 1 0,0-1 1,0 0-1,0 0 0,0 1 1,0-3-1,0 1 601,-2 15-890,-1 0-1,0-1 1,-1 1-1,-9 18 1,-2-4-34,0-2 0,-2 1 0,0-2 0,-41 42 0,1 1 0,26-29 0,12-17 0,2 1 0,-28 46 0,12-14 0,33-50 0,7-4 0,-4-2 0,1 0 0,-1 0 0,0 0 0,0-1 0,-1 1 0,1-1 0,0 0 0,-1 0 0,1 0 0,-1 0 0,2-5 0,14-15 0,23-30 0,-15 21 0,-1-2 0,-2-1 0,21-41 0,9-14 0,-18 46 0,-26 34 0,0-1 0,-1 0 0,8-14 0,-9 12 0,-4 7 0,0-1 0,0 1 0,9-11 0,-7 14 0,-3 13 0,-2 0 0,1 0 0,1 0 0,3 13 0,-2-12 0,-1 0 0,0 0 0,0 16 0,6 63 0,-7-70 0,-1-1 0,-1 1 0,-1 0 0,-1-1 0,-9 31 0,-5 15 0,13-51-54,0 0 0,1 0 0,0 0 0,1 1 0,1-1 0,0 1 0,2 15 0,-1-30-140,0 1 0,0-1-1,0 1 1,0-1 0,0 1 0,0-1 0,0 1 0,0-1-1,1 1 1,-1-1 0,0 1 0,0-1 0,0 1 0,1-1-1,-1 1 1,0-1 0,0 1 0,1-1 0,-1 0 0,1 1-1,-1-1 1,0 1 0,1-1 0,-1 0 0,1 1-1,-1-1 1,1 0 0,-1 0 0,1 1 0,-1-1 0,1 0-1,-1 0 1,1 0 0,-1 0 0,1 0 0,-1 0 0,1 0-1,-1 0 1,2 0 0,25-5-9391,-15 2 4532,4 2-148</inkml:trace>
</inkml:ink>
</file>

<file path=ppt/ink/ink1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2.846"/>
    </inkml:context>
    <inkml:brush xml:id="br0">
      <inkml:brushProperty name="width" value="0.035" units="cm"/>
      <inkml:brushProperty name="height" value="0.035" units="cm"/>
      <inkml:brushProperty name="color" value="#0066FF"/>
    </inkml:brush>
  </inkml:definitions>
  <inkml:trace contextRef="#ctx0" brushRef="#br0">17 145 752,'-1'-1'897,"0"0"-1,-1 1 1,1-1 0,0-1-1,-1 1 1,1 0 0,0 0-1,0 0 1,0-1-1,0 1 1,-1-2 0,2 3-414,0-1 1,0 1-1,-1-1 0,1 1 1,0-1-1,0 1 1,0-1-1,0 0 0,0 1 1,0-1-1,0 1 1,0-1-1,0 0 0,0 1 1,0-1-1,0 1 1,1-1-1,-1 1 1,0-1-1,0 1 0,1-2 1,11-8 6776,8 4-7183,67-10 1846,40-3-3091,-59 7-1940,41-10-5456,-38 1-385,-37 11 4012</inkml:trace>
</inkml:ink>
</file>

<file path=ppt/ink/ink1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3.839"/>
    </inkml:context>
    <inkml:brush xml:id="br0">
      <inkml:brushProperty name="width" value="0.035" units="cm"/>
      <inkml:brushProperty name="height" value="0.035" units="cm"/>
      <inkml:brushProperty name="color" value="#0066FF"/>
    </inkml:brush>
  </inkml:definitions>
  <inkml:trace contextRef="#ctx0" brushRef="#br0">88 184 888,'-2'-20'22363,"-3"18"-21500,4 2 684,-10 3 2551,10-4-4066,1 1 0,0 0 0,0 0-1,0 0 1,-1 0 0,1 0 0,0 0 0,0 0-1,0 0 1,-1 0 0,1 0 0,0 0 0,0 0-1,0 1 1,0-1 0,-1 0 0,1 0 0,0 0-1,0 0 1,0 0 0,-1 0 0,1 0 0,0 0-1,0 1 1,0-1 0,0 0 0,0 0 0,-1 0-1,1 0 1,0 0 0,0 1 0,0-1 0,0 0-1,0 0 1,0 0 0,0 1 0,0-1 0,0 0-1,0 0 1,0 0 0,0 0 0,0 1 0,0-1-1,0 0 1,0 0 0,0 0 0,0 1 0,0-1-1,0 0 1,0 0 0,0 0 0,0 1 0,0-1-1,0 0 1,0 0 0,0 0 0,0 0 0,1 1-1,-1-1 1,0 0 0,0 0 0,1 1-19,0-1 1,-1 1-1,1-1 1,-1 1-1,1 0 1,-1-1-1,1 1 0,-1 0 1,1-1-1,-1 1 1,1 0-1,-1 0 1,0-1-1,0 1 1,1 0-1,-1 0 1,0 0-1,0-1 1,0 1-1,0 0 0,0 0 1,0 0-1,0 0 1,0-1-1,0 1 1,0 0-1,0 0 1,-1 0-1,1-1 1,0 1-1,-1 0 1,0 1-1,-19 31 429,7-11-292,1-6-150,11-15 0,0 0 0,0 0 0,0 0 0,0 0 0,0 0 0,0 0 0,0 0 0,1 0 0,-1 1 0,0-1 0,1 0 0,-1 1 0,1-1 0,-1 0 0,1 1 0,-1 1 0,-7 34 0,7-35 0,1-1 0,0 0 0,0 0 0,-1 0 0,1 0 0,0 0 0,0 0 0,0 0 0,0 0 0,0 0 0,0 0 0,0 0 0,0-1 0,1 1 0,-1 0 0,0 0 0,0 0 0,1 0 0,-1 0 0,1 1 0,6 1 0,-3-3 0,-1 0 0,1-1 0,-1 0 0,1 0 0,-1 0 0,0 0 0,1 0 0,-1-1 0,0 0 0,5-2 0,30-26 0,-23 18 0,10-6 0,-17 12 0,0 0 0,0 0 0,0-1 0,-1 1 0,7-10 0,14-14 0,-20 23 0,0-2 0,0 1 0,7-12 0,27-29 0,-41 44 0,-1 1 0,0 14 0,-1-3 0,0 0 0,-1 0 0,0 0 0,0 0 0,-5 13 0,-2 3 0,4-11 0,0 10 0,-4 35 0,9-29 0,0-28 0,0 0 0,0 1 0,0-1 0,0 0 0,1 0 0,-1 1 0,0-1 0,0 0 0,0 0 0,0 0 0,0 0 0,0 1 0,0-1 0,1 0 0,-1 0 0,0 0 0,0 0 0,0 1 0,1-1 0,-1 0 0,0 0 0,0 0 0,0 0 0,1 0 0,-1 0 0,0 0 0,0 0 0,0 0 0,1 1 0,-1-1 0,0 0 0,0 0 0,1 0 0,-1 0 0,0 0 0,0 0 0,0-1 0,1 1 0,-1 0 0,0 0 0,0 0 0,1 0 0,-1 0 0,0 0 0,1 0 0,7-4 0,-8 4 0,69-37 0,-17 7 0,-37 24 0,-1-2 0,0 0 0,0-1 0,-1-1 0,17-15 0,-15 8 0,-13 14 0,0 1 0,0-1 0,0 1 0,0 0 0,0 0 0,0 0 0,4-2 0,-4 3 0,0-1 0,0 1 0,0 0 0,0-1 0,0 1 0,0-1 0,0 0 0,-1 0 0,1 1 0,-1-1 0,1 0 0,-1 0 0,1 0 0,0-3 0,-2 5 0,0 0 0,0-1 0,0 1 0,0 0 0,0 0 0,0 0 0,0 0 0,0-1 0,0 1 0,0 0 0,1 0 0,-1 0 0,0 0 0,0-1 0,0 1 0,0 0 0,0 0 0,0 0 0,1 0 0,-1 0 0,0 0 0,0 0 0,0-1 0,0 1 0,1 0 0,-1 0 0,0 0 0,0 0 0,0 0 0,1 0 0,-1 0 0,0 0 0,0 0 0,0 0 0,0 0 0,1 0 0,-1 0 0,0 0 0,0 0 0,0 0 0,1 0 0,-1 0 0,0 0 0,0 1 0,0-1 0,0 0 0,1 0 0,-1 0 0,0 0 0,0 0 0,0 0 0,0 0 0,0 1 0,1-1 0,-1 0 0,0 0 0,0 0 0,0 0 0,0 1 0,0-1 0,0 0 0,0 0 0,0 0 0,0 0 0,0 1 0,1 4 0,0-1 0,1 0 0,-1 1 0,1-1 0,0 0 0,0 0 0,0 1 0,0-2 0,1 1 0,0 0 0,3 4 0,12 17 0,-16-21-36,0-1 0,1 0 0,-1 1-1,1-1 1,0-1 0,0 1 0,0 0 0,1-1 0,-1 1 0,1-1 0,-1 0-1,1 0 1,0-1 0,-1 1 0,1-1 0,0 1 0,0-1 0,0-1-1,0 1 1,6 0 0,7 0-208,1 0 1,-1-1-1,24-4 0,-21 2 31,-1 0 0,0-2-1,0 0 1,-1-1-1,1-1 1,-1-1 0,0-1-1,-1 0 1,0-1 0,29-21-1,-43 28 315,0-1-1,0 1 1,0-1-1,-1 0 1,1 0-1,-1 0 1,0-1-1,0 1 0,0 0 1,0-1-1,-1 0 1,3-6-1,-3 1 473,1-1 0,-1 1 0,-1-18 0,0 18-259,0 8-310,0-1 0,0 1 0,0 0 0,0-1 0,-1 1 0,1 0 0,0 0 0,-1-1 0,1 1 0,-1 0 0,1 0 0,-1 0 0,1-1 0,-1 1 0,0 0 0,0 0 0,0 0 0,1 0 0,-1 0 0,0 1 0,0-1 0,-2-1 0,0 0 1,1 1 0,-1 0-1,0 0 1,0 0 0,1 1-1,-1-1 1,0 1-1,0-1 1,1 1 0,-5 0-1,-2 0 1,-1 1-1,0 1 0,1-1 0,-1 2 1,-13 4-1,-3 4-4,1 2 0,-26 16 0,-9 14 0,48-34 0,0 1 0,1 0 0,0 0 0,1 1 0,-14 19 0,17-20 0,6-9 0,0 0 0,0 1 0,0-1 0,0 0 0,0 1 0,0-1 0,1 1 0,-1-1 0,0 1 0,1-1 0,-1 1 0,1 0 0,0-1 0,0 1 0,-1 0 0,1-1 0,0 1 0,1-1 0,-1 1 0,0 0 0,0-1 0,1 1 0,-1 0 0,1-1 0,-1 1 0,1-1 0,-1 1 0,1-1 0,0 0 0,0 1 0,0-1 0,0 0 0,0 1 0,0-1 0,0 0 0,0 0 0,1 0 0,-1 0 0,0 0 0,1 0 0,-1 0 0,1 0 0,-1-1 0,1 1 0,-1-1 0,1 1 0,-1-1 0,1 1 0,0-1 0,1 0 0,9 2 0,0-2 0,0 1 0,0-1 0,0-1 0,0 0 0,14-4 0,68-22 0,-63 17 0,-11 3 0,-1-1 0,30-17 0,0-1 0,1-6 0,-49 29 0,-2 7 0,-2 0 0,0 0 0,1-1 0,-1 2 0,1-1 0,0 0 0,0 0 0,0 1 0,1-1 0,0 1 0,-1-1 0,2 1 0,-1 0 0,0-1 0,1 1 0,0 0 0,1 5 0,-1-9-318,1 1 1,0-1-1,0 0 1,0 0-1,0 0 0,0 0 1,0 0-1,0 0 1,0-1-1,0 1 0,0 0 1,0-1-1,1 1 1,-1 0-1,0-1 0,0 1 1,1-1-1,-1 0 0,1 1 1,-1-1-1,0 0 1,1 0-1,-1 0 0,0 0 1,3-1-1,28-5-6120,32-8-4690,-47 9 6762</inkml:trace>
</inkml:ink>
</file>

<file path=ppt/ink/ink1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4.640"/>
    </inkml:context>
    <inkml:brush xml:id="br0">
      <inkml:brushProperty name="width" value="0.035" units="cm"/>
      <inkml:brushProperty name="height" value="0.035" units="cm"/>
      <inkml:brushProperty name="color" value="#0066FF"/>
    </inkml:brush>
  </inkml:definitions>
  <inkml:trace contextRef="#ctx0" brushRef="#br0">50 27 1536,'-26'-25'29299,"35"24"-27367,-7 1-1932,1 0 0,-1 1 0,0-1 0,0 1 0,0 0 0,0-1 0,0 1 0,0 0 0,0 1 0,0-1 0,0 0 0,0 0 0,-1 1 0,1-1 0,2 4 0,14 9 0,-16-11 0,1 0 0,-1 0 0,1 0 0,-1 1 0,0-1 0,0 1 0,-1 0 0,1-1 0,-1 1 0,1 0 0,-1 0 0,0 0 0,-1 0 0,1 0 0,-1 6 0,1-4 0,-1 0 0,-1 0 0,1 0 0,-1 0 0,0 0 0,0 0 0,-1 0 0,0 0 0,0 0 0,0 0 0,-1-1 0,0 1 0,0-1 0,0 0 0,-8 9 0,11-13 0,-4 3 0,1 0 0,0 0 0,0 0 0,0 1 0,0 0 0,1-1 0,-3 7 0,5-10 0,0-1 0,1 1 0,-1-1 0,0 0 0,0 1 0,0-1 0,-1 1 0,1-1 0,0 1 0,0-1 0,0 0 0,0 1 0,0-1 0,0 0 0,0 1 0,-1-1 0,1 1 0,0-1 0,0 0 0,-1 1 0,1-1 0,0 0 0,0 0 0,-1 1 0,0 0 0,-10 11 0,11-8 0,0-4 0,0 1 0,0-1 0,1 0 0,-1 1 0,0-1 0,1 0 0,-1 0 0,0 0 0,1 1 0,-1-1 0,0 0 0,1 0 0,-1 0 0,0 0 0,1 0 0,-1 0 0,1 0 0,-1 0 0,0 0 0,1 0 0,-1 0 0,1 0 0,-1 0 0,0 0 0,1 0 0,-1 0 0,0 0 0,1 0 0,-1 0 0,0 0 0,1-1 0,-1 1 0,1 0 0,-1 0 0,0-1 0,0 1 0,1 0 0,-1 0 0,0-1 0,0 1 0,1 0 0,-1-1 0,0 1 0,0 0 0,1-1 0,-1 1 0,0 0 0,0-1 0,0 1 0,0 0 0,0-1 0,0-5 0,0 3 0,-1 5 0,-6 3 0,-10 3 0,14-7 0,-4 2 0,-8 9 0,15-12 0,0 0 0,0 1 0,0-1 0,0 0 0,0 0 0,1 0 0,-1 1 0,0-1 0,0 0 0,0 0 0,0 0 0,0 0 0,0 1 0,0-1 0,0 0 0,0 0 0,1 0 0,-1 0 0,0 0 0,0 1 0,0-1 0,0 0 0,0 0 0,1 0 0,-1 0 0,0 0 0,0 0 0,0 0 0,1 0 0,-1 0 0,0 1 0,0-1 0,0 0 0,0 0 0,1 0 0,-1 0 0,0 0 0,0 0 0,0 0 0,1 0 0,-1-1 0,0 1 0,0 0 0,1 0 0,0 0 0,231-11 0,32-21 0,-256 31-97,-1-1-1,0 0 1,0 0 0,1-1-1,-1 1 1,-1-1 0,1-1-1,0 0 1,-1 1-1,8-8 1,-14 11-189,1-1 0,-1 0 0,0 1 1,0-1-1,0 0 0,0 1 0,0-1 0,0 1 0,0-1 0,0 0 1,0 1-1,-1-1 0,1 0 0,0 1 0,0-1 0,0 1 0,-1-1 0,1 0 1,0 1-1,-1-1 0,1 1 0,-1-1 0,1 1 0,0-1 0,-1 1 0,1 0 1,-1-1-1,1 1 0,-1-1 0,1 1 0,-1 0 0,0 0 0,0-1 0,-25-15-9560,21 14 6949,1 0-1050,-10-3-99</inkml:trace>
</inkml:ink>
</file>

<file path=ppt/ink/ink1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5.581"/>
    </inkml:context>
    <inkml:brush xml:id="br0">
      <inkml:brushProperty name="width" value="0.035" units="cm"/>
      <inkml:brushProperty name="height" value="0.035" units="cm"/>
      <inkml:brushProperty name="color" value="#0066FF"/>
    </inkml:brush>
  </inkml:definitions>
  <inkml:trace contextRef="#ctx0" brushRef="#br0">393 14 1736,'-2'-1'6199,"-6"-4"-76,4 3-5099,0 1 0,-1 0 1,1 0-1,0 0 0,0 0 1,-1 1-1,1 0 0,0 0 0,-1 0 1,1 0-1,-8 2 0,-46 9 2687,-67 30-1130,104-33-2455,12-3-126,-1 1 0,1 0 0,0 0 0,0 1 0,1 0 0,0 1 0,0 0 0,1 0 0,-11 16 0,15-20 0,0 0 0,0 0 0,0 0 0,1 0 0,-1 1 0,1-1 0,1 1 0,-3 6 0,4-10 0,-1 0 0,1 1 0,0-1 0,0 0 0,0 1 0,0-1 0,0 0 0,0 0 0,1 1 0,-1-1 0,0 0 0,1 0 0,-1 1 0,0-1 0,1 0 0,0 0 0,-1 0 0,1 0 0,0 0 0,-1 0 0,1 0 0,0 0 0,0 0 0,0 0 0,0 0 0,0 0 0,0-1 0,0 1 0,0 0 0,0-1 0,0 1 0,0-1 0,1 1 0,-1-1 0,0 1 0,2-1 0,4 3 0,0-1 0,0 0 0,0 0 0,1-1 0,-1 0 0,1 0 0,-1-1 0,1 0 0,13-1 0,62-12 0,-75 11 0,1 0 0,-1-1 0,1 0 0,-1 0 0,9-5 0,-7 3 0,0-1 0,0 0 0,-1-1 0,0 1 0,0-2 0,14-14 0,9-8 0,2-8 0,-10 14 0,-20 20 0,-1 1 0,0-1 0,1 0 0,0 1 0,0 0 0,0 0 0,0 0 0,0 0 0,0 1 0,1-1 0,5-1 0,10 0 0,-15 2 0,-1 1 0,1 0 0,-1 0 0,1 0 0,0 1 0,0-1 0,-1 1 0,1 1 0,0-1 0,0 1 0,-1-1 0,7 3 0,4 1 0,-9-2 0,0-1 0,0 1 0,0 0 0,0 0 0,-1 1 0,1 0 0,-1 0 0,1 0 0,-1 0 0,0 1 0,0 0 0,7 8 0,-5-4 0,-4-4 0,1 0 0,-1 1 0,0-1 0,0 1 0,4 9 0,-6-12 0,-1 0 0,1 0 0,-1 0 0,0 1 0,1-1 0,-1 0 0,0 0 0,-1 1 0,1-1 0,0 0 0,-1 0 0,1 0 0,-1 1 0,0-1 0,1 0 0,-1 0 0,-2 4 0,1-4 0,0 0 0,0 1 0,0-1 0,-1 0 0,1 0 0,0 0 0,-1-1 0,1 1 0,-1 0 0,0-1 0,0 0 0,1 1 0,-5 0 0,-14 8 0,19-9 0,0 0 0,1 1 0,-1-2 0,0 1 0,0 0 0,0 0 0,0-1 0,0 1 0,0-1 0,-4 1 0,6-1 0,0 0 0,-1 0 0,1 0 0,-1 0 0,1 0 0,0 0 0,-1 0 0,1 0 0,0 0 0,-1 0 0,1 0 0,0-1 0,-1 1 0,1 0 0,0 0 0,-1 0 0,1-1 0,0 1 0,-1 0 0,1 0 0,0-1 0,0 1 0,-1 0 0,1-1 0,0 1 0,0 0 0,0-1 0,0 1 0,-1 0 0,1-1 0,0 1 0,0 0 0,0-1 0,0 1 0,0 0 0,0-1 0,0 1 0,0-1 0,2-2 0,0-1 0,0 1 0,0 0 0,1 0 0,-1 0 0,1 0 0,0 0 0,5-3 0,32-16 0,78-32 0,-106 49 0,3-2 0,1 1 0,0 0 0,0 1 0,0 1 0,1 1 0,0 0 0,24-1 0,-36 4 0,1 0 0,0 1 0,-1-1 0,1 1 0,-1 0 0,1 1 0,-1-1 0,0 1 0,0 0 0,0 1 0,7 3 0,-9-4 0,-1 0 0,0 0 0,1 0 0,-1 0 0,0 0 0,0 1 0,0-1 0,0 0 0,-1 1 0,1 0 0,-1-1 0,1 1 0,-1 0 0,0 0 0,0 0 0,0 0 0,-1 0 0,1 0 0,-1 0 0,0 0 0,1 5 0,-1 60-6553,0-67 6334,0 0 0,0 0 0,0-1 1,1 1-1,-1 0 0,0 0 0,1-1 1,-1 1-1,1 0 0,-1 0 0,1-1 1,-1 1-1,1-1 0,-1 1 0,1 0 1,0-1-1,-1 1 0,1-1 0,0 1 1,0-1-1,-1 0 0,1 1 0,0-1 1,0 0-1,1 1 0,23 5-2839,-21-5 2326,54 9-8177,-32-4 4243</inkml:trace>
</inkml:ink>
</file>

<file path=ppt/ink/ink1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6.294"/>
    </inkml:context>
    <inkml:brush xml:id="br0">
      <inkml:brushProperty name="width" value="0.035" units="cm"/>
      <inkml:brushProperty name="height" value="0.035" units="cm"/>
      <inkml:brushProperty name="color" value="#0066FF"/>
    </inkml:brush>
  </inkml:definitions>
  <inkml:trace contextRef="#ctx0" brushRef="#br0">9 209 1680,'-8'-5'17133,"10"4"-16513,1 0 0,0 1 0,0 0 0,0 0 0,0 0 0,0 0 0,4 1 0,1 0 139,185-8 5375,99-18-4959,-160 13-893,334-43-1164,-86 8-5522,-159 19-1463,-75 4-3917,-119 18 7886</inkml:trace>
</inkml:ink>
</file>

<file path=ppt/ink/ink1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6.640"/>
    </inkml:context>
    <inkml:brush xml:id="br0">
      <inkml:brushProperty name="width" value="0.035" units="cm"/>
      <inkml:brushProperty name="height" value="0.035" units="cm"/>
      <inkml:brushProperty name="color" value="#0066FF"/>
    </inkml:brush>
  </inkml:definitions>
  <inkml:trace contextRef="#ctx0" brushRef="#br0">77 161 2841,'-68'17'11929,"67"-17"-11850,1 0-1,0 0 1,-1 0 0,1 0 0,0 0 0,-1 0-1,1 0 1,0 0 0,-1 0 0,1 0 0,0 1-1,-1-1 1,1 0 0,0 0 0,-1 0 0,1 1-1,0-1 1,-1 0 0,1 0 0,0 1 0,0-1-1,0 0 1,-1 0 0,1 1 0,0-1-1,0 0 1,0 1 0,-1-1 0,10 5 2537,22 0 1730,-28-4-3808,16 1 900,0-1 1,0-1 0,38-4 0,-5-1-332,200-17 243,-32-4-1350,-96 10 0,304-44 0,-250 24 0,-172 35-27,-3 1-70,0-1 1,-1 1-1,1-1 0,0 0 0,0 1 0,-1-1 1,1 0-1,-1-1 0,4-1 0,-6 2-914,-61-10-13968,28 6 5816,24 5 5513</inkml:trace>
</inkml:ink>
</file>

<file path=ppt/ink/ink1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3:39.433"/>
    </inkml:context>
    <inkml:brush xml:id="br0">
      <inkml:brushProperty name="width" value="0.035" units="cm"/>
      <inkml:brushProperty name="height" value="0.035" units="cm"/>
      <inkml:brushProperty name="color" value="#0066FF"/>
    </inkml:brush>
  </inkml:definitions>
  <inkml:trace contextRef="#ctx0" brushRef="#br0">6285 115 1200,'-53'-4'10122,"-26"-10"-5291,23 4-1349,-20-6-51,-12-4-3,-246-2 658,191 17-3087,-13-3-236,2 0-405,-24 2-291,87 4-67,-76 3 0,45 5 0,3-1 0,89-3 0,-26 2 0,4 4 0,0-3 0,-57-2 0,-61 11 0,-2-1 0,-33 3 0,-3 0 0,91-10 0,64-3 0,-1 2 0,-89 21 0,134-24 0,-91 9 0,87-9 0,-1-1 0,1-1 0,-22-1 0,6 0 0,-93-5 0,-12 1 0,10 0 0,-11-1 0,33 1 0,-28 0 0,-65-1 0,-79 1 0,78-6 0,-96 11 0,181 6 0,-85 5 0,-2-1 0,176-10 0,0 2 0,1 0 0,-1 1 0,1 1 0,0 1 0,-29 11 0,38-10 0,0 1 0,1 1 0,0 0 0,0 0 0,0 1 0,1 0 0,-12 15 0,20-22 0,-8 10 0,2 0 0,-1 0 0,-11 26 0,14-27 0,-28 75 0,31-79 0,0 0 0,1 0 0,-1 1 0,2-1 0,-1 0 0,1 1 0,0-1 0,1 0 0,0 1 0,0-1 0,0 1 0,1-1 0,0 1 0,4 13 0,4 13 0,-7-25 0,0 0 0,0-1 0,1 1 0,6 12 0,5 5 0,-4-4 0,2-1 0,19 27 0,-23-36 0,-1-1 0,-1 1 0,0 0 0,0 1 0,6 25 0,3 3 0,-11-30 0,-1-1 0,0 1 0,-1 0 0,0 0 0,-1 0 0,0 0 0,0 0 0,-1 0 0,-2 14 0,1-16 0,-1 0 0,0 0 0,0 0 0,-1-1 0,0 1 0,0-1 0,-1 0 0,0 0 0,0 0 0,-1 0 0,-11 13 0,3-7 0,-15 18 0,-2-2 0,-46 37 0,-60 45 0,117-99 0,15-11 0,1 1 0,-1-1 0,0 1 0,1-1 0,0 1 0,0 0 0,0 0 0,0 0 0,0 1 0,0-1 0,-3 7 0,-2-1 0,6-8 0,1 0 0,0 1 0,0-1 0,-1 0 0,1 0 0,0 0 0,0 1 0,0-1 0,0 1 0,1-1 0,-1 1 0,0-1 0,1 1 0,-1-1 0,0 1 0,1 0 0,0-1 0,-1 1 0,1-1 0,0 1 0,0 0 0,0 0 0,0-1 0,1 3 0,0 1 0,0-5 0,-1 1 0,1-1 0,-1 0 0,1 0 0,-1 1 0,1-1 0,-1 0 0,1 0 0,-1 0 0,1 1 0,-1-1 0,1 0 0,-1 0 0,1 0 0,0 0 0,-1 0 0,1 0 0,-1 0 0,1 0 0,-1 0 0,1 0 0,-1-1 0,1 1 0,0 0 0,-1 0 0,2-1 0,-2 1 0,221-10 0,-90 3 0,433-36 0,-394 27 0,943-117 0,-961 111 0,227-35 0,-247 41 0,-15 3 0,37-1 0,-68 8 0,416-22 0,-156 12 0,58-14 0,-250 23 0,63-6 0,-104 9 0,119-21 0,-102 9 0,135-12 0,-166 21 0,-1 1 0,115-22 0,-161 11 0,-10 0 0,-36 13 0,0 1 0,1 0 0,-1 0 0,13-4 0,-17 7 0,0-1 0,1 0 0,-1-1 0,0 1 0,0 0 0,0 0 0,-1-1 0,1 1 0,0-1 0,0 0 0,-1 1 0,1-1 0,-1 0 0,0 0 0,1 0 0,1-4 0,6-8 0,-8 13 0,-1 0 0,0 1 0,1-1 0,-1 0 0,0 0 0,0 1 0,0-1 0,0 0 0,0 0 0,0 1 0,0-1 0,0 0 0,0 0 0,0 0 0,0 1 0,0-1 0,0 0 0,-1 1 0,1-1 0,0 0 0,0 0 0,-1 1 0,1-1 0,-1 0 0,1 1 0,-1-2 0,-4-9 0,5 7 0,-1 1 0,0 0 0,0 0 0,0-1 0,-1 1 0,1 0 0,-1 0 0,1 1 0,-1-1 0,0 0 0,0 0 0,-3-2 0,2 2 0,0-1 0,1 0 0,-1 1 0,1-1 0,0 0 0,-3-7 0,0-7 0,-1 1 0,-10-24 0,13 33 0,0 0 0,1-1 0,1 1 0,-1 0 0,0-14 0,-4-22 0,3 31 0,-1-2 0,1-1 0,-2-30 0,4 42 0,1 1 0,-1-1 0,0 1 0,1-1 0,-2 1 0,1-1 0,-2-3 0,2 4 0,-1-1 0,1 1 0,0 0 0,0-1 0,0 0 0,0 1 0,0-5 0,1 4 0,-1 0 0,0 0 0,0 1 0,0-1 0,-1 1 0,1-1 0,-1 1 0,0 0 0,0 0 0,0 0 0,-3-3 0,-10-20 0,13 23 0,-1 0 0,1-1 0,0 1 0,-1 1 0,0-1 0,-3-2 0,-8-10 0,14 15 0,-2-2 0,0 0 0,0 0 0,0-1 0,-1 1 0,1 0 0,-1 1 0,1-1 0,-1 0 0,0 1 0,0 0 0,0-1 0,0 1 0,0 0 0,0 1 0,0-1 0,-4 0 0,-2 1 0,0 1 0,4 3 0,10 1 0,7 2-130,-11-7 31,0 0 0,0 1 1,0-1-1,0 1 0,0 0 0,0-1 0,0 1 1,0 0-1,0 0 0,0-1 0,-1 1 0,1 0 1,0 0-1,-1 0 0,1 0 0,1 2 0,-1-1-627,0-1-1,0 1 0,1-1 1,-1 1-1,1-1 0,0 1 1,-1-1-1,1 0 1,0 0-1,2 2 0,-2-3 84,-1 1-1,0-1 0,0 1 0,1 0 1,-1-1-1,0 1 0,0 0 0,0 0 1,0 0-1,0 0 0,0 0 1,0 0-1,0 0 0,0 0 0,-1 1 1,1-1-1,0 0 0,-1 0 1,1 1-1,-1-1 0,1 0 0,-1 1 1,1 2-1,-1 6-4374</inkml:trace>
</inkml:ink>
</file>

<file path=ppt/ink/ink1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00.321"/>
    </inkml:context>
    <inkml:brush xml:id="br0">
      <inkml:brushProperty name="width" value="0.035" units="cm"/>
      <inkml:brushProperty name="height" value="0.035" units="cm"/>
      <inkml:brushProperty name="color" value="#0066FF"/>
    </inkml:brush>
  </inkml:definitions>
  <inkml:trace contextRef="#ctx0" brushRef="#br0">92 53 808,'-3'-2'13302,"-12"-6"-1005,-11-2-6092,19 9-6050,5 1-155,0 0 0,1 0 0,-1 0 0,0 1 0,0-1 0,0 1 0,1-1 0,-1 1 0,0 0 0,0 0 0,1 0 0,-3 1 0,2-1 0,-7 4 0,4 0 0,12-3 0,37 3 0,433-31 0,-313 9 0,-70 18-5604,-92-2 4786,1 1 1,-1 0-1,1-1 0,-1 0 1,1 1-1,-1-1 0,0 0 0,1 0 1,3-3-1,6-2-4280</inkml:trace>
</inkml:ink>
</file>

<file path=ppt/ink/ink1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00.635"/>
    </inkml:context>
    <inkml:brush xml:id="br0">
      <inkml:brushProperty name="width" value="0.035" units="cm"/>
      <inkml:brushProperty name="height" value="0.035" units="cm"/>
      <inkml:brushProperty name="color" value="#0066FF"/>
    </inkml:brush>
  </inkml:definitions>
  <inkml:trace contextRef="#ctx0" brushRef="#br0">21 70 2513,'-20'0'11574,"31"0"-8761,58 5 10886,17 6-11531,3-11-2168,233-5 0,-256 3-74,73-6-759,-119 6-169,-14 2 128,1 0 0,-1-1 0,1 0 0,-1 0-1,0-1 1,0 1 0,7-4 0,0-1-1409,-7 4 484,1-1 0,0 0 0,-1-1-1,1 0 1,-1 0 0,0 0 0,-1 0-1,9-9 1,-5 2-2566</inkml:trace>
</inkml:ink>
</file>

<file path=ppt/ink/ink1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01.238"/>
    </inkml:context>
    <inkml:brush xml:id="br0">
      <inkml:brushProperty name="width" value="0.035" units="cm"/>
      <inkml:brushProperty name="height" value="0.035" units="cm"/>
      <inkml:brushProperty name="color" value="#0066FF"/>
    </inkml:brush>
  </inkml:definitions>
  <inkml:trace contextRef="#ctx0" brushRef="#br0">128 70 1960,'-7'-5'2645,"1"2"-450,0-1 1,0 0-1,1 0 0,-1-1 1,-7-8-1,11 12-1606,1 0-1,0 0 1,0 0-1,0 0 1,-1 0 0,1 0-1,0 0 1,-1 0-1,1 1 1,-1-1-1,1 0 1,-1 1 0,1-1-1,-1 1 1,1 0-1,-4-1 1,-21-6 4279,17 6-4752,1 1-116,0 1 0,7 2 0,2-6 0,5-2 0,3 4 0,1 1 0,-3-1 0,-4-3 0,4 3 0,1 1 0,30 4 0,-23-1 0,9 1 0,0 2 0,0 1 0,36 15 0,-12-4 0,105 44 0,-42-16 0,52 23 0,-128-54 0,58 34 0,-71-40 0,-1-3 0,-7-4 0,-11-8 0,-4 2 0,-7 3 0,3 1 0,-1 1 0,0 0 0,0 0 0,0 1 0,1-1 0,-1 1 0,1 0 0,-1 1 0,1 0 0,0 0 0,0 0 0,0 0 0,0 1 0,0-1 0,1 1 0,-6 7 0,-16 11 0,-14 10 0,1 1 0,2 2 0,-61 74 0,53-58 0,-10 11 0,-93 117 0,105-130 0,-50 43 0,63-64 0,-7 7 0,35-32-521,0-1 0,-1 1-1,1 0 1,-1-1 0,0 0 0,0 0-1,0 0 1,-3 2 0,-1 0-1133,-3-24-21095</inkml:trace>
</inkml:ink>
</file>

<file path=ppt/ink/ink1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04.572"/>
    </inkml:context>
    <inkml:brush xml:id="br0">
      <inkml:brushProperty name="width" value="0.035" units="cm"/>
      <inkml:brushProperty name="height" value="0.035" units="cm"/>
      <inkml:brushProperty name="color" value="#0066FF"/>
    </inkml:brush>
  </inkml:definitions>
  <inkml:trace contextRef="#ctx0" brushRef="#br0">43 104 2505,'6'-5'15981,"-22"0"-1756,10 6-14169,5 3-56,1-3 0,0 0 0,0-1 0,1 1 0,-1 0 0,0-1 0,1 1 0,-1 0 0,0 0 0,1-1 0,-1 1 0,1-1 0,-1 1 0,1 0 0,-1-1 0,1 1 0,0-1 0,-1 1 0,1-1 0,-1 1 0,1-1 0,0 0 0,0 1 0,-1-1 0,2 1 0,2 1 0,15 15 0,-13-13 0,-1 1 0,1-1 0,-1 2 0,0-1 0,-1 0 0,1 1 0,-1 0 0,6 11 0,32 62 0,-36-64 0,-1 0 0,-1 1 0,-1-1 0,3 29 0,-4 64 0,-2-75 0,0-32 0,0 1 0,0-1 0,0 0 0,1 0 0,-1 0 0,0 0 0,0 0 0,1 0 0,-1 0 0,1 0 0,-1 0 0,1 0 0,-1 0 0,1 0 0,0 0 0,-1-1 0,1 1 0,0 0 0,1 1 0,-2-2 0,0 0 0,0 0 0,0 0 0,1 0 0,-1 1 0,0-1 0,0 0 0,0 0 0,0 0 0,0 0 0,1 0 0,-1 0 0,0 0 0,0 0 0,0 0 0,0 0 0,1 0 0,-1 1 0,0-1 0,0 0 0,0 0 0,0 0 0,1 0 0,-1 0 0,0-1 0,0 1 0,0 0 0,0 0 0,1 0 0,-1 0 0,0 0 0,0 0 0,0 0 0,0 0 0,0 0 0,1 0 0,-1 0 0,0 0 0,0-1 0,0 1 0,0 0 0,0 0 0,0 0 0,1 0 0,-1 0 0,0-1 0,0 1 0,0 0 0,0 0 0,0 0 0,0-1 0,0-3 0,0-9 0,-2 0 0,1 0 0,-2 0 0,0 1 0,-7-21 0,-31-64 0,23 56 0,-66-144 0,72 147 0,-1 1 0,10 32 0,2 3 0,0 1 0,1-1 0,-1 1 0,0 0 0,1-1 0,-1 1 0,1-1 0,-1 1 0,1-1 0,0 0 0,-1 1 0,1-1 0,0-1 0,2-1 0,-2 3 0,1 1 0,-1 0 0,1-1 0,-1 1 0,1 0 0,-1-1 0,1 1 0,-1 0 0,1 0 0,-1 0 0,1 0 0,-1 0 0,1-1 0,-1 1 0,1 0 0,0 0 0,-1 0 0,1 1 0,-1-1 0,1 0 0,-1 0 0,1 0 0,-1 0 0,1 0 0,-1 1 0,2-1 0,-2 1 0,26 1 0,0 0 0,33 10 0,-58-12 0,39 8 0,0 2 0,-1 2 0,0 2 0,0 1 0,-2 2 0,0 2 0,-1 1 0,41 31 0,-71-47 0,0 2 0,1-1 0,-2 1 0,1 0 0,-1 0 0,0 0 0,0 1 0,0 0 0,-1 0 0,0 0 0,-1 1 0,0-1 0,0 1 0,0 0 0,-1 0 0,0-1 0,0 2 0,-1-1 0,0 12 0,-1-11 0,-1 0 0,0 0 0,0-1 0,-1 1 0,0 0 0,0-1 0,-1 1 0,0-1 0,-1 0 0,0 0 0,0 0 0,-6 8 0,-2-2 0,0 1 0,0-2 0,-1 0 0,-29 23 0,-32 13 0,52-36 0,16-10 0,0-1 0,1 0 0,-1 0 0,-9 1 0,-6 2 0,15-3-354,0-1 0,0 1 0,0-2 0,0 1 0,-1-1 0,1 0 0,0 0 0,-1 0 0,1-1 0,0 0 0,0-1 0,0 1 0,0-1 0,0 0 0,-10-5 0,15 6-46,1 0 1,-1 0-1,1 0 0,0 0 0,-1-1 1,1 1-1,0 0 0,0 0 0,-1 0 1,1 0-1,0 0 0,0 0 1,0 0-1,0-1 0,1 1 0,-1 0 1,0 0-1,0 0 0,1 0 0,-1 0 1,0 0-1,2-2 0,38-34-11096,-23 26 7323</inkml:trace>
</inkml:ink>
</file>

<file path=ppt/ink/ink1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05.955"/>
    </inkml:context>
    <inkml:brush xml:id="br0">
      <inkml:brushProperty name="width" value="0.035" units="cm"/>
      <inkml:brushProperty name="height" value="0.035" units="cm"/>
      <inkml:brushProperty name="color" value="#0066FF"/>
    </inkml:brush>
  </inkml:definitions>
  <inkml:trace contextRef="#ctx0" brushRef="#br0">12 356 2593,'17'2'4590,"-17"-2"-4464,1 0 1,-1 0-1,1 1 0,-1-1 1,0 0-1,1 0 1,-1 0-1,1 0 0,-1 1 1,0-1-1,1 0 0,-1 0 1,0 1-1,1-1 1,-1 0-1,0 1 0,1-1 1,-1 0-1,0 1 1,0-1-1,1 0 0,-1 1 1,0-1-1,0 0 0,0 1 1,0-1-1,1 1 1,-1-1-1,0 1 0,0 0-14,0-1 0,0 1 0,0 0 0,1 0-1,-1-1 1,0 1 0,0-1 0,1 1 0,-1 0 0,1-1-1,-1 1 1,0-1 0,1 1 0,-1 0 0,1-1 0,-1 1-1,1-1 1,-1 0 0,1 1 0,0-1 0,-1 1-1,2-1 1,-2 0-26,1 1-1,-1-1 1,1 0-1,-1 0 1,0 1-1,1-1 0,-1 0 1,1 1-1,-1-1 1,0 0-1,1 1 1,-1-1-1,0 1 1,0-1-1,1 1 0,-1-1 1,0 0-1,0 1 1,1-1-1,-1 1 1,0 0 31,1 0 1,-1 0-1,1 0 1,0-1-1,-1 1 1,1 0 0,0 0-1,-1-1 1,1 1-1,0-1 1,0 1-1,0-1 1,0 1 0,-1-1-1,1 1 1,0-1-1,0 0 1,0 1-1,0-1 1,2 0-1,20 5 1523,-11-4-354,3-2-172,8-3 298,-19 3-1190,0 1 0,-1-1 0,1 0 0,0 0 0,0-1 0,-1 1 0,1-1 0,5-2 0,3-4 149,6-3-20,-1 0-1,18-16 0,-30 22-339,0 1 0,-1-1 0,1-1 1,-1 1-1,0-1 0,0 0 0,-1 0 1,0 0-1,0 0 0,3-9 0,-5 13-4,0-1-1,0 1 0,-1-1 0,1 1 1,-1 0-1,0-1 0,0 1 0,1-1 0,-1 1 1,-1-1-1,1 1 0,0-1 0,-1 1 1,1-1-1,-1 1 0,0 0 0,0-1 0,0 1 1,0 0-1,0 0 0,0 0 0,-1-1 1,-2-2-1,3 3 24,-1-1 0,1 1 0,-1 0 0,0 0 0,0 0 0,0 0 0,0 0 0,0 0 0,0 1 0,-1-1 0,1 1 0,0-1-1,-1 1 1,1 0 0,-1 0 0,0 0 0,1 0 0,-1 0 0,0 1 0,1-1 0,-1 1 0,0 0 0,0 0 0,-3 0 0,-6 1-13,0 0 1,0 0-1,0 2 0,1-1 0,-1 1 0,1 1 0,0 0 0,0 1 1,0 0-1,1 1 0,-1 0 0,1 0 0,1 1 0,-1 0 0,1 1 1,0 0-1,1 1 0,0-1 0,0 2 0,-6 10 0,12-15-11,0-1-1,0 1 1,0 0-1,1 0 1,0 0 0,-1 8-1,-2 8 22,3-14-19,-1-1 0,2 1 0,-1-1 1,1 1-1,0-1 0,0 1 1,1-1-1,0 0 0,0 1 0,0-1 1,1 0-1,4 12 0,0-5 1,1 0 0,0-1 0,0 1 0,16 18 0,-20-28-26,0-1 0,-1 0-1,1 1 1,0-1 0,0 0 0,4 2 0,12 9-278,-17-12 236,0 1 1,0-1-1,-1 0 0,1 0 1,0 0-1,0 0 0,0-1 0,0 1 1,0-1-1,1 1 0,-1-1 1,0 0-1,0 1 0,4-1 1,35-5-1865,-36 4 1467,6-1-223,-1 0 1,0-2 0,0 1 0,0-1-1,12-7 1,50-32-3271,-50 29 3040,-6 3 293,-1-1 0,-1-1 1,24-25-1,-27 26 483,32-32-29,-39 38 441,-10 7 857,-9 10 1034,13-9-1743,0 0 0,1 1 0,-1-1 0,1 1 1,0-1-1,-1 1 0,1-1 0,0 1 0,1 0 0,-1 0 0,0-1 0,1 1 0,-1 0 0,1 0 0,0 0 0,0 3 0,1-5-336,-1-1 0,0 1-1,1 0 1,-1 0-1,1 0 1,-1-1-1,1 1 1,-1 0-1,1-1 1,-1 1 0,1-1-1,0 1 1,-1 0-1,1-1 1,0 1-1,0-1 1,0 0-1,-1 1 1,1-1 0,0 0-1,0 1 1,1-1-1,0 1 27,0-1-1,0 1 1,0-1 0,0 1-1,0-1 1,0 0-1,0 0 1,0 0 0,0 0-1,0 0 1,3-1-1,23-5 324,-23 6-402,1-1 0,0 0 0,-1-1 1,1 1-1,-1-1 0,0 0 1,8-4-1,9-8-12,-10 8-38,-1-1 0,-1 0 0,1 0 0,-1-1 0,0 0 0,13-17 1,-21 23 12,-1 0 0,0 0 0,1 0 0,-1 0 0,0 0 0,-1-1 0,1 1 0,0 0 0,-1-1 0,1 1 0,-1-1 0,0 1 0,1 0 0,-1-1 0,-1 1 0,1-1 0,0 1-1,0-1 1,-2-2 0,-1-6 74,-1 0-1,0 1 1,-6-12 0,-5-13 232,14 32-245,-1 0-1,1 0 1,-1 0-1,0 0 1,0 0-1,0 0 1,0 1-1,-1-1 1,1 1-1,-1-1 1,1 1-1,-1 0 1,0 0-1,0 0 1,0 0-1,0 1 1,0-1-1,0 1 1,-1 0-1,1 0 1,0 0 0,-1 0-1,1 1 1,-1-1-1,1 1 1,-1 0-1,1 0 1,-1 0-1,1 0 1,-6 2-1,1 1-30,1 0 1,-1 0-1,1 1 0,0 0 0,1 0 0,-1 1 1,1-1-1,0 1 0,-9 10 0,11-10-24,1 0-1,0 0 1,0 0-1,1 1 1,0-1 0,0 1-1,0 0 1,0-1-1,1 1 1,0 0-1,0 8 1,0 17 96,0-22-68,0-1 1,0 1-1,1 0 0,1-1 0,0 1 0,0-1 0,0 1 0,1-1 1,4 12-1,4 2 14,-8-18-44,-1 0-1,1-1 1,0 1 0,0 0-1,0-1 1,0 1-1,1-1 1,4 5-1,8 5-3,-13-10 0,1 0-1,0-1 0,0 1 0,0-1 1,0 0-1,0 0 0,1 0 1,-1 0-1,1-1 0,3 2 0,7 1-270,0 0-1,0-1 0,0-1 0,1 0 1,-1 0-1,1-2 0,-1 0 1,1 0-1,-1-2 0,0 0 0,1 0 1,-1-1-1,15-6 0,-28 9 263,20-7-1217,0-1-1,-1-1 1,0 0 0,0-2-1,-1 0 1,0-1-1,19-17 1,-37 29 1176,15-16-1008,25-28 1,-36 38 980,-1 0 0,0 0 1,0-1-1,-1 0 0,0 0 1,0 0-1,0 0 0,3-13 1,-4 8 55,7-46 207,-8 54-110,-1 1 0,0-1 0,0 0 1,-1 0-1,1 0 0,-1 0 0,0 0 0,0 1 1,0-1-1,0 0 0,0 1 0,-3-4 0,-4-6 663,6 8-87,-1 0-1,0 1 0,0-1 0,0 1 1,-1-1-1,-5-4 0,8 9-442,0-1 0,0 0-1,0 0 1,-1 0 0,1 1 0,0-1 0,-1 1-1,1-1 1,-1 1 0,1 0 0,-1-1 0,1 1-1,0 0 1,-1 0 0,1 0 0,-1 0 0,1 0 0,-1 0-1,1 1 1,-1-1 0,1 0 0,-1 1 0,1-1-1,0 1 1,-1-1 0,1 1 0,0 0 0,0 0-1,-2 0 1,1 2 81,0-1-1,0 0 0,1 0 1,-1 1-1,0-1 0,1 1 1,0-1-1,0 1 0,0 0 1,0-1-1,0 1 0,0 0 1,0 5-1,-4 10 677,-7 31-967,8-35 0,1 0 0,0 1 0,1-1 0,0 1 0,1-1 0,1 1 0,1-1 0,0 1 0,4 20 0,12 61 0,-13-51 0,-4-37 0,1 0 0,-1 0 0,2-1 0,2 15 0,-1-14 0,-2-3 0,1 1 0,0-1 0,0 0 0,0 0 0,1 0 0,5 8 0,-6-7 0,-2-5 0,0-1 0,0 0 0,0 1 0,0-1 0,0 0 0,0 1 0,0-1 0,0 0 0,1 1 0,-1-1 0,0 0 0,0 1 0,0-1 0,0 0 0,0 0 0,1 1 0,-1-1 0,0 0 0,0 0 0,1 1 0,-1-1 0,0 0 0,0 0 0,1 1 0,-1-1 0,0 0 0,1 0 0,-1 0 0,0 0 0,0 0 0,1 1 0,-1-1 0,0 0 0,1 0 0,-1 0 0,1 0 0,-1-9 0,-1-2 0,-1 1 0,0-1 0,-1 1 0,0 0 0,-1 0 0,-7-15 0,3 5 0,-2-7 0,2-1 0,0 0 0,2 0 0,2-1 0,0 0 0,1-54 0,4 68 0,0-1 0,6-19 0,-4 19 0,-1 1 0,1-21 0,-2 30 0,0 0 0,0 0 0,0 0 0,1 1 0,0-1 0,0 1 0,1-1 0,-1 1 0,1 0 0,5-6 0,2-7 0,-8 15 0,-1 1 0,1 0 0,0 0 0,0 0 0,1 0 0,-1 0 0,0 0 0,1 0 0,-1 1 0,1-1 0,-1 1 0,1 0 0,0 0 0,0 0 0,-1 0 0,1 0 0,0 1 0,0-1 0,5 1 0,-2-1 0,0 1 0,0-1 0,0 2 0,0-1 0,-1 1 0,1 0 0,0 0 0,10 4 0,-11-3 0,-1 0 0,1 1 0,0 0 0,-1 0 0,0 0 0,0 0 0,0 1 0,0 0 0,0 0 0,6 8 0,-7-7 0,0-1 0,-1 1 0,1-1 0,-1 1 0,0 0 0,0 0 0,0 0 0,-1 0 0,1 0 0,-1 1 0,-1-1 0,1 0 0,-1 0 0,0 1 0,0-1 0,0 0 0,-1 1 0,0-1 0,0 0 0,0 0 0,-1 0 0,0 0 0,0 0 0,-4 8 0,0 1 0,5-11 0,1-1 0,-1 0 0,0 1 0,0-1 0,-1 0 0,1 0 0,0 0 0,-3 3 0,-15 11-827,1-1 0,-2-1 0,0-1 0,0-1 0,-45 18 0,60-27-89,-1-1 1,1 0-1,-1-1 1,0 0-1,1 0 1,-1 0 0,-6 0-1,5-1-1081,0 0-1,1 0 1,-1-1-1,0 0 1,-10-3-1,10-2-1704,5-3-164</inkml:trace>
</inkml:ink>
</file>

<file path=ppt/ink/ink1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07.695"/>
    </inkml:context>
    <inkml:brush xml:id="br0">
      <inkml:brushProperty name="width" value="0.035" units="cm"/>
      <inkml:brushProperty name="height" value="0.035" units="cm"/>
      <inkml:brushProperty name="color" value="#0066FF"/>
    </inkml:brush>
  </inkml:definitions>
  <inkml:trace contextRef="#ctx0" brushRef="#br0">50 11 1240,'-10'-7'16288,"2"3"-9289,-2 5-3486,-11-1 346,23 2-3811,0-1 0,-1 1 1,1 0-1,0-1 0,0 1 0,-1 0 0,1 0 1,-1 1-1,1-1 0,-1 0 0,0 0 1,0 1-1,0-1 0,0 0 0,-1 1 1,1-1-1,0 4 0,0-1-48,0 0 0,0 0 0,0 0 0,1 0 0,4 8 0,0 3 0,9 12 0,2 27 0,3 7 0,5 24 0,-21-68 0,0 0 0,-1 0 0,2 35 0,-5-50 0,0 31 0,-1-1 0,-8 52 0,3-60 0,3-15 0,1 0 0,0 0 0,-1 14 0,3-18 0,-1 0 0,1-1 0,-2 1 0,1 0 0,-3 7 0,2-8 0,0 0 0,1 0 0,0 1 0,0-1 0,-1 7 0,2-9 0,0 0 0,0 0 0,-1 0 0,1 0 0,-1 0 0,0 0 0,0 0 0,-2 4 0,1-3 0,1 1 0,-1-1 0,1 1 0,0 0 0,0-1 0,0 1 0,0 0 0,1 9 0,2-10 0,5-3 0,-4-1 0,0 0 0,0 0 0,0-1 0,0 1 0,0-1 0,0 0 0,1 0 0,4-2 0,0 0 0,216-57 0,-214 58-4,-1-1 0,1-1 0,-1 0 1,0 0-1,0-1 0,0 0 0,-1-1 0,13-10 0,-7 6-720,-12 9 251,0-1 1,0 1 0,0 0 0,0-1 0,0 1 0,-1-1-1,1 0 1,-1 1 0,1-1 0,-1 0 0,2-3 0,6-10-3059,-6 10 2191,0 0 1,0 0 0,-1 0-1,4-8 1,-5 8 532,1 0 1,-1 0-1,0-1 0,-1 1 1,1 0-1,-1 0 0,0-1 1,0 1-1,-1 0 0,-1-10 1,0 9 591,0-1 0,-1 1 0,1 0 0,-2-1-1,1 1 1,0 1 0,-1-1 0,-5-6 0,8 11 385,0 0 0,0 0 0,0 0 0,0 0-1,0 0 1,0 1 0,0-1 0,0 0 0,0 0 0,0 1-1,-1-1 1,1 1 0,0-1 0,-1 1 0,1-1 0,0 1-1,-1 0 1,1 0 0,0 0 0,-1 0 0,1 0 0,-1 0 0,1 0-1,0 0 1,-1 0 0,-1 1 0,-4 1 538,1 1-1,1-1 1,-1 1-1,-9 6 1,13-8-638,2 0 59,-1 0-1,0-1 1,1 1 0,-1 0-1,0 0 1,1-1 0,-1 1 0,1 0-1,-1 0 1,1 0 0,-1 0-1,1 0 1,0-1 0,-1 1-1,1 0 1,0 0 0,0 0 0,0 0-1,-1 0 1,1 0 0,0 0-1,1 0 1,-1 0 0,0 0 0,0 0-1,0 0 1,0 0 0,1 0-1,-1 0 1,0 0 0,1 0 0,-1 0-1,1-1 1,-1 1 0,1 0-1,0 0 1,-1 0 0,1-1-1,0 1 1,-1 0 0,1-1 0,0 1-1,0-1 1,0 1 0,-1-1-1,1 1 1,0-1 0,0 1 0,0-1-1,1 1 1,10 2 848,-9-1-766,0-1 1,0 0-1,0-1 0,1 1 0,-1 0 1,0-1-1,4 0 0,-5 0 245,-1 0-234,1 0-1,-1 0 0,1 0 0,-1 0 1,1 0-1,-1 0 0,1-1 0,-1 1 1,1 0-1,-1-1 0,0 0 0,1 1 1,1-2-1,-1 1 143,10-19 1542,-11 18-1859,-1 1-1,1-1 1,0 1-1,0-1 1,-1 1-1,1-1 1,0 1-1,-1-1 1,0 0-1,1 1 1,-1-1-1,0 0 1,0 1-1,0-1 1,0 0 0,0 0-1,0 1 1,-1-1-1,0-2 1,-13-30 377,9 21-278,-1-2-9,5 14-121,1 1 1,-1-1-1,1 0 1,-1 0-1,1 0 1,-1 1-1,0-1 1,1 0-1,-1 1 1,0-1-1,0 1 1,1-1-1,-1 1 1,0-1-1,0 1 1,0-1-1,0 1 1,0 0-1,1-1 1,-1 1-1,0 0 1,0 0-1,0 0 1,0 0-1,0 0 1,0 0-1,0 0 1,0 0-1,0 0 1,-1 0-1,-14 2 82,8 1-37,0 0 0,0 1 0,0 0 0,-10 8 0,17-12-42,-7 6 57,0-1 0,0 1-1,1 0 1,0 1-1,0 0 1,-8 10 0,-1-1 34,14-14-99,0-1 1,0 1-1,0 0 0,0 1 0,1-1 0,-1 0 0,0 0 1,1 1-1,0-1 0,-2 4 0,-5 13 58,6-15-60,0-1-1,0 0 1,1 1-1,-1-1 0,1 1 1,0-1-1,0 1 1,0-1-1,1 1 1,-1 0-1,1-1 0,0 1 1,0 0-1,0 0 1,0-1-1,1 1 0,0 0 1,-1-1-1,3 6 1,-2-5 1,1 0 0,0-1 1,0 1-1,0-1 0,0 1 0,0-1 1,0 1-1,1-1 0,0 0 1,0 0-1,0-1 0,0 1 1,0 0-1,0-1 0,1 0 1,-1 0-1,1 0 0,0 0 1,-1 0-1,1-1 0,0 0 1,0 0-1,0 0 0,0 0 1,0 0-1,5-1 0,9 3 49,7-1 36,-5-5-75,-3 1 7,0-1 0,0 0 0,0-1 0,0-1 0,0 0 0,24-12 0,-27 8-27,-9 7 0,-1-1 0,1 1 0,-1-1 0,1 0 0,-1 0 0,0 0 0,0-1 0,-1 1 0,1-1 0,-1 0 0,0 0 0,0-1 0,0 1 0,0 0 0,-1-1 0,3-6 0,-3 2 0,0 0 0,-1-1 0,0 1 0,0 0 0,-1-1 0,-1 1 0,1 0 0,-2-1 0,1 1 0,-1 0 0,0 0 0,-5-12 0,3 10 0,4 9 0,-1-1 0,0 0 0,0 1 0,0-1 0,0 1 0,-1-1 0,1 1 0,-1 0 0,-2-3 0,4 2 0,0 2 0,0 1 0,0 0 0,0-1 0,0 1 0,0 0 0,0 0 0,0-1 0,0 1 0,0 0 0,0-1 0,0 1 0,0 0 0,0-1 0,0 1 0,-1 0 0,1 0 0,0-1 0,0 1 0,0 0 0,0 0 0,-1-1 0,1 1 0,0 0 0,0 0 0,-1 0 0,1-1 0,0 1 0,0 0 0,-1 0 0,1 0 0,0 0 0,0 0 0,-1 0 0,1-1 0,0 1 0,-1 0 0,1 0 0,0 0 0,-1 0 0,1 0 0,0 0 0,-1 0 0,1 0 0,0 0 0,0 0 0,-1 1 0,1-1 0,-1 0 0,1 0 0,-1 0 0,1 0 0,-1 0 0,1 1 0,-1-1 0,1 0 0,0 0 0,-1 1 0,1-1 0,-1 0 0,1 1 0,0-1 0,-1 0 0,1 1 0,0-1 0,-1 1 0,1-1 0,0 0 0,-1 1 0,1-1 0,0 1 0,0-1 0,0 1 0,-1-1 0,1 1 0,0-1 0,0 1 0,0-1 0,0 1 0,0-1 0,0 1 0,0 0 0,0 23 0,1-17 0,7 50 0,-8-52 0,0 0 0,0 0 0,1 0 0,-1 0 0,1 0 0,0-1 0,4 11 0,3 27 0,-2-24 0,-5-15 0,0 0 0,0 0 0,0 0 0,0 0 0,0-1 0,1 1 0,-1 0 0,1 0 0,0-1 0,0 1 0,0-1 0,0 0 0,0 1 0,0-1 0,1 0 0,2 2 0,-4-4 0,0 0 0,-1 1 0,1-1 0,0 0 0,0 0 0,0 0 0,-1 0 0,1 0 0,0 0 0,0 0 0,-1 0 0,1 0 0,0 0 0,0 0 0,0-1 0,-1 1 0,1 0 0,0 0 0,-1-1 0,1 1 0,0-1 0,0 1 0,0-1 0,12-11 0,-12 12 0,1-2 0,1 0 0,-1 1 0,0-1 0,0 0 0,0 0 0,-1 0 0,1-1 0,0 1 0,-1 0 0,2-3 0,9-12 0,-9 14 0,0-1 0,-1 1 0,0-1 0,1 1 0,-1-1 0,2-7 0,2 0 0,0 5 0,-2 0 0,-4 6 0,0 1 0,0-1 0,0 0 0,0 0 0,0 0 0,0 0 0,1 0 0,-1 0 0,0 0 0,0 0 0,0 0 0,0 0 0,0 0 0,1 0 0,-1 0 0,0 0 0,0 0 0,0 0 0,0 0 0,1 0 0,-1 0 0,0 0 0,0 0 0,0 0 0,0 0 0,0 0 0,1 0 0,-1 0 0,0 0 0,0 0 0,0 0 0,0 0 0,0 0 0,1 0 0,-1-1 0,0 1 0,0 0 0,0 0 0,0 0 0,0 0 0,0 0 0,0 0 0,0-1 0,0 1 0,1 0 0,-1 0 0,0 0 0,0 0 0,0-1 0,0 1 0,0 0 0,0 0 0,0 0 0,0 0 0,0 0 0,0-1 0,0 1 0,4 8 0,-2-8 0,2 1 0,4 15 0,-4-5 0,9 15 0,-9-16 0,-4-10 0,1 1 0,-1 0 0,0-1 0,0 1 0,1 0 0,-1-1 0,0 1 0,1 0 0,-1-1 0,0 1 0,1 0 0,-1-1 0,1 1 0,-1-1 0,1 1 0,0 0 0,2-1 0,0 2 0,-2 7 0,0-8 0,-1-1 0,0 0 0,0 1 0,0-1 0,0 1 0,0-1 0,1 0 0,-1 1 0,0-1 0,0 0 0,1 1 0,-1-1 0,0 0 0,0 0 0,1 1 0,-1-1 0,0 0 0,1 0 0,-1 1 0,1-1 0,-1 0 0,0 0 0,1 0 0,-1 0 0,0 0 0,1 0 0,-1 0 0,1 1 0,-1-1 0,0 0 0,1 0 0,-1 0 0,1-1 0,-1 1 0,0 0 0,1 0 0,-1 0 0,1 0 0,-1 0 0,0 0 0,1 0 0,-1-1 0,0 1 0,1 0 0,-1 0 0,0-1 0,1 1 0,-1 0 0,9-13 0,1-1 0,-4 7 0,-1 1 0,1-1 0,-1-1 0,-1 1 0,7-13 0,13-20 0,-24 39 0,0 1 0,1 0 0,-1 0 0,0 0 0,0 0 0,1 0 0,-1 0 0,0 0 0,0 0 0,1 0 0,-1 0 0,0 0 0,0 0 0,1 0 0,-1 0 0,0 0 0,0 0 0,1 0 0,-1 0 0,0 0 0,0 0 0,0 1 0,1-1 0,-1 0 0,0 0 0,0 0 0,0 0 0,1 0 0,-1 1 0,0-1 0,0 0 0,0 0 0,0 0 0,1 1 0,-1-1 0,0 0 0,0 0 0,0 1 0,8 9 0,-7-7 0,16 35 0,-16-36 0,0 0 0,0-1 0,0 1 0,0 0 0,-1 0 0,1 0 0,-1 0 0,1 0 0,-1 0 0,0 0 0,0 3 0,2 0 0,5 0 0,-7-5 0,1 0 0,-1 0 0,1 1 0,-1-1 0,1 0 0,-1 0 0,1 0 0,-1 0 0,1 0 0,-1 0 0,1 0 0,-1 0 0,1 0 0,-1 0 0,1 0 0,-1 0 0,1 0 0,-1 0 0,1 0 0,-1 0 0,1 0 0,-1-1 0,1 1 0,-1 0 0,1 0 0,-1-1 0,0 1 0,1 0 0,-1-1 0,1 1 0,-1 0 0,0-1 0,1 1 0,-1-1 0,0 1 0,0 0 0,1-1 0,-1 1 0,0-1 0,0 1 0,0-1 0,1 1 0,-1-1 0,1-1 0,38-33 0,-30 27 0,35-29 0,-36 29 4,-7 7-5,0 0-1,0 0 1,-1 0-1,1 0 1,1 0-1,-1 0 1,0 0-1,0 0 1,0 1-1,0-1 1,1 0 0,-1 1-1,0-1 1,1 1-1,-1-1 1,0 1-1,1 0 1,-1-1-1,2 1 1,-11 16-2841,5-12 1830,0-1 1,-1 0 0,1 0 0,0-1-1,-8 6 1,3-4-2432,-1 1 1,0-1-1,-14 4 0,13 1-1584,3-8 2017</inkml:trace>
</inkml:ink>
</file>

<file path=ppt/ink/ink1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09.822"/>
    </inkml:context>
    <inkml:brush xml:id="br0">
      <inkml:brushProperty name="width" value="0.035" units="cm"/>
      <inkml:brushProperty name="height" value="0.035" units="cm"/>
      <inkml:brushProperty name="color" value="#0066FF"/>
    </inkml:brush>
  </inkml:definitions>
  <inkml:trace contextRef="#ctx0" brushRef="#br0">87 235 1640,'0'-1'520,"0"-1"0,0 1 0,-1 0 0,1 0 0,-1-1 0,1 1 0,-1 0 0,1 0 0,-1 0 0,0 0 0,0 0 0,1 0 0,-1 0 0,0 0 0,0 0 0,0 0 0,0 0 0,0 0-1,0 1 1,0-1 0,0 0 0,-1 1 0,0-1 0,-32-12 9220,27 11-7047,3 2-1630,4 0-928,-1 0 0,1 0 0,-1-1 0,1 1 0,-1 0 1,1 0-1,-1 0 0,0 0 0,1 0 0,-1-1 0,1 1 0,-1 0 0,1 0 0,0-1 0,-1 1 0,1 0 0,-1-1 1,1 1-1,0-1 0,-1 1 0,1 0 0,-1-1 0,1 1 0,0-1 0,0 1 0,-1-1 0,1 1 0,0-1 1,0 1-1,0-1 0,0 1 0,-1-1 0,1 1 0,0-1 0,0 0 0,0 1 0,0-2 0,1 8-131,0-1-1,1 0 0,-1 0 1,1 0-1,0 0 0,5 7 1,10 32-9,-15-36 5,0 0 0,1 0 0,0 0 0,0 0 0,1 0 0,5 7 0,9 26 0,-15-34 0,0 0 0,0 0 0,0 0 0,1 0 0,6 8 0,0-1 0,0 1 0,9 19 0,-11-19 0,0 0 0,13 15 0,32 45 0,-47-66 0,12 10 0,-17-17 0,-1-5 0,0-1 0,-1 0 0,0 0 0,0 0 0,0 1 0,0-1 0,-1 0 0,1 1 0,-1-1 0,0 1 0,0-1 0,-3-2 0,-34-39 0,10 14 0,-29-30 0,-3-4 0,55 57 0,0 0 0,1-1 0,-1 1 0,2-1 0,-1 0 0,-5-18 0,5 10 0,1 0 0,0 0 0,-1-18 0,5 29 0,0 0 0,0 0 0,0-1 0,1 1 0,0 0 0,0 0 0,1 0 0,-1-1 0,1 2 0,1-1 0,-1 0 0,4-6 0,1 1 0,1 0 0,0 0 0,0 0 0,1 1 0,0 0 0,1 1 0,0 0 0,0 1 0,1 0 0,0 0 0,1 1 0,0 1 0,0 0 0,0 0 0,25-6 0,-27 10 0,0 0 0,1 1 0,-1 0 0,0 1 0,1 0 0,-1 1 0,21 4 0,-26-4 0,0 2 0,0-1 0,0 0 0,0 1 0,0 0 0,-1 0 0,1 0 0,-1 1 0,0 0 0,0 0 0,0 0 0,0 0 0,-1 0 0,1 1 0,-1-1 0,0 1 0,-1 0 0,3 7 0,-3-5 0,-1 0 0,0 0 0,0 0 0,-1 0 0,0 0 0,0 0 0,-1 1 0,0-1 0,0 0 0,-1 0 0,0 0 0,0-1 0,0 1 0,-1 0 0,0-1 0,-1 1 0,1-1 0,-1 0 0,0 0 0,-1-1 0,-7 9 0,-31 38 0,-5 2 0,29-27 0,18-22 0,2-1 0,0-3 0,-1-1 0,1 0 0,-1 1 0,1-1 0,-1 0 0,1 0 0,-1 1 0,1-1 0,-1 0 0,1 0 0,-1 0 0,1 0 0,-1 0 0,1 0 0,-1 0 0,1 0 0,-1 0 0,1 0 0,-1 0 0,1 0 0,-1 0 0,1 0 0,-1 0 0,1-1 0,-1 1 0,1 0 0,-1 0 0,1-1 0,-1 1 0,1-1 0,13-3 0,24-8 0,0 1 0,49-6 0,-74 15 0,-1 1 0,1 0 0,-1 1 0,1 1 0,-1 0 0,1 1 0,-1 0 0,0 1 0,1 0 0,-1 1 0,18 8 0,-23-9 0,0 0 0,0 1 0,0 0 0,-1 0 0,0 1 0,0 0 0,0 0 0,0 0 0,-1 1 0,0-1 0,0 1 0,0 1 0,-1-1 0,7 12 0,-9-13 0,0-1 0,0 0 0,0 0 0,0 0 0,-1 0 0,1 0 0,-1 0 0,0 1 0,0-1 0,-1 0 0,1 1 0,-1-1 0,0 1 0,0-1 0,-2 6 0,0 2 0,-1-2 0,0 1 0,-1 0 0,-1-1 0,1 1 0,-2-1 0,1 0 0,-1-1 0,-1 1 0,0-1 0,0-1 0,-11 11 0,10-12 0,4-3 0,0-1 0,0 1 0,0 0 0,-1-1 0,0 0 0,1 0 0,-1 0 0,0-1 0,0 0 0,-1 0 0,1 0 0,0 0 0,-1-1 0,1 0 0,-7 1 0,-23-3-2007,-54-6 1,76 5 1325,0-1 1,0 0 0,0-1-1,0 0 1,1-1-1,-1 0 1,-12-9-1,14 8-1823,10 5 2101,0 1-1,0 0 0,0-1 0,0 1 1,0-1-1,0 0 0,1 1 0,-1-1 0,0 0 1,0 1-1,1-1 0,-1 0 0,0 0 1,1 0-1,-1 0 0,0-1 0,-1-16-7229,2 12 3636</inkml:trace>
</inkml:ink>
</file>

<file path=ppt/ink/ink1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11.261"/>
    </inkml:context>
    <inkml:brush xml:id="br0">
      <inkml:brushProperty name="width" value="0.035" units="cm"/>
      <inkml:brushProperty name="height" value="0.035" units="cm"/>
      <inkml:brushProperty name="color" value="#0066FF"/>
    </inkml:brush>
  </inkml:definitions>
  <inkml:trace contextRef="#ctx0" brushRef="#br0">27 102 112,'14'-12'4043,"-12"11"-3642,-1 0 0,0 0-1,0 0 1,0 0 0,0 0 0,0 0-1,0 0 1,0 0 0,0 0-1,1-3 1,16-8 5689,-7 8-1780,-11 4-4238,0 0 1,0 0 0,0 0 0,0 0 0,0 0-1,1 0 1,-1 0 0,0 0 0,0 0 0,0 0-1,0 0 1,0 0 0,1 0 0,-1 0 0,0 0-1,0 0 1,0 0 0,0 0 0,0 0 0,1 0 0,-1 1-1,0-1 1,0 0 0,0 0 0,0 0 0,0 0-1,0 0 1,1 0 0,-1 0 0,0 1 0,0-1-1,0 0 1,0 0 0,0 0 0,0 0 0,0 0-1,0 0 1,0 1 0,0-1 0,0 0 0,0 0-1,0 0 1,0 1 0,10 15 4444,7 33 653,-12-38-4920,-3-7-184,0 0 0,-1 0 1,1 1-1,-1-1 1,0 0-1,0 0 1,-1 1-1,1-1 1,-1 6-1,0 117-66,1-120 0,0 0 0,0 0 0,0 0 0,1-1 0,0 1 0,1 0 0,-1-1 0,1 0 0,0 0 0,1 0 0,0 0 0,0 0 0,7 7 0,-8-7 0,6 5 0,-8-11 0,0 0 0,0 0 0,0 0 0,1 0 0,-1 0 0,0 0 0,0 0 0,0 0 0,0 0 0,0 0 0,0-1 0,0 1 0,1 0 0,-1-1 0,0 1 0,0-1 0,0 1 0,-1-1 0,3-1 0,-1 0 0,0 0 0,0 0 0,0 0 0,0 0 0,0-1 0,0 1 0,-1 0 0,1-1 0,-1 1 0,0-1 0,0 0 0,0 1 0,0-1 0,0 0 0,-1 0 0,1 1 0,-1-1 0,0 0 0,0-4 0,-3-2 0,-1-1 0,-1 1 0,1 0 0,-2 0 0,1 0 0,-1 0 0,0 1 0,-1 0 0,0 1 0,-15-13 0,-21-17 0,17 19 0,17 11 0,-1 1 0,1 0 0,-13-5 0,-3-5 0,16 10 0,9 5 0,0 1 0,0 0 0,0 0 0,-1 0 0,1 0 0,0 0 0,0 0 0,0 0 0,0 0 0,0 0 0,0 0 0,0-1 0,0 1 0,-1 0 0,1 0 0,0 0 0,0 0 0,0 0 0,0 0 0,0-1 0,0 1 0,0 0 0,0 0 0,0 0 0,0 0 0,0 0 0,0 0 0,0-1 0,0 1 0,0 0 0,0 0 0,0 0 0,0 0 0,0 0 0,0-1 0,0 1 0,0 0 0,0 0 0,0 0 0,0 0 0,0 0 0,0-1 0,1 1 0,-1 0 0,0 0 0,8-5 0,1 1 0,14-2 0,46-6 0,-7 3 0,36-4 0,-28 5 0,-33 6 0,6 3 0,-40-1 0,11 11 0,-13-11 0,0 1 0,0-1 0,0 1 0,0 0 0,0-1 0,0 1 0,0 0 0,0 0 0,-1-1 0,1 1 0,0 0 0,-1 0 0,1 0 0,0 0 0,-1 0 0,1 0 0,-1 0 0,0 0 0,1 0 0,-1 0 0,0 0 0,0 0 0,1 1 0,-1-1 0,0 1 0,-1 1 0,0 0 0,0 0 0,0 0 0,0-1 0,0 1 0,0 0 0,-3 3 0,2-3 0,0 0 0,1 0 0,-1 0 0,1 0 0,0 0 0,0 0 0,0 0 0,0 0 0,0 6 0,0-6 0,1 0 0,-1 0 0,1 0 0,-1 0 0,0 0 0,0 0 0,-3 5 0,3-5 0,-1 0 0,1 0 0,0 0 0,0-1 0,0 1 0,1 0 0,-1 5 0,-8 42 0,9-46 0,0 1 0,0-1 0,1 1 0,0-1 0,0 1 0,0-1 0,2 7 0,2 6 0,-5-15 0,0-1 0,0 1 0,1 0 0,-1 0 0,1 0 0,-1-1 0,1 1 0,-1 0 0,1-1 0,0 1 0,0 0 0,0-1 0,0 1 0,0-1 0,0 1 0,1-1 0,-1 0 0,0 0 0,1 1 0,-1-1 0,1 0 0,1 1 0,3 1 0,-4-2 0,-1-1 0,0 1 0,1-1 0,-1 1 0,1-1 0,-1 1 0,1-1 0,-1 0 0,1 0 0,-1 0 0,1 0 0,-1 0 0,1 0 0,-1 0 0,1 0 0,-1 0 0,1-1 0,1 0 0,1 0 0,0 0 0,0 0 0,0 0 0,-1-1 0,1 0 0,0 1 0,-1-1 0,0-1 0,1 1 0,-1 0 0,4-5 0,-5 5 0,-1 1 0,1-1 0,-1 0 0,0 1 0,0-1 0,0 0 0,0 0 0,0 0 0,0 0 0,-1 0 0,1 0 0,-1 0 0,1 0 0,-1 0 0,0 0 0,0 0 0,0 0 0,0 0 0,0-1 0,0 1 0,0 0 0,-1 0 0,1 0 0,-1 0 0,-1-3 0,-2-5 0,0-1 0,0 1 0,-1 0 0,-1 1 0,0-1 0,0 1 0,-1 1 0,-9-11 0,-27-25 0,-7-2 0,23 23 0,26 23 0,1 0 0,0 0 0,-1 0 0,1 0 0,0 0 0,-1 0 0,1 0 0,0-1 0,0 1 0,-1 0 0,1 0 0,0 0 0,-1 0 0,1-1 0,0 1 0,0 0 0,0 0 0,-1-1 0,1 1 0,0 0 0,0-1 0,0 1 0,-1 0 0,1 0 0,0-1 0,0 1 0,0 0 0,0-1 0,0 1 0,0 0 0,0-1 0,0 1 0,0 0 0,0-1 0,0 1 0,0 0 0,0-1 0,0 1 0,-10-2 0,-8 3 0,10-1 0,-1 5 0,1-1 0,1-3-32,65-4-733,88-16 0,-112 14 620,4-5 170,-30 7-22,0 1 1,1 0 0,-1 0-1,14 0 1,30-3 276,-33 1 597,14-7-370,-26 11-507,-5 6 0,-3-3 0,1 10 0,1-1 0,0 0 0,5 21 0,-3-13 0,-3-17 0,0 0 0,0 0 0,1-1 0,0 1 0,-1 0 0,1 0 0,3 5 0,7 24 0,-10-27 0,1 1 0,-1-1 0,1 0 0,1 0 0,2 6 0,6 7 0,-1 0 0,11 27 0,-18-31 0,-3-13 0,1 1 0,-1-1 0,0 0 0,1 1 0,-1-1 0,1 1 0,-1-1 0,1 0 0,0 1 0,0-1 0,1 2 0,5 6 0,-9-11 0,-13-16 0,7 6 0,0 0 0,1-1 0,0 0 0,1-1 0,1 1 0,0-1 0,1 0 0,-4-23 0,6 26 0,0 1 0,2-1 0,-1 0 0,1 1 0,1-1 0,0 1 0,0-1 0,1 1 0,1-1 0,0 1 0,0 0 0,5-10 0,-6 18 0,0-1 0,0 1 0,0-1 0,1 1 0,-1 0 0,1 0 0,0 0 0,-1 1 0,1-1 0,0 1 0,0-1 0,0 1 0,0 0 0,1 0 0,-1 0 0,0 0 0,0 1 0,0-1 0,1 1 0,-1 0 0,5 0 0,1 0 0,0 1 0,0-1 0,0 1 0,0 1 0,-1 0 0,17 5 0,-19-4 0,0 0 0,-1 0 0,1 0 0,-1 1 0,0 0 0,6 5 0,-8-7 0,-1 0 0,0 0 0,0 0 0,-1 0 0,1 1 0,0-1 0,-1 1 0,0-1 0,1 1 0,-1-1 0,0 1 0,0 0 0,-1 0 0,1-1 0,0 1 0,-1 4 0,1-3 0,-1-1 0,0 1 0,0-1 0,-1 1 0,1-1 0,-1 0 0,1 1 0,-1-1 0,0 1 0,0-1 0,-1 0 0,1 0 0,-1 0 0,0 0 0,1 0 0,-1 0 0,0 0 0,-1 0 0,1-1 0,0 1 0,-1-1 0,-5 4 0,-11 15 0,19-21 0,0 0 0,0 1 0,-1-1 0,1 0 0,0 0 0,-1 1 0,1-1 0,-1 0 0,1 0 0,0 0 0,-1 1 0,1-1 0,-1 0 0,1 0 0,0 0 0,-1 0 0,1 0 0,-1 0 0,1 0 0,-1 0 0,1 0 0,0 0 0,-1 0 0,1 0 0,-1 0 0,1 0 0,0-1 0,-1 1 0,1 0 0,-1 0 0,1 0 0,0-1 0,-1 1 0,1 0 0,0 0 0,-1-1 0,1 1 0,0 0 0,-1-1 0,1 1 0,0 0 0,0-1 0,-1 1 0,1 0 0,0-1 0,0 1 0,0-1 0,-1 0 0,0-1 0,0 1 0,0-1 0,0 0 0,0 0 0,0 0 0,1 0 0,-1 0 0,0 0 0,1-1 0,0 1 0,-1 0 0,1 0 0,0 0 0,0 0 0,0-1 0,1 1 0,0-3 0,12-39 0,-7 27 0,-5 14 0,1 0 0,-1-1 0,1 1 0,0 0 0,0 0 0,1 0 0,-1 0 0,1 1 0,3-4 0,11-14 0,-14 16 0,1 0 0,-1 1 0,1-1 0,0 1 0,0 0 0,0 0 0,1 0 0,-1 1 0,1-1 0,-1 1 0,1 0 0,0 1 0,-1-1 0,1 1 0,0 0 0,6-1 0,-7 2 0,1 0 0,0 0 0,0 0 0,0 1 0,0 0 0,-1 0 0,1 0 0,0 0 0,-1 1 0,1 0 0,-1 0 0,7 3 0,0 1 0,-1 1 0,1 0 0,17 15 0,-23-16 0,1-1 0,-1 1 0,0 1 0,-1-1 0,1 1 0,-1 0 0,0 0 0,-1 0 0,0 0 0,0 1 0,2 10 0,3 5 0,-7-19 0,1 0 0,-1 0 0,0 1 0,0-1 0,0 0 0,0 7 0,-1 3-1406,-1 1-1,-1-1 1,0 0-1,-7 26 1,7-34 831,0 0 1,0-1 0,0 1-1,-1 0 1,0-1 0,0 1-1,-1-1 1,1 0 0,-1 0-1,0 0 1,-1-1 0,1 1-1,-1-1 1,-5 3 0,-2 2-2117,9-6 1373,-1-1 0,1 1-1,-1-1 1,0 0-1,-7 3 1,-6 1-2720</inkml:trace>
</inkml:ink>
</file>

<file path=ppt/ink/ink1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11.543"/>
    </inkml:context>
    <inkml:brush xml:id="br0">
      <inkml:brushProperty name="width" value="0.035" units="cm"/>
      <inkml:brushProperty name="height" value="0.035" units="cm"/>
      <inkml:brushProperty name="color" value="#0066FF"/>
    </inkml:brush>
  </inkml:definitions>
  <inkml:trace contextRef="#ctx0" brushRef="#br0">50 215 808,'-26'7'7589,"2"-4"3057,33-10-3194,16-6-3906,73-18-2332,122-23 0,-101 27-916,49-8-298,23-6 0,-106 25-11454,-94 22 2916,-44 19-1684,29-19 7797</inkml:trace>
</inkml:ink>
</file>

<file path=ppt/ink/ink1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11.722"/>
    </inkml:context>
    <inkml:brush xml:id="br0">
      <inkml:brushProperty name="width" value="0.035" units="cm"/>
      <inkml:brushProperty name="height" value="0.035" units="cm"/>
      <inkml:brushProperty name="color" value="#0066FF"/>
    </inkml:brush>
  </inkml:definitions>
  <inkml:trace contextRef="#ctx0" brushRef="#br0">162 65 792,'-23'11'3488,"-25"16"0,-7 3 2808,53-28-5633,-1-1-1,0 0 0,1 0 1,0 1-1,-1-1 0,1 1 0,0 0 1,0 0-1,0 0 0,0 0 1,0 0-1,0 0 0,0 0 1,1 1-1,-2 3 0,2-6-557,1 0-1,0 1 0,0-1 1,0 0-1,0 1 1,0-1-1,0 1 0,1-1 1,-1 0-1,0 1 0,0-1 1,0 0-1,0 1 1,0-1-1,0 0 0,1 1 1,-1-1-1,0 0 0,0 1 1,1-1-1,-1 0 1,0 0-1,0 1 0,1-1 1,-1 0-1,0 0 0,1 1 1,-1-1-1,0 0 1,1 0-1,-1 0 0,0 0 1,1 1-1,-1-1 0,0 0 1,1 0-1,-1 0 1,0 0-1,1 0 0,-1 0 1,1 0-1,-1 0 1,0 0-1,1 0 0,21 1 3305,31-4-3409,-1-2 0,75-18 0,-40 7 0,193-27 40,36-6-243,-283 41-1823,-12 1-2158,-4-1-2498,-1-1-3971,-7 4 4707</inkml:trace>
</inkml:ink>
</file>

<file path=ppt/ink/ink1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28.489"/>
    </inkml:context>
    <inkml:brush xml:id="br0">
      <inkml:brushProperty name="width" value="0.035" units="cm"/>
      <inkml:brushProperty name="height" value="0.035" units="cm"/>
      <inkml:brushProperty name="color" value="#0066FF"/>
    </inkml:brush>
  </inkml:definitions>
  <inkml:trace contextRef="#ctx0" brushRef="#br0">214 44 2769,'-2'-1'9411,"-6"-4"-426,-8-10 706,16 14-9641,0 1-1,0-1 1,0 1 0,0-1 0,0 1-1,-1 0 1,1-1 0,0 1 0,0 0-1,-1-1 1,1 1 0,0 0 0,0-1-1,-1 1 1,1 0 0,0-1-1,-1 1 1,1 0 0,0 0 0,-1-1-1,1 1 1,-1 0 0,1 0 0,0 0-1,-1 0 1,1 0 0,-1-1 0,0 1-32,1 0 1,0 0-1,-1 0 1,1 0-1,-1 0 1,1 0-1,0-1 1,-1 1-1,1 0 1,-1 0-1,1 0 1,0-1-1,-1 1 1,1 0-1,0-1 1,-1 1-1,1 0 1,0-1-1,0 1 1,-1 0-1,1-1 1,0 1-1,0 0 1,0-1-1,0 1 1,-1-1-1,1 0 1,0 1-19,0 0 0,0 0 0,0 0 0,0-1 0,0 1 0,0 0 0,0 0 0,0-1 0,0 1 0,0 0 0,0 0 0,0 0 0,-1-1 0,1 1 0,0 0 0,0 0 0,0 0 0,0 0 0,0-1 0,-1 1 0,1 0 0,0 0 0,0 0 0,0 0 0,0 0 0,-1 0 0,1-1 0,0 1 0,0 0 0,-1 0 0,1 0 0,0 0 0,0 0 0,-1 0 0,-14 0 0,1 0 0,7 1 0,4 3 0,-20 19 0,7 2 0,13-21 0,0 0 0,0 0 0,0 0 0,1 0 0,-1 1 0,1-1 0,0 1 0,1 0 0,-1 0 0,1 0 0,0-1 0,-1 8 0,-7 79 0,1-5 0,6-57 0,-1 0 0,-11 47 0,0-1 0,8-14 0,2 80 0,4-136-43,1 0 0,0 0 1,0 0-1,0 0 0,0 0 0,1 0 0,0-1 0,5 10 1,-4-7-3375,-3-6 3198,0-1 0,0 1 1,0-1-1,0 0 0,0 1 1,0-1-1,0 1 1,1-1-1,-1 1 0,0-1 1,0 0-1,1 1 0,-1-1 1,0 1-1,0-1 0,1 0 1,-1 1-1,0-1 0,1 0 1,-1 0-1,0 1 0,1-1 1,-1 0-1,1 0 0,-1 1 1,0-1-1,1 0 0,-1 0 1,1 0-1,-1 0 0,1 0 1,-1 0-1,1 0 1,-1 0-1,0 0 0,1 0 1,-1 0-1,1 0 0,-1 0 1,1 0-1,-1 0 0,1 0 1,-1 0-1,0 0 0,1-1 1,7-7-4739</inkml:trace>
</inkml:ink>
</file>

<file path=ppt/ink/ink1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28.738"/>
    </inkml:context>
    <inkml:brush xml:id="br0">
      <inkml:brushProperty name="width" value="0.035" units="cm"/>
      <inkml:brushProperty name="height" value="0.035" units="cm"/>
      <inkml:brushProperty name="color" value="#0066FF"/>
    </inkml:brush>
  </inkml:definitions>
  <inkml:trace contextRef="#ctx0" brushRef="#br0">189 118 656,'-5'1'1424,"-109"31"18819,111-31-19549,0-1 0,0 1 0,1 0 0,-1 0 0,0 0 0,1 1 0,-1-1 0,0 1 0,1-1 0,-5 5 0,-20 14 2116,25-20-2810,2 1 0,0-1 0,-1 0 0,1 0 0,-1 0 0,1 1 0,0-1 0,-1 0 0,1 1 0,-1-1 0,1 0 0,0 1 0,0-1 0,-1 0 0,1 1 0,0-1 0,-1 1 0,1-1 0,0 0 0,0 1 0,0-1 0,0 1 0,-1-1 0,1 1 0,0-1 0,0 1 0,0-1 0,0 1 0,0-1 0,0 0 0,0 0 0,0 1 0,0-1 0,0 0 0,0 0 0,0 0 0,0 1 0,0-1 0,0 0 0,0 0 0,0 0 0,1 1 0,-1-1 0,0 0 0,0 0 0,0 0 0,0 1 0,0-1 0,0 0 0,0 0 0,1 0 0,-1 0 0,0 1 0,0-1 0,0 0 0,1 0 0,-1 0 0,0 0 0,0 0 0,0 0 0,1 0 0,-1 0 0,0 0 0,0 0 0,0 1 0,1-1 0,-1 0 0,0 0 0,0 0 0,1 0 0,-1 0 0,0 0 0,0 0 0,0 0 0,0 0 0,1 0 0,-1 0 0,0 0 0,0 0 0,0 0 0,0 0 0,0 0 0,0 0 0,1 1 0,-1-1 0,0 0 0,0 0 0,0 0 0,0 0 0,0 0 0,0 0 0,0 1 0,0-1 0,1 0 0,-1 0 0,0 0 0,0 0 0,0 0 0,0 1 0,0-1 0,0 0 0,0 0 0,0 0 0,0 0 0,0 1 0,0-1 0,0 0 0,0 1 0,1-1 0,-1 1 0,0-1 0,1 0 0,-1 1 0,0-1 0,1 0 0,-1 1 0,1-1 0,-1 0 0,1 0 0,-1 1 0,1-1 0,-1 0 0,0 0 0,1 0 0,-1 0 0,1 1 0,-1-1 0,1 0 0,0 0 0,-1 0 0,1 0 0,0 0 0,21 0 0,-13 0 0,69 4 0,1-4 0,137-17 0,-213 17 0,57-6-762,-1-3 0,-1-3 1,0-1-1,108-43 0,-154 51-1174,-1-1 1,0 0-1,18-14 0,-21 14-113,0-1 0,-1 0-1,0-1 1,-1 1 0,7-10-1,-3 0-3036</inkml:trace>
</inkml:ink>
</file>

<file path=ppt/ink/ink1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29.073"/>
    </inkml:context>
    <inkml:brush xml:id="br0">
      <inkml:brushProperty name="width" value="0.035" units="cm"/>
      <inkml:brushProperty name="height" value="0.035" units="cm"/>
      <inkml:brushProperty name="color" value="#0066FF"/>
    </inkml:brush>
  </inkml:definitions>
  <inkml:trace contextRef="#ctx0" brushRef="#br0">231 209 288,'-78'-16'9078,"31"10"-5229,-12-4 3190,56 9-6312,-1 0 0,1 0-1,-1 0 1,1-1 0,-1 1-1,1-1 1,0 0 0,0 0-1,0 0 1,0 0 0,0-1-1,-4-4 1,7 7-652,0-1 0,0 1-1,0-1 1,0 0 0,0 1 0,0-1-1,0 1 1,0-1 0,0 0 0,0 1-1,0-1 1,0 0 0,0 1 0,0-1-1,0 1 1,1-1 0,-1 0 0,0 1-1,0-1 1,1 1 0,-1-1 0,1 1 0,-1-1-1,0 1 1,1-1 0,-1 1 0,1-1-1,-1 1 1,1 0 0,-1-1 0,1 1-1,-1 0 1,1-1 0,-1 1 0,1 0-1,0-1 1,24-11 193,33-6-256,1 3 0,99-14 1,-50 11-18,109-13 5,-212 30 0,63-5-3306,-66 6 1596,2 0-4000</inkml:trace>
</inkml:ink>
</file>

<file path=ppt/ink/ink1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0.755"/>
    </inkml:context>
    <inkml:brush xml:id="br0">
      <inkml:brushProperty name="width" value="0.035" units="cm"/>
      <inkml:brushProperty name="height" value="0.035" units="cm"/>
      <inkml:brushProperty name="color" value="#0066FF"/>
    </inkml:brush>
  </inkml:definitions>
  <inkml:trace contextRef="#ctx0" brushRef="#br0">8 42 4345,'-8'0'28422,"20"7"-28422,42 29 0,-49-32 0,6 5 0,1 1 0,-1 0 0,-1 1 0,0 0 0,10 14 0,-8-8 0,-10-16 0,0 1 0,-1 0 0,1 0 0,-1 0 0,0 0 0,0 1 0,0-1 0,0 0 0,0 0 0,1 4 0,5 11 0,-6-15 0,0 0 0,0 0 0,0 0 0,0 0 0,0 0 0,0 1 0,-1-1 0,1 0 0,-1 5 0,1 7 0,-1-9 0,0 0 0,0 1 0,0-1 0,0 0 0,-1 0 0,0 0 0,0 0 0,0 0 0,-3 6 0,4-11 0,0 0 0,-1 1 0,1-1 0,0 1 0,0-1 0,-1 1 0,1-1 0,0 0 0,0 1 0,0-1 0,0 1 0,0-1 0,-1 1 0,1-1 0,0 1 0,0-1 0,0 1 0,0 0 0,1-1 0,-1 1 0,0-1 0,0 0 0,0 1 0,0-1 0,0 1 0,1-1 0,-1 1 0,0-1 0,0 1 0,1 0 0,-1-1 0,1 0 0,-1 0 0,0 0 0,1 0 0,-1 0 0,0 0 0,0 0 0,1 0 0,-1 0 0,0 0 0,1 0 0,-1 0 0,0 0 0,0 0 0,1 0 0,-1 0 0,0 0 0,1 0 0,-1-1 0,0 1 0,0 0 0,1 0 0,-1 0 0,0 0 0,0-1 0,0 1 0,1 0 0,-1 0 0,0 0 0,0-1 0,0 1 0,1 0 0,-1 0 0,0-1 0,0 1 0,0 0 0,0 0 0,0-1 0,0 1 0,0 0 0,0-1 0,5-9 0,15-38 0,-16 39 0,0 1 0,0-1 0,1 1 0,0-1 0,1 1 0,10-12 0,9-12 0,-13 15 0,1 0 0,0 1 0,2 1 0,-1 0 0,2 1 0,19-14 0,-31 25 0,20-9 0,-23 12 0,0 0 0,0 0 0,0 0 0,0 0 0,0 0 0,0 0 0,0 0 0,0 0 0,0 0 0,0 0 0,0 0 0,0 1 0,0-1 0,0 0 0,0 1 0,0-1 0,0 1 0,0-1 0,0 1 0,-1-1 0,1 1 0,0 0 0,0-1 0,-1 1 0,2 1 0,8 8 0,-8-8 0,-1-1 0,1 1 0,-1-1 0,0 1 0,1 0 0,-1-1 0,0 1 0,0 0 0,0 0 0,0 0 0,1 2 0,-1-1 0,2 7 0,0-1 0,0 1 0,-1 0 0,-1-1 0,2 20 0,-3 94 0,-1-120 0,1-3 0,0 1 0,0-1 0,0 0 0,1 1 0,-1-1 0,0 1 0,1-1 0,-1 0 0,1 1 0,-1-1 0,0 0 0,1 1 0,-1-1 0,1 0 0,-1 0 0,1 1 0,-1-1 0,0 0 0,1 0 0,-1 0 0,1 0 0,0 1 0,0-1 0,0 0 0,1 0 0,-1 0 0,0 1 0,0-1 0,1 0 0,-1-1 0,0 1 0,0 0 0,0 0 0,1 0 0,-1-1 0,0 1 0,0-1 0,0 1 0,0-1 0,0 1 0,0-1 0,0 0 0,0 1 0,0-1 0,0 0 0,0 0 0,0 0 0,0 1 0,-1-1 0,2-2 0,1 0 0,6-7 0,9-7 0,-8 9 0,-1 0 0,0 0 0,-1-1 0,0 0 0,-1 0 0,1-1 0,6-12 0,-4 6 0,24-28 0,1 6 0,-35 35 0,0 3 0,0-1 0,0 1 0,0 0 0,0-1 0,0 1 0,0 0 0,0 0 0,0-1 0,0 1 0,0 0 0,0-1 0,0 1 0,0 0 0,1-1 0,-1 1 0,0 0 0,0 0 0,0-1 0,0 1 0,1 0 0,-1 0 0,0-1 0,0 1 0,0 0 0,1 0 0,-1 0 0,0 0 0,0-1 0,1 1 0,-1 0 0,0 0 0,1 0 0,-1 0 0,0 0 0,0 0 0,1 0 0,-1 0 0,0 0 0,1 0 0,-1 0 0,0 0 0,1 0 0,-1 0 0,0 0 0,1 0 0,-1 0 0,0 0 0,1 0 0,0 0 0,1 0 0,-1 0 0,1 0 0,-1 0 0,1 1 0,0-1 0,-1 0 0,1 1 0,-1-1 0,0 1 0,1 0 0,-1-1 0,1 1 0,-1 0 0,0 0 0,0 0 0,1 0 0,-1 0 0,0 0 0,0 0 0,0 0 0,0 0 0,0 1 0,0-1 0,-1 0 0,1 1 0,0-1 0,-1 1 0,2 2 0,4 7 0,14 11 0,1 0 0,46 37 0,23 20 0,-81-70 0,0 0 0,1-1 0,0 0 0,1-1 0,0 0 0,20 9 0,-27-14 0,0-1 0,0 1 0,0-1 0,0 0 0,1 0 0,-1 0 0,0 0 0,1-1 0,-1 1 0,0-1 0,1 0 0,6-1 0,13-4 0,0 0 0,28-10 0,-42 11 0,1 0 0,-1 0 0,-1-1 0,1 0 0,-1-1 0,1 0 0,9-10 0,-15 13 0,4-5 0,0 1 0,0-1 0,-1-1 0,6-9 0,-11 15 0,0 0 0,-1 0 0,1 0 0,-1 0 0,0 0 0,0-1 0,0 1 0,0 0 0,-1-1 0,1 1 0,-1-1 0,0 1 0,0 0 0,0-1 0,0 1 0,-1-1 0,-1-4 0,2 4 0,-1 0 0,0 0 0,-1 0 0,1 0 0,-1 0 0,0 0 0,0 0 0,0 1 0,0-1 0,0 1 0,-1-1 0,0 1 0,0 0 0,0 0 0,0 0 0,-5-3 0,-6-4 0,13 8 0,0 1 0,0 0 0,-1 0 0,1 0 0,-1 0 0,1 0 0,-1 0 0,0 0 0,1 1 0,-1-1 0,0 0 0,-3 0 0,-4 0 0,-1 0 0,0 0 0,0 0 0,0 2 0,0-1 0,0 1 0,0 1 0,1-1 0,-1 2 0,0-1 0,1 2 0,-10 3 0,7-1 0,1 0 0,-1 0 0,1 1 0,1 1 0,-1 0 0,2 0 0,-1 1 0,-16 19 0,9-12 0,14-13 0,0-1 0,0 1 0,0 0 0,0 0 0,1 0 0,-1 0 0,-1 4 0,-9 13 0,10-16 0,1-1 0,0 1 0,-1-1 0,1 1 0,1 0 0,-1 0 0,0 0 0,1 0 0,0 0 0,0 0 0,-1 9 0,2-13 0,1 1 0,-1 0 0,0 0 0,0 0 0,0 0 0,0 0 0,1 0 0,-1 0 0,1 0 0,-1-1 0,0 1 0,1 0 0,-1 0 0,1-1 0,0 1 0,-1 0 0,1 0 0,0-1 0,-1 1 0,1-1 0,0 1 0,0-1 0,-1 1 0,1-1 0,0 1 0,0-1 0,0 0 0,0 1 0,-1-1 0,1 0 0,0 0 0,0 0 0,0 0 0,0 1 0,2-2 0,37-2 0,-35 2 0,22-5 0,0-1 0,0-2 0,-1-1 0,39-20 0,-49 23 0,28-22 0,-22 14 0,-4-1 0,-16 11 0,-2 1 0,0 8 0,0-3 0,0 1 0,0-1 0,0 1 0,0-1 0,1 1 0,-1-1 0,0 0 0,1 1 0,-1-1 0,1 1 0,0-1 0,-1 0 0,1 0 0,0 1 0,0-1 0,1 2 0,-1-2 0,0 0 0,0-1 0,-1 1 0,1 0 0,-1 0 0,1 0 0,-1 0 0,1 0 0,-1 0 0,1 0 0,-1 0 0,0 0 0,1 1 0,-1-1 0,0 0 0,0 2 0,0 0 0,1 1 0,0 0 0,0 0 0,0-1 0,0 1 0,0 0 0,1-1 0,-1 1 0,1-1 0,0 1 0,0-1 0,0 0 0,1 0 0,-1 0 0,1 0 0,0-1 0,0 1 0,0-1 0,0 1 0,0-1 0,0 0 0,7 3 0,1 1 0,0-1 0,1-1 0,0 1 0,0-2 0,23 5 0,-19-7 0,1 0 0,-1 0 0,1-2 0,0 0 0,-1-1 0,1-1 0,27-7 0,110-48 0,-135 50 0,-8 4 0,0-2 0,-1 0 0,0 0 0,0 0 0,-1-2 0,15-13 0,-18 16 0,-1-1 0,1-1 0,-1 1 0,0-1 0,-1 0 0,0 0 0,0 0 0,0-1 0,4-14 0,-8 20 0,1-1 0,-1 0 0,0 0 0,0 1 0,0-1 0,-1 0 0,1 1 0,0-1 0,-1 0 0,0 1 0,0-1 0,0 1 0,0-1 0,0 1 0,0-1 0,-1 1 0,1 0 0,-1 0 0,1-1 0,-4-1 0,1-1 0,0 1 0,0 0 0,-1 0 0,0 0 0,0 1 0,0 0 0,0 0 0,-6-3 0,5 4 0,-1 0 0,0 0 0,0 1 0,0 0 0,0 0 0,0 1 0,-1-1 0,1 2 0,0-1 0,0 1 0,0 0 0,0 0 0,0 1 0,0 0 0,-9 4 0,10-4 0,0 1 0,1-1 0,0 1 0,0 0 0,0 1 0,0-1 0,0 1 0,1 0 0,0 0 0,-1 0 0,1 1 0,1-1 0,-1 1 0,1 0 0,0 0 0,0 1 0,0-1 0,-3 11 0,4-4 0,1-1 0,0 0 0,0 1 0,3 21 0,-1 1 0,0-26 0,-1 0 0,2 1 0,-1-1 0,1 0 0,0 0 0,0 0 0,1 0 0,5 9 0,4 6 0,20 28 0,-19-32 0,19 40 0,-19-30 0,-1 0 0,-2 0 0,-1 1 0,7 41 0,-16-60 0,0 0 0,-1 0 0,0-1 0,-1 1 0,0 0 0,-1-1 0,0 0 0,0 0 0,-6 11 0,0 2 0,7-18 0,-1 1 0,1-1 0,-2 0 0,1 0 0,-1 0 0,1 0 0,-1-1 0,0 1 0,-1-1 0,1 0 0,-1 0 0,0 0 0,0-1 0,-9 5 0,7-4 0,-1 0 0,-1-1 0,1 0 0,0 0 0,-1-1 0,1 0 0,-1-1 0,0 1 0,-8-1 0,14-1 0,0 0 0,0 0 0,0 0 0,0-1 0,0 1 0,1-1 0,-1 1 0,0-1 0,0 0 0,1 0 0,-1 0 0,0-1 0,1 1 0,-1 0 0,1-1 0,0 0 0,-1 0 0,1 0 0,-3-3 0,3 2 0,0-1 0,0 1 0,0 0 0,1-1 0,-1 0 0,1 1 0,0-1 0,0 0 0,1 0 0,-1 0 0,1 1 0,-1-8 0,2-5 0,1 1 0,0 0 0,1 0 0,1 0 0,0 1 0,7-17 0,0 6 0,1 1 0,1 1 0,2 0 0,0 1 0,1 0 0,21-21 0,-8 11 0,-17 17 0,1 1 0,1 1 0,0 1 0,25-19 0,3 6 0,53-36 0,-71 45 0,0 1 0,30-12 0,21-13 0,-68 36 0,27-19 0,-32 22 0,0-1 0,-1 1 0,1 0 0,-1-1 0,1 1 0,-1-1 0,0 1 0,0-1 0,0 0 0,0 1 0,0-1 0,0 0 0,0 0 0,0 0 0,-1 0 0,1-4 0,4-2 0,1-6 0,-7 12 0,1 1 0,0-1 0,-1 0 0,1 0 0,-1 1 0,1-1 0,-1 0 0,0 1 0,0-1 0,0 1 0,0-1 0,0 1 0,-2-3 0,2 4 0,1-1 0,-1 1 0,1 0 0,-1-1 0,0 1 0,1 0 0,-1-1 0,1 1 0,-1 0 0,0 0 0,1 0 0,-1 0 0,0-1 0,0 1 0,1 0 0,-1 0 0,0 0 0,1 1 0,-1-1 0,0 0 0,1 0 0,-1 0 0,0 0 0,1 1 0,-1-1 0,0 0 0,1 0 0,-1 1 0,1-1 0,-1 1 0,1-1 0,-1 0 0,1 1 0,-1-1 0,1 1 0,-1 0 0,1-1 0,-1 2 0,-7 1 0,1 0 0,0 1 0,-11 8 0,8-6 0,-3 2 0,1 1 0,0 1 0,-13 12 0,20-17 0,0 0 0,1 1 0,-1-1 0,1 1 0,0 0 0,0 0 0,1 1 0,-4 9 0,6-14 0,1 1 0,-1-1 0,1 0 0,-1 1 0,1-1 0,0 1 0,0-1 0,0 1 0,0-1 0,1 0 0,-1 1 0,1-1 0,-1 1 0,1-1 0,0 0 0,0 1 0,2 2 0,1 2 0,1-1 0,-1 0 0,1 0 0,7 6 0,-4-4 0,0-2 0,0-1 0,0 0 0,0 0 0,18 7 0,-17-8 0,4 1 0,0-1 0,0 0 0,0-1 0,0 0 0,19 1 0,-1 0 0,-27-4-8,0 1 0,0-1 1,0 0-1,0 0 0,-1-1 0,1 1 1,0-1-1,0 0 0,0 0 0,-1 0 0,1 0 1,-1-1-1,1 1 0,-1-1 0,1 0 1,-1 0-1,5-4 0,0 1-140,1 0-745,-7 4 155,0 0 1,0 0-1,0 0 1,0 0 0,0 0-1,0 0 1,-1-1-1,1 1 1,-1-1 0,1 1-1,2-4 1,20-32-14802,-23 27 10165</inkml:trace>
</inkml:ink>
</file>

<file path=ppt/ink/ink1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1.523"/>
    </inkml:context>
    <inkml:brush xml:id="br0">
      <inkml:brushProperty name="width" value="0.035" units="cm"/>
      <inkml:brushProperty name="height" value="0.035" units="cm"/>
      <inkml:brushProperty name="color" value="#0066FF"/>
    </inkml:brush>
  </inkml:definitions>
  <inkml:trace contextRef="#ctx0" brushRef="#br0">27 729 432,'-4'-11'12319,"4"11"-11864,-1-1 0,1 1 0,-1-1 0,1 1 0,-1-1-1,1 1 1,-1 0 0,0-1 0,1 1 0,-1 0 0,1-1 0,-1 1 0,0 0 0,1 0-1,-4-3 4400,4 3-4787,0 0 1,-1 0-1,1 0 1,0 0-1,0 0 0,0 0 1,0 0-1,0 0 1,0 0-1,0 0 1,0 0-1,0 0 0,0 0 1,0 0-1,0 0 1,0 0-1,-1 0 0,0-7 6958,-5 7-6924,5 4-101,1-1 0,1 0 0,-1 0 0,1 0 0,0 0 0,-1 0 0,1 0 0,1 0 0,-1 0 0,0 0 0,1-1 0,1 4 0,-1-4 0,0 0 0,-1 1 0,0-1 0,0 1 0,0-1 0,0 1 0,0 0 0,0-1 0,0 1 0,0 5 0,-1-5 0,1 1 0,-1 0 0,1 0 0,0-1 0,0 1 0,4 6 0,-4-7 0,0 0 0,1 1 0,-1-1 0,0 0 0,-1 1 0,2 6 0,6 39 0,-8-1 0,0-46 0,0-1 0,7 7 0,-5-3 0,-2-1 0,0-8 0,0-1 0,0 0 0,0-1 0,0 1 0,0 0 0,0 4 0,0 1 0,0-1 0,0 1 0,0 0 0,0-1 0,0 1 0,0-1 0,0 1 0,0 0 0,0-1 0,0 1 0,0-1 0,0 1 0,1 0 0,-1-1 0,0 1 0,0 0 0,0-1 0,1 1 0,-1 0 0,0-1 0,0 1 0,1 0 0,-1-1 0,0 1 0,1 0 0,-1 0 0,1-1 0,2-4 0,-2 3 0,-1 0 0,0 1 0,1-1 0,-1 1 0,1-1 0,-1 1 0,1-1 0,0 1 0,0-1 0,-1 1 0,2-2 0,0 2 0,-1-1 0,0 1 0,0-1 0,-1 1 0,1-1 0,0 0 0,-1 1 0,1-1 0,0 0 0,-1 0 0,1-2 0,-1-18 0,0-4 0,0 1 0,-8-42 0,6 47 0,0 1 0,2-1 0,1-26 0,1 0 0,5-53 0,-4 65 0,1 9 0,1 0 0,1 1 0,13-36 0,-2 7 0,-7 27 0,15-32 0,-15 37 0,-1 0 0,12-40 0,-13 18 0,-6 16 0,-5 33 0,-3 20 0,6 50 0,3-68 0,1-5 0,-2 5 0,-2 9 0,-1-15-344,1-1 0,0 0 0,-1 0-1,1 0 1,-1 0 0,0 0 0,1 1 0,-1-1 0,0 0 0,1 0-1,-1 0 1,0-1 0,0 1 0,0 0 0,0 0 0,0 0 0,0-1 0,0 1-1,0 0 1,-2 0 0,-6 2-2860,-17 5-13744,10-2 12352</inkml:trace>
</inkml:ink>
</file>

<file path=ppt/ink/ink1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1.907"/>
    </inkml:context>
    <inkml:brush xml:id="br0">
      <inkml:brushProperty name="width" value="0.035" units="cm"/>
      <inkml:brushProperty name="height" value="0.035" units="cm"/>
      <inkml:brushProperty name="color" value="#0066FF"/>
    </inkml:brush>
  </inkml:definitions>
  <inkml:trace contextRef="#ctx0" brushRef="#br0">240 59 728,'-4'-6'10771,"-14"-9"-869,-1-1-43,7 5-8352,12 11-1507,0-1 0,0 1 0,0 0 0,0-1 0,-1 1 0,1 0 0,0-1 0,0 1 0,-1 0 0,1-1 0,0 1 0,0 0 0,-1-1 0,1 1 0,0 0 0,-1 0 0,1-1 0,-1 1 0,1 0 0,0 0 0,-1 0 0,1 0 0,-1-1 0,1 1 0,0 0 0,-1 0 0,1 0 0,-1 0 0,1 0 0,-1 0 0,1 0 0,0 0 0,-1 0 0,1 0 0,-1 0 0,0 1 0,0-1 0,-2-4 0,-4 4 0,-1 0 0,1 0 0,5 2 0,1-1 0,-1 1 0,1-1 0,0 1 0,0 0 0,0-1 0,0 1 0,0 0 0,0 0 0,0-1 0,0 1 0,1 0 0,-1 0 0,0 4 0,-1 1 0,-1 7 0,0-1 0,0 1 0,1 0 0,1 1 0,0-1 0,1 0 0,2 18 0,-1 10 0,8 76 0,0 5 0,-9-112 0,0-1 0,-1 1 0,0 0 0,0-1 0,-5 15 0,-1-2 0,5-17 0,1 0 0,-1-1 0,-1 1 0,1-1 0,-5 9 0,-8 10-1677,12-18 271,0 0-1,0 0 0,-1-1 0,-8 10 1,11-14 1153,0 0 0,-1 0 1,1 0-1,0 0 0,0 0 0,-1 0 1,1 0-1,-1-1 0,1 1 0,-1-1 1,1 1-1,-1-1 0,1 1 0,-1-1 1,1 0-1,-1 0 0,0 0 1,1 0-1,-1 0 0,1 0 0,-1 0 1,1 0-1,-1-1 0,-2 0 0,-13-5-10109,9 0 5138</inkml:trace>
</inkml:ink>
</file>

<file path=ppt/ink/ink1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2.243"/>
    </inkml:context>
    <inkml:brush xml:id="br0">
      <inkml:brushProperty name="width" value="0.035" units="cm"/>
      <inkml:brushProperty name="height" value="0.035" units="cm"/>
      <inkml:brushProperty name="color" value="#0066FF"/>
    </inkml:brush>
  </inkml:definitions>
  <inkml:trace contextRef="#ctx0" brushRef="#br0">33 39 64,'0'-1'600,"0"-1"1,0 1-1,-1 0 1,1-1-1,0 1 1,-1-1-1,1 1 1,-1 0-1,0 0 1,1-1-1,-1 1 1,0 0-1,0 0 0,-2-2 1,3 2 143,-1 0 0,0 0 0,1 0 0,-1 1 0,0-1 0,1 0 0,-1 0 0,1 0 0,0 0 0,-1 0 0,1 0 0,0 0 0,-1 0 0,1-1 0,-13 0 7840,11 1-5683,8 4-2301,1-2-565,-1 1 0,0 1-1,0-1 1,0 1 0,0 0-1,-1 0 1,1 1 0,-1-1-1,0 1 1,0 1 0,0-1-1,4 6 1,5 6-35,-11-14 0,-1 0 0,0 0 0,0 1 0,0-1 0,0 1 0,-1 0 0,1 0 0,-1-1 0,0 1 0,0 0 0,0 0 0,1 3 0,1 4 0,1-1 0,0-1 0,0 1 0,7 10 0,13 29 0,-14-21 0,2-1 0,1 0 0,29 45 0,-14-26 0,-18-29 0,0-1 0,19 25 0,45 30 0,-54-50 0,-16-15 0,1 0 0,1 0 0,-1 0 0,8 4 0,-2-2 7,-9-5-13,0 0 0,0-1 1,1 0-1,-1 1 0,0-1 0,1 0 1,-1 0-1,1-1 0,0 1 0,-1 0 1,1-1-1,-1 1 0,1-1 0,0 0 0,3 0 1,2 0-955,-1-1 0,1 0 0,-1 0 0,0 0 0,0-1 0,0 0 0,0-1-1,0 0 1,0 0 0,7-4 0,4-5-3401,0 0-1,17-17 1,-5 5-147,-13 12 1755</inkml:trace>
</inkml:ink>
</file>

<file path=ppt/ink/ink1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2.873"/>
    </inkml:context>
    <inkml:brush xml:id="br0">
      <inkml:brushProperty name="width" value="0.035" units="cm"/>
      <inkml:brushProperty name="height" value="0.035" units="cm"/>
      <inkml:brushProperty name="color" value="#0066FF"/>
    </inkml:brush>
  </inkml:definitions>
  <inkml:trace contextRef="#ctx0" brushRef="#br0">111 469 1488,'-6'1'2281,"-1"0"1,1 0-1,-1 1 0,1 0 0,0 0 0,-13 6 0,-10 3 4403,28-10-6157,-1 0 1,0 0-1,0 1 1,1-1-1,-1 0 1,1 1-1,-1-1 0,1 1 1,0-1-1,-1 1 1,-1 3-1,3-5-478,0 0 0,-1 1 0,1-1-1,0 1 1,-1-1 0,1 1 0,0-1 0,-1 1 0,1-1-1,0 1 1,0-1 0,-1 1 0,1-1 0,0 1-1,0-1 1,0 1 0,0-1 0,0 1 0,0-1-1,0 1 1,0 0 0,0-1 0,0 1 0,0-1-1,0 1 1,0-1 0,1 1 0,-1-1 0,0 1 0,0-1-1,1 1 1,-1-1 0,0 1 0,1-1 0,-1 1-1,0-1 1,1 1 0,-1-1 0,1 0 0,-1 1-1,0-1 1,1 0 0,-1 1 0,1-1 0,25 11 42,-18-7-89,1-1 1,-1 0-1,11 3 1,-4-4-3,-1 0 0,1 0 0,0-2 0,-1 0 0,1 0 0,0-1 0,22-5 0,-12-1 0,1 0 0,-1-2 0,32-15 0,-54 22 0,0 0 0,1 1 0,-1-1 0,0-1 0,0 1 0,-1 0 0,1-1 0,0 1 0,-1-1 0,0 0 0,1 0 0,-1 0 0,0 0 0,0 0 0,-1 0 0,1-1 0,-1 1 0,0-1 0,0 1 0,0-1 0,0 1 0,0-1 0,-1 0 0,0 1 0,1-1 0,-1 0 0,-1 1 0,1-1 0,0 0 0,-1 1 0,0-1 0,-2-5 0,1 3 0,0 0 0,-1 1 0,0 0 0,0-1 0,0 1 0,0 0 0,-5-5 0,-2-5 0,9 13 0,0 0 0,0 0 0,-1 0 0,1 0 0,-1 0 0,1 0 0,-1 0 0,1 0 0,-1 1 0,0-1 0,0 1 0,0-1 0,0 1 0,0 0 0,0 0 0,0 0 0,0 0 0,-1 0 0,1 0 0,0 0 0,-1 1 0,1-1 0,0 1 0,-1 0 0,1 0 0,0 0 0,-6 0 0,5 1 0,0-1 0,0 1 0,0-1 0,0 1 0,1 0 0,-1 0 0,0 1 0,0-1 0,0 0 0,1 1 0,-1 0 0,1 0 0,-1 0 0,-2 2 0,-29 34 0,30-34 0,1 0 0,0 0 0,0 1 0,0-1 0,0 1 0,1 0 0,0-1 0,0 1 0,0 0 0,1 0 0,-1 1 0,1-1 0,0 0 0,1 0 0,-1 9 0,1-9 0,0 1 0,0-1 0,1 1 0,0-1 0,0 0 0,0 1 0,1-1 0,-1 0 0,1 0 0,1 0 0,-1 0 0,1 0 0,-1-1 0,1 1 0,1-1 0,-1 0 0,1 1 0,-1-1 0,1-1 0,0 1 0,0-1 0,9 6 0,5 3 0,0 0 0,1-2 0,0 0 0,0-1 0,1-1 0,29 8 0,-13-7 0,0-1 0,72 4 0,-70-11 0,0-3 0,47-7 0,-7-9 0,-62 14 0,-8 2 0,1-1 0,-1 0 0,0 0 0,0-1 0,0 0 0,0 0 0,-1-1 0,1 0 0,-1-1 0,-1 1 0,1-1 0,-1-1 0,0 1 0,0-1 0,-1 0 0,0 0 0,0-1 0,6-11 0,-10 11 0,1 0 0,-1 0 0,0-1 0,-1 1 0,1 0 0,-2 0 0,0-10 0,-1-9 0,1 11 0,-1-1 0,0 1 0,-10-32 0,-3-20 0,-7-39 0,6 42 0,5 37 0,9 25 0,0 0 0,1 0 0,-1 0 0,1 0 0,0-1 0,0 1 0,0-1 0,0 1 0,0-4 0,1 6 0,0 0 0,0 0 0,0 1 0,0-1 0,-1 0 0,1 0 0,0 1 0,-1-1 0,1 0 0,0 0 0,-1 1 0,1-1 0,-1 0 0,1 1 0,-1-1 0,1 1 0,-1-1 0,1 1 0,-1-1 0,0 1 0,0-1 0,0 0 0,1 1 0,-1 0 0,1-1 0,-1 1 0,1-1 0,-1 1 0,1 0 0,-1-1 0,1 0 0,0 1 0,-1-1 0,1 1 0,0-1 0,-1 1 0,1-1 0,0 0 0,0 1 0,-1-1 0,1 1 0,0-2 0,-1-2 0,-6 8 0,5-3 0,1 1 0,-1-1 0,1 1 0,0 0 0,0-1 0,0 1 0,0 0 0,0-1 0,1 1 0,-1 0 0,0 0 0,1 0 0,-1 0 0,1 3 0,-4 31 0,5-15 0,0 0 0,5 23 0,5 68 0,3 16 0,-13-117 0,-1 0 0,0 0 0,-1 0 0,-4 18 0,2-6 0,-3 5 0,-1 0 0,-1 0 0,-2-1 0,0 0 0,-2 0 0,-27 43 0,12-15 0,20-33-8168,7-16 1832,6-15 1943,-3-1-891,4 0 3</inkml:trace>
</inkml:ink>
</file>

<file path=ppt/ink/ink1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3.095"/>
    </inkml:context>
    <inkml:brush xml:id="br0">
      <inkml:brushProperty name="width" value="0.035" units="cm"/>
      <inkml:brushProperty name="height" value="0.035" units="cm"/>
      <inkml:brushProperty name="color" value="#0066FF"/>
    </inkml:brush>
  </inkml:definitions>
  <inkml:trace contextRef="#ctx0" brushRef="#br0">43 97 816,'-13'-11'5990,"2"1"-646,1 5 1497,1-2-1291,37 7 1151,-11 1-5176,59 2-1525,45-2 0,116-9 0,-207 6-829,22-2-2790,-49 4 3372,-1-1-1,1 1 1,0-1 0,0 0-1,0-1 1,-1 1 0,1 0-1,-1-1 1,1 1 0,-1-1 0,1 0-1,-1 0 1,0 1 0,2-4-1,9-8-6232,-5 5 1088,-3 2-1002,2 1 1275</inkml:trace>
</inkml:ink>
</file>

<file path=ppt/ink/ink1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4.223"/>
    </inkml:context>
    <inkml:brush xml:id="br0">
      <inkml:brushProperty name="width" value="0.035" units="cm"/>
      <inkml:brushProperty name="height" value="0.035" units="cm"/>
      <inkml:brushProperty name="color" value="#0066FF"/>
    </inkml:brush>
  </inkml:definitions>
  <inkml:trace contextRef="#ctx0" brushRef="#br0">441 204 2977,'14'-12'4144,"-14"11"-3676,1 1 1,-1-1-1,0 0 0,0 1 1,1-1-1,-1 0 0,0 1 1,0-1-1,0 0 0,1 1 1,-1-1-1,0 0 0,0 0 1,0 1-1,0-1 0,0 0 1,0 1-1,-1-1 0,1 0 1,0 1-1,0-1 0,0 0 1,-1 1-1,1-2 0,-17-15 10613,1 6-8224,12 10-2857,0 1 0,0-1 0,0 1 0,1 0 0,-1 0 0,0 0 0,0 1 0,0-1 0,1 1 0,-6 2 0,-3-1 0,-23 5 0,-53 19 0,57-16 0,16-4 0,-1 1 0,1 0 0,1 2 0,0-1 0,0 2 0,0 0 0,1 0 0,1 1 0,0 1 0,0 0 0,1 1 0,-14 21 0,21-27 0,1 1 0,0 0 0,0 0 0,1 0 0,0 0 0,0 0 0,1 1 0,0-1 0,0 1 0,1-1 0,1 11 0,-1-12 0,1 0 0,0 0 0,0-1 0,0 1 0,1 0 0,0 0 0,1-1 0,-1 1 0,1-1 0,0 0 0,1 0 0,0 0 0,7 10 0,4-3 0,0 0 0,1 0 0,0-2 0,1 0 0,0 0 0,32 13 0,-21-13 0,0-2 0,1 0 0,0-2 0,30 3 0,-7-4 0,-1-3 0,1-3 0,0-1 0,97-17 0,-123 14 0,0-2 0,0-1 0,0-1 0,-1-1 0,0-1 0,42-25 0,-59 29 0,0-1 0,0 0 0,-1 0 0,0-1 0,0 0 0,-1 0 0,0-1 0,0 0 0,-1 0 0,0 0 0,-1 0 0,0-1 0,3-12 0,-3 7 0,-1 0 0,-1 0 0,-1 0 0,0-1 0,-2-24 0,0 6 0,0 19 0,0 1 0,-1 0 0,-7-25 0,-2-12 0,8 38 0,0 1 0,-9-23 0,9 27 0,-1-1 0,1 0 0,1-1 0,0 1 0,0 0 0,0-11 0,2 17 0,-1 0 0,1 0 0,-1 0 0,0 0 0,1 0 0,-1 0 0,-1 0 0,1 1 0,0-1 0,-1 0 0,0 1 0,1-1 0,-1 1 0,0-1 0,-5-3 0,-2-6 0,8 67 0,1-29 0,2 0 0,1-1 0,1 1 0,12 42 0,2 22 0,-12-58 0,5 38 0,-4-17 0,4 53 0,-8-91 0,-3-8 0,1 1 0,1-1 0,-1 0 0,1 0 0,0 0 0,1 0 0,0-1 0,5 10 0,-1-5 0,-7-10 0,0 0 0,1 0 0,-1-1 0,0 1 0,1 0 0,-1 0 0,1 0 0,-1-1 0,1 1 0,-1 0 0,1 0 0,0-1 0,-1 1 0,1-1 0,0 1 0,0 0 0,-1-1 0,1 1 0,0-1 0,0 0 0,0 1 0,-1-1 0,1 0 0,0 1 0,0-1 0,0 0 0,0 0 0,0 0 0,0 0 0,0 0 0,0 0 0,0 0 0,-1 0 0,1 0 0,0 0 0,0 0 0,0-1 0,0 1 0,0 0 0,0-1 0,-1 1 0,1-1 0,0 1 0,0-1 0,0 1 0,0-2 0,37-18 0,-25 13 0,0 0 0,17-13 0,-6-1 0,-1-2 0,-1 0 0,36-50 0,-22 27 0,-30 39 0,-5 7 0,0-1 0,0 0 0,0 1 0,0-1 0,0 0 0,-1 0 0,1 0 0,0 0 0,-1 0 0,1 0 0,-1 0 0,1 0 0,-1 0 0,1-2 0,-1 3 0,0 0 0,0-1 0,0 1 0,1 0 0,-1 0 0,0 0 0,0-1 0,0 1 0,0 0 0,0 0 0,0 0 0,0-1 0,1 1 0,-1 0 0,0 0 0,0 0 0,0 0 0,0 0 0,1-1 0,-1 1 0,0 0 0,0 0 0,0 0 0,1 0 0,-1 0 0,0 0 0,0 0 0,1 0 0,-1 0 0,0 0 0,0 0 0,0 0 0,1 0 0,-1 0 0,0 0 0,0 0 0,1 0 0,-1 0 0,0 0 0,0 0 0,0 0 0,1 0 0,-1 0 0,0 0 0,1 1 0,7 2 0,-8-3 0,46 35 0,-36-26 0,0-1 0,1 0 0,0 0 0,13 5 0,-4-2 0,-12-7 0,0 0 0,0 0 0,0-1 0,10 3 0,2-2 0,0 0 0,0-1 0,0-1 0,1-1 0,-1 0 0,0-2 0,1-1 0,29-5 0,-43 6 0,11-3 0,0 0 0,32-13 0,-46 15 0,0 1 0,0-1 0,0 0 0,0-1 0,-1 1 0,1-1 0,-1 1 0,1-1 0,-1 0 0,0 0 0,0-1 0,0 1 0,-1-1 0,1 1 0,-1-1 0,0 0 0,3-7 0,-4 8 0,-1-1 0,1 0 0,-1 1 0,0-1 0,0 1 0,0-1 0,0 0 0,-1 1 0,1-1 0,-1 1 0,0-1 0,0 1 0,0-1 0,-1 1 0,1 0 0,-1-1 0,-4-5 0,-2-3 0,-1 0 0,-20-20 0,22 26 0,0-1 0,-1 1 0,0 0 0,0 1 0,0 0 0,0 0 0,-1 1 0,0 0 0,0 1 0,0-1 0,-1 2 0,1-1 0,0 1 0,-1 1 0,0 0 0,1 0 0,-1 1 0,0 0 0,1 1 0,-1 0 0,-18 4 0,14-1 0,0 1 0,1 0 0,0 0 0,0 1 0,0 1 0,0 0 0,1 1 0,1 1 0,-1-1 0,1 2 0,-11 12 0,3-3 0,14-14 0,-1 1 0,1 0 0,0 0 0,0 0 0,1 1 0,-7 13 0,8-15 0,1 1 0,-1 0 0,1 0 0,1 1 0,-1-1 0,0 10 0,2-13 0,0 0 0,0 0 0,0 0 0,1 1 0,-1-1 0,1 0 0,0 0 0,0 0 0,0 0 0,0 0 0,0-1 0,1 1 0,-1 0 0,1 0 0,2 2 0,2 2 0,0-1 0,0 0 0,1-1 0,0 1 0,0-1 0,0 0 0,1-1 0,-1 0 0,1 0 0,0-1 0,0 0 0,0 0 0,1-1 0,-1 0 0,1 0 0,-1-1 0,16 1 0,2-2 0,0-1 0,-1-2 0,1 0 0,43-12 0,-53 11 0,0-2 0,0 0 0,-1-1 0,1 0 0,-2-2 0,1 1 0,22-20 0,7-15 0,-38 37 0,-4 4 0,0 0 0,0-1 0,0 1 0,0 0 0,1 0 0,-1 1 0,5-3 0,0 7 0,10 20 0,-15-21 0,0 1 0,0 0 0,-1 0 0,1 0 0,-1 0 0,1 0 0,-1 0 0,0 0 0,0 0 0,0 0 0,0 6 0,9 24 0,-9-31 0,0 0 0,0 0 0,-1 0 0,1 0 0,0 0 0,-1 0 0,0 0 0,1 0 0,-1 1 0,0-1 0,0 0 0,0 0 0,0 0 0,-1 0 0,1 0 0,-1 0 0,1 0 0,-1 0 0,1 0 0,-3 4 0,3-6-92,-1 0 1,1 1-1,0-1 0,0 0 0,-1 0 1,1 1-1,0-1 0,0 0 1,0 1-1,-1-1 0,1 0 0,0 1 1,0-1-1,0 0 0,0 1 1,0-1-1,0 1 0,0-1 1,0 0-1,0 1 0,0-1 0,0 0 1,0 1-1,0-1 0,0 1 1,0-1-1,0 0 0,0 1 0,0-1 1,1 0-1,-1 1 0,0-1 1,0 0-1,0 1 0,1-1 0,-1 0 1,0 0-1,0 1 0,1-1 1,-1 0-1,0 0 0,0 1 0,1-1 1,-1 0-1,0 0 0,1 0 1,-1 1-1,0-1 0,1 0 0,-1 0 1,1 0-1,-1 0 0,0 0 1,1 0-1,18-4-7671,-9-6-3963,-3 4 5861</inkml:trace>
</inkml:ink>
</file>

<file path=ppt/ink/ink1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4.573"/>
    </inkml:context>
    <inkml:brush xml:id="br0">
      <inkml:brushProperty name="width" value="0.035" units="cm"/>
      <inkml:brushProperty name="height" value="0.035" units="cm"/>
      <inkml:brushProperty name="color" value="#0066FF"/>
    </inkml:brush>
  </inkml:definitions>
  <inkml:trace contextRef="#ctx0" brushRef="#br0">97 107 3353,'-8'-7'1227,"1"-1"873,-1 1-1,0 0 1,0 1 0,-1 0 0,-10-6-1,16 10-1350,1 1 0,0 0 0,-1-1 1,1 1-1,0-1 0,0 0 0,0 0 0,-3-4 0,4 6-462,1-1 1,-1 1 0,1-1 0,-1 0-1,1 0 1,-1 1 0,1-1-1,0 0 1,-1 0 0,1 1 0,0-1-1,-1 0 1,1 0 0,0 0-1,0 0 1,0 1 0,0-1-1,0 0 1,0 0 0,0 0 0,0 0-1,0 0 1,0 1 0,1-1-1,-1 0 1,0 0 0,0 0 0,1 1-1,0-2 1,6-4-72,2 2-216,-1 3 0,-5 1 0,0 0 0,0 1 0,-1-1 0,1 1 0,0-1 0,0 1 0,-1 0 0,1 0 0,-1 0 0,1 0 0,-1 1 0,4 2 0,0-1 0,0 0 0,0 1 0,0 0 0,0 0 0,-1 1 0,0-1 0,0 1 0,0 0 0,4 6 0,14 14 0,-17-18 0,1 0 0,-1 1 0,-1 0 0,0 0 0,0 1 0,4 9 0,1 1 0,-6-9 0,1 1 0,-2-1 0,1 1 0,-2 0 0,1 0 0,-1 0 0,0 15 0,-2 85 0,-1-54 0,1 140 0,0-191 0,-1 0 0,0 0 0,0 0 0,0 0 0,-1 0 0,-2 6 0,4-12-20,0 0 0,-1 0 0,1 0 0,0 1 0,0-1 1,0 0-1,0 0 0,0 0 0,-1 0 0,1 1 0,0-1 0,0 0 0,0 0 0,0 0 0,0 0 1,0 1-1,0-1 0,0 0 0,-1 0 0,1 0 0,0 1 0,0-1 0,0 0 0,0 0 0,0 1 0,0-1 1,0 0-1,0 0 0,0 0 0,1 1 0,-1-1 0,0 0 0,0 0 0,0 0 0,0 1 0,0-1 0,0 0 1,0 0-1,0 0 0,0 0 0,1 1 0,-1-1 0,0 0 0,0 0 0,0 0 0,0 0 0,1 0 1,-1 1-1,0-1 0,15-5-2403,26-19-3320,-34 19 4682,24-13-3885,-18 11 2784,0-1-1,-1 0 1,0 0 0,-1-1-1,15-15 1,-9 4-823</inkml:trace>
</inkml:ink>
</file>

<file path=ppt/ink/ink1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4.823"/>
    </inkml:context>
    <inkml:brush xml:id="br0">
      <inkml:brushProperty name="width" value="0.035" units="cm"/>
      <inkml:brushProperty name="height" value="0.035" units="cm"/>
      <inkml:brushProperty name="color" value="#0066FF"/>
    </inkml:brush>
  </inkml:definitions>
  <inkml:trace contextRef="#ctx0" brushRef="#br0">86 232 1536,'4'-6'957,"0"-1"0,-1 0 0,0 0 0,0 0 0,-1-1 0,0 1 0,2-12 0,-3 11 404,0 0 0,-1 1 1,0-1-1,0 0 1,-1 0-1,0 0 0,0 1 1,-1-1-1,0 1 1,0-1-1,0 1 0,-5-9 1,-5 0 1776,-9-16-399,21 31-2739,0 1 0,0-1 0,0 1 0,0 0 0,-1-1 0,1 1 0,0 0 0,0 0 0,0-1 0,0 1 0,0 0 0,0 0 0,0 0 0,-1-1 0,1 1 0,0 0 0,0 0 0,0-1 0,-1 1 0,1 0 0,0 0 0,0 0 0,-1 0 0,1 0 0,0-1 0,0 1 0,-1 0 0,1 0 0,0 0 0,0 0 0,-1 0 0,1 0 0,0 0 0,0 0 0,-1 0 0,1 0 0,0 0 0,0 0 0,-1 0 0,1 0 0,0 0 0,-1 0 0,1 0 0,0 0 0,0 1 0,-1-1 0,1 0 0,-2 0 0,0 0 0,0 1 0,0-1 0,0 1 0,0-1 0,0 1 0,1 0 0,-1 0 0,0-1 0,0 1 0,1 0 0,-1 1 0,0-1 0,1 0 0,-1 0 0,1 1 0,0-1 0,-1 1 0,1-1 0,0 1 0,0 0 0,0-1 0,0 1 0,0 0 0,0 0 0,1-1 0,-1 1 0,0 0 0,1 0 0,0 0 0,-1 3 0,-3 19 0,3-22 0,0 1 0,0 0 0,1 0 0,-1-1 0,1 1 0,0 0 0,0 0 0,0 0 0,0-1 0,1 7 0,7 30 0,-5-20 0,10 33 0,-3-25 0,-2-1 0,10 51 0,-8-23 0,-5-30 0,-1 0 0,1 40 0,-5 96 0,0-159-100,0 0-1,0 0 1,0 0-1,0 1 1,1-1-1,-1 0 1,0 0-1,0 0 1,1 0-1,-1 0 1,1 0 0,-1 0-1,1 0 1,-1 0-1,2 1 1,0-1-295,-1 0 0,0 0 1,0 0-1,1 0 1,-1-1-1,0 1 1,1-1-1,-1 1 0,1-1 1,-1 1-1,1-1 1,-1 0-1,1 0 0,-1 1 1,1-1-1,2-1 1,6 0-2959,-1 0 1,1-1-1,17-6 1,-15 5 750,7-3-3357</inkml:trace>
</inkml:ink>
</file>

<file path=ppt/ink/ink1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6.139"/>
    </inkml:context>
    <inkml:brush xml:id="br0">
      <inkml:brushProperty name="width" value="0.035" units="cm"/>
      <inkml:brushProperty name="height" value="0.035" units="cm"/>
      <inkml:brushProperty name="color" value="#0066FF"/>
    </inkml:brush>
  </inkml:definitions>
  <inkml:trace contextRef="#ctx0" brushRef="#br0">125 351 1312,'-13'1'4223,"0"0"0,0 1 1,0 1-1,0 0 0,-15 6 0,18-6-2165,9-2-1778,-1-1 0,1 1 0,0 0-1,-1-1 1,1 1 0,0 0 0,0 0 0,0 0 0,0 0 0,0 0 0,0 0 0,0 0 0,-2 2 0,2-2-188,1 0-90,0-1-1,0 0 0,-1 1 0,1-1 1,0 0-1,0 1 0,0-1 0,-1 0 1,1 1-1,0-1 0,0 0 1,0 1-1,0-1 0,0 1 0,0-1 1,0 0-1,0 1 0,0-1 0,0 0 1,0 1-1,0-1 0,0 1 0,0-1 1,0 0-1,0 1 0,0-1 1,0 0-1,0 1 0,1-1 0,-1 0 1,0 1-1,0-1 0,0 0 0,1 1 1,-1-1-1,0 0 0,1 1 1,-1-1-1,0 0 0,0 0 0,1 0 1,-1 1-1,0-1 0,1 0 0,0 0 1,15 6-14,-1-4 12,0-1 0,0-1 0,0 0 0,0-1 0,19-3 0,-7 1 0,-5 0 0,-1-1 0,1-1 0,36-12 0,-46 12 0,0 0 0,-1 0 0,0-1 0,0-1 0,0 1 0,-1-2 0,19-16 0,-26 20 0,0 1 0,0-1 0,0 0 0,0-1 0,0 1 0,-1 0 0,0-1 0,0 1 0,0-1 0,0 0 0,-1 0 0,0 0 0,0 1 0,0-1 0,0-10 0,-2 3 0,0 0 0,0 0 0,-2 1 0,1-1 0,-6-14 0,-9-7 0,15 31 0,1 0 0,0 1 0,0-1 0,-1 0 0,1 0 0,-1 1 0,0-1 0,1 1 0,-1-1 0,0 1 0,0 0 0,0 0 0,0 0 0,0 0 0,0 0 0,0 0 0,0 1 0,0-1 0,0 0 0,-1 1 0,1 0 0,-3-1 0,-5 1 0,0-1 0,0 1 0,-18 2 0,18 0 0,-1 0 0,1 1 0,0 0 0,0 1 0,1 0 0,-1 0 0,1 1 0,0 1 0,0-1 0,0 1 0,1 1 0,0-1 0,0 2 0,1-1 0,0 1 0,0 0 0,0 0 0,1 1 0,1 0 0,-1 0 0,2 0 0,-1 1 0,-5 18 0,9-23 0,0 0 0,0 1 0,0-1 0,1 1 0,0-1 0,0 0 0,1 1 0,-1-1 0,1 0 0,0 1 0,1-1 0,-1 0 0,1 0 0,0 0 0,0 0 0,1 0 0,0 0 0,-1-1 0,1 1 0,1-1 0,-1 0 0,1 0 0,0 0 0,0 0 0,0-1 0,0 1 0,0-1 0,8 4 0,0-1 0,0 1 0,1-2 0,0 0 0,0 0 0,0-1 0,0-1 0,1 0 0,-1-1 0,1-1 0,16 1 0,-2-2 0,0-1 0,0-1 0,-1-1 0,49-12 0,-50 8 0,-18 5 0,0 0 0,-1 0 0,1-1 0,-1 0 0,0 0 0,0-1 0,0 0 0,-1 0 0,7-6 0,-9 8 0,-1 0 0,-1-1 0,1 0 0,0 1 0,-1-1 0,1 0 0,-1 0 0,0-1 0,0 1 0,0 0 0,0-1 0,-1 1 0,3-8 0,21-63 0,1-5 0,-24 73 0,0 0 0,1 1 0,0-1 0,0 0 0,7-9 0,-9 7 0,-1 8 0,2 4 0,3 5 0,0 0 0,-1 1 0,0 0 0,-1 0 0,0 0 0,0 0 0,-1 0 0,2 17 0,-3-16 0,0 0 0,1-1 0,0 1 0,1-1 0,0 0 0,1 0 0,6 12 0,8 24 0,-17-42 0,0 0 0,1-1 0,0 1 0,-1 0 0,1-1 0,0 1 0,1-1 0,-1 0 0,1 1 0,-1-1 0,7 5 0,-6-6 0,-1-1 0,1 1 0,-1-1 0,1 0 0,0 1 0,0-1 0,-1-1 0,1 1 0,0 0 0,0-1 0,0 1 0,0-1 0,0 0 0,0 0 0,0 0 0,0 0 0,3-1 0,7-2 0,0 0 0,0-1 0,0 0 0,-1-1 0,0 0 0,16-10 0,1-3 0,35-29 0,-21 0 0,-34 38 0,-1-1 0,12-17 0,10-12 0,-14 21 0,11-8 0,-27 26 0,1 0 0,-1 0 0,1 0 0,-1 0 0,1 0 0,-1 0 0,0 1 0,1-1 0,-1 0 0,1 0 0,-1 1 0,1-1 0,-1 0 0,0 0 0,1 1 0,-1-1 0,1 0 0,-1 1 0,0-1 0,0 1 0,1-1 0,-1 0 0,0 1 0,0-1 0,1 1 0,-1-1 0,0 1 0,0-1 0,0 1 0,0 0 0,11 23 0,-5-10 0,0-7 0,0 1 0,0-1 0,1-1 0,0 0 0,1 0 0,0 0 0,-1-1 0,10 5 0,22 16 0,-30-19 0,1-1 0,0 0 0,0-1 0,0 0 0,0 0 0,1-1 0,0-1 0,18 4 0,-13-4 0,0-1 0,1-1 0,0 0 0,-1-1 0,22-3 0,-18-1 0,0-1 0,0 0 0,-1-2 0,22-10 0,-40 17 0,8-4 0,1 0 0,-1 0 0,0-1 0,-1 0 0,1 0 0,-1-1 0,0 0 0,0 0 0,-1-1 0,0 0 0,0-1 0,-1 1 0,9-14 0,-13 17 0,-1 0 0,1 0 0,-1-1 0,0 1 0,0 0 0,0-1 0,-1 1 0,1-1 0,-1 1 0,0-1 0,-1 1 0,1-1 0,-1 1 0,0-1 0,0 1 0,0 0 0,-3-6 0,0-2 0,-1 2 0,-1-1 0,0 1 0,0-1 0,-11-11 0,14 18 0,-1 0 0,0 1 0,0-1 0,0 1 0,-1 0 0,1 0 0,-1 1 0,1 0 0,-1-1 0,0 1 0,0 1 0,0-1 0,0 1 0,0 0 0,0 0 0,0 0 0,-1 1 0,1 0 0,0 0 0,0 0 0,-7 1 0,2 1 0,0-1 0,0 2 0,-1-1 0,2 1 0,-1 1 0,0 0 0,1 0 0,0 1 0,-17 11 0,15-8 0,1 1 0,0 0 0,0 1 0,1 0 0,0 1 0,1 0 0,0 0 0,0 0 0,2 1 0,-7 15 0,10-21 0,0 1 0,1 1 0,0-1 0,1 0 0,-1 0 0,1 1 0,1-1 0,-1 0 0,1 1 0,0-1 0,1 1 0,0-1 0,0 0 0,1 1 0,0-1 0,0 0 0,1 0 0,-1 0 0,2 0 0,5 10 0,16 17 0,1-2 0,60 58 0,-19-21 0,-5 1 0,87 132 0,-133-179 0,-1 1 0,-1 1 0,-1 0 0,16 50 0,-27-69 0,8 23 0,-1 1 0,-2-1 0,-1 2 0,3 56 0,-9-80 0,1 3 0,-1 1 0,0-1 0,-1 0 0,0 1 0,-1-1 0,0 0 0,0 0 0,-8 19 0,6-21 0,0 0 0,-1 0 0,0 0 0,0 0 0,-1-1 0,0 0 0,-1 0 0,1-1 0,-1 1 0,0-1 0,-1-1 0,1 0 0,-1 0 0,0 0 0,-1-1 0,1 0 0,-1-1 0,0 1 0,0-2 0,-17 4 0,-2-2 0,0-1 0,0-2 0,-1-1 0,1 0 0,-44-8 0,26-1 0,0-1 0,-68-25 0,81 23 0,0-2 0,1-1 0,1-2 0,0 0 0,1-3 0,1 0 0,1-2 0,1-1 0,-31-34 0,54 53 0,1 0 0,-1 0 0,1 0 0,0-1 0,1 1 0,-1-1 0,1 1 0,0-1 0,0 0 0,0 0 0,1 0 0,0 0 0,0 0 0,-1-8 0,2 8 0,1 1 0,0-1 0,-1 1 0,1 0 0,0-1 0,1 1 0,-1 0 0,1 0 0,0 0 0,0 0 0,0 0 0,1 0 0,-1 0 0,1 1 0,0-1 0,6-4 0,4-5 0,1 1 0,1 1 0,0 0 0,33-17 0,71-25 0,-78 36 0,299-115 0,45-20 0,-202 66 0,-148 67 0,0-2 0,-2-1 0,30-26 0,-20 5 0,-39 39 0,-1 0 0,0-1 0,0 1 0,0-1 0,0 0 0,-1 1 0,0-1 0,2-7 0,-3 10 0,-1 0 0,0 0 0,0 0 0,0 1 0,0-1 0,0 0 0,-1 0 0,1 0 0,0 0 0,-1 1 0,1-1 0,-1 0 0,0 0 0,0 1 0,1-1 0,-1 0 0,0 1 0,-1-1 0,1 1 0,0 0 0,0-1 0,0 1 0,-1 0 0,1-1 0,-1 1 0,1 0 0,-1 0 0,0 0 0,1 1 0,-1-1 0,0 0 0,1 1 0,-4-2 0,-2 0 0,0 0 0,0 0 0,-1 1 0,1 0 0,0 0 0,0 1 0,-12 0 0,-1 1 0,0 1 0,0 1 0,1 1 0,0 1 0,0 0 0,0 2 0,0 0 0,-30 17 0,29-12 0,13-9 0,0 0 0,1 1 0,0 0 0,0 1 0,0-1 0,0 1 0,1 0 0,-1 0 0,1 1 0,1-1 0,-1 1 0,1 0 0,-6 12 0,-2 4 0,10-19 0,1 0 0,-1 0 0,0 0 0,1 0 0,0 0 0,0 1 0,0-1 0,0 0 0,0 1 0,1-1 0,-1 4 0,1-1 0,-1 0 0,2-1 0,-1 1 0,0 0 0,1-1 0,0 1 0,1 0 0,-1-1 0,1 1 0,0-1 0,0 0 0,1 0 0,-1 0 0,1 0 0,4 5 0,2 2 0,0 1 0,1-2 0,0 0 0,1 0 0,0-1 0,1 0 0,0-1 0,1 0 0,-1-1 0,2 0 0,18 7 0,7 1 0,1-2 0,0-1 0,62 10 0,-99-23 0,149 19 0,-124-17 0,0-1 0,0-2 0,43-6 0,-15-4-1871,-34 6-630,0 0-1,0-2 0,40-19 1,-59 25 1180,0-1 0,0-1 1,0 1-1,0 0 0,0-1 0,-1 1 1,1-1-1,3-5 0,2-2-4641</inkml:trace>
</inkml:ink>
</file>

<file path=ppt/ink/ink1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6.720"/>
    </inkml:context>
    <inkml:brush xml:id="br0">
      <inkml:brushProperty name="width" value="0.035" units="cm"/>
      <inkml:brushProperty name="height" value="0.035" units="cm"/>
      <inkml:brushProperty name="color" value="#0066FF"/>
    </inkml:brush>
  </inkml:definitions>
  <inkml:trace contextRef="#ctx0" brushRef="#br0">660 215 2625,'-170'16'10568,"6"0"-96,101-9-6576,-52 7 1179,21 3-4944,41-6-131,53-11 0,0 0 0,0 0 0,0 0 0,0 0 0,1 0 0,-1 0 0,0 1 0,0-1 0,0 0 0,0 0 0,0 0 0,0 0 0,0 0 0,0 0 0,0 0 0,1 0 0,-1 0 0,0 1 0,0-1 0,0 0 0,0 0 0,0 0 0,0 0 0,0 0 0,0 0 0,0 1 0,0-1 0,0 0 0,0 0 0,0 0 0,0 0 0,0 0 0,0 0 0,0 0 0,0 1 0,0-1 0,0 0 0,0 0 0,0 0 0,0 0 0,0 0 0,-1 0 0,1 0 0,0 1 0,0-1 0,0 0 0,0 0 0,0 0 0,0 0 0,0 0 0,0 0 0,0 0 0,-1 0 0,1 0 0,0 0 0,0 0 0,0 0 0,0 1 0,0-1 0,11 3 0,20 0 0,0-2 0,44-3 0,-29 0 0,1434-76 0,-534 22 0,63 5 0,128-3 0,-1047 49 0,352-28 0,-409 30-1763,-25 3 457,0 0-1,0-1 1,1 0 0,-1 0-1,0-1 1,0 0-1,0 0 1,14-7 0,-39 4-10386,-7 4 5777</inkml:trace>
</inkml:ink>
</file>

<file path=ppt/ink/ink1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7.043"/>
    </inkml:context>
    <inkml:brush xml:id="br0">
      <inkml:brushProperty name="width" value="0.035" units="cm"/>
      <inkml:brushProperty name="height" value="0.035" units="cm"/>
      <inkml:brushProperty name="color" value="#0066FF"/>
    </inkml:brush>
  </inkml:definitions>
  <inkml:trace contextRef="#ctx0" brushRef="#br0">613 220 4185,'-306'44'16717,"76"-13"-5149,197-23-11202,28-6-379,-1 0-1,1-1 0,-1 0 0,-11 1 0,12-1 14,6 1 0,16 0 0,757-25 0,-429 8 0,678-32 0,-798 35 0,1271-52 0,-670 20 0,-598 30 0,70-18 0,-286 30 5,-4 1-23,-1 0-1,1 0 1,0-1 0,-1 0-1,0-1 1,1 0-1,-1 0 1,0 0 0,10-7-1,-6-2-9504,15-3-2014,-10 9 5378</inkml:trace>
</inkml:ink>
</file>

<file path=ppt/ink/ink1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7.424"/>
    </inkml:context>
    <inkml:brush xml:id="br0">
      <inkml:brushProperty name="width" value="0.035" units="cm"/>
      <inkml:brushProperty name="height" value="0.035" units="cm"/>
      <inkml:brushProperty name="color" value="#0066FF"/>
    </inkml:brush>
  </inkml:definitions>
  <inkml:trace contextRef="#ctx0" brushRef="#br0">376 97 3041,'-170'0'13802,"58"0"1382,85 5-14444,-7 7-740,1-1 0,33-7 0,2-3 0,0 0 0,0 0 0,-1 0 0,1 0 0,0-1 0,0 1 0,0-1 0,0 0 0,0 1 0,0-1 0,0 0 0,0 0 0,0 0 0,0 0 0,3-1 0,4 1 0,69 2 0,32 0 0,77-9 0,652-32 0,-431 12 0,-337 21-96,315-32-4088,-339 30-1692,-4-5-4362</inkml:trace>
</inkml:ink>
</file>

<file path=ppt/ink/ink1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7.654"/>
    </inkml:context>
    <inkml:brush xml:id="br0">
      <inkml:brushProperty name="width" value="0.035" units="cm"/>
      <inkml:brushProperty name="height" value="0.035" units="cm"/>
      <inkml:brushProperty name="color" value="#0066FF"/>
    </inkml:brush>
  </inkml:definitions>
  <inkml:trace contextRef="#ctx0" brushRef="#br0">282 113 5105,'-58'15'4684,"-77"24"13033,54-14-12456,73-21-5261,16-4 0,19-2 0,-26 2 0,487-39 0,297-14 0,-120 25 0,-575 25-300,120-20 0,-146 6-5911,-24 3-1664,-24 7 1610,-14-3-142</inkml:trace>
</inkml:ink>
</file>

<file path=ppt/ink/ink1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8.374"/>
    </inkml:context>
    <inkml:brush xml:id="br0">
      <inkml:brushProperty name="width" value="0.035" units="cm"/>
      <inkml:brushProperty name="height" value="0.035" units="cm"/>
      <inkml:brushProperty name="color" value="#0066FF"/>
    </inkml:brush>
  </inkml:definitions>
  <inkml:trace contextRef="#ctx0" brushRef="#br0">69 86 1624,'-35'5'10432,"22"-3"-6109,-8 1 9755,40-3-12532,336-24-879,-224 11-570,-30 5-2786,-30 4-2450,0-3 0,70-17-1,-120 14-896,-15 6 3451,3 2-1926</inkml:trace>
</inkml:ink>
</file>

<file path=ppt/ink/ink1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8.743"/>
    </inkml:context>
    <inkml:brush xml:id="br0">
      <inkml:brushProperty name="width" value="0.035" units="cm"/>
      <inkml:brushProperty name="height" value="0.035" units="cm"/>
      <inkml:brushProperty name="color" value="#0066FF"/>
    </inkml:brush>
  </inkml:definitions>
  <inkml:trace contextRef="#ctx0" brushRef="#br0">43 43 3073,'0'-1'431,"0"0"1,-1 0-1,1 1 1,0-1 0,0 0-1,-1 0 1,1 0 0,-1 0-1,1 1 1,-1-1-1,1 0 1,-1 0 0,0 1-1,1-1 1,-1 0-1,0 1 1,1-1 0,-1 1-1,0-1 1,0 1 0,0-1-1,1 1 1,-1 0-1,0-1 1,0 1 0,0 0-1,0 0 1,0-1-1,0 1 1,-1 0 0,1 0 86,0 0 0,0 0 1,0 0-1,0 0 0,0-1 1,1 1-1,-1 0 0,0-1 0,0 1 1,0 0-1,0-1 0,0 1 1,0-1-1,1 0 0,-1 1 1,0-1-1,0 0 0,1 1 1,-1-1-1,1 0 0,-1 0 1,0 1-1,1-1 0,-1 0 0,1 0 1,0 0-1,-1 0 0,1 0 1,0 0-1,-1-1 0,3-3-271,5 4-247,1 2 0,11 4 0,0 0 0,38 3 0,3 1 0,55 19 0,138 51 0,-243-75 0,0 1 0,-1-1 0,1 2 0,-1 0 0,9 7 0,-16-12 0,0 1 0,0 0 0,0 0 0,-1 0 0,1 0 0,0 0 0,-1 0 0,1 1 0,-1-1 0,0 0 0,2 5 0,-3-5 0,0 0 0,1-1 0,-1 1 0,0-1 0,0 1 0,-1-1 0,1 1 0,0-1 0,0 1 0,-1-1 0,1 1 0,-1-1 0,1 1 0,-1-1 0,0 1 0,1-1 0,-1 0 0,0 1 0,0-1 0,0 0 0,0 0 0,-2 2 0,-6 6 0,-1-1 0,0 0 0,-1 0 0,0-1 0,0 0 0,-1-1 0,1 0 0,-16 4 0,-16 4 0,-46 9 0,45-12 0,36-9-853,0-1 1,0 1-1,0-1 0,0-1 1,0 1-1,0-1 1,-1-1-1,-10-1 0,19 2 706,-1 0 0,1 0 0,0-1 0,0 1 1,0 0-1,-1 0 0,1 0 0,0 0 0,0-1 0,0 1 0,0 0 0,-1 0 0,1 0 0,0-1 0,0 1 0,0 0 0,0 0 0,0 0 0,0-1 0,0 1 0,0 0 0,-1 0 0,1-1 0,0 1 0,0 0 0,0 0 0,0-1 0,0 1 0,0 0 0,0 0 0,1-1 0,-1 1 0,0 0 0,0 0 0,0-1 0,0 1 0,0 0 0,0 0 1,0-1-1,0 1 0,1 0 0,-1 0 0,0 0 0,0 0 0,0-1 0,1 1 0,-1 0 0,0 0 0,0 0 0,0 0 0,1-1 0,-1 1 0,0 0 0,0 0 0,1 0 0,-1 0 0,13-9-3757,-13 8 3713,17-9-5082,0-1 53</inkml:trace>
</inkml:ink>
</file>

<file path=ppt/ink/ink1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9.306"/>
    </inkml:context>
    <inkml:brush xml:id="br0">
      <inkml:brushProperty name="width" value="0.035" units="cm"/>
      <inkml:brushProperty name="height" value="0.035" units="cm"/>
      <inkml:brushProperty name="color" value="#0066FF"/>
    </inkml:brush>
  </inkml:definitions>
  <inkml:trace contextRef="#ctx0" brushRef="#br0">609 124 3105,'-2'-17'4152,"0"11"-1368,0 1-1,0 1 0,0-1 0,-1 0 0,1 0 0,-7-7 0,-4-4 2637,9 10-4812,1 2-608,-4 3 0,5 1 0,1 0 0,-1 0 0,1 0 0,0 0 0,-1 0 0,1 1 0,-1-1 0,1 1 0,0-1 0,-1 1 0,1-1 0,0 1 0,0-1 0,-1 1 0,1 0 0,0 0 0,0 0 0,0 0 0,0 0 0,0 0 0,0 0 0,-1 2 0,-4 3 0,-80 74 0,18-15 0,16-15 0,3 3 0,2 2 0,-68 103 0,95-126 0,1 1 0,2 1 0,1 1 0,-14 49 0,28-57 0,2-27 0,0 0 0,0 0 0,0 1 0,0-1 0,0 0 0,0 0 0,0 1 0,0-1 0,0 0 0,0 0 0,0 0 0,0 1 0,0-1 0,0 0 0,0 0 0,1 1 0,-1-1 0,0 0 0,0 0 0,0 0 0,0 0 0,0 1 0,0-1 0,1 0 0,-1 0 0,0 0 0,0 0 0,0 1 0,1-1 0,-1 0 0,0 0 0,0 0 0,0 0 0,1 0 0,-1 0 0,0 0 0,0 0 0,0 0 0,1 0 0,-1 0 0,0 0 0,0 0 0,1 0 0,-1 0 0,0 0 0,0 0 0,1 0 0,-1 0 0,0 0 0,0 0 0,0 0 0,1 0 0,-1 0 0,0 0 0,0-1 0,9-4 0,94-98 0,-85 84 0,-2-1 0,0-1 0,20-35 0,31-46 0,104-179 0,-112 179 0,-48 81 0,-3 8 0,-7 11 0,0 1 0,0 0 0,0-1 0,0 1 0,-1-1 0,1 0 0,0 1 0,-1-1 0,1 1 0,-1-1 0,0 0 0,1 1 0,-1-1 0,0-3 0,-1 10 0,1 0 0,-1-1 0,0 0 0,-1 1 0,1-1 0,-4 8 0,2-7 0,1 1 0,0-1 0,0 1 0,0 0 0,1 0 0,0-1 0,-1 9 0,-6 93 0,7-54 0,9 165 0,-5-155 0,-3-46 0,0-1 0,2 0 0,3 18 0,38 126 0,-32-113 0,-9-35 0,1-1 0,0 1 0,0-1 0,10 20 0,-12-30-131,-1-1 0,0 1 0,1-1 0,-1 1 0,0-1 0,1 1 0,-1-1 1,1 1-1,-1-1 0,1 0 0,-1 1 0,1-1 0,-1 0 0,1 1 0,-1-1 0,1 0 0,0 0 0,-1 1 0,1-1 0,-1 0 0,1 0 0,0 0 0,-1 0 1,1 0-1,-1 0 0,1 0 0,0 0 0,0 0 0,1-1-584,0 1 0,-1-1 0,1 1-1,-1-1 1,1 0 0,-1 0 0,1 1 0,-1-1 0,1 0 0,-1 0 0,2-3 0,-2 3 47,1 0 1,-1-1 0,0 1-1,0 0 1,0-1 0,0 1 0,-1-1-1,1 1 1,0-1 0,-1 0-1,1 1 1,-1-1 0,1 0-1,-1 1 1,0-4 0,0 4 418,0 0 1,0 0-1,0 0 1,0 0-1,-1-1 1,1 1-1,0 0 1,-1 0-1,1 0 1,-1 0-1,1 0 1,-1 0-1,0 0 1,1 0-1,-3-2 1,-12-12-4256</inkml:trace>
</inkml:ink>
</file>

<file path=ppt/ink/ink1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39.876"/>
    </inkml:context>
    <inkml:brush xml:id="br0">
      <inkml:brushProperty name="width" value="0.035" units="cm"/>
      <inkml:brushProperty name="height" value="0.035" units="cm"/>
      <inkml:brushProperty name="color" value="#0066FF"/>
    </inkml:brush>
  </inkml:definitions>
  <inkml:trace contextRef="#ctx0" brushRef="#br0">275 321 672,'-54'-6'10367,"-79"2"0,46 14 994,238-17-11361,280-50 0,-370 45 0,65-21 0,-102 25 0,1-1 0,-2-1 0,1-1 0,-2-1 0,31-21 0,-46 27 0,-1 1 0,0-1 0,-1 0 0,1 0 0,-1-1 0,0 1 0,-1-1 0,0 0 0,0-1 0,4-9 0,-7 16 0,-1-1 0,1 0 0,-1 0 0,1 0 0,-1 0 0,0 0 0,0 0 0,0 0 0,0 0 0,-1-2 0,1-21 0,0 31 0,-1 14 0,2 0 0,6 37 0,-5-35 0,-2-18 0,1 0 0,-1 0 0,1 0 0,-1 0 0,1 0 0,0 0 0,3 5 0,5 12 0,0 2 0,8 32 0,-9-34 0,-7-19 0,0 1 0,1-1 0,-2 1 0,1-1 0,0 1 0,0 0 0,-1 0 0,1 5 0,-1-5 0,1 1 0,-1-1 0,1 1 0,0-1 0,0 0 0,0 1 0,0-1 0,1 0 0,-1 0 0,1 0 0,0 1 0,4 4 0,1-4 0,-7-4 0,1 1 0,-1-1 0,1 0 0,-1 0 0,1 0 0,-1 1 0,1-1 0,-1 0 0,1 0 0,-1 0 0,1 0 0,-1 0 0,1 0 0,-1 0 0,1 0 0,-1 0 0,1 0 0,-1-1 0,1 1 0,0 0 0,-1 0 0,0 0 0,1-1 0,-1 1 0,1 0 0,-1 0 0,1-1 0,-1 1 0,1 0 0,-1-1 0,0 1 0,1-1 0,-1 1 0,1-1 0,-1 1 0,20-19 0,-7 6 0,-10 9 0,0 1 0,0-1 0,0 0 0,0 0 0,0 0 0,-1 0 0,1 0 0,-1 0 0,-1-1 0,1 1 0,1-7 0,10-20 0,-5 16 0,-1-1 0,0 0 0,7-23 0,-10 30 0,0 0 0,1 0 0,0 1 0,1-1 0,9-11 0,-11 14 0,-3 6 0,-1-1 0,0 1 0,0-1 0,1 1 0,-1-1 0,0 1 0,1-1 0,-1 1 0,1 0 0,-1-1 0,0 1 0,1-1 0,-1 1 0,1 0 0,-1-1 0,1 1 0,-1 0 0,1 0 0,-1 0 0,1-1 0,-1 1 0,1 0 0,-1 0 0,1 0 0,0 0 0,-1 0 0,2 0 0,1 0 0,1 1 0,0-1 0,0 1 0,-1 0 0,1 0 0,-1 0 0,1 1 0,-1-1 0,1 1 0,-1 0 0,0 0 0,0 0 0,4 4 0,6 5 0,19 23 0,-15-16 0,-12-13 0,0 0 0,-1 1 0,1 0 0,-1 0 0,0 1 0,-1-1 0,4 11 0,-5-14 0,-1 1 0,0-1 0,0 0 0,-1 1 0,1 0 0,-1-1 0,0 1 0,0-1 0,0 1 0,0 0 0,-1-1 0,1 1 0,-1-1 0,0 1 0,0-1 0,0 1 0,-3 4 0,2-3-137,-8 10-1673,10-15 1721,0 1-1,-1-1 1,1 0 0,0 1 0,-1-1 0,1 0 0,0 0 0,-1 1 0,1-1 0,-1 0 0,1 0-1,0 0 1,-1 0 0,1 1 0,-1-1 0,1 0 0,-1 0 0,1 0 0,-1 0 0,1 0 0,0 0-1,-1 0 1,1 0 0,-1-1 0,1 1 0,-1 0 0,1 0 0,0 0 0,-1 0 0,1 0-1,-1-1 1,0 1 0,16-27-14942,-7 6 7710,-6 11 3858</inkml:trace>
</inkml:ink>
</file>

<file path=ppt/ink/ink1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40.604"/>
    </inkml:context>
    <inkml:brush xml:id="br0">
      <inkml:brushProperty name="width" value="0.035" units="cm"/>
      <inkml:brushProperty name="height" value="0.035" units="cm"/>
      <inkml:brushProperty name="color" value="#0066FF"/>
    </inkml:brush>
  </inkml:definitions>
  <inkml:trace contextRef="#ctx0" brushRef="#br0">19 87 2136,'-1'-15'3866,"1"12"-2020,0 0 1,0 0 0,0 0-1,-1 0 1,0 0 0,1 1 0,-1-1-1,0 0 1,-2-2 0,-5-8 3656,6 10-3458,2 3-2022,0 0 0,0 0 0,0-1-1,1 1 1,-1 0 0,0 0-1,0-1 1,0 1 0,1 0 0,-1 0-1,0 0 1,0 0 0,1-1-1,-1 1 1,0 0 0,1 0 0,-1 0-1,0 0 1,0 0 0,1 0-1,-1 0 1,0 0 0,1 0 0,-1 0-1,0 0 1,1 0 0,-1 0-1,0 0 1,1 0 0,-1 0 0,0 0-1,1 1 1,6-1-23,-5 5 0,-2 0 0,0-3 0,0-1 0,0 1 0,1-1 0,-1 1 0,1-1 0,0 1 0,-1-1 0,1 0 0,0 1 0,0-1 0,1 2 0,0-1 0,15 23 0,-13-21 0,-1 0 0,0 0 0,0 0 0,0 1 0,0-1 0,0 1 0,-1 0 0,0 0 0,0 0 0,-1 0 0,2 7 0,-2-5 0,0-1 0,0 1 0,0 0 0,4 9 0,-3-9 0,0 0 0,-1 0 0,1 0 0,0 12 0,-3-13 0,2-1 0,-1 1 0,0-1 0,1 1 0,0-1 0,4 10 0,-2-2 0,2 1 0,-3 2 0,-2-12 0,0-8 0,0-71 0,0 70 0,0 3 0,0 0 0,0 1 0,0-1 0,0 0 0,0 0 0,1 1 0,-1-1 0,1 0 0,-1 1 0,1-1 0,0 0 0,0 1 0,0-1 0,-1 1 0,2-1 0,0-1 0,6-10 0,17-15 0,-16 16 0,0 1 0,1-1 0,13-10 0,18-21 0,-37 39 0,2-5 0,0 1 0,1 1 0,0-1 0,0 1 0,1 0 0,10-7 0,-9 9 0,-9 5 0,0 0 0,0 0 0,0 0 0,1-1 0,-1 1 0,0 0 0,0 0 0,0 0 0,1 0 0,-1 0 0,0 0 0,0 0 0,0 0 0,1 0 0,-1 0 0,0 0 0,0 0 0,1 0 0,-1 0 0,0 0 0,0 0 0,0 0 0,1 0 0,-1 0 0,0 0 0,0 0 0,0 1 0,1-1 0,-1 0 0,0 0 0,0 0 0,0 0 0,0 0 0,1 1 0,-1-1 0,0 0 0,1 3 0,3 2 0,-2-4 0,-1 0 0,0 0 0,-1 0 0,1 0 0,0 1 0,0-1 0,0 0 0,-1 0 0,1 1 0,0-1 0,-1 0 0,1 1 0,-1-1 0,0 0 0,1 3 0,-1 0 0,1 0 0,-1-1 0,1 1 0,0-1 0,0 1 0,3 6 0,-2-7 0,-1 1 0,1-1 0,-1 1 0,0 0 0,0-1 0,-1 1 0,1 3 0,-1 4 0,0-1 0,1 1 0,1-1 0,2 13 0,0 14 0,1 0 0,3-5 0,-7-31 0,-1 0 0,1 0 0,-1 0 0,0 0 0,0 0 0,1 0 0,-1 0 0,0 0 0,0 0 0,0 1 0,0-1 0,0 0 0,0 0 0,-1 0 0,1 0 0,0 0 0,-1 0 0,0 2 0,1 1 0,5-5 0,7-3 0,25-24-6166,-31 22 3693,1 0-1,0 1 1,13-8 0,-12 9 812,0 0 1,0-1 0,0 0 0,-1-1 0,0 0-1,-1 0 1,11-11 0,-7 1-1254</inkml:trace>
</inkml:ink>
</file>

<file path=ppt/ink/ink1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41.604"/>
    </inkml:context>
    <inkml:brush xml:id="br0">
      <inkml:brushProperty name="width" value="0.035" units="cm"/>
      <inkml:brushProperty name="height" value="0.035" units="cm"/>
      <inkml:brushProperty name="color" value="#0066FF"/>
    </inkml:brush>
  </inkml:definitions>
  <inkml:trace contextRef="#ctx0" brushRef="#br0">26 496 2272,'0'-2'396,"1"0"603,-1 0 1,0 0 0,0 0 0,0 0-1,0 0 1,0 0 0,0 0 0,0 0-1,-1 1 1,1-1 0,0 0 0,-1 0-1,0 0 1,0 0 0,1 0 0,-1 1-1,0-1 1,0 0 0,-1 1 0,1-1-1,0 1 1,0-1 0,-5-3 3183,6 0-1737,0 2-1970,0 3-476,-1 0 0,1 0 0,-1 0 0,1 0 0,0 1 0,-1-1 0,1 0 0,-1 0 0,1 1 0,0-1 0,-1 0 0,1 0 0,0 1 0,-1-1 0,1 0 0,0 1 0,-1-1 0,1 1 0,0-1 0,0 0 0,0 1 0,-1-1 0,1 1 0,0-1 0,0 1 0,0-1 0,0 0 0,0 1 0,0-1 0,0 1 0,0 0 0,1 14 0,8 19 0,-4-11 0,-3 1 0,-1-5 0,16 78 0,-13-82 0,-3-10 0,0 0 0,1 0 0,-1 1 0,1-1 0,0 0 0,1 0 0,-1 0 0,1-1 0,0 1 0,5 5 0,-7-10 0,0 1 0,-1-1 0,1 1 0,0-1 0,1 0 0,-1 1 0,0-1 0,0 0 0,0 1 0,0-1 0,0 0 0,0 0 0,0 0 0,0 0 0,0 0 0,0 0 0,0-1 0,0 1 0,1 0 0,-1-1 0,0 1 0,0 0 0,0-1 0,1 0 0,33-16 0,-26 12 0,9-5 0,0-1 0,0-1 0,-1 0 0,23-23 0,-11 6 0,35-44 0,-31 36 0,-30 32 0,4 5 0,-6 1 0,-1-1 0,1 0 0,0 1 0,-1-1 0,1 1 0,0-1 0,-1 1 0,1 0 0,-1-1 0,1 1 0,-1 0 0,1-1 0,-1 1 0,1 0 0,-1-1 0,1 2 0,6 9 0,11 7 0,-14-13 0,1 0 0,0 0 0,1 0 0,-1-1 0,1 0 0,0 0 0,0 0 0,0-1 0,7 3 0,18 5 0,1-1 0,0-2 0,0-1 0,52 4 0,-67-9 0,1-2 0,-1 0 0,0-1 0,0-1 0,1 0 0,-1-1 0,-1-1 0,1-1 0,-1 0 0,1-1 0,-1-1 0,-1-1 0,24-14 0,2-11 0,-24 18 0,-14 11 0,0-1 0,0 1 0,-1-1 0,0 0 0,0 1 0,0-1 0,0 0 0,-1 0 0,1-7 0,2-3 0,-3 13 0,-1 0 0,1-1 0,-1 1 0,0-1 0,0 1 0,0 0 0,0-1 0,0 1 0,0 0 0,-1-1 0,1 1 0,-1 0 0,0-1 0,0-1 0,-4-19 0,5 20 0,-1 0 0,1 0 0,-1 0 0,0 0 0,0 0 0,0 0 0,0 1 0,0-1 0,-2-3 0,2 5 0,0-1 0,0 1 0,-1 0 0,1 0 0,0-1 0,-1 1 0,1 0 0,-1 0 0,1 0 0,-1 0 0,1 1 0,-1-1 0,0 0 0,1 1 0,-1-1 0,0 1 0,0-1 0,1 1 0,-1 0 0,0 0 0,0 0 0,1 0 0,-1 0 0,-3 1 0,-4-1 0,-1 1 0,0 0 0,1 1 0,-1 0 0,1 0 0,-1 1 0,1 0 0,-16 8 0,-58 37 0,81-47 0,-16 11 0,1 0 0,-18 16 0,29-22 0,0 0 0,0 0 0,0 1 0,1-1 0,0 1 0,0 0 0,-6 15 0,10-21 0,0 1 0,1-1 0,-1 0 0,1 1 0,-1-1 0,1 1 0,0-1 0,0 1 0,-1-1 0,1 1 0,0-1 0,0 1 0,1-1 0,-1 1 0,0-1 0,0 1 0,1-1 0,-1 1 0,1-1 0,-1 1 0,1-1 0,-1 0 0,1 1 0,0-1 0,0 0 0,0 0 0,0 1 0,0-1 0,0 0 0,0 0 0,0 0 0,0 0 0,1 0 0,-1-1 0,0 1 0,0 0 0,1 0 0,-1-1 0,1 1 0,-1-1 0,1 1 0,-1-1 0,1 0 0,2 1 0,5 0 0,1 1 0,0-1 0,0-1 0,0 0 0,13-2 0,-1 0 0,0-1 0,-1-1 0,1-2 0,-1 0 0,0-1 0,0-1 0,-1 0 0,0-2 0,-1 0 0,0-2 0,26-20 0,-37 25 0,-1 0 0,1-1 0,9-14 0,-6 8 0,-10 8 0,-2 0 0,-3 9 0,-1 6 0,3-6 0,-1 0 0,1 0 0,0 1 0,0-1 0,0 1 0,0 0 0,0-1 0,1 1 0,0 0 0,0 0 0,0 0 0,0 0 0,0 0 0,1 0 0,0 1 0,0-1 0,0 0 0,0 0 0,1 0 0,0 0 0,-1 0 0,2 0 0,-1 0 0,0 0 0,1 0 0,-1-1 0,1 1 0,0 0 0,1-1 0,-1 0 0,0 1 0,1-1 0,0 0 0,4 4 0,-2-3 0,0 0 0,0 0 0,0-1 0,0 1 0,1-1 0,-1-1 0,1 1 0,0-1 0,-1 0 0,1 0 0,7 1 0,-3-1 0,1-1 0,-1-1 0,1 1 0,-1-2 0,21-2 0,-26 1 0,1 0 0,-1 0 0,1 0 0,-1 0 0,0-1 0,0 0 0,0 0 0,0-1 0,-1 1 0,1-1 0,-1 0 0,0 0 0,0 0 0,5-8 0,-7 7 0,0 0 0,0 0 0,-1-1 0,0 1 0,0-1 0,0 1 0,0-1 0,-1 0 0,0 1 0,0-1 0,-2-10 0,1 6 0,1 0 0,0 0 0,2-12 0,18-45 0,-8 29 0,0 3 0,-8 25 0,-1-1 0,0 1 0,3-16 0,-2-7 0,1-1 0,1-49 0,-14 35 0,6 42 0,2 6 0,0 0 0,-1 0 0,1-1 0,0 1 0,-1 0 0,1 0 0,-1 0 0,1-1 0,0 1 0,-1 0 0,1 0 0,-1 0 0,1 0 0,-1 0 0,1 0 0,0 0 0,-1 0 0,1 0 0,-1 0 0,1 0 0,0 0 0,-1 0 0,1 0 0,-1 0 0,1 1 0,-1-1 0,1 0 0,0 0 0,-1 0 0,1 1 0,0-1 0,-1 0 0,1 0 0,-1 1 0,-9 8 0,10-9 0,-6 6 0,0 0 0,0 1 0,0-1 0,1 1 0,0 0 0,1 0 0,-1 1 0,1-1 0,1 1 0,0 0 0,0 0 0,-2 10 0,-18 84 0,18-67 0,1 0 0,3 1 0,0-1 0,9 65 0,1-11 0,-5-51-5,-4-28-207,1 0-1,1 1 1,-1-1-1,2 0 1,-1 0-1,1-1 1,1 1-1,0-1 1,7 14-1,-10-21-525,0-1 1,1 0-1,-1 1 0,0-1 0,0 0 0,1 0 1,-1 0-1,1 0 0,-1 0 0,4 2 0,-4-3-3,1 1 0,-1-1 0,0 1 0,0 0 0,0 0 0,0-1 0,0 1 0,0 0 0,0 0 0,0 0 0,0 0 0,1 2 0,2 3-5771,11 0 288</inkml:trace>
</inkml:ink>
</file>

<file path=ppt/ink/ink1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42.712"/>
    </inkml:context>
    <inkml:brush xml:id="br0">
      <inkml:brushProperty name="width" value="0.035" units="cm"/>
      <inkml:brushProperty name="height" value="0.035" units="cm"/>
      <inkml:brushProperty name="color" value="#0066FF"/>
    </inkml:brush>
  </inkml:definitions>
  <inkml:trace contextRef="#ctx0" brushRef="#br0">429 287 2465,'-1'-1'1122,"-17"-22"12340,-23-21 0,37 40-13376,0 2 1,0-1 0,0 0 0,-1 1-1,1 0 1,-1 0 0,0 0 0,1 0 0,-1 1-1,0 0 1,0 0 0,0 0 0,0 1 0,0-1-1,0 1 1,0 0 0,0 1 0,0-1-1,0 1 1,0 0 0,0 0 0,0 1 0,1-1-1,-1 1 1,-5 3 0,1-1-87,-6 3 0,1 0 0,0 1 0,-21 15 0,15-9 0,13-9 0,0-1 0,0 2 0,0-1 0,1 1 0,-7 8 0,11-12 0,-15 19 0,-23 36 0,36-50 0,1 0 0,-1 0 0,1 1 0,0-1 0,1 1 0,0 0 0,0-1 0,0 1 0,0 16 0,1-18 0,1 0 0,0 0 0,0 0 0,1 0 0,0-1 0,0 1 0,0 0 0,0 0 0,1-1 0,0 1 0,0 0 0,1-1 0,0 0 0,0 0 0,4 6 0,8 11 0,-12-17 0,0-1 0,0 1 0,0-1 0,1 0 0,0 0 0,0 0 0,0 0 0,6 4 0,13 5 0,0-1 0,2-1 0,-1-1 0,2-2 0,-1 0 0,1-1 0,0-2 0,0 0 0,1-2 0,44 0 0,-14-5 0,0-3 0,-1-1 0,109-29 0,-131 26 0,-1-2 0,-1-2 0,0 0 0,51-31 0,-72 38 0,-1-1 0,0 0 0,-1 0 0,1-1 0,-2 0 0,1 0 0,-1-1 0,0-1 0,11-16 0,-13 12 0,1 0 0,-2 0 0,0 0 0,0 0 0,4-29 0,-6 18 0,-1 0 0,-1-1 0,-3-37 0,1 52 0,-1 1 0,0-1 0,0 1 0,-1-1 0,-1 1 0,1 0 0,-2 0 0,1 1 0,-1-1 0,-12-16 0,3 8 0,10 12 0,0-1 0,-1 1 0,0 0 0,0 1 0,0-1 0,-1 1 0,0 0 0,-9-5 0,-5-3 0,14 10 0,1-1 0,-1 1 0,0 0 0,0 0 0,-7-2 0,11 4 0,1 1 0,-1-1 0,1 1 0,-1 0 0,0 0 0,1 0 0,-1 0 0,1 0 0,-1 0 0,1 0 0,-1 1 0,1-1 0,-1 1 0,1-1 0,-1 1 0,1-1 0,-1 1 0,1 0 0,-1 0 0,1-1 0,0 1 0,0 0 0,-1 0 0,1 0 0,0 1 0,-2 1 0,-6 10 0,0 0 0,0 0 0,2 1 0,-1 0 0,2 1 0,0-1 0,1 1 0,0 0 0,1 1 0,-3 27 0,6-34 0,1 0 0,0 0 0,0 0 0,1 0 0,3 14 0,0 1 0,30 136 0,-31-149 0,-1 0 0,1-1 0,1 1 0,9 19 0,4 10 0,-13-29 0,1-1 0,0 1 0,1-1 0,0-1 0,1 1 0,0-1 0,0 0 0,14 12 0,-18-19 0,-1 0 0,1 0 0,-1-1 0,1 1 0,0-1 0,0 0 0,0 0 0,0 0 0,0 0 0,0 0 0,0 0 0,0-1 0,0 0 0,0 1 0,0-1 0,0-1 0,0 1 0,0 0 0,0-1 0,0 1 0,0-1 0,0 0 0,5-2 0,7-3 0,-1-1 0,0 0 0,18-13 0,-20 13 0,9-9 0,-1 0 0,0-2 0,-2 0 0,0-1 0,30-40 0,-29 34 0,24-38 0,-20 28 0,-20 30 0,0-1 0,1 1 0,-1 0 0,1 0 0,0 0 0,0 1 0,7-7 0,-10 11 0,-1-1 0,1 1 0,-1 0 0,1-1 0,-1 1 0,1 0 0,-1 0 0,1 0 0,-1-1 0,1 1 0,-1 0 0,1 0 0,-1 0 0,1 0 0,-1 0 0,1 0 0,-1 0 0,1 0 0,0 0 0,-1 0 0,1 0 0,-1 1 0,1-1 0,-1 0 0,1 0 0,-1 0 0,1 1 0,-1-1 0,1 0 0,-1 1 0,0-1 0,1 0 0,-1 1 0,1-1 0,-1 0 0,0 1 0,1-1 0,-1 1 0,1 0 0,6 19 0,-6-17 0,5 9 0,0 1 0,11 13 0,3 8 0,-14-25 0,0-1 0,0 1 0,0-1 0,1-1 0,0 0 0,0 0 0,1 0 0,0-1 0,0 0 0,1 0 0,0-1 0,0 0 0,0-1 0,0 1 0,12 2 0,-7-3 0,1 0 0,-1-1 0,1 0 0,-1-1 0,1-1 0,0 0 0,0-1 0,0-1 0,27-4 0,-30 2 0,1-1 0,-1 0 0,0-1 0,0 0 0,-1-1 0,0-1 0,0 1 0,0-2 0,-1 1 0,0-2 0,17-17 0,-23 22 0,0 0 0,-1-1 0,0 0 0,0 1 0,0-1 0,-1 0 0,1 0 0,-1 0 0,0-1 0,-1 1 0,1-1 0,-1 1 0,0-1 0,-1 1 0,1-1 0,-1 1 0,0-1 0,0 1 0,-1-1 0,0 0 0,0 1 0,0-1 0,0 1 0,-1 0 0,0 0 0,0-1 0,-1 1 0,1 0 0,-5-5 0,-3-8 0,9 16 0,0 0 0,0 0 0,0 0 0,0 0 0,-1 0 0,1 0 0,-1 0 0,1 1 0,-1-1 0,1 0 0,-4-1 0,0-1 0,0 1 0,0-1 0,-1 1 0,0 1 0,1-1 0,-1 1 0,0 0 0,0 0 0,0 1 0,0 0 0,-1 0 0,1 0 0,0 1 0,0 0 0,-1 0 0,1 1 0,0-1 0,0 1 0,0 1 0,-1-1 0,1 1 0,1 0 0,-1 1 0,-6 2 0,1 1 0,0 1 0,1-1 0,0 2 0,0 0 0,0 0 0,1 0 0,1 2 0,-1-1 0,1 1 0,1 0 0,0 0 0,0 1 0,1 0 0,1 0 0,0 0 0,0 1 0,1 0 0,-5 24 0,9-32 0,-1-1 0,1 1 0,0-1 0,1 1 0,-1 0 0,1-1 0,0 0 0,-1 1 0,1-1 0,1 1 0,-1-1 0,0 0 0,1 0 0,0 0 0,0 0 0,0 0 0,0 0 0,0 0 0,0 0 0,1-1 0,-1 0 0,1 1 0,0-1 0,0 0 0,0 0 0,0 0 0,6 2 0,5 0 0,0-2 0,0 1 0,0-2 0,0 0 0,1 0 0,-1-1 0,0-1 0,15-3 0,-3 0 0,-1-2 0,0 0 0,39-17 0,-48 16 0,0 0 0,-1-1 0,-1 0 0,1-2 0,-1 1 0,-1-2 0,0 0 0,18-20 0,-14 15 0,-9 12 0,-1 4 0,-5 2 0,0 1 0,0 0 0,-1-1 0,1 1 0,0 0 0,-1 0 0,0 0 0,0 0 0,0 1 0,0-1 0,0 0 0,-1 0 0,1 0 0,-1 1 0,0 2 0,9 34 0,-1 1 0,-7-38 0,0 0 0,0 0 0,0 0 0,0 0 0,1 0 0,-1 0 0,1 0 0,-1-1 0,1 1 0,0 0 0,0-1 0,0 0 0,1 1 0,-1-1 0,0 0 0,1 0 0,5 3 0,14 15 0,-21-19-51,0 0 0,0 0 0,0-1 0,0 1 0,0 0 0,0-1 0,0 1 0,1-1 0,-1 1 0,0-1 0,0 0 0,1 1 0,-1-1 0,0 0 0,0 0 0,1 0 0,-1 0 0,0 0 0,1 0 0,-1 0 0,0 0 0,2-1 0,35-10-2677,-15 4 617,-2 2-201,136-38-14304,-107 27 11510</inkml:trace>
</inkml:ink>
</file>

<file path=ppt/ink/ink1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44.578"/>
    </inkml:context>
    <inkml:brush xml:id="br0">
      <inkml:brushProperty name="width" value="0.035" units="cm"/>
      <inkml:brushProperty name="height" value="0.035" units="cm"/>
      <inkml:brushProperty name="color" value="#0066FF"/>
    </inkml:brush>
  </inkml:definitions>
  <inkml:trace contextRef="#ctx0" brushRef="#br0">345 199 2353,'-4'-11'2309,"0"1"1,-1 0 0,-1-1 0,0 2 0,0-1-1,-12-14 1,2 6 2342,-1 1 0,-22-18 1,31 29-4634,0 1 0,0 0 0,0 1 1,-1 0-1,1 0 0,-1 1 1,0 0-1,0 0 0,-1 1 1,1 0-1,0 1 0,-1 0 0,1 1 1,-12 0-1,20 0-19,0 0 0,0 0 0,0 0 0,0 0 0,0 0 0,1 0 0,-1 1 0,0-1 0,0 0 0,0 0 0,0 1 0,0-1 0,1 1 0,-1-1 0,0 1 0,0-1 0,1 1 0,-1-1 0,0 1 0,1-1 0,-1 1 0,1 0 0,-1 0 0,1-1 0,-1 1 0,1 0 0,-1 0 0,1-1 0,0 1 0,-1 0 0,1 1 0,-4 5 0,1-2 0,1 0 0,-1 0 0,1 0 0,0 0 0,-2 7 0,-6 14 0,0 14 0,3-11 0,4-17 0,0 0 0,1 0 0,1 1 0,0-1 0,1 23 0,10 62 0,-8-81 0,15 66 0,0-9 0,-12-54 0,0 0 0,2-1 0,0 1 0,1-2 0,14 24 0,-16-30 0,-5-10 4,0 0 0,0 0 0,0 0 0,0 0 0,0 0 0,0 0 0,0-1 1,0 1-1,0 0 0,0-1 0,1 1 0,-1 0 0,0-1 0,1 1 0,-1-1 0,0 0 0,1 1 0,-1-1 0,0 0 0,1 0 0,-1 0 0,0 0 0,1 0 0,-1 0 1,1-1-1,1 1 0,39-12-553,-26 4-1636,0 0 0,-1 0 0,0-2 0,-1 0 0,0 0 1,0-1-1,-1-1 0,11-13 0,37-45-2417,-9 1 5455,-42 55 133,-2-1 0,15-30 0,6-36 5542,12-68 7838,-40 147-14366,-1 0 0,0 1 0,0-1 0,0 0 0,0 1 0,0-1 0,0 0 0,0 1 0,0-1 0,-1 1 0,1-1 0,-1 0 0,1 1 0,-2-2 0,-2-14 0,5 16 0,-10-4 0,0 2 0,9 3 0,-1 0 0,1 0 0,0 0 0,-1 0 0,1 0 0,0 0 0,-1 0 0,1 0 0,0 0 0,-1 0 0,1 0 0,0 0 0,-1 0 0,1 1 0,0-1 0,-1 0 0,1 0 0,0 0 0,0 0 0,-1 1 0,1-1 0,0 0 0,0 0 0,-1 1 0,1-1 0,0 0 0,0 0 0,0 1 0,-1-1 0,1 0 0,0 1 0,0-1 0,0 1 0,0 3 0,0 16 0,-1 1 0,-5 28 0,4-33 0,1 1 0,1-1 0,0 1 0,1-1 0,3 19 0,1 34 0,-6-17 0,0-28 0,0-1 0,6 44 0,-1-51 0,1 1 0,0-2 0,13 27 0,-17-41 0,0 3-43,1-1 0,1 0 0,-1 1 1,0-1-1,1 0 0,-1 0 0,1-1 0,0 1 0,0 0 0,0-1 1,0 0-1,1 0 0,-1 0 0,0 0 0,1 0 0,0-1 1,-1 1-1,1-1 0,0 0 0,0 0 0,0-1 0,-1 1 0,8 0 1,7-1-570,0-1 1,0 0-1,33-7 1,-39 5 222,7-1-2126,0-1 1,-1-1 0,1-1-1,26-13 1,31-23-2817,-68 38 5319,-1 0 0,1 0-1,-1-1 1,0 0 0,0 0 0,7-8 0,-11 2 1952,-9 8 1577,-17 7 2810,16-1-5997,-4 0 1427,0 1 1,-1 1-1,-13 6 0,-10 3 951,33-12-2708,-5 5 0,0 2 0,7-8 0,0 0 0,0 1 0,0-1 0,0 0 0,0 0 0,0 0 0,-1 1 0,1-1 0,0 0 0,0 0 0,0 0 0,0 1 0,0-1 0,0 0 0,0 0 0,0 0 0,0 1 0,0-1 0,0 0 0,0 0 0,0 1 0,0-1 0,0 0 0,1 0 0,-1 0 0,0 1 0,0-1 0,0 0 0,0 0 0,0 0 0,0 0 0,0 1 0,1-1 0,-1 0 0,0 0 0,0 0 0,0 0 0,0 0 0,1 0 0,-1 1 0,0-1 0,0 0 0,1 0 0,3 2 0,4-1 0,-1 0 0,0-1 0,1 0 0,-1 0 0,0 0 0,0-1 0,10-3 0,3 2 0,-9 0 0,0-1 0,0 1 0,0-2 0,19-7 0,-25 8 0,1 1 0,0-1 0,-1 0 0,0-1 0,0 0 0,0 1 0,0-2 0,-1 1 0,1 0 0,5-9 0,-7 10 0,-1-1 0,0 1 0,1 0 0,-1-1 0,0 0 0,-1 0 0,1 1 0,-1-1 0,0 0 0,0 0 0,0 0 0,0 0 0,-1 0 0,1-1 0,-1 1 0,0 0 0,-1 0 0,1 0 0,-1 0 0,1 0 0,-2-4 0,-2-10 0,4 16 0,0 1 0,0-1 0,0 0 0,-1 1 0,1-1 0,0 1 0,-1-1 0,0 0 0,1 1 0,-1-1 0,-1-1 0,-8-14 0,7 11 0,0 1 0,-1-1 0,1 1 0,-1 0 0,-7-8 0,9 12 0,0-1 0,0 1 0,0 0 0,0 0 0,0 0 0,0 0 0,0 0 0,0 0 0,-1 0 0,1 1 0,0-1 0,0 1 0,-1-1 0,1 1 0,0 0 0,-1 0 0,1 0 0,0 0 0,0 1 0,-4 0 0,0 0 0,1 1 0,0-1 0,0 1 0,0 1 0,0-1 0,0 1 0,1 0 0,-1 0 0,1 0 0,0 0 0,0 1 0,0 0 0,0 0 0,0 0 0,1 0 0,0 1 0,0-1 0,0 1 0,1-1 0,-1 1 0,1 0 0,0 0 0,0 1 0,-1 5 0,-22 68 0,23-70 0,1-6 0,0 0 0,1 0 0,-1 0 0,1 0 0,-1 0 0,1-1 0,0 1 0,1 0 0,-1 0 0,0 0 0,1 0 0,-1 0 0,1 0 0,0 0 0,2 4 0,3 6 0,0 0 0,12 16 0,-16-25 0,1-1 0,0 1 0,0-1 0,1 1 0,-1-1 0,1 0 0,-1 0 0,1-1 0,0 1 0,0-1 0,8 4 0,6-1 0,0 0 0,1-1 0,0 0 0,-1-2 0,1 0 0,0-1 0,0-2 0,0 1 0,0-2 0,0-1 0,27-6 0,-19 2 0,0-2 0,0 0 0,-1-2 0,-1-1 0,0-1 0,0-1 0,26-20 0,-44 28 0,0 0 0,0-1 0,-1 1 0,1-1 0,-1-1 0,-1 1 0,0-1 0,0 0 0,0 0 0,6-18 0,-7 14 0,0 0 0,9-17 0,-8 17 0,0-1 0,7-22 0,-1 3 0,-9 25 0,1 1 0,-1 0 0,0-1 0,-1 1 0,0-1 0,1-12 0,-9 61 0,4-33 0,1 1 0,0-1 0,-1 19 0,-5 30 0,-1 26 0,9-73 0,1-1 0,0 0 0,1 0 0,0 0 0,0 0 0,8 19 0,-8-27 0,0 0 0,0 0 0,0 0 0,0 0 0,0-1 0,0 1 0,0-1 0,0 1 0,0-1 0,1 0 0,-1 0 0,1 0 0,-1 0 0,1 0 0,-1-1 0,1 1 0,-1-1 0,1 1 0,-1-1 0,1 0 0,0 0 0,-1 0 0,5-1 0,9-3 0,-2-1 0,1 0 0,0-1 0,-1 0 0,19-12 0,64-51 0,-57 28 0,-21 20 0,3-3 0,-15 15 0,0 1 0,1 1 0,0-1 0,17-11 0,-11 8 0,-12 10 0,-1 0 0,1 0 0,-1 0 0,1 0 0,0 0 0,-1 0 0,1 0 0,0 0 0,3-1 0,6 0 0,-11 1 0,1 1 0,0-1 0,0 1 0,-1 0 0,1 0 0,0-1 0,0 1 0,0 0 0,0 0 0,-1 0 0,1 0 0,0 0 0,0 0 0,0 0 0,0 0 0,-1 0 0,1 1 0,0-1 0,0 0 0,0 0 0,0 1 0,-1-1 0,1 1 0,0-1 0,-1 0 0,1 1 0,0-1 0,-1 1 0,1 0 0,0-1 0,-1 1 0,1 0 0,-1-1 0,1 2 0,8 7 0,0 0 0,0 0 0,1-1 0,0 0 0,0 0 0,1-1 0,0-1 0,0 0 0,1-1 0,14 6 0,17 3 0,68 13 0,-79-20 0,339 62 0,-322-64 0,-1-3 0,0-2 0,60-8 0,-104 8 0,0-1 0,1 0 0,-1 0 0,0-1 0,0 1 0,0-1 0,0 0 0,0 0 0,7-5 0,-9 6 0,-1-1 0,1 1 0,0-1 0,-1 1 0,1-1 0,-1 1 0,1-1 0,-1 0 0,0 0 0,1 0 0,-1 0 0,0 0 0,0 0 0,-1 0 0,1 0 0,0 0 0,-1 0 0,1-4 0,-1-128 0,0 129 0,-1 1 0,0 0 0,0 0 0,0 0 0,0 0 0,0 0 0,-1 0 0,0 0 0,0 0 0,0 1 0,0-1 0,-1 1 0,1-1 0,-1 1 0,0 0 0,0 0 0,0 0 0,-1 1 0,1-1 0,0 1 0,-1-1 0,0 1 0,1 0 0,-1 1 0,-6-3 0,-5-1 0,1 1 0,-1 0 0,0 1 0,0 1 0,-23-1 0,14 5 0,0 1 0,0 1 0,0 1 0,1 2 0,-39 15 0,48-17 0,-7 3 0,1 1 0,0 1 0,1 1 0,0 1 0,0 1 0,2 0 0,-1 1 0,-27 30 0,36-34 0,0 0 0,2 1 0,-1-1 0,-9 19 0,16-26 0,-1 0 0,1 0 0,-1 0 0,1 1 0,0-1 0,0 0 0,0 1 0,1-1 0,-1 1 0,1-1 0,0 0 0,0 1 0,0-1 0,0 1 0,1-1 0,-1 1 0,1-1 0,0 0 0,0 1 0,0-1 0,3 5 0,-1-4 0,0 0 0,0-1 0,0 0 0,1 1 0,-1-1 0,1-1 0,0 1 0,0-1 0,0 1 0,0-1 0,0 0 0,0 0 0,1-1 0,-1 1 0,1-1 0,-1 0 0,1 0 0,4 0 0,4 0 0,-1-1 0,1 0 0,0 0 0,-1-1 0,20-4 0,-6 2 0,-19 3 0,0-1 0,1 0 0,-1 0 0,14-5 0,14-4 0,-24 8 0,-1-1 0,18-7 0,41-11 0,-61 20 0,-2 2 0,-12 3 0,4-2 0,0 1 0,0-1 0,0 0 0,0 1 0,0-1 0,0 1 0,1-1 0,-1 1 0,-1 5 0,-11 16 0,12-21 0,0 1 0,1-1 0,-1 1 0,1 0 0,0 0 0,0-1 0,0 1 0,0 0 0,0 5 0,-2 9 0,2-13 0,1 0 0,-1 0 0,1 0 0,0 0 0,0 0 0,1 1 0,-1-1 0,1 0 0,0 0 0,1 0 0,-1 0 0,1 0 0,0-1 0,0 1 0,0 0 0,1-1 0,4 7 0,6 5 0,0-1 0,0 0 0,20 15 0,-10-8 0,196 173 0,9 10 0,-151-130 0,117 149 0,-181-205 0,-1-1 0,-1 2 0,-1 0 0,-1 0 0,-1 1 0,0-1 0,-1 2 0,-2-1 0,0 1 0,-1 0 0,1 37 0,-5-48 0,-1 1 0,0-1 0,-1 0 0,0 0 0,-1 1 0,0-1 0,-1-1 0,0 1 0,-9 16 0,5-13 0,-1-1 0,-1 1 0,0-2 0,0 1 0,-2-1 0,-13 11 0,-1-3 0,0-1 0,-1-1 0,-1-2 0,0-1 0,-1-1 0,-41 14 0,13-11 0,0-1 0,-1-3 0,0-3 0,-1-2 0,0-3 0,0-2 0,0-3 0,-106-14 0,140 10 0,1-1 0,0-1 0,0-1 0,-29-14 0,42 17 0,1-1 0,0-1 0,1 0 0,-1 0 0,1-1 0,0 0 0,1-1 0,-1 1 0,2-2 0,-1 1 0,-9-15 0,11 13 0,-1 0 0,1-1 0,1 0 0,0 0 0,0 0 0,1 0 0,1-1 0,0 0 0,0 0 0,1 0 0,1 0 0,0 0 0,1-16 0,3 1 0,2 0 0,0 1 0,2 0 0,0 0 0,2 1 0,1 0 0,1 1 0,22-37 0,1 10 0,1 1 0,70-74 0,-63 81 0,1 2 0,3 2 0,1 2 0,54-33 0,219-101 0,-174 112 0,-1 5 0,-102 43-2330,-18 7-1903,-1 1 1,29 1 0,-33 5-2971,4-2 195</inkml:trace>
</inkml:ink>
</file>

<file path=ppt/ink/ink1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4:47.963"/>
    </inkml:context>
    <inkml:brush xml:id="br0">
      <inkml:brushProperty name="width" value="0.035" units="cm"/>
      <inkml:brushProperty name="height" value="0.035" units="cm"/>
      <inkml:brushProperty name="color" value="#0066FF"/>
    </inkml:brush>
  </inkml:definitions>
  <inkml:trace contextRef="#ctx0" brushRef="#br0">69 492 1152,'-41'0'5822,"28"0"-1557,-2 0 3351,24 6-1896,32-1-1405,-9-2-2436,5-2-796,89-18-778,0-6 0,137-43 0,-231 55-305,0-2 0,0 0 0,-1-3 0,-1 0 0,43-33 0,-70 47 0,1-1 0,-1 0 0,0-1 0,0 1 0,-1 0 0,1-1 0,0 0 0,-1 1 0,0-1 0,0 0 0,0 0 0,-1-1 0,1 1 0,-1 0 0,0 0 0,0-1 0,0 1 0,-1-1 0,0 1 0,0 0 0,0-1 0,0 1 0,0-1 0,-1 1 0,0 0 0,0-1 0,0 1 0,-1 0 0,-1-5 0,-1 1 0,1 0 0,-1 0 0,-1 0 0,1 0 0,-1 1 0,-1 0 0,1 0 0,-1 1 0,0-1 0,-1 1 0,1 0 0,-1 1 0,-14-9 0,2 5 0,0 1 0,-1 0 0,1 1 0,-2 1 0,1 1 0,-1 1 0,0 1 0,1 1 0,-1 1 0,0 0 0,0 2 0,0 0 0,0 1 0,0 2 0,0 0 0,1 1 0,0 1 0,-32 14 0,38-14 0,1 0 0,-1 1 0,2 1 0,-1 0 0,-19 17 0,26-20 0,1 1 0,-1-1 0,1 1 0,1 0 0,-1 1 0,1-1 0,0 1 0,0 0 0,1 0 0,0 0 0,0 0 0,-3 12 0,-1 4 0,6-19 0,-1 0 0,1 0 0,0-1 0,0 1 0,1 0 0,-1 0 0,1 0 0,-1 0 0,2 7 0,2 9 0,0 0 0,2-1 0,0 0 0,1 0 0,13 29 0,-9-29 0,1-1 0,0 0 0,1-1 0,1 0 0,1-1 0,0 0 0,1-1 0,1-1 0,24 18 0,4-1 0,2-2 0,68 33 0,-83-48 0,1 1 0,0-1 0,1-2 0,1-1 0,42 8 0,-53-16 0,-7 0 0,0 0 0,0-1 0,0-1 0,0-1 0,0 0 0,1-1 0,-1-1 0,22-5 0,13-6-9,-37 11-87,0-2 0,0 0 0,0 0 1,0-2-1,19-10 0,-31 15-261,0 0 1,0-1-1,0 1 0,0-1 1,-1 0-1,1 1 0,0-1 0,-1 0 1,1 0-1,1-4 0,2-14-7038,-1 10 2470,-4 9 4637,1 1 0,-1 0 0,0-1 0,0 1 0,1 0 0,-1-1 0,0 1 0,0-1 0,0 1 0,1 0 1,-1-1-1,0 1 0,0-1 0,0 1 0,0-1 0,0 1 0,0 0 0,0-1 0,0 1 0,0-1 0,0 1 0,0-1 1,0 0-1,-7 0-4324</inkml:trace>
</inkml:ink>
</file>

<file path=ppt/ink/ink1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1.916"/>
    </inkml:context>
    <inkml:brush xml:id="br0">
      <inkml:brushProperty name="width" value="0.035" units="cm"/>
      <inkml:brushProperty name="height" value="0.035" units="cm"/>
      <inkml:brushProperty name="color" value="#0066FF"/>
    </inkml:brush>
  </inkml:definitions>
  <inkml:trace contextRef="#ctx0" brushRef="#br0">500 119 240,'1'-1'376,"-1"0"0,1 0 0,0 0 0,-1 0 0,1 0 0,-1 0 0,1 0 0,-1 0 0,0 0 1,1 0-1,-1 0 0,0 0 0,0 0 0,1 0 0,-1 0 0,0 0 0,0 0 0,0 0 0,0 0 0,-1 0 0,1 0 0,0 0 0,-1-2 0,-15-21 8496,0 3-1333,14 18-7258,-1 0-1,1 0 1,-1 0-1,0 0 1,1 1 0,-1-1-1,0 1 1,-1 0-1,1 0 1,0 0-1,-1 0 1,1 0 0,-1 1-1,-6-3 1,0 2 295,1-1 1,-1 1-1,1 1 1,-20-1-1,23 2-576,1 0 0,-1 1 0,0 0 0,0 0 0,1 1 0,-1-1 0,0 1 0,1 0 0,0 1 0,-9 4 0,-1 1 0,-13 5 0,0 2 0,-35 25 0,3 15 0,53-49 0,0 1 0,0 1 0,1-1 0,0 1 0,0 0 0,0 1 0,1-1 0,1 1 0,-1 0 0,2 0 0,-1 1 0,1-1 0,1 1 0,-1 0 0,2-1 0,-2 19 0,3-21 0,1 0 0,0 0 0,4 13 0,-2-8 0,-2-9 0,0 0 0,1 0 0,0 0 0,-1-1 0,1 1 0,0-1 0,0 1 0,0-1 0,0 0 0,1 0 0,-1 0 0,1 0 0,-1 0 0,1 0 0,4 2 0,7 5 0,-2-1 0,-1-1 0,1 0 0,0-1 0,1-1 0,13 5 0,70 17 0,-74-22 0,252 60 0,-250-59 0,0 1 0,-1 1 0,0 0 0,37 21 0,-59-28 0,0-1 0,-1 0 0,1 1 0,0-1 0,-1 0 0,1 1 0,-1-1 0,1 1 0,-1-1 0,1 1 0,-1-1 0,1 1 0,-1-1 0,1 1 0,-1 0 0,0-1 0,1 1 0,-1 0 0,0-1 0,0 1 0,1 0 0,-1-1 0,0 1 0,0 0 0,0 0 0,0 0 0,0 0 0,-1 0 0,1 0 0,-1 0 0,1 0 0,-1 0 0,1 0 0,-1 0 0,0 0 0,0 0 0,1-1 0,-1 1 0,0 0 0,0 0 0,0-1 0,-1 2 0,-4 1 0,0 0 0,0 0 0,0 0 0,-13 2 0,-10 1 0,0-2 0,-45 1 0,33-3 0,-74 2 0,-159-15 0,260 10-1907,0 0 1,0-1-1,0-1 0,1 0 1,-15-6-1,28 9 1787,0-1 0,0 1 0,-1 0-1,1 0 1,0 0 0,0 0 0,0 0-1,0 0 1,0 0 0,0 0 0,0 0 0,0-1-1,0 1 1,-1 0 0,1 0 0,0 0-1,0 0 1,0 0 0,0 0 0,0-1 0,0 1-1,0 0 1,0 0 0,0 0 0,0 0-1,0 0 1,0-1 0,0 1 0,0 0 0,0 0-1,0 0 1,0 0 0,0 0 0,0 0-1,0-1 1,1 1 0,-1 0 0,0 0 0,0 0-1,0 0 1,0 0 0,0 0 0,0 0-1,0-1 1,0 1 0,0 0 0,1 0 0,-1 0-1,0 0 1,0 0 0,0 0 0,0 0-1,0 0 1,0 0 0,1 0 0,-1 0 0,0 0-1,0 0 1,0 0 0,16-7-6303,-5 3 3252,5-2-789</inkml:trace>
</inkml:ink>
</file>

<file path=ppt/ink/ink1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2.433"/>
    </inkml:context>
    <inkml:brush xml:id="br0">
      <inkml:brushProperty name="width" value="0.035" units="cm"/>
      <inkml:brushProperty name="height" value="0.035" units="cm"/>
      <inkml:brushProperty name="color" value="#0066FF"/>
    </inkml:brush>
  </inkml:definitions>
  <inkml:trace contextRef="#ctx0" brushRef="#br0">186 47 3249,'8'-26'14508,"-10"10"-6358,2 16-8047,0 0-1,0 0 0,0 0 1,0-1-1,0 1 1,0 0-1,0 0 0,0 0 1,0-1-1,0 1 0,0 0 1,0 0-1,0 0 1,0 0-1,-1 0 0,1-1 1,0 1-1,0 0 1,0 0-1,0 0 0,0 0 1,0 0-1,-1 0 0,1-1 1,0 1-1,0 0 1,0 0-1,0 0 0,-1 0 1,1 0-1,0 0 1,0 0-1,0 0 0,-1 0 1,1 0-1,0 0 0,0 0 1,0 0-1,0 0 1,-1 0-1,1 0 0,0 0 1,0 0-1,0 0 1,0 0-1,-1 0 0,1 1 1,0-1-1,0 0 0,0 0 1,0 0-1,-1 0 1,1 0-1,0 0 0,0 0 1,0 1-1,0-1 1,0 0-1,0 0 0,0 0 1,-1 0-1,1 1 0,0-1 1,0 0-1,0 0 1,0 1-1,0-1-102,0 0 0,-1 1 0,1-1 0,0 1 0,0-1 0,-1 0 0,1 1 0,0-1 0,-1 0 0,1 1 0,0-1 0,-1 0 0,1 1 0,0-1 0,-1 0 0,1 0 0,-1 1 0,1-1 0,-1 0 0,1 0 0,0 0 0,-1 0 0,1 0 0,-1 0 0,1 0 0,-1 0 0,1 0 0,-1 0 0,1 0 0,-1 0 0,1 0 0,-1 0 0,1 0 0,-1 0 0,1 0 0,0-1 0,-2 1 0,-1 0 0,-1 1 0,1-1 0,0 1 0,-1 0 0,1 0 0,0 0 0,-1 1 0,1-1 0,0 1 0,0 0 0,0 0 0,0 0 0,-3 3 0,-38 40 0,27-26 0,8-10 0,2 1 0,-1 0 0,2 0 0,-1 1 0,-8 20 0,14-29 0,0 0 0,0 0 0,0 0 0,1 0 0,-1 0 0,1 1 0,-1-1 0,1 0 0,0 1 0,0-1 0,0 0 0,0 0 0,0 1 0,0-1 0,1 0 0,-1 0 0,1 1 0,-1-1 0,1 0 0,0 0 0,0 0 0,0 0 0,0 0 0,1 0 0,-1 0 0,0 0 0,1-1 0,-1 1 0,1 0 0,0-1 0,-1 1 0,1-1 0,0 0 0,0 1 0,0-1 0,2 1 0,4 1 0,0 0 0,0 0 0,1-1 0,-1 0 0,0 0 0,1-1 0,-1 0 0,12 0 0,8-2 0,0-2 0,-1 0 0,1-2 0,45-13 0,-30 3 0,0-1 0,46-26 0,30-33 0,-51 29 0,-34 18 0,-34 24 0,-6 4 0,4 7 0,3-4 0,-1 158 0,8-120 0,1-14 0,-9-27-35,0 1-1,1 0 1,-1-1-1,0 1 1,1 0-1,-1-1 1,0 1-1,1-1 1,-1 1-1,1-1 1,-1 1-1,1-1 1,-1 1-1,1-1 1,-1 1-1,2 0 1,-2-1-14,1 0 1,-1 0-1,0 0 0,0 1 1,0-1-1,0 0 1,1 0-1,-1 0 0,0 0 1,0 0-1,0 1 1,0-1-1,1 0 0,-1 0 1,0 0-1,0 0 1,1 0-1,-1 0 0,0 0 1,0 0-1,0 0 1,1 0-1,-1 0 0,0 0 1,0 0-1,1 0 1,-1 0-1,0 0 0,0 0 1,1 0-1,-1 0 0,0 0 1,0 0-1,0 0 1,1 0-1,-1-1 0,0 1 1,0 0-1,0 0 1,0 0-1,1-1 0,-1-5-3407,-1-1 0,0 0 0,0 0 0,0 1 0,-5-14 0,-1 5-1801</inkml:trace>
</inkml:ink>
</file>

<file path=ppt/ink/ink1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2.617"/>
    </inkml:context>
    <inkml:brush xml:id="br0">
      <inkml:brushProperty name="width" value="0.035" units="cm"/>
      <inkml:brushProperty name="height" value="0.035" units="cm"/>
      <inkml:brushProperty name="color" value="#0066FF"/>
    </inkml:brush>
  </inkml:definitions>
  <inkml:trace contextRef="#ctx0" brushRef="#br0">198 28 3321,'-3'-3'864,"0"1"1,0-1-1,0 1 1,0-1-1,-1 1 1,0 0-1,1 1 1,-1-1-1,0 0 1,0 1-1,1 0 1,-1 0-1,0 0 1,0 1-1,-8-1 1,4 0 527,-1 1 0,0 0 0,0 1 0,1 0 0,-1 0 0,-11 4-1,-18 15 986,18-4-3869,17 4-5333,4-12 1551</inkml:trace>
</inkml:ink>
</file>

<file path=ppt/ink/ink1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4.373"/>
    </inkml:context>
    <inkml:brush xml:id="br0">
      <inkml:brushProperty name="width" value="0.035" units="cm"/>
      <inkml:brushProperty name="height" value="0.035" units="cm"/>
      <inkml:brushProperty name="color" value="#0066FF"/>
    </inkml:brush>
  </inkml:definitions>
  <inkml:trace contextRef="#ctx0" brushRef="#br0">95 480 1288,'4'-2'27419,"9"-3"-24297,23-5-2926,-14 5 52,1-2-1,23-10 0,-43 15-247,1 1 0,-1-1 0,0 0 0,0 0 0,0 0 0,0 0 0,0-1 0,0 1 0,0-1 0,-1 1 0,0-1 0,1 0 0,-1 0 0,0 0 0,0-1 0,-1 1 0,3-4 0,-2 1 0,-1 6 0,-1-1 0,0 1 0,1-1 0,-1 0 0,0 1 0,0-1 0,0 1 0,1-1 0,-1 0 0,0 1 0,0-1 0,0 0 0,0 1 0,0-1 0,0 1 0,0-1 0,-1 0 0,1 1 0,0-1 0,0 0 0,0 1 0,-1-1 0,1 1 0,0-1 0,0 1 0,-1-1 0,1 1 0,-1-1 0,1 1 0,0-1 0,-1 1 0,1-1 0,-1 1 0,1-1 0,-1 1 0,1 0 0,-1-1 0,0 1 0,1 0 0,-1 0 0,1-1 0,-2 1 0,-6-5 0,8 4 0,0 1 0,0-1 0,-1 1 0,1 0 0,0-1 0,0 1 0,-1-1 0,1 1 0,0 0 0,-1-1 0,1 1 0,0 0 0,-1 0 0,1-1 0,-1 1 0,1 0 0,0 0 0,-1-1 0,1 1 0,-1 0 0,1 0 0,-1 0 0,1 0 0,-1 0 0,1 0 0,-1 0 0,1 0 0,-1 0 0,1 0 0,-1 0 0,1 0 0,0 0 0,-1 0 0,1 0 0,-1 1 0,1-1 0,-1 0 0,-11 2 0,1-1 0,-1 2 0,1-1 0,0 2 0,0-1 0,1 2 0,-1-1 0,1 1 0,-14 9 0,-6 2 0,22-11 0,0-1 0,0 1 0,0 1 0,1 0 0,0 0 0,0 0 0,1 1 0,-7 8 0,9-10 0,0 0 0,1 0 0,0 1 0,0-1 0,0 1 0,1-1 0,0 1 0,0 0 0,0 0 0,1 0 0,-1 0 0,1 12 0,1-14 0,0 0 0,0 0 0,1 0 0,0 0 0,-1 0 0,2-1 0,-1 1 0,0 0 0,1 0 0,-1-1 0,1 1 0,0-1 0,1 1 0,-1-1 0,0 0 0,1 0 0,0 0 0,-1 0 0,1 0 0,1-1 0,2 3 0,1-1 0,0 0 0,0 0 0,1-1 0,0 0 0,-1 0 0,1-1 0,0 0 0,0 0 0,11 1 0,11 1 0,-20-2 0,-1-1 0,1 1 0,-1-2 0,1 0 0,9-1 0,-16 1 0,99-14 0,-89 11 0,0-1 0,-1 0 0,1 0 0,0-1 0,21-13 0,-16 8 0,-15 8 0,1 0 0,-1 0 0,1 0 0,-1-1 0,0 1 0,1-1 0,-1 0 0,5-6 0,14-17 0,-13 16 0,-1 0 0,12-17 0,-18 22 0,1 1 0,-1-1 0,0 1 0,-1-1 0,1 0 0,-1 1 0,0-1 0,0 0 0,0 0 0,-1-7 0,0-64 0,0 77 0,0 12 0,0 0 0,1 0 0,1 0 0,5 26 0,-2-27 0,-3-6 0,0 0 0,0-1 0,-1 1 0,1 0 0,0 11 0,-1-11 0,-1 0 0,2 0 0,-1-1 0,1 1 0,-1-1 0,2 1 0,3 6 0,0 2 0,-6-13 0,0 0 0,0 0 0,1 0 0,-1 0 0,0-1 0,1 1 0,-1 0 0,1 0 0,-1 0 0,1-1 0,0 1 0,-1 0 0,1-1 0,-1 1 0,1-1 0,0 1 0,0 0 0,1 0 0,0-1 0,1 1 0,-1 0 0,1-1 0,-1 0 0,1 0 0,-1 0 0,1 0 0,0 0 0,-1 0 0,1 0 0,-1-1 0,1 1 0,-1-1 0,1 0 0,-1 0 0,0 0 0,4-2 0,43-23 0,25-29 0,-70 52 0,-1-1 0,0 0 0,0 0 0,0 0 0,0 0 0,0-1 0,-1 1 0,2-6 0,-1 6 0,-1-1 0,0 0 0,1 1 0,0-1 0,0 1 0,6-6 0,1-1 0,-10 10 0,0 0 0,0 1 0,1-1 0,-1 1 0,0-1 0,1 1 0,-1-1 0,1 1 0,-1-1 0,1 1 0,-1 0 0,1-1 0,-1 1 0,1 0 0,-1-1 0,1 1 0,-1 0 0,1-1 0,-1 1 0,1 0 0,0 0 0,-1 0 0,1 0 0,-1 0 0,1-1 0,0 1 0,-1 0 0,1 0 0,0 1 0,-1-1 0,1 0 0,-1 0 0,1 0 0,0 0 0,-1 0 0,1 1 0,-1-1 0,1 0 0,-1 0 0,1 1 0,-1-1 0,1 1 0,-1-1 0,1 0 0,0 2 0,34 21 0,-24-14 0,2 0 0,-1-1 0,27 11 0,1-2 0,-29-12 0,0 0 0,1-1 0,-1 0 0,1 0 0,-1-2 0,1 1 0,23 1 0,-25-4-310,-1-1 0,0 0 1,1 0-1,-1-1 0,15-4 0,-19 4 146,-1 0 0,1 0-1,-1 0 1,0 0 0,0-1-1,0 1 1,0-1 0,0 0-1,-1 0 1,1-1-1,-1 1 1,0-1 0,4-5-1,-6 7 29,1-1-70,0 1-1,0-1 0,-1 0 1,1 0-1,-1 0 0,0 0 0,0 0 1,0 0-1,0 0 0,0 0 1,0-5-1,3-22-1073,-2 26 1170,-2 0 0,1 0 0,0-1-1,-1 1 1,0 0 0,0 0 0,0 0 0,-1-7 0,-5-29-338,-4-12 594,-7-27 1615,6 38-73,9 31-1051,0 0 0,-1 1-1,-4-12 1,-5-17 1240,-1 1-401,11 26-1476,3 0 0,-1 7 0,1 9 0,13 25 0,-2 0 0,13 49 0,-9-25 0,10 62 0,-19-92 0,-1 0 0,-1 1 0,-2 0 0,2 26 0,-5-30 17,0 3-135,0 0 1,-7 42-1,6-61-673,0 1-1,0 0 1,1-1-1,0 1 1,2 9 0,4 11-5805,-3-16 2566,-3-10 3607,0 1 0,0 0-1,0-1 1,0 1 0,0-1-1,0 1 1,1-1 0,-1 1-1,0-1 1,0 1 0,0-1-1,1 1 1,-1-1 0,0 1 0,1-1-1,-1 1 1,1-1 0,-1 0-1,0 1 1,1-1 0,0 1-1</inkml:trace>
</inkml:ink>
</file>

<file path=ppt/ink/ink1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4.657"/>
    </inkml:context>
    <inkml:brush xml:id="br0">
      <inkml:brushProperty name="width" value="0.035" units="cm"/>
      <inkml:brushProperty name="height" value="0.035" units="cm"/>
      <inkml:brushProperty name="color" value="#0066FF"/>
    </inkml:brush>
  </inkml:definitions>
  <inkml:trace contextRef="#ctx0" brushRef="#br0">34 65 2809,'0'-2'430,"0"1"0,0-1-1,-1 0 1,1 1 0,0-1 0,-1 1 0,1-1 0,-1 1 0,0-1 0,1 1 0,-1-1 0,0 1 0,0 0 0,0-1 0,0 1 0,0 0 0,-3-2 0,-6-11 3842,6 7-1110,-1-4 5725,6 11-8708,-1-1 0,1 1 0,-1-1 1,1 1-1,0-1 0,-1 1 0,1 0 0,0-1 0,0 1 0,-1 0 0,1 0 0,0-1 0,0 1 0,-1 0 1,1 0-1,0 0 0,0 0 0,0 0 0,-1 0 0,1 0 0,1 1 0,387 22 1520,-344-19-1656,-23-1-40,0 1 0,-1 1 0,1 0 0,-1 2-1,25 11 1,-44-17-1,0 0 0,-1 0 0,1-1-1,0 1 1,-1 1 0,1-1 0,-1 0-1,1 0 1,-1 0 0,0 1-1,1-1 1,-1 1 0,0-1 0,0 1-1,0-1 1,0 1 0,0 0 0,-1-1-1,1 1 1,0 0 0,-1 0 0,0 0-1,1-1 1,-1 1 0,0 0 0,0 3-1,0-1 0,0-1-1,-1 1 1,1-1-1,-1 1 1,0-1-1,0 1 1,0-1-1,-1 0 1,1 1-1,-1-1 1,0 0-1,-4 5 1,-10 18-135,14-23-484,1 0 0,-1 1 0,0-1 0,-1 0 0,1 0 1,-1 0-1,1 0 0,-6 4 0,5-6-3035,3-1 3324,-1 0 0,1 0 1,-1 0-1,1-1 0,0 1 0,-1 0 0,1 0 1,0 0-1,-1-1 0,1 1 0,0 0 0,-1 0 0,1-1 1,0 1-1,0 0 0,-1-1 0,1 1 0,0 0 1,0-1-1,-1 1 0,1 0 0,0-1 0,6-21-9502,-5 18 8933,0-7-2996</inkml:trace>
</inkml:ink>
</file>

<file path=ppt/ink/ink1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4.821"/>
    </inkml:context>
    <inkml:brush xml:id="br0">
      <inkml:brushProperty name="width" value="0.035" units="cm"/>
      <inkml:brushProperty name="height" value="0.035" units="cm"/>
      <inkml:brushProperty name="color" value="#0066FF"/>
    </inkml:brush>
  </inkml:definitions>
  <inkml:trace contextRef="#ctx0" brushRef="#br0">62 88 1592,'-11'-23'4203,"10"19"-3406,0 1 0,-1-1 0,1 1 0,-1-1 0,0 1 0,0 0 0,0 0 0,0-1 0,-1 2 0,1-1 0,-1 0 0,0 0 0,-3-2 0,-6-8 4995,8 9-2301,3 4-2496,1 1-875,0-1-154,-1 1 0,1-1 0,0 0 0,0 0 0,0 0 0,0 0 0,0 1 0,0-1 0,-1 0 0,1 0 0,0 1 0,0-1 0,0 0-1,0 0 1,0 0 0,0 1 0,0-1 0,0 0 0,0 0 0,0 1 0,0-1 0,0 0 0,0 0 0,0 1 0,0-1 0,1 0 0,-1 0 0,0 0 0,0 1 0,0-1 0,0 0 0,0 0-1,0 0 1,1 1 0,-1-1 0,0 0 0,0 0 0,0 0 0,0 0 0,1 0 0,-1 1 0,6 7-2422,-3-4 1257,0 0 0,0 0 0,1-1 0,-1 1 0,1-1 0,0 0 0,0 0 0,0 0 0,0-1 0,6 4 0,7 3-4032,-2 1 938</inkml:trace>
</inkml:ink>
</file>

<file path=ppt/ink/ink1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5.241"/>
    </inkml:context>
    <inkml:brush xml:id="br0">
      <inkml:brushProperty name="width" value="0.035" units="cm"/>
      <inkml:brushProperty name="height" value="0.035" units="cm"/>
      <inkml:brushProperty name="color" value="#0066FF"/>
    </inkml:brush>
  </inkml:definitions>
  <inkml:trace contextRef="#ctx0" brushRef="#br0">411 33 432,'-3'-18'14564,"-5"9"-5352,6 8-8473,-1 0 0,1 0 0,-1 0 1,1 1-1,-1-1 0,0 1 0,1-1 1,-1 1-1,-5 1 0,-22-1-609,1 2-1,-1 1 1,0 2 0,1 1-1,0 1 1,0 1 0,1 1-1,-29 15 1,49-20-130,-1 1 0,1 0 0,-15 11 0,20-13 0,0 0 0,0 0 0,0 0 0,1 1 0,-1-1 0,1 1 0,0-1 0,0 1 0,0 0 0,-2 6 0,4-9 0,0 1 0,0-1 0,0 0 0,0 1 0,0-1 0,0 1 0,1-1 0,-1 0 0,0 1 0,1-1 0,-1 0 0,1 1 0,-1-1 0,1 0 0,0 1 0,0-1 0,-1 0 0,1 0 0,0 0 0,0 0 0,0 0 0,0 0 0,0 0 0,0 0 0,2 1 0,33 19 0,-8-9 0,1-2 0,0-1 0,54 9 0,-55-12 0,243 57 0,-266-62 0,0 0 0,0 1 0,0-1 0,-1 1 0,1 0 0,0 0 0,-1 1 0,1 0 0,-1-1 0,0 2 0,0-1 0,0 0 0,5 6 0,-9-8 0,1 0 0,-1-1 0,0 1 0,0 0 0,0 0 0,0-1 0,0 1 0,0 0 0,0 0 0,0-1 0,0 1 0,0 0 0,0 0 0,0-1 0,0 1 0,-1 0 0,1 0 0,0-1 0,-1 1 0,1 0 0,0-1 0,-1 1 0,1 0 0,-1-1 0,1 1 0,-1-1 0,1 1 0,-1-1 0,0 1 0,1-1 0,-2 1 0,-24 14 0,4-7 0,-1-1 0,1 0 0,-1-2 0,-33 4 0,-95-2 0,141-8 0,0 0 0,0 0 0,1 0 0,-1-2 0,-12-3 0,17 4 0,0 0 0,-1 0 0,1 0 0,1-1 0,-1 1 0,0-1 0,0-1 0,1 1 0,0-1 0,-5-5 0,8 9 0,1-1 0,0 0 0,-1 0 0,1 0 0,0 0 0,0 0 0,0 0 0,0 0 0,0 0 0,0 0 0,0 0 0,0 0 0,0 0 0,0 0 0,1 0 0,-1 0 0,0 0 0,1 0 0,-1 0 0,1 0 0,-1 0 0,1 0 0,-1 0 0,1 1 0,0-1 0,-1 0 0,1 0 0,0 1 0,0-1 0,-1 0 0,1 1 0,0-1 0,0 1 0,0-1 0,0 1 0,0-1 0,0 1 0,0 0 0,1-1 0,9 2-2322,0 0-1,21 5 1,-21-3-797,1-1 1,21 1 0,-29-3 1465,1 1 0,0-1 0,0 1 0,-1 0 0,7 2 0,6 2-3354</inkml:trace>
</inkml:ink>
</file>

<file path=ppt/ink/ink1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7.373"/>
    </inkml:context>
    <inkml:brush xml:id="br0">
      <inkml:brushProperty name="width" value="0.035" units="cm"/>
      <inkml:brushProperty name="height" value="0.035" units="cm"/>
      <inkml:brushProperty name="color" value="#0066FF"/>
    </inkml:brush>
  </inkml:definitions>
  <inkml:trace contextRef="#ctx0" brushRef="#br0">54 37 472,'0'-1'527,"0"0"0,0 0 1,1 0-1,-1 0 0,0 0 0,0 1 0,0-1 0,-1 0 1,1 0-1,0 0 0,0 0 0,0 0 0,-1 0 1,1 0-1,0 0 0,-1 1 0,1-1 0,-1 0 0,1 0 1,-1 0-1,0 1 0,1-1 0,-1 0 0,1 1 0,-1-1 1,0 0-1,0 1 0,1-1 0,-1 1 0,0-1 0,0 1 1,0 0-1,0-1 0,0 1 0,0 0 0,1 0 1,-1-1-1,0 1 0,0 0 0,0 0 0,0 0 0,0 0 1,-1 0 1124,-5-5 3402,7 5-4901,-1-1 0,1 1 0,-1-1 1,1 1-1,-1 0 0,0-1 0,1 1 0,-1 0 1,0-1-1,1 1 0,-1 0 0,0 0 0,1 0 1,-1 0-1,0-1 0,1 1 0,-1 0 0,-1 0 1,-4 5-145,6-5-9,-1 1 0,1-1 0,0 1 0,-1-1 0,1 1 0,0-1 0,0 1 0,-1-1 0,1 1 0,0-1 0,0 1 0,0 0 0,0-1 0,0 1 0,0-1 0,0 1 0,0-1 0,0 1 0,0 0 0,0-1 0,0 1 0,0-1 0,1 1 0,-1-1 0,0 1 0,1 0 0,0 20 0,0 0 0,7 24 0,-5-31 0,2 0 0,6 16 0,-6-18 0,0 1 0,-1 0 0,3 14 0,7 46 0,-7-43 0,-1-1 0,2 58 0,1 35 0,-9-112-102,0-1 0,1 0 0,0 0 0,1 0 0,0 0 0,0 0 0,1 0 0,0 0 0,1 0 0,0-1 0,0 0 0,0 0 0,9 10 0,-12-16-364,0-1 0,1 1 0,-1 0 0,1-1 0,0 0 0,-1 1 0,1-1 0,0 0 0,0 0 0,0 0 0,0 0 1,0 0-1,0-1 0,0 1 0,0-1 0,0 1 0,0-1 0,0 0 0,0 1 0,1-1 0,-1 0 0,4-1 0,2-1-1774,-1 1 0,1-2 0,-1 1 0,13-7 0,-8 4-521,-2-2-479,-1-2 11</inkml:trace>
</inkml:ink>
</file>

<file path=ppt/ink/ink1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7.525"/>
    </inkml:context>
    <inkml:brush xml:id="br0">
      <inkml:brushProperty name="width" value="0.035" units="cm"/>
      <inkml:brushProperty name="height" value="0.035" units="cm"/>
      <inkml:brushProperty name="color" value="#0066FF"/>
    </inkml:brush>
  </inkml:definitions>
  <inkml:trace contextRef="#ctx0" brushRef="#br0">109 102 1792,'-52'-15'5344,"1"-1"4034,46 13-3731,6 0-1937,15-2-469,25-2-2037,240-14-51,-94 10-4640,-86 1-1584,-35 3-850,-3 4-6065</inkml:trace>
</inkml:ink>
</file>

<file path=ppt/ink/ink1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7.836"/>
    </inkml:context>
    <inkml:brush xml:id="br0">
      <inkml:brushProperty name="width" value="0.035" units="cm"/>
      <inkml:brushProperty name="height" value="0.035" units="cm"/>
      <inkml:brushProperty name="color" value="#0066FF"/>
    </inkml:brush>
  </inkml:definitions>
  <inkml:trace contextRef="#ctx0" brushRef="#br0">103 119 2849,'-86'25'16851,"83"-23"-15998,-11 3 3733,14-2-2304,10 0-653,38 5-1064,0-2 0,65 1 0,101-13 1123,-98 2-1354,868-61-334,-871 53-1974,72-8-6029,-143 13 5798,-1-2-1,56-18 0,-47 10-6903,-39 7 4349</inkml:trace>
</inkml:ink>
</file>

<file path=ppt/ink/ink1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8.053"/>
    </inkml:context>
    <inkml:brush xml:id="br0">
      <inkml:brushProperty name="width" value="0.035" units="cm"/>
      <inkml:brushProperty name="height" value="0.035" units="cm"/>
      <inkml:brushProperty name="color" value="#0066FF"/>
    </inkml:brush>
  </inkml:definitions>
  <inkml:trace contextRef="#ctx0" brushRef="#br0">76 204 104,'-26'12'6476,"23"-10"-5305,0 0-1,-1 0 1,1 0-1,-1-1 1,0 0-1,1 1 1,-1-1-1,0-1 1,-6 2-1,2-1 2448,13 1-558,16 0 100,316-23 916,-220 10-3508,240-37-588,-244 26-1505,-2-5-3315,-88 20 2702,-1 0 1,0-2 0,25-12 0,-34 13-268,1 0 1,-1 0 0,14-13-1,-3 4-1953</inkml:trace>
</inkml:ink>
</file>

<file path=ppt/ink/ink1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8.255"/>
    </inkml:context>
    <inkml:brush xml:id="br0">
      <inkml:brushProperty name="width" value="0.035" units="cm"/>
      <inkml:brushProperty name="height" value="0.035" units="cm"/>
      <inkml:brushProperty name="color" value="#0066FF"/>
    </inkml:brush>
  </inkml:definitions>
  <inkml:trace contextRef="#ctx0" brushRef="#br0">116 0 2897,'-14'1'3896,"0"1"0,1 0 0,0 1 0,-27 9 0,31-9-1381,8-3-2457,1 0 0,-1 0 1,1 0-1,-1 0 0,1 0 0,-1 0 1,1 0-1,-1 1 0,1-1 0,-1 0 0,1 0 1,-1 1-1,1-1 0,-1 0 0,1 1 0,0-1 1,-1 0-1,1 1 0,0-1 0,-1 1 1,1-1-1,0 0 0,-1 1 0,1-1 0,0 1 1,0-1-1,-1 1 0,1-1 0,0 2 1,0-2 85,1 1 0,-1 0 0,0 0 1,1-1-1,-1 1 0,1 0 0,-1 0 1,1-1-1,0 1 0,-1-1 0,1 1 1,0 0-1,-1-1 0,1 1 0,0-1 1,1 1-1,39 17 3463,-37-16-3538,101 28-69,1 1 0,-93-26 0,0 0 0,-1 1 0,1 0 0,-2 1 0,22 16 0,-32-22 1,0 0-1,0 0 1,-1-1-1,1 1 1,0 0-1,0 0 1,0 0 0,-1 1-1,1-1 1,0 0-1,-1 0 1,1 0-1,-1 0 1,1 1-1,-1-1 1,0 0 0,0 0-1,1 1 1,-1-1-1,0 0 1,0 1-1,0-1 1,0 0 0,-1 1-1,1-1 1,0 0-1,0 0 1,-1 1-1,1-1 1,-1 0 0,1 0-1,-2 2 1,1-1-8,-1 1 0,1-1 1,-1 0-1,0 0 0,0 1 1,0-1-1,0-1 0,-1 1 1,1 0-1,0 0 0,-1-1 1,1 1-1,-5 1 0,-12 4-2051,0-1 0,-30 5 0,34-9-592,0 0-1,1-2 0,-1 0 0,-17-2 0,4-1-2737,-4 2 17</inkml:trace>
</inkml:ink>
</file>

<file path=ppt/ink/ink1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9.372"/>
    </inkml:context>
    <inkml:brush xml:id="br0">
      <inkml:brushProperty name="width" value="0.035" units="cm"/>
      <inkml:brushProperty name="height" value="0.035" units="cm"/>
      <inkml:brushProperty name="color" value="#0066FF"/>
    </inkml:brush>
  </inkml:definitions>
  <inkml:trace contextRef="#ctx0" brushRef="#br0">197 188 1176,'-197'0'20382,"225"-1"-13074,-5-10-6108,-17 9-1117,1-1 0,0 0 0,-1-1 0,0 1 0,0-1 0,0 0 0,9-9 1,-6 7 510,-8 5-550,0 1-1,-1 0 1,1-1-1,-1 1 1,1 0-1,0-1 1,-1 1-1,1-1 1,-1 1-1,1-1 1,-1 1-1,1-1 1,-1 0-1,0 1 1,1-1-1,-1 0 1,0 1-1,1-1 1,-1 0-1,0 1 1,0-1-1,0 0 1,0 1-1,1-1 0,-1 0 1,0 0-1,0 1 1,0-1-1,0 0 1,-1 1-1,1-1 1,0-1-1,-2-3-36,-5 0-7,-1 5 0,2 0 0,10-1 0,-1-3 0,4 3 0,2 1 0,-2 1 0,-7 3 0,0-4 0,-1 0 0,1 1 0,-1-1 0,1 0 0,-1 1 0,1-1 0,-1 0 0,1 0 0,-1 0 0,1 0 0,-1 1 0,0-1 0,1 0 0,-1 0 0,1 0 0,-1 0 0,1 0 0,-1 0 0,0 0 0,1-1 0,-1 1 0,1 0 0,-1 0 0,1 0 0,-1 0 0,0-1 0,0 1 0,-67-11 0,34 11 0,28 0 0,12 0 0,106-5 0,57-6 0,-117 5 0,-50 6 0,0-1 0,-1 1 0,1-1 0,0 0 0,-1 1 0,1-1 0,-1 0 0,1 0 0,-1 0 0,0 0 0,0-1 0,1 1 0,0-2 0,-1 2 0,-8-7-3483,6 7 2783,0 0 0,-1 0 0,1-1 0,0 1 0,0 0 0,0-1 0,0 1-1,0-1 1,0 1 0,0-1 0,0 1 0,0-1 0,1 0 0,-2-2 0,2-8-8740,0 2 4394</inkml:trace>
</inkml:ink>
</file>

<file path=ppt/ink/ink1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19.811"/>
    </inkml:context>
    <inkml:brush xml:id="br0">
      <inkml:brushProperty name="width" value="0.035" units="cm"/>
      <inkml:brushProperty name="height" value="0.035" units="cm"/>
      <inkml:brushProperty name="color" value="#0066FF"/>
    </inkml:brush>
  </inkml:definitions>
  <inkml:trace contextRef="#ctx0" brushRef="#br0">232 65 1688,'-15'-5'6330,"14"4"-5907,0 0 0,-1 1 0,1-1 0,-1 0 0,1 1 0,-1 0 0,1-1 0,-1 1 0,1 0 0,-3-1 0,-11-2 5802,14 3-5658,-1-1 0,1 1 0,-1-1 0,1 1 0,-1 0 1,1 0-1,-1 0 0,1 0 0,-1 0 0,1 0 0,-1 0 0,-2 1 0,-82 8 5884,61-7-6395,20-2-57,0 0 0,0 1 0,0 0 0,0-1 0,0 2 0,0-1 0,-9 4 0,13 0 1,1 0 0,0-4 0,0-1 0,0 1 0,1 0 0,-1-1 0,0 1 0,0-1 0,1 1 0,-1 0 0,1-1 0,-1 1 0,1-1 0,-1 1 0,1-1 0,-1 1 0,1-1 0,-1 0 0,1 1 0,-1-1 0,1 1 0,0-1 0,-1 0 0,1 0 0,0 1 0,-1-1 0,1 0 0,0 0 0,-1 0 0,1 0 0,0 0 0,-1 0 0,1 0 0,0 0 0,-1 0 0,1 0 0,0 0 0,0-1 0,4 2 0,5 1 0,-1 0 0,0-1 0,1 0 0,0 0 0,-1-1 0,12-1 0,61-9 0,-62 6 0,-17 4 0,0 0 0,0-1 0,1 0 0,-1 1 0,0-1 0,-1-1 0,1 1 0,0 0 0,0-1 0,0 1 0,-1-1 0,1 0 0,-1 0 0,1 0 0,-1 0 0,3-3 0,-5 4 0,0 0 0,0 0 0,0 0 0,0 0 0,0 0 0,-1 1 0,1-1 0,0 0 0,0 0 0,-1 0 0,1 1 0,-1-1 0,1 0 0,0 0 0,-1 1 0,1-1 0,-1 0 0,0 1 0,1-1 0,-2 0 0,-14-15 0,-27 0 0,39 15 0,1-1 0,-1 0 0,0 1 0,0 0 0,1 0 0,-1 0 0,0 0 0,0 1 0,0-1 0,0 1 0,0 0 0,-6 1 0,-1 0 0,0 1 0,1 0 0,-13 4 0,21-5-306,0 1 0,0-1 0,0 0 0,0 0 0,1 1 0,-1-1 0,1 1 0,-1 0 0,1-1 0,-1 1 0,1 0 0,0 0 0,0 0 0,0 0 0,0 0 0,0 0 0,1 0 0,-1 0 0,0 1 0,1-1 0,0 0 0,-1 0 0,1 0 0,0 1 0,1 3 0,0-4-167,1 0 0,-1 0 0,1 0 1,0 0-1,0 0 0,0-1 0,0 1 1,0 0-1,1-1 0,-1 0 0,0 0 1,4 2-1,33 10-3609,-29-10 2947,69 19-7277,-47-13 4888</inkml:trace>
</inkml:ink>
</file>

<file path=ppt/ink/ink1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0.639"/>
    </inkml:context>
    <inkml:brush xml:id="br0">
      <inkml:brushProperty name="width" value="0.035" units="cm"/>
      <inkml:brushProperty name="height" value="0.035" units="cm"/>
      <inkml:brushProperty name="color" value="#0066FF"/>
    </inkml:brush>
  </inkml:definitions>
  <inkml:trace contextRef="#ctx0" brushRef="#br0">149 108 2176,'-54'-2'6310,"26"0"-1690,-1 1 5147,19 11-5701,-14-5-578,20-4-2119,18-1-534,-4-3-717,-5 1-100,47-4-18,100-4 0,131-13 0,-263 21 0,-10 1 0,0 0 0,20-5 0,-22 1 0,-1 0 0,-6 4 0,-1 1 0,0 0 0,0-1 0,0 1 0,0-1 0,1 1 0,-1 0 0,0-1 0,0 1 0,0-1 0,0 1 0,0-1 0,0 1 0,0 0 0,0-1 0,-1 1 0,1-1 0,0 1 0,0-1 0,0 1 0,0 0 0,0-1 0,-1 1 0,1 0 0,0-1 0,0 1 0,-1 0 0,1-1 0,0 1 0,-1 0 0,1-1 0,0 1 0,-1 0 0,1 0 0,0-1 0,-1 1 0,1 0 0,0 0 0,-1 0 0,0-1 0,-6-2 0,7 3 0,0 0 0,0 0 0,0 0 0,0 0 0,0 0 0,0 0 0,0 0 0,0 0 0,0 0 0,0 0 0,0 0 0,0 0 0,0 0 0,0 1 0,0-1 0,0 0 0,0 0 0,0 0 0,0 0 0,-1 0 0,1 0 0,0 0 0,0 0 0,0 0 0,0 0 0,0 0 0,0 0 0,0 0 0,0 0 0,-5-4 0,0 1 0,-1 0 0,1 0 0,-1 1 0,-11-5 0,-9-7 0,24 13 0,2 1 0,-23 0 0,15 1 0,7 4 0,1-4 0,0 0 0,0-1 0,0 1 0,0 0 0,1 0 0,-1 0 0,0 0 0,0 0 0,1 0 0,-1 0 0,0-1 0,1 1 0,-1 0 0,1 0 0,-1-1 0,1 1 0,0 0 0,-1 0 0,1-1 0,0 1 0,-1-1 0,1 1 0,0-1 0,1 1 0,5 6 0,-6-6 0,0 1 0,1 0 0,0-1 0,-1 1 0,1-1 0,0 1 0,0-1 0,0 0 0,3 2 0,-3-2 0,0 0 0,0 0 0,0 0 0,-1 1 0,1-1 0,0 0 0,-1 1 0,1-1 0,2 4 0,-3-2 0,1 0 0,0 1 0,0-1 0,-1 1 0,0 0 0,0-1 0,0 1 0,0 0 0,-1 0 0,1 0 0,-1 5 0,0-7 0,-1 1 0,0-1 0,1 0 0,-1 1 0,0-1 0,0 0 0,0 0 0,-1 0 0,1 1 0,0-1 0,-1 0 0,1-1 0,-1 1 0,0 0 0,0 0 0,0-1 0,0 1 0,0-1 0,-4 3 0,-17 13-1203,17-12 529,0-1 0,0 0 1,-1 0-1,1 0 1,-1 0-1,-7 2 0,3-5-2565,8 0 504,7 2 82,1-4-3089,6-2 2313,-9 2 1370,7-4-2171</inkml:trace>
</inkml:ink>
</file>

<file path=ppt/ink/ink1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1.719"/>
    </inkml:context>
    <inkml:brush xml:id="br0">
      <inkml:brushProperty name="width" value="0.035" units="cm"/>
      <inkml:brushProperty name="height" value="0.035" units="cm"/>
      <inkml:brushProperty name="color" value="#0066FF"/>
    </inkml:brush>
  </inkml:definitions>
  <inkml:trace contextRef="#ctx0" brushRef="#br0">157 93 2897,'-33'-16'23014,"33"16"-22866,0 0-1,-1 0 1,1 0 0,0-1-1,0 1 1,0 0 0,-1 0 0,1-1-1,0 1 1,0 0 0,0 0-1,0-1 1,-1 1 0,1 0 0,0 0-1,0-1 1,0 1 0,0 0 0,0-1-1,0 1 1,0 0 0,0-1-1,0 1 1,0 0 0,0 0 0,0-1-1,0 1 1,0 0 0,0-1-1,0 1 1,0 0 0,1-1 0,0-23 1833,-1 19-1981,-2 1 0,2 3 0,-1 1 0,0 0 0,0 0 0,0-1 0,1 1 0,-1 0 0,0 0 0,0 0 0,1 0 0,-1 0 0,0 0 0,0 0 0,0 1 0,1-1 0,-1 0 0,0 0 0,0 0 0,1 1 0,-1-1 0,0 1 0,1-1 0,-1 0 0,-1 2 0,-11 9 0,12-10 0,-1 0 0,1 1 0,-1 0 0,0-1 0,0 1 0,1 0 0,-1 0 0,1 0 0,-1 0 0,1 0 0,0 0 0,-2 4 0,-11 17 0,11-19 0,1 0 0,-1 0 0,1 1 0,0-1 0,0 1 0,1 0 0,-1-1 0,-1 9 0,-1 3 0,1 3 0,3-16 0,-1 0 0,1 0 0,-1 0 0,1 0 0,-1 0 0,0 0 0,-2 4 0,1-2 0,0 1 0,0-1 0,1 0 0,-1 1 0,1-1 0,0 7 0,-4 14 0,4-16 0,-1 0 0,1 0 0,1 0 0,0 0 0,2 11 0,-1 10 0,-1-23 0,1 0 0,0 0 0,0 0 0,0 0 0,1 0 0,1-1 0,-1 1 0,1-1 0,0 1 0,1-1 0,0 0 0,0 0 0,10 11 0,-4 1 0,-8-16 0,-1 0 0,0-1 0,1 1 0,0 0 0,-1-1 0,5 5 0,4 10 0,-3-12 0,2 0 0,0-4 0,-7-1 0,0 0 0,0-1 0,0 1 0,0 0 0,0-1 0,1 1 0,-1-1 0,0 0 0,0 0 0,0 0 0,0 0 0,-1 0 0,4-2 0,-2 1 0,18-10 0,1 1 0,0 1 0,35-12 0,76-14 0,-121 33 0,10-2 0,32-1 0,-32 4 0,31-7 0,8 0 0,-46 8 0,0-1 0,24-6 0,-22 6 0,-10-2 0,-15-6 0,7 10 0,-31-11 0,23 10 0,0 0 0,2 2 0,6 10 0,2-11 0,0 0 0,0 1 0,0-1 0,0 0 0,0 0 0,0 0 0,-1 0 0,1 0 0,0 0 0,0 0 0,0 0 0,0 0 0,0-1 0,0 1 0,0 0 0,1-1 0,-2 1 0,8-3 0,9-1 0,-1-2 0,0 0 0,21-12 0,-11-8 0,-25 25 0,0 0 0,1 0 0,-1 0 0,0 0 0,0 0 0,0 0 0,0 0 0,0 0 0,-1-1 0,1 1 0,0 0 0,0 0 0,-1-1 0,1 1 0,-1 0 0,1-1 0,-1 1 0,0-1 0,1 1 0,-1-1 0,0 1 0,0-1 0,0 1 0,0-1 0,0 1 0,0-1 0,-1 1 0,1 0 0,0-1 0,-1 1 0,1-1 0,-1 1 0,0 0 0,1-1 0,-2 0 0,-4-7 0,6 8 0,-1 0 0,0 0 0,0 0 0,1 0 0,-1 0 0,0-1 0,0 2 0,0-1 0,-1 0 0,1 0 0,-2-1 0,-1 0 0,1 1 0,-1 0 0,-1 0 0,1 0 0,0 0 0,0 0 0,0 1 0,0 0 0,-5 0 0,-40 4 0,37-1 0,-1 0 0,1 1 0,0 1 0,0 0 0,1 0 0,-18 12 0,26-14 0,0 0 0,0 0 0,0 0 0,0 0 0,1 1 0,-1-1 0,1 1 0,0-1 0,0 1 0,0 0 0,1 0 0,-1 0 0,1-1 0,0 2 0,0-1 0,0 0 0,1 0 0,-1 5 0,1-7 0,1 1 0,-1-1 0,1 1 0,0 0 0,0-1 0,0 1 0,0-1 0,0 0 0,0 1 0,0-1 0,1 0 0,-1 0 0,1 0 0,0 0 0,0 0 0,0 0 0,3 2 0,1 2 0,1-1 0,0-1 0,1 1 0,8 3 0,-1-2 0,0-1 0,1 0 0,-1-1 0,1-1 0,0 0 0,0-1 0,1-1 0,-1-1 0,29-2 0,-4-1 0,-26 3 0,-1-1 0,0 0 0,24-7 0,-15 2 0,0-1 0,-1-1 0,28-14 0,-39 16 0,-1 0 0,-1-1 0,1 1 0,-1-2 0,-1 1 0,1-1 0,-1-1 0,-1 0 0,8-10 0,-10 12 0,1-1 0,0-1 0,0 1 0,-1-1 0,-1 0 0,0 0 0,0 0 0,0 0 0,-1-1 0,2-10 0,-2 3 0,-1 0 0,-1 0 0,0-31 0,-2 41 0,0-1 0,0 1 0,0 0 0,-1 0 0,0 0 0,-1 0 0,1 0 0,-1 1 0,0-1 0,-1 1 0,-7-11 0,5 6 0,5 10 0,1 0 0,0 0 0,0 0 0,-1 0 0,1 0 0,-1 1 0,1-1 0,-1 0 0,1 0 0,-1 0 0,0 1 0,1-1 0,-1 0 0,0 1 0,1-1 0,-1 1 0,-1-2 0,-1 2 0,-4-6 0,6 6 0,1-1 0,0 1 0,0-1 0,0 1 0,-1 0 0,1-1 0,0 1 0,0 0 0,-1-1 0,1 1 0,0 0 0,-1-1 0,1 1 0,0 0 0,-1 0 0,1-1 0,-1 1 0,1 0 0,0 0 0,-1 0 0,1 0 0,-1 0 0,1-1 0,0 1 0,-1 0 0,1 0 0,-1 0 0,1 0 0,-1 0 0,1 0 0,-1 0 0,1 0 0,0 1 0,-1-1 0,1 0 0,-1 0 0,1 0 0,0 0 0,-1 1 0,1-1 0,-1 0 0,-1 1 0,1-1 0,-1 0 0,1 1 0,0-1 0,-1 1 0,1-1 0,-1 1 0,1 0 0,0-1 0,-1 1 0,1 0 0,0 0 0,0 0 0,0 0 0,0 0 0,0 0 0,0 0 0,0 1 0,0-1 0,0 0 0,0 2 0,-13 11 0,12-13 0,1 0 0,-1 0 0,1 0 0,-1 0 0,1 1 0,0-1 0,0 0 0,0 1 0,-1-1 0,1 1 0,1-1 0,-3 4 0,0 4 0,0 0 0,1 1 0,-1-1 0,2 0 0,-1 1 0,2 0 0,-1-1 0,1 1 0,1-1 0,2 18 0,4 5 0,-4-14 0,1-1 0,9 24 0,2 2 0,-12-32 0,1 0 0,0 0 0,1-1 0,0 1 0,0-1 0,13 17 0,-6-2-2041,-11-23 1683,-1 0 0,1 0 0,0 1 1,0-1-1,0 0 0,0 0 0,0 0 0,0 0 0,1-1 1,-1 1-1,1 0 0,-1 0 0,1-1 0,-1 1 0,1-1 0,4 3 1,-1-2-1364,11 5-2789,-5-5-6448</inkml:trace>
</inkml:ink>
</file>

<file path=ppt/ink/ink1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1.875"/>
    </inkml:context>
    <inkml:brush xml:id="br0">
      <inkml:brushProperty name="width" value="0.035" units="cm"/>
      <inkml:brushProperty name="height" value="0.035" units="cm"/>
      <inkml:brushProperty name="color" value="#0066FF"/>
    </inkml:brush>
  </inkml:definitions>
  <inkml:trace contextRef="#ctx0" brushRef="#br0">26 139 160,'-5'-6'2405,"2"3"-818,0 0 0,1 0 0,0 0-1,-1 0 1,1 0 0,1 0 0,-4-6-1,12 3 3314,11 1-2506,-17 4-2281,22-4 1210,40-5 0,-22 4-1523,29-6-1858,39-7-3504,-79 12 314,44-15-1,-56 12 1727</inkml:trace>
</inkml:ink>
</file>

<file path=ppt/ink/ink1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2.051"/>
    </inkml:context>
    <inkml:brush xml:id="br0">
      <inkml:brushProperty name="width" value="0.035" units="cm"/>
      <inkml:brushProperty name="height" value="0.035" units="cm"/>
      <inkml:brushProperty name="color" value="#0066FF"/>
    </inkml:brush>
  </inkml:definitions>
  <inkml:trace contextRef="#ctx0" brushRef="#br0">0 42 2441,'0'-42'18833,"1"44"-18600,-1 0 1,0-1 0,0 1-1,1 0 1,-1-1-1,1 1 1,0-1 0,-1 1-1,1-1 1,0 1-1,1 1 1,-1-1-183,1 0-1,-1 0 1,0-1 0,-1 1-1,1 0 1,0 0 0,0 0-1,-1 0 1,1 0 0,-1 1 0,1 3-1,-1-1-503,0 0-1,-1 0 0,1 1 1,-1-1-1,0 0 1,0 0-1,-3 8 1,4-11 10,0 0 0,0 0 0,0 0 1,0 0-1,0 0 0,0 1 0,1-1 1,-1 0-1,1 0 0,0 0 1,-1 0-1,1 0 0,0 0 0,1 2 1,0-1-716,-1 1 1,1-1 0,-1 0 0,0 0-1,0 1 1,0 5 0,-1 7-3110</inkml:trace>
</inkml:ink>
</file>

<file path=ppt/ink/ink1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2.385"/>
    </inkml:context>
    <inkml:brush xml:id="br0">
      <inkml:brushProperty name="width" value="0.035" units="cm"/>
      <inkml:brushProperty name="height" value="0.035" units="cm"/>
      <inkml:brushProperty name="color" value="#0066FF"/>
    </inkml:brush>
  </inkml:definitions>
  <inkml:trace contextRef="#ctx0" brushRef="#br0">728 0 64,'-2'1'9854,"-13"4"-5752,11-2-2604,1 0 0,-1 1 0,0-1 0,1 1-1,0 0 1,0 0 0,0 0 0,-4 9 0,-10 14 1737,16-26-3194,-6 8 525,0 0 0,-10 17 0,15-22-540,0 1-1,1-1 0,-1 0 0,1 1 0,0-1 0,0 1 1,1-1-1,-1 1 0,1 6 0,0-7-28,1 1-1,-1-1 1,1 0 0,0 1 0,0-1-1,1 0 1,-1 0 0,1 1-1,0-1 1,0 0 0,1-1 0,-1 1-1,1 0 1,-1-1 0,1 1 0,0-1-1,1 0 1,-1 0 0,1 0-1,3 3 1,7 2 16,0 1 1,0-2-1,1 0 0,19 7 0,13 0-113,-33-10-71,0 0 0,0 1 0,0 1-1,19 10 1,-22-7-56,-12-1 105,-1-6 122,0-1 0,0 0 0,0 0 0,0 0 0,0 0 0,-1 0 0,1 0 1,0-1-1,-1 1 0,1-1 0,-4 1 0,-424 43-439,264-30-2987,46-11-2264,7 0-6785,72 1 7222</inkml:trace>
</inkml:ink>
</file>

<file path=ppt/ink/ink1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3.728"/>
    </inkml:context>
    <inkml:brush xml:id="br0">
      <inkml:brushProperty name="width" value="0.035" units="cm"/>
      <inkml:brushProperty name="height" value="0.035" units="cm"/>
      <inkml:brushProperty name="color" value="#0066FF"/>
    </inkml:brush>
  </inkml:definitions>
  <inkml:trace contextRef="#ctx0" brushRef="#br0">51 74 3497,'0'-1'336,"0"1"1,0-1 0,0 1 0,0 0-1,0-1 1,0 1 0,0 0-1,0-1 1,0 1 0,0-1 0,0 1-1,-1 0 1,1-1 0,0 1 0,0 0-1,0-1 1,-1 1 0,1 0-1,0-1 1,-1 1 0,1 0 0,0 0-1,0-1 1,-1 1 0,-13-2 8163,9 2-3827,13-6 495,-8 6-5126,0 0-1,0 0 1,0 0 0,0 0 0,0 0 0,0 0 0,0 0 0,0 0-1,0 0 1,0 0 0,0 1 0,0-1 0,0 0 0,0 0-1,0 0 1,0 0 0,0 0 0,0 0 0,0 0 0,0 0 0,0 0-1,0 0 1,0 0 0,0 0 0,1 0 0,-1 0 0,0 0-1,0 0 1,0 0 0,0 0 0,0 0 0,0 0 0,0 0 0,0 0-1,0 0 1,0 0 0,0 0 0,0 0 0,0 0 0,1 0-1,-5 16 755,4-10-796,1 1 0,-1-1 0,0 1 0,-1-1 0,0 0 0,0 1 0,0-1 0,-3 7 0,-7 39 0,8-44 0,1 0 0,-1-1 0,1 1 0,0 0 0,0 11 0,1-18 0,1 0 0,0 0 0,0 0 0,0 0 0,0 0 0,0 0 0,0 0 0,0 0 0,1 0 0,-1 0 0,0 0 0,0 0 0,1 0 0,-1 0 0,1 0 0,-1 0 0,1 0 0,-1 0 0,1 0 0,0-1 0,-1 1 0,1 0 0,0 0 0,-1-1 0,1 1 0,0 0 0,0-1 0,0 1 0,0-1 0,0 1 0,0-1 0,0 1 0,0-1 0,0 0 0,0 1 0,0-1 0,0 0 0,0 0 0,0 0 0,0 0 0,1 0 0,13-1 0,0-1 0,0-1 0,-1 0 0,1-1 0,-1 0 0,21-10 0,-15 7 0,-12 2 0,1 1 0,-1-1 0,0 0 0,0-1 0,7-7 0,-1 2 0,-3 1 0,0 0 0,-1-1 0,0-1 0,10-16 0,2-1 0,-13 22 0,-8 5 0,-2 5 0,-2 1 0,1 0 0,0 0 0,0 1 0,1-1 0,0 0 0,-1 1 0,1-1 0,1 0 0,-1 1 0,1-1 0,-1 1 0,1 0 0,0-1 0,1 1 0,-1-1 0,1 1 0,0-1 0,3 8 0,-2-8 0,0-1 0,0 1 0,0-1 0,0 0 0,1 0 0,0 0 0,-1 0 0,1-1 0,0 1 0,0-1 0,0 1 0,1-1 0,-1 0 0,1 0 0,-1-1 0,1 1 0,0-1 0,-1 1 0,1-1 0,7 1 0,1 0 0,1-1 0,-1 0 0,1 0 0,0-2 0,17-1 0,-15-1 0,1-1 0,-1-1 0,1 0 0,-1-1 0,22-13 0,-31 16 0,5-2 0,0-1 0,-1 0 0,16-12 0,-23 16 0,-1 0 0,0-1 0,1 1 0,-1 0 0,0-1 0,0 1 0,-1-1 0,1 0 0,-1 0 0,1 0 0,-1 1 0,0-1 0,0-1 0,0 1 0,0 0 0,0 0 0,-1 0 0,1-5 0,-1 5 0,0 0 0,0 1 0,-1-1 0,1 1 0,-1-1 0,1 1 0,-1-1 0,0 1 0,1-1 0,-2 1 0,1-1 0,0 1 0,0 0 0,-1 0 0,1 0 0,-1 0 0,1 0 0,-1 0 0,0 0 0,0 0 0,0 0 0,-3-1 0,2 1 0,2 1 0,-1 1 0,1-1 0,0 0 0,1 1 0,-1-1 0,0 0 0,0 0 0,0 0 0,0 0 0,0 0 0,1 0 0,-1 0 0,1 0 0,-2-1 0,-4-3 0,5 5 0,0 0 0,0-1 0,0 1 0,0 0 0,0-1 0,0 1 0,0-1 0,0 1 0,0-1 0,1 0 0,-1 1 0,0-1 0,0 0 0,1 0 0,-1 1 0,0-1 0,0-2 0,-1 0 0,3 3 0,-1 1 0,1 0 0,-1 0 0,1 0 0,-1-1 0,1 1 0,0 0 0,-1-1 0,1 1 0,0-1 0,0 1 0,-1-1 0,1 1 0,0-1 0,0 1 0,0-1 0,0 0 0,0 1 0,0-1 0,0 0 0,0 0 0,1 1 0,6 2 0,22 14 0,59 24 0,-22-4 0,-59-33 0,0 1 0,-1-1 0,1 1 0,-1 1 0,0-1 0,8 10 0,-13-12 0,1 0 0,0 0 0,-1 0 0,0 1 0,0-1 0,0 1 0,0 0 0,0-1 0,-1 1 0,1 0 0,-1 0 0,0 0 0,-1 0 0,1 0 0,0 5 0,-1-6 0,0-1 0,0 1 0,0-1 0,0 1 0,-1-1 0,1 0 0,-1 1 0,1-1 0,-1 1 0,0-1 0,0 0 0,0 0 0,0 1 0,0-1 0,-3 4 0,-1-3 0,1 1 0,0-1 0,-1 0 0,0-1 0,1 1 0,-8 2 0,11-5 0,-12 6 0,0-1 0,-1 0 0,0-1 0,0-1 0,0 0 0,0 0 0,-25-1 0,37-1 0,0-1 0,1 0 0,-1 0 0,1-1 0,-1 1 0,0 0 0,1 0 0,-1-1 0,0 1 0,1-1 0,-1 0 0,1 1 0,-1-1 0,1 0 0,0 0 0,-1 0 0,1 0 0,0 0 0,-1 0 0,1 0 0,0 0 0,0 0 0,0-1 0,0 1 0,0-1 0,0 1 0,1 0 0,-1-1 0,0 1 0,1-1 0,-1 0 0,1 1 0,-1-1 0,1 1 0,0-1 0,0 0 0,0 1 0,0-1 0,0 0 0,0 1 0,0-1 0,0 0 0,1 1 0,-1-1 0,1 1 0,-1-1 0,1 0 0,0 1 0,-1-1 0,2 0 0,11-11 0,0 1 0,0 0 0,1 1 0,1 1 0,-1 0 0,2 1 0,22-10 0,-28 14 0,75-29 0,-63 24 0,0 1 0,1 1 0,26-6 0,-20 7 0,30-14 0,-37 7 0,-21 14 0,0 0 0,0-1 0,-1 1 0,1-1 0,0 1 0,-1-1 0,1 1 0,0-1 0,-1 1 0,1-1 0,-1 0 0,1 1 0,-1-1 0,1 0 0,-1 1 0,1-1 0,-1 0 0,0 0 0,1 1 0,-1-1 0,0 0 0,0 0 0,0 0 0,0 1 0,1-3 0,-3 0 0,1 2 0,1 0 0,-1 1 0,1-1 0,-1 0 0,0 0 0,1 0 0,-1 1 0,0-1 0,1 0 0,-1 1 0,0-1 0,0 1 0,1-1 0,-1 1 0,0-1 0,0 1 0,0-1 0,0 1 0,0 0 0,0 0 0,0-1 0,0 1 0,0 0 0,0 0 0,-2 0 0,-4 0 0,1 0 0,-1 0 0,0 1 0,0 0 0,0 0 0,1 0 0,-1 1 0,0 0 0,1 0 0,0 1 0,-1 0 0,1 0 0,0 1 0,0-1 0,1 1 0,-1 0 0,1 1 0,0-1 0,0 1 0,-8 10 0,10-9 0,-14 23 0,16-27 0,0 0 0,1-1 0,-1 1 0,0 0 0,1 0 0,0 0 0,-1 0 0,1 0 0,0 0 0,0 0 0,0 0 0,0 0 0,0 0 0,1 2 0,0 2 0,1-1 0,0 0 0,0 0 0,0-1 0,1 1 0,-1 0 0,1-1 0,0 1 0,0-1 0,1 0 0,-1 0 0,1 0 0,0-1 0,0 1 0,0-1 0,1 0 0,-1 0 0,1 0 0,0-1 0,6 3 0,3 0-644,0 0 1,0-1-1,1 0 1,-1-1-1,1-1 1,0 0-1,0-1 1,-1-1-1,31-2 1,-3-4-2336,1-2 0,46-14 1,-10 0-7893,-36 7 5450</inkml:trace>
</inkml:ink>
</file>

<file path=ppt/ink/ink1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4.040"/>
    </inkml:context>
    <inkml:brush xml:id="br0">
      <inkml:brushProperty name="width" value="0.035" units="cm"/>
      <inkml:brushProperty name="height" value="0.035" units="cm"/>
      <inkml:brushProperty name="color" value="#0066FF"/>
    </inkml:brush>
  </inkml:definitions>
  <inkml:trace contextRef="#ctx0" brushRef="#br0">104 24 4641,'-18'-4'5860,"-14"-7"8642,31 9-12799,1 2-1586,0-1-1,0 1 1,0 0-1,-1-1 1,1 1 0,0 0-1,0-1 1,0 1-1,-1 0 1,1-1-1,0 1 1,0 0-1,-1 0 1,1-1-1,0 1 1,-1 0 0,1 0-1,0-1 1,-1 1-1,1 0 1,0 0-1,-1 0 1,1 0-1,0-1 1,-1 1 0,1 0-1,0 0 1,-1 0-1,1 0 1,-1 0-1,1 0 1,0 0-1,-1 0 1,1 0 0,-1 0-1,1 0 1,0 0-1,-1 1 1,1-1-1,0 0 1,-1 0-1,1 0 1,0 0 0,-1 1-1,1-1 1,0 0-1,-1 0 1,1 1-1,0-1 1,-1 0-1,1 1 1,0-1-117,0 0 0,-1 0 0,1 0 0,0 0 0,0 0 0,0 0 0,0 1 0,-1-1 0,1 0 0,0 0 0,0 0 0,0 0 0,0 0 0,0 0 0,-1 1 0,1-1 0,0 0 0,0 0 0,0 0 0,0 0 0,0 1 0,0-1 0,0 0 0,0 0 0,0 0 0,0 1 0,0-1 0,0 0 0,0 0 0,0 0 0,0 1 0,0-1 0,0 0 0,0 0 0,0 0 0,0 0 0,0 1 0,0-1 0,0 0 0,0 3 0,-3 0 0,1-1 0,-1 1 0,1 0 0,0 1 0,0-1 0,0 0 0,0 1 0,1-1 0,-1 1 0,1-1 0,0 1 0,0-1 0,0 1 0,0 6 0,-2 8 0,1 0 0,0 19 0,2-19 0,0 7 0,0 0 0,7 41 0,5 14 0,-10-69-426,12 31-6347,-13-39 6157,0 0 1,0-1-1,1 1 1,0 0 0,-1-1-1,1 1 1,0-1-1,0 0 1,0 0-1,0 0 1,5 4 0,9 0-10054,-15-1 5339</inkml:trace>
</inkml:ink>
</file>

<file path=ppt/ink/ink1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4.708"/>
    </inkml:context>
    <inkml:brush xml:id="br0">
      <inkml:brushProperty name="width" value="0.035" units="cm"/>
      <inkml:brushProperty name="height" value="0.035" units="cm"/>
      <inkml:brushProperty name="color" value="#0066FF"/>
    </inkml:brush>
  </inkml:definitions>
  <inkml:trace contextRef="#ctx0" brushRef="#br0">23 385 1576,'-9'-7'4670,"-5"-5"12040,14 12-16568,5-2 1151,24 1 2483,13-2-2247,-10 1-951,81-8 269,175-38 0,-247 37-990,0-1 0,-1-2 0,0-2 0,38-22 0,-68 33 59,-1-1 0,0-1 0,0 1 0,0-1 0,-1-1-1,12-13 1,-17 19 84,-1 0 1,0-1-1,-1 1 0,1-1 1,0 1-1,-1-1 0,1 0 0,-1 1 1,0-1-1,0 0 0,0 0 0,0 0 1,-1 0-1,1 0 0,-1 0 0,1 0 1,-1 0-1,0 0 0,0 0 0,-1 0 1,1 0-1,-1 0 0,1 0 1,-1 1-1,0-1 0,0 0 0,0 0 1,-2-3-1,-2-2 133,3 5-60,0 0 0,1 1-1,-1-1 1,0 1 0,0-1-1,0 1 1,0 0 0,-1 0-1,1 0 1,0 0 0,-5-2-1,-8-7 271,14 9-304,-1 1 1,1-1-1,-1 1 0,0 0 1,0 0-1,1 0 0,-1 0 1,0 0-1,0 0 0,0 0 1,0 0-1,0 1 0,0-1 0,0 1 1,-1 0-1,1-1 0,0 1 1,-2 0-1,1 0-39,0 1 0,-1-1 0,1 1 0,0 0 0,0 0 0,0 0 0,0 0 0,0 0 0,0 1 0,0-1 0,1 1 0,-1 0 0,-4 4 0,-2 2 0,1 0 0,-12 15 0,19-21 0,-1 1 0,1-1 0,-1 1 0,1-1 0,0 1 0,0-1 0,0 1 0,1 0 0,-1-1 0,0 4 0,-5 17 0,2-13 0,1 0 0,0-1 0,0 1 0,1 0 0,1 0 0,-1 12 0,2 66 0,0-43 0,9 18 0,-9-59 0,1-1 0,-1 1 0,1 0 0,0-1 0,0 1 0,0 0 0,3 4 0,-3-5 0,1 0 0,-1 1 0,0-1 0,0 0 0,0 1 0,-1-1 0,1 5 0,-1-7 0,0 0 0,0 0 0,0 0 0,0-1 0,0 1 0,0 0 0,0 0 0,0 0 0,1 0 0,-1 0 0,0 0 0,1-1 0,-1 1 0,0 0 0,1 0 0,-1-1 0,1 1 0,-1 0 0,1 0 0,-1-1 0,1 1 0,0-1 0,-1 1 0,1 0 0,0-1 0,0 1 0,-1-1 0,1 0 0,0 1 0,0-1 0,-1 0 0,1 1 0,0-1 0,0 0 0,0 0 0,0 0 0,0 1 0,0-1 0,-1 0 0,1 0 0,0 0 0,0-1 0,0 1 0,0 0 0,1-1 0,7-3 0,-8 4 0,0 0 0,0-1 0,0 1 0,0-1 0,0 1 0,0-1 0,0 1 0,0-1 0,0 0 0,0 0 0,0 1 0,0-1 0,-1 0 0,1 0 0,0 0 0,-1 0 0,2-1 0,0-2 0,1 1 0,-1 0 0,1 0 0,-1 0 0,1 1 0,4-4 0,12-12 0,5-11 0,-12 16 0,-1 0 0,-1-1 0,12-20 0,4 8 0,-25 26 0,0-1 0,0 1 0,0-1 0,0 1 0,0 0 0,0 0 0,0 0 0,0-1 0,0 1 0,0 0 0,0 0 0,0 0 0,1 1 0,-1-1 0,0 0 0,0 0 0,0 0 0,0 1 0,0-1 0,0 1 0,0-1 0,0 1 0,0-1 0,1 2 0,31 18 0,-28-17 0,33 22 0,-27-17 0,0 0 0,0-1 0,0 0 0,1-1 0,0 0 0,0-1 0,1-1 0,20 6 0,-17-8 0,0-1 0,-1 0 0,1-1 0,0-1 0,0-1 0,-1 0 0,1 0 0,-1-2 0,0 0 0,0-1 0,0 0 0,0-1 0,-1-1 0,20-12 0,-29 15 0,1 1 0,0-2 0,-1 1 0,0-1 0,0 1 0,0-1 0,-1-1 0,1 1 0,-1-1 0,0 1 0,-1-1 0,0 0 0,1-1 0,1-8 0,3 4 0,-7 9 0,-1 1 0,1 0 0,0 0 0,0 0 0,0-1 0,-1 1 0,1 0 0,-1-1 0,1 1 0,-1 0 0,0-1 0,1 1 0,-1-3 0,-1 5 0,1-1 0,-1 1 0,0 0 0,1-1 0,-1 1 0,1-1 0,-1 1 0,1 0 0,-1 0 0,1-1 0,-1 1 0,1 0 0,0 0 0,0 0 0,-1-1 0,1 1 0,0 0 0,0 0 0,0 0 0,0 1 0,0-1 0,-1 3 0,1-1 0,0 1 0,0-1 0,1 1 0,-1-1 0,1 1 0,0-1 0,0 1 0,0-1 0,2 4 0,1 4 0,-4-9 0,0-1 0,1 0 0,-1 0 0,1 0 0,-1 0 0,1 1 0,-1-1 0,1 0 0,0 0 0,-1 0 0,1 0 0,0 0 0,0-1 0,0 1 0,0 0 0,0 0 0,0 0 0,1 0 0,-1 0-420,1 0 0,-1 0 1,0 0-1,1 0 0,-1 0 0,0-1 0,1 1 1,-1 0-1,1-1 0,-1 1 0,1-1 0,0 0 1,-1 0-1,1 1 0,-1-1 0,1 0 1,-1 0-1,1 0 0,0-1 0,-1 1 0,1 0 1,-1 0-1,1-1 0,-1 1 0,1-1 0,1 0 1,0-1-919,0 1 0,0-1 0,0 0 0,0 0 0,0 0 0,0 0 0,-1 0 0,1-1 0,-1 1 0,1-1 0,3-6 0,1 3-3143</inkml:trace>
</inkml:ink>
</file>

<file path=ppt/ink/ink1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4.880"/>
    </inkml:context>
    <inkml:brush xml:id="br0">
      <inkml:brushProperty name="width" value="0.035" units="cm"/>
      <inkml:brushProperty name="height" value="0.035" units="cm"/>
      <inkml:brushProperty name="color" value="#0066FF"/>
    </inkml:brush>
  </inkml:definitions>
  <inkml:trace contextRef="#ctx0" brushRef="#br0">96 90 2409,'-20'-19'3857,"8"6"-452,-2 1 0,-26-19 0,40 31-3288,-1 0 0,1 0 1,-1 0-1,1-1 0,-1 1 1,1 0-1,-1 0 0,1 0 1,0-1-1,-1 1 0,1 0 0,-1-1 1,1 1-1,0 0 0,-1-1 1,1 1-1,0 0 0,0-1 1,-1 1-1,1 0 0,0-1 1,0 1-1,0-1 0,-1 1 0,1-1 1,0 1-1,0-1 0,0 1 1,0 0-1,0-1 0,0 0 1,14-3 978,24 7-1888,25 4-2562,19 3-4422,-55-4 4103,6-1-287</inkml:trace>
</inkml:ink>
</file>

<file path=ppt/ink/ink1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5.210"/>
    </inkml:context>
    <inkml:brush xml:id="br0">
      <inkml:brushProperty name="width" value="0.035" units="cm"/>
      <inkml:brushProperty name="height" value="0.035" units="cm"/>
      <inkml:brushProperty name="color" value="#0066FF"/>
    </inkml:brush>
  </inkml:definitions>
  <inkml:trace contextRef="#ctx0" brushRef="#br0">326 5 1216,'-2'-2'7694,"-6"-1"1504,-39 38-2947,33-24-3448,0 0-1,-31 17 1,33-22-2803,0 1 0,0 0 0,1 1 0,0 0 0,0 1 0,1 0 0,0 1 0,1 0 0,-9 11 0,17-19 0,0 0 0,0 0 0,0-1 0,0 1 0,1 0 0,-1 0 0,0 0 0,1 0 0,-1 0 0,1 0 0,0 0 0,-1 0 0,1 1 0,0-1 0,0 0 0,1 0 0,-1 0 0,0 0 0,2 4 0,-1-3 0,1 0 0,0 0 0,-1 0 0,1 0 0,1 0 0,-1 0 0,0-1 0,1 1 0,-1-1 0,6 5 0,2-1 0,0 0 0,0 0 0,0-1 0,1-1 0,-1 1 0,17 3 0,70 22 0,-41-12 0,-40-14-46,13 3-132,-28-6 174,0-1 0,0 1 0,0-1-1,0 1 1,0-1 0,0 1-1,-1 0 1,1-1 0,0 1 0,-1 0-1,1 0 1,0-1 0,-1 1 0,1 0-1,-1 0 1,1 0 0,-1 0-1,0 0 1,1 0 0,-1 0 0,0 0-1,1-1 1,-1 1 0,0 0 0,0 2-1,-1-2 7,0 0-1,0 0 1,0 1 0,0-1-1,0 0 1,0-1 0,0 1-1,0 0 1,0 0-1,0 0 1,-1-1 0,1 1-1,0-1 1,-1 1-1,1-1 1,0 1 0,-1-1-1,1 0 1,-3 1-1,-30 5 23,34-6-24,-46 7-755,-83-1 0,93-7-3716,-44-7 1,60 1 91,1-4-3703,15 9 5944,-4-4-2331</inkml:trace>
</inkml:ink>
</file>

<file path=ppt/ink/ink1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5.973"/>
    </inkml:context>
    <inkml:brush xml:id="br0">
      <inkml:brushProperty name="width" value="0.035" units="cm"/>
      <inkml:brushProperty name="height" value="0.035" units="cm"/>
      <inkml:brushProperty name="color" value="#0066FF"/>
    </inkml:brush>
  </inkml:definitions>
  <inkml:trace contextRef="#ctx0" brushRef="#br0">258 40 4289,'-19'-11'5483,"-28"-6"15025,19 8-18021,27 9-2487,0 1 0,0-1 0,0 0 0,0 0 0,0 0 0,1 0 0,-1 1 0,0-1 0,0 0 0,0 1 0,1-1 0,-1 0 0,0 1 0,0-1 0,1 1 0,-1-1 0,0 1 0,1 0 0,-1-1 0,1 1 0,-1 0 0,1-1 0,-1 1 0,1 0 0,-1 0 0,1-1 0,0 1 0,-1 0 0,1 0 0,0 0 0,-1 1 0,-9 35 0,8-28 0,0 2 0,1 1 0,1-1 0,-1 1 0,2 0 0,0-1 0,0 1 0,6 21 0,-5-24 0,30 92 0,-30-93-130,1 1 1,0-1-1,1 1 0,-1-1 1,2 0-1,-1 0 0,1-1 1,11 14-1,-15-20-245,0 0 0,0-1-1,-1 1 1,1 0 0,0-1-1,0 1 1,0-1 0,0 1 0,0-1-1,0 1 1,0-1 0,0 0 0,0 1-1,0-1 1,0 0 0,0 0 0,0 0-1,0 0 1,0 0 0,0 0-1,1 0 1,-1 0 0,0 0 0,0 0-1,0-1 1,0 1 0,0 0 0,0-1-1,0 1 1,0-1 0,0 1 0,1-2-1,0 1-493,1-1 1,-1 0-1,1 1 0,-1-1 0,0 0 0,1-1 1,-1 1-1,0 0 0,0-1 0,1-2 0,-1 1 825,-1 1-1,1-1 0,-1 1 1,0-1-1,0 0 0,-1 0 1,1 1-1,-1-1 0,0 0 1,0 0-1,0 0 0,0 0 1,-1 1-1,0-1 0,1 0 1,-1 0-1,-1 1 0,1-1 1,-3-6-1,-4-5 878,-1 1-1,0 0 1,-15-17-1,5 6 428,14 18-550,-1 0-1,0 1 1,-12-10-1,-7-7 1790,7 3 316,-1 2 0,-1 0 0,-1 1-1,-29-18 1,35 28-2815,13 7 0,10 2 0,172 63 0,-60-14 0,-100-41 0,-1 1 0,0 1 0,33 27 0,-49-36 0,1 1 0,-1 0 0,0 0 0,0 1 0,-1-1 0,1 0 0,-1 1 0,0 0 0,0-1 0,-1 1 0,2 6 0,0-1 0,-3-8 0,1-1 0,-1 1 0,0 0 0,0 0 0,-1 0 0,1 0 0,0 0 0,-1 0 0,1 0 0,-1 0 0,0 0 0,1 0 0,-1 0 0,-2 2 0,-15 24 0,10-21 0,1 0 0,-1-1 0,0 0 0,0-1 0,-1 0 0,1 0 0,-1-1 0,-10 4 0,-6 3 0,-5 4 0,-61 20 0,81-30 6,8-4-8,0 0-1,1 1 0,-1-1 1,0-1-1,0 1 0,0 0 1,0 0-1,0-1 0,1 1 1,-1-1-1,0 0 1,0 1-1,0-1 0,-4 0 1,6 0-21,0 0 1,0 0-1,0 0 1,0 0-1,0 0 1,0 0-1,0 0 1,0 0 0,-1 0-1,1 0 1,0 0-1,0 0 1,0 0-1,0 0 1,0 0-1,0 0 1,0 0-1,0-1 1,-1 1 0,1 0-1,0 0 1,0 0-1,0 0 1,0 0-1,0 0 1,0 0-1,0 0 1,0 0-1,0 0 1,0 0 0,0 0-1,0-1 1,0 1-1,0 0 1,-1 0-1,1 0 1,0 0-1,0 0 1,0 0-1,0 0 1,0 0-1,0-1 1,0 1 0,0 0-1,0 0 1,0 0-1,0 0 1,0 0-1,1 0 1,-1 0-1,0 0 1,0-1-1,0 1 1,0 0 0,0 0-1,0 0 1,0 0-1,0 0 1,0 0-1,0 0 1,0 0-1,0 0 1,0 0-1,0 0 1,1-1 0,-1 1-1,0 0 1,0 0-1,6-6-1858,-5 5 1407,11-5-1289,1 1 0,0 0 0,0 0 0,0 2 0,0-1 0,1 2 0,19-2 0,43-10-6409,-43 4 4620</inkml:trace>
</inkml:ink>
</file>

<file path=ppt/ink/ink1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6.692"/>
    </inkml:context>
    <inkml:brush xml:id="br0">
      <inkml:brushProperty name="width" value="0.035" units="cm"/>
      <inkml:brushProperty name="height" value="0.035" units="cm"/>
      <inkml:brushProperty name="color" value="#0066FF"/>
    </inkml:brush>
  </inkml:definitions>
  <inkml:trace contextRef="#ctx0" brushRef="#br0">554 386 3953,'-9'-8'6353,"-8"-1"3251,-10-4-2931,-4-1-489,19 11-6184,-36-4 0,-49 2 0,76 5 0,1 1 0,0 1 0,-1 0 0,1 2 0,0 0 0,0 2 0,1 0 0,0 1 0,0 1 0,0 0 0,1 2 0,-24 16 0,38-23 0,1 0 0,0 0 0,0 0 0,1 0 0,-1 0 0,0 1 0,1-1 0,0 1 0,-3 7 0,4-10 0,0 1 0,1 0 0,-1 0 0,1 0 0,-1 0 0,1 0 0,0 0 0,-1 0 0,1 0 0,0 0 0,1-1 0,-1 1 0,0 0 0,0 0 0,1 0 0,-1 0 0,1 0 0,0 0 0,1 3 0,0-1 0,1 1 0,0-1 0,0 0 0,0 0 0,1 0 0,-1-1 0,1 1 0,0-1 0,0 0 0,0 0 0,0 0 0,0 0 0,1-1 0,-1 0 0,1 0 0,0 0 0,-1 0 0,7 0 0,7 4 0,1-2 0,1 0 0,-1-1 0,0-2 0,1 1 0,-1-2 0,1-1 0,-1 0 0,1-2 0,-1 0 0,0-1 0,23-8 0,-15 3 0,-18 6 0,1 0 0,0 0 0,-1-2 0,11-5 0,-2-1 0,-7 5 0,-1 0 0,0-1 0,-1 0 0,1 0 0,-1-1 0,8-10 0,-14 14 0,-1 0 0,0 0 0,1-1 0,-1 1 0,1-8 0,6-9 0,-8 19 0,-1 0 0,1 0 0,-1 0 0,1 0 0,-1 0 0,0 0 0,0 0 0,0 0 0,0 0 0,0 0 0,0-3 0,-1-15 0,-1 15 0,-4 5 0,6 1 0,0-1 0,-1 1 0,1-1 0,0 1 0,0-1 0,0 1 0,-1-1 0,1 1 0,0-1 0,0 1 0,0-1 0,0 1 0,0-1 0,0 1 0,0-1 0,0 1 0,0-1 0,0 1 0,0-1 0,0 1 0,0-1 0,1 1 0,-1-1 0,0 1 0,0-1 0,0 1 0,1 0 0,-1 0 0,5 5 0,-1 1 0,0 0 0,0 0 0,2 8 0,0-7 0,0-1 0,0 0 0,0-1 0,1 1 0,0-1 0,1 0 0,9 5 0,-6-5 0,0-1 0,1 0 0,0 0 0,0-1 0,21 3 0,-9-4 0,-1-2 0,1 0 0,42-6 0,-59 4 0,0-1 0,0 0 0,0 0 0,10-5 0,-2 0 0,-3 2 0,0 0 0,0-1 0,-1 0 0,1-1 0,-2 0 0,20-17 0,-25 20 0,-1 0 0,0-1 0,0 1 0,0-1 0,-1 0 0,1 0 0,-1 0 0,-1 0 0,1-1 0,-1 1 0,1-1 0,-2 0 0,1 1 0,-1-1 0,0 0 0,1-12 0,7-73 0,-9 69 0,1 5 0,-2-1 0,-3-29 0,3 43 0,0-1 0,0 0 0,-1 1 0,0-1 0,1 0 0,-2 1 0,1 0 0,0 0 0,-1-1 0,0 1 0,0 1 0,0-1 0,0 0 0,-5-3 0,-6-7 0,11 11 0,0 0 0,1 1 0,-1-1 0,0 1 0,0 0 0,0 0 0,-1 0 0,1 0 0,0 1 0,-1-1 0,1 1 0,-7-2 0,8 3 0,0 0 0,0 0 0,0 0 0,0 0 0,0 0 0,0 0 0,0 0 0,0 1 0,1-1 0,-1 1 0,0-1 0,0 1 0,0 0 0,0 0 0,1 0 0,-1 0 0,0 0 0,1 0 0,-1 0 0,1 1 0,-1-1 0,1 1 0,0-1 0,-1 1 0,1-1 0,0 1 0,0 0 0,-1 3 0,-1-1 0,0 1 0,1 0 0,0 0 0,0 0 0,0 0 0,0 1 0,1-1 0,0 1 0,0 5 0,3 9 0,0-1 0,2 1 0,1-1 0,0 0 0,14 33 0,3 12 0,-13-36 0,-5-18 0,-1 0 0,0 1 0,0 0 0,-2 0 0,2 16 0,6 43 0,-6-39-4255,-2-27 3150,0 0 1,0-1 0,0 1-1,1 0 1,-1 0 0,1-1-1,0 1 1,0-1 0,1 0-1,-1 1 1,0-1 0,1 0-1,0-1 1,0 1 0,0 0-1,5 3 1,0-1-4585</inkml:trace>
</inkml:ink>
</file>

<file path=ppt/ink/ink1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7.176"/>
    </inkml:context>
    <inkml:brush xml:id="br0">
      <inkml:brushProperty name="width" value="0.035" units="cm"/>
      <inkml:brushProperty name="height" value="0.035" units="cm"/>
      <inkml:brushProperty name="color" value="#0066FF"/>
    </inkml:brush>
  </inkml:definitions>
  <inkml:trace contextRef="#ctx0" brushRef="#br0">69 181 1168,'-31'-26'7383,"26"23"-5083,-1 0 0,1 0 0,-1 0 0,-9-4 8278,23 7-6729,23 1-3609,-2 0 10,47 1-181,61-3-39,-69-2-30,-37 2 0,0-1 0,0-1 0,0-1 0,35-11 0,-63 15 0,-1-1 0,0 0 0,0 0 0,0 0 0,0 0 0,0 0 0,0-1 0,0 1 0,0-1 0,0 1 0,0-1 0,-1 0 0,1 1 0,-1-1 0,1 0 0,-1 0 0,2-4 0,-1 2 0,-1 0 0,0 0 0,1-1 0,-2 1 0,1-1 0,0 1 0,-1-1 0,0-5 0,-8-11 0,7 20 0,1 0 0,-1 0 0,1 0 0,-1 0 0,1 1 0,-1-1 0,1 0 0,-1 0 0,0 1 0,1-1 0,-1 0 0,0 1 0,0-1 0,0 1 0,1-1 0,-1 1 0,0-1 0,0 1 0,0-1 0,0 1 0,0 0 0,0 0 0,0-1 0,0 1 0,0 0 0,0 0 0,0 0 0,0 0 0,0 0 0,0 0 0,-1 1 0,-30 0 0,30 0 0,-7 0 0,1 1 0,0-1 0,0 2 0,0-1 0,0 1 0,0 0 0,1 1 0,-1 0 0,1 0 0,-9 7 0,-4 5 0,14-12 0,0 1 0,0 0 0,0 0 0,0 0 0,1 1 0,0 0 0,0 0 0,-6 11 0,0 0 0,-8 16 0,18-32 0,1 0 0,0 0 0,-1 0 0,1 0 0,0 0 0,0 0 0,-1 0 0,1 0 0,0 0 0,0 0 0,0 0 0,0 1 0,0-1 0,1 0 0,-1 0 0,0 0 0,0 0 0,1 0 0,-1 0 0,1 0 0,-1 0 0,1 0 0,-1 0 0,1 0 0,0 0 0,1 1 0,7 10 0,-9-11 0,1 0 0,0 0 0,0 1 0,-1-1 0,1 0 0,0 0 0,0 0 0,0 0 0,0 0 0,1-1 0,-1 1 0,0 0 0,0 0 0,0-1 0,3 2 0,3 0 0,1 1 0,0-1 0,0-1 0,0 1 0,0-1 0,0-1 0,0 1 0,0-1 0,0-1 0,0 0 0,11-2 0,9-4 0,51-18 0,-28 7 0,-41 13 0,0 1 0,0-2 0,9-6 0,-10 6 0,-9 6 0,0-1 0,0 1 0,0 0 0,0-1 0,0 1 0,0 0 0,0-1 0,0 1 0,0 0 0,0 0 0,0-1 0,0 1 0,0 0 0,0-1 0,1 1 0,-1 0 0,0-1 0,0 1 0,0 0 0,0 0 0,0-1 0,1 1 0,-1 0 0,0 0 0,0-1 0,1 1 0,-1 0 0,0 0 0,0 0 0,1-1 0,-1 1 0,0 0 0,0 0 0,1 0 0,-1 0 0,0 0 0,1 0 0,-1 0 0,0-1 0,1 1 0,-1 0 0,0 0 0,1 0 0,-1 0 0,0 0 0,1 0 0,-1 1 0,0-1 0,0 0 0,1 0 0,-1 0 0,2 0 0,-1 1 0,0 0 0,0-1 0,0 1 0,0 0 0,0-1 0,0 1 0,0 0 0,0 0 0,0 0 0,0 0 0,0 0 0,1 2 0,1 5 0,-1-6-46,0-1 0,0 1 0,0 0 0,0 0-1,0-1 1,1 1 0,-1-1 0,1 0 0,-1 1 0,5 0 0,12 7-918,-14-9-1536,-1 0 0,0 0 0,1 0 0,-1-1 0,0 1-1,0-1 1,1 0 0,5-3 0,-2 0-2150</inkml:trace>
</inkml:ink>
</file>

<file path=ppt/ink/ink1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8.251"/>
    </inkml:context>
    <inkml:brush xml:id="br0">
      <inkml:brushProperty name="width" value="0.035" units="cm"/>
      <inkml:brushProperty name="height" value="0.035" units="cm"/>
      <inkml:brushProperty name="color" value="#0066FF"/>
    </inkml:brush>
  </inkml:definitions>
  <inkml:trace contextRef="#ctx0" brushRef="#br0">345 184 2072,'-1'-1'272,"1"1"0,0-1-1,0 0 1,0 1-1,-1-1 1,1 1-1,0-1 1,-1 1-1,1-1 1,0 1-1,-1-1 1,1 1 0,-1-1-1,1 1 1,-1 0-1,1-1 1,-1 1-1,1 0 1,-1-1-1,1 1 1,-1 0-1,1-1 1,-1 1 0,1 0-1,-1 0 1,0 0-1,1 0 1,-1 0-1,1 0 1,-1 0-1,0 0 1,0 0-1,-27 0 6399,19 0-5128,-84 5 8163,74-4-8941,0 0-1,0 1 0,0 1 1,-25 6-1,37-6-763,-1-1 0,1 1 0,0 1 0,0-1 0,0 1 0,-12 10 0,18-14 0,0 1 0,-1 1 0,1-1 0,0 0 0,0 0 0,0 0 0,0 1 0,0-1 0,0 1 0,0-1 0,0 1 0,0-1 0,1 1 0,-1-1 0,1 1 0,-1-1 0,1 1 0,0 0 0,-1-1 0,1 1 0,0 0 0,0-1 0,0 1 0,0 0 0,1-1 0,-1 1 0,0 0 0,1-1 0,-1 1 0,1 0 0,-1-1 0,1 1 0,0-1 0,0 1 0,0-1 0,-1 0 0,4 3 0,4 6 0,1 0 0,1-1 0,-1-1 0,1 0 0,21 13 0,60 27 0,-4-2 0,-83-44 0,-1 1 0,0-1 0,0 1 0,0-1 0,0 1 0,0 0 0,0 0 0,-1 1 0,1-1 0,3 7 0,-7-8 0,1-1 0,-1 0 0,0 1 0,0-1 0,1 0 0,-1 0 0,0 1 0,0-1 0,0 0 0,-1 0 0,1 0 0,0 0 0,0-1 0,0 1 0,-1 0 0,1 0 0,0-1 0,-1 1 0,1-1 0,-1 1 0,-1 0 0,-31 9 0,24-9 0,-1 1 0,0 0 0,0-1 0,0 0 0,-1-1 0,1 0 0,-13-2 0,23 2 0,0-1 0,1 1 0,-1 0 0,0-1 0,1 1 0,-1-1 0,1 1 0,-1-1 0,1 1 0,-1-1 0,1 1 0,-1-1 0,1 1 0,0-1 0,-1 0 0,1 1 0,0-1 0,-1 0 0,1 1 0,0-1 0,0 0 0,0 1 0,0-1 0,-1 0 0,1 0 0,0 1 0,0-1 0,0 0 0,1 1 0,-1-1 0,0 0 0,0 1 0,0-1 0,0 0 0,1 0 0,-1 1 0,0-1 0,1 1 0,-1-1 0,0 0 0,1 1 0,-1-1 0,1 1 0,-1-1 0,1 1 0,-1-1 0,1 1 0,-1-1 0,1 1 0,0 0 0,-1-1 0,2 1 0,38-24 0,1 2 0,55-20 0,91-22 0,-75 27 0,-57 19 0,48-18 0,-89 30 0,0-1 0,0 0 0,-1-1 0,22-17 0,-34 25 0,0 0 0,0-1 0,0 1 0,-1-1 0,1 0 0,0 1 0,0-1 0,-1 0 0,1 1 0,0-1 0,-1 0 0,1 1 0,-1-1 0,1 0 0,-1 0 0,0 0 0,1 0 0,-1 0 0,0 1 0,1-1 0,-1 0 0,0 0 0,0 0 0,0 0 0,0 0 0,0 0 0,0 0 0,0 0 0,0 0 0,0 0 0,-1 0 0,1 0 0,0 1 0,0-1 0,-1 0 0,1 0 0,-1 0 0,1 0 0,-1-1 0,-1 1 0,0-1 0,0 0 0,0 1 0,0 0 0,0-1 0,0 1 0,-1 0 0,1 0 0,0 0 0,-1 0 0,1 1 0,-5-2 0,-14 0 0,0 1 0,0 1 0,0 0 0,0 2 0,1 0 0,-1 2 0,0 0 0,-26 10 0,40-11 0,0 0 0,0 1 0,0 0 0,0 0 0,1 1 0,0-1 0,0 1 0,0 1 0,0-1 0,1 1 0,0 0 0,-5 9 0,8-12 0,0 1 0,0-1 0,1 1 0,0-1 0,0 1 0,0 0 0,0-1 0,1 1 0,-1 0 0,1 0 0,0-1 0,0 1 0,0 0 0,0 0 0,1 0 0,0-1 0,0 1 0,0 0 0,0-1 0,0 1 0,1-1 0,-1 1 0,3 2 0,0 0 0,-1 0 0,1 0 0,0-1 0,1 0 0,-1 0 0,1 0 0,0 0 0,0-1 0,1 0 0,-1 0 0,12 6 0,-1-3 0,0-2 0,0 0 0,0-1 0,1 0 0,-1-2 0,1 0 0,0 0 0,0-2 0,0 0 0,22-4 0,15-3 0,100-30 0,-119 27 0,-2-1 0,1-2 0,-2-1 0,46-28 0,-70 36 0,-1-1 0,1 1 0,-1-2 0,0 1 0,-1-1 0,10-16 0,-12 19 0,-1-1 0,0 0 0,0-1 0,0 1 0,-1 0 0,0-1 0,0 1 0,1-12 0,-1-4 0,-1-29 0,-1 37 0,-1 9 0,1 0 0,-1 0 0,0 0 0,0 1 0,0-1 0,-1 0 0,1 1 0,-1-1 0,0 1 0,-5-8 0,7 12 0,0-1 0,-1 1 0,1-1 0,0 1 0,0 0 0,-1-1 0,1 1 0,0 0 0,-1-1 0,1 1 0,0 0 0,-1-1 0,1 1 0,0 0 0,-1 0 0,1-1 0,-1 1 0,1 0 0,-1 0 0,1 0 0,0 0 0,-1-1 0,1 1 0,-1 0 0,1 0 0,-1 0 0,1 0 0,-1 0 0,1 0 0,-1 0 0,1 0 0,-1 1 0,1-1 0,-1 0 0,1 0 0,0 0 0,-2 1 0,-3-1 0,0 1 0,1-1 0,-1 1 0,0 1 0,0-1 0,0 1 0,1-1 0,-1 1 0,1 1 0,-1-1 0,1 1 0,0-1 0,0 1 0,0 0 0,0 1 0,1-1 0,-1 1 0,1-1 0,0 1 0,0 0 0,0 1 0,1-1 0,-1 0 0,1 1 0,0-1 0,-2 7 0,-6 11 0,8-19 0,0 1 0,0-1 0,1 0 0,-1 1 0,1-1 0,0 1 0,0-1 0,0 1 0,0 6 0,-8 60 0,9-54 0,0-1 0,0 0 0,1 0 0,0 0 0,5 16 0,-2-9 0,-3-16 0,1 1 0,-1-1 0,1 0 0,5 10 0,-6-6-2303,1 1-2817,-2-11 5020,0 1-1,0-1 1,0 0-1,0 0 1,0 0-1,1 0 1,-1 1-1,0-1 1,0 0-1,0 0 1,0 0 0,1 0-1,-1 0 1,0 0-1,0 0 1,0 0-1,1 0 1,-1 1-1,0-1 1,0 0-1,1 0 1,-1 0 0,0 0-1,0 0 1,0 0-1,1 0 1,-1 0-1,0-1 1,0 1-1,1 0 1,-1 0-1,0 0 1,0 0 0,0 0-1,1 0 1,-1 0-1,0 0 1,0 0-1,0-1 1,0 1-1,1 0 1,-1 0 0,12-10-7589,-7 4 1645,2 1 1185</inkml:trace>
</inkml:ink>
</file>

<file path=ppt/ink/ink1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8.418"/>
    </inkml:context>
    <inkml:brush xml:id="br0">
      <inkml:brushProperty name="width" value="0.035" units="cm"/>
      <inkml:brushProperty name="height" value="0.035" units="cm"/>
      <inkml:brushProperty name="color" value="#0066FF"/>
    </inkml:brush>
  </inkml:definitions>
  <inkml:trace contextRef="#ctx0" brushRef="#br0">23 76 1792,'-22'-12'25029,"26"10"-20478,5-1-3375,1 0-1138,-1 2 1,1-1-1,0 1 0,0 1 0,0 0 0,13 1 0,33-1-86,11-4-67,-31 3-619,55-10-1,-84 10-992,-1-1 0,0 0 0,0-1 0,0 0 0,9-5 0,-1-4-8269,-12 7 4340</inkml:trace>
</inkml:ink>
</file>

<file path=ppt/ink/ink1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29.356"/>
    </inkml:context>
    <inkml:brush xml:id="br0">
      <inkml:brushProperty name="width" value="0.035" units="cm"/>
      <inkml:brushProperty name="height" value="0.035" units="cm"/>
      <inkml:brushProperty name="color" value="#0066FF"/>
    </inkml:brush>
  </inkml:definitions>
  <inkml:trace contextRef="#ctx0" brushRef="#br0">232 166 2841,'-25'-2'6008,"20"1"-5069,0 0 1,0 1-1,-1-1 0,1 1 0,-6 1 0,-34 3 3924,-35 6 4930,61-8-7843,18-2-1821,-1 0 0,1 0 0,0 0 0,-1 0 0,1 0 0,0 0 0,-1 1 0,1-1 0,0 0 0,-1 1 0,1-1 0,-1 2 0,-5-2-129,30-2 0,32-7 0,4-1 0,52-8 0,119-34 0,-187 36 0,-40 15 0,0-1 0,0 1 0,0-1 0,0 0 0,-1 1 0,1-1 0,-1-1 0,1 1 0,-1 0 0,5-5 0,-7 6-6,1 0 0,-1 0-1,0 0 1,1 0 0,-1 0 0,0 0-1,1 0 1,-1 0 0,0 0 0,0 0-1,0 0 1,0 0 0,0 0 0,0 0-1,0 0 1,0 0 0,0 0 0,-1 0-1,1 0 1,0 0 0,-1 0 0,1 0-1,0 0 1,-1 1 0,1-1 0,-1 0 0,0 0-1,1 0 1,-1 1 0,0-1 0,1 0-1,-1 0 1,0 1 0,0-1 0,0 1-1,1-1 1,-1 1 0,-2-1 0,0-1-22,-1 0 1,1 1-1,-1 0 1,0 0-1,1 0 1,-1 0-1,0 1 1,-4-1-1,-52-4 135,60 5-101,1 0-1,-1 0 1,0 0-1,1 0 1,-1 0 0,0 0-1,1 0 1,-1 1 0,0-1-1,0 0 1,1 0 0,-1 0-1,0 1 1,0-1-1,1 0 1,-1 0 0,0 1-1,0-1 1,0 0 0,1 1-1,-1-1 1,0 0-1,0 1 1,0-1 0,0 0-1,0 0 1,0 1 0,0-1-1,0 0 1,0 1 0,0-1-1,0 0 1,0 1-1,0-1 1,0 0 0,0 1-1,0-1 1,0 0 0,0 1-1,0-1 1,0 0-1,0 1 1,-1-1 0,1 0-1,0 0 1,0 1 0,0-1-1,-1 0 1,1 1 0,0-1-1,0 0 1,-1 0-1,1 0 1,0 1 0,0-1-1,-1 0 1,1 0 0,0 0-1,-1 0 1,1 0 0,0 0-1,-1 1 1,1-1-1,0 0 1,-1 0 0,1 0-1,68 17 2,-38-7-7,34 18 0,-60-26 0,0 1 0,0-1 0,-1 1 0,0 0 0,1 0 0,2 4 0,8 7 0,-12-13 0,-1 0 0,1 1 0,0-1 0,-1 1 0,1 0 0,-1-1 0,0 1 0,1 0 0,-1 0 0,0 0 0,0 0 0,0 0 0,0 0 0,-1 0 0,1 0 0,0 0 0,-1 1 0,0-1 0,1 0 0,-1 0 0,0 1 0,0-1 0,0 0 0,-1 0 0,1 0 0,0 1 0,-1-1 0,0 0 0,1 0 0,-1 0 0,0 0 0,-1 2 0,-1 1 0,1-1 0,-1 0 0,0-1 0,-1 1 0,1 0 0,0-1 0,-1 0 0,0 0 0,0 0 0,0 0 0,0-1 0,0 1 0,-9 2 0,-8 3-471,8-2-806,-1-1 0,0 0 0,0-1 0,0 0 0,0-2 0,-26 3 0,26-10-7132,14 4 8238,-1 1 1,1 0 0,0 0-1,0-1 1,0 1 0,0 0-1,0-1 1,0 1-1,0 0 1,0 0 0,0-1-1,-1 1 1,1 0-1,0-1 1,1 1 0,-1 0-1,0-1 1,0 1 0,0 0-1,0 0 1,0-1-1,0 1 1,0 0 0,0-1-1,0 1 1,1 0-1,-1 0 1,0-1 0,0 1-1,0 0 1,1 0 0,-1-1-1,0 1 1,0 0-1,1 0 1,-1 0 0,0 0-1,0-1 1,1 1 0,-1 0-1,0 0 1,0 0-1,1 0 1,-1 0 0,0 0-1,1 0 1,-1 0-1,0 0 1,1 0 0,-1 0-1,1 0 1,14-6-4102</inkml:trace>
</inkml:ink>
</file>

<file path=ppt/ink/ink1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0.487"/>
    </inkml:context>
    <inkml:brush xml:id="br0">
      <inkml:brushProperty name="width" value="0.035" units="cm"/>
      <inkml:brushProperty name="height" value="0.035" units="cm"/>
      <inkml:brushProperty name="color" value="#0066FF"/>
    </inkml:brush>
  </inkml:definitions>
  <inkml:trace contextRef="#ctx0" brushRef="#br0">45 20 4417,'-9'-3'5749,"-16"-10"15476,23 10-20034,-3 6-1006,4-2-185,1-1 0,0 0 0,-1 1 0,1-1 0,0 0 0,0 1 0,0-1 0,-1 0 0,1 1 0,0-1 0,0 0 0,0 1 0,0-1 0,0 1 0,0-1 0,0 0 0,0 1 0,0-1 0,0 1 0,0-1 0,0 0 0,0 1 0,0-1 0,0 1 0,0-1 0,0 0 0,0 1 0,1-1 0,-1 1 0,0 127 0,1-120 0,0 0 0,0 0 0,0 0 0,4 8 0,-3-8 0,0-1 0,0 1 0,-1 0 0,0 8 0,0-11 0,-1 0 0,1 0 0,0 0 0,0 0 0,1 0 0,1 5 0,-1-6 0,-1 1 0,1-1 0,-1 1 0,0-1 0,0 9 0,-1-12 0,1 1 0,-1 0 0,0-1 0,1 1 0,-1-1 0,1 1 0,-1-1 0,1 1 0,0-1 0,0 0 0,-1 1 0,1-1 0,2 2 0,-2-2 0,0 0 0,-1 0 0,1 0 0,0 0 0,-1 0 0,1 0 0,-1 0 0,1 0 0,-1 1 0,1-1 0,-1 0 0,0 2 0,1-2 0,-1-1 0,0 1 0,0-1 0,0 0 0,0 1 0,0-1 0,0 1 0,1-1 0,-1 0 0,0 1 0,0-1 0,0 0 0,1 1 0,-1-1 0,0 0 0,1 1 0,-1-1 0,0 0 0,1 0 0,-1 1 0,0-1 0,1 0 0,-1 0 0,1 0 0,-1 1 0,0-1 0,1 0 0,-1 0 0,1 0 0,-1 0 0,0 0 0,1 0 0,7-3 0,-7 2 0,-1 0 0,1 0 0,0 0 0,0 0 0,0 1 0,-1-1 0,1 0 0,0 0 0,-1 0 0,1-1 0,-1 1 0,1-1 0,7-10 0,50-54 0,-44 51 0,-10 10 0,0 0 0,0 1 0,0-1 0,1 1 0,0 0 0,0 0 0,0 1 0,0 0 0,0 0 0,1 0 0,7-3 0,4-1 0,-14 6 0,0 0 0,1-1 0,-1 1 0,0 0 0,0 0 0,1 1 0,-1-1 0,7 0 0,11 1 0,-8-1 0,0 1 0,0 1 0,0 0 0,0 0 0,0 1 0,13 4 0,-6 0 0,-17-5 0,0 0 0,0-1 0,1 1 0,-2 0 0,1 1 0,0-1 0,0 1 0,0-1 0,-1 1 0,1 0 0,0 0 0,3 4 0,1 2 0,-4-5 0,-1 0 0,1 0 0,-1 0 0,0 0 0,0 1 0,3 5 0,-5-7 0,1-1 0,-1 1 0,0-1 0,0 1 0,0-1 0,0 0 0,0 1 0,0-1 0,0 1 0,0-1 0,-1 1 0,1-1 0,-1 1 0,1-1 0,-1 0 0,1 1 0,-1-1 0,0 0 0,1 1 0,-1-1 0,0 0 0,-1 1 0,-3 3 0,1 0 0,-1-1 0,0 1 0,0-1 0,0 0 0,0-1 0,-1 1 0,0-1 0,-6 3 0,-9 1 0,-29 9 0,16-7 0,27-6 0,0-1 0,0-1 0,0 1 0,0-1 0,-1-1 0,1 1 0,0-1 0,-1 0 0,1-1 0,0 0 0,0 0 0,0 0 0,0-1 0,0 0 0,-12-5 0,18 6 0,0 1 0,0-1 0,0 1 0,-1-1 0,1 0 0,0 0 0,0 0 0,0 0 0,0 1 0,1-1 0,-1 0 0,0-1 0,0 1 0,1 0 0,-1 0 0,0 0 0,1 0 0,-1-1 0,1 1 0,-1 0 0,1 0 0,0-1 0,0 1 0,-1 0 0,1-1 0,0 1 0,0 0 0,0-1 0,0 1 0,1 0 0,-1 0 0,0-1 0,1 1 0,-1 0 0,0 0 0,1-1 0,0 1 0,-1 0 0,1 0 0,0 0 0,-1 0 0,1 0 0,0 0 0,0 0 0,0 0 0,0 0 0,0 0 0,0 0 0,0 0 0,0 1 0,0-1 0,0 0 0,1 1 0,-1-1 0,0 1 0,0 0 0,2-1 0,5-2 0,-6 2 0,1 0 0,0 0 0,0 0 0,0 1 0,-1-1 0,1 1 0,0-1 0,0 1 0,0 0 0,0 0 0,0 0 0,0 1 0,3 0 0,8 1 0,-13-2 0,1 1 0,-1-1 0,0 0 0,1 0 0,-1 0 0,0 1 0,0-1 0,1 1 0,-1-1 0,0 1 0,0-1 0,0 1 0,0 0 0,0-1 0,0 1 0,2 1 0,12 6 0,-14-8 0,1 0 0,-1 1 0,0-1 0,1 1 0,-1 0 0,1-1 0,-1 1 0,0 0 0,0 0 0,2 1 0,-1 0 0,0-1 0,-1 1 0,1-1 0,0 0 0,0 0 0,0 1 0,0-1 0,0-1 0,0 1 0,0 0 0,0 0 0,0-1 0,0 1 0,5-1 0,36 2 0,-31-2 0,22-1 0,-1-1 0,1-2 0,-1-1 0,0-2 0,0-1 0,-1-1 0,0-2 0,0-1 0,54-30 0,-76 36 0,0-1 0,0 0 0,-1-1 0,13-12 0,-20 17 0,1 0 0,0-1 0,-1 1 0,0-1 0,0 1 0,0-1 0,0 0 0,0 0 0,-1 0 0,1 0 0,-1 0 0,0 0 0,-1 0 0,1-1 0,-1-4 0,1 1 0,0 6 0,-1 0 0,0 0 0,1 0 0,-1 0 0,0 0 0,0 0 0,0 0 0,-1 0 0,1 0 0,0 0 0,-1 0 0,1 0 0,-1 0 0,0 0 0,0 1 0,0-1 0,0 0 0,-2-3 0,3 5 0,-1-1 0,1 1 0,0 0 0,-1-1 0,1 1 0,-1 0 0,1-1 0,-1 1 0,1 0 0,-1-1 0,1 1 0,-1 0 0,1 0 0,-1 0 0,0 0 0,1-1 0,-1 1 0,1 0 0,-1 0 0,1 0 0,-1 0 0,0 0 0,1 0 0,-1 1 0,1-1 0,-1 0 0,1 0 0,-1 0 0,0 0 0,1 1 0,-1-1 0,0 1 0,-9 7 0,7-5 0,1 1 0,0-1 0,1 1 0,-1 0 0,0 0 0,1 0 0,0 0 0,0 0 0,0 5 0,0-6 0,1 0 0,0-1 0,-1 1 0,1 0 0,0 0 0,1 0 0,-1-1 0,1 1 0,-1 0 0,1 0 0,0-1 0,0 1 0,0-1 0,0 1 0,3 4 0,0-2 0,1 1 0,0-1 0,0 0 0,0 0 0,1-1 0,-1 1 0,1-1 0,1-1 0,-1 1 0,0-1 0,1 0 0,-1 0 0,1-1 0,0 0 0,0 0 0,0 0 0,10 0 0,-1-1 0,1 0 0,-1 0 0,0-2 0,1 0 0,-1-1 0,0-1 0,18-5 0,-20 4 0,0-1 0,-1 0 0,0-1 0,-1-1 0,14-8 0,-23 12 0,-1 0 0,1 0 0,-1 0 0,0 0 0,0-1 0,0 1 0,0-1 0,0 0 0,-1 1 0,1-1 0,-1 0 0,0 0 0,-1 0 0,1 0 0,0 0 0,-1 0 0,0-4 0,-3-13 0,3 21 0,0 0 0,0-1 0,0 1 0,0 0 0,0-1 0,0 1 0,0 0 0,0-1 0,0 1 0,0 0 0,-1-1 0,1 1 0,0 0 0,0-1 0,0 1 0,-1 0 0,1 0 0,0-1 0,0 1 0,-1 0 0,1 0 0,0 0 0,-1-1 0,1 1 0,0 0 0,-1 0 0,1 0 0,0 0 0,-1-1 0,1 1 0,0 0 0,-1 0 0,1 0 0,0 0 0,-1 0 0,1 0 0,0 0 0,-1 0 0,1 0 0,0 0 0,-1 0 0,1 1 0,-1-1 0,1 0 0,0 0 0,-1 0 0,1 0 0,0 0 0,-1 1 0,-9 15 0,7-12 0,1 0 0,-1-1 0,1 2 0,-1-1 0,1 0 0,0 0 0,1 1 0,-1-1 0,1 1 0,-2 8 0,-7 23 0,-6 15 0,13-40 0,1 0 0,-2 0 0,-7 16 0,0-7 0,3-2 0,-1 0 0,-1-1 0,-1 0 0,-1 0 0,0-2 0,-1 1 0,-21 19 0,4-11 0,-2-2 0,-1-1 0,-1-1 0,0-1 0,-1-3 0,-65 22 0,94-36 0,-13 5 0,-1-1 0,-1-1 0,1-1 0,-1-1 0,-26 1 0,41-4 0,0 0 0,0-1 0,0 1 0,0-1 0,0-1 0,0 1 0,1-1 0,-1 0 0,0 0 0,1-1 0,0 0 0,-8-5 0,10 6 0,1 0 0,0 0 0,-1 0 0,1 0 0,0-1 0,0 1 0,0-1 0,1 0 0,-1 1 0,1-1 0,-1 0 0,1 0 0,0 0 0,0 0 0,0 0 0,0 0 0,1 0 0,-1 0 0,1-1 0,0 1 0,0 0 0,0 0 0,0 0 0,1 0 0,0-4 0,2-4 0,0 1 0,0 1 0,1-1 0,0 0 0,1 1 0,0 0 0,1 0 0,0 0 0,0 1 0,1 0 0,-1 0 0,14-10 0,-1 1 0,1 2 0,1 0 0,0 1 0,24-11 0,-16 13 0,-1 0 0,38-8 0,-35 10 0,32-6-2585,87-7-10876,-124 20 12058,2-2-8407,-12 4 4934</inkml:trace>
</inkml:ink>
</file>

<file path=ppt/ink/ink1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1.005"/>
    </inkml:context>
    <inkml:brush xml:id="br0">
      <inkml:brushProperty name="width" value="0.035" units="cm"/>
      <inkml:brushProperty name="height" value="0.035" units="cm"/>
      <inkml:brushProperty name="color" value="#0066FF"/>
    </inkml:brush>
  </inkml:definitions>
  <inkml:trace contextRef="#ctx0" brushRef="#br0">183 47 56,'0'-1'1205,"0"0"0,0 0 1,0 0-1,0-1 0,0 1 0,0 0 0,0 0 1,-1 0-1,1 0 0,0 0 0,-1 0 0,1 0 1,-1 0-1,0-2 0,-2 0 695,1-4 2416,0 0-1401,-13 0 2471,14 6-5262,0 0-125,0 1 1,1-1 0,-1 1-1,1 0 1,-1-1-1,0 1 1,0 0 0,1 0-1,-1 0 1,0-1-1,1 1 1,-1 0 0,0 0-1,0 0 1,1 0 0,-1 0-1,0 0 1,1 0-1,-3 1 1,-1-1 0,0 0 0,0 0 0,0 1 0,0-1 0,0 1 0,0 0 0,0 1 0,0-1 0,0 0 0,1 1 0,-6 3 0,1 1 0,0 0 0,0 1 0,-11 12 0,14-14 0,0 1 0,1-1 0,0 1 0,0 0 0,1-1 0,-1 2 0,1-1 0,0 0 0,1 1 0,-2 7 0,3-10 0,0 0 0,0 0 0,1 0 0,0 0 0,0 0 0,0 0 0,0 0 0,1 0 0,-1 0 0,1 0 0,0 0 0,1 0 0,-1 0 0,0-1 0,1 1 0,0 0 0,0-1 0,0 1 0,4 4 0,-1-3 0,-1 0 0,1 0 0,1 0 0,-1-1 0,1 0 0,0 0 0,0 0 0,0-1 0,0 1 0,1-1 0,-1-1 0,1 0 0,0 0 0,7 2 0,9-1 0,0 0 0,44-1 0,-63-2 0,11-1-864,0 0 0,17-3-1,6-5-5725,67-25 0,-78 24 5286,56-28-8613,-65 28 6817</inkml:trace>
</inkml:ink>
</file>

<file path=ppt/ink/ink1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1.306"/>
    </inkml:context>
    <inkml:brush xml:id="br0">
      <inkml:brushProperty name="width" value="0.035" units="cm"/>
      <inkml:brushProperty name="height" value="0.035" units="cm"/>
      <inkml:brushProperty name="color" value="#0066FF"/>
    </inkml:brush>
  </inkml:definitions>
  <inkml:trace contextRef="#ctx0" brushRef="#br0">51 20 1888,'0'-1'343,"0"0"1,0 1-1,0-1 0,1 0 0,-1 1 0,0-1 0,0 0 0,0 1 0,0-1 0,-1 0 0,1 1 0,0-1 0,0 0 0,0 1 0,0-1 1,-1 0-1,1 1 0,0-1 0,0 0 0,-1 1 0,1-1 0,-1 1 0,1-1 0,-1 1 0,1-1 0,0 1 0,-1-1 0,0 1 0,1 0 1,-1-1-1,-1 1 554,1 0 1,-1 0-1,1 1 1,0-1-1,-1 1 1,1-1 0,0 1-1,-1 0 1,1-1-1,0 1 1,-2 1-1,3-2-784,0 0 1,0 0-1,0 0 0,-1 1 0,1-1 0,0 0 1,0 0-1,0 0 0,0 0 0,-1 1 0,1-1 1,0 0-1,0 0 0,0 0 0,0 0 0,0 1 0,0-1 1,-1 0-1,1 0 0,0 1 0,0-1 0,0 0 1,0 0-1,0 1 0,0-1 0,0 0 0,0 0 0,0 0 1,0 1-1,0-1 0,0 0 0,0 0 0,0 1 1,0-1-1,1 0 0,-1 0 0,0 1 0,0-1 0,0 0 1,0 0-1,0 0 0,0 0 0,1 1 0,-1-1 1,0 0-1,0 0 0,0 0 0,0 0 0,1 1 1,-1-1-1,0 0 0,0 0 0,0 0 0,1 0 0,-1 0 1,0 0-1,1 0 0,11 6 725,-11-6-475,10 4-150,1 0 1,-1 0-1,0 1 0,-1 1 1,1-1-1,-1 2 1,16 12-1,-9-6-213,-6-5 0,-2-1 0,1 2 0,9 10 0,-17-18 0,-1 0 0,0 1 0,1-1 0,-1 1 0,0-1 0,0 1 0,0 0 0,0-1 0,0 1 0,-1 0 0,1 0 0,0 0 0,-1-1 0,0 1 0,1 0 0,-1 0 0,0 0 0,0 0 0,0 0 0,0 0 0,0 0 0,0 0 0,-1 0 0,1 0 0,-1-1 0,0 5 0,-2-3 0,0 0 0,0 0 0,0-1 0,0 1 0,0-1 0,-1 1 0,-5 2 0,5-3 0,-4 2 0,-1 0 0,1-1 0,-1 0 0,0-1 0,0 1 0,-19 0 0,0 2 0,25-4 0,0-1 0,0 1 0,0-1 0,0 0 0,0 0 0,0 0 0,0 0 0,0 0 0,0-1 0,0 1 0,0-1 0,0 0 0,1 0 0,-1 0 0,0 0 0,0 0 0,1-1 0,-1 1 0,1-1 0,-1 0 0,1 0 0,0 0 0,-1 0 0,1 0 0,0 0 0,0 0 0,-2-5 0,4 6 0,-1 0 0,1 0 0,0 0 0,0-1 0,0 1 0,0 0 0,0 0 0,0 0 0,1 0 0,-1 0 0,0 0 0,1 0 0,-1 0 0,0 0 0,1 0 0,-1 0 0,1 0 0,0 0 0,-1 0 0,1 0 0,0 1 0,0-2 0,22-20 0,-13 13 0,2 0-1,0 0 1,0 1-1,1 0 1,1 0-1,-1 2 1,1 0-1,19-6 0,-1-1-33,-5 3-1847,30-8 0,-16 8-4684,47-5 1,15 9-5780,-93 6 9699</inkml:trace>
</inkml:ink>
</file>

<file path=ppt/ink/ink1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2.004"/>
    </inkml:context>
    <inkml:brush xml:id="br0">
      <inkml:brushProperty name="width" value="0.035" units="cm"/>
      <inkml:brushProperty name="height" value="0.035" units="cm"/>
      <inkml:brushProperty name="color" value="#0066FF"/>
    </inkml:brush>
  </inkml:definitions>
  <inkml:trace contextRef="#ctx0" brushRef="#br0">179 103 1304,'0'0'5971,"-9"16"3676,9-14-8886,0 0 0,1 1 0,-1-1-1,0 0 1,1 0 0,-1 1 0,1-1-1,0 0 1,0 0 0,0 0 0,0 0-1,2 4 1,0-4-365,-1 1 0,1-1 0,-1 1 0,1-1 1,0 0-1,0 0 0,-1 0 0,2-1 0,-1 1 0,0-1 0,0 1 0,5 0 1,-3-1-307,0 1 1,0-1 0,1 0 0,-1-1 0,7 1 0,-10-1-118,0 0 1,0 0-1,0-1 1,0 1-1,0 0 1,0-1-1,0 1 1,0-1 0,0 0-1,0 0 1,0 0-1,0 0 1,-1 0-1,1 0 1,0 0 0,0 0-1,-1-1 1,2-1-1,-2 3-4,0-1 1,-1 0-1,1 0 0,0 1 1,-1-1-1,1 0 0,-1 0 1,1 0-1,-1 1 0,0-1 1,1 0-1,-1 0 0,0 0 1,1 0-1,-1 0 0,0 0 1,0 0-1,0 0 0,0 0 1,0 0-1,0 0 0,0 0 1,0 0-1,0 0 0,-1 0 1,1 1-1,0-1 0,0 0 1,-1 0-1,1 0 0,-1 0 1,1 0-1,-1 0 0,0 0 1,-4-10-133,5 10 160,0 0-1,-1 0 1,1 0-1,-1 0 1,1 0-1,-1 0 1,0 0-1,1 0 1,-1 0-1,0 0 1,0 0-1,0 0 1,0 1-1,1-1 1,-1 0-1,0 0 1,-1 0-1,-33-31 227,32 30-178,-1 1 0,1-1 0,-1 1 0,0-1 0,0 1 0,1 0 1,-1 1-1,0-1 0,0 1 0,-8-1 0,-40 7 459,42-4-408,1 1 3,0 0 0,0 0 0,0 1 0,0 1 0,1 0 0,-9 5 0,11-6-66,2-1-32,0 1 1,0-1 0,0 1 0,1 0 0,-1 0 0,1 0-1,0 0 1,0 1 0,1-1 0,-5 9 0,-4 8-5,10-19 3,0 0 0,0 0 0,0 0 0,0 0 0,1 0 0,-1 0 0,1 0 0,-1 0 0,1 0 0,0 1 0,0-1 0,0 0 0,0 0 0,0 0 0,0 0 0,1 0 0,-1 0 0,1 1 0,0-1 0,-1 0 0,1 0 0,0-1 0,2 4 0,-2-2 0,1-1 0,0 1 0,0 0 0,0-1 0,0 1 0,1-1 0,-1 0 0,1 1 0,0-1 0,-1-1 0,1 1 0,0 0 0,0-1 0,5 3 0,2-1 0,2 1 0,0 0 0,0-1 0,0-1 0,1 0 0,19 1 0,4-4-422,-1-3 0,0 0 0,0-2 0,0-2-1,43-16 1,162-73-2343,-230 92 2751,0 1 53,0-1 0,0-1 0,0 0-1,-1 0 1,0-1 0,0 0 0,-1 0 0,0-1-1,13-16 1,6-13 1600,-26 35-1567,5-14 1832,-7 16-1856,1-1 0,-1 1 0,1 0-1,-1-1 1,1 1 0,-1-1 0,1 1 0,-1 0-1,1-1 1,-1 1 0,0 0 0,1-1-1,-1 1 1,1 0 0,-1 0 0,0 0 0,1 0-1,-1 0 1,0 0 0,1 0 0,-1 0-1,0 0 1,1 0 0,-1 0 0,0 0 0,0 0-1,-11 1-43,-1 0 0,1 0 0,-1 2 0,1-1 0,-22 9 0,-57 29-9,49-12 5,14-8 0,25-18 0,-1 0 0,1 0 0,-1 1 0,1-1 0,0 1 0,0 0 0,0 0 0,0 0 0,0 0 0,1 0 0,0 1 0,-1-1 0,1 1 0,0-1 0,1 1 0,-1 0 0,1 0 0,-1 0 0,0 7 0,2-10 0,0 0 0,1 0 0,-1 0 0,0 0 0,1 0 0,-1 0 0,1 0 0,-1 0 0,1 0 0,0 0 0,-1-1 0,1 1 0,0 0 0,-1 0 0,1-1 0,0 1 0,0 0 0,0-1 0,0 1 0,0-1 0,0 1 0,0-1 0,0 1 0,0-1 0,0 0 0,0 1 0,0-1 0,0 0 0,0 0 0,0 0 0,0 0 0,0 0 0,0 0 0,1 0 0,41-3 0,-38 3 0,149-29 0,-42-13 0,-43 15 0,-69 26 0,1 1 0,0 0 0,-1 0 0,1-1 0,0 1 0,0 0 0,-1 0 0,1 0 0,0 0 0,-1 0 0,1 0 0,0 0 0,0 0 0,-1 0 0,1 0 0,0 0 0,-1 1 0,1-1 0,0 0 0,-1 0 0,1 1 0,0-1 0,-1 0 0,1 1 0,-1-1 0,1 1 0,-1-1 0,1 1 0,-1-1 0,1 1 0,-1-1 0,1 1 0,-1-1 0,1 1 0,-1 0 0,0-1 0,0 1 0,1 0 0,-1-1 0,0 2 0,3 29 0,-3-24 0,0-5-86,0 0-1,0 0 1,0 1 0,1-1-1,-1 0 1,1 0 0,-1 0-1,1 1 1,0-1 0,0 0-1,0 0 1,0 0 0,0-1-1,1 1 1,-1 0 0,0 0-1,1-1 1,0 1 0,-1 0-1,1-1 1,0 0-1,0 1 1,0-1 0,-1 0-1,1 0 1,1 0 0,-1 0-1,0-1 1,0 1 0,0 0-1,0-1 1,5 1 0,0 0-284,-1-1 1,1 1 0,0-1 0,0-1 0,-1 1-1,1-1 1,0 0 0,-1-1 0,1 1-1,7-4 1,70-26-10865,46-3 4439,-78 23 5335,90-25-2562,-106 24 2565</inkml:trace>
</inkml:ink>
</file>

<file path=ppt/ink/ink1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2.210"/>
    </inkml:context>
    <inkml:brush xml:id="br0">
      <inkml:brushProperty name="width" value="0.035" units="cm"/>
      <inkml:brushProperty name="height" value="0.035" units="cm"/>
      <inkml:brushProperty name="color" value="#0066FF"/>
    </inkml:brush>
  </inkml:definitions>
  <inkml:trace contextRef="#ctx0" brushRef="#br0">233 126 680,'-1'-6'889,"0"1"0,0-1-1,-1 1 1,0-1 0,0 1 0,0 0-1,0 0 1,-1 0 0,-6-9-1,-2-5 4466,10 17-4701,-1 0 1,0 0 0,0 0 0,0 0-1,0 0 1,0 0 0,0 1 0,0-1 0,0 1-1,-1-1 1,1 1 0,-4-2 0,-36-10 7147,30 9-6327,8 3-1472,0 0-1,1 1 1,-1-1 0,0 1 0,0 0-1,0 0 1,0 0 0,0 1-1,1-1 1,-1 1 0,0 0 0,0 0-1,1 0 1,-1 1 0,0-1-1,1 1 1,0 0 0,-1 0 0,1 0-1,0 0 1,0 1 0,0-1-1,0 1 1,1 0 0,-1 0 0,1 0-1,-1 0 1,1 0 0,0 0-1,0 1 1,1-1 0,-1 1 0,1-1-1,0 1 1,-1 0 0,2 0-1,-1-1 1,0 1 0,1 0 0,0 0-1,0 4 1,-1 10-2,1-9 0,0-1 0,0 1 0,0 0 0,1-1 0,1 1 0,-1-1 0,4 10 0,1 2 0,0-1 0,-1 1 0,1 21 0,4 14 0,-8-45 12,-1 1 0,-1-1 0,1 1 0,-3 12 0,1 3-711,2-24-68,-1 0-1,0 0 0,1-1 1,0 1-1,-1 0 0,1-1 1,0 1-1,0 0 1,0-1-1,0 1 0,0-1 1,0 0-1,0 1 1,0-1-1,1 0 0,-1 0 1,0 1-1,1-1 0,-1 0 1,1 0-1,-1-1 1,1 1-1,1 1 0,3 1-3431</inkml:trace>
</inkml:ink>
</file>

<file path=ppt/ink/ink1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2.438"/>
    </inkml:context>
    <inkml:brush xml:id="br0">
      <inkml:brushProperty name="width" value="0.035" units="cm"/>
      <inkml:brushProperty name="height" value="0.035" units="cm"/>
      <inkml:brushProperty name="color" value="#0066FF"/>
    </inkml:brush>
  </inkml:definitions>
  <inkml:trace contextRef="#ctx0" brushRef="#br0">29 129 480,'-25'-85'15598,"25"83"-15136,-1 1 0,1 0-1,-1 0 1,1 0 0,-1-1 0,1 1-1,0 0 1,-1 0 0,1-1-1,0 1 1,0 0 0,0-1 0,0 1-1,0 0 1,1 0 0,-1-1 0,0 1-1,0 0 1,1 0 0,-1-1 0,1 1-1,-1 0 1,1 0 0,0 0-1,-1 0 1,1 0 0,0 0 0,0 0-1,0 0 1,1-2 0,16-1 1720,14 5-2144,0 3 1,0 0 0,0 2-1,36 12 1,-42-10-39,-1 2 0,-1 1 0,0 1 0,23 15 0,-37-21 1,48 34-27,-54-37 2,1 1-1,-1 0 1,0 0 0,0 1 0,0-1 0,0 1 0,-1 0 0,0-1-1,4 9 1,-7-12-89,1 0 0,-1 0 0,0 0 0,0 0-1,0 0 1,0 0 0,0 0 0,0 0 0,0 0 0,0 0-1,0 0 1,0 0 0,0 0 0,0 0 0,-1 0 0,1 0-1,-1 0 1,1 0 0,0-1 0,-1 1 0,1 0 0,-1 0-1,0 0 1,1 0 0,-1-1 0,0 1 0,1 0 0,-1 0-1,0-1 1,0 1 0,0-1 0,0 1 0,0-1 0,0 1-1,1-1 1,-1 0 0,0 1 0,0-1 0,0 0 0,0 0-1,-2 1 1,-4 0-2197,0 1 1,0-1-1,-1 0 0,-8-1 0,23-15-7275,-7 9 5765</inkml:trace>
</inkml:ink>
</file>

<file path=ppt/ink/ink1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2.587"/>
    </inkml:context>
    <inkml:brush xml:id="br0">
      <inkml:brushProperty name="width" value="0.035" units="cm"/>
      <inkml:brushProperty name="height" value="0.035" units="cm"/>
      <inkml:brushProperty name="color" value="#0066FF"/>
    </inkml:brush>
  </inkml:definitions>
  <inkml:trace contextRef="#ctx0" brushRef="#br0">82 38 1512,'-7'-10'3404,"5"8"-2374,1-1 0,-1 1 0,0-1 0,1 1 0,-1 0 0,0 0 0,-1 0 0,-1-2 0,-1 3 690,2 0 136,0 0-1,0 0 1,0 0-1,-1 1 0,1 0 1,-6-1-1,-1 17-993,-2-4-2846,12-12 1825,0 0-1,0 0 1,0 1-1,0-1 0,-1 0 1,1 1-1,0-1 1,0 0-1,0 1 0,0-1 1,0 0-1,0 1 1,0-1-1,1 0 0,-1 0 1,0 1-1,0-1 1,0 0-1,0 1 0,0-1 1,0 0-1,0 0 1,1 1-1,-1-1 0,0 0 1,0 0-1,1 1 1,2 1-972,-1 0-1,1-1 1,0 1 0,0-1 0,0 0 0,0 0 0,4 1 0,10 5-3878,0 2-148</inkml:trace>
</inkml:ink>
</file>

<file path=ppt/ink/ink2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3.188"/>
    </inkml:context>
    <inkml:brush xml:id="br0">
      <inkml:brushProperty name="width" value="0.035" units="cm"/>
      <inkml:brushProperty name="height" value="0.035" units="cm"/>
      <inkml:brushProperty name="color" value="#0066FF"/>
    </inkml:brush>
  </inkml:definitions>
  <inkml:trace contextRef="#ctx0" brushRef="#br0">363 32 3729,'-19'0'8747,"-9"-3"-506,-20 1 3516,41 3-11464,7-1-293,0 1 0,-1-1 0,1 0 0,0 1 0,0-1 0,-1 1 0,1-1 0,0 1 0,0-1 0,0 1 0,0-1 0,0 1 0,0 0 0,0-1 0,0 1 0,0-1 0,0 1 0,0-1 0,0 1 0,0-1 0,0 1 0,0-1 0,1 1 0,-1-1 0,0 1 0,0-1 0,1 1 0,-1 0 0,7 5 0,-6-5 0,1 1 0,-1-1 0,1 0 0,-1 0 0,0 1 0,0-1 0,0 1 0,1-1 0,-1 1 0,-1 0 0,1-1 0,0 1 0,0 0 0,-1 0 0,1 2 0,8 38 0,-9-37 0,0 0 0,0 0 0,0 0 0,-1 0 0,0 0 0,0 0 0,-3 8 0,-5 19 0,9-31 0,-1 1 0,0-1 0,1 1 0,-1-1 0,1 1 0,-1-1 0,1 1 0,0 0 0,0-1 0,0 1 0,0-1 0,0 1 0,0 0 0,0-1 0,0 1 0,1-1 0,-1 1 0,1-1 0,-1 1 0,1-1 0,-1 1 0,1-1 0,0 1 0,0-1 0,0 0 0,0 0 0,0 1 0,0-1 0,0 0 0,0 0 0,2 1 0,-1 0 0,0-1 0,0 0 0,1 0 0,-1 0 0,0 0 0,1-1 0,-1 1 0,1-1 0,-1 1 0,0-1 0,1 0 0,-1 0 0,1 0 0,-1 0 0,1 0 0,-1-1 0,1 1 0,2-1 0,63-11 0,-30 0 0,61-28 0,-88 35 0,-1-1 0,1 0 0,-1-1 0,0 0 0,-1 0 0,0-1 0,0 0 0,0-1 0,-1 0 0,8-12 0,-15 20 0,0-1 0,0 0 0,0 0 0,0 1 0,0-1 0,0 0 0,-1 0 0,1 0 0,-1 0 0,1 0 0,-1 0 0,0 0 0,0 0 0,1 0 0,-2 0 0,1-1 0,0 1 0,0 0 0,-1 0 0,1 0 0,-1 0 0,1 0 0,-1 0 0,0 1 0,0-1 0,0 0 0,0 0 0,0 0 0,0 1 0,0-1 0,-1 1 0,1-1 0,-1 1 0,1-1 0,-1 1 0,0 0 0,-2-2 0,-2-1 0,1 1 0,-1 0 0,0 0 0,0 1 0,-1 0 0,1 0 0,0 0 0,-1 1 0,1 0 0,-14-1 0,1 2 0,1 2 0,-1 0 0,1 0 0,0 2 0,0 0 0,-23 10 0,34-11 0,1 0 0,-1 1 0,1 0 0,0 0 0,0 1 0,1-1 0,-1 1 0,1 1 0,0-1 0,0 1 0,1 0 0,0 0 0,0 0 0,0 0 0,-3 10 0,4-12 0,1 0 0,0 1 0,0-1 0,1 0 0,-1 1 0,1 0 0,0-1 0,0 1 0,1 0 0,0-1 0,-1 1 0,1 0 0,1 0 0,-1-1 0,1 1 0,0 0 0,0-1 0,0 1 0,0 0 0,1-1 0,0 0 0,0 1 0,0-1 0,1 0 0,-1 0 0,5 5 0,3 2 0,1 1 0,0-2 0,1 1 0,18 11 0,61 35 0,-42-28 0,-23-13 0,17 11 0,45 35 0,-77-53 0,0 1 0,-1 0 0,0 0 0,0 1 0,-1 0 0,-1 1 0,0 0 0,12 23 0,-18-31 0,-1 0 0,1 0 0,-1 0 0,0 0 0,0 1 0,0-1 0,-1 0 0,0 1 0,1-1 0,-1 0 0,-1 1 0,1-1 0,-1 0 0,0 1 0,-2 6 0,1-5 0,-1-1 0,1 1 0,-2-1 0,1 0 0,-1 1 0,1-1 0,-1-1 0,-1 1 0,-8 7 0,-6 3 0,-2-1 0,0-2 0,0 0 0,-33 13 0,49-22 0,-27 10 0,-1 0 0,-1-3 0,0 0 0,0-3 0,-1 0 0,0-2 0,0-2 0,-68-3 0,88-1 0,0-1 0,0-1 0,1 0 0,-1-1 0,1-1 0,0 0 0,-26-14 0,33 15 0,-1 0 0,1-1 0,-1 0 0,2 0 0,-1-1 0,0 0 0,1 0 0,0-1 0,1 1 0,-1-1 0,1-1 0,1 1 0,-1-1 0,-3-10 0,6 13 0,1-1 0,0 1 0,0-1 0,1 1 0,0-1 0,0 0 0,0 1 0,0-1 0,1 1 0,0-1 0,0 1 0,1-1 0,-1 1 0,1 0 0,1 0 0,2-6 0,-1 3 0,1 0 0,-1 0 0,2 0 0,-1 1 0,1 0 0,1 0 0,-1 0 0,15-11 0,-18 16 0,20-15 0,0 1 0,1 1 0,0 1 0,2 1 0,30-11 0,16-3 0,20-5 0,2 8-2897,50-7-8001,45-11-1303,-147 32 6878</inkml:trace>
</inkml:ink>
</file>

<file path=ppt/ink/ink2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4.959"/>
    </inkml:context>
    <inkml:brush xml:id="br0">
      <inkml:brushProperty name="width" value="0.035" units="cm"/>
      <inkml:brushProperty name="height" value="0.035" units="cm"/>
      <inkml:brushProperty name="color" value="#0066FF"/>
    </inkml:brush>
  </inkml:definitions>
  <inkml:trace contextRef="#ctx0" brushRef="#br0">395 172 1144,'-3'-14'15160,"-7"4"-7219,-18-2-148,26 12-7277,-11 1-250,-2 2-319,5-2 53,-1 0 0,1 1 0,0 0 0,0 0 0,0 1 0,-15 7 0,-61 32 0,64-31 0,11-5 0,1 0 0,0 0 0,0 1 0,0 0 0,1 0 0,0 1 0,1 1 0,0 0 0,0 0 0,1 0 0,0 1 0,-6 11 0,11-18 0,1 1 0,-1-1 0,1 1 0,0 0 0,0 0 0,0 0 0,1 0 0,-1-1 0,1 6 0,0-7 0,0-1 0,0 1 0,0 0 0,1-1 0,-1 1 0,0 0 0,1-1 0,-1 1 0,1 0 0,0-1 0,-1 1 0,1-1 0,0 1 0,0-1 0,0 1 0,0-1 0,0 0 0,0 1 0,1-1 0,-1 0 0,0 0 0,0 0 0,1 0 0,1 1 0,10 3 0,0 0 0,0-1 0,0-1 0,1 0 0,-1 0 0,27 0 0,86-6 0,-108 1 0,45-5 0,112-28 0,-129 25 0,4-2 0,-1-3 0,0-1 0,65-32 0,-107 44 0,0-1 0,-1 1 0,1-1 0,-1-1 0,0 1 0,-1-1 0,1 0 0,-1 0 0,-1 0 0,1-1 0,-1 0 0,5-11 0,-8 18 0,-1-1 0,0 1 0,0 0 0,0-1 0,0 1 0,0-1 0,0 1 0,0 0 0,0-1 0,0 1 0,0 0 0,0-1 0,0 1 0,0-1 0,-1 1 0,1 0 0,0-1 0,0 1 0,0 0 0,0-1 0,-1 1 0,1 0 0,0 0 0,0-1 0,-1 1 0,1 0 0,0-1 0,0 1 0,-1 0 0,1 0 0,0 0 0,-1-1 0,1 1 0,0 0 0,-1 0 0,1 0 0,-1 0 0,1 0 0,-1-1 0,0 1 0,0-1 0,0 0 0,0 1 0,0-1 0,-1 0 0,1 1 0,0-1 0,0 1 0,-1 0 0,1-1 0,0 1 0,-1 0 0,1 0 0,0 0 0,-1 0 0,1 0 0,0 0 0,-1 0 0,1 0 0,0 1 0,-1-1 0,1 0 0,0 1 0,0-1 0,-2 2 0,-7 1 0,3-1 0,1 0 0,0 0 0,-1 0 0,1 1 0,0 0 0,0 0 0,-11 8 0,15-9 0,-1 0 0,1 0 0,-1 0 0,1 0 0,0 1 0,0-1 0,0 1 0,0-1 0,1 1 0,-1 0 0,1 0 0,-1-1 0,1 1 0,0 0 0,0 0 0,0 1 0,1-1 0,-1 0 0,0 4 0,1-4 0,1-1 0,-1 1 0,1-1 0,-1 0 0,1 1 0,0-1 0,-1 1 0,1-1 0,0 0 0,1 0 0,-1 0 0,0 0 0,1 1 0,-1-2 0,1 1 0,0 0 0,-1 0 0,1 0 0,0-1 0,0 1 0,0-1 0,0 0 0,1 1 0,-1-1 0,0 0 0,0 0 0,1 0 0,-1-1 0,3 1 0,7 2 0,1 0 0,-1-1 0,1-1 0,22 0 0,5-1 0,0-2 0,65-12 0,-100 14 0,-1-1 0,1 0 0,0 0 0,-1-1 0,0 1 0,1-1 0,-1 0 0,0 0 0,0-1 0,0 1 0,0-1 0,0 0 0,0 0 0,-1 0 0,0 0 0,1-1 0,2-3 0,-6 5 0,0 1 0,0 0 0,-1 0 0,1-1 0,0 1 0,0 0 0,-1 0 0,1 0 0,-1 0 0,1-1 0,-1 1 0,1 0 0,-1 0 0,0 0 0,0 0 0,1 0 0,-1 0 0,0 0 0,0 1 0,0-1 0,0 0 0,0 0 0,0 1 0,0-1 0,-2 0 0,-29-19 0,7 10 0,-12-7 0,34 15 0,-1 0 0,0 1 0,0-1 0,0 1 0,0 0 0,0 0 0,-6-1 0,4 1 0,0 0 0,0-1 0,0 0 0,0 0 0,0 0 0,1-1 0,-9-5 0,8 4 0,12 3 0,29 1-1617,6-1-5861,54-8 0,-54 5 4601,-28 3 2480,-1 0 0,0-1 0,0 0 0,0-1-1,16-6 1,29-17 3637,-23 5 14313,-31 20-16668,-1 1-874,0 1-1,0 0 0,1 0 0,-1 0 1,0 0-1,0 0 0,0 0 1,-1 0-1,1 1 0,0-1 1,0 1-1,-1-1 0,1 1 0,-1 0 1,1-1-1,1 3 0,5 6-30,-3-4 20,0-1 0,-1 1 0,1 1 0,-2-1 0,1 1 0,3 8 0,2 18 0,-9-32 0,1 0 0,-1 0 0,0 0 0,0 0 0,1 1 0,-1-1 0,0 0 0,0 0 0,0 1 0,0-1 0,0 0 0,-1 0 0,1 0 0,0 1 0,0-1 0,-1 0 0,1 0 0,-1 0 0,-1 3 0,-2 13 0,3-15 0,1 0 0,-1 0 0,1 0 0,-1 0 0,1-1 0,-1 1 0,0 0 0,0 0 0,0-1 0,0 1 0,0 0 0,0-1 0,-1 0 0,1 1 0,0-1 0,-1 1 0,1-1 0,-1 0 0,-1 1 0,-34 18 0,32-17 0,4-2 0,0 1 0,-1-1 0,1 0 0,0 0 0,-1-1 0,1 1 0,0 0 0,-1 0 0,1-1 0,-1 1 0,0-1 0,1 1 0,-1-1 0,1 1 0,-1-1 0,0 0 0,-2 0 0,3-1 0,1 0 0,0 1 0,-1-1 0,1 0 0,0 0 0,-1 0 0,1 0 0,0 0 0,0 0 0,0 0 0,0 0 0,0 0 0,0 1 0,0-1 0,0 0 0,0 0 0,1 0 0,-1 0 0,0 0 0,0 0 0,1 0 0,-1 1 0,1-1 0,-1 0 0,1 0 0,-1 0 0,2 0 0,2-11 0,-3 8 0,-1 0 0,1 1 0,0-1 0,1 1 0,-1-1 0,1 1 0,-1 0 0,1 0 0,3-5 0,22-27 0,-20 26 0,0 1 0,1 0 0,0 1 0,1 0 0,-1 0 0,1 1 0,1 0 0,-1 1 0,18-8 0,-21 11 0,-1 1 0,0 1 0,0-1 0,0 1 0,0 0 0,1 0 0,-1 0 0,0 1 0,0-1 0,0 1 0,0 1 0,0-1 0,0 1 0,0 0 0,0 0 0,0 0 0,-1 1 0,1-1 0,-1 1 0,8 6 0,1 0 0,-12-8 0,0 0 0,0-1 0,0 1 0,0 0 0,0-1 0,0 1 0,0 0 0,0 0 0,0 0 0,-1 0 0,1 0 0,0 0 0,-1 0 0,2 2 0,21 27 0,-23-29 0,2 2 0,-1-1 0,0 1 0,1 0 0,-1-1 0,-1 1 0,1 0 0,1 5 0,-3-5 0,1-3 0,0 0 0,0 1 0,0-1 0,1 0 0,-1 1 0,0-1 0,0 0 0,0 0 0,0 1 0,0-1 0,1 0 0,-1 0 0,0 0 0,0 1 0,0-1 0,1 0 0,-1 0 0,0 0 0,0 1 0,1-1 0,-1 0 0,0 0 0,0 0 0,1 0 0,-1 0 0,0 0 0,0 0 0,1 1 0,-1-1 0,0 0 0,1 0 0,-1 0 0,0 0 0,1 0 0,2-4 0,1-1 0,-3 4 0,0 0 0,0 0 0,0-1 0,0 1 0,0 0 0,0 0 0,-1-1 0,1 1 0,0-1 0,-1 1 0,1-1 0,-1 1 0,1-1 0,-1 1 0,0-1 0,0 1 0,0-3 0,1 0 0,0 1 0,0-1 0,0 1 0,0-1 0,1 1 0,-1 0 0,1-1 0,0 1 0,4-5 0,3-8 0,-7 14 0,0 0 0,0-1 0,1 1 0,-1 0 0,0 0 0,1 0 0,-1 0 0,1 0 0,3-1 0,19-16 0,-17 14 0,1 4 0,0 1 0,0 0 0,-1 0 0,1 0 0,0 1 0,0 1 0,-1-1 0,1 2 0,-1-1 0,0 1 0,14 7 0,13 11 0,-14-12 0,-16-6 0,1 0 0,0-1 0,-1 0 0,1 0 0,0 0 0,0-1 0,0 0 0,0 0 0,9 0 0,-7-1 0,0 0 0,-1-1 0,1 0 0,0 0 0,-1 0 0,1-1 0,-1 0 0,0-1 0,1 1 0,-1-2 0,0 1 0,-1-1 0,1 0 0,-1 0 0,1-1 0,-1 1 0,0-1 0,-1-1 0,1 1 0,8-13 0,-11 14 0,1 1 0,0-1 0,0 1 0,0 0 0,1 0 0,-1 0 0,0 1 0,8-3 0,-8 3 0,-1 1 0,1-1 0,0 0 0,0 0 0,-1-1 0,1 1 0,-1-1 0,0 1 0,0-1 0,0 0 0,0 0 0,0-1 0,2-3 0,-5 6 0,0 0 0,1 0 0,-1 0 0,0 0 0,0 0 0,0 0 0,1 0 0,-1 0 0,0 0 0,0 0 0,-1 0 0,1 0 0,0 0 0,0 0 0,0 0 0,-1 0 0,1 0 0,0 0 0,-1 0 0,1 0 0,-1 0 0,1 0 0,-1 1 0,0-1 0,1 0 0,-1 0 0,0 0 0,1 1 0,-1-1 0,0 0 0,0 1 0,0-1 0,0 1 0,0-1 0,0 1 0,1-1 0,-1 1 0,0 0 0,-2-1 0,-6 1 0,0 0 0,-1 0 0,1 1 0,-1 0 0,1 0 0,0 1 0,0 0 0,0 1 0,0 0 0,0 1 0,0 0 0,1 0 0,0 0 0,0 1 0,-12 9 0,13-8 0,-1 0 0,1 1 0,0-1 0,1 1 0,0 0 0,0 1 0,0 0 0,1 0 0,0 0 0,1 0 0,0 1 0,0 0 0,1 0 0,-4 15 0,5-17 0,1 0 0,0 0 0,1 0 0,0 0 0,0 1 0,0-1 0,1 0 0,0 0 0,0 0 0,1 0 0,0 0 0,0 0 0,4 8 0,78 143 0,-66-128 0,0-1 0,-2 1 0,-1 0 0,14 39 0,-23-42 0,-7-16 0,1-11 0,0 0 0,-1 0 0,1 0 0,0 0 0,0 0 0,-1 0 0,1 0 0,0 0 0,-1 0 0,1 0 0,0 0 0,0 0 0,-1 0 0,1-1 0,0 1 0,0 0 0,-1 0 0,1 0 0,0 0 0,0 0 0,-1 0 0,1-1 0,0 1 0,0 0 0,0 0 0,-1 0 0,1-1 0,0 1 0,0 0 0,0 0 0,0-1 0,0 1 0,-1 0 0,1 0 0,0-1 0,0 1 0,-23-28 0,10 14 0,1 0 0,1-1 0,1-1 0,0 1 0,-12-28 0,4 3 0,-7-21 0,14 30 0,7 19 0,0 1 0,-4-20 0,4 14 0,-11-29 0,0-4 0,0 16 0,4 10 0,10 21 0,-4-22 0,5 24 0,0 0 0,0 0 0,1 0 0,-1 1 0,0-1 0,1 0 0,-1 0 0,0 1 0,1-1 0,-1 0 0,1 1 0,0-1 0,-1 0 0,1 1 0,-1-1 0,1 1 0,0-1 0,-1 1 0,1-1 0,0 1 0,0-1 0,-1 1 0,1 0 0,1-1 0,14-5 0,-1 1 0,1 1 0,0 0 0,0 1 0,20-1 0,80 2 0,-63 3 0,-35-1 0,-1 1 0,0 1 0,-1 0 0,1 1 0,0 1 0,-1 0 0,1 1 0,-1 1 0,-1 1 0,1 0 0,18 12 0,-33-19 0,0 1 0,0-1 0,0 1 0,0 0 0,0-1 0,0 1 0,0 0 0,0-1 0,-1 1 0,1 0 0,0 0 0,0 0 0,-1 0 0,1 0 0,-1 0 0,1 0 0,-1 0 0,1 0 0,-1 0 0,1 0 0,-1 0 0,0 0 0,0 0 0,0 0 0,1 0 0,-1 1 0,0-1 0,0 0 0,0 0 0,-1 0 0,1 0 0,0 0 0,0 0 0,-1 0 0,1 1 0,0-1 0,-1 0 0,1 0 0,-1 0 0,0 0 0,1 0 0,-1-1 0,0 1 0,1 0 0,-1 0 0,0 0 0,-1 0 0,-4 5 0,-1-1 0,1 1 0,-1-2 0,0 1 0,-10 4 0,-30 13 0,-1-3 0,-68 18 0,61-20 0,44-14-1326,-1 0 0,0-1 0,0-1 0,-16 1 1,27-2 1163,1 0 0,0 0 0,0 0 1,0 0-1,0 0 0,-1 0 0,1-1 1,0 1-1,0 0 0,0 0 0,0 0 1,0 0-1,0 0 0,-1-1 0,1 1 1,0 0-1,0 0 0,0 0 0,0 0 1,0-1-1,0 1 0,0 0 0,0 0 1,0 0-1,0-1 0,0 1 0,0 0 1,0 0-1,0 0 0,0-1 0,0 1 1,0 0-1,0 0 0,0 0 0,0-1 1,0 1-1,0 0 0,1 0 0,-1 0 1,0 0-1,0-1 0,0 1 0,0 0 1,0 0-1,0 0 0,1 0 0,-1 0 1,0 0-1,0-1 0,0 1 0,0 0 1,1 0-1,-1 0 0,7-9-3418,10-11-3904,-9 9 3441</inkml:trace>
</inkml:ink>
</file>

<file path=ppt/ink/ink2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5.807"/>
    </inkml:context>
    <inkml:brush xml:id="br0">
      <inkml:brushProperty name="width" value="0.035" units="cm"/>
      <inkml:brushProperty name="height" value="0.035" units="cm"/>
      <inkml:brushProperty name="color" value="#0066FF"/>
    </inkml:brush>
  </inkml:definitions>
  <inkml:trace contextRef="#ctx0" brushRef="#br0">136 410 1088,'-23'12'9364,"-15"13"1507,34-22-10558,2-2 215,1 0-1,-1 1 1,1-1 0,-1 0-1,1 1 1,0-1 0,-1 1-1,1-1 1,0 1 0,0-1-1,-1 4 1,2-4-320,0 0 0,0 0 1,0 1-1,0-1 0,1 0 0,-1 0 1,0 1-1,1-1 0,-1 0 0,1 0 1,0 0-1,-1 0 0,1 0 1,0 0-1,0 0 0,-1 0 0,1 0 1,0 0-1,0 0 0,0 0 0,2 0 1,0 2-189,1 0 0,0 0 0,0-1 0,0 0 0,0 0 0,1 0 1,-1 0-1,0-1 0,1 1 0,-1-1 0,8 1 0,51 1-43,-56-3 22,16 0 1,0-2 0,0 0 0,0-2 0,27-7 0,-37 8 0,-1-1 0,1-1 0,-1 0 0,-1-1 0,1 0 0,-1-1 0,0 0 0,19-16 0,-29 21 0,1 0 0,0 0 0,-1 0 0,1-1 0,-1 1 0,1 0 0,-1-1 0,0 1 0,0-1 0,0 0 0,-1 1 0,1-1 0,-1 0 0,1 1 0,-1-1 0,0 0 0,0 1 0,0-1 0,0 0 0,-1 0 0,1 1 0,-1-1 0,1 0 0,-1 1 0,0-1 0,0 1 0,-3-6 0,0 4 0,0-2 0,0 0 0,-1 1 0,0 0 0,0 0 0,-1 0 0,-11-8 0,10 9 0,-1 1 0,1-1 0,-1 1 0,0 1 0,0-1 0,0 1 0,-1 1 0,1-1 0,0 1 0,-1 1 0,-14 0 0,-7 3 0,-57 12 0,74-12 0,-2 1 0,-1 1 0,2 1 0,-1 0 0,0 1 0,1 1 0,-15 10 0,24-15 0,1 1 0,0-1 0,1 1 0,-1-1 0,1 1 0,-1 0 0,1 1 0,1-1 0,-5 8 0,1-1 0,2 0 0,-7 22 0,10-29 0,1-1 0,0 1 0,0 0 0,1-1 0,-1 1 0,1-1 0,-1 1 0,1-1 0,0 1 0,1-1 0,-1 1 0,1-1 0,-1 0 0,1 0 0,0 0 0,0 0 0,0 0 0,1 0 0,-1 0 0,1-1 0,4 5 0,7 2 0,-1-1 0,1 0 0,1-1 0,-1-1 0,1 0 0,0-1 0,0-1 0,1 0 0,-1-1 0,1 0 0,28 0 0,-5-3 0,-1-1 0,0-1 0,68-15 0,-82 12 0,0-2 0,0-1 0,-1 0 0,0-2 0,0-1 0,-2 0 0,1-2 0,25-20 0,-42 29 0,0-1 0,0 0 0,-1 0 0,0 0 0,0-1 0,4-6 0,0 0 0,-6 9 0,-1 0 0,1 0 0,-1 0 0,0-1 0,0 1 0,0 0 0,1-7 0,6-17 0,1-8 0,-1 1 0,-4 21 0,0 0 0,0 0 0,-2 0 0,0-1 0,0 1 0,-1-1 0,-1 0 0,0 1 0,-2-16 0,1 20 0,0-1 0,-1 1 0,0 0 0,-1 0 0,0-1 0,0 2 0,-1-1 0,0 0 0,-1 1 0,0 0 0,0 0 0,0 0 0,-12-11 0,16 17 0,0 1 0,-1 0 0,1-1 0,0 1 0,-1 0 0,1 0 0,-1 0 0,1 0 0,-1 1 0,0-1 0,1 0 0,-1 1 0,-3-2 0,3 3 0,-1-1 0,0 0 0,1 1 0,-1 0 0,1-1 0,-1 1 0,1 0 0,-5 3 0,3-1 0,0-1 0,0 1 0,0 0 0,1 0 0,0 0 0,0 0 0,-1 1 0,2-1 0,-1 1 0,0 0 0,1 0 0,0 0 0,0 0 0,0 0 0,0 1 0,1-1 0,-1 0 0,0 10 0,-2 5 0,2 0 0,0 1 0,2 19 0,8 100 0,1-5 0,-9-117 0,-1 0 0,0 1 0,-2-1 0,0 0 0,-6 22 0,3-16 0,3-12 0,0-1 0,0 0 0,-7 14 0,1-3-1883,7-17 984,1 0-1,-1 1 1,0-1 0,0-1-1,-1 1 1,1 0 0,-1 0 0,0-1-1,0 0 1,0 1 0,-6 4-1,0-4-7184,10-24-2528,-1 6 10843,1 1 0,1-1-1,5-16 1,-2 10 2016,15-31 1,-4 12 569,-15 36-2668,1-2 749,1 0-1,-1 0 1,-1-1 0,1 1 0,-1-1-1,0 1 1,0-1 0,0 1 0,-1-1-1,0 0 1,0 1 0,0-1 0,-1 0-1,0 1 1,-2-9 0,2 13-764,1-1-1,-1 0 1,1 0 0,-1 1 0,1-1 0,0 0 0,0 0-1,0 0 1,0 0 0,0 1 0,0-1 0,0 0 0,1 0-1,-1 0 1,1 1 0,-1-1 0,1 0 0,0 0 0,0 1-1,-1-1 1,1 1 0,0-1 0,1 1 0,-1-1 0,0 1-1,0-1 1,0 1 0,1 0 0,-1 0 0,1 0 0,-1 0-1,1 0 1,0 0 0,-1 0 0,1 0 0,2 0 0,5-2 390,0 0 1,-1 1-1,1 1 1,0-1-1,0 1 1,14 1-1,7 0-524,0 1 0,53 10 0,-71-9 0,-1 1 0,0 1 0,0-1 0,0 2 0,0-1 0,-1 2 0,0-1 0,0 1 0,0 1 0,12 11 0,-19-16 0,-1 0 0,0 1 0,1 0 0,-1-1 0,-1 1 0,1 0 0,0 0 0,-1 0 0,1 0 0,-1 0 0,0 1 0,0-1 0,0 0 0,0 1 0,-1-1 0,1 0 0,-1 1 0,0 4 0,-1-3 0,1 0 0,-1 0 0,0 0 0,-1 0 0,1 0 0,-1 0 0,0-1 0,0 1 0,-1-1 0,1 1 0,-1-1 0,-4 5 0,5-7-1,-35 40-243,34-38 142,-1 0 1,0-1-1,0 0 0,-1 1 1,1-2-1,-1 1 0,1 0 0,-8 2 1,-11 1-2292,0-4-3828,22-2 5934,1 0 0,-1 0 0,1 0 0,-1 0 0,1 0 1,-1 0-1,1 0 0,-1 0 0,0 0 0,1-1 0,-1 1 1,1 0-1,0 0 0,-1-1 0,1 1 0,-1 0 0,1 0 1,-1-1-1,1 1 0,0 0 0,-1-1 0,1 1 0,-1-1 1,1 1-1,0-1 0,0 1 0,-1-1 0,1 0-173,0-1 0,0 1 0,1 0 0,-1-1 0,0 1 0,1 0 0,-1-1 0,1 1 0,-1 0 0,1 0 0,-1 0-1,1 0 1,0-1 0,0 1 0,-1 0 0,3-1 0,10-10-2894,-3-3-80</inkml:trace>
</inkml:ink>
</file>

<file path=ppt/ink/ink2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5.972"/>
    </inkml:context>
    <inkml:brush xml:id="br0">
      <inkml:brushProperty name="width" value="0.035" units="cm"/>
      <inkml:brushProperty name="height" value="0.035" units="cm"/>
      <inkml:brushProperty name="color" value="#0066FF"/>
    </inkml:brush>
  </inkml:definitions>
  <inkml:trace contextRef="#ctx0" brushRef="#br0">119 75 1888,'3'-22'4898,"-2"20"-3791,0-1-1,-1 0 0,0 0 1,1 0-1,-1 0 0,0 0 1,-1-4-1,1 6-712,-1 0 1,1-1-1,-1 1 0,1 0 1,-1 0-1,0 0 0,1 0 1,-1 0-1,0 0 0,0 1 1,0-1-1,0 0 0,1 0 1,-1 0-1,0 1 1,0-1-1,-1 1 0,1-1 1,0 0-1,0 1 0,0 0 1,0-1-1,-2 1 0,-1-2-10,1 1-1,-1 0 0,0 0 0,-1 1 1,1-1-1,0 1 0,0 0 1,0 0-1,0 0 0,0 0 0,0 1 1,0 0-1,0 0 0,0 0 1,0 0-1,0 0 0,0 1 0,0 0 1,-5 4-1,8-6-385,0 0-1,0 1 1,0-1-1,0 0 1,0 1-1,1-1 1,-1 1 0,0-1-1,0 1 1,1 0-1,-1-1 1,0 1-1,1 0 1,-1 0-1,0-1 1,1 1 0,-1 0-1,1 0 1,0 0-1,-1 0 1,1 0-1,-1 0 1,1-1 0,0 1-1,0 0 1,0 0-1,0 0 1,0 0-1,0 0 1,0 0-1,0 0 1,0 0 0,0 0-1,0 0 1,0 0-1,1 0 1,-1 0-1,0 0 1,1 0 0,-1-1-1,1 1 1,-1 0-1,1 0 1,-1 0-1,1-1 1,0 1-1,-1 0 1,1 0 0,0-1-1,0 1 1,-1-1-1,1 1 1,0-1-1,0 1 1,0-1 0,0 1-1,1-1 1,11 12-3445,-12-10 2913,0-1 0,0 0 0,1 1 0,-1-1 0,1 0 0,-1 0 0,1 0 0,-1 0 0,1 0 0,0 0 0,3 1 1,2 0-2525,-1 1 1,1-1 0,-1 1 0,12 8 0,-2-5-2461</inkml:trace>
</inkml:ink>
</file>

<file path=ppt/ink/ink2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6.324"/>
    </inkml:context>
    <inkml:brush xml:id="br0">
      <inkml:brushProperty name="width" value="0.035" units="cm"/>
      <inkml:brushProperty name="height" value="0.035" units="cm"/>
      <inkml:brushProperty name="color" value="#0066FF"/>
    </inkml:brush>
  </inkml:definitions>
  <inkml:trace contextRef="#ctx0" brushRef="#br0">153 86 1808,'14'-12'6784,"-13"10"-6535,0 1 0,0 0-1,0 0 1,0 0 0,0 0 0,0 0 0,0 1 0,0-1 0,0 0 0,1 0-1,-1 1 1,0-1 0,1 0 0,-1 1 0,0 0 0,1-1 0,-1 1 0,1 0-1,-1 0 1,0-1 0,3 1 0,1 0 704,0 0-1,0-1 1,0 0-1,0-1 1,0 1 0,8-4 3535,-5-6 2352,-8-16-5184,0 26-1656,-1 1 0,0-1 0,1 0 0,-1 0 0,0 0 0,0 1 0,0-1 0,1 0 0,-1 1 0,0-1 0,0 1 0,0-1 0,0 1 0,0 0 0,0-1 0,0 1 0,0 0 0,0-1 0,0 1 0,0 0 0,0 0 0,-1 0 0,1 0 0,0 0 0,-2 1 0,-5-1 0,6 0 0,0 0 0,0 0 0,0 0 0,0 1 0,0-1 0,1 1 0,-1-1 0,0 1 0,0 0 0,0 0 0,1 0 0,-1 0 0,0 0 0,1 0 0,-1 0 0,1 0 0,-1 1 0,1-1 0,0 1 0,-1-1 0,1 1 0,0-1 0,0 1 0,0 0 0,0-1 0,1 1 0,-1 0 0,0 0 0,1 0 0,-1 3 0,-17 33 0,14-31 0,0 1 0,0-1 0,1 1 0,-4 14 0,-10 43 0,9-38 0,-4 32 0,-23 83 0,21-97 0,14-42 0,-1 1 0,1-1 0,-1 0 0,0 0 0,0 1 0,0-1 0,-1 0 0,1 0 0,-1 0 0,0 0 0,-3 4 0,4-5-109,-1 1 0,1-1 0,0 1 0,0-1 0,0 1 0,0-1 0,0 1-1,1 0 1,-1 0 0,1-1 0,-1 4 0,1-4-71,0 0 0,0 0 0,0-1-1,0 1 1,0 0 0,-1 0 0,1-1-1,-1 1 1,1 0 0,-1-1 0,0 1 0,0 0-1,0-1 1,0 1 0,0-1 0,0 1 0,0-1-1,0 0 1,-3 3 0,33-19-22190,-25 10 20337,5-1-618</inkml:trace>
</inkml:ink>
</file>

<file path=ppt/ink/ink2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6.544"/>
    </inkml:context>
    <inkml:brush xml:id="br0">
      <inkml:brushProperty name="width" value="0.035" units="cm"/>
      <inkml:brushProperty name="height" value="0.035" units="cm"/>
      <inkml:brushProperty name="color" value="#0066FF"/>
    </inkml:brush>
  </inkml:definitions>
  <inkml:trace contextRef="#ctx0" brushRef="#br0">1 211 920,'8'-111'15754,"-16"67"-4170,7 42-11390,1 0 1,0 0-1,0 1 1,0-1-1,1 0 0,-1 0 1,0 0-1,1 0 0,-1 1 1,1-1-1,0 0 1,-1 0-1,1 1 0,2-3 1,-1 2-50,0 0-1,0 1 1,0 0 0,0-1 0,0 1 0,0 0 0,1 0-1,-1 0 1,1 0 0,2 0 0,14-3-145,1 0 0,0 2 0,0 0 0,0 1 0,0 1 0,0 1 0,0 1 0,0 0 0,0 2 0,-1 0 0,35 13 0,-49-15 0,0 0 0,-1 1 0,1-1 0,-1 1 0,0 0 0,0 0 0,0 0 0,0 1 0,5 7 0,-7-10 0,-1 1 0,1 0 0,-1 0 0,0 0 0,1 0 0,-1 0 0,0 1 0,0-1 0,-1 0 0,1 0 0,0 1 0,-1-1 0,0 0 0,1 1 0,-1-1 0,0 0 0,0 1 0,0-1 0,0 1 0,-1-1 0,1 0 0,-2 4 0,0-1-77,-1 1 1,-1-1-1,1 0 0,-1-1 0,1 1 1,-1-1-1,-1 0 0,1 1 1,0-2-1,-1 1 0,0-1 1,0 1-1,-8 3 0,-2 0-461,0 0 0,0-1 0,-27 6 0,31-8-1251,-20 4-3719,31-8 5265,-1 0 0,1 0 1,-1 0-1,1 0 0,-1 0 1,1 1-1,-1-1 0,1 0 0,-1 0 1,0-1-1,1 1 0,-1 0 1,1 0-1,-1 0 0,1 0 1,-1 0-1,1 0 0,-1-1 1,1 1-1,-1 0 0,1-1 0,0 1 1,-1 0-1,1-1 0,-1 1 1,1 0-1,0-1 0,-1 1 1,1 0-1,0-1 0,-1 1 0,1-1 1,0 1-1,0-1 0,-1 1 1,1-1-1,0 1 0,0-1 1,0 1-1,0-1 0,0 1 1,0-2-1,7-8-7000,0 4 3422</inkml:trace>
</inkml:ink>
</file>

<file path=ppt/ink/ink2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6.936"/>
    </inkml:context>
    <inkml:brush xml:id="br0">
      <inkml:brushProperty name="width" value="0.035" units="cm"/>
      <inkml:brushProperty name="height" value="0.035" units="cm"/>
      <inkml:brushProperty name="color" value="#0066FF"/>
    </inkml:brush>
  </inkml:definitions>
  <inkml:trace contextRef="#ctx0" brushRef="#br0">52 28 1312,'4'-5'1642,"0"-4"4677,-4 9-6154,0 0 0,0 0-1,0-1 1,0 1 0,0 0-1,0 0 1,0-1 0,0 1 0,0 0-1,0 0 1,0-1 0,0 1 0,0 0-1,0 0 1,0 0 0,0-1 0,0 1-1,0 0 1,0 0 0,0-1-1,-1 1 1,1 0 0,0 0 0,0 0-1,0-1 1,0 1 0,0 0 0,-1 0-1,1 0 1,0 0 0,0-1 0,0 1-1,-1 0 1,1 0 0,-7-2 8302,4-1-6692,-2 2 3675,4 1-5380,0 0 0,0 0 0,0 0 0,0 0 1,0 0-1,0 0 0,0 0 0,0 0 1,0 0-1,0 0 0,1 0 0,-1 1 0,0-1 1,0 0-1,0 1 0,0-1 0,0 1 1,1-1-1,-1 1 0,0-1 0,0 1 0,1 0 1,-1-1-1,0 1 0,1 0 0,-1-1 1,1 1-1,-2 1 0,2 0-172,0 0 1,0 1-1,-1-1 0,1 0 1,-1 0-1,0 0 0,0 0 1,0 0-1,-1 3 0,0-3-124,1 1-1,0-1 0,0 0 1,0 1-1,0-1 0,0 1 1,1 0-1,-1-1 0,0 5 1,2-5-390,-1 0 0,1-1 0,-1 1 0,1-1 0,0 1 0,-1-1 0,1 1 0,0-1 0,0 0 0,0 0 0,0 1 0,0-1 0,0 0 0,0 0 0,1 0 0,-1 0 0,0 0 0,1 0 0,-1 0 0,1-1 0,-1 1 0,1 0 0,-1-1 0,3 1 0,41 12-6709,-43-13 7165,4 1-259,0 0 1,-1 0 0,1-1 0,0 0-1,7-1 1,-9 1 1010,-1 0 0,1-1 0,0 0 0,-1 0 0,1 0 0,-1-1 0,7-3 0,-9 5 755,0 0-888,0-1 1,0 2 0,0-1-1,0 0 1,0 0 0,0 0-1,0 0 1,0 0 0,0 1-1,0-1 1,-1 0 0,1 1-1,0-1 1,0 1 0,0-1-1,-1 1 1,1-1 0,1 2-1,23 28 10830,0-20-9978,12 3-49,38 9-1262,-32-13 0,-32-6 0,1 0 0,0-1 0,22 1 0,33-3-1102,-32-5-13230,-29 5 12164</inkml:trace>
</inkml:ink>
</file>

<file path=ppt/ink/ink2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7.250"/>
    </inkml:context>
    <inkml:brush xml:id="br0">
      <inkml:brushProperty name="width" value="0.035" units="cm"/>
      <inkml:brushProperty name="height" value="0.035" units="cm"/>
      <inkml:brushProperty name="color" value="#0066FF"/>
    </inkml:brush>
  </inkml:definitions>
  <inkml:trace contextRef="#ctx0" brushRef="#br0">388 21 2336,'-228'58'12090,"129"-24"-4394,85-28-4415,1 1-1,-17 10 1,30-16-3262,0-1-1,-1 0 1,1 0-1,0 1 1,0-1-1,-1 0 0,1 1 1,0-1-1,0 0 1,0 1-1,0-1 1,-1 0-1,1 1 1,0-1-1,0 0 1,0 1-1,0-1 1,0 0-1,0 1 1,0-1-1,0 0 1,0 1-1,0-1 0,0 1 1,0-1-1,0 0 1,0 1-1,0-1 1,0 0-1,0 1 1,1-1-1,-1 0 1,0 1-1,0-1 1,0 0-1,1 1 1,7 8 100,8-5-119,0 0 0,0-2 0,-1 1 0,1-2 0,19 0 0,81-10 0,-62 4 0,13-1 0,618-63 0,-592 57 0,87-14 0,-93 14-825,-54 8-231,-1-1 0,40-11 0,-39 6-8212,-50 5-2166,1 9 7235</inkml:trace>
</inkml:ink>
</file>

<file path=ppt/ink/ink2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7.440"/>
    </inkml:context>
    <inkml:brush xml:id="br0">
      <inkml:brushProperty name="width" value="0.035" units="cm"/>
      <inkml:brushProperty name="height" value="0.035" units="cm"/>
      <inkml:brushProperty name="color" value="#0066FF"/>
    </inkml:brush>
  </inkml:definitions>
  <inkml:trace contextRef="#ctx0" brushRef="#br0">181 124 952,'-18'4'2265,"-29"8"7130,-64 24 0,107-33-4350,6-1-3114,7 0-174,71-5-1079,84-13 0,82-24-76,-123 18-533,-33 6-2554,112-37-9637,-193 50 9844,-1 0-1,0-1 1,0 0-1,10-7 1,0 4-3410</inkml:trace>
</inkml:ink>
</file>

<file path=ppt/ink/ink2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8.670"/>
    </inkml:context>
    <inkml:brush xml:id="br0">
      <inkml:brushProperty name="width" value="0.035" units="cm"/>
      <inkml:brushProperty name="height" value="0.035" units="cm"/>
      <inkml:brushProperty name="color" value="#0066FF"/>
    </inkml:brush>
  </inkml:definitions>
  <inkml:trace contextRef="#ctx0" brushRef="#br0">206 11 1408,'-8'0'6022,"-9"0"8722,17 0-14426,-1 0-1,1 0 1,-1 0-1,1 0 0,0 0 1,-1 0-1,1 0 1,0 0-1,-1 0 0,1 0 1,0 0-1,-1 0 1,1 0-1,0-1 0,-1 1 1,1 0-1,0 0 0,0 0 1,-1-1 317,1 1-318,0 0 0,-1-1 1,1 1-1,0 0 1,0-1-1,0 1 0,-1 0 1,1-1-1,0 1 1,0 0-1,0-1 0,-2-4-198,-2 11-89,0 5-60,-21 43 30,14-29 0,-20 34 0,18-35 0,1 0 0,-16 43 0,5-9 0,19-45-54,0 1 0,0 1-1,2-1 1,-1 0 0,2 1 0,0-1-1,2 22 1,-1-34 11,3 24-3873,10 12-8720,-5-16 3794,-7-11 2834</inkml:trace>
</inkml:ink>
</file>

<file path=ppt/ink/ink2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8.968"/>
    </inkml:context>
    <inkml:brush xml:id="br0">
      <inkml:brushProperty name="width" value="0.035" units="cm"/>
      <inkml:brushProperty name="height" value="0.035" units="cm"/>
      <inkml:brushProperty name="color" value="#0066FF"/>
    </inkml:brush>
  </inkml:definitions>
  <inkml:trace contextRef="#ctx0" brushRef="#br0">240 103 1848,'-118'10'19669,"110"-9"-18377,0 0-1,0 0 1,0 1 0,0 0 0,0 0 0,-12 7 0,-8 1 915,11 0-2207,10-5 0,5 0 0,3-4 0,0 0 0,-1 0 0,1-1 0,-1 1 0,1 0 0,0-1 0,-1 1 0,1-1 0,0 1 0,0-1 0,0 1 0,-1-1 0,1 1 0,0-1 0,0 0 0,0 0 0,0 1 0,0-1 0,-1 0 0,3 0 0,-2 0 0,18 2 0,0 0 0,0-2 0,0 0 0,29-5 0,1 1 0,207-34-1667,-146 17 353,-73 13-2988,64-21 0,32-24-10021,-97 37 9304</inkml:trace>
</inkml:ink>
</file>

<file path=ppt/ink/ink2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39.335"/>
    </inkml:context>
    <inkml:brush xml:id="br0">
      <inkml:brushProperty name="width" value="0.035" units="cm"/>
      <inkml:brushProperty name="height" value="0.035" units="cm"/>
      <inkml:brushProperty name="color" value="#0066FF"/>
    </inkml:brush>
  </inkml:definitions>
  <inkml:trace contextRef="#ctx0" brushRef="#br0">36 75 1512,'0'0'127,"-4"-2"1038,1-1 1,-1 1-1,0 0 1,0 0-1,0 1 0,-6-3 1,10 4-1119,0 0 0,-1 0 0,1 0 0,0 0 0,0 0 0,0 0 0,0 0 0,0 0 0,0 0 1,0-1-1,0 1 0,0 0 0,0 0 0,-1 0 0,1 0 0,0 0 0,0 0 0,0 0 0,0 0 0,0 0 0,0-1 1,0 1-1,0 0 0,0 0 0,0 0 0,0 0 0,0 0 0,0 0 0,0 0 0,0-1 0,0 1 0,0 0 0,0 0 1,0 0-1,0 0 0,0 0 0,0 0 0,0 0 0,0 0 0,0-1 0,0 1 0,0 0 0,0 0 0,1 0 0,-1 0 1,0 0-1,0 0 0,0 0 0,0 0 0,0 0 0,0 0 0,0-1 0,0 1 0,0 0 0,0 0 0,1 0 0,-1 0 0,0 0 1,0 0-1,0 0 0,0 0 0,0 0 0,0 0 0,0 0 0,1 0 0,-1 0 0,6-5 564,31 1 214,-13 3-590,79-4 265,23-1-197,-5 1-310,-28-1-997,-62 4 58,-25 3 422,1-2 1,-1 1-1,1-1 1,-1 0 0,0 0-1,1-1 1,5-2 0,12-2-3904,-15 1 1437</inkml:trace>
</inkml:ink>
</file>

<file path=ppt/ink/ink2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41.636"/>
    </inkml:context>
    <inkml:brush xml:id="br0">
      <inkml:brushProperty name="width" value="0.035" units="cm"/>
      <inkml:brushProperty name="height" value="0.035" units="cm"/>
      <inkml:brushProperty name="color" value="#0066FF"/>
    </inkml:brush>
  </inkml:definitions>
  <inkml:trace contextRef="#ctx0" brushRef="#br0">266 6 1864,'-25'1'8171,"9"-1"1622,16 0-9660,0 0 0,0 0 0,0 0 0,0 0 0,1 0 0,-1 0 1,0 0-1,0 0 0,0 0 0,0 0 0,1 0 0,-1 0 0,0 0 0,0 0 0,0 0 0,0 0 0,0 0 0,0-1 0,1 1 0,-1 0 0,0 0 0,0 0 0,0 0 0,0 0 0,0 0 0,0 0 0,1 0 0,-1-1 0,0 1 0,0 0 1,0 0-1,0 0 0,0 0 0,0 0 0,0 0 0,0-1 0,0 1 0,0 0 0,0 0 0,0 0 0,0 0 0,0-1 0,0 1 0,0 0 0,0 0 0,0 0 0,0 0 0,0 0 0,0-1 0,0 1 0,0 0 0,0 0 0,0 0 0,0 0 0,0 0 1,-1-1-1,-5 1 5223,0 0-5286,5 0-722,-4 2 1060,4-2-401,1 0 1,0 1-1,-1-1 1,1 0-1,-1 1 1,1-1-1,-1 0 1,1 0-1,-1 1 1,1-1 0,-1 0-1,1 0 1,-1 0-1,1 0 1,-1 0-1,1 0 1,-1 0-1,1 0 1,-1 0-1,0 0 1,1 0-1,-1 0 1,0 0-8,0 0 0,0 0 0,0 0 0,0 0 0,1 0 0,-1 0 0,0 0 0,0 0 0,0 1 0,1-1 0,-1 0 0,0 1 0,0-1 0,1 0 0,-1 1 0,0-1 0,1 1 0,-1-1 0,0 1 0,1 0 0,-1-1 0,1 1 0,-1-1 0,0 2 0,-6 4 0,6-6 0,1 0 0,-1 0 0,1 1 0,-1-1 0,1 0 0,-1 0 0,1 1 0,0-1 0,-1 0 0,1 0 0,-1 1 0,1-1 0,0 1 0,-1-1 0,1 0 0,0 1 0,-1-1 0,1 1 0,0-1 0,-1 1 0,-9 10 0,8-10 0,1 0 0,-1 0 0,0 0 0,0 1 0,1-1 0,-1 0 0,1 1 0,-1 0 0,1-1 0,0 1 0,-1 0 0,1-1 0,0 1 0,0 0 0,0 0 0,1 0 0,-2 4 0,-17 30 0,16-32 0,0 0 0,1 0 0,0 0 0,-1 0 0,2 1 0,-1-1 0,0 1 0,1-1 0,0 1 0,0 0 0,-1 6 0,2 0 0,-2-1 0,1 1 0,-4 12 0,2-13 0,1-1 0,0 1 0,0 12 0,-6 65 0,6-58 0,-5 34 0,3-33 0,-1 36 0,5 72 0,0-134 0,-1-8 0,-30-28 0,29 30 0,1-1 0,0 1 0,0-1 0,-1 1 0,2-1 0,-1 0 0,0 1 0,1-1 0,-1 0 0,1-4 0,0 5 0,0 0 0,0 0 0,0 0 0,1 0 0,-1-1 0,1 1 0,-1 0 0,1 0 0,0 0 0,0 0 0,0 0 0,0 0 0,0 1 0,1-1 0,-1 0 0,3-2 0,-1 1 0,1 0 0,-1 0 0,1 1 0,0 0 0,0 0 0,0 0 0,0 0 0,4-1 0,11-2 0,0 0 0,0 2 0,22-2 0,-20 3 0,1 0 0,-1 2 0,39 3 0,6 0 0,7 2 0,18 1 0,-83-6 0,1-1 0,1-1 0,-10 2 0,0 0 0,0 0 0,1 0 0,-1 0 0,0 0 0,1 0 0,-1 0 0,0 0 0,0-1 0,1 1 0,-1 0 0,0 0 0,0 0 0,1 0 0,-1 0 0,0 0 0,0 0 0,1-1 0,-1 1 0,0 0 0,0 0 0,0 0 0,1 0 0,-1-1 0,0 1 0,0 0 0,0 0 0,0-1 0,0 1 0,1 0 0,-1 0 0,0-1 0,0 1 0,0 0 0,0 0 0,0-1 0,0 1 0,0 0 0,0 0 0,0-1 0,0 1 0,0-1 0,1-3 0,5 2 0,-4-2 0,-2-2 0,1 0 0,-1 3 0,-11-1 0,4 2 0,6 2-191,0-1 1,0 0-1,0 1 0,0-1 0,1 0 1,-1 1-1,0-1 0,1 0 0,-1 0 1,1 1-1,-1-1 0,1 0 1,-1 0-1,1 0 0,-1 0 0,1 0 1,0 0-1,0 0 0,-1 0 0,1 0 1,0 0-1,0 0 0,0 0 0,0 0 1,0 0-1,0 0 0,0 0 1,1 0-1,-1-1 0,1-1-544,-1 1 0,1-1 0,-1 1 0,1-1 0,0 1 0,0-1 0,0 1 0,0 0 0,3-4 0,27-19-10744,-28 19 7048</inkml:trace>
</inkml:ink>
</file>

<file path=ppt/ink/ink2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6:55:43.272"/>
    </inkml:context>
    <inkml:brush xml:id="br0">
      <inkml:brushProperty name="width" value="0.035" units="cm"/>
      <inkml:brushProperty name="height" value="0.035" units="cm"/>
      <inkml:brushProperty name="color" value="#0066FF"/>
    </inkml:brush>
  </inkml:definitions>
  <inkml:trace contextRef="#ctx0" brushRef="#br0">424 56 1896,'5'0'1760,"1"-1"0,0 0-1,-1 0 1,0 0 0,1-1-1,-1 0 1,0 0-1,10-5 1,-14 7-1454,-1-1-1,0 0 1,1 1-1,-1-1 1,0 1-1,0-1 1,0 1-1,0-1 1,1 0-1,-1 1 1,0-1-1,0 0 1,0 1 0,0-1-1,0 1 1,0-1-1,0 0 1,-1 1-1,1-1 1,0 1-1,0-1 1,0 0-1,-1 1 1,1-1-1,0 1 1,-1-1-1,1 1 1,0-1-1,-1 1 1,1-1-1,-1 1 1,1-1 0,0 1-1,-1 0 1,1-1-1,-1 1 1,1 0-1,-1-1 1,0 1-1,0 0 1,-7-3 478,5 2-538,-1 0 0,1 0 1,-1 0-1,1-1 0,-1 0 0,-2-2 0,5 4-246,1 0 0,-1-1 0,1 1 0,-1 0 0,1 0 0,-1-1 0,1 1 0,-1 0 0,1 0 0,-1 0 0,0-1 0,1 1 0,-1 0 0,1 0 0,-1 0 0,1 0 0,-1 0 0,1 0 0,-1 0 0,0 1 0,1-1 0,-1 0 0,1 0 0,-1 0 0,1 0 0,-2 1 0,2-1 0,-23 2 0,0 0 0,0 1 0,1 1 0,-1 1 0,1 1 0,0 1 0,1 0 0,-30 16 0,43-19 0,0 1 0,1 0 0,-1 0 0,1 0 0,0 1 0,-7 7 0,11-10 0,0 1 0,0-1 0,1 0 0,0 1 0,0-1 0,0 1 0,0-1 0,0 1 0,1 0 0,-1 0 0,1 0 0,0 0 0,0 0 0,1 0 0,-1 5 0,1-6 0,1-1 0,-1 1 0,1-1 0,0 1 0,0-1 0,0 1 0,0-1 0,0 0 0,0 0 0,0 1 0,1-1 0,-1 0 0,1 0 0,0 0 0,0-1 0,-1 1 0,1 0 0,0-1 0,3 2 0,3 3 0,0-2 0,0 1 0,0-1 0,11 4 0,156 42 0,-44-15 0,-116-29 0,0 0 0,0 0 0,-1 1 0,0 1 0,-1 0 0,0 1 0,17 15 0,-29-24 0,0 1 0,0 0 0,-1 0 0,1 0 0,0-1 0,0 1 0,-1 0 0,1 0 0,0 0 0,-1 1 0,1-1 0,-1 0 0,1 0 0,-1 0 0,0 0 0,1 0 0,-1 1 0,0-1 0,0 0 0,0 0 0,0 0 0,0 1 0,0-1 0,0 0 0,-1 2 0,0-1 0,0 0 0,0 0 0,0 0 0,0 0 0,-1 0 0,1 0 0,-1-1 0,1 1 0,-1 0 0,0-1 0,1 1 0,-4 1 0,-5 3 0,-1 0 0,0 0 0,-20 6 0,29-11 0,-15 4 0,0 0 0,-1-2 0,1 0 0,-1-1 0,-18 0 0,4 0 0,-21 0 0,0-2 0,0-3 0,1-1 0,-60-14 0,107 17-199,0-1 0,0 0 0,0 0 1,0 0-1,1-1 0,-6-3 0,-14-7-1790,24 13 1911,0 0 0,0 0 1,0 0-1,0 0 0,-1 0 0,1 0 0,0 0 0,0 0 0,0 0 0,0 0 0,0 0 0,-1 0 0,1 0 1,0 0-1,0 0 0,0 0 0,0 0 0,0 0 0,0 0 0,-1 0 0,1-1 0,0 1 0,0 0 0,0 0 1,0 0-1,0 0 0,0 0 0,0 0 0,0 0 0,-1-1 0,1 1 0,0 0 0,0 0 0,0 0 1,0 0-1,0 0 0,0 0 0,0-1 0,0 1 0,0 0 0,0 0 0,0 0 0,0 0 0,0 0 0,0-1 1,0 1-1,0 0 0,0 0 0,0 0 0,0 0 0,0 0 0,0-1 0,0 1 0,1 0 0,-1 0 0,0 0 1,0 0-1,0 0 0,0 0 0,0-1 0,0 1 0,14-7-4685,17-1-1182,6-2-1530,-13 4 3519</inkml:trace>
</inkml:ink>
</file>

<file path=ppt/ink/ink2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08.174"/>
    </inkml:context>
    <inkml:brush xml:id="br0">
      <inkml:brushProperty name="width" value="0.035" units="cm"/>
      <inkml:brushProperty name="height" value="0.035" units="cm"/>
      <inkml:brushProperty name="color" value="#0066FF"/>
    </inkml:brush>
  </inkml:definitions>
  <inkml:trace contextRef="#ctx0" brushRef="#br0">643 263 960,'-52'9'7122,"11"-2"-4530,3-1-861,31-5-1426,0-1-1,0 1 1,1 1-1,-1 0 1,-6 2-1,5-1 486,0 0-1,0 0 0,-1-1 1,1 0-1,0-1 0,-12 1 1,8 1 290,11-3-920,0 1 1,0-1-1,0 1 0,0-1 1,-1 0-1,1 1 1,0-1-1,0 0 0,0 0 1,0 0-1,-1 0 1,1 0-1,0 0 0,0 0 1,0 0-1,0-1 1,-2 0-1,-27-12 1942,25 12-1876,0-1 0,0 0-1,0 0 1,0-1 0,0 0-1,0 0 1,0 0 0,1 0 0,0-1-1,-5-4 1,6 4-142,0 0 1,0-1-1,0 1 0,1-1 1,0 1-1,0-1 0,0 0 1,0 0-1,1 0 0,0 0 1,0 0-1,0 0 0,1-1 1,-1 1-1,1 0 0,1 0 1,-1 0-1,1-1 0,0 1 0,0 0 1,3-10-1,-3 12-57,0 0 0,0 0 0,0 0 0,0-1 0,1 1 0,-1 0 0,1 0 0,0 1 0,0-1 0,0 0 0,0 1 0,0-1 0,4-2 0,8-14 139,-11 16-131,-1-1 0,1 1 0,0 0 0,0-1 0,5-3 0,2-1 38,1 0 1,1 0-1,0 1 1,0 1-1,0 0 1,24-8-1,-29 12-68,-1 1-1,1-1 1,0 1-1,0 1 1,0-1-1,-1 1 1,1 1-1,0-1 1,0 1-1,0 0 1,-1 0-1,1 1 1,0 0-1,-1 0 1,9 5-1,2 1 1,-1 1-1,18 12 0,-30-17 7,1-1 0,-1 1-1,0 0 1,0-1 0,-1 2-1,1-1 1,-1 0 0,0 1 0,0 0-1,0 0 1,3 8 0,-3-4 6,0 0 1,-1 0-1,1 0 1,-2 1-1,1-1 1,-1 0-1,-1 1 1,0-1-1,0 1 1,-1-1-1,0 1 1,-1-1-1,0 0 1,0 0-1,-7 17 1,1-9-5,0 0 0,-1 0 0,-1-1 0,-1 0 0,-17 20 0,-72 67 94,69-73-72,5-4-3,-1-2 0,-56 38 0,42-33-7,-11 6 2,14-12 0,29-16-12,-1-1-1,-1 0 1,1-1-1,-16 6 1,7-5 8,10-2 33,-1-1-1,1-1 0,-1 1 0,0-1 0,-16 0 1,26-2-56,-1 1 1,1-1 0,-1 0-1,0 0 1,1 0 0,-1 0-1,0 0 1,1 0 0,-1 0-1,0 0 1,1 0 0,-1-1-1,0 1 1,1 0 0,-1 0-1,0 0 1,1-1 0,-1 1-1,1 0 1,-1-1 0,0 1-1,1-1 1,-1 1 0,1-1-1,0 1 1,-1-1 0,1 1-1,-1-1 1,1 1 0,0-1-1,-1 0 1,6-19-5,-3 14 4,0 2 0,0-1 0,0 0 0,0 1 0,1 0 0,0-1 0,0 1 0,0 0 0,0 0 0,1 1 0,5-5 0,10-7 0,1 2 0,1 0 0,0 2 0,1 0 0,0 1 0,1 1 0,28-7 0,-15 8 0,0 1 0,1 2 0,0 1 0,37 2 0,-22 3 0,0 2 0,0 3 0,-1 2 0,0 2 0,59 20 0,-97-26-455,0 0-1,0 1 1,-1 0-1,0 1 1,0 0-1,-1 1 1,0 1-1,0-1 1,0 2-1,16 16 1,-14-6-5489,-10-12 1309,-2 5-9054</inkml:trace>
</inkml:ink>
</file>

<file path=ppt/ink/ink2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09.057"/>
    </inkml:context>
    <inkml:brush xml:id="br0">
      <inkml:brushProperty name="width" value="0.035" units="cm"/>
      <inkml:brushProperty name="height" value="0.035" units="cm"/>
      <inkml:brushProperty name="color" value="#0066FF"/>
    </inkml:brush>
  </inkml:definitions>
  <inkml:trace contextRef="#ctx0" brushRef="#br0">43 103 1008,'0'-74'19626,"-28"57"-7528,24 17-12063,10-1-35,-2 0 0,1-1 0,-7 3 0,-4 3 0,4 2 0,3-3 0,-1 1 0,-1-1 0,1 0 0,0 0 0,-1 0 0,0 0 0,0 0 0,0 0 0,0 0 0,-3 5 0,-2 5 0,6-12 0,0 1 0,0 0 0,0-1 0,0 1 0,0 0 0,0-1 0,0 1 0,1 0 0,-1 0 0,1-1 0,-1 1 0,1-1 0,-1 1 0,1-1 0,0 1 0,1 2 0,0-2 0,-1 0 0,0 0 0,0 0 0,0 1 0,0-1 0,-1 0 0,1 1 0,0 2 0,0 1 0,0-1 0,0 1 0,0-1 0,1 0 0,0 1 0,0-1 0,1 0 0,4 8 0,-3-6 0,0 2 0,9 10 0,-12-18 0,0-1 0,-1 1 0,1 0 0,0-1 0,0 1 0,0-1 0,-1 1 0,1-1 0,0 1 0,0-1 0,0 0 0,0 0 0,0 1 0,0-1 0,0 0 0,0 0 0,0 0 0,0 0 0,0 0 0,0 0 0,0 0 0,0 0 0,-1 0 0,3-1 0,0 0 0,3 1 0,0-1 0,-1 0 0,1-1 0,-1 1 0,1-1 0,8-4 0,7-2 0,12-10 0,-8 4 0,-22 13 0,0 0 0,-1 0 0,1-1 0,-1 1 0,0-1 0,1 1 0,-1-1 0,0 0 0,0 0 0,0 1 0,0-2 0,0 1 0,0 0 0,-1 0 0,4-5 0,-4 2 0,1 0 0,-1 0 0,0 1 0,0-1 0,-1 0 0,1 0 0,-1-9 0,-2 10 0,-1-1 0,1 0 0,0 0 0,-1 1 0,0-1 0,0 1 0,-1 0 0,1 0 0,-7-5 0,6 5 0,-1 0 0,1 1 0,-1 0 0,0 0 0,0 0 0,-1 1 0,1-1 0,0 1 0,-1 1 0,0-1 0,-10-1 0,-8 1 0,-43 0 0,51 2 0,7 0 0,0 0 0,2 0-84,6 0-447</inkml:trace>
</inkml:ink>
</file>

<file path=ppt/ink/ink2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09.511"/>
    </inkml:context>
    <inkml:brush xml:id="br0">
      <inkml:brushProperty name="width" value="0.035" units="cm"/>
      <inkml:brushProperty name="height" value="0.035" units="cm"/>
      <inkml:brushProperty name="color" value="#0066FF"/>
    </inkml:brush>
  </inkml:definitions>
  <inkml:trace contextRef="#ctx0" brushRef="#br0">0 9 1368,'12'-4'4676,"-2"0"-1819,-10 4-2639,0 0-1,0 0 0,1 0 0,-1 0 0,0 0 1,0 0-1,0 1 0,1-1 0,-1 0 0,0 0 1,0 0-1,0 0 0,1 0 0,-1 1 0,0-1 0,0 0 1,0 0-1,0 0 0,1 1 0,-1-1 0,0 0 1,0 0-1,0 1 0,0-1 0,0 0 0,0 4 5309,-1-3-5281,0-1 1,0 1 0,0-1 0,0 1 0,0-1-1,0 1 1,0-1 0,0 1 0,1 0-1,-1 0 1,0-1 0,0 1 0,1 0 0,-1 0-1,0 0 1,1 0 0,-1 0 0,1 0 0,-1 0-1,1 0 1,0 0 0,-1 0 0,1 0-1,0 0 1,0 0 0,0 0 0,0 0 0,0 0-1,0 2 1,-1 4 85,1 0-1,1 0 1,-1 0-1,1 0 1,1 0-1,2 10 1,-3-10-216,1-1 1,-1 1-1,-1 0 0,0-1 1,1 1-1,-2 0 0,0 7 1,-1 12 84,2-25-191,0 11 9,0 0 0,1 0-1,0 0 1,1 0 0,4 18 0,-2-18 13,-2-5-24,0-1 0,0 1 0,0 0 0,1 0 0,7 10 0,-4-5-118,-6-11 50,1 0 0,-1 0 1,1 0-1,0 0 0,-1 1 1,1-1-1,0 0 0,-1 0 1,1 0-1,0-1 0,0 1 1,2 2-1,-3-3-7,1 0 0,-1 0-1,1 1 1,-1-1 0,1 1 0,-1-1-1,1 0 1,-1 1 0,1-1 0,-1 1-1,0-1 1,1 1 0,-1-1 0,0 1-1,1-1 1,-1 1 0,0 0 0,0-1-1,1 1 1,-1-1 0,0 2 0,0 5-2961,0-5 1741,-25-22-17983,16 14 15027</inkml:trace>
</inkml:ink>
</file>

<file path=ppt/ink/ink2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16.847"/>
    </inkml:context>
    <inkml:brush xml:id="br0">
      <inkml:brushProperty name="width" value="0.035" units="cm"/>
      <inkml:brushProperty name="height" value="0.035" units="cm"/>
      <inkml:brushProperty name="color" value="#0066FF"/>
    </inkml:brush>
  </inkml:definitions>
  <inkml:trace contextRef="#ctx0" brushRef="#br0">274 33 1752,'0'0'179,"1"0"0,-1 0-1,0 0 1,1 0 0,-1 0 0,0 0-1,1 0 1,-1 0 0,1 0-1,-1 0 1,0 0 0,0 0-1,1 0 1,-1-1 0,0 1-1,1 0 1,-1 0 0,0 0 0,1-1-1,-1 1 1,0 0 0,0 0-1,1 0 1,-1-1 0,0 1-1,0 0 1,0-1 0,1 1 0,-1 0-1,0 0 1,0-1 0,0 1-1,0 0 1,0-1 0,0 1-1,0 0 1,0-1 0,1 1-1,-2-9 10908,0 9-10783,1 1-1,0-1 1,0 0 0,0 1-1,-1-1 1,1 0 0,0 1-1,-1-1 1,1 0 0,0 1-1,-1-1 1,1 0 0,0 0-1,-1 0 1,1 1 0,-1-1-1,1 0 1,0 0 0,-1 0 0,1 0-1,-1 0 1,1 0 0,0 0-1,-1 0 1,1 0 0,-1 0-1,-1 0-103,2 0-109,0 0 0,0 1-1,-1-1 1,1 0 0,0 0 0,0 0-1,0 0 1,-1 0 0,1 0 0,0-1 0,0 1-1,0 0 1,-1 0 0,1 0 0,0 0-1,0 0 1,0 0 0,-1 0 0,1 0 0,0 0-1,0 0 1,0-1 0,0 1 0,0 0 0,-1 0-1,1 0 1,0 0 0,0 0 0,0-1-1,0 1 1,0 0 0,0 0 0,0 0 0,-1-1-1,1 1 1,0 0 0,0 0 0,0 0-1,0-1 1,0 1 0,0 0 0,0 0 0,0 0-1,0-1 1,0 1 0,0 0 0,0 0-1,0 0 1,1-1 0,-20-13 10,12 13-100,-5 1 0,9 2 0,-16 6 0,-3-5 0,20-3 0,-1 1 0,0-1 0,0 1 0,0-1 0,0 1 0,1 0 0,-1 0 0,-5 2 0,-12 8 0,17-10 0,0 0 0,0 1 0,0-1 0,0 1 0,0-1 0,1 1 0,-1 0 0,0 0 0,1 0 0,0 1 0,0-1 0,-1 1 0,1-1 0,-2 5 0,-6 9 0,-6 14 0,14-24 0,1 1 0,-1-1 0,1 0 0,1 0 0,-1 1 0,1-1 0,0 0 0,0 0 0,1 1 0,0-1 0,0 0 0,3 10 0,5 38 0,-7-49 0,0 1 0,0-1 0,1 0 0,0 0 0,0 0 0,0 0 0,0-1 0,1 1 0,0-1 0,0 0 0,0 0 0,0 0 0,9 5 0,3-1 0,-10-5 0,-1-1 0,1 0 0,0 1 0,0-2 0,7 3 0,7-2 0,0-1 0,0-1 0,0-1 0,-1 0 0,1-2 0,0 0 0,-1-1 0,0-1 0,34-13 0,-45 14 0,0 0 0,0-1 0,0 0 0,-1 0 0,0 0 0,0-1 0,0 0 0,-1 0 0,7-8 0,-7 4 0,-1-1 0,1 1 0,-2-1 0,8-21 0,-12 28 0,0 0 0,0 0 0,0-1 0,0 1 0,-1 0 0,1 0 0,-1 0 0,0 0 0,0 1 0,-1-1 0,1 0 0,-1 0 0,0 1 0,0-1 0,0 1 0,-3-4 0,-1-5 0,4 10 0,1 0 0,-1 0 0,0 0 0,0 0 0,0 0 0,0 0 0,0 1 0,0-1 0,-1 1 0,1-1 0,-1 1 0,1 0 0,-1 0 0,1 0 0,-1 0 0,-3 0 0,-49-8 0,40 7 0,-1 1 2,0 1 0,0 1 0,1 0 0,-21 5 1,-18 1-75,-6 1-1559,36-4-1787,-38 1 0,16-1-3392,14 2-5743,16-5 7925</inkml:trace>
</inkml:ink>
</file>

<file path=ppt/ink/ink2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17.496"/>
    </inkml:context>
    <inkml:brush xml:id="br0">
      <inkml:brushProperty name="width" value="0.035" units="cm"/>
      <inkml:brushProperty name="height" value="0.035" units="cm"/>
      <inkml:brushProperty name="color" value="#0066FF"/>
    </inkml:brush>
  </inkml:definitions>
  <inkml:trace contextRef="#ctx0" brushRef="#br0">9 187 1472,'-8'12'27399,"22"-10"-24165,23 0-2693,47-6-477,144-25 1,-95 8-73,297-48 8,-63 16 0,-240 31-1011,-117 20 488,-7 2 215,-1-1 1,1 1-1,0 0 0,0-1 1,-1 1-1,1 1 0,0-1 1,-1 0-1,1 1 0,4 1 1,5-1-3241,-67-7-14194,38 6 13816</inkml:trace>
</inkml:ink>
</file>

<file path=ppt/ink/ink2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17.873"/>
    </inkml:context>
    <inkml:brush xml:id="br0">
      <inkml:brushProperty name="width" value="0.035" units="cm"/>
      <inkml:brushProperty name="height" value="0.035" units="cm"/>
      <inkml:brushProperty name="color" value="#0066FF"/>
    </inkml:brush>
  </inkml:definitions>
  <inkml:trace contextRef="#ctx0" brushRef="#br0">283 150 824,'-239'75'24927,"233"-73"-24113,1-1 94,0 0-1,0 1 1,0 0 0,1 0-1,-9 4 1,14-4-886,-1-1 0,1 0-1,0 1 1,0-1 0,0 0 0,0 0 0,0 0 0,0 0 0,0 0 0,0 0 0,1 0-1,-1 0 1,0 0 0,1 0 0,-1-1 0,0 1 0,1-1 0,-1 1 0,1-1-1,-1 1 1,1-1 0,-1 0 0,3 1 0,42 5 209,3-3-231,-28-2 0,30-1 0,202-30 0,-78 7 0,250-45 0,-303 46 0,269-53 0,-382 73 0,-3 1 0,0 0 0,1 0 0,-1 0 0,0-1 0,0 0 0,0 0 0,-1-1 0,1 0 0,9-6 0,-9 4-2111,-13 10-6523,6-6 8433,1 1 0,0 0 0,-1 0 0,1 0 0,0 0 0,-1 0 0,1 0 0,0 0 0,-1 0 0,1-1 0,0 1 0,-1 0 0,1 0 0,0 0 0,0-1 0,-1 1 0,1 0 0,0 0 0,0-1 0,-1 1 0,1 0 0,0 0 0,0-1 0,-2-1-692,2 2 469,-1-1 0,1 0 1,-1 1-1,1-1 0,-1 0 0,1 1 0,-1-1 0,1 0 0,0 1 0,-1-1 1,1 0-1,0 0 0,0 0 0,0 1 0,0-1 0,-1-1 0,1-5-4146</inkml:trace>
</inkml:ink>
</file>

<file path=ppt/ink/ink2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33.061"/>
    </inkml:context>
    <inkml:brush xml:id="br0">
      <inkml:brushProperty name="width" value="0.035" units="cm"/>
      <inkml:brushProperty name="height" value="0.035" units="cm"/>
      <inkml:brushProperty name="color" value="#0066FF"/>
    </inkml:brush>
  </inkml:definitions>
  <inkml:trace contextRef="#ctx0" brushRef="#br0">289 171 1304,'-51'0'11319,"12"1"-4707,-42 8 1,55-8-3886,-8 3 527,0 1-2316,15 1-938,15-6 0,10 0 0,120 0 0,1-6 0,199-36 0,-314 39 0,-1 0 0,1-1 0,-1 0 0,0-1 0,0-1 0,18-11 0,-28 16 0,-1 1 0,1 0 0,-1 0 0,1-1 0,-1 1 0,0 0 0,1 0 0,-1-1 0,1 1 0,-1-1 0,1 1 0,-1 0 0,0-1 0,1 1 0,-1-1 0,0 1 0,0-1 0,1 1 0,-1-1 0,0 1 0,0-1 0,0 1 0,0-1 0,1 1 0,-1-1 0,0 1 0,0-1 0,0 1 0,0-1 0,0 1 0,0-1 0,0 0 0,-1 1 0,1-1 0,0 1 0,0-1 0,0 1 0,0-1 0,-1 1 0,1-1 0,0 1 0,0-1 0,-1 1 0,0-1 0,-19-14 0,18 13 0,-10-5 0,0 0 0,0 0 0,0 2 0,-17-6 0,-48-12 0,71 19 0,13-1 0,-1 5 0,0 0 0,0 0 0,-1 1 0,1-1 0,0 1 0,8 3 0,14 1 0,-12-3 0,0 1 0,-1 1 0,1 0 0,-1 1 0,0 0 0,26 15 0,-39-19 2,0 0 0,0 1 0,0-1 0,0 1-1,0 0 1,-1-1 0,1 1 0,0 0 0,-1 0 0,0 0 0,1 0 0,-1 0-1,0 0 1,0 1 0,0-1 0,-1 0 0,1 0 0,0 1 0,-1-1 0,0 0-1,1 1 1,-1-1 0,0 1 0,0-1 0,0 0 0,-1 1 0,1-1 0,0 1-1,-1-1 1,0 0 0,1 0 0,-3 3 0,1 0-30,0 0 0,0-1 0,-1 1-1,1-1 1,-1 0 0,0 0 0,-1 0 0,1-1 0,-1 1 0,0-1-1,1 1 1,-1-1 0,-1 0 0,-5 3 0,5-4-933,0 0 0,1 0 1,-1-1-1,0 1 0,0-1 0,-6 0 0,8-1-2199,3-1 782,0-7-4790,0 7 6835,0 1 1,0-1-1,0 1 1,1-1-1,-1 0 0,0 1 1,0-1-1,1 1 1,-1-1-1,0 0 0,1 1 1,-1-1-1,0 1 1,1-1-1,-1 1 0,1 0 1,-1-1-1,1 1 1,-1-1-1,1 1 0,-1 0 1,1-1-1,8-4-4376</inkml:trace>
</inkml:ink>
</file>

<file path=ppt/ink/ink2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25.056"/>
    </inkml:context>
    <inkml:brush xml:id="br0">
      <inkml:brushProperty name="width" value="0.035" units="cm"/>
      <inkml:brushProperty name="height" value="0.035" units="cm"/>
      <inkml:brushProperty name="color" value="#0066FF"/>
    </inkml:brush>
  </inkml:definitions>
  <inkml:trace contextRef="#ctx0" brushRef="#br0">8 247 1336,'1'-1'4941,"15"-5"7651,-16 6-12460,0 0 0,-1 0 0,1-1 0,0 1 0,0 0 0,0 0-1,0-1 1,0 1 0,0 0 0,-1 0 0,1 0 0,0-1 0,0 1-1,0 0 1,-1 0 0,1 0 0,0-1 0,0 1 0,0 0 0,-1 0 0,1 0-1,0 0 1,0 0 0,-1 0 0,1 0 0,0 0 0,0-1 0,-1 1-1,1 0 1,0 0 0,-1 0 0,1 0 0,0 0 0,0 0 0,-1 1 0,1-1-1,0 0 1,0 0 0,-1 0 0,1 0 4,0 0 0,-1 0 0,1 0-1,0 0 1,0 0 0,-1 0 0,1 0 0,0 0 0,-1 0 0,1 0-1,0 0 1,0 0 0,-1 0 0,1 0 0,0 0 0,0 0 0,-1 0-1,1 0 1,0 0 0,0 0 0,-1 0 0,1-1 0,0 1 0,0 0-1,0 0 1,-1 0 0,1 0 0,0-1 0,0 1 0,0 0 0,-1 0-1,1 0 1,0-1 0,0 1 0,0 0 0,0 0 0,0-1 0,0 1-1,0-1 1,7-4 1868,-7 5-1977,0 0 0,0-1 0,0 1-1,1 0 1,-1 0 0,0 0 0,0-1 0,0 1 0,0 0 0,1 0 0,-1 0 0,0-1 0,0 1 0,0 0 0,0 0 0,0-1 0,0 1 0,0 0 0,0-1-1,0 1 1,0 0 0,0 0 0,0-1 0,0 1 0,0 0 0,0 0 0,0-1 0,0 1 0,0 0 0,0-1 0,0 1 0,0 0 0,0 0 0,0-1 0,-1 1-1,1 0 1,0 0 0,0 0 0,0-1 0,0 1 0,-1 0 0,1 0 0,0-1 0,-7 1-27,-1 0 0,8 1 0,1-1 0,-1 0 0,0 0 0,0 1 0,0-1 0,0 0 0,0 0 0,0 1 0,1-1 0,-1 0 0,0 0 0,0 0 0,0 1 0,1-1 0,-1 0 0,0 0 0,0 0 0,1 0 0,-1 1 0,0-1 0,0 0 0,1 0 0,-1 0 0,0 0 0,0 0 0,1 0 0,-1 0 0,0 0 0,1 0 0,-1 0 0,0 0 0,0 0 0,1 0 0,-1 0 0,1 0 0,-1 0 0,221-13 0,-101 4 0,-34 0 0,-1-4 0,105-29 0,-140 26 0,-47 15 0,1-1 0,-1 1 0,0-1 0,1 0 0,-1 0 0,0 0 0,0 0 0,0-1 0,-1 1 0,1-1 0,-1 0 0,3-3 0,-4 5 0,-1 0 0,1 0 0,-1 0 0,1 0 0,-1 0 0,0 0 0,0 0 0,1 0 0,-1 0 0,0 0 0,0 0 0,0 0 0,0 0 0,0 0 0,0 0 0,-1 0 0,1 0 0,0 0 0,0 0 0,-1 0 0,1 0 0,0 0 0,-1 0 0,1 0 0,-1 1 0,0-1 0,1 0 0,-1 0 0,0-1 0,-3-1 0,0 0 0,1 0 0,-1 1 0,0-1 0,-5-2 0,-1 0 0,2 1 0,0 2 0,0-1 0,0 1 0,0 0 0,0 1 0,-15-1 0,10 1 0,-20-3 0,17 3 0,0-1 0,-23-6 0,14 8 0,50 2 0,-1 2 0,1 1 0,-1 0 0,41 17 0,-55-19 0,0 1 0,0 1 0,-1-1 0,1 2 0,-1-1 0,0 1 0,-1 0 0,0 1 0,0 0 0,12 14 0,-12-13 0,-7-6 0,1-1 0,-1 1 0,1-1 0,-1 1 0,0 0 0,0-1 0,0 1 0,0 0 0,0 0 0,0 0 0,0 0 0,-1 0 0,1 0 0,0 0 0,-1 0 0,1 4 0,-1 4 0,0-7 0,1-1 0,-1 0 0,0 0 0,0 0 0,0 0 0,0 0 0,0 0 0,0 0 0,-1 1 0,1-1 0,-1 0 0,0 0 0,1 0 0,-1 0 0,0 0 0,0-1 0,0 1 0,0 0 0,-2 2 0,-16 13 0,13-11 0,-1 0 0,0 0 0,1-1 0,-2 0 0,1 0 0,-1-1 0,0 0 0,1 0 0,-13 4 0,-5-1-2033,13-4-465,1 0-1,-1 0 0,0-1 1,-16 1-1,20-7-6121</inkml:trace>
</inkml:ink>
</file>

<file path=ppt/ink/ink2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25.435"/>
    </inkml:context>
    <inkml:brush xml:id="br0">
      <inkml:brushProperty name="width" value="0.035" units="cm"/>
      <inkml:brushProperty name="height" value="0.035" units="cm"/>
      <inkml:brushProperty name="color" value="#0066FF"/>
    </inkml:brush>
  </inkml:definitions>
  <inkml:trace contextRef="#ctx0" brushRef="#br0">25 26 2857,'0'-1'960,"0"0"1,0 1 0,0-1 0,-1 0 0,1 0 0,0 0 0,-6-8 9608,5 8-9608,-12-7 8633,10 6-7634,30 19-1898,43 35 1,-61-44-66,0 1 0,-1 0 0,0 0-1,0 1 1,-1 0 0,0 0 0,10 21 0,-9-13 3,-1 1 0,-1 1 0,0-1 0,2 22 0,-4-25-88,1-1 0,0 0-1,1-1 1,0 1 0,1-1 0,10 15 0,-14-25-1079,0 0 0,0-1 0,0 1 0,0-1 0,1 0 0,0 0 0,-1 0 0,9 5 0,17 6-10304,-19-9 5720</inkml:trace>
</inkml:ink>
</file>

<file path=ppt/ink/ink2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25.843"/>
    </inkml:context>
    <inkml:brush xml:id="br0">
      <inkml:brushProperty name="width" value="0.035" units="cm"/>
      <inkml:brushProperty name="height" value="0.035" units="cm"/>
      <inkml:brushProperty name="color" value="#0066FF"/>
    </inkml:brush>
  </inkml:definitions>
  <inkml:trace contextRef="#ctx0" brushRef="#br0">119 26 3913,'-2'-2'1252,"0"0"0,0 0-1,0 0 1,0 0 0,0 1 0,-1-1 0,1 1 0,0-1-1,-1 1 1,-3-1 0,-7-5 4333,12 7-5333,1 0 1,-1 0 0,0 0-1,1 0 1,-1 0-1,0 0 1,1 0 0,-1 0-1,1 1 1,-1-1 0,0 0-1,1 0 1,-1 0 0,1 1-1,-1-1 1,1 0-1,-1 1 1,1-1 0,-1 1-1,1-1 1,-1 0 0,1 1-1,-1-1 1,1 1 0,0-1-1,-1 1 1,1-1-1,-1 2 1,-9 14 1916,10-16-2214,-3 5 49,1 0 1,-1 0-1,1 0 1,0 0-1,1 0 1,-1 0-1,1 1 1,0-1-1,0 1 1,1 8-1,-5 19-4,4-28 0,0 0 0,0 1 0,0-1 0,1 1 0,0-1 0,0 0 0,1 9 0,3 5 0,-3-13 0,0-1 0,0 1 0,0-1 0,1 1 0,0-1 0,0 0 0,0 0 0,1 1 0,0-2 0,0 1 0,7 9 0,-5-9 0,0-1 0,0 1 0,0-1 0,1 0 0,0 0 0,0-1 0,0 0 0,0 0 0,1 0 0,-1-1 0,1 0 0,-1 0 0,1-1 0,0 0 0,0 0 0,-1 0 0,1-1 0,9 0 0,-6-1 0,-1-1 0,1 0 0,0 0 0,-1 0 0,0-1 0,0-1 0,0 0 0,0 0 0,0-1 0,-1 1 0,1-2 0,9-7 0,-16 11 0,0 0 0,0 0 0,0-1 0,0 1 0,0 0 0,-1-1 0,1 1 0,-1-1 0,1 1 0,-1-1 0,0 0 0,0 0 0,0 1 0,0-1 0,-1 0 0,1 0 0,-1 0 0,0 0 0,0 0 0,0 0 0,0 0 0,-1-4 0,0 3 0,0 0 0,0 1 0,0-1 0,0 0 0,-1 1 0,0 0 0,1-1 0,-1 1 0,-1 0 0,1 0 0,0 0 0,-1 0 0,1 0 0,-1 1 0,0-1 0,-6-4 0,-3-1 0,-1 0 0,-1 0 0,1 1 0,-1 1 0,0 0 0,0 1 0,-29-6 0,34 9 0,0 1 0,0 0 0,0 1 0,1 0 0,-1 0 0,0 1 0,0 0 0,0 1 0,0 0 0,1 0 0,-13 5 0,-22 8-5164,43-14 4805,0 0 0,0-1-1,1 1 1,-1-1 0,0 1-1,1-1 1,-1 1 0,0-1-1,1 0 1,-1 1 0,1-1-1,-1 1 1,1-1 0,-1 0-1,0 1 1,1-1 0,0 0-1,-1 0 1,1 1 0,-1-1-1,1 0 1,-1 0 0,1 0-1,-1 0 1,1 0 0,0 1-1,20 6-3450,6-2-2895,-12-4 2904</inkml:trace>
</inkml:ink>
</file>

<file path=ppt/ink/ink2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26.670"/>
    </inkml:context>
    <inkml:brush xml:id="br0">
      <inkml:brushProperty name="width" value="0.035" units="cm"/>
      <inkml:brushProperty name="height" value="0.035" units="cm"/>
      <inkml:brushProperty name="color" value="#0066FF"/>
    </inkml:brush>
  </inkml:definitions>
  <inkml:trace contextRef="#ctx0" brushRef="#br0">146 32 1824,'0'-21'8540,"-2"10"-6444,-18 11 199,7 0 1971,12 16 390,-5-11-4039,5-5-567,0 0-1,1 1 0,-1-1 1,1 0-1,-1 1 1,1-1-1,-1 0 0,1 1 1,-1-1-1,1 1 1,0-1-1,-1 1 1,1-1-1,-1 1 0,1-1 1,0 1-1,0-1 1,-1 1-1,1-1 1,0 1-1,0-1 0,-1 2 1,-1 5 44,0-1 1,-1 0 0,0 0 0,0 0-1,-1 0 1,1-1 0,-1 1-1,-6 5 1,-24 19-564,24-19-428,-3 9-2454,10-2-5308</inkml:trace>
</inkml:ink>
</file>

<file path=ppt/ink/ink2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28.273"/>
    </inkml:context>
    <inkml:brush xml:id="br0">
      <inkml:brushProperty name="width" value="0.035" units="cm"/>
      <inkml:brushProperty name="height" value="0.035" units="cm"/>
      <inkml:brushProperty name="color" value="#0066FF"/>
    </inkml:brush>
  </inkml:definitions>
  <inkml:trace contextRef="#ctx0" brushRef="#br0">130 149 1768,'0'0'1842,"-10"-12"5086,10 12-6793,-1 0 1,1 0-1,0-1 0,0 1 0,-1 0 1,1 0-1,0 0 0,-1 0 0,1 0 0,0-1 1,-1 1-1,1 0 0,0 0 0,-1 0 1,1 0-1,0 0 0,-1 0 0,1 0 0,0 0 1,-1 0-1,1 0 0,0 0 0,-1 1 0,1-1 1,0 0-1,-1 0 0,1 0 0,0 0 1,0 0-1,-1 1 0,1-1 0,0 0 0,-1 0 1,1 0-1,0 1 0,0-1 0,0 0 1,-1 0-1,1 1 0,0-1 0,0 0 0,0 1 1,0-1-1,-1 0 0,1 0 0,0 1 1,0 0-1,-3 22 7267,1-20-6771,0 0 0,0-1 0,-1 1 0,1-1 0,-1 1 0,0-1 0,1 0 0,-7 4-1,-6 4 437,7-2-914,1-1 1,-1 1-1,1 1 1,1-1-1,-9 15 1,13-21-133,1 0 1,0 1-1,0-1 1,0 0 0,0 0-1,1 1 1,-1-1 0,0 0-1,1 1 1,0-1-1,0 0 1,-1 1 0,1-1-1,1 0 1,-1 1 0,0-1-1,1 1 1,-1-1-1,1 0 1,0 0 0,-1 1-1,1-1 1,0 0 0,0 0-1,1 0 1,-1 0-1,0 0 1,1 0 0,-1 0-1,4 2 1,6 8-22,-9-9 0,1 0 0,-1 0 0,1-1 0,-1 1 0,1-1 0,0 0 0,0 0 0,0 0 0,6 3 0,4-1 0,-1 0 0,1 0 0,1-1 0,-1-1 0,0 0 0,1-1 0,-1 0 0,1-1 0,-1 0 0,1-2 0,-1 1 0,1-2 0,-1 1 0,0-2 0,0 0 0,15-7 0,-18 7 0,0 0 0,-1-1 0,1 0 0,-1-1 0,13-9 0,-20 13 0,0 0 0,1 0 0,-2 0 0,1 0 0,0-1 0,0 1 0,-1 0 0,1-1 0,-1 1 0,0-1 0,0 0 0,0 1 0,0-1 0,0 0 0,0 0 0,-1 1 0,0-1 0,1 0 0,-1 0 0,0 0 0,0 0 0,-1 1 0,1-1 0,0 0 0,-1 0 0,-1-4 0,0 1 0,2 4 0,-1-1 0,0 0 0,0 1 0,0-1 0,0 1 0,0-1 0,0 1 0,-1 0 0,1-1 0,-4-3 0,-14-14 0,17 17 0,-1 0 0,1 0 0,-1 0 0,0 0 0,1 0 0,-1 1 0,-1-1 0,1 1 0,0 0 0,0 0 0,-6-2 0,-19-7 0,22 8 0,-1 0 0,1 1 0,0 0 0,-1 0 0,0 1 0,-10-2 0,-43-2 0,57 5 0,-3 0 0,1 0 0,0 0 0,0 0 0,0 1 0,0 0 0,-5 1 0,10-2 0,0 1 0,-1-1 0,1 0 0,0 0 0,0 0 0,-1 0 0,1 0 0,0 0 0,0 0 0,0 1 0,-1-1 0,1 0 0,0 0 0,0 0 0,-1 0 0,1 0 0,0 0 0,0 0 0,-1 0 0,1 0 0,0 0 0,0-1 0,-1 1 0,1 0 0,0 0 0,0 0 0,-1 0 0,1 0 0,0 0 0,0 0 0,0 0 0,-1-1 0,1 1 0,0 0 0,0 0 0,0 0 0,0-1 0,-1 1 0,1 0 0,0 0 0,0 0 0,0-1 0,0 1 0,0 0 0,0-1 0,0 1 0,0 0 0,-1 0 0,1 0 0,0 0 0,0-1 0,0 1 0,0 0 0,0 0 0,0 0 0,0 0 0,0 0 0,0 0 0,0-1 0,0 1 0,0 0 0,-1 0 0,1 0 0,0 0 0,0 0 0,0 0 0,0 0 0,0 0 0,0 0 0,-1 0 0,1 0 0,0 0 0,0 0 0,0-1 0,0 1 0,0 0 0,-1 0 0,1 0 0,0 0 0,0 0 0,0 0 0,0 1 0,0-1 0,-1 0 0,1 0 0,0 0 0,0 0 0,0 0 0,0 0 0,0 0 0,-1 0 0,1 0 0,0 0 0,0 0 0,0 0 0,0 0 0,0 1 0,0-1 0,0 0 0,0 0 0,0 0 0,-1 0 0,1 0 0,0 0 0,0 1 0,0 2 0,1-2 0,-1-1 0,1 0 0,-1 1 0,1-1 0,-1 0 0,1 0 0,-1 1 0,1-1 0,-1 0 0,1 0 0,-1 0 0,1 0 0,-1 0 0,1 0 0,-1 0 0,1 0 0,0 0 0,-1 0 0,1 0 0,-1 0 0,1 0 0,-1 0 0,1 0 0,-1-1 0,1 1 0,0-1 0,0 1 0,41-2 0,-1-2 0,44-11 0,-19 4 0,101-22-1,-130 22-50,46-9-284,11-8 77,-82 23 252,3 0 2,-1 2 119,-14 3-45,-4 2-37,-6 5-23,-3 0 70,1 2 0,-20 15 0,28-19-62,0-1 1,0 1 0,0 0 0,0 0-1,1 0 1,0 0 0,0 1 0,0-1-1,-4 12 1,-3 8-19,8-21 0,0 0 0,0 0 0,0 1 0,1-1 0,0 1 0,-1-1 0,2 1 0,-1-1 0,0 7 0,1-7 0,1 0 0,0 0 0,-1 0 0,1-1 0,1 1 0,-1 0 0,0-1 0,1 1 0,0-1 0,0 1 0,0-1 0,0 0 0,0 0 0,1 0 0,-1 0 0,1 0 0,0 0 0,3 2 0,-1-2 0,-1 0 0,1 0 0,-1 0 0,1 0 0,0-1 0,0 0 0,0 0 0,0 0 0,0 0 0,1-1 0,-1 0 0,0 0 0,8 0 0,13-1 0,7 0 0,60-6 0,-84 5 0,0-1 0,0 0 0,-1 0 0,1-1 0,0 0 0,-1-1 0,0 1 0,0-2 0,0 1 0,-1-1 0,13-10 0,-19 14 0,0 0 0,0 0 0,0 0 0,0 0 0,0 0 0,0 0 0,0 0 0,0 0 0,0-1 0,-1 1 0,1 0 0,0-1 0,-1 1 0,1 0 0,-1-1 0,0 1 0,1-1 0,-1-1 0,-1 1 0,1 0 0,-1-1 0,1 1 0,-1 0 0,0 0 0,0 0 0,0-1 0,-3-2 0,-2-6 0,4 8 0,-1 0 0,0 0 0,0 0 0,0 0 0,0 0 0,0 1 0,-1-1 0,0 1 0,1 0 0,-1 0 0,0 1 0,-6-3 0,-49-14 0,38 13-3,-1 1-1,0 0 1,1 2-1,-1 1 1,0 1-1,0 0 1,-33 6-1,37-3-301,-50 8-1620,26 0-3208,37-9 618,18 1-2839,21-6-1060,-25 2 4625</inkml:trace>
</inkml:ink>
</file>

<file path=ppt/ink/ink2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29.252"/>
    </inkml:context>
    <inkml:brush xml:id="br0">
      <inkml:brushProperty name="width" value="0.035" units="cm"/>
      <inkml:brushProperty name="height" value="0.035" units="cm"/>
      <inkml:brushProperty name="color" value="#0066FF"/>
    </inkml:brush>
  </inkml:definitions>
  <inkml:trace contextRef="#ctx0" brushRef="#br0">275 374 1688,'0'-1'212,"0"1"1,1 0-1,-1-1 0,0 1 0,-1-1 0,1 1 0,0-1 0,0 1 0,0 0 0,0-1 0,0 1 1,0-1-1,0 1 0,-1 0 0,1-1 0,0 1 0,0 0 0,-1-1 0,1 1 0,0 0 0,0-1 1,-1 1-1,1 0 0,0 0 0,-1-1 0,0 1 0,-2-6 2867,0 1-450,-8 5 5700,-4 4-168,6-1-5832,4-1-4178,-41 10 2960,32-10-720,0 2-1,0 0 1,-18 8 0,22-7-391,1 1 0,0-1 0,-1 2 0,2-1 0,-1 1 0,1 1 0,0 0 0,1 0 0,-9 11 0,15-16 0,-1 0 0,1-1 0,0 1 0,0 0 0,0 0 0,0-1 0,0 1 0,1 0 0,0 0 0,-1 0 0,1 0 0,0 0 0,0 0 0,1 0 0,-1 0 0,1 0 0,-1 0 0,1-1 0,0 1 0,0 0 0,0 0 0,0-1 0,1 1 0,-1 0 0,1-1 0,-1 1 0,1-1 0,0 0 0,0 0 0,0 0 0,0 0 0,4 3 0,4 0 0,2 1 0,-1-1 0,0-1 0,1 0 0,0 0 0,0-1 0,0-1 0,0 0 0,1-1 0,17 0 0,16-2 0,67-12 0,-103 12 0,44-9 0,0-2 0,69-26 0,-97 29 0,-1-1 0,0-1 0,33-20 0,-49 25 0,-1 0 0,1 0 0,-1-1 0,-1 0 0,1 0 0,-1 0 0,0-1 0,-1-1 0,0 1 0,0-1 0,-1 0 0,5-11 0,-7 12 0,0-1 0,-1 1 0,0 0 0,-1-1 0,1 0 0,-2 1 0,1-1 0,-1 1 0,-1-1 0,1 0 0,-1 1 0,-1-1 0,0 1 0,0-1 0,-4-8 0,2 5 0,0-4 0,-1 1 0,-1-1 0,0 1 0,-1 0 0,-1 1 0,-10-17 0,5 14 0,10 12 0,1 1 0,-1 0 0,0 0 0,0 0 0,-1 1 0,1-1 0,-8-4 0,9 7 0,1-1 0,-6-10 0,-10 1 0,12 11 0,3 5 0,2 1 0,-1 0 0,1 0 0,0 0 0,1 0 0,0 0 0,0 0 0,0 1 0,1-2 0,-1 1 0,1 0 0,1 0 0,3 7 0,6 19 0,3 6 0,-2-15 0,-1 0 0,-1 1 0,-1 0 0,-1 1 0,5 26 0,-11-40 0,1 0 0,1 0 0,7 14 0,7 19 0,-18-42 0,0 0 0,0 0 0,0 0 0,1-1 0,-1 1 0,0 0 0,1-1 0,0 1 0,-1-1 0,1 1 0,0-1 0,0 0 0,0 1 0,0-1 0,3 1 0,-1 0 0,1 0 0,-1-1 0,0 1 0,1-1 0,-1 0 0,1-1 0,6 1 0,11-2 0,1-1 0,0-1 0,-1-1 0,0-1 0,27-10 0,-19 4 0,0-1 0,-1-1 0,33-21 0,-49 25 0,-1 1 0,0-2 0,18-18 0,-24 22 0,-1 0 0,0 0 0,-1 0 0,1 0 0,-1-1 0,-1 0 0,1 0 0,-1 0 0,2-8 0,-4 13 0,0-1 0,-1 1 0,1 0 0,-1-1 0,1 1 0,-1 0 0,0-1 0,0 1 0,0-1 0,-1 1 0,1 0 0,-1-1 0,1 1 0,-1 0 0,0 0 0,1-1 0,-1 1 0,-1 0 0,1 0 0,0 0 0,0 0 0,-1 0 0,1 0 0,-1 0 0,1 1 0,-1-1 0,0 0 0,0 1 0,0-1 0,0 1 0,-4-2 0,1 0 0,-1 1 0,1 0 0,-1 1 0,0-1 0,0 1 0,0 0 0,0 0 0,0 1 0,0 0 0,0 0 0,-11 2 0,-6 1 0,-41 14 0,55-14 0,1 0 0,-1 0 0,1 1 0,0 1 0,1-1 0,-1 1 0,-11 10 0,17-14 0,1 1 0,0-1 0,-1 1 0,1-1 0,0 1 0,-1-1 0,1 1 0,0 0 0,0-1 0,1 1 0,-1 0 0,0 0 0,1 0 0,-1 0 0,1 0 0,-1 0 0,1-1 0,0 1 0,0 0 0,0 0 0,0 0 0,0 0 0,0 0 0,0 0 0,1 0 0,-1 0 0,1 0 0,0 0 0,-1 0 0,1 0 0,0-1 0,0 1 0,0 0 0,0-1 0,0 1 0,1 0 0,-1-1 0,0 0 0,1 1 0,-1-1 0,1 0 0,-1 0 0,1 1 0,0-1 0,0-1 0,-1 1 0,1 0 0,0 0 0,3 0 0,14 2 0,35 1 0,9 0 0,-31-1 0,-25-3 0,0 0 0,-1 0 0,1 1 0,-1 0 0,0 1 0,10 3 0,-2-1 0,-11-3 0,0 0 0,0 0 0,0 0 0,0 1 0,0-1 0,-1 1 0,1-1 0,0 1 0,-1 0 0,1 0 0,3 4 0,2 2 0,-1 0 0,1-1 0,11 8 0,-17-14-467,1 1 1,-1-1-1,1 1 0,0-1 1,-1 0-1,1 0 1,0 0-1,0-1 0,0 1 1,0-1-1,-1 1 0,1-1 1,0 0-1,0 0 0,0 0 1,0-1-1,0 1 1,0-1-1,5-1 0,9-2-2107,23-2-5119,62-20 1,-82 16 4249</inkml:trace>
</inkml:ink>
</file>

<file path=ppt/ink/ink2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29.853"/>
    </inkml:context>
    <inkml:brush xml:id="br0">
      <inkml:brushProperty name="width" value="0.035" units="cm"/>
      <inkml:brushProperty name="height" value="0.035" units="cm"/>
      <inkml:brushProperty name="color" value="#0066FF"/>
    </inkml:brush>
  </inkml:definitions>
  <inkml:trace contextRef="#ctx0" brushRef="#br0">462 32 2833,'-5'-3'1358,"0"0"0,0 1 1,-1 0-1,1 0 1,0 0-1,-1 1 0,-7-1 1,1 0 1033,0 1 1,-23 2 0,7 2 684,0 1 1,-28 8-1,33-6-2744,1 2-1,0 0 0,0 1 0,1 2 0,0 0 0,1 1 0,-19 15 0,34-24-332,1 1 0,-1 1 0,1-1 0,0 0 0,0 1 0,1 0 0,-1 0 0,1 0 0,0 1 0,1-1 0,-1 0 0,1 1 0,-2 6 0,4-10 0,0 1 0,-1-1 0,1 0 0,0 1 0,1-1 0,-1 1 0,0-1 0,1 0 0,-1 1 0,1-1 0,0 0 0,0 1 0,0-1 0,0 0 0,2 3 0,0 1 0,2 0 0,-1 0 0,9 10 0,-3-9 0,0 1 0,0-1 0,0-1 0,1 0 0,-1 0 0,2-1 0,11 4 0,-9-3 0,45 14 0,1-2 0,77 13 0,-110-26 0,-1 0 0,-19-5 0,1 1 0,-1 1 0,0 0 0,1 0 0,-1 0 0,10 5 0,-26-3 0,-13-2 0,16-1 0,-238 9 0,221-14 0,17 2 0,6 2 0,0 0 0,-1 0 0,1 0 0,-1 0 0,1 0 0,0-1 0,-1 1 0,1 0 0,-1 0 0,1 0 0,0 0 0,-1 0 0,1-1 0,0 1 0,-1 0 0,1 0 0,0 0 0,-1-1 0,1 1 0,0 0 0,0-1 0,-1 1 0,1 0 0,0 0 0,0-1 0,0 1 0,-1-1 0,1 1 0,0 0 0,0-1 0,0 1 0,0 0 0,0-1 0,0 1 0,0-1 0,0 1 0,0 0 0,0-1 0,0 1 0,0 0 0,0-1 0,0 1 0,0-1 0,0 1 0,0 0 0,0-1 0,0 1 0,1 0 0,-1-1 0,0 1 0,0 0 0,0-1 0,1 0 0,5-3 0,-1 0 0,1 0 0,0 0 0,0 0 0,0 1 0,1 0 0,-1 0 0,1 1 0,12-4 0,-2 1 0,40-19 0,91-51 0,-61 28 0,119-53 0,-149 76 0,-36 16 0,0-1 0,0-1 0,0-1 0,-2 0 0,36-28 0,-56 39 0,1 0 0,-1 1 0,1-1 0,-1 0 0,1 0 0,-1 0 0,1 0 0,-1 0 0,1 0 0,-1 0 0,0 0 0,1 0 0,-1 0 0,1 0 0,-1 0 0,1-1 0,-1 1 0,1 0 0,0 0 0,-1 0 0,1-1 0,-1 1 0,1 0 0,-1-1 0,1 1 0,0 0 0,-1-1 0,1 1 0,0 0 0,-1-1 0,1 1 0,0-1 0,-1 1 0,1-1 0,0 1 0,0-1 0,0 1 0,-1-1 0,1 1 0,0-1 0,0 1 0,0-1 0,0 1 0,0-1 0,0 1 0,0-1 0,0 1 0,0-1 0,0 1 0,0-1 0,0 1 0,1-1 0,-1 1 0,0-1 0,0 1 0,0 0 0,1-1 0,-1 1 0,0-1 0,1 1 0,-1-1 0,0 1 0,1 0 0,-1-1 0,0 1 0,1 0 0,-1-1 0,2 1 0,-21 3 0,-60 16 0,69-16 0,1 0 0,0 1 0,0 0 0,0 0 0,1 1 0,-10 7 0,4-2 0,11-8 0,-1 0 0,1 1 0,0 0 0,-1-1 0,1 1 0,1 1 0,-5 4 0,-6 9 0,11-15 0,1 0 0,-1 0 0,1 0 0,0 0 0,-1 0 0,1 0 0,0 0 0,0 1 0,0-1 0,0 4 0,-10 19 0,9-22 0,0 0 0,0 0 0,1 0 0,0 0 0,-1 1 0,1-1 0,1 0 0,-1 1 0,0-1 0,1 4 0,-1-2 0,1 1 0,1-1 0,-1 1 0,1-1 0,0 0 0,0 0 0,1 1 0,-1-1 0,1 0 0,0 0 0,5 7 0,17 30 0,-8-15 0,-14-22 0,0 0 0,1-1 0,0 0 0,0 1 0,5 5 0,59 59 0,-66-68-243,1 1 0,-1 0 0,0-1 0,0 1 0,0 0 0,0 0 0,0 0 0,0 0 0,0 0 0,-1 0 0,1 0 0,-1 0-1,0 0 1,1 0 0,-1 0 0,0 0 0,0 0 0,0 0 0,0 0 0,-1 0 0,1 0 0,-1 0 0,1 0 0,-1 0 0,-1 2 0,1 0-360,-1-1-1,-1 0 1,1 0-1,0 0 1,-1 0-1,0 0 1,1-1-1,-1 1 1,0-1-1,0 0 1,-1 1-1,-6 2 1,-18 9-3432,-92 42-6716,70-35 7382</inkml:trace>
</inkml:ink>
</file>

<file path=ppt/ink/ink2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0.721"/>
    </inkml:context>
    <inkml:brush xml:id="br0">
      <inkml:brushProperty name="width" value="0.035" units="cm"/>
      <inkml:brushProperty name="height" value="0.035" units="cm"/>
      <inkml:brushProperty name="color" value="#0066FF"/>
    </inkml:brush>
  </inkml:definitions>
  <inkml:trace contextRef="#ctx0" brushRef="#br0">9 333 544,'-8'-7'14611,"14"8"-11815,5-1-3370,34-2 3646,-1-3-1,49-11 1,-34 5-1838,186-29 825,526-94-1176,-558 87-1918,-74 8-6320,-134 38 6791,12-7-2635,-13-4-1956,-5 12 4803,0-1 0,-1 0-1,1 1 1,0-1 0,-1 1 0,1-1-1,0 1 1,-1 0 0,1-1-1,-3 1 1,4 0 124,-43-5-4135,17 4 1778</inkml:trace>
</inkml:ink>
</file>

<file path=ppt/ink/ink2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0.944"/>
    </inkml:context>
    <inkml:brush xml:id="br0">
      <inkml:brushProperty name="width" value="0.035" units="cm"/>
      <inkml:brushProperty name="height" value="0.035" units="cm"/>
      <inkml:brushProperty name="color" value="#0066FF"/>
    </inkml:brush>
  </inkml:definitions>
  <inkml:trace contextRef="#ctx0" brushRef="#br0">145 177 2088,'-137'43'9432,"137"-43"-9352,0 0 0,-1 0 0,1 0 0,0 0 0,-1 0 0,1 0 0,0 0 0,0 0 0,-1 0 0,1 0 1,0 1-1,0-1 0,-1 0 0,1 0 0,0 0 0,0 0 0,-1 0 0,1 0 0,0 1 0,0-1 0,-1 0 0,1 0 0,0 0 0,0 0 0,0 1 1,-1-1-1,1 0 0,0 0 0,0 1 0,0-1 0,0 0 0,0 0 0,0 1 0,0-1 0,-1 0 0,1 1 0,11 2 2373,22-2 1272,91-7 2755,66-17-3060,-127 15-2853,515-71 580,-341 46-2875,-1 1-3658,-77 9-2794,-52 3-3476,-82 14 7452</inkml:trace>
</inkml:ink>
</file>

<file path=ppt/ink/ink2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36.510"/>
    </inkml:context>
    <inkml:brush xml:id="br0">
      <inkml:brushProperty name="width" value="0.035" units="cm"/>
      <inkml:brushProperty name="height" value="0.035" units="cm"/>
      <inkml:brushProperty name="color" value="#0066FF"/>
    </inkml:brush>
  </inkml:definitions>
  <inkml:trace contextRef="#ctx0" brushRef="#br0">437 274 888,'-7'-7'2856,"-1"1"0,1-1 1,-1 2-1,-17-10 0,13 7-563,-15-8 4918,24 14-6688,-1 0-1,1 0 0,0 0 1,-1 1-1,0-1 0,1 1 1,-1 0-1,0 0 1,1 0-1,-1 0 0,-8 0 1,-14-4 942,13 3-1435,1-1 0,-1 2 0,0 0 0,0 1 0,1 0 0,-1 1 0,0 0 0,0 1 0,1 0 0,-1 1 0,-17 7 0,22-7-30,1 0 0,0 1 0,0 0 0,0 0 0,0 0 0,0 1 0,1 0 0,0 1 0,-7 7 0,11-11 0,0 1 0,0-1 0,0 1 0,0-1 0,1 1 0,-1-1 0,1 1 0,0 0 0,0 0 0,0 0 0,0 0 0,0 0 0,1 0 0,-1 0 0,1 0 0,0 0 0,0 0 0,0 0 0,0 0 0,1 0 0,-1 0 0,1 0 0,-1 0 0,1 0 0,0 0 0,3 5 0,1 0 0,1 0 0,-1 0 0,2 0 0,-1-1 0,1 1 0,0-2 0,1 1 0,0-1 0,10 7 0,13 6 0,40 17 0,-52-27 0,165 62 0,-121-49 0,64 31 0,-88-29 0,-37-22 0,-1-1 0,1 0 0,0 1 0,-1-1 0,1 1 0,0 0 0,-1-1 0,0 1 0,0 0 0,1 0 0,-1 0 0,0 0 0,0 0 0,-1 0 0,1 0 0,0 4 0,-1-5 0,0 0 0,0 0 0,-1 0 0,1 0 0,-1 1 0,1-1 0,-1 0 0,1 0 0,-1 0 0,0 0 0,0 0 0,1 0 0,-1 0 0,0-1 0,0 1 0,0 0 0,0 0 0,0-1 0,0 1 0,0 0 0,0-1 0,0 1 0,-2 0 0,-30 9 0,33-9 0,-50 10 0,0-1 0,0-3 0,-74 2 0,117-9 0,0 0 0,0-1 0,0 0 0,0 0 0,0 0 0,0-1 0,1 0 0,-1-1 0,1 1 0,-10-6 0,15 7 0,0 0 0,0 0 0,0 1 0,0-1 0,0 0 0,1 0 0,-1 0 0,0 0 0,1 0 0,-1 0 0,1 0 0,-1 0 0,1 0 0,0 0 0,-1 0 0,1-1 0,0 1 0,0 0 0,0 0 0,0 0 0,0 0 0,0 0 0,0-1 0,0 1 0,0 0 0,0 0 0,1 0 0,0-2 0,0 0 0,0-1 0,0 1 0,1 0 0,-1 0 0,1 0 0,0-1 0,0 2 0,4-7 0,19-13 0,1 0 0,1 2 0,58-33 0,-43 27 0,95-49 0,-115 62 0,-15 9 0,1 0 0,-1 0 0,0-1 0,0 0 0,0 0 0,-1-1 0,0 0 0,0 0 0,0 0 0,6-9 0,-8 11 0,-4 3 0,1 1 0,-1-1 0,1 1 0,-1-1 0,1 0 0,-1 1 0,1-1 0,-1 0 0,0 1 0,1-1 0,-1 0 0,0 1 0,1-1 0,-1 0 0,0 0 0,0 1 0,0-1 0,0 0 0,0 0 0,0 1 0,0-1 0,0 0 0,0 0 0,0-1 0,2 0 0,2-1 0,-9 15 0,4-8 0,0 1 0,0-1 0,1 1 0,-1 0 0,1-1 0,0 1 0,1 0 0,0 5 0,0 6 0,-1-9 0,-1 3 0,1-1 0,0 0 0,1 1 0,0-1 0,0 0 0,1 0 0,0 1 0,1-1 0,5 12 0,4 9 0,-10-24 0,0 0 0,0-1 0,1 1 0,-1-1 0,1 0 0,5 7 0,-4-7 0,0 0 0,1 0 0,-1-1 0,1 1 0,0-1 0,6 4 0,-8-6 0,-1-1 0,1 0 0,0 0 0,-1 0 0,1 0 0,0 0 0,0-1 0,-1 1 0,1-1 0,0 1 0,0-1 0,0 0 0,0-1 0,0 1 0,4-1 0,-1 0 0,-1-1 0,0 0 0,0 1 0,0-2 0,0 1 0,0 0 0,0-1 0,-1 0 0,1 0 0,-1-1 0,0 1 0,7-9 0,0-1 0,-2 0 0,16-28 0,-3 4 0,-19 32 0,-1 0 0,1 0 0,-1 0 0,0 0 0,-1-1 0,3-9 0,-4 12 0,1 1 0,-1-1 0,0 0 0,0 1 0,0-1 0,0 1 0,0-1 0,0 0 0,-1 1 0,1-1 0,-1 1 0,0-1 0,0 1 0,0-1 0,-2-3 0,1-5 0,2 20 0,0-3 0,-1 0 0,2 1 0,-1-1 0,0 0 0,1 0 0,0 0 0,1 0 0,1 6 0,-1-8 0,0 0 0,0 0 0,0 0 0,1 0 0,-1-1 0,1 1 0,0-1 0,0 0 0,0 0 0,0 0 0,0 0 0,1 0 0,0-1 0,-1 0 0,1 1 0,0-1 0,0-1 0,0 1 0,0 0 0,0-1 0,0 0 0,1 0 0,-1 0 0,0-1 0,1 0 0,5 1 0,3-1 0,0-1 0,0 1 0,0-2 0,0 0 0,0-1 0,-1 0 0,1 0 0,-1-2 0,0 1 0,0-2 0,17-9 0,-25 12 0,19-11 0,21-18 0,-38 27 0,-1 1 0,1-1 0,-1-1 0,-1 1 0,1 0 0,-1-1 0,0 0 0,0 0 0,3-9 0,-1 1 0,-1-1 0,0 0 0,3-22 0,-7 29 0,0 0 0,-1 0 0,0 0 0,0 0 0,-1 0 0,0 0 0,0 0 0,-5-12 0,-1-5 0,5 15 0,-1 0 0,-1 0 0,-4-9 0,-4-11 0,-4-5 0,-24-30 0,39 65 0,1-1 0,0 1 0,-1 0 0,1-1 0,0 1 0,-1 0 0,1-1 0,-1 1 0,1 0 0,0-1 0,-1 1 0,1 0 0,-1 0 0,1 0 0,-1-1 0,1 1 0,-1 0 0,1 0 0,-1 0 0,1 0 0,-1 0 0,1 0 0,-1 0 0,1 0 0,-1 0 0,1 0 0,-1 0 0,1 0 0,-1 0 0,1 1 0,-1-1 0,1 0 0,0 0 0,-1 1 0,1-1 0,-1 0 0,1 0 0,0 1 0,-1-1 0,0 1 0,-9 12 0,8-8 0,0 0 0,1 0 0,-1 1 0,1-1 0,0 1 0,1-1 0,-1 1 0,1-1 0,0 1 0,1-1 0,-1 1 0,1-1 0,0 1 0,2 5 0,5 15 0,17 40 0,-18-48 0,70 175 0,-62-130 0,-6-19 0,0 3 0,-7-37 0,7 7 0,-2-13 0,-4-5 0,-1 1 0,1-1 0,0 0 0,-1 0 0,1 0 0,-1 0 0,0 0 0,1-1 0,-1 1 0,0-1 0,0 0 0,0 1 0,0-1 0,2-3 0,29-33 0,-27 30 0,37-56 0,-30 47 0,-1 0 0,15-29 0,-23 40 0,1 0 0,-1 0 0,1 0 0,0 1 0,11-9 0,-3 2 0,-11 11 0,0-1 0,0 0 0,0 1 0,1 0 0,-1-1 0,0 1 0,1 0 0,-1 0 0,1 0 0,-1 1 0,1-1 0,-1 1 0,1-1 0,0 1 0,-1 0 0,1 0 0,0 0 0,-1 0 0,1 0 0,0 1 0,-1-1 0,1 1 0,-1 0 0,1 0 0,-1 0 0,1 0 0,-1 0 0,1 0 0,2 3 0,10 8 0,-13-11 0,0 0 0,0 0 0,0 1 0,0 0 0,0-1 0,0 1 0,0 0 0,-1 0 0,1 0 0,-1 0 0,1 0 0,-1 0 0,0 0 0,1 3 0,5 12 0,-5-14 0,-1 1 0,1-1 0,-1 1 0,0-1 0,0 1 0,0-1 0,-1 1 0,1 0 0,-1-1 0,0 1 0,0 5 0,-6 15 0,-13 43 0,-4-34 0,11-18 0,12-15 0,0 1 0,0-1 0,0 1 0,-1-1 0,1 0 0,0 1 0,0-1 0,-1 0 0,1 1 0,0-1 0,-1 0 0,1 1 0,0-1 0,-1 0 0,1 0 0,0 1 0,-1-1 0,1 0 0,-1 0 0,1 0 0,0 1 0,-1-1 0,1 0 0,-1 0 0,1 0 0,-1 0 0,1 0 0,0 0 0,-1 0 0,1 0 0,-1 0 0,0 0 0,-2-7 0,3 7 0,0-4 0,1 1 0,-1-1 0,1 1 0,0-1 0,0 1 0,1 0 0,-1-1 0,1 1 0,-1 0 0,1 0 0,0 0 0,3-3 0,31-35 0,-23 27 0,15-13 0,1 0 0,54-36 0,25-23 0,-93 77 0,-14 8 0,0 1 0,0 0 0,0-1 0,0 1 0,0-1 0,0 0 0,0 1 0,0-1 0,0 0 0,0 0 0,0 0 0,0 0 0,0 0 0,-1 1 0,1-1 0,0-1 0,-1 1 0,1 0 0,-1 0 0,1 0 0,-1 0 0,1 0 0,-1 0 0,0-1 0,0 1 0,1 0 0,-1 0 0,0 0 0,0-2 0,-2-2 0,-5 5 0,6 0 0,0 0 0,0 1 0,0-1 0,0 0 0,0 1 0,0-1 0,1 0 0,-1 1 0,0-1 0,0 1 0,0-1 0,0 1 0,1 0 0,-1-1 0,0 1 0,1 0 0,-1-1 0,0 1 0,1 0 0,-1 0 0,1 0 0,-1 0 0,1-1 0,0 1 0,-1 0 0,1 0 0,0 0 0,-1 0 0,1 0 0,0 0 0,0 0 0,0 0 0,0 0 0,0 0 0,0 0 0,0 0 0,0 0 0,1 0 0,-1 0 0,1 1 0,0 1 0,0 0 0,1 0 0,0 0 0,-1 0 0,1 0 0,0 0 0,5 4 0,10 7 0,33 21 0,3 2 0,-32-21 0,-1 1 0,30 34 0,-48-48 0,-1-1 0,0 0 0,1 1 0,-1-1 0,0 1 0,0-1 0,-1 1 0,1-1 0,-1 1 0,1-1 0,-1 1 0,0 0 0,0 4 0,0-5 0,0 0 0,0 0 0,0 0 0,-1 0 0,1-1 0,0 1 0,-1 0 0,0 0 0,1-1 0,-1 1 0,0 0 0,0-1 0,0 1 0,0 0 0,0-1 0,0 1 0,-1-1 0,1 0 0,-2 2 0,-4 6 0,4-2 0,-5-2 0,8-5 0,0 0 0,0 0 0,-1 0 0,1 0 0,0 0 0,0 0 0,-1 0 0,1 0 0,0 0 0,0 0 0,-1 0 0,1 0 0,0 0 0,-1 0 0,1 0 0,0 0 0,0 0 0,-1 0 0,1 0 0,0 0 0,0 0 0,-1 0 0,1-1 0,0 1 0,0 0 0,0 0 0,-1 0 0,1-1 0,0 1 0,0 0 0,0 0 0,-1 0 0,1-1 0,0 1 0,0 0 0,0 0 0,0-1 0,0 1 0,0 0 0,0 0 0,0-1 0,-1 1 0,1 0 0,0 0 0,0-1 0,0 1 0,1-9 0,1 3 0,0 1 0,1 0 0,-1 0 0,1 1 0,1-1 0,-1 0 0,0 1 0,5-4 0,-2 1 0,6-6 0,0 1 0,2 0 0,-1 1 0,21-13 0,0 0 0,-13 10 0,28-14 0,0 0 0,-24 14 0,-19 11 0,0 0 0,0-1 0,0 1 0,-1-1 0,1-1 0,-1 1 0,8-9 0,-12 12 0,0 0 0,-1 1 0,1-1 0,-1 0 0,1 0 0,-1 1 0,0-1 0,1 0 0,-1 0 0,0 0 0,0 0 0,1 0 0,-1 1 0,0-1 0,0 0 0,0 0 0,0 0 0,0 0 0,0 0 0,0 0 0,0 0 0,-1 1 0,1-1 0,0 0 0,-1-1 0,0 0 0,0 0 0,0 1 0,0-1 0,-1 1 0,1-1 0,-1 1 0,1-1 0,-1 1 0,1 0 0,-5-3 0,2 2 0,-1-1 0,0 1 0,0 0 0,0 0 0,0 0 0,0 1 0,0 0 0,0 0 0,-6 0 0,6 1 0,-1 0 0,1 1 0,-1-1 0,1 1 0,-1 1 0,-7 2 0,11-3 0,0 0 0,0 0 0,-1 0 0,1 0 0,0 0 0,0 1 0,1-1 0,-1 1 0,0-1 0,0 1 0,1 0 0,-1-1 0,1 1 0,-1 0 0,1 0 0,-2 4 0,-8 10 0,9-14 0,0 0 0,1 0 0,-1 0 0,1 0 0,-1 0 0,1 0 0,0 0 0,-2 5 0,1-2 0,0 1 0,0 0 0,1 0 0,-1 0 0,1 0 0,1 0 0,-1 0 0,1 1 0,0-1 0,0 0 0,3 11 0,0 1 0,-3-16 0,0-1 0,0 1 0,0 0 0,1-1 0,-1 1 0,1 0 0,-1-1 0,1 1 0,0-1 0,-1 1 0,3 2 0,0 2 0,1-1 0,0 1 0,0-1 0,0 0 0,1 0 0,-1 0 0,1-1 0,1 1 0,-1-1 0,0-1 0,1 1 0,0-1 0,0 0 0,0 0 0,0 0 0,1-1 0,-1 0 0,0 0 0,14 1 0,4 0 0,0-2 0,-1-1 0,1 0 0,0-2 0,-1-1 0,1 0 0,-1-2 0,0-1 0,0-1 0,0-1 0,-1 0 0,-1-2 0,1-1 0,-2 0 0,1-2 0,-2 0 0,0-1 0,26-25 0,-38 32 0,1-2 0,-1 1 0,-1-1 0,1 0 0,-2 0 0,1 0 0,-1-1 0,-1 0 0,0 0 0,0 0 0,-1 0 0,0-1 0,-1 0 0,0 1 0,0-1 0,-1 0 0,-1 0 0,0 0 0,-1 0 0,0 0 0,-3-16 0,2 10 0,2 15 0,0 0 0,0 1 0,-1-1 0,1 0 0,0 1 0,-1-1 0,1 0 0,0 1 0,-1-1 0,0 1 0,1-1 0,-1 1 0,0-1 0,-1-1 0,-6-10 0,8 11 0,-1-1 0,0 1 0,-1 0 0,1 0 0,0 0 0,0 1 0,-1-1 0,1 0 0,-1 0 0,0 1 0,0-1 0,1 1 0,-1-1 0,0 1 0,-4-2 0,4 2 0,0 0 0,0 0 0,-1 1 0,1-1 0,-1 1 0,1-1 0,0 1 0,-1 0 0,1 0 0,-1 0 0,1 0 0,-1 0 0,1 0 0,-1 1 0,1-1 0,0 1 0,-1 0 0,1 0 0,0 0 0,-1 0 0,1 0 0,0 0 0,0 0 0,0 1 0,0-1 0,0 1 0,0 0 0,1-1 0,-3 4 0,-9 12 0,11-14 0,-1 0 0,1 0 0,0 0 0,0 0 0,0 1 0,0-1 0,-2 7 0,1 5 0,1-1 0,0 1 0,1-1 0,0 1 0,2 0 0,-1-1 0,2 1 0,0-1 0,1 1 0,0-1 0,1 0 0,6 15 0,-6-18 0,-1 1 0,-1 0 0,0 0 0,0 1 0,-1-1 0,0 0 0,-1 1 0,-1-1 0,0 0 0,-1 0 0,0 0 0,-7 24 0,3-14-30,-4 30 0,-1 6-693,2-41-2039,8-16 2404,1 0 0,-1 1 0,0-1 0,0 0 0,1 1 0,-1-1-1,1 0 1,-1 1 0,1-1 0,0 1 0,-1-1 0,1 1 0,0 1 0,0-2-77,-1 0 0,1 0-1,0 0 1,-1 0 0,1 0-1,-1-1 1,1 1 0,-1 0 0,1 0-1,-1 0 1,0-1 0,1 1 0,-1 0-1,0-1 1,0 1 0,-1 1-1</inkml:trace>
</inkml:ink>
</file>

<file path=ppt/ink/ink2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36.697"/>
    </inkml:context>
    <inkml:brush xml:id="br0">
      <inkml:brushProperty name="width" value="0.035" units="cm"/>
      <inkml:brushProperty name="height" value="0.035" units="cm"/>
      <inkml:brushProperty name="color" value="#0066FF"/>
    </inkml:brush>
  </inkml:definitions>
  <inkml:trace contextRef="#ctx0" brushRef="#br0">0 180 1488,'0'-48'15022,"0"46"-14552,1 0-1,-1 1 1,1-1-1,-1 1 1,1 0-1,-1-1 0,1 1 1,0-1-1,0 1 1,0 0-1,0 0 1,0-1-1,0 1 1,0 0-1,0 0 1,0 0-1,0 0 1,1 0-1,-1 0 1,3-1-1,36-16 2776,-24 11-1782,18-6-1221,0 1 0,1 2-1,0 2 1,0 1-1,49-4 1,-43 4-1853,-26 4-1140,-1 1-1,17-1 1,-17 1-1277</inkml:trace>
</inkml:ink>
</file>

<file path=ppt/ink/ink2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36.941"/>
    </inkml:context>
    <inkml:brush xml:id="br0">
      <inkml:brushProperty name="width" value="0.035" units="cm"/>
      <inkml:brushProperty name="height" value="0.035" units="cm"/>
      <inkml:brushProperty name="color" value="#0066FF"/>
    </inkml:brush>
  </inkml:definitions>
  <inkml:trace contextRef="#ctx0" brushRef="#br0">40 188 2641,'-10'3'2132,"-12"6"6700,14-4-276,24-7-3090,124-16-2102,-14 4-1588,180-30-1776,-57 9 0,65-25-12743,-296 55 8562,0 0 0,24-11 1,-32 10-397</inkml:trace>
</inkml:ink>
</file>

<file path=ppt/ink/ink2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37.175"/>
    </inkml:context>
    <inkml:brush xml:id="br0">
      <inkml:brushProperty name="width" value="0.035" units="cm"/>
      <inkml:brushProperty name="height" value="0.035" units="cm"/>
      <inkml:brushProperty name="color" value="#0066FF"/>
    </inkml:brush>
  </inkml:definitions>
  <inkml:trace contextRef="#ctx0" brushRef="#br0">213 150 1864,'-53'22'5628,"35"-16"-2080,0 2 1,-30 15-1,-27 14 10075,76-36-13545,0 0-1,0-1 0,0 1 1,0 0-1,1-1 1,-1 1-1,0-1 1,1 1-1,-1-1 1,0 0-1,1 1 1,1-1-1,25 2-77,1-1 0,-1-2 0,33-4 0,-4 1 0,145-18 0,-79 6 0,228-30 0,-200 24 0,-10-2-2629,-53 4-3777,137-49 0,-188 54 601,-2 4-163</inkml:trace>
</inkml:ink>
</file>

<file path=ppt/ink/ink2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56.972"/>
    </inkml:context>
    <inkml:brush xml:id="br0">
      <inkml:brushProperty name="width" value="0.035" units="cm"/>
      <inkml:brushProperty name="height" value="0.035" units="cm"/>
      <inkml:brushProperty name="color" value="#0066FF"/>
    </inkml:brush>
  </inkml:definitions>
  <inkml:trace contextRef="#ctx0" brushRef="#br0">140 44 3609,'-87'0'14794,"67"2"-11562,-7 2 3522,21-5-3932,11-3-1371,-4 2-1349,-1 2-96,23 1-9,38-1 8,193-7-361,-252 7 302,169-17-9330,-61-1-5870,-101 17 11492</inkml:trace>
</inkml:ink>
</file>

<file path=ppt/ink/ink2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57.190"/>
    </inkml:context>
    <inkml:brush xml:id="br0">
      <inkml:brushProperty name="width" value="0.035" units="cm"/>
      <inkml:brushProperty name="height" value="0.035" units="cm"/>
      <inkml:brushProperty name="color" value="#0066FF"/>
    </inkml:brush>
  </inkml:definitions>
  <inkml:trace contextRef="#ctx0" brushRef="#br0">31 144 3081,'-2'1'3769,"-6"3"-933,-12 2 6820,32-6-8058,41-1-1604,83-14 0,84-28-5513,-182 33 3043,-1-2-1,0-1 1,59-31 0,-62 27-115</inkml:trace>
</inkml:ink>
</file>

<file path=ppt/ink/ink2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57.441"/>
    </inkml:context>
    <inkml:brush xml:id="br0">
      <inkml:brushProperty name="width" value="0.035" units="cm"/>
      <inkml:brushProperty name="height" value="0.035" units="cm"/>
      <inkml:brushProperty name="color" value="#0066FF"/>
    </inkml:brush>
  </inkml:definitions>
  <inkml:trace contextRef="#ctx0" brushRef="#br0">179 83 1064,'-6'-5'1187,"-1"0"-1,1 0 1,-1 1-1,0 0 1,0 0-1,0 0 1,0 1-1,-1 0 1,0 1 0,-11-3-1,5 1 812,-15-3 2660,23 6-3047,0 0 1,-1 0-1,1-1 1,0 0 0,-10-5-1,33-3 712,-14 9-2322,-1 0-1,0 1 0,1-1 0,-1 1 0,1 0 1,-1 0-1,0 0 0,1 0 0,-1 0 1,0 1-1,1-1 0,-1 1 0,3 0 1,21 3-2,14-2 1,0 1 0,0 2 0,67 17 0,-76-13 0,44 19 0,-63-22 0,0-1 0,-1 2 0,1 0 0,-1 0 0,-1 1 0,13 11 0,-20-16-5,-1 0-1,1 0 1,0 0 0,-1 0-1,1 0 1,-1 0 0,0 0-1,0 1 1,-1-1-1,1 1 1,-1 0 0,1-1-1,-1 1 1,0 0 0,-1 0-1,1 0 1,-1 0 0,1 0-1,-1 0 1,0-1 0,-1 1-1,1 0 1,-1 0-1,1 0 1,-1 0 0,0 0-1,-1-1 1,1 1 0,-1 0-1,1-1 1,-1 1 0,0-1-1,-1 0 1,-4 6 0,-8 8-107,0-1 1,-1-1 0,0 0 0,-38 24-1,35-25-32,-111 70-8680,38-39-4401,82-40 9790,2 1-279</inkml:trace>
</inkml:ink>
</file>

<file path=ppt/ink/ink2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58.182"/>
    </inkml:context>
    <inkml:brush xml:id="br0">
      <inkml:brushProperty name="width" value="0.035" units="cm"/>
      <inkml:brushProperty name="height" value="0.035" units="cm"/>
      <inkml:brushProperty name="color" value="#0066FF"/>
    </inkml:brush>
  </inkml:definitions>
  <inkml:trace contextRef="#ctx0" brushRef="#br0">165 32 2569,'13'-13'6168,"-13"13"-5999,0 0-1,0 0 1,0 0 0,0 0-1,1-1 1,-1 1 0,0 0 0,0 0-1,0 0 1,0 0 0,0-1-1,0 1 1,0 0 0,0 0-1,1 0 1,-1-1 0,0 1 0,0 0-1,0 0 1,0 0 0,0 0-1,0-1 1,0 1 0,0 0 0,0 0-1,0 0 1,0-1 0,0 1-1,0 0 1,0 0 0,-1 0 0,1-1-1,0 1 1,0 0 0,0 0-1,0 0 1,0 0 0,0-1-1,0 1 1,-1 0 0,1 0 0,0 0-1,0 0 1,0 0 0,0-1-1,0 1 1,-1 0 0,1 0 0,0 0-1,0 0 1,0 0 0,-1 0-1,1 0 1,0 0 0,0 0 0,0 0-1,-1 0 1,1 0 0,0 0-1,0 0 1,-7 0 4272,7 0-4251,-1 1 0,1-1 0,0 0 0,-1 0 1,1 0-1,0 0 0,0 0 0,-1 0 0,1 0 0,-1 0 0,1 0 0,0 0 0,-1 0 0,1 0 0,0 0 0,-1 0 0,1 0 0,0 0 0,-1 0 0,1 0 0,0 0 0,0 0 0,-1 0 0,1-1 0,0 1 0,-1 0 0,1 0 0,0 0 0,0-1 0,-1 1 0,1 0 0,0 0 0,0-1 0,-1 1 1,1 0-1,0 0 0,0-1 0,0 1 0,0 0 0,-1-1 0,1 1 0,0 0 0,0-1 0,0 1 0,0 0 0,0-1 0,0 1 0,1-4-14,5 4-176,-3 4 0,3-3 0,-6 3 0,-6-2 0,3 1 0,-4-2 0,-5-2 0,9 2 0,-6 5 0,8-4 0,-17 5 0,15-5 0,-1 0 0,1 0 0,-1 0 0,1 0 0,0 0 0,0 1 0,0 0 0,0-1 0,0 1 0,0 0 0,1 1 0,0-1 0,-1 0 0,1 1 0,1-1 0,-1 1 0,0-1 0,-1 8 0,-3 9 0,0 0 0,-3 28 0,7-34 0,-4 25 0,3 1 0,2 40 0,-1-56 0,-1 0 0,0 0 0,-9 27 0,7-30 0,4-18-500,1 1 0,-1-1 0,1 1-1,-1-1 1,1 1 0,0-1 0,0 1 0,0-1 0,1 1 0,0-1 0,0 5-1,0-7 139,0 1-1,-1-1 0,1 0 1,0 1-1,0-1 0,0 1 1,0-1-1,0 0 0,1 0 1,-1 0-1,0 0 0,0 0 1,1 0-1,-1 0 0,1 0 1,-1 0-1,1-1 0,-1 1 1,1 0-1,-1-1 0,1 0 1,0 1-1,2-1 0,32 0-11079,-12-4 5855</inkml:trace>
</inkml:ink>
</file>

<file path=ppt/ink/ink2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59.422"/>
    </inkml:context>
    <inkml:brush xml:id="br0">
      <inkml:brushProperty name="width" value="0.035" units="cm"/>
      <inkml:brushProperty name="height" value="0.035" units="cm"/>
      <inkml:brushProperty name="color" value="#0066FF"/>
    </inkml:brush>
  </inkml:definitions>
  <inkml:trace contextRef="#ctx0" brushRef="#br0">278 14 408,'-11'-13'30555,"5"15"-27203,-2-1-5540,7-1 2592,-9 0-168,3 0-236,1 1 0,-1 0 0,1 0 0,0 1 0,-1 0 0,1 0 0,0 1 0,-6 2 0,-47 30 0,48-28 0,1 0 0,0 1 0,1 0 0,0 1 0,0 0 0,1 0 0,0 1 0,1 0 0,-12 20 0,11-17 0,6-9 0,0 0 0,1 0 0,0 1 0,-1-1 0,1 0 0,1 1 0,-1-1 0,0 7 0,1-8 0,0-1 0,0 1 0,0-1 0,0 1 0,0 0 0,0-1 0,1 1 0,0 0 0,-1-1 0,1 1 0,0-1 0,0 0 0,0 1 0,0-1 0,3 4 0,6 5 0,-10-10 0,1 0 0,0 0 0,0 0 0,0 0 0,0 0 0,0 0 0,0-1 0,0 1 0,0 0 0,1 0 0,-1-1 0,1 1 0,4 2 0,0 0 0,0-1 0,0 0 0,0 0 0,0-1 0,0 1 0,0-1 0,0-1 0,1 1 0,-1-1 0,0 0 0,10-2 0,-4 1 0,0-1 0,0 0 0,0-1 0,0-1 0,0 0 0,-1 0 0,0-1 0,0-1 0,0 0 0,0 0 0,-1-1 0,0 0 0,-1-1 0,0 0 0,0-1 0,0 0 0,12-17 0,-19 22 0,0 1 0,0-1 0,0 0 0,-1 1 0,1-1 0,-1 0 0,0 0 0,0 0 0,0 0 0,-1 0 0,1-7 0,-6-5 0,5 14 0,0 0 0,-1 0 0,1 0 0,-1-1 0,1 1 0,-1 0 0,0 0 0,0 0 0,0 0 0,0 0 0,-3-3 0,-8-9-4,11 13-1,1 0 1,-1 0 0,0 0 0,0 0 0,0 0 0,0 0 0,0 0 0,0 0 0,0 0 0,0 1 0,0-1 0,-1 0 0,-2-1-20,0 1 0,-1 1 0,1-1 0,0 0 1,0 1-1,-7 0 0,4 1-493,0 0-1,0 0 1,0 1-1,0 0 1,-8 3 0,-21 6-3689,8 0-604,26-11 4184,1 1 0,0-1 0,-1 1 0,1 0 0,0-1 0,-1 1 0,1 0 0,0 0-1,0 0 1,0 0 0,0 0 0,0 0 0,0 1 0,0-1 0,0 0 0,0 0-1,1 1 1,-2 2 0,3 0-2074,7 1-414</inkml:trace>
</inkml:ink>
</file>

<file path=ppt/ink/ink2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0:59.777"/>
    </inkml:context>
    <inkml:brush xml:id="br0">
      <inkml:brushProperty name="width" value="0.035" units="cm"/>
      <inkml:brushProperty name="height" value="0.035" units="cm"/>
      <inkml:brushProperty name="color" value="#0066FF"/>
    </inkml:brush>
  </inkml:definitions>
  <inkml:trace contextRef="#ctx0" brushRef="#br0">293 4 1144,'-20'-4'25277,"12"7"-21142,-5 3-3028,-6 5-403,-48 38-304,44-28-400,-9 11 0,-10 10-1156,16-22-1298,22-17 1527,1-1 1,-1 1-1,0 0 1,1 0-1,0 0 1,0 0-1,0 1 0,-4 5 1,5-6-632,-4 6-2796</inkml:trace>
</inkml:ink>
</file>

<file path=ppt/ink/ink2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1.206"/>
    </inkml:context>
    <inkml:brush xml:id="br0">
      <inkml:brushProperty name="width" value="0.035" units="cm"/>
      <inkml:brushProperty name="height" value="0.035" units="cm"/>
      <inkml:brushProperty name="color" value="#0066FF"/>
    </inkml:brush>
  </inkml:definitions>
  <inkml:trace contextRef="#ctx0" brushRef="#br0">131 54 1432,'0'0'2463,"2"-16"5054,4 13-6368,-14 0 798,-9 4 8556,17-1-10438,0 0-1,0 0 1,0 0 0,0 1 0,1-1 0,-1 0 0,0 0 0,0 0 0,0 0 0,0 0 0,0 0-1,0 1 1,0-1 0,0 0 0,0 0 0,0 0 0,0 0 0,0 0 0,0 1 0,0-1-1,0 0 1,0 0 0,-1 0 0,1 0 0,0 0 0,0 0 0,0 0 0,0 1 0,0-1-1,0 0 1,0 0 0,0 0 0,0 0 0,0 0 0,0 0 0,-1 0 0,1 0 0,0 0-1,0 0 1,0 1 0,0-1 0,0 0 0,0 0 0,-1 0 0,1 0 0,0 0 0,0 0 0,0 0-1,0 0 1,0 0 0,0 0 0,-1 0 0,1 0 0,0 0 0,0 0 0,0 0 0,0 0-1,0 0 1,0 0 0,-1-1 0,1 1 0,0 0 0,0 0 0,-1 0 115,1 0 0,-1 0 0,1 0 0,-1-1 1,1 1-1,-1 0 0,1 0 0,-1 0 0,1 0 0,-1 0 1,1 0-1,-1 1 0,0-1 0,1 0 0,-1 0 0,1 0 1,-1 0-1,1 1 0,-2-1 0,-16 10-180,10-4 0,1 0 0,0 0 0,0 0 0,0 1 0,1 0 0,0 0 0,0 1 0,0 0 0,1 0 0,-6 13 0,10-17 0,0-1 0,1 0 0,-1 1 0,1-1 0,0 1 0,-1-1 0,1 1 0,1-1 0,0 6 0,0 7 0,-1-15 0,0 1 0,0-1 0,1 1 0,-1-1 0,1 1 0,-1-1 0,1 1 0,-1-1 0,1 1 0,0-1 0,0 1 0,0-1 0,0 0 0,0 0 0,0 1 0,0-1 0,0 0 0,0 0 0,0 0 0,1 0 0,-1 0 0,0 0 0,1-1 0,-1 1 0,1 0 0,-1-1 0,3 1 0,5 2 0,0 0 0,1-1 0,14 1 0,-10-1 0,-4-2 0,0 0 0,0-1 0,-1 0 0,1-1 0,0 0 0,-1 0 0,10-4 0,4-1 0,-6 2 0,0-1 0,18-9 0,-10 4 0,-22 10 0,-1 0 0,1 0 0,-1 0 0,0 0 0,1 0 0,-1 0 0,0-1 0,0 1 0,0-1 0,0 0 0,0 0 0,0 1 0,0-1 0,0 0 0,-1-1 0,1 1 0,-1 0 0,0 0 0,0-1 0,1 1 0,-1-1 0,-1 1 0,1-1 0,0 1 0,-1-1 0,1 1 0,-1-1 0,0 0 0,0 1 0,0-1 0,0 1 0,-1-5 0,1 3 0,-1-1 0,0 0 0,0 0 0,0 0 0,-1 0 0,1 1 0,-1-1 0,0 1 0,-1-1 0,1 1 0,-1 0 0,-3-5 0,-39-28 0,45 34 0,-4 2 0,-16-1 0,16 0-153,-1 1 0,1 1-1,-1-1 1,1 1 0,-1 0 0,1 0-1,-1 0 1,1 0 0,-1 1 0,1 0-1,-9 2 1,-9 2-1049,21-5 67,-6 0-1182,34 10-13096,2 2 12154,6-3-1289,-25-8 2702</inkml:trace>
</inkml:ink>
</file>

<file path=ppt/ink/ink2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1.725"/>
    </inkml:context>
    <inkml:brush xml:id="br0">
      <inkml:brushProperty name="width" value="0.035" units="cm"/>
      <inkml:brushProperty name="height" value="0.035" units="cm"/>
      <inkml:brushProperty name="color" value="#0066FF"/>
    </inkml:brush>
  </inkml:definitions>
  <inkml:trace contextRef="#ctx0" brushRef="#br0">215 12 920,'-4'-2'1507,"0"0"0,-1 0 0,1 1 0,-1 0 0,1 0 0,-1 0-1,0 0 1,1 1 0,-1 0 0,-6 0 0,8 0 1368,-22 6 1721,17-4-3769,0 1 1,-1-1-1,1 2 0,-14 6 1,15-6-691,0 1 0,0-1 0,1 1 1,-1 1-1,1-1 0,0 1 0,1 0 0,-10 12 0,13-13-125,0 0 0,1-1-1,0 1 1,0 0-1,0 0 1,0 0 0,1 0-1,0 0 1,0 0-1,0 5 1,0 0 7,1-7-14,0-1 0,-1 1 0,1-1 0,0 1 0,0-1 0,1 0-1,-1 1 1,0-1 0,3 3 0,2 5 25,-5-9-25,1 1 0,0 0 0,-1-1 1,1 1-1,0-1 0,0 1 0,0-1 1,0 0-1,0 0 0,0 0 0,0 0 0,0 0 1,0 0-1,3 0 0,14 7 24,-15-6-32,0 0 0,0-1 1,0 0-1,0 0 0,0 0 1,1-1-1,-1 1 0,0-1 1,0 0-1,6-1 0,0 1-46,-1-1-1,1-1 0,13-3 1,7-3-192,-10 3-231,31-13-1,-47 16 399,0 0-1,0 0 0,0 0 0,0 0 0,0-1 1,-1 0-1,1 0 0,-1 0 0,0 0 0,0 0 0,0-1 1,0 1-1,2-5 0,-4 6 65,0 1 0,-1-1 0,1 0 0,-1 0 0,1 0 0,-1 0 0,0 0 0,0 0 0,0 0-1,0 0 1,0 0 0,-1 0 0,1 0 0,0 0 0,-1 1 0,1-1 0,-1 0 0,-1-3 0,0 1-27,-1 0 0,1 0 0,0 0 0,-1 0-1,0 1 1,-5-6 0,-5-9-359,12 16 290,0 1 0,0-1-1,0 0 1,-1 1 0,1-1 0,0 0-1,-1 1 1,1-1 0,-1 1 0,1 0-1,-1 0 1,0 0 0,0-1 0,1 1-1,-1 1 1,0-1 0,-3-1 0,-2-2-267,-6-1-5158,13 5 5414,0 0 1,0 0-1,-1 0 0,1 0 0,0 0 0,-1 0 1,1 0-1,0 1 0,0-1 0,-1 0 0,1 0 0,0 0 1,0 0-1,-1 0 0,1 1 0,0-1 0,0 0 0,0 0 1,-1 1-1,1-1 0,0 0 0,0 0 0,0 1 0,0-1 1,0 0-1,-1 0 0,1 1 0,0-1 0,0 0 0,0 1 1,0-1-1,0 0 0,0 0 0,0 1 0,0-1 0,0 0 1,0 1-1,0-1 0,0 0 0,0 1 0,1-1 0,9 16-3619,7 11-2488,-10-21 4041</inkml:trace>
</inkml:ink>
</file>

<file path=ppt/ink/ink2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2.004"/>
    </inkml:context>
    <inkml:brush xml:id="br0">
      <inkml:brushProperty name="width" value="0.035" units="cm"/>
      <inkml:brushProperty name="height" value="0.035" units="cm"/>
      <inkml:brushProperty name="color" value="#0066FF"/>
    </inkml:brush>
  </inkml:definitions>
  <inkml:trace contextRef="#ctx0" brushRef="#br0">206 1 1792,'-22'4'6023,"20"-2"-5663,-1-1-1,1 1 1,-1 0 0,1 0 0,-1 0 0,-3 5-1,-11 8 384,14-12-682,0 0 0,1 0-1,-1 0 1,0 1 0,1-1 0,-3 7 0,-8 9 51,1-3-196,-2-1-1,-19 18 0,15-5-1505,9-18 81,-8 6-3743,9-11 2339</inkml:trace>
</inkml:ink>
</file>

<file path=ppt/ink/ink2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2.456"/>
    </inkml:context>
    <inkml:brush xml:id="br0">
      <inkml:brushProperty name="width" value="0.035" units="cm"/>
      <inkml:brushProperty name="height" value="0.035" units="cm"/>
      <inkml:brushProperty name="color" value="#0066FF"/>
    </inkml:brush>
  </inkml:definitions>
  <inkml:trace contextRef="#ctx0" brushRef="#br0">217 9 1120,'0'-1'210,"-1"1"-1,1-1 0,-1 0 1,1 1-1,-1-1 1,1 1-1,-1-1 0,1 1 1,-1 0-1,0-1 0,1 1 1,-1-1-1,1 1 1,-1 0-1,0 0 0,1-1 1,-1 1-1,0 0 1,0 0-1,1 0 0,-1 0 1,0 0-1,1 0 0,-1 0 1,0 0-1,0 0 1,0 0-1,-25 2 3797,25-2-3910,-7 1 576,1 0 0,-1 1 0,1 0-1,0 1 1,-1-1 0,1 1 0,0 1 0,1-1 0,-12 9 0,6-3-85,11-8-526,-1 0 0,1-1 0,0 1 1,0 0-1,0 0 0,0 0 0,0 0 1,0 0-1,0 0 0,0 0 0,0 1 1,1-1-1,-1 0 0,-1 2 0,1 1 60,-1-1-1,-1 0 0,1 1 0,0-1 0,-1 0 0,-3 3 0,4-5-81,0 1 1,0 0-1,1 0 0,-1 0 0,0 0 0,1 1 0,-1-1 0,1 0 0,0 1 0,-1-1 0,1 1 0,1-1 0,-1 1 0,-1 5 0,-6 18 95,-3 7-58,11-32-73,0 0-1,-1 0 0,1 0 1,0 0-1,0 0 1,0 1-1,0-1 0,1 0 1,-1 0-1,0 0 1,0 0-1,1 0 0,-1 0 1,0 0-1,1 0 1,-1 0-1,1-1 0,-1 1 1,1 0-1,0 0 1,-1 0-1,1 0 1,0-1-1,0 1 0,-1 0 1,2 0-1,8 6 11,-8-6-10,-1 0 0,1 0 0,-1 0 0,1 0 0,0 0 0,0-1 0,-1 1-1,1 0 1,0-1 0,0 1 0,0-1 0,0 0 0,0 0 0,0 0 0,0 1 0,2-2 0,12 1-71,-1 0 0,1-2 1,-1 0-1,19-5 0,-14 2-217,-1-2-1,1 0 1,-1-1 0,28-17-1,-46 24 274,0 1-1,0-1 1,0 0-1,0 0 1,0 0-1,0 0 1,-1 1-1,1-1 1,0 0-1,-1 0 1,1 0-1,0 0 1,-1-1-1,1 0 0,6-10-48,-6 10 63,0 0 1,1 1-1,-1-1 1,0 0 0,-1 0-1,1 0 1,0-1-1,-1 1 1,1 0-1,-1 0 1,1 0 0,-1 0-1,0-1 1,0 1-1,0 0 1,0 0-1,0 0 1,-1-1 0,1 1-1,-1 0 1,0 0-1,1 0 1,-1 0-1,0 0 1,0 0 0,0 0-1,-2-3 1,-7-5 56,9 8-63,-1 0-1,1 0 1,-1 0 0,0 0-1,0 0 1,1 1-1,-1-1 1,0 1-1,0-1 1,-1 1-1,1 0 1,0 0-1,0 0 1,-1 0-1,1 0 1,0 0-1,-1 1 1,-2-1-1,-6-2-247,10 3 207,0 0 1,0-1-1,-1 1 1,1 0-1,0-1 1,0 1 0,0 0-1,0 0 1,0 0-1,0 0 1,0 0-1,-3 0 1,-4 2-1057,0 0 0,0 1 0,-16 7 0,24-10 962,0 0 1,0 1-1,0-1 0,1 1 1,-1-1-1,0 1 0,0-1 1,1 0-1,-1 1 1,0-1-1,0 1 0,1-1 1,-1 0-1,0 1 0,1-1 1,-1 0-1,0 0 0,1 1 1,-1-1-1,1 0 0,-1 0 1,1 1-1,-1-1 1,0 0-1,1 0 0,-1 0 1,1 0-1,-1 0 0,1 0 1,22 7-4985,-15-7 2550</inkml:trace>
</inkml:ink>
</file>

<file path=ppt/ink/ink2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2.891"/>
    </inkml:context>
    <inkml:brush xml:id="br0">
      <inkml:brushProperty name="width" value="0.035" units="cm"/>
      <inkml:brushProperty name="height" value="0.035" units="cm"/>
      <inkml:brushProperty name="color" value="#0066FF"/>
    </inkml:brush>
  </inkml:definitions>
  <inkml:trace contextRef="#ctx0" brushRef="#br0">266 10 2889,'-20'-6'6373,"19"6"-6035,0-1 0,1 1 0,-1-1 0,0 1 0,0 0 1,0-1-1,0 1 0,0 0 0,0 0 0,0 0 0,0-1 0,0 1 0,0 0 0,0 0 0,0 0 0,0 1 0,0-1 0,0 0 0,0 0 0,0 0 1,0 1-1,0-1 0,-1 2 0,-24 9 7342,-2-1-3673,21-9-3784,1 1 0,-1 0-1,1 0 1,0 1 0,-1-1 0,1 1-1,0 1 1,1-1 0,-1 1 0,1 0-1,-10 10 1,-28 28 129,31-29-335,10-12-17,1 0 1,-1 1-1,1-1 1,0 0-1,0 1 1,-1-1-1,1 1 1,0 0-1,0-1 1,1 1-1,-2 2 1,-5 9-1,6-11 2,0 0 1,0 0-1,0 0 1,0 0-1,0 0 1,0 0-1,1 0 0,-1 0 1,1 0-1,0 0 1,-1 1-1,1 2 1,0-3 0,1-1 0,-1 1 0,0 0 0,1-1 0,-1 1 0,1-1 0,-1 1 1,1-1-1,0 1 0,-1-1 0,1 0 0,0 1 0,0-1 0,0 0 0,0 0 0,0 0 0,0 1 0,1-1 1,-1 0-1,0 0 0,0-1 0,1 1 0,-1 0 0,1 0 0,-1-1 0,1 1 0,-1-1 0,1 1 0,-1-1 0,1 0 1,-1 1-1,3-1 0,1 1-14,1-1 0,-1 1 0,1-1 0,0 0 0,-1-1 0,1 1 0,0-1 0,8-3 0,97-22-995,-99 23 811,0-1 0,0 0 0,0-1 0,-1 0 1,1-1-1,-1 0 0,18-14 0,-21 13 92,-5 5 81,0 0 0,-1 0-1,1-1 1,-1 1-1,1-1 1,-1 1 0,0-1-1,0 1 1,0-1-1,-1 0 1,1 0 0,-1 0-1,1 0 1,-1 0-1,0-1 1,0 1 0,0 0-1,0-6 1,-1 7-33,0-1-1,0 1 1,0 0 0,0-1 0,0 1 0,-1 0-1,1-1 1,-1 1 0,0 0 0,0 0 0,1 0 0,-1 0-1,-1-1 1,1 1 0,0 1 0,0-1 0,-1 0-1,1 0 1,-1 0 0,0 1 0,1-1 0,-1 1-1,0-1 1,0 1 0,0 0 0,0-1 0,0 1-1,0 0 1,0 1 0,0-1 0,-1 0 0,1 1-1,0-1 1,-1 1 0,-2-1 0,-18 0-1249,-14 1-734,9 3 205,23-3 1270,0 0 0,0 1 0,0-1 1,0 1-1,0 0 0,0 0 1,0 1-1,1 0 0,-9 3 0,13-5 458,0 1-1,0-1 0,-1 0 1,1 0-1,0 0 0,0 0 1,-1 1-1,1-1 0,0 0 1,0 0-1,0 0 0,0 1 1,-1-1-1,1 0 0,0 0 0,0 1 1,0-1-1,0 0 0,0 1 1,0-1-1,0 0 0,-1 0 1,1 1-1,0-1 0,0 0 1,0 1-1,0-1 0,0 0 0,0 0 1,1 1-1,-1-1 0,0 0 1,0 1-1,0-1 0,0 0 1,0 0-1,0 1 0,0-1 1,1 0-1,-1 0 0,0 1 1,0-1-1,0 0 0,1 1 0,8 5-2462,3 1 63,-6-3-1019,1 0 894</inkml:trace>
</inkml:ink>
</file>

<file path=ppt/ink/ink2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3.333"/>
    </inkml:context>
    <inkml:brush xml:id="br0">
      <inkml:brushProperty name="width" value="0.035" units="cm"/>
      <inkml:brushProperty name="height" value="0.035" units="cm"/>
      <inkml:brushProperty name="color" value="#0066FF"/>
    </inkml:brush>
  </inkml:definitions>
  <inkml:trace contextRef="#ctx0" brushRef="#br0">206 11 2192,'-1'-2'4524,"-8"-7"-363,-1 12 4328,-4 4-3304,-17 7-812,-8 16-2392,-2 2-1493,36-28-466,0 0-1,0 0 0,1 0 0,0 1 0,0-1 0,0 1 0,0 0 0,1 0 1,-1 1-1,2-1 0,-1 1 0,0-1 0,1 1 0,0 0 0,0 0 1,1 0-1,0 0 0,0 0 0,0 8 0,9 12-22,-7-25 1,-1 0 0,0 0 1,1 0-1,-1-1 0,0 1 1,1 0-1,-1 0 0,1-1 1,-1 1-1,1 0 0,0-1 1,-1 1-1,1 0 0,-1-1 1,1 1-1,0-1 0,0 1 1,-1-1-1,1 1 0,0-1 1,0 0-1,0 1 0,0-1 1,-1 0-1,1 0 0,1 0 1,27 6 10,-24-5-10,7 0-107,0 0 0,-1-1 0,1 0 0,0-1 0,0 0-1,0-1 1,11-3 0,80-29-943,-97 32 1029,3-1-133,0-1 0,0 0-1,-1 0 1,0-1 0,0 0-1,8-7 1,-15 11 128,0 0 1,1 0-1,-1 0 1,0 0-1,0 0 1,0 0-1,0 0 0,0-1 1,0 1-1,-1 0 1,1-1-1,0 1 1,-1 0-1,1-1 0,0 1 1,-1-1-1,0 1 1,1-1-1,-1 0 1,0 1-1,0-1 0,0 1 1,0-1-1,0 1 1,0-1-1,-1 0 1,1 1-1,0-1 1,-1 1-1,1-1 0,-1 1 1,0 0-1,1-1 1,-1 1-1,0 0 1,0-1-1,0 1 0,0 0 1,0 0-1,0-1 1,0 1-1,-3-1 1,-1-3-337,-1 0 0,0 1 0,0 0 1,0 1-1,-1-1 0,1 1 0,-1 0 1,0 1-1,0-1 0,0 1 0,0 1 1,0-1-1,-10 1 0,-3 0-1612,0 1 0,1 0 0,-35 7 0,46-5 876,1 0-1,-1 1 1,0 0 0,1 0 0,-12 7-1,-8 4-3048,17-9 1454</inkml:trace>
</inkml:ink>
</file>

<file path=ppt/ink/ink2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4.571"/>
    </inkml:context>
    <inkml:brush xml:id="br0">
      <inkml:brushProperty name="width" value="0.035" units="cm"/>
      <inkml:brushProperty name="height" value="0.035" units="cm"/>
      <inkml:brushProperty name="color" value="#0066FF"/>
    </inkml:brush>
  </inkml:definitions>
  <inkml:trace contextRef="#ctx0" brushRef="#br0">164 27 1120,'-5'-3'2118,"0"1"-1,0-1 0,0 1 1,0 0-1,0 0 0,-1 0 1,1 1-1,0-1 1,-1 1-1,1 1 0,-1-1 1,-7 1-1,12 0-514,-9-5 879,10 5-2481,-1 0 0,1 0 0,0-1-1,0 1 1,0 0 0,0 0 0,-1 0 0,1 0 0,0 0 0,0 0 0,0 0-1,0 0 1,0 1 0,-1-1 0,1 0 0,0 0 0,0 0 0,0 0 0,0 0-1,0 0 1,-1 0 0,1 0 0,0 0 0,0 0 0,0 0 0,0 1 0,0-1-1,0 0 1,-1 0 0,1 0 0,0 0 0,0 0 0,0 0 0,0 1 0,0-1-1,0 0 1,0 0 0,0 0 0,0 0 0,0 0 0,0 1 0,0-1 0,0 0-1,0 0 1,0 0 0,0 0 0,0 1 0,0-1 0,4 8-3,-2-4-3,-2 12 5,-1 0 0,0 0 0,-7 28 0,4-30 0,0 1 0,-1-1 0,0 1 0,-2-1 0,-8 14 0,11-19 0,-1 0 0,2 0 0,-1 1 0,1-1 0,1 1 0,0 0 0,0 0 0,1-1 0,0 1 0,0 0 0,2 13 0,-1-20-172,1 1 0,-1-1 0,1 0 0,0 0 1,0 1-1,0-1 0,0 0 0,1 0 0,-1 0 0,1 0 0,0-1 0,0 1 0,0 0 0,0-1 1,0 1-1,0-1 0,1 1 0,-1-1 0,1 0 0,0 0 0,0-1 0,0 1 0,0 0 1,0-1-1,5 2 0,2 1-707,0-1 1,0 0 0,1 0 0,-1-1 0,0-1-1,21 1 1,-2-1-2155,-10-1-193,0 0 0,0-1-1,23-4 1,-16 0-1234</inkml:trace>
</inkml:ink>
</file>

<file path=ppt/ink/ink2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4.794"/>
    </inkml:context>
    <inkml:brush xml:id="br0">
      <inkml:brushProperty name="width" value="0.035" units="cm"/>
      <inkml:brushProperty name="height" value="0.035" units="cm"/>
      <inkml:brushProperty name="color" value="#0066FF"/>
    </inkml:brush>
  </inkml:definitions>
  <inkml:trace contextRef="#ctx0" brushRef="#br0">43 150 3305,'-42'6'13509,"69"-6"-9372,26-6-2417,-12 0-1085,-4 1-1264,1-2-1,48-16 0,1 0-2596,25-6-2194,-79 19 1012,43-20-1,-41 13 527</inkml:trace>
</inkml:ink>
</file>

<file path=ppt/ink/ink2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5.009"/>
    </inkml:context>
    <inkml:brush xml:id="br0">
      <inkml:brushProperty name="width" value="0.035" units="cm"/>
      <inkml:brushProperty name="height" value="0.035" units="cm"/>
      <inkml:brushProperty name="color" value="#0066FF"/>
    </inkml:brush>
  </inkml:definitions>
  <inkml:trace contextRef="#ctx0" brushRef="#br0">121 97 2072,'-10'-2'1795,"-59"-15"8379,29 0 1194,40 17-11318,0-1-1,0 1 0,0 0 0,0 0 1,0 0-1,0 0 0,0 0 0,0 0 1,0 0-1,-1 0 0,1 0 0,0 0 1,0 0-1,0 0 0,0 0 0,0 0 1,0-1-1,0 1 0,0 0 0,0 0 1,0 0-1,0 0 0,0 0 0,0 0 1,0 0-1,0 0 0,0-1 0,0 1 1,0 0-1,0 0 0,0 0 0,0 0 1,0 0-1,0 0 0,0 0 0,0 0 1,0 0-1,0-1 0,0 1 0,0 0 1,0 0-1,0 0 0,0 0 0,1 0 1,-1 0-1,0 0 0,0 0 0,0 0 1,0 0-1,0 0 0,0 0 0,0-1 1,8-3 856,7 0-700,74-12-8800,112-5 0,-163 16 4813,4 0-317</inkml:trace>
</inkml:ink>
</file>

<file path=ppt/ink/ink2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6.505"/>
    </inkml:context>
    <inkml:brush xml:id="br0">
      <inkml:brushProperty name="width" value="0.035" units="cm"/>
      <inkml:brushProperty name="height" value="0.035" units="cm"/>
      <inkml:brushProperty name="color" value="#0066FF"/>
    </inkml:brush>
  </inkml:definitions>
  <inkml:trace contextRef="#ctx0" brushRef="#br0">52 44 2312,'-6'0'2404,"-12"1"2184,17-1-4470,1 0 0,-1 0 1,1 0-1,-1 0 1,1 0-1,-1 0 0,1 1 1,-1-1-1,1 0 1,0 0-1,-1 1 0,1-1 1,-1 0-1,1 1 1,0-1-1,-1 0 0,1 1 1,0-1-1,0 0 1,-1 1-1,1-1 0,0 1 1,0-1-1,-1 0 1,1 1-1,0-1 0,0 1 1,0-1-1,0 1 1,0-1-1,0 1 0,0 0 1,-1 1 312,1 0-1,0 0 1,-1 0 0,1 0 0,-1 0-1,0 0 1,1 0 0,-1 0 0,-2 3-1,1-3-12,1 0-1,0 1 0,0-1 0,0 0 0,0 1 0,0-1 1,1 1-1,-1-1 0,1 1 0,-1 2 0,2 0 96,-1 0 0,1 0-1,0 0 1,0-1-1,1 1 1,1 5 0,-1-6-241,-1 0 1,1 1 0,-1-1-1,0 0 1,0 1 0,0 4 0,7 35 739,-8-39-977,0-1-16,1 0 0,-1-1-1,-1 1 1,1 0 0,-1 0 0,1-1-1,-1 1 1,0 0 0,-3 6-1,2 1 5,2-11-20,0 1 0,0 0 0,0 0 0,0-1 0,0 1 0,0 0 0,-1-1 0,1 1 0,0 0-1,0-1 1,-1 1 0,1 0 0,0-1 0,-1 1 0,1-1 0,0 1 0,-1 0 0,1-1 0,-1 1 0,1-1-1,-1 1 1,1-1 0,-1 0 0,1 1 0,-1-1 0,0 1 0,-5 5 55,6-6-54,0 1 1,0-1-1,0 0 0,0 0 0,0 0 0,0 0 0,0 1 0,0-1 0,0 0 0,0 0 0,0 0 0,0 0 1,0 0-1,1 1 0,-1-1 0,0 0 0,0 0 0,0 0 0,0 0 0,0 0 0,0 0 0,1 1 0,-1-1 1,0 0-1,0 0 0,0 0 0,0 0 0,1 0 0,-1 0 0,0 0 0,0 0 0,0 0 0,0 0 1,1 0-1,-1 0 0,0 0 0,0 0 0,0 0 0,0 0 0,1 0 0,-1 0 0,0 0 0,0 0 0,1 0 1,0 0 841,0-2-718,0 1-1,0-1 0,0 1 1,1-1-1,-1 1 0,0 0 1,1 0-1,-1 0 0,1 0 0,1-1 1,5-5 236,52-56 603,3 4-962,-34 32-5,10-11 0,-37 37 0,-1 0 0,1 0 0,-1 0 0,1 0 0,-1 0 0,1 1 0,0-1 0,-1 0 0,1 1 0,0 0 0,0-1 0,-1 1 0,1 0 0,0 0 0,0 0 0,-1 0 0,4 0 0,-2 0 0,1 1 0,-1-1 0,1 1 0,-1-1 0,0 1 0,1 0 0,-1 1 0,5 1 0,2 3 0,-9-5 0,1 0 0,0 0 0,0 0 0,-1 0 0,1 0 0,0 1 0,-1-1 0,0 0 0,1 1 0,-1-1 0,0 1 0,1 0 0,0 3 0,0 0 0,0 0 0,0 0 0,-1 1 0,1-1 0,-1 0 0,-1 1 0,1-1 0,-1 1 0,-1 8 0,1-8 0,1-5-2,-1 0 0,0-1 0,0 1 0,1-1-1,-1 1 1,1-1 0,-1 1 0,0 0 0,1-1 0,-1 0 0,1 1 0,-1-1-1,1 1 1,0-1 0,-1 0 0,1 1 0,-1-1 0,1 0 0,0 1 0,-1-1-1,1 0 1,0 0 0,-1 0 0,1 0 0,0 1 0,-1-1 0,1 0 0,0 0-1,-1 0 1,1-1 0,1 1 0,19-8 57,-18 7-54,0 1-1,-1-1 1,1 0-1,0 0 1,-1 0-1,1-1 1,-1 1-1,0 0 1,4-3-1,38-28 8,-3 3-8,11-10 0,-25 17 0,-27 22 0,1 0 0,-1-1 0,1 1 0,-1 0 0,1 0 0,-1-1 0,1 1 0,-1 0 0,1 0 0,-1 0 0,1 0 0,-1 0 0,1 0 0,-1 0 0,1 0 0,-1 0 0,1 0 0,-1 0 0,1 0 0,-1 0 0,1 0 0,-1 0 0,1 0 0,-1 0 0,1 1 0,-1-1 0,1 0 0,-1 0 0,1 1 0,0-1 0,0 1 0,1-1 0,0 1 0,0 0 0,0-1 0,-1 1 0,1 0 0,-1 0 0,1 0 0,0 0 0,-1 0 0,0 0 0,1 1 0,-1-1 0,0 0 0,1 1 0,-1-1 0,0 1 0,1 1 0,6 8 0,1-2 0,-3-3 0,1 0 0,-1 0 0,1 0 0,0-1 0,8 5 0,3 1 0,7 4 0,2-5 0,-22-7 0,-1-1 0,1 0 0,0 0 0,0 0 0,0-1 0,0 0 0,0 0 0,1 0 0,-1-1 0,0 1 0,7-2 0,5-1-12,-9 1-13,0 0 0,1 0 0,-1-1 0,0 0 0,0-1 0,0 0 0,13-7 0,-5 2-41,-12 6 51,0 0 0,-1 0 0,1 0 0,-1 0 0,1-1 0,-1 1 0,0-1 0,3-4 0,-3 4 36,0-1 1,0 0 0,-1 1 0,1-1-1,-1-1 1,0 1 0,0 0 0,-1 0-1,1-1 1,-1 1 0,0-1 0,0 1-1,-1-1 1,1 0 0,-1 1 0,0-1-1,0 0 1,-1-4 0,1 7-22,0 1 0,0 0 0,0 0 0,0 0 0,0 0 0,-1 0 0,1 0 0,0 0 0,-1 0 0,1 0 0,-1 0 0,1 0 0,-1 0 0,1 0 0,-1 0 0,0 0 0,1 0 0,-1 0 0,0 1 0,0-1 0,1 0 0,-1 1 0,0-1 0,0 0 0,0 1 0,0-1 0,0 1 0,-1-1 0,1 0 0,-1 0 0,1 1 0,-1-1 0,1 0 0,-1 1 0,1-1 0,-1 1 0,1 0 0,-1-1 0,1 1 0,-1 0 0,0 0 0,1 0 0,-1 0 0,1 0 0,-1 0 0,1 1 0,-1-1 0,0 0 0,1 1 0,-1-1 0,1 1 0,-1 0 0,1-1 0,0 1 0,-1 0 0,1 0 0,0 0 0,0 0 0,-3 2 0,-1 1 0,-3 0 0,1 1 0,0 1 0,-1-1 0,2 1 0,-1 0 0,1 0 0,0 1 0,0 0 0,1 0 0,0 1 0,0-1 0,-5 11 0,3-6 0,6-10 0,0-1 0,0 1 0,1-1 0,-1 1 0,0-1 0,0 1 0,1 0 0,-1-1 0,1 1 0,-1-1 0,1 1 0,0 0 0,0 0 0,0 1 0,0-1 0,0-1 0,0 1 0,0-1 0,0 1 0,0 0 0,0-1 0,1 1 0,-1-1 0,1 1 0,-1-1 0,1 1 0,-1-1 0,1 1 0,0-1 0,1 2 0,2 3 0,-4-5 0,1-1 0,-1 1 0,0-1 0,1 0 0,-1 1 0,0-1 0,1 0 0,-1 1 0,0-1 0,1 0 0,-1 0 0,1 1 0,-1-1 0,1 0 0,-1 0 0,0 0 0,1 0 0,-1 1 0,1-1 0,-1 0 0,1 0 0,-1 0 0,1 0 0,-1 0 0,1 0 0,-1 0 0,1 0 0,-1-1 0,1 1 0,-1 0 0,1 0 0,-1 0 0,10 0 0,0-1 0,-1 1 0,0-2 0,1 1 0,-1-1 0,0-1 0,0 0 0,0 0 0,0 0 0,0-1 0,8-6 0,-16 10 0,6-4 0,0 0 0,-1-1 0,1 0 0,-1 0 0,0 0 0,-1-1 0,1 1 0,6-10 0,-12 15 0,0 0 0,0-1 0,0 1 0,1 0 0,-1 0 0,0 0 0,0 0 0,1-1 0,-1 1 0,0 0 0,0 0 0,1 0 0,-1 0 0,0 0 0,0 0 0,1 0 0,-1 0 0,0 0 0,0 0 0,1 0 0,-1 0 0,0 0 0,1 0 0,-1 0 0,0 0 0,0 0 0,1 0 0,-1 0 0,0 0 0,0 0 0,1 1 0,-1-1 0,0 0 0,0 0 0,1 0 0,-1 0 0,0 0 0,0 1 0,1-1 0,3 5 0,2 7 0,-5-11 0,-1 0 0,1 0 0,-1 0 0,1 1 0,0-1 0,0 0 0,-1 0 0,1 0 0,0 0 0,0 0 0,0 0 0,0-1 0,2 2 0,4 8 0,-7-9 0,0-1 0,1 1 0,-1-1 0,0 1 0,0 0 0,1-1 0,-1 1 0,0-1 0,1 1 0,-1-1 0,1 1 0,-1-1 0,1 1 0,-1-1 0,1 0 0,-1 1 0,1-1 0,-1 0 0,1 1 0,-1-1 0,1 0 0,0 0 0,0 1 0,1-1 0,2 1 0,-1-1 0,1 1 0,-1 0 0,1 1 0,-1-1 0,0 1 0,4 1 0,-4-1 0,1-1 0,-1 0 0,1 0 0,-1 0 0,1 0 0,-1 0 0,1-1 0,-1 1 0,1-1 0,0 0 0,-1-1 0,1 1 0,6-2 0,47-12 0,-50 12 0,0-1 0,1 0 0,-1 0 0,0-1 0,10-6 0,-14 8 0,-1 0 0,1 0 0,0 0 0,-1 0 0,1-1 0,-1 1 0,1-1 0,-1 0 0,0 0 0,0 1 0,-1-1 0,3-5 0,7-15 0,-9 21 0,-1 1 0,0-1 0,0 1 0,0-1 0,-1 1 0,1-1 0,0 0 0,0 1 0,-1-1 0,1 0 0,-1 0 0,0 0 0,1 1 0,-1-1 0,0 0 0,0 0 0,0 0 0,0 1 0,-1-1 0,1 0 0,0 0 0,-1 0 0,1 1 0,-1-1 0,-1-2 0,-4-4 0,5 6 0,-1-1 0,1 1 0,-1 0 0,1 0 0,0-1 0,-1 1 0,0-5 0,2 5 0,0 2 0,0 0 0,0-1 0,0 1 0,0 0 0,-1 0 0,1-1 0,0 1 0,0 0 0,0 0 0,0-1 0,0 1 0,0 0 0,-1 0 0,1-1 0,0 1 0,0 0 0,0 0 0,-1 0 0,1 0 0,0-1 0,0 1 0,-1 0 0,1 0 0,0 0 0,0 0 0,-1 0 0,1 0 0,0 0 0,-1-1 0,1 1 0,0 0 0,0 0 0,-1 0 0,1 0 0,0 0 0,0 0 0,-1 0 0,1 1 0,-1-1 0,-7-3 0,-1 2 0,6 2 0,-1-1 0,1 0 0,-1 1 0,1 0 0,-1 0 0,1 0 0,0 0 0,-1 1 0,1-1 0,0 1 0,0 0 0,0 0 0,0 0 0,-4 4 0,2-1 0,0 0 0,0 1 0,0-1 0,-5 9 0,5-5 0,1 0 0,0 1 0,0-1 0,1 1 0,-4 14 0,6-19 0,1 0 0,0 0 0,0 1 0,0-1 0,0 0 0,1 1 0,-1-1 0,1 0 0,1 0 0,-1 0 0,1 0 0,4 9 0,3 3 0,1-1 0,15 20 0,-21-31 0,63 75 0,2 1 0,-45-49 0,-13-19 0,0 0 0,-2 1 0,1 0 0,-2 0 0,0 1 0,0 0 0,5 20 0,-9-21 0,0 0 0,-1 0 0,-1 0 0,-1 0 0,1 25 0,-3-34 0,0 1 0,0-1 0,0 1 0,0-1 0,-1 1 0,0-1 0,0 0 0,-1 0 0,1 0 0,-1 0 0,0 0 0,0-1 0,-1 1 0,1-1 0,-1 0 0,0 0 0,-7 5 0,-3 2 0,-1-1 0,0-1 0,-1-1 0,0 0 0,0-1 0,0 0 0,-1-2 0,0 0 0,-33 5 0,-5-3 0,-99-2 0,133-5 0,0-2 0,0 0 0,0-1 0,1-1 0,-1-1 0,1-1 0,0-1 0,1-1 0,0 0 0,-35-22 0,50 28 0,1-1 0,0 1 0,0-1 0,0 0 0,0 0 0,0 0 0,0-1 0,1 1 0,-1-1 0,1 1 0,-3-9 0,4 10 0,0-1 0,0 1 0,0-1 0,1 1 0,-1-1 0,1 1 0,0-1 0,-1 1 0,1-1 0,1 0 0,-1 1 0,0-1 0,0 0 0,1 1 0,0-1 0,-1 1 0,1-1 0,0 1 0,0 0 0,3-5 0,4-3 0,0 0 0,0 1 0,1 0 0,0 0 0,1 1 0,15-11 0,70-36 0,-20 13 0,141-68 0,-131 71 0,254-144 0,-321 173 0,100-66 0,-100 63 0,-1-1 0,-1 0 0,0-1 0,14-19 0,-29 33 0,0 1 0,0-1 0,-1 0 0,1 0 0,0 0 0,-1 0 0,1 0 0,-1 0 0,1 0 0,-1 0 0,1 0 0,-1 0 0,0 0 0,1 0 0,-1 0 0,0 0 0,0 0 0,0 0 0,0-1 0,0 1 0,0 0 0,0 0 0,0 0 0,-1-2 0,0 2 0,0 0 0,1 0 0,-1 0 0,0 0 0,-1 0 0,1 0 0,0 0 0,0 0 0,0 1 0,0-1 0,-1 0 0,1 1 0,0-1 0,0 1 0,-1 0 0,-2-1 0,-4-1 0,0 1 0,0 1 0,0-1 0,0 1 0,-15 2 0,12 0 0,0-1 0,1 2 0,-1-1 0,0 2 0,1-1 0,0 1 0,0 1 0,0 0 0,0 0 0,1 1 0,0 0 0,0 1 0,-14 13 0,-9 13 0,15-16 0,1 1 0,-16 22 0,28-34 0,0-1 0,0 1 0,1 1 0,0-1 0,1 0 0,-1 1 0,1-1 0,0 1 0,1 0 0,0 0 0,0-1 0,0 8 0,1-7 0,-1-3 0,1 1 0,0 0 0,0-1 0,0 1 0,1-1 0,-1 1 0,1-1 0,0 1 0,1-1 0,-1 1 0,1-1 0,0 0 0,0 0 0,0 0 0,3 4 0,4 3 0,0 0 0,20 18 0,-24-25 0,1 0 0,-1-1 0,1 1 0,0-1 0,0 0 0,0-1 0,1 0 0,8 3 0,6 0-1139,0 0 0,1-2 0,0 0 0,0-2 0,41-1 1,-8-9-6045,-40 6 2729,0 1-1,18-1 1</inkml:trace>
</inkml:ink>
</file>

<file path=ppt/ink/ink2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6.755"/>
    </inkml:context>
    <inkml:brush xml:id="br0">
      <inkml:brushProperty name="width" value="0.035" units="cm"/>
      <inkml:brushProperty name="height" value="0.035" units="cm"/>
      <inkml:brushProperty name="color" value="#0066FF"/>
    </inkml:brush>
  </inkml:definitions>
  <inkml:trace contextRef="#ctx0" brushRef="#br0">109 188 1488,'-69'18'12087,"29"3"4442,56-17-14266,131-16-1835,-63 3-456,190-24 28,-145 12 0,-38 5 0,109-20-785,-49 8-840,70-20-11002,-160 27 3720,-42 15 4141</inkml:trace>
</inkml:ink>
</file>

<file path=ppt/ink/ink2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06.960"/>
    </inkml:context>
    <inkml:brush xml:id="br0">
      <inkml:brushProperty name="width" value="0.035" units="cm"/>
      <inkml:brushProperty name="height" value="0.035" units="cm"/>
      <inkml:brushProperty name="color" value="#0066FF"/>
    </inkml:brush>
  </inkml:definitions>
  <inkml:trace contextRef="#ctx0" brushRef="#br0">196 134 464,'-31'12'3344,"-90"29"13819,114-39-15361,2 0 0,-1 1-1,0 0 1,0-1 0,-6 6 0,11-7-1498,29 0 377,303-22-681,3-28 0,-181 18-4007,74-29-8833,-112 28 8100,-55 16-1735</inkml:trace>
</inkml:ink>
</file>

<file path=ppt/ink/ink2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2.005"/>
    </inkml:context>
    <inkml:brush xml:id="br0">
      <inkml:brushProperty name="width" value="0.035" units="cm"/>
      <inkml:brushProperty name="height" value="0.035" units="cm"/>
      <inkml:brushProperty name="color" value="#0066FF"/>
    </inkml:brush>
  </inkml:definitions>
  <inkml:trace contextRef="#ctx0" brushRef="#br0">104 66 1544,'-2'-3'1519,"0"1"0,0-1 0,0 1 0,1-1 0,-1 0-1,1 0 1,-1 0 0,1 0 0,-1-4 0,2 6-1242,0 1-1,0-1 1,0 1-1,-1-1 1,1 1 0,0-1-1,0 1 1,0-1 0,-1 1-1,1-1 1,0 1 0,-1-1-1,1 1 1,0-1-1,-1 1 1,1 0 0,-1-1-1,1 1 1,-1 0 0,0-1-1,0 0 156,1 1-1,-1-1 0,0 1 1,1-1-1,-1 1 0,0-1 1,1 1-1,-1-1 0,1 0 1,-1 1-1,1-1 0,-1 0 1,1 0-1,0 1 0,-1-1 1,1 0-1,0 0 0,0 0 1,-1 1-1,1-1 0,0 0 1,0-1-1,0-1-51,0 3-381,0 0-1,0-1 1,0 1-1,0 0 1,-1 0-1,1 0 1,0 0-1,0-1 1,0 1-1,0 0 1,0 0-1,0 0 1,0 0-1,0 0 1,-1 0-1,1 0 1,0-1-1,0 1 1,0 0-1,0 0 1,0 0-1,-1 0 1,1 0-1,0 0 1,0 0-1,0 0 1,0 0-1,-1 0 1,1 0-1,0 0 1,0 0-1,0 0 1,-1 0-1,1 0 1,0 0-1,0 0 1,0 0-1,0 0 1,0 0-1,-1 0 1,1 0-1,0 0 1,0 1-1,0-1 1,0 0-1,0 0 1,-1 0-1,1 0 1,0 0-1,0 1 1,-3 6 1,4-4 0,-1 8 0,-1-1 0,-1 0 0,-3 14 0,2-13 0,1-1 0,0 0 0,0 16 0,2-15 0,-1 0 0,-1-1 0,-5 19 0,-1 12 0,0 14 0,0 77 0,8-93 0,-7 55 0,6-85-508,0 0-1,1 0 1,1 14 0,-1-16-114,1-1 1,0 0 0,0 0 0,1 0 0,0 0 0,0 0 0,0-1 0,1 1 0,-1 0 0,2-1 0,-1 0 0,0 0 0,1 0 0,0 0 0,0-1 0,9 8 0,14 14-11240,-11-15 5842</inkml:trace>
</inkml:ink>
</file>

<file path=ppt/ink/ink2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2.227"/>
    </inkml:context>
    <inkml:brush xml:id="br0">
      <inkml:brushProperty name="width" value="0.035" units="cm"/>
      <inkml:brushProperty name="height" value="0.035" units="cm"/>
      <inkml:brushProperty name="color" value="#0066FF"/>
    </inkml:brush>
  </inkml:definitions>
  <inkml:trace contextRef="#ctx0" brushRef="#br0">9 59 4105,'-1'-1'518,"0"0"0,1 1 0,-1-1 0,0 0 0,1 0 0,-1 0 0,0 0 0,1 0 1,-1 0-1,1-1 0,0 1 0,-1 0 0,1 0 0,0 0 0,0 0 0,0 0 0,0-1 0,-1 1 0,2 0 0,-1 0 0,0 0 1,0 0-1,0 0 0,0-1 0,1 1 0,-1 0 0,1 0 0,-1 0 0,2-2 0,0 0 934,1 0-1,0 0 0,0 0 1,0 1-1,0-1 1,0 1-1,5-3 1,-5 4-489,4 1-494,0 1-393,-6-1-76,-1 1 0,0-1 0,0 0 0,1 0 0,-1 0 0,0 1 0,0-1 0,0 0 0,1 0 0,-1 1 0,0-1 0,0 0 0,0 1 0,0-1 0,0 0 0,0 0 0,0 1 0,0-1 0,0 0 0,0 1 0,0-1 0,0 0 0,0 1 0,0-1 0,0 0 0,0 1 0,0-1 0,0 0 0,0 1 0,-1 6 0,1-5-394,0 0 0,-1 0 1,2 0-1,-1 0 0,0 0 0,0 0 0,0 0 0,1 0 1,0 0-1,0 3 0,0-5 94,-1 0 1,1 1-1,-1-1 0,0 0 0,1 0 1,-1 0-1,1 0 0,-1 0 0,0 0 1,1 0-1,-1 0 0,1 0 0,-1 0 1,1 0-1,-1 0 0,0 0 0,1 0 1,-1 0-1,1 0 0,-1 0 0,0-1 1,1 1-1,-1 0 0,1 0 0,-1 0 1,1-1-1,11-3-3470,12-5-6838,-15 8 5316</inkml:trace>
</inkml:ink>
</file>

<file path=ppt/ink/ink2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2.777"/>
    </inkml:context>
    <inkml:brush xml:id="br0">
      <inkml:brushProperty name="width" value="0.035" units="cm"/>
      <inkml:brushProperty name="height" value="0.035" units="cm"/>
      <inkml:brushProperty name="color" value="#0066FF"/>
    </inkml:brush>
  </inkml:definitions>
  <inkml:trace contextRef="#ctx0" brushRef="#br0">104 33 960,'0'-5'3156,"0"4"-2931,1 1 0,-1-1 0,0 1 1,0-1-1,0 1 0,0-1 0,0 1 0,0-1 0,0 1 0,0-1 0,0 1 1,0-1-1,0 1 0,0-1 0,0 1 0,0 0 0,0-1 0,0 1 1,0-1-1,-1 1 0,1-1 0,0 1 0,0-1 0,-1 1 0,1 0 1,0-1-1,0 1 0,-1 0 0,1-1 0,-1 1 0,1 0 0,0-1 0,-1 1 1,1 0-1,-1 0 0,1-1 0,0 1 0,-1 0 0,0 0 0,-4-4 4250,4 4-3879,0-1 0,0 0-1,0 0 1,0 1-1,0-1 1,0 1-1,0-1 1,0 1-1,0-1 1,0 1 0,0 0-1,-2-1 1,-4 2 796,10 2 880,-2-2-2084,0 0 1,0-1-1,0 1 0,0 0 0,0 0 0,0 0 1,0 0-1,-1 0 0,1 0 0,0 0 0,-1 0 0,1 0 1,0 0-1,-1 0 0,0 1 0,1-1 0,-1 0 1,0 0-1,1 3 0,-2-2-188,0 1 0,1-1 0,-1 0 0,0 1 0,-1-1 0,1 0 0,0 1 0,-1-1 0,1 0 0,-4 3 0,-6 10 0,-1 12 0,1 1 0,2 0 0,-12 56 0,17-65 0,3-16 0,1 1 0,-1 0 0,1 0 0,0-1 0,0 1 0,0 0 0,1-1 0,-1 1 0,1 0 0,0-1 0,0 1 0,3 4 0,1 3 0,0 0 0,11 14 0,-7-12 0,-7-10 0,1 0 0,-1-1 0,1 1 0,-1-1 0,1 0 0,0 1 0,0-1 0,0 0 0,0-1 0,0 1 0,0-1 0,7 3 0,-4-2 0,1 0 0,0-1 0,0 1 0,0-1 0,9 0 0,0-3 0,0 0 0,0 0 0,0-1 0,0-1 0,-1-1 0,1 0 0,-1-1 0,-1-1 0,1 0 0,-1-1 0,0-1 0,-1 0 0,15-13 0,6-13 0,-18 17 0,-14 15 0,-1 0 0,1 0 0,-1 0 0,0 0 0,1 0 0,-1 0 0,-1 0 0,1-1 0,0 1 0,-1 0 0,0-1 0,0 1 0,0 0 0,0-1 0,0 1 0,-1-5 0,0-9 0,-1 14 0,-1 7 0,-2 6 0,4-9 0,0 1 0,0 0 0,0-1 0,1 1 0,-1 0 0,1-1 0,-1 1 0,1 0 0,-1 0 0,1 0 0,0 0 0,0-1 0,0 1 0,0 0 0,1 3 0,-1-2 0,0 1 0,0-1 0,0 0 0,0 1 0,-1-1 0,-1 6 0,0 1 3,0 0-1,0 0 1,0 12-1,2-14-9,0 0 1,-1 0-1,-1 1 0,0-1 0,0 0 1,0 0-1,-5 10 0,-17 17-2600,19-29 413,0 0 0,1 1 0,0-1 0,-7 14-1,9-14 527,-2 1-2282,3 3-3404,1 0 2717</inkml:trace>
</inkml:ink>
</file>

<file path=ppt/ink/ink2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3.620"/>
    </inkml:context>
    <inkml:brush xml:id="br0">
      <inkml:brushProperty name="width" value="0.035" units="cm"/>
      <inkml:brushProperty name="height" value="0.035" units="cm"/>
      <inkml:brushProperty name="color" value="#0066FF"/>
    </inkml:brush>
  </inkml:definitions>
  <inkml:trace contextRef="#ctx0" brushRef="#br0">19 26 3201,'-1'0'373,"1"0"0,0-1 0,0 1 1,0 0-1,-1-1 0,1 1 0,-1-1 747,1 1-747,0 0 1,-1-1-1,1 1 0,0 0 0,-1 0 1,1-1-1,0 1 0,-1 0 0,1 0 1,-1 0-1,1 0 0,0 0 0,-1 0 1,1 0-1,-1-1 0,1 1 0,0 0 1,-1 0-1,1 1 0,-1-1 0,1 0 1,0 0-1,-1 0 0,1 0 0,-1 0 1,1 0-1,0 0 0,-1 1 0,1-1 1,0 0-1,-1 0 0,1 1 0,-1-1 747,1 1-747,0-1 1,-1 0-1,1 1 0,-1 0-136,1-1 0,0 1 1,0-1-1,0 1 0,0-1 0,0 1 0,0-1 0,-1 1 1,1 0-1,0-1 0,1 1 0,-1-1 0,0 1 0,0-1 1,0 1-1,0-1 0,0 1 0,0-1 0,1 1 0,-1-1 1,0 1-1,1 0 0,16 25 3660,-10-13-3132,-6-11-704,0-1-1,0 1 1,0-1-1,0 1 1,0-1-1,-1 1 1,1 0-1,-1-1 1,1 1-1,-1 0 1,0-1-1,1 3 1,-1 14-61,0-7 0,0 0 0,0 0 0,-1 1 0,0-1 0,-4 14 0,-4 11 0,8-31 0,0 1 0,1-1 0,0 0 0,-1 0 0,2 9 0,0-12 0,-1-9 0,1 0 0,0 0 0,0 0 0,4-11 0,-3 11 0,0 1 0,0-1 0,-1 1 0,1-12 0,-2 12 0,1-1 0,0 1 0,0 0 0,4-12 0,-3 12 0,0 0 0,0 0 0,-1 0 0,1-13 0,-2 14 0,1 0 0,-1 0 0,1 0 0,1 0 0,2-10 0,-2 11 0,0-1 0,-1 0 0,0 0 0,0 0 0,1-10 0,-2 15 0,0-1 0,0 1 0,0-1 0,0 1 0,0 0 0,0-1 0,0 1 0,0-1 0,0 1 0,0 0 0,1-1 0,-1 1 0,0-1 0,0 1 0,0 0 0,1-1 0,-1 1 0,0 0 0,0-1 0,1 1 0,-1 0 0,0 0 0,1-1 0,-1 1 0,5-8 0,-4 4 0,6 4 0,-5 1 0,0 0 0,0 0 0,-1 0 0,1 0 0,0 1 0,-1-1 0,1 1 0,-1-1 0,1 1 0,-1 0 0,0 0 0,1-1 0,-1 1 0,0 0 0,0 0 0,1 4 0,-2-3 0,1 1 0,-1-1 0,1 0 0,0 0 0,0 0 0,1 1 0,2 4 0,4 11 0,-6-14 0,-1 1 0,1 0 0,1 1 0,-1-1 0,1 0 0,0 0 0,0 0 0,1-1 0,6 10 0,0-3 0,6 3 0,9-4 0,-18-11 0,-1-1 0,1 1 0,-1-1 0,0 0 0,0-1 0,1 0 0,-1 0 0,0 0 0,-1-1 0,1 1 0,0-2 0,-1 1 0,1 0 0,-1-1 0,8-8 0,11-6 0,-21 15 0,1 0 0,0 1 0,-1-1 0,1 0 0,-1-1 0,0 1 0,0 0 0,5-8 0,-1-2 0,-5 11 0,-1 1 0,0-1 0,0 0 0,0 0 0,0 1 0,0-1 0,0 0 0,-1 0 0,1 0 0,-1 0 0,1-4 0,1 2 0,3 5 0,2 7 0,0 1 0,-1 0 0,0 0 0,6 13 0,-11-19 0,1 1 0,0-1 0,0 0 0,1 1 0,-1-1 0,1 0 0,-1 0 0,1-1 0,0 1 0,4 2 0,36 22 0,-24-15 0,-16-11 0,-1 1 0,1-1 0,-1 0 0,1 0 0,0 0 0,0 0 0,-1 0 0,1-1 0,0 1 0,0-1 0,0 1 0,0-1 0,5-1 0,-1 0 0,1-1 0,-1 0 0,14-5 0,4-2 0,-20 7 0,0 0 0,0 0 0,0-1 0,0 0 0,0 1 0,0-2 0,-1 1 0,0 0 0,1-1 0,-1 0 0,-1 0 0,1 0 0,0-1 0,-1 1 0,0-1 0,0 0 0,3-7 0,3-6 0,-7 15 0,0 0 0,0 0 0,0 0 0,-1 0 0,0-1 0,0 1 0,0-1 0,0 1 0,0-1 0,0 1 0,-1-1 0,0-6 0,0 6 0,0 13 0,0 87-607,-3-94-2281,-4-7-1991,-6-6-3529,12 10 7933,-2-10-8380,-4 5 4272</inkml:trace>
</inkml:ink>
</file>

<file path=ppt/ink/ink2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3.787"/>
    </inkml:context>
    <inkml:brush xml:id="br0">
      <inkml:brushProperty name="width" value="0.035" units="cm"/>
      <inkml:brushProperty name="height" value="0.035" units="cm"/>
      <inkml:brushProperty name="color" value="#0066FF"/>
    </inkml:brush>
  </inkml:definitions>
  <inkml:trace contextRef="#ctx0" brushRef="#br0">77 70 2457,'-3'-2'761,"-7"-4"2828,1 0 0,-1 1 0,-18-7 0,14 5 29,11 4-1974,10 1-113,20-3-4519,-23 5 1981,0-1-1,0 1 1,0-1 0,0 0-1,0 0 1,0-1-1,0 1 1,6-3-1,1-1-3373,4-1 123</inkml:trace>
</inkml:ink>
</file>

<file path=ppt/ink/ink2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4.143"/>
    </inkml:context>
    <inkml:brush xml:id="br0">
      <inkml:brushProperty name="width" value="0.035" units="cm"/>
      <inkml:brushProperty name="height" value="0.035" units="cm"/>
      <inkml:brushProperty name="color" value="#0066FF"/>
    </inkml:brush>
  </inkml:definitions>
  <inkml:trace contextRef="#ctx0" brushRef="#br0">51 19 456,'-1'-1'4977,"-12"-3"-853,9 4 355,1-1-3565,0 1 0,1 0 0,-1-1 1,1 0-1,-1 1 0,1-1 0,-1 0 0,1 0 0,-1 0 0,-4-5 6008,23 14-4254,-12-5-2668,0 0 0,1 1 0,-1-1 0,-1 1 0,1 0 0,0 0 0,-1 0 0,0 0 0,0 0 0,0 1 0,0 0 0,-1-1 0,0 1 0,0 0 0,0 0 0,1 9 0,-1-3 0,0 0 0,-1 1 0,-1-1 0,0 0 0,0 1 0,-1-1 0,-3 12 0,1 12 0,3-27 0,-1-1 0,0 1 0,0 0 0,-3 11 0,-1 1 0,1 0 0,-4 39 0,1 3 0,6-54 0,0 0 0,0-1 0,1 1 0,1 0 0,-1 0 0,1-1 0,0 1 0,1 0 0,4 12 0,-5-18-219,0 0 1,0 0-1,0 0 0,1 0 1,-1-1-1,0 1 0,1-1 1,-1 1-1,1-1 0,0 1 0,-1-1 1,1 0-1,0 0 0,0 0 1,0 0-1,0 0 0,0 0 1,0 0-1,0 0 0,0-1 1,0 1-1,0-1 0,0 0 1,3 0-1,1 1-674,0-1 0,0-1 0,-1 1 0,1-1 0,0 0 0,0 0 0,11-4 0,-1-3-2738,0 0-1,0 0 1,19-16 0,-17 8-328</inkml:trace>
</inkml:ink>
</file>

<file path=ppt/ink/ink2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4.390"/>
    </inkml:context>
    <inkml:brush xml:id="br0">
      <inkml:brushProperty name="width" value="0.035" units="cm"/>
      <inkml:brushProperty name="height" value="0.035" units="cm"/>
      <inkml:brushProperty name="color" value="#0066FF"/>
    </inkml:brush>
  </inkml:definitions>
  <inkml:trace contextRef="#ctx0" brushRef="#br0">53 22 2857,'-11'-8'10279,"9"6"-9460,1 1-1,0 0 0,-1 0 0,1 0 0,-1 0 0,0 0 0,1 0 0,-1 0 1,0 1-1,1-1 0,-1 0 0,0 1 0,0 0 0,1-1 0,-1 1 0,-2 0 0,3 0-762,1 0 0,-1 0 0,1 0 0,-1 0 0,1 0-1,-1 0 1,1 1 0,-1-1 0,1 0 0,0 0 0,-1 0-1,1 1 1,-1-1 0,1 0 0,0 0 0,-1 1 0,1-1-1,-1 0 1,1 1 0,0-1 0,0 1 0,-1-1 0,1 0-1,0 1 1,0-1 0,-1 1 0,1-1 0,0 1 0,0-1-1,0 1 1,0-1 0,0 1 0,-1-1 0,1 1 0,0-1-1,0 1 1,0-1 0,0 1 0,1-1 0,-1 1 0,0 0 0,6 26 2584,-3-15-1903,-2-4-737,0 0 0,0-1 0,1 1 0,2 7 0,-2-7 0,0 0 0,0 0 0,-1 1 0,1 8 0,-3 28 6,0-20-19,0 0 1,2 0-1,1-1 0,8 35 1,-9-54-347,0 0 1,1-1-1,0 1 1,0-1-1,1 1 1,2 4-1,-2-6-391,-1 0-1,1 1 0,0-1 0,0-1 1,0 1-1,0 0 0,1-1 1,-1 0-1,1 0 0,7 4 0,-5-4-479,1 0 0,0 0 0,0-1 0,0 0 0,0 0-1,0 0 1,0-1 0,0 0 0,0-1 0,0 0-1,11-2 1,6-2-1750,-5-1-36</inkml:trace>
</inkml:ink>
</file>

<file path=ppt/ink/ink2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4.863"/>
    </inkml:context>
    <inkml:brush xml:id="br0">
      <inkml:brushProperty name="width" value="0.035" units="cm"/>
      <inkml:brushProperty name="height" value="0.035" units="cm"/>
      <inkml:brushProperty name="color" value="#0066FF"/>
    </inkml:brush>
  </inkml:definitions>
  <inkml:trace contextRef="#ctx0" brushRef="#br0">199 33 1480,'8'-26'8391,"-8"25"-8232,0 1-1,0 0 0,0-1 0,0 1 0,0 0 0,-1 0 0,1-1 0,0 1 0,0 0 0,0-1 1,-1 1-1,1 0 0,0 0 0,0-1 0,-1 1 0,1 0 0,0 0 0,-1 0 0,1-1 0,0 1 1,-1 0-1,1 0 0,0 0 0,-1 0 0,1 0 0,0 0 0,-1 0 0,1 0 0,0 0 0,-1 0 1,1 0-1,0 0 0,-1 0 0,1 0 0,0 0 0,-1 0 0,1 0 0,-1 0 0,-18 4 4447,14-2-3308,-4 1-444,1 0-1,0 1 0,-1 0 1,2 0-1,-1 1 0,0 0 1,1 0-1,0 1 1,0 0-1,-7 9 0,-14 10 600,23-20-1452,0 1 0,1 0 0,0 0 0,0 0 0,0 1 0,1 0 0,0-1 0,0 1 0,-2 11 0,-4 6 0,9-23 0,-1 1 0,1-1 0,-1 1 0,1-1 0,0 1 0,-1-1 0,1 1 0,0-1 0,0 1 0,0 0 0,0-1 0,1 1 0,-1-1 0,0 1 0,1-1 0,-1 1 0,1-1 0,-1 1 0,1-1 0,0 1 0,-1-1 0,1 0 0,0 1 0,0-1 0,0 0 0,0 0 0,0 0 0,1 0 0,-1 1 0,0-2 0,0 1 0,2 1 0,-1-1 0,-1-1 0,1 1 0,0-1 0,0 1 0,-1-1 0,1 0 0,0 1 0,0-1 0,0 0 0,-1 0 0,1-1 0,0 1 0,0 0 0,0 0 0,-1-1 0,1 1 0,0-1 0,2-1 0,36-18 0,-22 10 0,-3 2 0,0-1 0,0 0 0,13-13 0,19-11 0,-10 5 0,-29 21 0,1 1 0,0 0 0,0 0 0,12-6 0,-6 6 0,-14 4 0,1 1 0,0 0 0,0 0 0,0 0 0,0 0 0,0 0 0,0 1 0,0-1 0,0 0 0,0 1 0,1 0 0,-1-1 0,0 1 0,0 0 0,0 0 0,0 0 0,1 1 0,-1-1 0,0 0 0,0 1 0,0 0 0,0-1 0,0 1 0,4 2 0,18 9 0,-19-9 0,0-1 0,-1 0 0,1 1 0,-1 0 0,1 0 0,-1 0 0,0 1 0,4 4 0,12 10 0,-18-17 0,1 1 0,-1 0 0,0 0 0,0-1 0,0 1 0,0 0 0,0 1 0,0-1 0,0 0 0,-1 0 0,1 1 0,-1-1 0,0 1 0,0-1 0,0 1 0,0 0 0,0-1 0,1 6 0,6 43 0,-8-23 0,2-24 0,3-8 0,3-2 0,1 1 0,-1 0 0,1 1 0,16-6 0,-21 8 0,9-3 0,0 1 0,1 0 0,0 1 0,-1 0 0,21-1 0,69 4 0,-43 2 0,111 11-774,1 0-674,-159-13-1131,0 0-1,-1-1 1,24-6-1,-29 6 931,0-2 0,-1 1 1,1-1-1,0 0 0,6-4 0,1-1-1841,-4 6-281</inkml:trace>
</inkml:ink>
</file>

<file path=ppt/ink/ink2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6.909"/>
    </inkml:context>
    <inkml:brush xml:id="br0">
      <inkml:brushProperty name="width" value="0.035" units="cm"/>
      <inkml:brushProperty name="height" value="0.035" units="cm"/>
      <inkml:brushProperty name="color" value="#0066FF"/>
    </inkml:brush>
  </inkml:definitions>
  <inkml:trace contextRef="#ctx0" brushRef="#br0">146 777 1648,'-12'11'6596,"-12"9"-1596,18-16-3522,4-2-546,-1 0 1,1-1-1,-1 1 0,0-1 0,0 1 0,0-1 0,-4 1 0,6-2 595,-18-1 3957,3-3-3425,15 4-1983,0 0 0,0 0-1,0-1 1,0 1 0,1 0 0,-1-1 0,0 1 0,0 0 0,0-1 0,0 1 0,1-1 0,-1 0 0,0 1-1,0-1 1,1 0 0,-1 1 0,0-1 0,1 0 0,-1-1 0,0 1-76,1 0 0,0-1 0,0 1 0,-1 0 0,1 0 0,-1 0 0,1-1 0,-1 1 0,0 0 0,1 0 0,-1 0 0,-1-1 0,1 1 0,0-1 0,0 1 0,0 0 0,0 0 0,0-1 0,1 1 0,-1-1 0,1 1 0,-1-1 0,1 1 0,-1-1 0,1-2 0,-5-10 0,5 13 0,-1 0 0,1 0 0,-1 1 0,1-1 0,0 0 0,-1 0 0,1 0 0,0 0 0,0 0 0,0 0 0,0 0 0,0 0 0,0 1 0,0-1 0,0 0 0,0 0 0,0 0 0,0-1 0,2-3 0,2-6 0,1-1 0,1 1 0,0 0 0,13-20 0,6 1 0,3-5 0,-1 0 0,30-52 0,-1-2 0,-35 57 0,22-40 0,32-72 0,-72 138 0,0 1 0,0-1 0,-1 0 0,0-1 0,0 1 0,-1 0 0,2-11 0,-6 10 0,2 6 0,0 0 0,1 1 0,-1-1 0,1 0 0,-1 0 0,1 1 0,0-1 0,-1 0 0,1 0 0,0 0 0,-1 0 0,1 1 0,0-1 0,0 0 0,0 0 0,0 0 0,0 0 0,0 0 0,0 0 0,0 1 0,0-3 0,0 3 0,-1-1 0,1 1 0,0-1 0,-1 1 0,1-1 0,-1 1 0,1 0 0,-1-1 0,0 1 0,1-1 0,-1 1 0,1 0 0,-1 0 0,0-1 0,1 1 0,-1 0 0,0 0 0,1 0 0,-1 0 0,0-1 0,1 1 0,-1 0 0,0 0 0,1 1 0,-1-1 0,0 0 0,1 0 0,-1 0 0,0 0 0,1 0 0,-2 1 0,-26 5 0,26-6 0,-58 22 0,31-9 0,16-6 0,-18 11 0,28-16 0,0 0 0,-1 1 0,1-1 0,-1-1 0,1 1 0,-1 0 0,1-1 0,-1 0 0,0 0 0,0 0 0,-5 1 0,6-2 0,-5 3 0,3 0 0,5-3 0,0 0 0,0 0 0,0 0 0,-1 0 0,1 0 0,0 0 0,0 1 0,0-1 0,0 0 0,0 0 0,-1 0 0,1 0 0,0 0 0,0 1 0,0-1 0,0 0 0,0 0 0,0 0 0,0 0 0,-1 0 0,1 1 0,0-1 0,0 0 0,0 0 0,0 0 0,0 1 0,0-1 0,0 0 0,0 0 0,0 0 0,0 1 0,0-1 0,0 0 0,0 0 0,0 0 0,0 0 0,0 1 0,1-1 0,-1 0 0,0 3 0,-6-1 0,6 0 0,7-5 0,28-17 0,1 3 0,49-18 0,16-7 0,-41 21 0,-48 13 0,-12 8 0,1 0 0,-1 0 0,0-1 0,0 1 0,1 0 0,-1 0 0,0 0 0,0-1 0,1 1 0,-1 0 0,0 0 0,0 0 0,1 0 0,-1 0 0,0-1 0,1 1 0,-1 0 0,0 0 0,1 0 0,-1 0 0,0 0 0,1 0 0,-1 0 0,0 0 0,1 0 0,-1 0 0,0 1 0,0-1 0,1 0 0,-1 0 0,0 0 0,1 0 0,-1 0 0,0 1 0,0-1 0,1 0 0,-1 0 0,0 0 0,0 1 0,1-1 0,-1 0 0,0 0 0,0 1 0,0-1 0,1 0 0,-1 0 0,0 1 0,0-1 0,0 0 0,0 1 0,0-1 0,0 1 0,1 0 0,-1 0 0,0 0 0,0 0 0,1 0 0,-1 0 0,0 0 0,1 0 0,-1 0 0,1 0 0,-1 0 0,1 0 0,0 0 0,1 1 0,-1-1 0,0 1 0,0-1 0,0 0 0,-1 0 0,1 1 0,0-1 0,0 0 0,-1 1 0,1-1 0,-1 0 0,1 1 0,-1-1 0,0 1 0,1 2 0,-1 0 0,-1 0 0,1 0 0,0 0 0,0-1 0,1 1 0,-1 0 0,1 0 0,0 0 0,0-1 0,3 7 0,0 6-2435,-4-15 2125,0 0 0,0 0-1,0 0 1,0 0 0,1 0-1,-1 0 1,0 0 0,0 0-1,1 0 1,-1 0 0,1 0-1,-1 0 1,1 0 0,-1 0-1,1 0 1,-1 0 0,1-1-1,0 1 1,0 0 0,-1 0-1,1-1 1,0 1-1,0 0 1,0-1 0,0 1-1,0-1 1,0 1 0,0-1-1,0 1 1,0-1 0,0 0-1,0 1 1,0-1 0,0 0-1,1 0 1,22 1-6288,-5 3-774,-3-4 2518</inkml:trace>
</inkml:ink>
</file>

<file path=ppt/ink/ink2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5.429"/>
    </inkml:context>
    <inkml:brush xml:id="br0">
      <inkml:brushProperty name="width" value="0.035" units="cm"/>
      <inkml:brushProperty name="height" value="0.035" units="cm"/>
      <inkml:brushProperty name="color" value="#0066FF"/>
    </inkml:brush>
  </inkml:definitions>
  <inkml:trace contextRef="#ctx0" brushRef="#br0">136 256 752,'-18'6'2937,"-42"14"6361,47-15-5078,0 1 0,-18 10 0,39-17 709,13 2-3336,-6 0-1172,77-5-317,96-17 1,-48 3-137,926-90 32,-298 13-1700,-536 64 721,-81 3-9326,-129 24 7188,-41 11-5625,-40 12 5688,-75 19-172,-15 8 2031,47-13 1327,-470 168 9277,428-146-5092,81-32-1569,-57 22 3625,96-34-2830,-27 18 1,50-29-3517,1 0 1,-1 0 0,1 1 0,0-1-1,-1 0 1,1 0 0,-1 0 0,1 1-1,0-1 1,-1 0 0,1 1 0,0-1-1,-1 0 1,1 1 0,0-1 0,0 0-1,-1 1 1,1-1 0,0 1 0,0-1-1,0 0 1,-1 1 0,1-1 0,0 1-1,0-1 1,0 1 0,10 4 684,23-3 76,-31-2-785,38-2-3,52-10 0,-30 4 0,179-29 0,359-54 0,-303 42 0,-205 34 0,166-22 0,-52 5-75,-195 30-697,-30-1-7646,11 2 6697,-1-1 0,1 2 0,-1-1-1,0 1 1,-10 2 0,-3-1-980,-22-1-3577,18 0 2682</inkml:trace>
</inkml:ink>
</file>

<file path=ppt/ink/ink2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8.186"/>
    </inkml:context>
    <inkml:brush xml:id="br0">
      <inkml:brushProperty name="width" value="0.035" units="cm"/>
      <inkml:brushProperty name="height" value="0.035" units="cm"/>
      <inkml:brushProperty name="color" value="#0066FF"/>
    </inkml:brush>
  </inkml:definitions>
  <inkml:trace contextRef="#ctx0" brushRef="#br0">266 92 1992,'-5'-3'1864,"1"-10"8132,-11 11 7977,15 3-17488,-2 6-291,2-7-187,0 1 1,0 0-1,0-1 0,0 1 0,0-1 0,0 1 1,-1-1-1,1 1 0,0 0 0,0-1 0,-1 1 1,1-1-1,0 1 0,-1-1 0,1 1 0,0-1 1,-1 1-1,1-1 0,0 0 0,-1 1 0,1-1 1,-1 0-1,1 1 0,-1-1 0,0 1 0,0-1-4,1 0 0,-1 1 0,0-1 0,1 0 0,-1 1 0,1-1 0,-1 1 0,1-1 0,0 1-1,-1-1 1,1 1 0,-1-1 0,1 1 0,0-1 0,-1 1 0,1 0 0,0-1 0,0 1 0,-1-1 0,1 1-1,0 0 1,0-1 0,0 1 0,0 0 0,0 0 0,-1 2-3,1-1 0,-1 0 0,1 0 0,-1 0 0,0 0 0,0 0 0,0 0 0,0 0 0,0 0 0,-1 0 0,1 0 0,-1-1 0,1 1 0,-1 0 0,-2 1 0,-9 12 0,13-15 0,0 1 0,-1-1 0,1 0 0,0 1 0,-1-1 0,1 1 0,0-1 0,-1 0 0,1 1 0,-1-1 0,1 0 0,0 1 0,-1-1 0,1 0 0,-1 0 0,1 0 0,-1 1 0,1-1 0,-1 0 0,1 0 0,-1 0 0,1 0 0,-1 0 0,1 0 0,-1 0 0,1 0 0,-1 0 0,1 0 0,-1 0 0,1 0 0,-1 0 0,1 0 0,-1-1 0,1 1 0,-1 0 0,1 0 0,-1 0 0,1-1 0,0 1 0,-1 0 0,1-1 0,-1 1 0,-7-14 0,4 1 0,3 13 0,1-1 0,-1 0 0,1 0 0,-1 1 0,1-1 0,0 0 0,-1 0 0,1 0 0,0 0 0,0 1 0,0-1 0,0 0 0,-1 0 0,1 0 0,0 0 0,1 0 0,-1 0 0,0 1 0,0-1 0,0 0 0,1-1 0,1-4 0,1 1 0,0 0 0,0 0 0,1 0 0,-1 0 0,1 0 0,0 1 0,1-1 0,-1 1 0,7-5 0,-2 3 0,1 0 0,-1 0 0,1 1 0,1 0 0,14-5 0,-12 6 0,-1 0 0,1 1 0,1 1 0,-1 0 0,0 1 0,0 0 0,1 1 0,-1 0 0,0 1 0,18 4 0,-23-3 0,0 0 0,0 1 0,0 0 0,0 0 0,-1 1 0,0 0 0,0 0 0,0 1 0,0 0 0,-1 0 0,1 1 0,-1-1 0,5 8 0,-8-8 0,1-1 0,-2 1 0,1-1 0,-1 1 0,1 0 0,-1 0 0,-1 0 0,1 0 0,-1 0 0,0 1 0,0-1 0,0 0 0,-1 1 0,1-1 0,-1 1 0,-1-1 0,1 0 0,-1 1 0,0-1 0,0 0 0,-3 6 0,-2 6 0,-1 0 0,-1-1 0,-1 0 0,0 0 0,-1-1 0,-1 0 0,-24 27 0,-9 1 0,-49 38 0,80-70 0,-5 5 0,-1-1 0,0 0 0,-1-2 0,0 0 0,-2-1 0,-40 16 0,57-26 0,-1-1 0,0 0 0,1 0 0,-1 0 0,0-1 0,0 0 0,1 0 0,-1 0 0,0-1 0,1 0 0,-1 0 0,0-1 0,-10-3 0,13 4 0,0-1 0,0 1 0,1-1 0,-1 0 0,0 1 0,1-1 0,-1-1 0,1 1 0,0 0 0,-1 0 0,1-1 0,0 0 0,1 1 0,-1-1 0,0 0 0,1 0 0,-1 0 0,1 0 0,0 0 0,0 0 0,0 0 0,1 0 0,-1 0 0,1-1 0,-1-5 0,1 6 0,0 0 0,1 0 0,-1 0 0,1 0 0,0 0 0,-1 0 0,1 0 0,0 0 0,1 0 0,-1 1 0,0-1 0,1 0 0,0 1 0,-1-1 0,4-3 0,0 2 0,-1 0 0,0 1 0,1-1 0,0 1 0,0 0 0,0 0 0,9-4 0,8-1 0,0 2 0,0 0 0,29-4 0,-35 8 0,22-3 0,2 2 0,-1 2 0,56 5 0,114 20 0,-154-17 0,-2-1 0,-36-2 0,-11-4 0,-12-3 0,-11-9 0,8 8 0,2 2 0,6-2 0,2-1 0,4 4 0,-10 0 0,2-2 0,-2 3 0,5 0-105,-1 0-1,1 0 1,0 0-1,0 0 1,-1 0-1,1 1 1,0-1-1,0 0 1,-1 0-1,1 0 1,0 0 0,0 0-1,-1 0 1,1 0-1,0 0 1,0 0-1,-1 0 1,1 0-1,0 0 1,0 0-1,-1 0 1,1 0-1,0-1 1,0 1 0,0 0-1,-1 0 1,1 0-1,0 0 1,0 0-1,-1-1 1,1 1-1,0 0 1,0 0-1,0 0 1,0 0 0,-1-1-1,1 1 1,0 0-1,0 0 1,0-1-1,0 1 1,0 0-1,0 0 1,0 0-1,0-1 1,0 1-1,-1 0 1,1 0 0,0-1-1,0 1 1,0 0-1,0 0 1,1-1-1,-1 1 1,0 0-1,0 0 1,0-1-1,0 1 1,0 0 0,0 0-1,0-1 1,0 0-523,0-1 1,1 1 0,-1 0 0,0-1 0,1 1-1,-1 0 1,0-1 0,1 1 0,-1 0 0,1 0-1,0 0 1,0-1 0,0 0 0,16-10-9385,-8 7 4872</inkml:trace>
</inkml:ink>
</file>

<file path=ppt/ink/ink2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40.424"/>
    </inkml:context>
    <inkml:brush xml:id="br0">
      <inkml:brushProperty name="width" value="0.035" units="cm"/>
      <inkml:brushProperty name="height" value="0.035" units="cm"/>
      <inkml:brushProperty name="color" value="#0066FF"/>
    </inkml:brush>
  </inkml:definitions>
  <inkml:trace contextRef="#ctx0" brushRef="#br0">61 21 1168,'0'-16'11475,"-1"11"-9253,0 5-1741,1 0 1,-1 0 0,0 0-1,1 0 1,-1 1 0,0-1 0,1 0-1,-1 0 1,1 0 0,-1 1 0,0-1-1,1 0 1,-1 1 0,1-1 0,-1 0-1,1 1 1,-1-1 0,1 1 0,0-1-1,-1 1 1,1-1 0,-1 1 0,1 0-1,-3 5-989,3-5 641,-2 0 3,0 1 0,0-1 0,-1 0 0,1 1 0,1-1 0,-1 1 0,0 0-1,0-1 1,1 1 0,-4 4 0,5-5-71,-7 19 1070,2-4-463,4-10-510,-1-1 0,1 0 0,-1 1 1,1 0-1,1-1 0,-1 1 0,1-1 0,1 12 0,-1-3-36,0-12-115,1 0 0,-1-1 0,0 1 1,1 0-1,-1-1 0,1 1 1,-1 0-1,1-1 0,0 1 0,0-1 1,-1 1-1,1-1 0,0 1 1,1-1-1,-1 0 0,0 1 0,0-1 1,0 0-1,1 0 0,-1 0 1,1 0-1,-1 0 0,3 1 0,14 12 93,-16-13-94,0 1-1,0-1 0,0 0 0,1-1 1,-1 1-1,1 0 0,-1-1 0,0 1 0,1-1 1,-1 0-1,1 0 0,-1 0 0,1 0 1,-1 0-1,3-1 0,43-6-11,-16-2 20,0-1-1,40-20 1,-70 29-19,0 0 0,0 0 0,0 0 0,0 0 0,0 0 0,0-1 0,0 1 0,-1-1-1,1 1 1,0-1 0,-1 0 0,1 0 0,-1 0 0,0 0 0,0 0 0,0 0 0,0 0 0,0 0 0,0 0 0,0 0 0,-1-1 0,1 1 0,-1 0-1,1 0 1,-1-1 0,0 1 0,0 0 0,0-1 0,0 1 0,0 0 0,-1-1 0,1 1 0,-1 0 0,0 0 0,1-1 0,-1 1 0,0 0 0,0 0-1,0 0 1,-1 0 0,1 0 0,0 0 0,-1 1 0,-2-4 0,-4-3-15,-1 1 0,1 0 0,-1 1 0,-13-7 0,19 11-34,0 0 1,-1 1 0,1-1-1,-1 1 1,1 0 0,-1 0-1,1 1 1,-1-1 0,0 1-1,1-1 1,-1 1 0,0 0-1,0 0 1,1 1 0,-1-1 0,-3 2-1,-14 3-739,17-4 343,0 0-1,0 0 1,0 0-1,0 0 1,0 1 0,-4 2-1,8-4 309,0 1 1,0-1-1,-1 0 0,1 0 1,0 0-1,0 1 1,0-1-1,-1 0 0,1 0 1,0 0-1,0 1 0,-1-1 1,1 0-1,0 0 0,-1 0 1,1 0-1,0 0 0,0 0 1,-1 0-1,1 0 1,0 0-1,-1 0 0,1 0 1,0 0-1,-1 0 0,1 0 1,0 0-1,0 0 0,-1 0 1,1 0-1,0 0 0,-1 0 1,1 0-1,0 0 0,0-1 1,-1 1-1,1 0 1,0 0-1,0 0 0,-1 0 1,1-1-1,0 1 17,0 0 1,0-1-1,1 1 1,-1 0-1,0 0 1,0 0-1,1-1 1,-1 1-1,0 0 1,0 0-1,1 0 1,-1 0-1,0 0 1,1 0-1,-1 0 1,0 0-1,1-1 1,-1 1-1,0 0 1,0 0-1,1 0 1,-1 1-1,0-1 1,1 0-1,-1 0 1,0 0-1,1 0 1,-1 0-1,0 0 1,0 0-1,1 0 1,-1 1-1,0-1 1,0 0-1,1 0 1,-1 0-1,0 0 1,0 1-1,0-1 1,1 0-1,-1 1 1,4 0-590,-1 0 0,1 0 0,-1-1 0,1 1 0,-1-1 0,1 1 0,0-1 0,-1 0 0,6-1 0,37-5-4632,-29 2 2771</inkml:trace>
</inkml:ink>
</file>

<file path=ppt/ink/ink2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40.903"/>
    </inkml:context>
    <inkml:brush xml:id="br0">
      <inkml:brushProperty name="width" value="0.035" units="cm"/>
      <inkml:brushProperty name="height" value="0.035" units="cm"/>
      <inkml:brushProperty name="color" value="#0066FF"/>
    </inkml:brush>
  </inkml:definitions>
  <inkml:trace contextRef="#ctx0" brushRef="#br0">87 12 1440,'-13'-9'9085,"7"7"-7597,4 2-787,-20 5 10442,22-4-11038,-1-1 1,1 0-1,-1 0 0,1 0 1,-1 0-1,1 0 0,-1 1 0,1-1 1,-1 0-1,1 0 0,0 1 1,-1-1-1,1 0 0,-1 1 0,1-1 1,0 0-1,-1 1 0,1 0 1,-9 19 2074,9-18-1992,0 1-1,-1-1 1,1 0 0,-1 0 0,1 0-1,-1 0 1,0 0 0,0 0 0,0 0-1,-1 2 1,0-3-64,1 1-1,0 0 0,0 0 1,0 1-1,1-1 0,-1 0 1,0 0-1,1 0 0,0 0 1,-1 3-1,-4 18 486,4-20-566,1 0-1,-1-1 0,0 1 1,1 0-1,-1 0 0,1 0 0,0-1 1,0 1-1,0 0 0,0 0 0,0 0 1,2 4-1,0 1-26,0-1 1,1 0-1,0 0 1,0 0-1,5 6 1,-6-10-14,0 0 1,1 0-1,-1-1 1,1 1-1,0-1 1,0 0-1,0 0 1,0 0-1,0 0 1,0-1-1,1 1 1,-1-1-1,6 2 1,-1-1-4,-1 0 0,1-1 0,0 0 0,0 0 0,0-1 0,0 0 0,0-1 0,11-1 0,4-2 0,35-12 0,-49 12 0,-1 0 0,1-1 0,0 0 0,-1 0 0,0-1 0,0 0 0,9-10 0,-1 3 0,-14 11 0,-1 1 0,0 0 0,0 0 0,0-1 0,0 1 0,0-1 0,0 1 0,0-1 0,-1 1 0,1-1 0,0 0 0,-1 1 0,1-1 0,-1 0 0,0 1 0,1-1 0,-1 0 0,0 0 0,0 1 0,0-1 0,0 0 0,-1 1 0,1-1 0,0 0 0,-1 0 0,0-2 0,-1 0 0,1 0 0,-1 0 0,0 0 0,-1 0 0,1 0 0,0 1 0,-1-1 0,0 1 0,-3-4 0,2 4-8,0-1 0,0 1 0,0 0 0,0 0 0,-1 0 0,1 1 0,-1 0 0,0 0 0,1 0 0,-1 0 0,0 1 1,0 0-1,0 0 0,-9-1 0,0 2-38,1 1 1,-1 0-1,1 1 1,-15 4-1,17-3 20,-13 0-894,20-3 335,0 0 0,0 0 1,1 1-1,-1 0 0,0 0 1,1 0-1,-7 2 0,18-7-7691,14 2 4827,-1-1 0,0 0-1,22-8 1,-33 9 2085,9-4-1835</inkml:trace>
</inkml:ink>
</file>

<file path=ppt/ink/ink2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41.323"/>
    </inkml:context>
    <inkml:brush xml:id="br0">
      <inkml:brushProperty name="width" value="0.035" units="cm"/>
      <inkml:brushProperty name="height" value="0.035" units="cm"/>
      <inkml:brushProperty name="color" value="#0066FF"/>
    </inkml:brush>
  </inkml:definitions>
  <inkml:trace contextRef="#ctx0" brushRef="#br0">268 11 2296,'0'-1'306,"0"1"0,-1-1 0,1 1 0,-1-1 0,1 0 0,-1 1 0,1-1 0,-1 1 0,1-1 0,-1 1 0,0 0 0,1-1 0,-1 1 0,0-1 0,1 1 0,-1 0 0,0 0 0,1-1 0,-1 1 0,0 0 0,1 0 0,-1 0 0,0 0 0,0 0 0,1 0 0,-2 0 0,-24-2 4646,16 3-3128,0 0 1,0 1-1,0-1 1,1 2-1,-20 6 0,-21 12 2693,26-10-3646,18-9-766,1 1-1,-1 0 0,1 1 1,0 0-1,0-1 1,0 2-1,-7 7 0,-1 1-16,12-10-88,-1 0 0,1 0 0,-1 0 0,1 0 0,0 1 0,0-1 0,1 1 0,-1-1 0,1 0 0,-1 1 0,1-1 0,0 1 0,0-1 0,1 1 0,0 3 0,0 10 0,-1-15 0,0 0 0,1 1 0,-1-1 0,1 1 0,-1-1 0,1 0 0,0 0 0,0 1 0,0-1 0,0 0 0,1 0 0,-1 0 0,0 0 0,1 0 0,2 2 0,2 2 0,-1-1 0,1-1 0,11 8 0,-11-9 0,0 0 0,0 0 0,1-1 0,-1 0 0,1 0 0,-1-1 0,1 1 0,-1-1 0,1-1 0,0 1 0,-1-1 0,1-1 0,11-1 0,7-2 0,0-1 0,29-11 0,-46 13 0,-3 2 0,-1-1 0,0 0 0,1 0 0,-1 0 0,0-1 0,0 0 0,0 1 0,4-6 0,-7 7 0,0 1 0,0-1 0,0 0 0,-1 0 0,1 1 0,0-1 0,-1 0 0,1 0 0,-1 0 0,1 0 0,-1 0 0,1 0 0,-1 0 0,0 0 0,1 0 0,-1 0 0,0 0 0,0-1 0,0 1 0,0 0 0,0 0 0,0 0 0,0 0 0,0 0 0,0 0 0,0 0 0,-1 0 0,1 0 0,0-1 0,-1 1 0,1 0 0,-1 0 0,1 1 0,-1-1 0,0 0 0,1 0 0,-1 0 0,0 0 0,-1-1 0,-11-11 0,10 9 0,-1 1 0,0-1 0,0 0 0,0 1 0,0 0 0,-1 0 0,-5-3 0,-19-9-231,21 10 55,0 1-1,-1 0 1,1 0-1,-1 1 1,-16-5-1,-26 2-2355,47 6 1966,-1-1-1,1 1 0,0 0 0,0 1 1,-1-1-1,1 1 0,0 0 1,0 0-1,-7 2 0,2 1-5594,18 0 312,-7-4 5458,0 1 1,1 0 0,-1 0-1,0-1 1,0 0-1,0 1 1,1-1 0,-1 0-1,0 0 1,0 0-1,1 0 1,-1 0 0,0-1-1,0 1 1,0-1-1,4-1 1,5 0-1878,4-3-7</inkml:trace>
</inkml:ink>
</file>

<file path=ppt/ink/ink2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41.687"/>
    </inkml:context>
    <inkml:brush xml:id="br0">
      <inkml:brushProperty name="width" value="0.035" units="cm"/>
      <inkml:brushProperty name="height" value="0.035" units="cm"/>
      <inkml:brushProperty name="color" value="#0066FF"/>
    </inkml:brush>
  </inkml:definitions>
  <inkml:trace contextRef="#ctx0" brushRef="#br0">249 6 2056,'-5'-3'6442,"-13"1"9666,12 20-10634,-1 2-3339,3-15-2080,1 0 0,0 1 1,1-1-1,-1 1 0,1 0 0,0 0 0,0 0 1,1 0-1,-1 7 0,-3 1-55,5-13 0,-1-1 0,1 1 0,0 0 0,-1 0 0,1 0 0,0 0 0,-1 0 0,1 0 0,0 0 0,0 0 0,0 0 0,0 0 0,0 0 0,0 0 0,0 0 0,0 0 0,1 2 0,0 2 0,2 0 0,-1 0 0,1 0 0,-1 0 0,2 0 0,-1-1 0,0 1 0,1-1 0,0 0 0,0 0 0,0 0 0,0-1 0,1 1 0,-1-1 0,1 0 0,0 0 0,0-1 0,0 0 0,0 1 0,0-2 0,1 1 0,-1-1 0,1 1 0,6-1 0,5 1 0,0-2 0,0 0 0,-1-1 0,1-1 0,0-1 0,-1 0 0,0-1 0,0 0 0,0-2 0,0 0 0,17-9 0,-25 11 0,-1 0 0,0 0 0,0 0 0,10-10 0,-16 13 0,0 0 0,1-1 0,-1 1 0,0-1 0,0 1 0,1-1 0,-1 0 0,0 1 0,-1-1 0,2-3 0,-1 4 0,-1 0 0,0 0 0,0 0 0,0 0 0,0 0 0,0 0 0,0 0 0,0 0 0,-1 0 0,1 0 0,0 1 0,0-1 0,-1 0 0,1 0 0,0 0 0,-1 0 0,1 1 0,-1-1 0,0 0 0,1 0 0,-1 1 0,1-1 0,-2-1 0,-3-2-77,-1 0 1,1 0-1,-1 1 0,1 0 1,-1 0-1,0 0 0,0 0 1,-1 1-1,1 0 0,0 1 1,-1-1-1,1 1 0,-1 0 1,1 1-1,-9 0 0,-12 1-633,0 1-1,-39 9 1,25-4 165,-72 16-4786,89-15 2430,-1 0-1,-34 17 1,8 13-5463,32-28 4860</inkml:trace>
</inkml:ink>
</file>

<file path=ppt/ink/ink2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42.022"/>
    </inkml:context>
    <inkml:brush xml:id="br0">
      <inkml:brushProperty name="width" value="0.035" units="cm"/>
      <inkml:brushProperty name="height" value="0.035" units="cm"/>
      <inkml:brushProperty name="color" value="#0066FF"/>
    </inkml:brush>
  </inkml:definitions>
  <inkml:trace contextRef="#ctx0" brushRef="#br0">306 2 2977,'-3'0'713,"1"-1"1,-1 1 0,0 0 0,0 0 0,0 0-1,0 0 1,1 1 0,-1-1 0,0 1-1,0 0 1,1-1 0,-1 1 0,0 0-1,1 1 1,-1-1 0,1 0 0,0 1 0,-1 0-1,1-1 1,0 1 0,0 0 0,-2 2-1,-4 3 1433,8-7-1986,-1 1 0,1-1 0,-1 0 0,1 1 0,-1-1 0,1 1 1,-1-1-1,1 1 0,-1-1 0,1 1 0,0-1 0,-1 1 0,1-1 0,0 1 0,-1 0 0,1-1 0,0 1 0,0-1 0,-1 1 0,1 0 0,0-1 0,0 1 0,0 1 0,0-1 130,0 1 1,-1-1-1,1 1 1,-1-1-1,1 1 1,-1-1-1,0 1 0,1-1 1,-1 0-1,0 0 1,0 1-1,0-1 0,-1 2 1,-7 9 1206,7-8-1341,0 0 1,-1 0 0,1 0 0,-1-1-1,0 1 1,0-1 0,-5 4-1,-15 20 415,15-16-1196,-1-1 0,1 1 0,-1-1 1,-1-1-1,-17 14 0,-57 34-4499,78-54 4936</inkml:trace>
</inkml:ink>
</file>

<file path=ppt/ink/ink2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43.052"/>
    </inkml:context>
    <inkml:brush xml:id="br0">
      <inkml:brushProperty name="width" value="0.035" units="cm"/>
      <inkml:brushProperty name="height" value="0.035" units="cm"/>
      <inkml:brushProperty name="color" value="#0066FF"/>
    </inkml:brush>
  </inkml:definitions>
  <inkml:trace contextRef="#ctx0" brushRef="#br0">273 203 80,'0'-2'603,"0"2"-282,0-1 0,1 0 1,-1 0-1,0 0 0,0 1 0,0-1 1,0 0-1,0 0 0,0 0 1,0 1-1,-1-1 0,1 0 1,0 0-1,0 1 0,0-1 1,-1 0-1,1 0 0,-1 1 1,1-1-1,0 0 0,-1 1 1,1-1-1,-1 0 0,1 1 0,-1-1 1,0 1-1,0-1 0,-5-1 4697,-18 2 14156,17 1-17434,0 1-4644,-6 3 2913,1 0 1,0 1-1,0 0 1,1 0-1,-1 1 0,1 1 1,-12 11-1,7-5-13,1 1 1,1 1-1,-22 31 0,30-38 4,1 0 0,0 1 0,0 0 0,1 0 0,1 0 0,-4 12 0,7-19 0,0 0 0,0 0 0,0 0 0,0 0 0,1 0 0,-1 0 0,1 0 0,0 0 0,0 0 0,0 0 0,0 0 0,0 0 0,1 0 0,-1-1 0,1 1 0,3 3 0,-2-1 0,1-1 0,-1 0 0,1 0 0,0 0 0,0 0 0,1-1 0,-1 0 0,10 6 0,-5-6 0,1 0 0,0 0 0,-1 0 0,1-2 0,0 1 0,0-1 0,0-1 0,1 0 0,-1 0 0,0-1 0,11-2 0,8-2 0,1-2 0,42-16 0,-18-2 0,-22 9 0,-16 7 0,0 1 0,0-2 0,-1 0 0,0-1 0,-1 0 0,21-21 0,-30 26 0,-1 0 0,1-1 0,-1 1 0,0-1 0,0 1 0,-1-1 0,0 0 0,0-1 0,-1 1 0,0 0 0,0-1 0,0 0 0,-1 1 0,-1-1 0,1 0 0,-1 1 0,0-1 0,-1 0 0,0 1 0,0-1 0,-1 1 0,0-1 0,0 1 0,-6-14 0,-6-20 0,11 29 0,-1 1 0,0 0 0,-1 0 0,-8-14 0,3-8 0,3 27 0,-3-4 0,3 10 0,6 1 0,0-1 0,0 1 0,0 0 0,0-1 0,0 1 0,1 0 0,-1-1 0,0 1 0,0 0 0,1 0 0,-1 0 0,0-1 0,1 1 0,-1 0 0,1 0 0,-1 0 0,1 0 0,-1 0 0,1 0 0,0 0 0,-1 1 0,1 1 0,-2 28 0,2-30 0,-1 38 0,0-20 0,1 0 0,0 0 0,1 1 0,1-1 0,1 0 0,10 35 0,1-11 0,-12-34 0,1 0 0,0 0 0,0 0 0,1-1 0,0 0 0,1 1 0,7 10 0,2 0 0,-12-16 0,0 0 0,0 0 0,0 0 0,0 0 0,1-1 0,0 1 0,-1-1 0,1 1 0,0-1 0,0 0 0,0 0 0,6 2 0,-2 0 0,0 0 0,1-1 0,0 0 0,0 0 0,-1-1 0,2 0 0,-1 0 0,0-1 0,0 0 0,17-1 0,4-3 0,0-2 0,-1-1 0,1-1 0,27-12 0,-42 14 0,-1-1 0,1 0 0,-1-1 0,-1-1 0,1 0 0,-1 0 0,-1-1 0,1-1 0,18-21 0,-27 27 0,0 1 0,-1-1 0,1 0 0,-1 0 0,0 0 0,0 0 0,-1 0 0,1-1 0,-1 1 0,0 0 0,0-1 0,0 1 0,0-1 0,-1 0 0,0 1 0,0-1 0,0 1 0,0-1 0,-1 1 0,0-1 0,-2-7 0,2-2 0,1 12 0,1 0 0,-1 0 0,0 0 0,0 0 0,0 0 0,-1 0 0,1 0 0,0 0 0,-2-3 0,2 4 0,-1 1 0,0-1 0,1 0 0,-1 0 0,0 0 0,1 1 0,-1-1 0,0 0 0,0 1 0,0-1 0,0 1 0,0-1 0,0 1 0,0-1 0,0 1 0,0 0 0,0-1 0,0 1 0,0 0 0,0 0 0,0 0 0,0 0 0,0 0 0,0 0 0,-1 0 0,-7 0 0,6 0 0,1-1 0,-1 1 0,1 0 0,-1 0 0,1 1 0,-1-1 0,1 0 0,-1 1 0,1 0 0,-1-1 0,1 1 0,0 0 0,-1 0 0,1 0 0,0 1 0,0-1 0,0 1 0,0-1 0,0 1 0,0-1 0,0 1 0,0 0 0,1 0 0,-3 4 0,2-1 0,4 1 0,5-1 0,9 7 0,-7-7 0,34 9 0,-25-10 0,-16-4 0,1 0 0,-1 1 0,0-1 0,1 1 0,-1-1 0,0 1 0,0 0 0,1 0 0,-1 0 0,0 0 0,0 1 0,0-1 0,3 3 0,20 14 0,-20-14 0,0-1 0,0 0 0,-1 1 0,1 0 0,6 7 0,31 53-43,-28-42-1257,-10-7-3368,11-10 202,-7-4 3176,0 0-1,0 0 1,0-1-1,0-1 1,0 1-1,0-2 0,0 1 1,0-1-1,12-4 1,2 0-2338,3 1 63</inkml:trace>
</inkml:ink>
</file>

<file path=ppt/ink/ink2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43.705"/>
    </inkml:context>
    <inkml:brush xml:id="br0">
      <inkml:brushProperty name="width" value="0.035" units="cm"/>
      <inkml:brushProperty name="height" value="0.035" units="cm"/>
      <inkml:brushProperty name="color" value="#0066FF"/>
    </inkml:brush>
  </inkml:definitions>
  <inkml:trace contextRef="#ctx0" brushRef="#br0">138 54 2969,'0'0'230,"0"-1"0,0 0 0,0 1 0,-1-1 0,1 0 0,0 1 0,0-1 0,-1 0 0,1 1 0,0-1 0,-1 1 0,1-1 0,0 0 0,-1 1 0,1-1 0,-1 1 0,1-1 0,-1 1 0,1 0 0,-1-1 0,1 1 0,-1-1 0,0 1 0,1 0 0,-1 0 1,0-1-1,1 1 0,-1 0 0,0 0 0,1 0 0,-1-1 0,0 1 0,1 0 0,-1 0 0,0 0 0,-1 1 0,1-1 111,-1 0-1,1 0 1,-1 0 0,1 0-1,-1 0 1,1 1 0,-1-1-1,1 1 1,0-1 0,-1 1 0,1-1-1,-1 1 1,1 0 0,0 0-1,0 0 1,-2 1 0,-30 25 5935,25-17-4658,3-4-1026,0-1 0,0 1 1,1 1-1,0-1 0,1 1 0,-1-1 1,-2 10-1,-2 1-111,7-15-432,0 1 0,0-1 0,0 1 0,0-1 0,0 1 1,0 0-1,1-1 0,0 1 0,-1 0 0,1 3 0,0-3-38,0-1 0,0 0 0,0 0 0,0 0 0,0 1 0,1-1 0,-1 0 0,1 0 0,-1 0 0,1 0 0,0 0 0,0 0-1,0 0 1,0 0 0,0 0 0,0 0 0,1-1 0,-1 1 0,1 0 0,-1-1 0,1 1 0,-1-1 0,1 1 0,0-1 0,0 0 0,0 0 0,0 0-1,0 0 1,2 1 0,15 7 17,0-2-1,0 0 0,1 0 0,39 6 0,36 8-51,-89-20 16,0 0 0,0 0 0,0 1 0,0 0 0,-1 0 0,1 0 0,-1 1 0,0 0 0,1 0 0,-1 0 0,0 0 0,7 8 0,-7-6-19,-4-4 28,0 0 0,0 0 0,0 0 0,0 0 0,-1-1 0,1 1 0,0 0 0,0 1-1,-1-1 1,1 0 0,-1 0 0,1 0 0,-1 0 0,1 0 0,-1 0 0,0 1 0,1-1 0,-1 0 0,0 0 0,0 1 0,0-1 0,0 0 0,0 0 0,0 1 0,0-1 0,0 0 0,-1 0 0,1 0 0,0 1 0,-2 1 0,-1-1 9,1 1 0,-1-1 0,0 0 0,-1 0 0,1 0-1,0 0 1,-1-1 0,1 1 0,-1-1 0,1 0 0,-1 0 0,1 0 0,-7 1 0,-5 1-5,-45 13 45,56-15-47,0 0 1,0-1-1,0 1 0,0-1 1,1 0-1,-1 0 1,0 0-1,0-1 0,0 1 1,0-1-1,0 0 1,1 0-1,-5-2 0,7 2-2,0 1 0,1-1 0,-1 1 0,0-1 0,1 1 0,-1-1 0,1 0 0,-1 1 0,1-1 0,0 0 0,-1 0 0,1 1 0,-1-1 0,1 0 0,0 0 0,0 0 0,-1 1 0,1-1 0,0 0 0,0 0 0,0 0 0,0 0 0,0 1 0,0-1 0,0 0 0,0 0 0,1 0 0,-1 0 0,0 1 0,0-1 0,1 0 0,-1 0 0,1 1 0,-1-1 0,0 0 0,1 0 0,-1 1 0,1-1 0,1-1 0,27-29 66,-23 26-58,44-43 123,14-13-77,86-64 0,-81 67 81,-27 20 272,-41 37-392,0 0-1,-1 1 1,1-1 0,0 0-1,0 0 1,0 0 0,-1 0-1,1 0 1,-1 0-1,1 0 1,-1 0 0,1-1-1,-1 1 1,0 0 0,1 0-1,-1 0 1,0 0 0,0-1-1,0 1 1,0 0 0,0 0-1,0-3 1,0 4-16,0 0 0,0 0 0,0-1 0,0 1 0,0 0 0,0 0 0,0 0 0,0-1 0,0 1 0,0 0 0,-1 0 0,1-1 0,0 1 0,0 0 0,0 0 0,0 0 0,0 0 0,0-1 0,-1 1 0,1 0 0,0 0 0,0 0 0,0 0 0,0-1 0,-1 1 0,1 0 0,0 0 0,0 0 0,0 0 0,-1 0 0,1 0 0,0 0 0,0 0 0,0 0 0,-1 0 0,1 0 0,0 0 0,0 0 0,0 0 0,-1 0 0,1 0 0,0 0 0,0 0 0,-1 0 0,1 0 0,0 0 0,0 0 0,0 0 0,-1 0 0,1 0 0,0 1 0,-9 3 0,9-4 0,-23 9 0,20-8 0,1-1 0,-1 1 0,0 0 0,1 0 0,-1 0 0,1 0 0,0 1 0,-1-1 0,-3 4 0,-9 5 0,13-9 0,0 0 0,0 0 0,0 1 0,0-1 0,1 0 0,-1 1 0,0-1 0,1 1 0,-1-1 0,1 1 0,0 0 0,-1 0 0,1 0 0,0 0 0,-1 2 0,0 1 0,0-1 0,1 1 0,-1 0 0,1 0 0,0 0 0,1 0 0,-1 0 0,1 0 0,0 0 0,0 1 0,1-1 0,0 0 0,-1 0 0,2 0 0,-1-1 0,0 1 0,1 0 0,0 0 0,5 8 0,-2-5 0,-2-3 0,0 0 0,0 0 0,0 0 0,1-1 0,0 0 0,0 0 0,0 0 0,6 5 0,50 39 0,-33-32 0,-18-12 0,0 1 0,-1 0 0,1 1 0,13 12 0,-9-6 0,-7-7 0,0 1 0,0-1 0,-1 1 0,7 10 0,-11-15 0,0 0 0,0 0 0,-1 0 0,1 0 0,-1 0 0,1 1 0,-1-1 0,1 0 0,-1 0 0,0 1 0,1-1 0,-1 0 0,0 1 0,0-1 0,0 0 0,0 0 0,0 1 0,-1-1 0,1 0 0,0 1 0,0-1 0,-1 0 0,1 0 0,-1 1 0,1-1 0,-1 0 0,0 0 0,1 0 0,-1 0 0,0 0 0,0 0 0,0 0 0,-1 1 0,-12 9 0,0-1 0,0 0 0,-2-1 0,1-1 0,-1-1 0,-32 12 0,5-3 0,23-8-247,0-1-1,-31 7 1,40-12 17,1-1 0,-1 1-1,0-2 1,1 1 0,-1-1-1,-21-4 1,29 4-472,1-1 1,-1-1-1,0 1 0,0 0 1,0-1-1,0 1 0,1-1 1,-1 0-1,1 0 0,-1 0 1,-1-3-1,3 4 128,0 1 0,0-2 0,0 1 0,0 0 0,0 0 0,0 0 0,1 0 0,-1-1 0,0 1 0,1 0 0,-1 0 0,1-1-1,0 1 1,-1-1 0,1 1 0,0 0 0,0-1 0,0 1 0,0-1 0,0 1 0,0 0 0,0-1 0,0 1 0,1 0 0,-1-1 0,0 1 0,2-2 0,5-7-3626</inkml:trace>
</inkml:ink>
</file>

<file path=ppt/ink/ink2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44.477"/>
    </inkml:context>
    <inkml:brush xml:id="br0">
      <inkml:brushProperty name="width" value="0.035" units="cm"/>
      <inkml:brushProperty name="height" value="0.035" units="cm"/>
      <inkml:brushProperty name="color" value="#0066FF"/>
    </inkml:brush>
  </inkml:definitions>
  <inkml:trace contextRef="#ctx0" brushRef="#br0">40 1269 672,'0'0'2633,"-27"1"12305,24 0-14711,-7 2 11710,16-3-11125,1 0-705,0-1 1,-1 0 0,1 0 0,0-1-1,0 0 1,11-5 0,42-23 566,-32 15-554,93-34-120,12-2 0,-43 18 0,28-12 0,155-66 0,-78 19 0,183-94 0,-268 127 0,198-123 0,-144 59 0,-138 103 0,-4 5 0,-17 12 0,-1 0 0,1 0 0,0-1 0,7-7 0,-1 0 0,1 0 0,0 1 0,1 1 0,0 0 0,1 1 0,17-9 0,90-30 0,-33 14 0,-12 12 0,-68 18 0,18-11 0,-26 10 0,0 4 0,-1 0 0,1-1 0,-1 1 0,1 0 0,-1 0 0,1-1 0,-1 1 0,1 0 0,-1 0 0,1 0 0,-1 0 0,1-1 0,-1 1 0,0 0 0,1 0 0,-1 0 0,1 0 0,-1 0 0,1 0 0,-1 1 0,1-1 0,-1 0 0,0 0 0,1 0 0,-1 0 0,0 1 0,0 0 0,-118 4 0,-3-10 0,-32-1 0,121 6 0,28 0 0,10 0 0,64-10 0,222-1 0,-282 11 0,0 0 0,1 1 0,-1 1 0,0-1 0,0 2 0,0-1 0,0 1 0,-1 0 0,13 7 0,-18-8 0,0-1 0,0 1 0,0 0 0,-1 0 0,1 0 0,-1 0 0,1 1 0,-1-1 0,0 1 0,0 0 0,0-1 0,0 1 0,0 0 0,0 0 0,-1 0 0,0 0 0,1 1 0,-1-1 0,0 0 0,-1 0 0,1 1 0,-1-1 0,1 0 0,-1 1 0,0-1 0,0 1 0,0-1 0,-2 6 0,-1 3 3,0 1 0,-1-1 0,-1 0 1,0-1-1,0 1 0,-1-1 0,-13 18 0,-4 1-148,-34 33-1,-8 10-644,60-68-340,1 0 0,-1-1 0,0 0 0,0 1 0,0-2 0,-9 6 0,-38 15-10550,27-13 5264</inkml:trace>
</inkml:ink>
</file>

<file path=ppt/ink/ink2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03.263"/>
    </inkml:context>
    <inkml:brush xml:id="br0">
      <inkml:brushProperty name="width" value="0.035" units="cm"/>
      <inkml:brushProperty name="height" value="0.035" units="cm"/>
      <inkml:brushProperty name="color" value="#0066FF"/>
    </inkml:brush>
  </inkml:definitions>
  <inkml:trace contextRef="#ctx0" brushRef="#br0">1 937 1072,'0'2'1780,"0"7"7872,1-5-8676,25 2 1354,7-1-824,-22-3-939,0 1 1,0-2 0,0 0-1,20 0 1,22 2 953,-26-1-935,-1-1 1,1 0-1,34-6 0,22 1 474,58-5 101,-44 1-610,204-19 233,-2 1-586,-62 6-174,679-28 62,-769 41-44,635-36 61,-575 26-148,-30 2 43,208-15-83,120-4 229,-334 18-82,-1 0-99,80-9-46,193-9 146,-278 18-3,41-6-60,111-9 5,-163 15-1,0 0-33,128-11 22,41-5-27,-220 22 62,53-7 17,-19 4-36,0 0 17,96-11 36,-142 16-102,3-1 61,183-9 93,-65 7-127,-109 6 57,3-3-8,3 0-26,182-11-70,-216 12 146,256-20 219,135-12 745,-132 7-810,51-2-211,189-13 15,-378 33-6,207-8 57,-264 16-133,-21 1 19,69 0-12,-144 5 61,-42 0-42,-11-7-1595,-101-7-10221,53 8 4956,15 1 1516</inkml:trace>
</inkml:ink>
</file>

<file path=ppt/ink/ink2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04.742"/>
    </inkml:context>
    <inkml:brush xml:id="br0">
      <inkml:brushProperty name="width" value="0.035" units="cm"/>
      <inkml:brushProperty name="height" value="0.035" units="cm"/>
      <inkml:brushProperty name="color" value="#0066FF"/>
    </inkml:brush>
  </inkml:definitions>
  <inkml:trace contextRef="#ctx0" brushRef="#br0">369 22 2256,'0'0'319,"0"-1"0,0 0 0,0 1-1,-1-1 1,1 0 0,0 1 0,0-1-1,-1 1 1,1-1 0,-1 0 0,1 1-1,0-1 1,-1 1 0,1-1 0,-1 1-1,1-1 1,-1 1 0,0 0 0,1-1-1,-1 1 1,1 0 0,-1-1 0,0 1-1,1 0 1,-2-1 0,-21-4 2678,13 3-1368,5 1-1346,1 1 1,-1-1-1,1 1 0,-1 1 0,1-1 1,-1 1-1,1-1 0,-1 1 1,-7 3-1,-44 17 1566,43-15-1473,-1 1 0,1 0-1,0 1 1,0 0 0,1 1 0,1 0-1,-1 1 1,1 0 0,1 1-1,-13 17 1,9-10 20,-12 18 163,25-34-544,0 0 1,1-1-1,-1 1 1,0 0-1,1 0 0,-1-1 1,1 1-1,0 0 0,-1 0 1,1 0-1,0 0 0,0-1 1,0 1-1,1 0 1,-1 0-1,0 0 0,1 0 1,-1-1-1,1 1 0,0 2 1,1-2 4,0-1 0,-1 1 1,1-1-1,0 0 0,0 0 1,0 0-1,0 0 0,0 0 1,0 0-1,0-1 0,0 1 1,0-1-1,0 1 0,0-1 1,0 0-1,1 0 0,-1 0 1,0 0-1,0 0 0,0 0 1,3-1-1,2 0 33,1 0-1,-1 0 1,1-1-1,-1 0 1,11-4 0,-16 5-41,16-6 55,-1-2 0,0 0 0,-1 0 0,0-2 0,26-21 0,-35 27 1,-6 5-57,0-1 0,-1 1 0,1 0-1,-1-1 1,1 1 0,-1 0 0,1-1 0,-1 1-1,1 0 1,-1-1 0,1 1 0,-1-1-1,0 1 1,1-1 0,-1 1 0,1-1 0,-1 1-1,0-1 1,0 0 0,1 1 0,-1-1-1,0 1 1,0-2 0,4-9 277,-3 11-272,-1 1 1,0-1-1,0 0 0,0 0 1,0 0-1,0 0 0,0 0 0,0 0 1,0 0-1,0 0 0,0 0 1,0 1-1,0-1 0,0 0 0,0 0 1,0 0-1,1 0 0,-1 0 1,0 0-1,0 0 0,0 0 0,0 0 1,0 0-1,0 0 0,0 0 1,0 0-1,0 0 0,1 0 0,-1 0 1,0 0-1,0 0 0,0 0 1,0 0-1,0 0 0,0 0 0,0 0 1,1 0-1,-1 0 0,0 0 1,0 0-1,0 0 0,0 0 0,0 0 1,0 0-1,0 0 0,0 0 1,0 0-1,0-1 0,1 1 0,-1 0 1,0 0-1,0 8 39,1 1 0,0-1-1,1 0 1,-1 0 0,2 0 0,-1 0-1,7 13 1,-4-9-10,4 30 71,-9-38-103,1-1 0,-1 1 0,1-1 0,-1 1 0,0-1 0,0 1 0,-1 0 0,1-1 1,-1 1-1,0-1 0,1 1 0,-2-1 0,-1 6 0,-1-1 30,1-1 1,-2 1-1,1 0 0,-9 9 1,1-4 28,0-1 0,-1 0 1,-22 14-1,15-10-24,10-10-5,0 0-1,-1 0 1,1-1-1,-1-1 1,0 0-1,0 0 1,0-1-1,-17 2 1,25-5-26,0 0 0,0 0 0,0 0 0,0 0 1,0 0-1,0-1 0,0 1 0,1-1 0,-1 0 0,0 0 0,0 0 0,1 0 0,-1-1 0,0 1 1,1-1-1,-5-2 0,0-2 37,-7-6 34,14 11-86,0 1 1,-1 0 0,1-1 0,0 1-1,-1 0 1,1-1 0,0 1 0,0-1-1,0 1 1,-1 0 0,1-1-1,0 1 1,0-1 0,0 1 0,0-1-1,0 1 1,0-1 0,0 1 0,0 0-1,0-1 1,0 1 0,0-1-1,0 1 1,0-1 0,0 1 0,0-1-1,0 1 1,1 0 0,-1-1 0,0 1-1,0-1 1,1 1 0,0-2 0,3-4 29,2 0 0,-1 0 0,1 0 0,0 0 0,0 1 1,10-7-1,25-6-35,-21 10-28,2 0 9,0 2-1,0 0 1,29-2-1,-21 3 37,36-10 0,-36 6-24,27-9-47,-7 3 37,-34 9 18,-11 4 15,1 0 0,-1 0 0,1 0-1,0 1 1,11-1 0,-8 0 20,-9 2-33,1 0 1,-1 0 0,1-1 0,-1 1-1,1 0 1,0 0 0,-1 0-1,1 0 1,-1 0 0,1 0 0,0 0-1,-1 0 1,1 0 0,-1 1-1,1-1 1,-1 0 0,1 0 0,-1 0-1,1 1 1,-1-1 0,1 0-1,-1 0 1,1 1 0,0 0-1,2 1-1,1 0-1,-1 1 0,1-1 0,-1 1 0,0 0 0,0 0 0,-1 1 0,1-1 0,0 0 0,-1 1 0,0 0 0,0-1 0,0 1 0,2 5 0,-1 2 18,-1 1 0,1-1-1,-2 0 1,0 1 0,0 0 0,-1-1-1,-1 14 1,1 3-55,0-28 41,0 1 0,0-1 1,0 0-1,0 1 0,0-1 0,0 0 1,0 1-1,1-1 0,-1 0 0,0 0 1,0 1-1,1-1 0,-1 0 1,0 1-1,0-1 0,1 0 0,-1 0 1,0 0-1,0 1 0,1-1 0,-1 0 1,0 0-1,1 0 0,-1 0 1,0 0-1,1 0 0,-1 0 0,0 0 1,1 1-1,-1-1 0,0 0 0,1 0 1,-1 0-1,0-1 0,1 1 0,-1 0 1,0 0-1,1 0 0,-1 0 1,0 0-1,1 0 0,12-5 106,15-19 290,-22 19-343,0 1 1,0-1-1,9-11 1,-3 3-8,1 0 0,19-16 0,-3 3 25,-5 1 78,-23 24-143,1 17 12,0-13-13,0-1 0,-1 1 0,1 0 0,-1-1 0,1 1 0,-1 0 0,0 0 0,0 0 0,0 0 0,-1 0 0,2 5 0,6 28 51,-8-36-68,0 1 0,0 0-1,-1 0 1,1 0-1,0 0 1,0 0 0,0-1-1,0 1 1,1 0-1,-1 0 1,0 0 0,0 0-1,0-1 1,1 1-1,-1 0 1,0 0-1,1 0 1,-1-1 0,1 1-1,-1 0 1,1-1-1,-1 1 1,1 0 0,-1-1-1,2 2 1,6 6-815,-12-4-2254,4-4 2887,0 0 0,-1 0 0,1 0 0,0 0 0,-1 0 0,1 0-1,-1 0 1,1 0 0,0 0 0,-1 0 0,1 0 0,0 0 0,-1 0 0,1 0 0,0 0 0,-1 0-1,1 0 1,0 0 0,-1-1 0,1 1 0,0 0 0,-1 0 0,1 0 0,0-1 0,0 1-1,-1 0 1,1 0 0,0-1 0,0 1 0,-1 0 0,1 0 0,0-1 0,0 1 0,0 0-1,0-1 1,0 1 0,-1 0 0,1-1 0,0 0 0,0-3-1194,-1 0 0,0 0 1,0 0-1,-1 0 0,1 0 0,-3-4 1,-2-6-2963,5 2 73</inkml:trace>
</inkml:ink>
</file>

<file path=ppt/ink/ink2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05.394"/>
    </inkml:context>
    <inkml:brush xml:id="br0">
      <inkml:brushProperty name="width" value="0.035" units="cm"/>
      <inkml:brushProperty name="height" value="0.035" units="cm"/>
      <inkml:brushProperty name="color" value="#0066FF"/>
    </inkml:brush>
  </inkml:definitions>
  <inkml:trace contextRef="#ctx0" brushRef="#br0">1 6 720,'0'0'4122,"27"0"-924,30 0-524,-54 0-2288,-1 1-1,1-1 1,0 1 0,-1 0-1,1 0 1,-1 0-1,1 0 1,3 3-1,-6-3 477,9 4-778,-9-5-111,0 0 1,0 0-1,0 0 1,-1 0-1,1-1 0,0 1 1,0 0-1,0 0 1,0 0-1,0 0 1,0 0-1,0 0 0,0 0 1,0 0-1,0 0 1,0 0-1,0 0 1,0-1-1,0 1 0,0 0 1,0 0-1,0 0 1,1 0-1,-1 0 1,0 0-1,0 0 0,0 0 1,0 0-1,0 0 1,0 0-1,0 0 1,0-1-1,0 1 0,0 0 1,0 0-1,0 0 1,0 0-1,0 0 1,0 0-1,0 0 0,1 0 1,-1 0-1,0 0 1,0 0-1,0 0 1,0 0-1,0 0 0,0 0 1,0 0-1,0 0 1,0 0-1,0 0 1,0 0-1,1 0 0,-1 0 1,0 0-1,0 0 1,0 0-1,0 0 1,0 0-1,0 0 0,0 0 1,-10-4-2613,-8-5-2772,9 3 1893</inkml:trace>
</inkml:ink>
</file>

<file path=ppt/ink/ink2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05.828"/>
    </inkml:context>
    <inkml:brush xml:id="br0">
      <inkml:brushProperty name="width" value="0.035" units="cm"/>
      <inkml:brushProperty name="height" value="0.035" units="cm"/>
      <inkml:brushProperty name="color" value="#0066FF"/>
    </inkml:brush>
  </inkml:definitions>
  <inkml:trace contextRef="#ctx0" brushRef="#br0">1 0 928,'25'11'25244,"-23"4"-20823,-1-14-4387,-1-1 0,1 1-1,0 0 1,-1 0 0,1 0-1,-1-1 1,1 1 0,-1 0-1,1 0 1,-1 0 0,1 0-1,-1 0 1,0 0 0,0 0-1,1 0 1,-1 0 0,0 0-1,0 2 1,-1 28 817,1-26-737,-1 1 0,1-1 0,0 1-1,0 0 1,2 7 0,0-6-114,-1 0 0,0 0 0,0 0 0,0 8 0,-1-10 0,0 0 0,0 1 0,1-1 0,0 1 0,0-1 0,0 0 0,1 0 0,2 7 0,-1-4 0,0 0 0,0 0 0,-1 0 0,0 0 0,1 10 0,5 20 0,-6-18 16,-2-19-20,0 0 0,0 0 0,0 0 0,0 1 0,0-1 0,0 0 1,0 0-1,0 0 0,1 0 0,-1 0 0,0 0 0,1 1 0,-1-1 1,1 0-1,-1 0 0,1 0 0,-1 0 0,1 0 0,0-1 0,0 1 1,0 1-1,5 4 677,2 1-6369,-12-16-132,-23-55-9384,19 48 11658</inkml:trace>
</inkml:ink>
</file>

<file path=ppt/ink/ink2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06.160"/>
    </inkml:context>
    <inkml:brush xml:id="br0">
      <inkml:brushProperty name="width" value="0.035" units="cm"/>
      <inkml:brushProperty name="height" value="0.035" units="cm"/>
      <inkml:brushProperty name="color" value="#0066FF"/>
    </inkml:brush>
  </inkml:definitions>
  <inkml:trace contextRef="#ctx0" brushRef="#br0">6 112 1320,'37'2'7931,"-2"2"-5704,40 1-1800,-74-5-423,1 0 0,-1 0 0,0-1 0,0 1 0,0 0 0,0-1 0,0 1 0,0-1 0,0 1 0,0-1 0,0 0 0,0 1 0,0-1 0,-1 0 0,1 0 0,0 0 0,0 1 0,-1-1 0,1 0-1,0 0 1,-1 0 0,1 0 0,-1 0 0,1 0 0,-1 0 0,0 0 0,1 0 0,-1-1 0,0 1 0,0 0 0,0-2 0,0 1-1,1 1 1,-1-1-1,0 0 1,0 1-1,0-1 0,-1 0 1,1 0-1,0 1 0,-1-1 1,1 0-1,-1 1 1,1-1-1,-1 1 0,0-1 1,0 1-1,0-1 1,0 1-1,0 0 0,0-1 1,0 1-1,0 0 0,0 0 1,-3-2-1,-13-18 0,1 5-2,15 14-3,0 1-1,0-1 1,-1 1-1,1-1 1,-1 1-1,1 0 0,-1-1 1,0 1-1,-3-2 1,2 2-4,0 0 0,-1 0 1,1 0-1,0 1 0,0-1 0,-1 1 0,1 0 1,-1-1-1,1 2 0,0-1 0,-1 0 0,1 1 1,0-1-1,-1 1 0,1 0 0,0 0 0,0 0 1,0 1-1,-3 1 0,-27 14-1108,25-12 323,8-2-189,15-5-1487,3 0-370,-2 2 986</inkml:trace>
</inkml:ink>
</file>

<file path=ppt/ink/ink2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06.695"/>
    </inkml:context>
    <inkml:brush xml:id="br0">
      <inkml:brushProperty name="width" value="0.035" units="cm"/>
      <inkml:brushProperty name="height" value="0.035" units="cm"/>
      <inkml:brushProperty name="color" value="#0066FF"/>
    </inkml:brush>
  </inkml:definitions>
  <inkml:trace contextRef="#ctx0" brushRef="#br0">268 0 984,'7'5'11385,"-19"6"-5192,0 0-1847,12-8-3757,-1 0 0,0 1 0,0-1 1,0 0-1,0 0 0,-3 4 0,-3 10 640,6-11-825,0 1 1,1-1-1,0 0 1,0 13-1,0 16 374,-6 8-310,3 0 0,2 57 0,2-49-426,-7 55 1,-4 17-231,2-43-814,7-66-13,0 0 0,-1 0 0,-1 0 1,-6 21-1,8-31 718,0-1-291,0 0 0,0 0-1,0 0 1,0 0 0,-1 0-1,1 0 1,-1 0 0,-2 2-1,4-4 470,-1-1 0,0 1-1,0-1 1,0 1 0,0-1 0,1 0-1,-1 1 1,0-1 0,0 0-1,0 0 1,0 1 0,0-1-1,0 0 1,0 0 0,0 0 0,0 0-1,0 0 1,0 0 0,0-1-1,0 1 1,0 0 0,1 0 0,-1-1-1,0 1 1,0 0 0,0-1-1,0 1 1,0-1 0,1 1 0,-1-1-1,-1-1 1,-17-10-533,1 0 1,-21-18-1,33 24 654,1 1-1,0-1 1,0 0-1,0 0 0,1 0 1,-1-1-1,2 1 1,-1-1-1,1 0 0,-3-8 1,6 15-2,-11-45 890,10 43-784,1 0 0,0 0 0,-1-1-1,1 1 1,0 0 0,1 0 0,-1 0-1,0 0 1,0 0 0,1 0 0,-1 0 0,1 0-1,0 0 1,0 0 0,0 0 0,0 0 0,0 0-1,0 0 1,1-1 0,9-6 122,-1 1 0,1 0 0,1 0 0,-1 2 1,1-1-1,1 2 0,-1-1 0,1 2 0,0-1 0,0 2 1,18-3-1,16-4-66,-39 7-161,0 1 0,1 0 0,-1 0 0,1 1 0,-1 0 0,1 1 0,0 0 0,8 1-1,-10 0-2,-3-1 2,1 1 0,-1 0 1,1 0-1,-1 0 0,1 1 0,-1-1 0,8 5 0,3 3 3,-11-7 1,0 0 1,0 0-1,0 1 1,0 0-1,0 0 1,-1 0-1,1 0 1,-1 0-1,0 1 1,4 4-1,-4-2 8,1 0-1,-1 0 1,-1 0-1,1 0 1,-1 1-1,0-1 1,2 14-1,-1 47 66,-3-54-70,-1-10-116,1 0-1,0 1 1,-1-1 0,1 1-1,-1-1 1,0 0 0,0 0-1,0 1 1,-1-1 0,1 0-1,-1 0 1,1 0 0,-1 0-1,0-1 1,0 1-1,-1 0 1,1-1 0,0 0-1,-1 1 1,-2 1 0,3-3-893,-15-13-3177,14 9 3464,1 0 0,0 0 1,-1-1-1,1 1 1,0 0-1,0-1 1,1 0-1,-1 0 0,1 1 1,-2-6-1,2 4-320,-1-10-2031</inkml:trace>
</inkml:ink>
</file>

<file path=ppt/ink/ink2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06.862"/>
    </inkml:context>
    <inkml:brush xml:id="br0">
      <inkml:brushProperty name="width" value="0.035" units="cm"/>
      <inkml:brushProperty name="height" value="0.035" units="cm"/>
      <inkml:brushProperty name="color" value="#0066FF"/>
    </inkml:brush>
  </inkml:definitions>
  <inkml:trace contextRef="#ctx0" brushRef="#br0">1 1 1312,'10'0'4792,"3"0"-1155,15 6-2390,-20-1-1170,-2-1-1067,-1-3-3784,2-1 2090</inkml:trace>
</inkml:ink>
</file>

<file path=ppt/ink/ink2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07.329"/>
    </inkml:context>
    <inkml:brush xml:id="br0">
      <inkml:brushProperty name="width" value="0.035" units="cm"/>
      <inkml:brushProperty name="height" value="0.035" units="cm"/>
      <inkml:brushProperty name="color" value="#0066FF"/>
    </inkml:brush>
  </inkml:definitions>
  <inkml:trace contextRef="#ctx0" brushRef="#br0">338 0 1696,'-4'2'1204,"0"-1"-1,1 1 1,-1-1-1,0 0 0,0 0 1,1 0-1,-1-1 1,-8 1-1,7-1-390,0 0 0,0 1-1,0 0 1,-1 0 0,-5 2 0,-8 4 2523,-29 6 0,34-10-2307,1 1 1,-1 0-1,1 0 0,0 2 0,-14 7 1,18-8-821,0 1 1,1 0 0,0 0-1,0 1 1,1 0-1,0 0 1,0 1 0,0 0-1,1 0 1,0 1-1,-5 10 1,10-17-210,0 1 0,1-1 0,-1 0 0,1 0 0,-1 1 0,1-1 0,0 0 0,0 1 0,0-1 0,0 1 0,0-1 0,1 0 0,-1 1 0,0-1 0,1 0 0,0 0 0,0 1 0,0-1 0,0 0 0,0 0 0,0 0 0,0 0 0,1 0 0,-1 0 0,1 0 0,-1-1 0,1 1 0,0 0 0,-1-1 0,1 0 0,0 1 0,0-1 0,0 0 0,0 0 0,1 0 0,-1 0 0,0 0 0,0 0 0,1-1 0,2 1 0,2-1 0,0 0 0,1-1 0,-1 1 0,0-2 0,0 1 0,0-1 0,0 0 0,12-5 0,7-5 0,-13 7 0,0-1 0,0 0 0,-1-1 0,0-1 0,0 0 0,0 0 0,13-14 0,-17 12 0,0-1 0,-1 0 0,0 0 0,9-20 0,-5 10 0,-8 4 0,-3 17 0,0 0 0,0 0 0,1 0 0,-1-1 0,0 1 0,0 0 0,1 0 0,-1 0 0,0 0 0,0 0 0,1 0 0,-1-1 0,0 1 0,0 0 0,1 0 0,-1 0 0,0 0 0,0 0 0,1 0 0,-1 0 0,0 0 0,1 0 0,-1 0 0,0 0 0,0 0 0,1 0 0,-1 0 0,0 1 0,0-1 0,1 0 0,-1 0 0,0 0 0,0 0 0,1 0 0,-1 1 0,0-1 0,0 0 0,0 0 0,1 1 0,3 4 0,0-1 0,-1 1 0,0 0 0,-1 0 0,1 0 0,-1 0 0,0 0 0,0 0 0,0 1 0,-1-1 0,0 1 0,1 7 0,-2-10 0,1-1 0,-1 0 0,1 0 0,-1 0 0,1 0 0,0 0 0,0 0 0,0 0 0,2 4 0,-2-5 0,0 1 0,0 0 0,0 0 0,0 0 0,0 1 0,-1-1 0,1 0 0,0 0 0,-1 4 0,1-4-168,-1-1 1,0 0-1,0 0 0,1 0 1,-1 1-1,0-1 0,1 0 1,0 0-1,-1 0 0,1 0 1,-1 0-1,1 0 0,0 0 1,0 0-1,0 0 0,0 0 1,-1-1-1,1 1 0,2 1 1,-2-1-95,0-1 1,0 1 0,0 0-1,0 0 1,0 0 0,0 0-1,0 0 1,0 0 0,-1 0-1,1 1 1,0-1 0,0 2-1,1-8-4977,6-5 2392,-1 3 822,36-51-8703,-34 42 7968</inkml:trace>
</inkml:ink>
</file>

<file path=ppt/ink/ink2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08.212"/>
    </inkml:context>
    <inkml:brush xml:id="br0">
      <inkml:brushProperty name="width" value="0.035" units="cm"/>
      <inkml:brushProperty name="height" value="0.035" units="cm"/>
      <inkml:brushProperty name="color" value="#0066FF"/>
    </inkml:brush>
  </inkml:definitions>
  <inkml:trace contextRef="#ctx0" brushRef="#br0">19 32 600,'6'-7'1375,"2"-4"4556,-5-2 7760,-5 18-10116,1-4-3369,0-1 1,1 1 0,-1 0-1,1 0 1,-1-1 0,1 1-1,0 0 1,-1 0 0,1-1-1,0 1 1,0 0 0,-1 0-1,1 0 1,0 0 0,0-1-1,0 1 1,0 0 0,0 1-1,-9 90 3463,1 29-3669,8 141 0,-9-187 0,9-64 8,0-10-13,-1 1 0,1-1 0,0 1 0,0 0-1,0-1 1,0 1 0,0 0 0,0-1-1,0 1 1,1-1 0,-1 1 0,1-1 0,-1 1-1,1 0 1,-1-1 0,1 0 0,0 1-1,0-1 1,1 3 0,17-20-8672,22-28 2971,-17 5 2209,-13 19 2422,-7 12 704,0-1-1,0 0 1,0-1-1,2-12 1,9-22-267,67-148 186,-61 133 923,-7 18 646,-14 40-1023,0 1 0,1-1-1,-1 0 1,0 0 0,0 0-1,0 0 1,0 0 0,1 1-1,-1-1 1,0 0 0,0 0-1,-1 0 1,1 0 0,0 0-1,0 1 1,0-1 0,-1 0-1,1 0 1,0 0 0,-1 1-1,1-1 1,0 0 0,-2-1-1,-2-11 7236,2 14-6806,1-1-1,0 1 1,0-1-1,-1 1 1,1 0-1,0 0 1,0-1 0,0 1-1,0 0 1,0 0-1,0 0 1,-1 2-1,-1 3-14,1 1-1,-1 0 0,1 0 0,1 0 0,-2 11 1,-3 15 488,2-9-996,0 1 0,2 0 0,1-1 0,3 36 0,0-4 0,-2 71 0,0-122 0,1 0 0,-1 0 0,1 0 0,1 0 0,-1 0 0,1 0 0,0 0 0,4 9 0,-2-1 0,-4-13 0,0 1 0,0 0 0,0-1 0,0 1 0,1 0 0,-1-1 0,0 1 0,0 0 0,0-1 0,1 1 0,-1-1 0,0 1 0,1 0 0,-1-1 0,0 1 0,1-1 0,-1 1 0,1-1 0,-1 1 0,1-1 0,-1 0 0,2 1 0,-2 0 0,0-1 0,1 0 0,-1 1 0,0-1 0,1 0 0,-1 0 0,1 1 0,-1-1 0,0 0 0,1 0 0,-1 0 0,1 0 0,-1 0 0,1 1 0,-1-1 0,0 0 0,1 0 0,-1 0 0,1 0 0,-1 0 0,1 0 0,-1 0 0,1 0 0,-1-1 0,0 1 0,1 0 0,-1 0 0,1 0 0,-1 0 0,0-1 0,1 1 0,-1 0 0,1 0 0,-1-1 0,0 1 0,1 0 0,-1-1 0,0 1 0,0 0 0,1-1 0,-1 1 0,0 0 0,0-1 0,1 0 0,0-1 0,27-19 0,11-10 0,-23 18 0,-13 10 0,0 0 0,0 0 0,0 0 0,0 0 0,0 0 0,-1-1 0,4-4 0,30-44 0,-29 42 0,-6 10 0,0 0 0,-1-1 0,1 1 0,-1-1 0,1 1 0,-1-1 0,1 1 0,-1-1 0,0 1 0,1-1 0,-1 0 0,1 1 0,-1-1 0,0 1 0,0-1 0,1 0 0,-1 1 0,0-1 0,0 0 0,0 1 0,0-2 0,0 1 0,0 0 0,1 0 0,-1 0 0,0 0 0,0 1 0,1-1 0,-1 0 0,1 0 0,-1 1 0,0-1 0,1 0 0,-1 0 0,1 1 0,0-1 0,-1 1 0,1-1 0,1-1 0,-2 2 0,0 0 0,0 0 0,1 0 0,-1 0 0,0 0 0,1 0 0,-1 0 0,0 0 0,0 0 0,1-1 0,-1 1 0,0 0 0,0 0 0,1 0 0,-1 1 0,0-1 0,1 0 0,-1 0 0,0 0 0,0 0 0,1 0 0,-1 0 0,0 0 0,0 0 0,1 0 0,-1 1 0,0-1 0,0 0 0,0 0 0,1 0 0,-1 1 0,0-1 0,0 0 0,0 0 0,0 0 0,1 1 0,-1-1 0,0 0 0,0 0 0,0 1 0,0-1 0,0 0 0,0 0 0,0 1 0,0-1 0,0 0 0,0 1 0,0-1 0,0 0 0,0 0 0,0 1 0,0-1 0,0 0 0,0 0 0,0 1 0,0-1 0,0 0 0,0 0 0,0 1 0,-1-1 0,1 1 0,1 0 0,-1 0 0,0 0 0,0 0 0,1 0 0,-1 0 0,1 0 0,-1 0 0,1 0 0,-1 0 0,1-1 0,-1 1 0,1 0 0,0 0 0,1 0 0,-2 0 0,1 0 0,0 0 0,0 0 0,-1-1 0,1 1 0,0 0 0,-1 0 0,1 0 0,-1 0 0,1 0 0,-1 0 0,0 0 0,1 0 0,-1 0 0,0 2 0,2 4 0,-1-1 0,0 0 0,1 0 0,0 0 0,1 0 0,-1 0 0,1-1 0,7 11 0,0 2 0,-9-16 0,1-1 0,-1 1 0,0 0 0,1 0 0,0-1 0,-1 1 0,1-1 0,0 0 0,0 1 0,-1-1 0,1 0 0,4 2 0,10 7 0,-14-9 0,1 0 0,-1 0 0,0 0 0,0-1 0,0 1 0,0-1 0,1 1 0,-1-1 0,0 0 0,0 0 0,1 0 0,-1 0 0,0 0 0,0 0 0,1 0 0,-1-1 0,0 1 0,3-2 0,5-2 0,-1 0 0,17-11 0,-4 4 0,-18 9 0,0 0 0,0 0 0,0 0 0,0 0 0,0 0 0,-1-1 0,1 0 0,-1 0 0,1 0 0,-1 0 0,0 0 0,0-1 0,-1 1 0,1-1 0,-1 0 0,1 0 0,-1 0 0,-1 0 0,1 0 0,0 0 0,-1-1 0,0 1 0,1-9 0,-3 9 0,0 3 0,1 1 0,0 0 0,-1-1 0,1 1 0,-1 0 0,1 0 0,-1-1 0,0 1 0,1 0 0,-1 0 0,1 0 0,-1 0 0,1 0 0,-1 0 0,1 0 0,-1 0 0,0 0 0,1 0 0,-1 0 0,1 0 0,-1 0 0,1 0 0,-1 0 0,1 0 0,-1 1 0,0 0 0,0-1 0,-3 0 0,-1 1 0,1 0 0,0 1 0,0-1 0,0 1 0,0 0 0,0 0 0,0 0 0,0 0 0,1 1 0,-1-1 0,-4 6 0,-14 7 0,14-10 0,0 0 0,1 1 0,0 0 0,0 0 0,1 0 0,0 1 0,0 0 0,0 0 0,1 0 0,0 1 0,0 0 0,1 0 0,0 0 0,1 0 0,0 1 0,0-1 0,0 1 0,1 0 0,1 0 0,-2 10 0,3-7 0,0 0 0,0 0 0,1-1 0,1 1 0,0-1 0,0 1 0,7 18 0,12 30 0,35 36 0,-48-83 0,-1 1 0,-1-1 0,7 22 0,-4-10 0,0-3 0,-2 1 0,10 45 0,-15-58 0,-1 0 0,0 0 0,0 0 0,-1 0 0,-1 0 0,0 0 0,0 0 0,-1 0 0,-4 14 0,3-16 0,-1 0 0,0-1 0,-1 1 0,1-1 0,-1 0 0,-1-1 0,1 1 0,-1-1 0,0 0 0,-1-1 0,1 1 0,-15 8 0,12-9 0,0 0 0,-1 0 0,1-1 0,-1 0 0,0 0 0,0-1 0,0-1 0,0 0 0,0 0 0,-16 0 0,12-2-250,1 0-1,0-2 1,-1 1-1,1-2 1,0 1 0,0-2-1,1 0 1,-1-1-1,1 0 1,0 0-1,0-1 1,-14-10 0,23 14-419,0 0-1,0-1 1,1 1 0,-1 0 0,1-1 0,-1 1 0,1-1 0,0 0 0,0 0-1,0 0 1,1 0 0,-1 0 0,-1-4 0,-7-27-8449,9 28 7418,-7-10-3569</inkml:trace>
</inkml:ink>
</file>

<file path=ppt/ink/ink2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09.531"/>
    </inkml:context>
    <inkml:brush xml:id="br0">
      <inkml:brushProperty name="width" value="0.035" units="cm"/>
      <inkml:brushProperty name="height" value="0.035" units="cm"/>
      <inkml:brushProperty name="color" value="#0066FF"/>
    </inkml:brush>
  </inkml:definitions>
  <inkml:trace contextRef="#ctx0" brushRef="#br0">52 65 272,'-3'1'1290,"0"1"1,0-1-1,0 0 0,0 0 1,0 0-1,-6 0 0,-16 7 10561,51-9-8469,-7-4-3056,1 1 0,26-1 0,-3 0-188,-31 3-138,-2 1-62,1-1 1,-1 0-1,0 0 0,0-1 1,0 0-1,0-1 1,11-6-1,-20 10 33,-1 0 1,1 0-1,-1-1 1,1 1-1,-1 0 0,0 0 1,1 0-1,-1-1 0,0 1 1,1 0-1,-1-1 1,0 1-1,1 0 0,-1-1 1,0 1-1,1 0 0,-1-1 1,0 1-1,0 0 0,0-1 1,1 1-1,-1-1 1,0 1-1,0 0 0,0-1 1,0 1-1,0-1 0,0 1 1,0-1-1,0 1 1,0-1-1,0 1 0,0 0 1,0-1-1,0 1 0,0-1 1,0 1-1,0-1 1,-1 0-1,-13-10-1352,13 10 1359,0 0-27,-1 1 0,1-1 0,0 1 0,-1-1 0,1 1 0,0-1 0,-1 1 0,1 0 0,-1 0 0,1-1 0,0 1 0,-1 0 0,1 0 0,-1 1 0,1-1 0,-1 0 0,1 0 0,0 1 0,-1-1 0,1 1 0,0-1 0,-1 1 1,0 0-1,0 0 26,2 11-105,1-8 128,-1 1 0,-1-1-1,1 1 1,0-1 0,-1 1 0,0-1 0,0 0 0,-3 8 0,2 0 4,2-11-4,-1 0 1,1 0-1,0-1 1,0 1 0,0 0-1,0 0 1,-1 0-1,1 0 1,0-1-1,-1 1 1,1 0-1,0 0 1,-1-1-1,1 1 1,-1 0 0,1-1-1,-1 1 1,-1 1-1,-18 19 11,14-14-6,0-1-1,0 0 1,-1 0-1,-6 5 1,-30 16-383,26-22-3207,29-16-3749,0 0 4365,-4 2-457</inkml:trace>
</inkml:ink>
</file>

<file path=ppt/ink/ink2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10.294"/>
    </inkml:context>
    <inkml:brush xml:id="br0">
      <inkml:brushProperty name="width" value="0.035" units="cm"/>
      <inkml:brushProperty name="height" value="0.035" units="cm"/>
      <inkml:brushProperty name="color" value="#0066FF"/>
    </inkml:brush>
  </inkml:definitions>
  <inkml:trace contextRef="#ctx0" brushRef="#br0">86 137 328,'-15'-5'30258,"18"10"-27314,1 11-3727,-4-7 787,0 0 0,-1-1 0,0 0 0,-4 16 0,3 0-4,1-4 0,-3-7 0,0-1 0,0 0 0,-8 15 0,8-18 0,0 0 0,1 0 0,-3 13 0,4-13 0,-1 0 0,0-1 0,-5 13 0,-1 1 0,8-17 0,1-1 0,0-8 0,0-119 0,8 69 0,-7 47 0,0-1 0,0 1 0,0 0 0,4-9 0,-3 9 0,0 0 0,0 0 0,-1 0 0,0-9 0,8-28 0,-9 24 0,6 31 0,-2-6 0,2 4 0,-4-5 0,1 0 0,-1 0 0,0 0 0,0 1 0,0-1 0,0 0 0,-1 1 0,1 4 0,-1-5 0,-1 0 0,1 0 0,0 0 0,1 0 0,-1-1 0,0 1 0,1 0 0,0-1 0,3 6 0,6 12 0,-3-10 0,-7-10 0,-1-1 0,1 1 0,0 0 0,-1-1 0,1 1 0,0 0 0,-1 0 0,0 0 0,1-1 0,-1 1 0,1 0 0,-1 0 0,0 0 0,1 0 0,-1 0 0,0 1 0,11 18 0,-11-19 0,1-1 0,0 1 0,-1 0 0,1 0 0,0 0 0,-1 0 0,1-1 0,0 1 0,0 0 0,0-1 0,0 1 0,-1-1 0,1 1 0,0-1 0,0 1 0,0-1 0,0 0 0,0 1 0,0-1 0,0 0 0,0 0 0,1 0 0,-1 0 0,1 0 0,-1 0 0,-1 1 0,0-1 0,1 0 0,-1 0 0,1 0 0,-1 0 0,0-1 0,1 1 0,-1 0 0,0 0 0,1 0 0,-1 0 0,0 0 0,1 0 0,-1-1 0,0 1 0,1 0 0,-1 0 0,0 0 0,1-1 0,-1 1 0,0 0 0,0 0 0,1-1 0,-1 1 0,0 0 0,0-1 0,0 1 0,0 0 0,1-1 0,-1 1 0,0 0 0,0-1 0,0 1 0,0 0 0,0-1 0,0 1 0,0 0 0,0-1 0,0 0 0,31-30 0,-23 23 0,0 0 0,0 0 0,-1 0 0,7-11 0,6-12 0,20-43 0,1-6 0,-32 63 0,-8 12 0,1 1 0,3 8 0,-2-1 0,0 0 0,0 0 0,-1 0 0,0 0 0,0 0 0,0 1 0,0-1 0,0 0 0,-1 1 0,1-1 0,-1 1 0,1 5 0,-1-2 0,0 0 0,0 0 0,0 0 0,4 9 0,-3-9 0,0 0 0,0 0 0,-1 1 0,1 10 0,-2 1 0,0 0 0,-1-1 0,-1 1 0,-1 0 0,-7 25 0,9-40 0,0 1 1,1-1-1,0 1 0,-1-1 1,2 7-1,-1-1-297,-4-3-2898,8-9-511,-1 1 2857,-1 0 1,0 0 0,0 0-1,0-1 1,-1 1 0,1-1-1,0 1 1,0-1 0,2-3-1,10-8-3499,9 0-1063,-4-2 43</inkml:trace>
</inkml:ink>
</file>

<file path=ppt/ink/ink2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10.680"/>
    </inkml:context>
    <inkml:brush xml:id="br0">
      <inkml:brushProperty name="width" value="0.035" units="cm"/>
      <inkml:brushProperty name="height" value="0.035" units="cm"/>
      <inkml:brushProperty name="color" value="#0066FF"/>
    </inkml:brush>
  </inkml:definitions>
  <inkml:trace contextRef="#ctx0" brushRef="#br0">155 17 3761,'-17'-16'27390,"17"17"-27243,0 1 0,0 0-1,-1 0 1,1-1 0,-1 1 0,1 0 0,-1-1 0,0 1 0,0-1 0,-1 3 0,1-1-147,0-1 0,1 1 0,-1-1 0,1 1 0,0-1 0,-1 1 0,1 0 0,0-1 0,1 1 0,0 3 0,-2 16 0,-22 70 0,20-73 0,3-16 0,0 0 0,0 0 0,-1 0 0,0 0 0,1 0 0,-1 0 0,-3 5 0,1-2 0,-44 74 0,41-69 0,0 1 0,1-1 0,0 1 0,0 0 0,-3 16 0,1-3 0,6-22 0,0 0 0,1 0 0,0 1 0,0-1 0,0 0 0,0 0 0,0 0 0,1 0 0,0 1 0,1 5 0,-1-7 0,-1-1 0,0 1 0,1-1 0,0 1 0,-1 0 0,1-1 0,0 1 0,0-1 0,0 0 0,0 1 0,0-1 0,0 0 0,0 1 0,1-1 0,-1 0 0,0 0 0,1 0 0,-1 0 0,1 0 0,1 0 0,12 2 0,-1-2 0,1 1 0,0-2 0,0 0 0,26-4 0,-10-2 0,53-15 0,9-17-87,-82 31-1351,11-16-10275,-21 21 10839,1-2-2214,2-1 434</inkml:trace>
</inkml:ink>
</file>

<file path=ppt/ink/ink2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10.983"/>
    </inkml:context>
    <inkml:brush xml:id="br0">
      <inkml:brushProperty name="width" value="0.035" units="cm"/>
      <inkml:brushProperty name="height" value="0.035" units="cm"/>
      <inkml:brushProperty name="color" value="#0066FF"/>
    </inkml:brush>
  </inkml:definitions>
  <inkml:trace contextRef="#ctx0" brushRef="#br0">18 75 3353,'-17'6'22016,"120"-12"-14618,25-5-7398,-98 10-327,0-2-1,49-12 1,-65 12 130,-13 3-10,0 0 0,-1-1 0,1 1 0,0-1 0,0 1 0,0-1 0,0 1 0,0-1-1,-1 1 1,1-1 0,0 0 0,-1 1 0,1-1 0,1-1 0,-2 1-91,1 0 0,0 0 0,-1 1 0,1-1 0,0 0-1,0 0 1,0 1 0,0-1 0,0 0 0,0 1 0,0-1 0,0 1 0,0-1 0,2 1-1,26-10-5653,-23 7 3978,0 1-1,0 0 1,0 0 0,0 1-1,9-2 1</inkml:trace>
</inkml:ink>
</file>

<file path=ppt/ink/ink2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11.210"/>
    </inkml:context>
    <inkml:brush xml:id="br0">
      <inkml:brushProperty name="width" value="0.035" units="cm"/>
      <inkml:brushProperty name="height" value="0.035" units="cm"/>
      <inkml:brushProperty name="color" value="#0066FF"/>
    </inkml:brush>
  </inkml:definitions>
  <inkml:trace contextRef="#ctx0" brushRef="#br0">124 49 432,'-31'16'4731,"21"-11"-3039,1 0 1,0 0 0,-8 6-1,15-8-1355,-7 3 2467,2 1 0,-1 0 0,-9 11 0,17-17-2738,0-1 0,-1 0-1,1 1 1,0-1-1,-1 0 1,1 1 0,0-1-1,-1 0 1,1 1-1,0-1 1,0 1 0,0-1-1,-1 0 1,1 1-1,0-1 1,0 1 0,0-1-1,0 1 1,0-1-1,0 1 1,0-1 0,0 1-1,0-1 1,0 0-1,0 1 1,0-1 0,0 1-1,0-1 1,1 1 0,-1-1-1,0 1 1,14 4 3052,17-7 945,29-12-4063,5 4-86,68-18 0,-76 8-3589,28-20-8661,-76 36 10922,20-18-6485,-14 11 3589</inkml:trace>
</inkml:ink>
</file>

<file path=ppt/ink/ink2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12.331"/>
    </inkml:context>
    <inkml:brush xml:id="br0">
      <inkml:brushProperty name="width" value="0.035" units="cm"/>
      <inkml:brushProperty name="height" value="0.035" units="cm"/>
      <inkml:brushProperty name="color" value="#0066FF"/>
    </inkml:brush>
  </inkml:definitions>
  <inkml:trace contextRef="#ctx0" brushRef="#br0">189 7 2793,'-8'-5'19530,"7"5"-19133,0-1-1,1 1 0,-1 0 0,0 0 0,0 0 0,1-1 0,-1 1 1,0 0-1,0 0 0,0 0 0,1 0 0,-1 0 0,0 0 0,0 1 1,0-1-1,1 0 0,-1 0 0,0 0 0,-1 1 0,-8 4 1745,-10 24-1895,16-24-229,0 0-1,0 0 1,1 1 0,0-1 0,0 1-1,0 0 1,-2 6 0,-29 139-17,27-105 0,-3 15 0,8-55-265,1 1-1,1-1 1,-1 1-1,1 8 1,1-13 87,-1 0 0,0 1 1,0-1-1,0 0 0,0 1 0,0-1 1,0 1-1,-1-1 0,1 0 0,-1 1 1,1-1-1,-1 0 0,0 0 1,0 1-1,0-1 0,0 0 0,0 0 1,-1 0-1,1 0 0,-1 0 0,1 0 1,-1-1-1,0 1 0,-1 1 0,2-3-87,1 1-1,-1-1 0,1 0 1,-1 1-1,1-1 0,-1 0 1,1 0-1,-1 1 0,1-1 1,-1 0-1,1 0 0,-1 0 1,1 0-1,-1 0 0,1 0 1,-1 0-1,0 0 0,1 0 1,-1 0-1,1 0 0,-1 0 1,1 0-1,-1 0 0,1 0 1,-1-1-1,1 1 0,-1 0 1,0-1-1,-8-12-9791,6 8 7423,2-5-1775</inkml:trace>
</inkml:ink>
</file>

<file path=ppt/ink/ink2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14.045"/>
    </inkml:context>
    <inkml:brush xml:id="br0">
      <inkml:brushProperty name="width" value="0.035" units="cm"/>
      <inkml:brushProperty name="height" value="0.035" units="cm"/>
      <inkml:brushProperty name="color" value="#0066FF"/>
    </inkml:brush>
  </inkml:definitions>
  <inkml:trace contextRef="#ctx0" brushRef="#br0">24 114 152,'-1'-1'4363,"-16"-4"2354,11 3-3347,11-4 1467,13-2 2779,-15 6-5922,5-1-795,-3 3-816,43 0 189,-1-1 1,82-13-1,-116 10-331,0-1 1,1 0-1,-2-1 1,1 0 0,17-12-1,-27 16 185,0 0 0,-1 0 0,1 0 0,-1 0 0,1-1 0,-1 1 0,0-1 0,0 0 0,2-3 0,-6 6-8,0 0-1,-1 0 0,1 0 1,0 0-1,0 0 0,0 1 1,0-1-1,0 1 0,0-1 1,-4 3-1,6-3-98,-7 1-19,-2-1 0,1 4 0,-1-2 0,0 1 0,6-1 0,-1-1 0,1 0 0,-1 1 0,1 0 0,0 0 0,0 0 0,0 0 0,-6 5 0,-7 5 0,15-11 0,0 0 0,0-1 0,1 1 0,-1 0 0,0 0 0,0 0 0,1 0 0,-1 0 0,1 0 0,-1 0 0,1 0 0,-1 0 0,0 1 0,-6 10 0,3-7 0,0 1 0,0 0 0,1-1 0,0 1 0,0 0 0,0 0 0,1 1 0,-1-1 0,2 1 0,-1-1 0,-1 13 0,-6 21 0,6-29 0,1-1 0,-2 21 0,3-20 0,0 0 0,-5 20 0,-9 50 0,7-38 0,-2-6 0,7-28 0,2-8 0,0 0 0,1-1 0,-1 1 0,0 0 0,1 0 0,-1 0 0,1 0 0,0 0 0,-1 1 0,1-1 0,0 0 0,0 0 0,-1 0 0,1 0 0,0 0 0,0 0 0,0 0 0,0 1 0,1-1 0,-1 2 0,0 0 0,0-6 0,-2-3 0,-13 0 0,7 3 0,0 1 0,8-2 0,8 3 0,0 1 0,215-5 0,-189 3 0,1-2 0,-1-2 0,62-18 0,-48 12 0,-35 9 0,-7 2 0,-1 0 0,0-1 0,1 0 0,-1 1 0,7-5 0,-4 1 0,-7-1 0,-1 5-92,0-1-1,0 1 1,0 0 0,0-1 0,0 1-1,0 0 1,0-1 0,-1 1-1,1 0 1,-1 0 0,1-1 0,-1 1-1,1 0 1,-2-2 0,-11-1-2580,4 3 1406,-7-1-1340,14 2 1343,-1 0-1,1 0 1,0 0 0,-1-1 0,1 1-1,0-1 1,-1 0 0,-2-1 0,1 0 156,-6-4-3902,7 8 4481,1 5 4926,2-7-4209,-1 1 1,1-1-1,-1 0 1,1 0 0,-1 1-1,1-1 1,-1 0-1,1 1 1,-1-1 0,1 1-1,-1-1 1,1 1-1,0-1 1,-1 1-1,1-1 1,0 1 0,-1-1-1,1 1 1,0-1-1,0 1 1,0 0-1,-1-1 1,1 1 0,0-1-1,0 1 1,0 0-1,0-1 1,0 1 0,0-1-1,0 1 1,0 0-1,0-1 1,1 1-1,-1-1 1,0 1 0,0 0-1,0-1 1,1 2-1,2-1 460,-2 0-330,0 0 1,0 0-1,0 0 0,1 0 0,-1-1 0,0 1 1,0 0-1,1-1 0,-1 1 0,0-1 0,1 0 1,-1 1-1,0-1 0,1 0 0,-1 0 0,0 0 1,1 0-1,-1 0 0,1 0 0,-1 0 0,0 0 1,1 0-1,-1-1 0,0 1 0,1-1 0,1 0 1,41-16 2495,-30 9-2357,-11 6-364,1 0 0,-1 0 0,0 0 0,1-1 0,-1 1 0,0-1 0,5-5-1,0 0 119,-7 7-191,0 0-1,0 0 0,1 0 1,-1 0-1,0 0 1,0 0-1,0-1 0,0 1 1,0 0-1,-1-1 1,1 1-1,0 0 0,0-1 1,-1 1-1,1-1 1,-1 1-1,1-3 0,7-33 259,-8 30-279,1 4 0,-1 1 0,0 0 0,0 0 0,0-1 0,0 1 0,0 0 0,-1 0 0,1-1 0,-1 1 0,0 0 0,1 0 0,-1 0 0,0 0 0,-2-3 0,2 2 0,-6-10 0,4 9 0,-4 3 0,5 1 0,1 0 0,-1 0 0,0 0 0,1 0 0,-1 1 0,1-1 0,-1 0 0,0 1 0,1 0 0,-1-1 0,1 1 0,0 0 0,-1-1 0,1 1 0,0 0 0,-1 0 0,-1 3 0,-3 0 0,0 1 0,0 0 0,1 0 0,-1 1 0,-7 10 0,0 0 0,7-10 0,1 0 0,1 0 0,-1 1 0,-5 13 0,-5 6 0,13-22 0,0 0 0,0 0 0,0 0 0,0 1 0,1-1 0,0 0 0,0 1 0,0-1 0,0 1 0,1 0 0,0-1 0,0 1 0,0-1 0,0 1 0,1 0 0,-1-1 0,1 1 0,0-1 0,1 0 0,1 5 0,0-3 0,-1 0 0,1-1 0,0 0 0,0 0 0,1 0 0,0 0 0,0 0 0,0-1 0,0 1 0,1-1 0,0 0 0,-1-1 0,1 1 0,8 3 0,3 1 0,-6-2 0,0 0 0,1-1 0,0-1 0,0 0 0,0 0 0,0-1 0,1 0 0,-1-1 0,22 1 0,-5-4 0,0-1 0,0-2 0,0-1 0,0-1 0,-1-1 0,51-21 0,-73 26 0,0 0 0,0 0 0,-1 0 0,1-1 0,-1 1 0,1-1 0,-1 0 0,0 0 0,0-1 0,0 1 0,-1-1 0,1 0 0,-1 0 0,0 0 0,0-1 0,-1 1 0,1-1 0,-1 1 0,0-1 0,3-7 0,-2-3 0,-1 10 0,-1 1 0,0-1 0,0 1 0,-1-1 0,1 0 0,-1 0 0,-1-7 0,-4-19 0,1 5 0,-11-39 0,11 50 0,0 0 0,1 0 0,0 0 0,0-27 0,2 32 0,0-1 0,0 1 0,-1 0 0,-1 0 0,0 0 0,0 0 0,-7-14 0,6 10 0,5 13 0,-1 1 0,0 0 0,0-1 0,0 1 0,0 0 0,0-1 0,0 1 0,-1 0 0,1-1 0,0 1 0,0-1 0,0 1 0,0 0 0,0 0 0,0-1 0,-1 1 0,1 0 0,0-1 0,0 1 0,0 0 0,-1-1 0,1 1 0,0 0 0,0 0 0,-1 0 0,1-1 0,0 1 0,-1 0 0,1 0 0,-1-1 0,-2-3 0,-3 0 0,5 14 0,1 15 0,1-4 0,-1 1 0,-2-1 0,-4 28 0,-3 9 0,7 2 0,-5-26 0,0-1 0,-2 0 0,-18 43 0,21-61 0,1 1 0,1 0 0,0 1 0,1-1 0,1 1 0,0-1 0,2 27 0,0-38 0,0-5-2,0 1 1,1-1-1,-1 0 1,0 0-1,0 0 0,1 1 1,-1-1-1,0 0 1,1 0-1,-1 0 1,0 0-1,1 0 0,-1 0 1,0 0-1,1 0 1,-1 0-1,0 0 0,1 0 1,-1 0-1,0 0 1,1 0-1,-1 0 1,0 0-1,0 0 0,1 0 1,-1 0-1,0 0 1,1-1-1,-1 1 0,0 0 1,0 0-1,1-1 1,13-4-448,-12 4 189,0-1-859,0 0 1,1 0 0,-1 0 0,0-1-1,0 1 1,-1-1 0,1 1 0,0-1 0,-1 0-1,1 1 1,-1-1 0,0 0 0,1-6 0,5-7-5667,-5 10 3378,-2 0-79</inkml:trace>
</inkml:ink>
</file>

<file path=ppt/ink/ink2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14.562"/>
    </inkml:context>
    <inkml:brush xml:id="br0">
      <inkml:brushProperty name="width" value="0.035" units="cm"/>
      <inkml:brushProperty name="height" value="0.035" units="cm"/>
      <inkml:brushProperty name="color" value="#0066FF"/>
    </inkml:brush>
  </inkml:definitions>
  <inkml:trace contextRef="#ctx0" brushRef="#br0">23 263 424,'-1'-1'590,"1"0"-1,-1 0 1,0 0 0,0 1-1,0-1 1,0 0 0,1 1-1,-1-1 1,0 1 0,0-1 0,0 1-1,0-1 1,0 1 0,0 0-1,0 0 1,0-1 0,0 1-1,-3 0 1,1-1 2499,7 1 1451,-2 0-3603,23-5 2871,1 3-3093,-2-1-1,1-1 0,33-10 1,-44 10-605,10-2-18,-2-1 0,1-1 0,24-13 0,-35 15-42,-1 0 0,0-1 0,-1 0 0,0-1 0,0 0 0,-1-1 0,15-16 0,-22 22-4,1 0 1,-1-1-1,-1 1 0,1 0 1,0-1-1,0-3 1,-1 6-24,-1 0 0,1 0-1,-1 0 1,0 0 0,0 0 0,0 1 0,1-1 0,-1 0 0,0 0 0,0 0 0,0 0 0,0 0 0,0 0 0,-1 0 0,1 0 0,0 1 0,0-1-1,0 0 1,-1 0 0,1 0 0,-1 0 0,1 0 0,0 1 0,-1-1 0,0 0 0,1 0 0,-2 0 0,-1-3 202,3 3-224,0 1 0,0 0 0,0 0 0,0 0 0,0-1 0,0 1 0,0 0 0,0 0 0,-1 0 0,1 0 0,0-1 0,0 1 0,0 0 0,0 0 0,0 0 0,-1 0 0,1 0 0,0 0 0,0-1 0,0 1-1,0 0 1,-1 0 0,1 0 0,0 0 0,0 0 0,0 0 0,-1 0 0,1 0 0,0 0 0,0 0 0,0 0 0,-1 0 0,1 0 0,0 0 0,0 0 0,0 0 0,-1 0 0,1 0 0,0 0 0,0 0 0,0 0 0,-1 0 0,1 0 0,0 1 0,0-1-1,0 0 1,0 0 0,-1 0 0,1 0 0,0 0 0,0 1 0,0-1 0,0 0 0,-1 1-4,0-1 0,0 1 0,0-1 0,0 1-1,0 0 1,0-1 0,0 1 0,0 0 0,1 0 0,-1 0 0,0-1-1,0 1 1,1 0 0,-1 0 0,1 0 0,-1 0 0,1 0-1,-1 0 1,1 0 0,0 0 0,0 1 0,-1-1 0,1 0 0,0 0-1,0 0 1,0 0 0,0 0 0,0 0 0,0 0 0,0 1-1,1-1 1,-1 1 0,2 1-7,0 1-1,0-1 0,0 0 0,0 1 1,0-1-1,1 0 0,-1-1 1,6 5-1,48 37 51,-8-8-9,-38-28-24,-4-4 1,-1 0-1,0 1 1,0-1-1,0 1 1,-1 0-1,1 0 0,-1 1 1,0-1-1,-1 1 1,6 12-1,-8-17-5,-1 1 0,0-1 0,-1 1 0,1-1 0,0 1 0,0-1 0,-1 1 0,1-1 0,-1 1 0,1-1 0,-1 1 0,1-1 0,-1 0 0,0 1 0,0-1 0,0 0 0,0 0 0,-1 2 0,-22 22 47,15-19-21,-1 0-1,0 0 1,0-1 0,-1-1-1,1 0 1,-1 0 0,-12 1 0,-1 2 45,23-6-69,-1-1 1,1 1-1,0-1 1,0 0-1,-1 0 1,1 1-1,0-1 0,-1 0 1,1 0-1,0 0 1,-1 0-1,-1-1 1,3 1-4,0 0-1,-1 0 1,1-1 0,0 1 0,-1 0 0,1 0-1,0 0 1,0-1 0,-1 1 0,1 0-1,0 0 1,0-1 0,-1 1 0,1 0-1,0-1 1,0 1 0,0 0 0,0-1 0,-1 1-1,1 0 1,0-1 0,0 1 0,0 0-1,0-1 1,0 1 0,0 0 0,0-1-1,0-1 2,1 0-1,-1 1 0,0-1 0,1 1 0,0-1 0,-1 1 0,1-1 0,0 1 0,0-1 0,0 1 0,0 0 1,0-1-1,0 1 0,0 0 0,2-2 0,31-26-86,2 2 0,58-34 0,59-25-983,-85 43-304,10 0-2992,-64 37 2286,-12 6 1764,0 0 0,-1-1 0,1 0 0,-1 1 0,1-1 0,-1 0-1,1 0 1,-1 0 0,1 0 0,1-2 0,1-1-1109,-4 4 1237,1-1-1,-1 1 0,1 0 0,-1 0 0,0 0 1,1-1-1,-1 1 0,0 0 0,0-1 0,1 1 1,-1 0-1,0-1 0,0 1 0,1 0 0,-1-1 0,0 1 1,0 0-1,0-1 0,0 1 0,1-1 0,-1 1 1,0 0-1,0-1 0,0 1 0,0-1 0,0 1 1,0 0-1,0-1 0,0 1 0,0-1 0,0 1 0,0 0 1,-1-1-1,1 1 0,0-1 0,0 1 0,0 0 1,0-1-1,-1 1 0,1 0 0,0-1 0,0 1 1,-1 0-1,1-1 0,0 1 0,-1 0 0,1-1 0,0 1 1,-1 0-1,1 0 0,0 0 0,-1-1 0,1 1 1,-1 0-1,0-5-2625</inkml:trace>
</inkml:ink>
</file>

<file path=ppt/ink/ink2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17.329"/>
    </inkml:context>
    <inkml:brush xml:id="br0">
      <inkml:brushProperty name="width" value="0.035" units="cm"/>
      <inkml:brushProperty name="height" value="0.035" units="cm"/>
      <inkml:brushProperty name="color" value="#0066FF"/>
    </inkml:brush>
  </inkml:definitions>
  <inkml:trace contextRef="#ctx0" brushRef="#br0">94 0 1080,'7'14'25258,"-4"-10"-21323,10 10-3261,-10-12-567,-1 0 0,0 0 0,0 1 0,1-1 0,-1 0 0,-1 1 1,1-1-1,0 1 0,-1-1 0,1 1 0,-1 0 0,0 0 0,0 0 0,0-1 0,0 1 0,0 6 0,3 14-107,-3-20 0,0-1 0,0 1 0,-1 0 0,1-1 0,-1 1 0,0 0 0,0-1 0,0 1 0,-1 3 0,-5 25 0,-2 0 0,-2 0 0,-1-1 0,-19 39 0,22-52 0,-10 31 0,0-1 0,14-38 0,1-1 0,1 1 0,-3 16 0,-6 16 0,11-40 0,0-1 0,-1 1 0,1 0 0,0 0 0,0-1 0,0 1 0,0 0 0,0-1 0,0 1 0,0 0 0,0 0 0,0-1 0,0 1 0,0 0 0,0 0 0,1-1 0,-1 1 0,0 0 0,0-1 0,1 1 0,-1 0 0,0-1 0,1 1 0,-1-1 0,1 1 0,-1 0 0,2 0 0,-1 1 0,19-45-5935,-17 34 5158,-1 0 0,0-1-1,0 1 1,-1 0-1,0-1 1,-1 1 0,-1-16-1,-2-4 150,-7-34-1,5 39 564,2 11 147,0-1-1,1 0 1,-1-18 0,-5-21 1883,8 50-1568,0 0 0,0 1 0,0-1-1,0 0 1,-1 0 0,1 1 0,-1-1 0,0 0-1,0 0 1,0 1 0,0-1 0,0 1 0,0-1-1,-1 1 1,1 0 0,-4-4 0,5 6-346,0-1 0,0 1 0,0 0 1,0 0-1,0-1 0,0 1 0,0 0 1,0 0-1,0-1 0,0 1 0,0 0 1,0 0-1,0 0 0,0-1 0,0 1 1,0 0-1,0 0 0,0-1 0,0 1 1,0 0-1,0 0 0,1 0 0,-1-1 1,0 1-1,0 0 0,0 0 0,0 0 1,1-1-1,-1 1 0,0 0 0,0 0 1,0 0-1,1 0 0,-1 0 0,0 0 1,0-1-1,0 1 0,1 0 0,-1 0 1,0 0-1,0 0 0,1 0 0,-1 0 1,0 0-1,0 0 0,1 0 0,-1 0 1,0 0-1,27-3 1876,1 3-1927,0 2 0,0 0 0,0 2 0,-1 1 0,0 1 0,37 13 0,-56-16 0,-1 1 0,1 0 0,-1 0 0,1 0 0,-1 1 0,-1 0 0,1 0 0,-1 1 0,0-1 0,0 1 0,0 1 0,-1-1 0,0 1 0,0 0 0,-1 0 0,0 1 0,0-1 0,0 1 0,3 12 0,-7-15 0,0 0 0,0 1 0,-1-1 0,1 0 0,-1 0 0,0 0 0,0 0 0,-1 0 0,-2 6 0,-21 43 0,19-43 0,-1-1 0,-1 0 0,1 0 0,-2-1 0,1 0 0,-1 0 0,-12 8 0,-76 49 0,90-61 0,-78 38 0,77-38 0,1-5 0,5-6 0,3 4 0,-1 0 1,1-1-1,0 1 0,0-1 1,0 1-1,0 0 0,0 0 1,1-1-1,-1 1 0,1 0 1,2-3-1,23-23-164,-5 10-1359,2 0 0,32-19 1,-45 31 1005,51-31-2660,71-49-2163,-104 66 4947,-2-2 0,46-45 0,-69 63 434,13-14 744,-1-1 0,0 0 0,-2-1 0,13-22-1,-14 15 1654,-8 16-346,0 1-1,1 0 1,9-12-1,-15 22-2087,0-1 0,1 1-1,-1 0 1,0 0 0,0 0 0,0-1 0,0 1 0,0 0-1,0 0 1,0-1 0,1 1 0,-1 0 0,0 0 0,0 0-1,0-1 1,0 1 0,0 0 0,0 0 0,0-1 0,0 1-1,0 0 1,0 0 0,-1-1 0,1 1 0,0 0 0,0 0-1,0-1 1,0 1 0,0 0 0,0 0 0,0 0-1,-1-1 1,1 1 0,0 0 0,0 0 0,0 0 0,0-1-1,-1 1 1,1 0 0,0 0 0,0 0 0,0 0 0,-1 0-1,1 0 1,0 0 0,0-1 0,-1 1 0,1 0 0,0 0-1,0 0 1,-1 0 0,-12 0-31,13 0 27,-1 0 0,1 1 0,0-1 0,0 0 0,-1 1 0,1-1 0,0 0 0,0 0 0,0 1 0,-1-1 0,1 1 0,0-1 0,0 0 0,0 1 0,0-1 0,0 0 0,0 1 0,0-1 0,0 0 0,0 1 0,0-1 0,0 0 0,0 1 0,0 0 0,0 0 0,-2 1 0,1-1 0,-1 1 0,1 0 0,-1 1 0,1-1 0,0 0 0,0 0 0,0 0 0,0 1 0,0-1 0,0 1 0,1-1 0,-1 0 0,1 1 0,-1-1 0,1 1 0,0-1 0,0 1 0,1 3 0,-1 9 0,2-7 0,-1 0 0,1 0 0,1-1 0,-1 1 0,1 0 0,1-1 0,4 8 0,-7 0 0,1-4 0,1-1 0,0 0 0,0 0 0,-1-1 0,0 2 0,0-1 0,-1 0 0,-1 0 0,-1 19 0,1-15 0,-1-5 0,0-1 0,0 1 0,-1-1 0,-1 0 0,1 0 0,-1 0 0,-1 0 0,-4 9 0,5-13 0,1 1 0,0 0 0,1 1 0,-1-1 0,1 0 0,-1 10 0,-4 13 0,-1-5 0,5-13 0,-1-1 0,0 0 0,-5 9 0,8-17 0,-1 0 0,1 0 0,0 1 0,0-1 0,-1 0 0,1 0 0,0 0 0,0 0 0,0 0 0,0 0 0,1 1 0,-1 1 0,0-2 0,1-1 0,-1 1 0,0 0 0,0 0 0,0 0 0,0 0 0,0 0 0,0 0 0,0-1 0,0 1 0,0 0 0,-1 0 0,1 0 0,0 0 0,0 0 0,-1-1 0,0 2 0,-3 3 0,10-4 0,-3-2 0,-1 0 0,1 0 0,0 0 0,0 0 0,-1 0 0,1-1 0,0 1 0,-1-1 0,0 0 0,3-2 0,24-12 0,21-6 0,10 6 0,96-11 0,-106 11 0,-48 15-307,-1 1 0,1-1 0,-1 0 0,0 0 0,1-1 0,-1 1 0,0 0 0,0 0 1,0 0-1,0-1 0,0 1 0,0-1 0,0 1 0,-1-1 0,2-1 0,7-12-2788,-9 14 2828,0 1 0,1-1 0,-1 0 0,1 1 0,-1-1 0,0 0 0,1 1 0,-1-1 0,0 0 0,0 1 0,0-1 0,1 0 0,-1 1 0,0-1 0,0 0 0,0 0 0,0 1 1,0-1-1,0 0 0,0 0 0,-1 1 0,1-1 0,0 0 0,0 1 0,0-1 0,-1 0 0,1 1 0,0-1 0,-1 0 0,1 1 0,-1-1 0,1 1 0,-1-1 0,1 1 0,-1-2 0,0 1-341,0 0 1,0 0 0,0 0-1,1 0 1,-1 0 0,0 0-1,1-1 1,-1 1 0,1 0-1,0 0 1,-1-1-1,1 1 1,0-2 0,0-2-2775</inkml:trace>
</inkml:ink>
</file>

<file path=ppt/ink/ink2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19.262"/>
    </inkml:context>
    <inkml:brush xml:id="br0">
      <inkml:brushProperty name="width" value="0.035" units="cm"/>
      <inkml:brushProperty name="height" value="0.035" units="cm"/>
      <inkml:brushProperty name="color" value="#0066FF"/>
    </inkml:brush>
  </inkml:definitions>
  <inkml:trace contextRef="#ctx0" brushRef="#br0">9 145 1000,'-9'-1'12113,"19"-2"-7348,36-5-5441,-24 4 1666,153-26-468,62-15-955,-211 41 134,-19 3 88,-1 0 0,1 0 0,-1-1 0,1 0 0,-1 0 0,0 0 0,8-4 0,-13 5-30,0 0-1,1 0 0,-1 0 1,0 0-1,1 0 0,-1 0 1,0 0-1,0 0 0,0 0 1,2-3-1,-5-2-2303,-11 0 457,7 4 1125,0 1 0,0 0-1,0 0 1,1 0 0,-8 1-1,3 0-1403</inkml:trace>
</inkml:ink>
</file>

<file path=ppt/ink/ink2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19.496"/>
    </inkml:context>
    <inkml:brush xml:id="br0">
      <inkml:brushProperty name="width" value="0.035" units="cm"/>
      <inkml:brushProperty name="height" value="0.035" units="cm"/>
      <inkml:brushProperty name="color" value="#0066FF"/>
    </inkml:brush>
  </inkml:definitions>
  <inkml:trace contextRef="#ctx0" brushRef="#br0">10 75 1824,'-1'0'213,"1"1"0,-1-1 0,1 0 0,-1 0 0,1 0 0,-1 1-1,1-1 1,-1 0 0,1 1 0,0-1 0,-1 0 0,1 1 0,-1-1-1,1 0 1,0 1 0,0-1 0,-1 1 0,1-1 0,0 1 0,0-1-1,-1 1 1,1-1 0,0 1 0,0-1 0,0 1 0,0 0 0,11 4 4079,21-6-1557,61-13-661,182-14-1970,-199 18-1475,-70 10 975,1-1-1,0 1 1,-1-1 0,1-1-1,0 1 1,-1-1 0,7-3 0,-10 4-589,0 0-1,0-1 1,0 0 0,0 1 0,-1-1 0,1 0 0,-1 0 0,5-5 0,0 1-1833</inkml:trace>
</inkml:ink>
</file>

<file path=ppt/ink/ink2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21.247"/>
    </inkml:context>
    <inkml:brush xml:id="br0">
      <inkml:brushProperty name="width" value="0.035" units="cm"/>
      <inkml:brushProperty name="height" value="0.035" units="cm"/>
      <inkml:brushProperty name="color" value="#0066FF"/>
    </inkml:brush>
  </inkml:definitions>
  <inkml:trace contextRef="#ctx0" brushRef="#br0">891 200 2497,'4'-8'21648,"-17"5"-14950,-29 3-9470,33 0 4807,-23 0-1741,-47-6 0,68 4-216,0 0 0,-1-1 1,1 0-1,0-1 0,1 0 0,-1-1 0,-13-8 0,21 11-41,0 0 1,0-1 0,1 1-1,-1 0 1,1-1 0,0 0-1,0 0 1,0 0 0,0 0-1,0 0 1,0 0 0,-1-6-1,2 8-18,0-1-1,1 0 1,-1 0 0,1 0-1,-1-1 1,1 1-1,0 0 1,0 0 0,0 0-1,0 0 1,0 0-1,0 0 1,0 0 0,1 0-1,-1 0 1,1 0-1,0 0 1,-1 0 0,1 0-1,2-4 1,6-6 55,-9 10-66,1 0 0,0 1 0,0-1 0,1 0 0,-1 1 0,0-1 0,1 1 0,-1 0 0,0-1-1,1 1 1,0 0 0,2-1 0,1-2-5,0 1 0,1-1 0,0 2 0,0-1 0,0 1 0,0 0 0,0 0 0,0 0 0,9 0 0,6 1-24,18 1-4,-33 1 30,1 1-1,0 0 1,0 0-1,-1 1 0,1 0 1,-1 0-1,0 0 1,0 1-1,0 0 1,-1 0-1,1 0 1,-1 1-1,0 0 0,0 0 1,0 0-1,-1 1 1,6 9-1,-8-12-1,-1 0 0,0 0 1,1 0-1,-1 0 0,-1 0 0,1 1 0,0-1 0,-1 0 0,0 0 0,0 0 1,0 1-1,0-1 0,0 0 0,0 0 0,-1 1 0,0-1 0,0 0 0,-1 4 0,-4 9 17,0-1 0,-11 19 0,11-24-14,0 0 0,-1-1 0,0 0 0,-1 0-1,0 0 1,-14 11 0,-59 39 31,37-29-43,-6 1 22,-1-2 0,-2-2 0,-69 25-1,83-36 9,22-10-23,0 0 0,-1-1 0,0-1 1,-26 2-1,-72-1-70,111-5 70,0 0 0,1-1-1,-1 1 1,0-1 0,0 0 0,0 0-1,1-1 1,-1 0 0,1 0 0,-1 0-1,1 0 1,-7-5 0,9 6 0,0-1-1,0 0 1,-1 0 0,1 0-1,0 0 1,1-1 0,-1 1 0,0 0-1,1-1 1,-1 1 0,1-1-1,0 0 1,0 1 0,0-1-1,0 0 1,0 0 0,1 0 0,-1 0-1,1-5 1,0 7-1,0 0-1,0-1 1,0 1-1,0 0 1,1 0-1,-1 0 1,1-1 0,-1 1-1,1 0 1,-1 0-1,1 0 1,-1 0 0,1 0-1,0 0 1,0 0-1,-1 0 1,1 0-1,0 0 1,0 0 0,2-1-1,1 0-2,-1 0 1,1 0-1,-1 1 0,1-1 0,0 1 1,7-2-1,5 1-6,0 0-1,26 0 1,101 13-123,-72-5-143,81 17-2306,-105-14-1671,0-2 1,56 2 0,-84-10 1305,0-1 0,0-1 0,27-7 0,-28 4-247</inkml:trace>
</inkml:ink>
</file>

<file path=ppt/ink/ink2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21.875"/>
    </inkml:context>
    <inkml:brush xml:id="br0">
      <inkml:brushProperty name="width" value="0.035" units="cm"/>
      <inkml:brushProperty name="height" value="0.035" units="cm"/>
      <inkml:brushProperty name="color" value="#0066FF"/>
    </inkml:brush>
  </inkml:definitions>
  <inkml:trace contextRef="#ctx0" brushRef="#br0">275 48 856,'6'-7'2265,"-4"5"-1285,0 0 0,0 0 0,0 0 0,-1 0 0,1-1 0,-1 1 1,0 0-1,1-1 0,-1 1 0,0-1 0,0 1 0,-2-9 8312,-5 8-7450,-1 5-1153,0 0 0,0 0-1,0 1 1,0 0 0,1 0 0,-1 0-1,1 1 1,-8 5 0,6-3-370,0 0-298,0 0 0,0 1 0,0 0 0,1 0 1,0 1-1,0 0 0,1 0 0,0 1 1,0-1-1,-8 20 0,13-25-21,0 0 0,0 0 0,1 0 0,0 0 0,-1 0 0,1 0 0,0 0 0,0 0 0,1 0 0,-1 0 0,0 0 0,1 0 0,0 0 0,0-1 0,0 1 0,0 0 0,0 0 0,1-1 0,-1 1 0,4 4 0,2 3 0,1 0 0,1-1 0,12 12 0,-19-19 0,51 36 0,-34-23 0,26 13 0,-26-16 0,-17-10 0,0-1 0,0 1 0,0 0 0,0 1 0,0-1 0,0 0 0,-1 0 0,1 1 0,-1-1 0,1 1 0,-1 0 0,0-1 0,0 1 0,0 0 0,-1-1 0,1 1 0,-1 0 0,1 0 0,-1 0 0,0 0 0,0-1 0,0 1 0,0 0 0,-1 0 0,1 0 0,-1 0 0,0-1 0,0 1 0,0 0 0,0-1 0,0 1 0,0 0 0,-1-1 0,1 0 0,-1 1 0,0-1 0,0 0 0,0 0 0,0 0 0,-3 3 0,-4 0-10,1-1 1,-1 1-1,0-2 0,0 1 1,0-1-1,-1-1 0,1 0 0,-1 0 1,1 0-1,-11-1 0,0 0-168,-19-1-260,32-1 355,0 0 1,0-1-1,0 0 0,-10-3 1,14 3 70,0 1 1,1-1-1,-1 0 1,1 0 0,-1 0-1,1 0 1,0 0-1,0 0 1,0-1-1,0 1 1,0-1 0,0 1-1,-1-5 1,-4-2 0,6 8 11,0 0 0,1 0-1,-1 0 1,0-1 0,0 1 0,0 0 0,1-1-1,-1 1 1,1 0 0,-1-1 0,1 1-1,-1 0 1,1-1 0,0 1 0,0-1-1,0 1 1,0-1 0,0 1 0,0-1-1,0 1 1,0 0 0,1-4 0,3-3 1,-1-1 1,2 1 0,-1 0 0,1-1 0,0 2-1,1-1 1,-1 1 0,2 0 0,-1 0 0,1 0-1,0 1 1,0 0 0,1 1 0,15-9-1,14-13 36,-24 18-54,0-1-1,19-9 0,-9 7 52,-2-1-1,0-1 0,0-2 1,20-19-1,-39 34 14,-1 0 1,0 0-1,0 0 0,1 0 0,-1 0 1,0-1-1,0 1 0,0 0 0,0-1 1,0 1-1,-1-1 0,1 1 0,0-1 1,-1 0-1,1 1 0,-1-1 0,1 1 1,-1-1-1,0 0 0,0-3 0,0 4-40,-1 0 1,0-1-1,0 1 0,0 0 0,0-1 0,0 1 0,0 0 0,0 0 1,0 0-1,-1 0 0,1 0 0,0 0 0,-1 0 0,1 0 0,0 1 0,-1-1 1,1 0-1,-1 1 0,-1-1 0,-9-2-7,0 1 0,0 0 0,0 1 0,0 0 0,0 1 0,0 0 0,0 1 0,-19 4 0,19-4 0,-13 2 0,-35 6 0,-6 6 0,-1 3 0,52-10-5607,10-5 1386,30-7-5329,-6 2 5075,-3 0 1209,1-2-278</inkml:trace>
</inkml:ink>
</file>

<file path=ppt/ink/ink2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22.242"/>
    </inkml:context>
    <inkml:brush xml:id="br0">
      <inkml:brushProperty name="width" value="0.035" units="cm"/>
      <inkml:brushProperty name="height" value="0.035" units="cm"/>
      <inkml:brushProperty name="color" value="#0066FF"/>
    </inkml:brush>
  </inkml:definitions>
  <inkml:trace contextRef="#ctx0" brushRef="#br0">463 47 2897,'3'-3'1189,"0"0"0,1 0 0,-1 1 0,1-1 0,-1 1 1,1 0-1,6-3 0,7-4 8537,-8-3 300,-9 10-9490,0 5-467,0-2-69,0-1 0,0 0 0,0 1 0,0-1 0,0 1 0,0-1 0,0 0 0,0 1 0,0-1 0,0 1 0,0-1 0,0 0 0,0 1 0,0-1 0,-1 0 0,1 1 0,0-1 0,0 0 0,-1 1 0,1-1 0,0 0 0,0 1 0,-1-1 0,1 0 0,0 1 0,-1-1 0,1 0 0,-1 0 0,-2 6 0,1-4 0,1 1 0,0-1 0,-1 0 0,1 0 0,-1 0 0,0 0 0,0 0 0,0-1 0,0 1 0,0-1 0,-3 3 0,-6 4 0,-9 12 0,0 2 0,1 0 0,-17 27 0,-66 89 0,35-46 0,40-57 0,-24 40 0,43-63 0,1-1 0,-17 17 0,15-18 0,0 0 0,-10 16 0,-41 60 0,59-81-143,1-34-14652,0-1 4325,0 14 6640</inkml:trace>
</inkml:ink>
</file>

<file path=ppt/ink/ink2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22.492"/>
    </inkml:context>
    <inkml:brush xml:id="br0">
      <inkml:brushProperty name="width" value="0.035" units="cm"/>
      <inkml:brushProperty name="height" value="0.035" units="cm"/>
      <inkml:brushProperty name="color" value="#0066FF"/>
    </inkml:brush>
  </inkml:definitions>
  <inkml:trace contextRef="#ctx0" brushRef="#br0">0 39 1480,'4'-16'5296,"5"-6"21391,-6 23-28349,-2-1 1624,0 0 0,0 1 0,0-1 0,0 1 0,0-1 0,0 1 0,0-1 0,0 1 0,0 0 0,-1 0 0,1-1 0,0 1 0,0 0 0,-1 0 0,1 0 0,-1 0 0,2 1 0,0 7-5638,17 16-9053,-13-18 10693,-5 3-151</inkml:trace>
</inkml:ink>
</file>

<file path=ppt/ink/ink2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22.696"/>
    </inkml:context>
    <inkml:brush xml:id="br0">
      <inkml:brushProperty name="width" value="0.035" units="cm"/>
      <inkml:brushProperty name="height" value="0.035" units="cm"/>
      <inkml:brushProperty name="color" value="#0066FF"/>
    </inkml:brush>
  </inkml:definitions>
  <inkml:trace contextRef="#ctx0" brushRef="#br0">0 112 784,'18'-11'30782,"-11"5"-29624,21-13-1110,-15 10-50,1 0 1,25-12-1,-8 4-6766,-29 16 6040,0 1 0,-1-1 0,1-1-1,0 1 1,-1 0 0,1 0 0,-1-1 0,0 1 0,1 0-1,-1-1 1,0 0 0,3-3 0</inkml:trace>
</inkml:ink>
</file>

<file path=ppt/ink/ink2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6:56.822"/>
    </inkml:context>
    <inkml:brush xml:id="br0">
      <inkml:brushProperty name="width" value="0.035" units="cm"/>
      <inkml:brushProperty name="height" value="0.035" units="cm"/>
      <inkml:brushProperty name="color" value="#0066FF"/>
    </inkml:brush>
  </inkml:definitions>
  <inkml:trace contextRef="#ctx0" brushRef="#br0">1162 131 1352,'8'-4'23849,"-9"13"-20326,1-8-3332,-1-1-1,1 1 1,-1-1 0,0 0 0,1 1-1,-1-1 1,0 1 0,1-1 0,-1 0-1,0 1 1,0-1 0,1 0 0,-1 0-1,0 0 1,0 0 0,1 1 0,-1-1-1,0 0 1,0 0 0,-1-1 0,-6 2-154,-2 4-37,10-3 0,0 0 0,-13 5 0,0 0 0,0-1 0,-1-1 0,1 0 0,-1-1 0,-20 4 0,-93 7 0,51-8 0,60-6 0,1-1 0,-1-1 0,1 0 0,-20-5 0,22 4 0,8 2 0,0-1 0,1-1 0,-1 1 0,1-1 0,-1 0 0,1 0 0,-1 0 0,1 0 0,-6-5 0,9 6 0,-1 0 0,1-1 0,0 1 0,-1 0 0,1-1 0,0 1 0,0-1 0,0 1 0,0-1 0,0 0 0,0 1 0,0-1 0,0 0 0,1 0 0,-1 0 0,1 0 0,-1 1 0,1-1 0,0 0 0,0 0 0,0 0 0,0 0 0,0 0 0,0 0 0,0 0 0,1 0 0,0-2 0,1-2 0,1 0 0,0 1 0,0-1 0,0 0 0,1 1 0,0 0 0,0 0 0,0 0 0,0 1 0,1-1 0,0 1 0,0 0 0,0 0 0,0 1 0,1-1 0,0 1 0,10-4 0,11-3 0,-1 2 0,53-10 0,-60 14 0,-3 1 0,-1 1 0,1 1 0,0 0 0,-1 1 0,1 1 0,0 0 0,-1 1 0,1 1 0,-1 0 0,0 1 0,0 1 0,20 9 0,-32-12 0,0-1 0,0 1 0,0 0 0,-1 0 0,1 0 0,-1 0 0,0 1 0,1-1 0,-1 1 0,0-1 0,0 1 0,-1 0 0,1-1 0,0 1 0,-1 0 0,0 0 0,0 0 0,0 0 0,0 1 0,0-1 0,0 0 0,-1 0 0,0 1 0,1-1 0,-1 0 0,-1 4 0,0 0 0,1-1 0,-2 1 0,1-1 0,-1 1 0,0-1 0,0 1 0,-1-1 0,0 0 0,0 0 0,-1 0 0,-6 9 0,-11 9 0,-2 0 0,0-2 0,-2 0 0,0-2 0,-36 22 0,-148 76 0,186-107 0,-40 23 0,-1-3 0,-98 32 0,116-49 0,-55 13 0,86-24 0,1-1 0,-1 0 0,0-1 0,1-1 0,-16-1 0,16-1 0,1 0 0,0-1 0,-26-8 0,32 8 0,1 1 0,0-1 0,0-1 0,0 1 0,0-1 0,1 0 0,-1 0 0,1 0 0,-9-10 0,13 12 0,0 1 0,-1-1 0,1 1 0,0-1 0,0 0 0,0 0 0,0 1 0,0-1 0,0 0 0,1 0 0,-1 0 0,1 0 0,-1 0 0,1 0 0,0 0 0,-1 0 0,1 0 0,0 0 0,0 0 0,1-1 0,-1 1 0,0 0 0,1 0 0,-1 0 0,1 0 0,0 1 0,0-1 0,-1 0 0,1 0 0,0 0 0,1 1 0,-1-1 0,0 0 0,0 1 0,1-1 0,-1 1 0,1-1 0,-1 1 0,1 0 0,0 0 0,-1 0 0,1 0 0,0 0 0,0 0 0,0 0 0,0 0 0,0 1 0,3-1 0,10-3 0,1 0 0,-1 2 0,1 0 0,21 0 0,64 5 0,-95-2 0,34 2 0,0 1 0,0 3 0,0 1 0,-1 2 0,0 2 0,-1 1 0,37 19 0,87 60 0,-146-81-2891,-14-10 1944,0 0 0,-1 0 0,1 0 0,-1 0 0,0 1 0,1-1-1,-1 0 1,0 1 0,0-1 0,0 1 0,0 0 0,2 2 0,5-24-9182,-8 14 6263</inkml:trace>
</inkml:ink>
</file>

<file path=ppt/ink/ink2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6:57.359"/>
    </inkml:context>
    <inkml:brush xml:id="br0">
      <inkml:brushProperty name="width" value="0.035" units="cm"/>
      <inkml:brushProperty name="height" value="0.035" units="cm"/>
      <inkml:brushProperty name="color" value="#0066FF"/>
    </inkml:brush>
  </inkml:definitions>
  <inkml:trace contextRef="#ctx0" brushRef="#br0">259 27 2929,'-4'-14'10671,"3"14"-10096,1-1 1,-1 1-1,1 0 0,-1-1 1,1 1-1,-1 0 0,0 0 1,1 0-1,-1 0 0,1 0 1,-1 0-1,1 0 1,-1 0-1,1 0 0,-1 0 1,0 0-1,1 0 0,-1 0 1,1 0-1,-2 0 0,2 0-493,-17-9 6921,16 8-7003,0 1 0,-1 0 0,1 0 0,0 0 0,-1 0 0,1 0 0,0 0 0,-1 0 0,1 0 0,0 0 0,0 1 0,-1-1 0,1 0 0,-1 1 0,-11 2 0,5-1 0,0 0 0,-1 0 0,1 1 0,0 0 0,0 0 0,1 1 0,-1 0 0,-13 9 0,19-11 0,-14 8 0,-28 23 0,40-29 0,-1 0 0,1 0 0,0 1 0,0 0 0,1-1 0,-1 1 0,1 1 0,0-1 0,-4 10 0,6-12 0,0-1 0,1 1 0,-1 0 0,1-1 0,0 1 0,0 0 0,0-1 0,0 1 0,0 0 0,1-1 0,-1 1 0,1 0 0,-1-1 0,1 1 0,0-1 0,0 1 0,0-1 0,3 5 0,7 5 0,-10-11 0,0 1 0,0-1 0,1 1 0,-1-1 0,1 1 0,-1-1 0,1 0 0,-1 0 0,1 0 0,0 0 0,0 0 0,-1 0 0,1 0 0,0 0 0,0-1 0,0 1 0,3 0 0,6 0 0,1 0 0,0-1 0,-1 0 0,1-1 0,-1 0 0,23-5 0,64-26 0,-87 27 0,-5 3 0,-1-1 0,0 0 0,0-1 0,0 1 0,0-1 0,-1 0 0,1 0 0,-1 0 0,0-1 0,0 1 0,-1-1 0,1 0 0,-1 0 0,4-9 0,-6 12 0,0-1 0,-1 0 0,1 1 0,-1-1 0,1 0 0,-1 0 0,0 1 0,0-1 0,0 0 0,-1 0 0,1 0 0,-1 1 0,1-1 0,-1 0 0,0 1 0,0-1 0,0 0 0,0 1 0,-1-1 0,1 1 0,-1 0 0,1 0 0,-1-1 0,0 1 0,0 0 0,0 0 0,0 0 0,-3-1 0,-6-8 0,11 10 0,-1 1 0,0-1 0,1 0 0,-1 0 0,0 0 0,0 1 0,0-1 0,0 0 0,1 1 0,-1-1 0,0 1 0,0-1 0,0 1 0,0-1 0,0 1 0,0 0 0,-1-1 0,1 1 0,0 0 0,0 0 0,0 0 0,0 0 0,0 0 0,-2 0 0,-5 1-355,-1-1 1,1 1-1,0 1 0,-1 0 1,1 0-1,0 0 1,0 1-1,0 1 0,1-1 1,-1 1-1,-13 10 0,17-12 174,-7 7-7550,11-8 7371,1 0-1,-1-1 1,1 1 0,-1 0-1,1-1 1,0 1-1,-1-1 1,1 1 0,0-1-1,-1 1 1,1-1-1,0 0 1,0 1 0,-1-1-1,1 0 1,0 0-1,0 1 1,-1-1 0,1 0-1,1 0 1,1 1-410,0-1 0,1 1-1,-1-1 1,0 0 0,0 0 0,0 0 0,4 0 0,8-1-2622,1 1 522</inkml:trace>
</inkml:ink>
</file>

<file path=ppt/ink/ink2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6:57.645"/>
    </inkml:context>
    <inkml:brush xml:id="br0">
      <inkml:brushProperty name="width" value="0.035" units="cm"/>
      <inkml:brushProperty name="height" value="0.035" units="cm"/>
      <inkml:brushProperty name="color" value="#0066FF"/>
    </inkml:brush>
  </inkml:definitions>
  <inkml:trace contextRef="#ctx0" brushRef="#br0">137 22 2272,'8'-21'28200,"-9"20"-26649,-5 2-900,4 6-535,3-3-139,-2 2 23,1-1 0,-1 1 0,-1 0 0,1-1 0,-1 1 0,-4 8 0,4-8 0,0 0 0,0 0 0,0 0 0,0 0 0,1 0 0,-1 11 0,2-4 0,0 20 0,-4 34 0,2-55 0,0 0 0,-1-1 0,0 1 0,-1-1 0,0 0 0,-8 15 0,0-2-348,9-17-33,0 0 0,-1 0 0,1 0-1,-1 0 1,0-1 0,-1 0 0,0 0 0,0 0-1,0-1 1,-9 8 0,4-2-4051</inkml:trace>
</inkml:ink>
</file>

<file path=ppt/ink/ink2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6:58.212"/>
    </inkml:context>
    <inkml:brush xml:id="br0">
      <inkml:brushProperty name="width" value="0.035" units="cm"/>
      <inkml:brushProperty name="height" value="0.035" units="cm"/>
      <inkml:brushProperty name="color" value="#0066FF"/>
    </inkml:brush>
  </inkml:definitions>
  <inkml:trace contextRef="#ctx0" brushRef="#br0">437 22 736,'9'-22'19072,"-20"24"-12362,-4 1-3270,9-1-3014,-1-1 0,1 1 0,0 0-1,0 0 1,-10 6 0,4-3-172,3 0-254,-1 0 0,1 0 0,0 1 0,0 0 0,0 1 0,1 0 0,-14 16 0,11 1 0,3-6 0,7-15 0,0-1 0,0 1 0,0 0 0,0 0 0,0 0 0,1 0 0,0 0 0,-1 0 0,1 0 0,0 0 0,0 0 0,1 0 0,-1 0 0,0 0 0,1 0 0,0-1 0,0 1 0,0 0 0,0 0 0,0 0 0,1-1 0,1 4 0,2 6 0,-3-8 0,1-1 0,-1 1 0,0-1 0,1 0 0,0 0 0,0 0 0,0 0 0,6 4 0,28 19 0,8 0 0,-21-12 0,43 32 0,-64-43 0,0 0 0,1 0 0,-1 0 0,-1 1 0,1-1 0,0 1 0,-1 0 0,4 7 0,-6-9 0,1-1 0,0 1 0,-1 0 0,1 0 0,-1 0 0,1 0 0,-1 0 0,0 0 0,0 0 0,0 0 0,0 0 0,0 0 0,0 0 0,-1 0 0,1 0 0,-1 0 0,1 0 0,-1 0 0,0-1 0,-1 4 0,-2 0 1,0 0-1,0-1 1,0 1 0,-1-1-1,0 0 1,0 0 0,0 0-1,0-1 1,0 0 0,-8 3-1,-11 5-6,-29 8 0,19-7-21,26-9-51,-1-1 0,1 0 0,-1 0-1,0-1 1,1 0 0,-1-1 0,0 0 0,0 0 0,0-1-1,1 0 1,-1 0 0,0-1 0,1 0 0,-16-7 0,21 9 69,1-1 1,0 0 0,0 0 0,-1-1-1,1 1 1,0 0 0,0-1-1,0 1 1,1-1 0,-1 0 0,0 1-1,0-1 1,1 0 0,-1 0 0,1 0-1,0 0 1,0-1 0,0 1-1,-2-4 1,2 2-33,1 0 0,0 1 1,-1-1-1,1 1 0,1-1 0,-1 1 0,0-1 0,1 0 0,0 1 1,0-1-1,0 1 0,1-4 0,5-8-385,1 1 1,0 0-1,0 1 1,18-21-1,0 3-924,1 2 0,46-40 0,-47 44 849,-19 18 455,1-1 0,-1 1 0,2 0 0,12-8 0,-6 2 58,-17 7 22,-12 4 39,-99 9-134,-4 2-2448,30-4-2972,46-4 1689,-1 4-3920,32 0 4351</inkml:trace>
</inkml:ink>
</file>

<file path=ppt/ink/ink2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00.079"/>
    </inkml:context>
    <inkml:brush xml:id="br0">
      <inkml:brushProperty name="width" value="0.035" units="cm"/>
      <inkml:brushProperty name="height" value="0.035" units="cm"/>
      <inkml:brushProperty name="color" value="#0066FF"/>
    </inkml:brush>
  </inkml:definitions>
  <inkml:trace contextRef="#ctx0" brushRef="#br0">0 135 424,'7'-10'28354,"17"7"-25186,5 0-2956,31-3 98,-28 5-309,43-8 1,-44 4-22,45-1 1,-13 3-5,96-18 0,-132 17 6,22-12-46,-47 16 59,0-1 0,-1 1 0,1-1 0,0 0 0,-1 0 1,1 0-1,-1 0 0,0 0 0,1 0 0,-1 0 0,0 0 1,0 0-1,1-1 0,-1 1 0,0 0 0,0-1 1,0 1-1,-1-1 0,1 1 0,1-3 0,-4 2-13,-26-10-11,23 10 30,-2 0-2,-1 0 1,0 1-1,1 0 1,-1 0 0,0 1-1,0 0 1,0 0 0,1 1-1,-1 0 1,-9 2 0,-12 3-8,26-5 11,12-1 22,27 1 12,0 2 0,59 13 1,-91-14-53,0-1 0,0 1 1,0 0-1,0 0 1,-1 0-1,1 0 0,-1 1 1,4 3-1,-6-6 14,0 1 1,0 0-1,0 0 0,0 0 1,0 0-1,0 0 0,0 0 0,0 0 1,0 0-1,-1 0 0,1 0 1,0 0-1,-1 1 0,1-1 0,-1 0 1,1 0-1,-1 1 0,1-1 1,-1 0-1,0 1 0,0-1 0,0 1 1,0-1-1,0 0 0,0 1 1,0 1-1,-6 6 39,1-1 0,-1-1 0,0 1 1,-1-1-1,0 0 0,-15 12 0,-55 33-1407,74-50 1077,2-1-32,0 0-1,0 0 0,0 0 1,0-1-1,-1 1 0,1 0 1,0-1-1,0 1 1,-1-1-1,1 1 0,0-1 1,-1 1-1,1-1 0,0 0 1,-1 0-1,1 0 0,0 0 1,-1 0-1,1 0 0,0 0 1,-1 0-1,1-1 0,0 1 1,-1 0-1,1-1 0,0 1 1,0-1-1,-1 0 0,-1 0 1,-8-7-6101,-12-5-2360,14 12 4997</inkml:trace>
</inkml:ink>
</file>

<file path=ppt/ink/ink2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41.965"/>
    </inkml:context>
    <inkml:brush xml:id="br0">
      <inkml:brushProperty name="width" value="0.035" units="cm"/>
      <inkml:brushProperty name="height" value="0.035" units="cm"/>
      <inkml:brushProperty name="color" value="#0066FF"/>
    </inkml:brush>
  </inkml:definitions>
  <inkml:trace contextRef="#ctx0" brushRef="#br0">352 76 96,'0'-27'6892,"0"26"-6763,0 0 0,0 0 0,0 0-1,0 0 1,0 0 0,-1 1 0,1-1 0,0 0-1,0 0 1,-1 0 0,1 1 0,-1-1-1,1 0 1,-1 0 0,1 1 0,-1-1 0,1 0-1,-1 1 1,1-1 0,-1 1 0,0-1 0,1 0-1,-1 1 1,0 0 0,0-1 0,1 1 0,-1-1-1,0 1 1,0 0 0,0-1 0,1 1 0,-1 0-1,0 0 1,0 0 0,0 0 0,0 0 0,0 0-1,1 0 1,-1 0 0,0 0 0,0 0 0,-1 1-1,0-1 36,0 0-1,0 0 1,0-1-1,0 1 0,-1 0 1,1-1-1,0 1 1,0-1-1,-3-1 0,3 1 62,0 0 0,0 1 0,1 0 0,-1-1 0,0 1 0,0 0 0,0 0 0,0 0 0,0 0 0,0 0 0,-3 1 0,-3 0 1502,6-1-897,-7 2 3788,0 0-2802,1-1-1452,8-1-343,0 0-1,0 0 0,0 0 0,-1 0 0,1 0 0,0 0 0,0 0 0,-1 0 0,1 0 0,0 0 0,-1 0 0,1 0 0,0 0 0,0 0 0,-1 0 0,1 0 0,0 0 0,0 0 1,-1 0-1,1 0 0,0 0 0,0 0 0,0 1 0,-1-1 0,1 0 0,0 0 0,0 0 0,0 0 0,-1 1 0,1-1 0,0 0 0,0 0 0,0 0 0,0 1 0,0-1 0,-1 0 1,1 0-1,0 1 0,0-1 0,0 1 0,-17 9 1647,15-9-1611,1-1-1,-1 1 1,1 0 0,-1 0-1,1 0 1,0 0 0,-1 0 0,1 0-1,0 0 1,-1 0 0,1 0-1,0 0 1,0 1 0,0-1 0,0 1-1,0-1 1,1 0 0,-1 1 0,0 0-1,1-1 1,-1 1 0,1-1-1,-1 1 1,1 0 0,0-1 0,0 1-1,0 0 1,0-1 0,0 1-1,0 0 1,0 1 0,4 3 50,-4-6-101,1 0 0,-1 1 0,0-1-1,1 0 1,-1 1 0,0-1 0,1 0 0,-1 0 0,0 1 0,0-1-1,1 0 1,-1 1 0,0-1 0,0 1 0,0-1 0,0 0 0,1 1-1,-1-1 1,0 1 0,0-1 0,0 0 0,0 1 0,0-1 0,0 1 0,0-1-1,0 1 1,4 11 151,-3-11-148,-1-1-1,1 1 1,-1 0 0,1-1-1,-1 1 1,0 0 0,1-1-1,-1 1 1,0 0 0,0 0-1,1-1 1,-1 1 0,0 0-1,0-1 1,0 1 0,0 0-1,0 0 1,0-1 0,0 1-1,0 0 1,0 0 0,-1-1-1,1 1 1,0 0 0,0 0-1,-1 0 1,-4 4 68,4-4-59,0 0 0,0 0 0,0 0 0,1 0 0,-1 0 0,0 0 0,0 0 0,1 0 0,-1 0 0,1 1 0,-1-1 0,1 0 0,-1 0 1,1 1-1,0-1 0,0 0 0,-1 2 0,1-2-9,0 0 1,0-1 0,-1 1-1,1 0 1,0 0 0,0 0-1,-1-1 1,1 1 0,-1 0-1,1-1 1,-1 1 0,1 0-1,-1-1 1,1 1 0,-1 0-1,0-1 1,0 1-1,0 0 0,0-1 0,1 1-1,-1-1 1,0 1 0,1 0-1,-1-1 1,1 1 0,-1 0-1,1-1 1,-1 1 0,1 0-1,0 0 1,-1-1 0,1 1-1,0 0 1,0 0-1,-1 1 1,1-1-1,0 0 1,0 0-1,-1 0 0,1-1 0,0 1 0,-1 0 1,1 0-1,-1 0 0,1 0 0,-1 0 0,1-1 1,-1 1-1,0 0 0,1 0 0,-1-1 0,0 1 0,0 0 1,1-1-1,-3 2 0,2-2-1,0 1-1,0-1 1,0 1-1,1 0 1,-1 0 0,0 0-1,0-1 1,0 1-1,1 0 1,-1 0 0,0 0-1,1 0 1,-1 0-1,1 1 1,-1-1 0,1 0-1,-1 0 1,1 0-1,0 0 1,-1 2 0,-7 18 79,8-19-76,0 0 0,0-1 0,0 1 0,0-1-1,0 1 1,0-1 0,1 1 0,-1-1 0,0 1 0,1-1 0,0 1 0,-1-1 0,1 0 0,0 1 0,1 1 0,3 5 24,-4-7-28,0 1 1,0-1-1,0 0 0,0 0 0,0 1 0,0-1 1,0 0-1,0 0 0,1 0 0,-1 0 0,2 1 1,66 24 144,-66-24-137,1-1 0,0 0-1,0 0 1,0 0-1,1 0 1,-1 0 0,0-1-1,0 0 1,0 0-1,0 0 1,1-1 0,4 0-1,34-5 91,-19 3-103,-21 3 0,-1 0 0,1-1 0,0 1 0,0 0 0,0-1 0,0 1 0,0-1 0,-1 0 0,1 0 0,0 0 0,-1-1 0,1 1 0,4-4 0,8-6 0,-13 11 0,-1-1 0,0 1 0,0-1 0,0 1 0,0-1 0,0 0 0,0 1 0,0-1 0,0 0 0,0 0 0,0 0 0,0 0 0,0 0 0,-1 0 0,1 0 0,0 0 0,-1 0 0,1 0 0,-1 0 0,1 0 0,-1-1 0,1 1 0,-1 0 0,0 0 0,1-2 0,2-10 0,2-3 0,-5 10 0,0 0 0,0-1 0,1 1 0,0 0 0,0-1 0,3-7 0,-3 12 0,-1 1 0,1-1 0,-1 1 0,0-1 0,0 1 0,0-1 0,0 1 0,0-1 0,0 1 0,0-1 0,0 1 0,0-1 0,-1 1 0,1-1 0,0 1 0,-1 0 0,0-1 0,1 1 0,-1 0 0,0-1 0,0 1 0,-1-2 0,1 1 0,0 0 0,0 1 0,0-1 0,0 0 0,0 0 0,0 0 0,1 1 0,-1-1 0,1 0 0,-1 0 0,1-3 0,-2 1 0,1 1 0,0 0 0,-1-1 0,1 1 0,-1 0 0,0 0 0,0 0 0,-1 0 0,1 0 0,0 0 0,-1 0 0,-3-2 0,-8-10 0,7 8 0,0 0 0,0 0 0,-1 1 0,-15-10 0,18 13 0,-1 0 0,1 0 0,-1 1 0,0-1 0,0 2 0,-1-1 0,1 0 0,0 1 0,-8 0 0,-12-2 0,23 2 0,1 0 0,-1 1 0,0-1 0,0 1 0,0 0 0,0 0 0,0 0 0,0 0 0,0 0 0,0 1 0,0 0 0,0-1 0,-4 3 0,-27 8 0,13-4 0,18-6 0,1-1 0,-1 1 0,1 0 0,-1 0 0,1 0 0,0 0 0,-1 0 0,1 0 0,0 1 0,0-1 0,-3 3 0,-10 5 0,14-8 0,-1-1 0,0 1 0,0 0 0,0 0 0,0 0 0,1 0 0,-1 1 0,1-1 0,-3 2 0,0 5 0,-8 6 0,11-13 0,-1 0 0,1 1 0,-1 0 0,1-1 0,-1 1 0,1 0 0,0-1 0,0 1 0,-2 4 0,-7 10 0,7-13 0,0 0 0,1 1 0,0-1 0,0 0 0,0 1 0,0 0 0,0-1 0,1 1 0,-1 0 0,1 0 0,0 0 0,0 0 0,0 7 0,-1 8 0,2 33 0,1-25 0,-1-25 0,0 0 0,1-1 0,-1 1 0,1 0 0,-1-1 0,1 1 0,-1-1 0,1 1 0,0 0 0,0-1 0,2 3 0,-2-3 0,0 1 0,0-1 0,0 0 0,-1 1 0,1-1 0,0 1 0,-1-1 0,1 1 0,-1-1 0,0 1 0,1 2 0,0-2 0,-1-1 0,1 0 0,0 1 0,-1-1 0,1 0 0,0 0 0,0 1 0,0-1 0,0 0 0,0 0 0,0 0 0,0 0 0,0 0 0,1 0 0,-1-1 0,0 1 0,0 0 0,3 0 0,27 12 0,-21-10 0,0-1 0,0 0 0,1-1 0,-1 0 0,1-1 0,-1 0 0,1 0 0,-1-1 0,13-3 0,2-2 0,0 0 0,41-19 0,-61 23 0,0-1 0,0 0 0,-1 0 0,1 0 0,-1 0 0,0-1 0,0 0 0,0 1 0,0-2 0,-1 1 0,1 0 0,-1-1 0,0 1 0,-1-1 0,5-9 0,-7 12 0,0 0 0,0 1 0,0-1 0,0 1 0,0-1 0,0 1 0,0-1 0,0 1 0,-1-1 0,1 1 0,0-1 0,-1 1 0,0-1 0,1 1 0,-1-1 0,0 1 0,-1-2 0,-15-22 0,-35-39 0,39 46 0,9 12 0,-1 0 0,1 0 0,-1 1 0,-1 0 0,1 0 0,-1 0 0,0 0 0,0 1 0,-11-6 0,15 9 0,0 0 0,-1 0 0,1 0 0,0 0 0,-1 1 0,1-1 0,0 1 0,-1-1 0,1 1 0,-1 0 0,1 0 0,0 0 0,-1 0 0,1 1 0,-1-1 0,-2 1 0,5-1 0,-36 10 0,25-7 0,-1 0 0,1 0 0,1 1 0,-1 1 0,-18 9 0,25-11 0,-1 0 0,0 0 0,1 1 0,-1-1 0,1 1 0,0 0 0,1 0 0,-1 0 0,1 1 0,-1-1 0,-3 9 0,-1 0 0,7-12 0,0 0 0,1 1 0,-1-1 0,0 1 0,0-1 0,1 1 0,-1 0 0,0-1 0,1 1 0,0 0 0,-1-1 0,1 1 0,0 0 0,0 1 0,0 2 0,0-1 0,0 1 0,0 0 0,1-1 0,0 1 0,0-1 0,0 1 0,0-1 0,1 1 0,-1-1 0,1 0 0,0 0 0,1 1 0,-1-2 0,1 1 0,0 0 0,0 0 0,0-1 0,0 0 0,0 0 0,1 1 0,0-2 0,4 4 0,27 7 0,-30-11 0,1 1 0,0-1 0,0-1 0,0 1 0,11 1 0,-5-1 0,-4-2 0,0-1 0,0 1 0,0-1 0,0-1 0,0 0 0,0 0 0,13-5 0,-16 4 0,0 1 0,0-1 0,0 1 0,0-1 0,-1-1 0,1 1 0,-1-1 0,0 0 0,0 0 0,0 0 0,-1 0 0,4-5 0,-6 7 0,-1 0 0,0 0 0,0 1 0,1-1 0,-1 0 0,0 0 0,0 0 0,0 1 0,-1-1 0,1 0 0,0 0 0,-1 0 0,1 1 0,-1-1 0,0 0 0,1 1 0,-1-1 0,0 1 0,0-1 0,0 1 0,0-1 0,0 1 0,-1-1 0,-1-1 0,-2-2 0,0 0 0,0 0 0,0 0 0,-10-6 0,5 5 1,6 3-3,0 0 0,0 0-1,-1 1 1,1-1 0,-1 1 0,1 0-1,-1 0 1,0 1 0,0 0 0,1 0-1,-1 0 1,-9-1 0,-22 6-1942,35-4 1666,0 0 1,-1 0-1,1 0 0,0 1 1,0-1-1,0 0 1,0 1-1,0-1 0,0 0 1,0 1-1,0-1 1,0 1-1,0-1 0,0 1 1,0 0-1,0 0 1,0-1-1,1 1 0,-1 0 1,0 0-1,0 0 1,1 0-1,-1 0 0,1-1 1,-1 1-1,0 2 1,5 5-4160,21 4 238,-18-10 1503,18 10-4823,-9-2 3462</inkml:trace>
</inkml:ink>
</file>

<file path=ppt/ink/ink2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39.362"/>
    </inkml:context>
    <inkml:brush xml:id="br0">
      <inkml:brushProperty name="width" value="0.035" units="cm"/>
      <inkml:brushProperty name="height" value="0.035" units="cm"/>
      <inkml:brushProperty name="color" value="#0066FF"/>
    </inkml:brush>
  </inkml:definitions>
  <inkml:trace contextRef="#ctx0" brushRef="#br0">574 102 496,'0'1'14183,"2"-2"-11979,-2 1-2044,1 0 1,-1 0-1,0 0 0,0 0 0,1 0 0,-1 0 0,0 0 0,0 0 1,1 0-1,-1 0 0,0 0 0,0 0 0,1 0 0,-1 0 0,0-1 1,0 1-1,0 0 0,1 0 0,-1 0 0,0 0 0,0-1 0,0 1 1,0 0-1,1 0 0,-1 0 0,0-1 0,0 1 0,0 0 0,0 0 1,0-1-1,0 1 0,0 0 0,0 0 0,0-1 0,1 1 1,-1 0-1,0 0 0,0-1 0,-3-6 6071,-4 5-3931,-18 8-1205,17-2-1083,-19 11-12,26-15 0,1 1 0,0-1 0,-1 0 0,1 1 0,0-1 0,-1 0 0,1 0 0,-1 1 0,1-1 0,0 0 0,-1 0 0,1 0 0,-1 0 0,1 0 0,-1 0 0,1 0 0,0 0 0,-1 0 0,1 0 0,-1 0 0,1 0 0,-1 0 0,1 0 0,0 0 0,-1 0 0,1 0 0,-1 0 0,1 0 0,-1-1 0,1 1 0,0 0 0,-1 0 0,1-1 0,0 1 0,-1 0 0,1 0 0,0-1 0,-1 1 0,1 0 0,0-1 0,0 1 0,-1-1 0,1 1 0,0 0 0,-1-1 0,-23-10 0,23 11 0,0 0 0,-1-1 0,1 1 0,0 0 0,0-1 0,0 1 0,0-1 0,0 0 0,0 1 0,0-1 0,0 0 0,0 1 0,0-1 0,1 0 0,-1 0 0,-1-2 0,-6-3 0,8 6 0,-1-1 0,1 1 0,-1 0 0,1-1 0,-1 1 0,1-1 0,-1 1 0,1-1 0,-1 1 0,1-1 0,-1 1 0,1-1 0,0 1 0,-1-1 0,1 0 0,0 1 0,0-1 0,-1 1 0,1-1 0,0 0 0,0 1 0,0-1 0,0 0 0,0 1 0,0-1 0,0-1 0,0-2 0,0 3 0,0 1 0,0-1 0,-1 0 0,1 0 0,0 0 0,1 0 0,-1 0 0,0 0 0,0 0 0,0 0 0,0 0 0,1 0 0,-1 0 0,0 1 0,1-1 0,-1 0 0,1 0 0,-1 0 0,1 1 0,-1-1 0,1 0 0,0 0 0,-1 1 0,3-2 0,0 0 0,3-2 0,0-1 0,1 2 0,-1-1 0,1 1 0,0 0 0,0 0 0,0 0 0,0 1 0,1 1 0,-1-1 0,0 1 0,12 0 0,-10 1 0,4-1 0,-1 1 0,1 1 0,-1 0 0,23 6 0,-31-6 0,-1 0 0,0 0 0,1 1 0,-1-1 0,0 1 0,0 0 0,0 0 0,0 0 0,0 1 0,-1-1 0,1 0 0,-1 1 0,1 0 0,-1 0 0,0 0 0,0 0 0,0 0 0,-1 0 0,1 0 0,-1 0 0,2 6 0,-3-7 0,0 1 0,0 0 0,0-1 0,0 1 0,-1-1 0,1 1 0,-1-1 0,0 1 0,1-1 0,-1 1 0,0-1 0,-1 1 0,1-1 0,0 0 0,-3 3 0,-24 33 0,10-22 0,0 0 0,-1-2 0,0 0 0,-21 11 0,24-15 0,-54 31 0,-83 35 0,133-67 0,-1 0 0,0-2 0,0 0 0,0-2 0,-1 0 0,-37 2 0,52-7 0,0 0 0,0-1 0,1 0 0,-1-1 0,0 1 0,1-1 0,0 0 0,-1-1 0,-7-4 0,11 5 0,-1 0 0,1 0 0,-1 0 0,1-1 0,0 1 0,0-1 0,0 0 0,0 0 0,0 0 0,1-1 0,0 1 0,-1-1 0,1 1 0,0-1 0,-1-4 0,2 6 0,1 0 0,0 0 0,0 0 0,0 0 0,0 0 0,0 0 0,0 1 0,0-1 0,1 0 0,-1 0 0,1 0 0,-1 0 0,1 0 0,0 1 0,0-1 0,-1 0 0,1 1 0,0-1 0,1 0 0,-1 1 0,0-1 0,2-1 0,3-2 0,-1-1 0,1 1 0,0 1 0,9-6 0,-4 5 0,0 1 0,1 1 0,-1-1 0,1 2 0,0 0 0,19-1 0,-30 3 0,32-2 0,-1 1 0,1 2 0,43 6 0,96 25 0,-167-31 0,20 4 0,-1 1 0,-1 1 0,25 11 0,-38-14 0,-1 0 0,0-1 0,11 1 0,9 4 0,23 7-2977,-48-15 2065,-1 0 0,1 0 0,0-1 0,0 1 0,0-1 0,-1 0 0,1 0 0,0 0 0,-1 0 0,1-1 0,3-2 0,3 0-388,0 0-989,-1-1 0,0 0 0,14-10 0,-4 2-1987,-2 2 434</inkml:trace>
</inkml:ink>
</file>

<file path=ppt/ink/ink2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39.921"/>
    </inkml:context>
    <inkml:brush xml:id="br0">
      <inkml:brushProperty name="width" value="0.035" units="cm"/>
      <inkml:brushProperty name="height" value="0.035" units="cm"/>
      <inkml:brushProperty name="color" value="#0066FF"/>
    </inkml:brush>
  </inkml:definitions>
  <inkml:trace contextRef="#ctx0" brushRef="#br0">164 0 872,'0'0'6831,"-27"5"4430,22-4-10224,0-1-1,1 1 1,-1 0-1,0 1 1,0-1-1,1 1 1,-6 2-1,3-1-613,1 1-1,-1 0 0,1 0 1,-1 0-1,1 1 0,0-1 0,-7 10 1,-4 18 287,14-29-689,1 0 0,0 0-1,0 1 1,1-1 0,-1 1 0,1-1-1,0 1 1,-1 0 0,2-1-1,-1 1 1,0 0 0,1 0 0,0-1-1,-1 1 1,2 0 0,-1 0-1,0 0 1,1-1 0,0 1 0,-1 0-1,2-1 1,-1 1 0,0 0-1,3 4 1,-2-4-13,0 0 1,1 0-1,-1 0 1,1-1-1,0 1 0,0 0 1,0-1-1,0 0 1,1 0-1,-1 0 0,1 0 1,0-1-1,0 1 1,0-1-1,0 0 0,0 0 1,1 0-1,-1-1 0,8 2 1,1-1 5,1-1 0,-1 0 1,1-1-1,-1-1 0,23-3 1,-27 2-18,-1 0 0,1 0 0,-1-1 0,1 0 0,-1 0 1,0-1-1,-1 0 0,1-1 0,11-8 0,-16 10 10,1-1 0,-1 0-1,0 0 1,0 0 0,0 0 0,-1-1-1,0 1 1,1-1 0,2-9-1,-2 7 30,-3 5-33,0 1 0,1-1 0,-1 1 0,0 0 0,0-1 0,0 1 0,0-1 0,-1 1 0,1-1 0,0 1 0,0 0 0,-1-1 0,1 1 0,-1 0 0,1-1 0,-1 1 0,-1-2 0,-15-21 9,15 21-7,-3-2-46,1 1 1,0 0-1,-1 0 1,0 0 0,0 1-1,0 0 1,0-1 0,0 2-1,-1-1 1,1 1 0,-1 0-1,0 0 1,1 0 0,-1 1-1,0 0 1,0 0-1,0 0 1,-9 1 0,12 0-212,0 1 1,1-1-1,-1 1 0,1 0 1,-1 0-1,1 0 1,-1 0-1,1 0 1,-1 1-1,-1 1 0,3-2-114,0-1-1,0 1 0,0-1 1,0 1-1,0-1 0,1 1 1,-1 0-1,0-1 0,0 1 1,1 0-1,-1-1 0,1 1 0,-1 0 1,0 0-1,1 0 0,0 0 1,-1 0-1,1 0 0,-1 0 1,1-1-1,0 1 0,0 0 1,-1 2-1,36-4-9282,9-10 2906,-28 7 4632</inkml:trace>
</inkml:ink>
</file>

<file path=ppt/ink/ink2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42.627"/>
    </inkml:context>
    <inkml:brush xml:id="br0">
      <inkml:brushProperty name="width" value="0.035" units="cm"/>
      <inkml:brushProperty name="height" value="0.035" units="cm"/>
      <inkml:brushProperty name="color" value="#0066FF"/>
    </inkml:brush>
  </inkml:definitions>
  <inkml:trace contextRef="#ctx0" brushRef="#br0">0 17 1416,'0'0'13950,"2"-11"-3200,5 9-8044,-5 1-2347,0 1 0,0-1-1,0 0 1,0 1-1,0 0 1,0-1 0,1 1-1,-1 0 1,0 0-1,3 0 1,2 1-359,-4 1 0,-1 1 0,1-1 0,0 0 0,-1 1 0,0 0 0,1-1 0,-1 1 0,0 0 0,0 0 0,-1 0 0,1 1 0,-1-1 0,1 0 0,-1 1 0,0-1 0,0 0 0,0 7 0,1 7 0,-1-1 0,-2 28 0,0-15 0,2-6 0,-2 0 0,-6 33 0,-10 25 0,16-71-701,-1 15-2335,2-25 2977,0 1 0,0-1 1,0 0-1,0 1 1,-1-1-1,1 0 1,0 1-1,0-1 0,0 0 1,0 1-1,0-1 1,-1 0-1,1 1 0,0-1 1,0 0-1,0 0 1,-1 1-1,1-1 0,0 0 1,0 0-1,-1 1 1,1-1-1,0 0 0,-1 0 1,1 0-1,0 1 1,-1-1-1,1 0 1,0 0-1,-1 0 0,1 0 1,0 0-1,-1 0 1,1 0-1,0 0 0,-1 0 1,1 0-1,-1 0 1,1 0-1,0 0 0,-1 0 1,1 0-1,0 0 1,-1 0-1,1-1 0,0 1 1,-1 0-1,1 0 1,0 0-1,-1-1 1,1 0-453,-1-1 1,1 1 0,0-1 0,0 0-1,0 1 1,0-1 0,0 1 0,0-1-1,1 0 1,-1 1 0,0-1-1,1 1 1,-1-1 0,1 1 0,0-1-1,-1 1 1,3-3 0,0-3-2160,19-40-5757,-20 36 5572</inkml:trace>
</inkml:ink>
</file>

<file path=ppt/ink/ink2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42.897"/>
    </inkml:context>
    <inkml:brush xml:id="br0">
      <inkml:brushProperty name="width" value="0.035" units="cm"/>
      <inkml:brushProperty name="height" value="0.035" units="cm"/>
      <inkml:brushProperty name="color" value="#0066FF"/>
    </inkml:brush>
  </inkml:definitions>
  <inkml:trace contextRef="#ctx0" brushRef="#br0">0 43 424,'0'0'192,"0"-1"0,1 0 1,-1 1-1,0-1 0,0 1 0,1-1 0,-1 1 0,0-1 1,0 1-1,1-1 0,-1 1 0,1-1 0,-1 1 0,1-1 1,-1 1-1,0-1 0,1 1 0,-1 0 0,1-1 0,0 1 1,-1 0-1,1 0 0,-1-1 0,1 1 0,-1 0 0,2 0 1,9-7 3885,-8-2 1652,-12-7 11260,9 17-16984,0-1 0,0 0-1,0 0 1,0 0 0,0 1 0,0-1 0,-1 0 0,1 0-1,0 0 1,0 1 0,0-1 0,0 0 0,0 0 0,0 0-1,0 1 1,0-1 0,0 0 0,0 0 0,0 0 0,0 1-1,0-1 1,0 0 0,0 0 0,0 0 0,0 1 0,1-1-1,-1 0 1,0 0 0,0 0 0,0 1 0,0-1 0,0 0-1,0 0 1,1 0 0,-1 0 0,0 0 0,0 1 0,0-1-1,0 0 1,1 0 0,-1 0 0,8 9 105,-6-8-111,1 1 0,1 0 0,-1 1 0,1-1 0,-1 0 0,0 1 0,0 0 0,0 0 0,0 0 0,-1 0 0,1 0 0,1 4 0,9 11 0,-12-17 0,1 0 0,-1 1 0,0-1 0,0 0 0,0 1 0,0 0 0,0-1 0,0 1 0,0-1 0,1 4 0,13 41 0,-11-37 0,0 1 0,-1-1 0,0 1 0,-1 0 0,0 0 0,-1 0 0,1 10 0,-2-15-9,0 6-344,0 0 0,-1 0 0,0-1-1,-5 22 1,5-28-576,1 1-1,-1 0 1,0 0 0,1 0-1,0 0 1,1 8 0,0-4-5323</inkml:trace>
</inkml:ink>
</file>

<file path=ppt/ink/ink2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43.458"/>
    </inkml:context>
    <inkml:brush xml:id="br0">
      <inkml:brushProperty name="width" value="0.035" units="cm"/>
      <inkml:brushProperty name="height" value="0.035" units="cm"/>
      <inkml:brushProperty name="color" value="#0066FF"/>
    </inkml:brush>
  </inkml:definitions>
  <inkml:trace contextRef="#ctx0" brushRef="#br0">0 178 2537,'0'0'4051,"2"10"5997,36-18-4035,-9 1-3895,89-7 1049,36-6-2824,-149 19-339,-1 0 0,1-1 0,-1 1 0,0-1 1,0 0-1,0 0 0,5-4 0,-5 4-5,-4 1 1,0 1-1,1 0 1,-1-1 0,0 1 0,0 0 0,0 0 0,0-1-1,0 1 1,0 0 0,0-1 0,0 1 0,0 0 0,0-1-1,0 1 1,0 0 0,0 0 0,0-1 0,0 1 0,0 0-1,0-1 1,0 1 0,0 0 0,-1 0 0,1-1 0,0 1-1,0 0 1,0 0 0,0-1 0,-1 1 0,1 0 0,0 0-1,0-1 1,0 1 0,-1 0 0,1 0 0,0 0 0,-1 0-1,1-1 1,0 1 0,0 0 0,-1 0 0,1 0 0,-12-7 15,-22-14 49,-69-32 1327,97 49-1241,5 3-71,-1 1 0,1-1 1,0 1-1,0-1 0,0 1 1,0-1-1,0 0 0,0 1 1,0-1-1,1 0 0,-1 0 1,0 0-1,0 0 0,1 1 1,-1-1-1,0 0 0,1-1 1,-1 1-1,1 0 0,-1 0 1,1 0-1,-1 0 0,1-2 0,27 2 184,-12 1-265,-1 1 0,1 0 0,-1 1-1,1 1 1,-1 0 0,0 1 0,0 0 0,0 1 0,-1 1-1,15 8 1,-26-13 1,0 1 0,0 0 0,0 0 0,0 0 0,0 0-1,0 1 1,-1-1 0,1 0 0,-1 1 0,0-1 0,1 1 0,-1-1 0,0 1 0,-1 0-1,1-1 1,0 1 0,-1 0 0,1 0 0,-1-1 0,0 1 0,0 0 0,0 0-1,0 0 1,-1-1 0,1 1 0,-1 0 0,0 0 0,1-1 0,-1 1 0,0 0 0,-1-1-1,1 1 1,0-1 0,-1 0 0,1 1 0,-5 3 0,-3 8-2,-6 4-6,-6 7-112,19-22 8,0 1-1,0-1 1,-1 0-1,1 0 1,-1 0-1,0-1 1,-5 5 0,7-6-286,-33 18-2486,19-16-2050,15-3 4649,0 0 1,0-1-1,0 1 0,-1 0 0,1-1 1,0 1-1,0 0 0,0-1 1,0 1-1,0-1 0,-1 1 0,1 0 1,0-1-1,0 1 0,0 0 1,0-1-1,0 1 0,0-1 0,1 1 1,-1 0-1,0-1 0,0 1 1,0-1-1,0 1 0,0 0 0,0-1 1,1 1-1,-1 0 0,0-1 1,0 1-1,1 0 0,-1-1 1,0 1-1,1-1 0,6-7-3996,2 1-223</inkml:trace>
</inkml:ink>
</file>

<file path=ppt/ink/ink2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44.226"/>
    </inkml:context>
    <inkml:brush xml:id="br0">
      <inkml:brushProperty name="width" value="0.035" units="cm"/>
      <inkml:brushProperty name="height" value="0.035" units="cm"/>
      <inkml:brushProperty name="color" value="#0066FF"/>
    </inkml:brush>
  </inkml:definitions>
  <inkml:trace contextRef="#ctx0" brushRef="#br0">0 70 904,'4'-2'1059,"-1"1"-1,0-1 1,1 1-1,-1 0 1,1 0-1,0 0 1,-1 0-1,1 1 1,6-1-1,18-4 3919,-9 5-2861,-8-1-691,0 1 1,0 0-1,19 4 1,-28-4-1252,0 1 1,1 0 0,-1-1 0,1 1 0,-1 0 0,0 0 0,1 0 0,-1 1 0,0-1 0,0 0-1,0 1 1,0 0 0,0-1 0,-1 1 0,1 0 0,0 0 0,-1 0 0,1 0 0,-1 0 0,0 0-1,2 3 1,-3-2-76,0-1 0,0 0 0,-1 1 0,1-1 0,-1 0 0,1 0 0,-1 1-1,0-1 1,0 0 0,0 0 0,0 0 0,0 0 0,0 0 0,-4 3 0,-4 12 303,6-11-297,0-1 1,0 1-1,0-1 0,-1 0 0,0 0 1,-7 8-1,-2 2 96,-30 27 105,32-35-248,11-7-53,-1 0 0,0 1 0,0-1 1,0 1-1,0-1 0,0 1 0,0-1 0,1 1 0,-1 0 0,0-1 0,1 1 1,-1 0-1,0 0 0,1-1 0,-1 1 0,1 0 0,-1 0 0,1 0 0,-1 0 1,0 1-1,1-1 27,0 0 0,-1 0 0,1-1 0,-1 1 0,1 0 0,-1 0 0,1 0 0,-1-1 0,0 1 0,1 0 0,-1-1 1,0 1-1,0-1 0,1 1 0,-1-1 0,0 1 0,0-1 0,0 0 0,0 1 0,1-1 0,-1 0 0,-1 1 0,-2 1 386,16-2-233,22 0-185,153-10 0,-150 8 0,4-2 0,26-7 0,22-5 0,-76 13 0,0-2 0,0 1 0,0-2 0,0 0 0,-1 0 0,0-1 0,-1-1 0,15-11 0,-21 14-9,1 0-1,0 0 1,-1 0 0,0-1-1,-1 0 1,1 0 0,-1 0-1,0-1 1,3-6 0,-6 9 12,0 1 0,0-1 0,-1 0 0,0 1 0,1-1 0,-1 0 0,0 0 0,-1 1 0,1-1 0,-1 0 0,1 1 0,-1-1 0,0 1 0,-1-1 0,-1-3 0,2 2 1,-1 1 0,-1 0-1,1 0 1,-1 0 0,1 0 0,-1 0-1,0 0 1,0 1 0,-1 0 0,1-1-1,-6-3 1,2 7-4,4 0 0,0 0 0,0 1 0,1-1 0,-1 1 0,0 0 0,0 0 0,1 0 0,-1 0 0,1 0 0,-1 1 0,1-1 0,-1 1 0,1-1 0,0 1 0,0 0 0,0 0 0,0 0 0,0 0 0,0 1 0,0-1 0,1 0 0,-1 1 0,1-1 0,-2 6 0,3-8 0,-1 2 0,0 1 0,0-1 0,1 0 0,-1 1 0,1-1 0,-1 0 0,1 1 0,0-1 0,0 0 0,0 1 0,0-1 0,1 0 0,-1 1 0,1-1 0,-1 0 0,1 1 0,0-1 0,0 0 0,0 0 0,0 0 0,0 0 0,0 0 0,1 0 0,-1 0 0,4 3 0,3 4 0,1 1 0,1-2 0,13 11 0,-18-15 0,26 18 0,64 34 0,-67-42 0,0 3 0,-1 0 0,28 23 0,-19-13 0,-28-22 0,-1 0 0,0 1 0,0-1 0,0 2 0,8 8 0,-13-12 0,1 0 0,-1 0 0,1 1 0,-1-1 0,0 0 0,0 1 0,-1 0 0,1-1 0,-1 1 0,1 0 0,-1 0 0,0 0 0,-1-1 0,1 6 0,-1-8 0,0 0 0,0-1 0,0 1 0,-1 0 0,1-1 0,0 1 0,-1 0 0,1-1 0,0 1 0,-1-1 0,1 1 0,-1 0 0,1-1 0,-1 1 0,1-1 0,-1 1 0,0-1 0,1 0 0,-1 1 0,1-1 0,-1 0 0,0 1 0,1-1 0,-2 0 0,-21 7 0,15-5 0,-40 10 0,-1-2 0,0-3 0,-68 2 0,58-5 0,44-2-151,0-1 0,0-1-1,0-1 1,0 0 0,0-1 0,0 0-1,0-1 1,1-1 0,-16-6 0,29 9-155,0 0 0,0 0 0,0 0 0,0 0 0,0 0 1,0 0-1,1 0 0,-1 0 0,0 0 0,0 0 0,1 0 1,-1-1-1,1 1 0,-1 0 0,1 0 0,0-1 0,0 1 1,-1 0-1,1-1 0,0 1 0,0 0 0,0-1 0,0 1 1,0 0-1,1 0 0,-1-1 0,0 1 0,1 0 0,-1-1 1,1-1-1,1-1-712,-1-1 0,1 1 0,-1-1 0,1 1 0,1 0 0,-1 0 0,5-7 0,33-27-7908,-23 17 4438</inkml:trace>
</inkml:ink>
</file>

<file path=ppt/ink/ink2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44.709"/>
    </inkml:context>
    <inkml:brush xml:id="br0">
      <inkml:brushProperty name="width" value="0.035" units="cm"/>
      <inkml:brushProperty name="height" value="0.035" units="cm"/>
      <inkml:brushProperty name="color" value="#0066FF"/>
    </inkml:brush>
  </inkml:definitions>
  <inkml:trace contextRef="#ctx0" brushRef="#br0">111 215 1264,'-3'0'833,"-54"-2"9890,51 2-9186,1-1 0,0 0-1,0 0 1,0-1-1,0 1 1,0-1 0,0 0-1,-4-3 1,11 4-1129,0-1 0,1 1 0,-1-1 0,1 1 0,0 0 0,-1 0 0,1 0 0,0 0 0,-1 1 0,5-1 0,2-2-167,5-1-110,0 2 1,18-3 0,4 0-75,99-6-33,-4-2-2224,-89 10-1256,0-1 1,0-2-1,52-15 1,42-22-3240,-16 5 6763,-111 34 647,3-1 677,-5-2 2449,-10-5 10097,3 12-13622,-5 2 306,3-1-504,1 0-1,0 0 0,-1 1 0,1-1 0,0 1 0,0-1 0,0 0 0,0 1 0,0 0 0,0-1 0,0 1 0,1-1 1,-1 1-1,0 0 0,1 0 0,-1 2 0,1-1-24,-1 0 0,0-1 1,0 1-1,0-1 0,0 1 0,0-1 1,-3 5-1,2-5-93,1 0 0,-1 0 0,1 1 0,0-1 0,0 1 0,0-1 0,-1 6 0,-4 10 0,-5 15 0,4-7 0,0-8 0,1 0 0,1 1 0,0 0 0,1-1 0,1 2 0,-1 28 0,3-20 0,-7 37 0,5-38 0,-2 35 0,5-46 0,-3 66 0,2-74 0,0 1 0,-1 0 0,0-1 0,-1 1 0,0-1 0,-6 14 0,7-19-4,2-3-6,0 0 0,0 0 0,0 0 0,0 0 0,0 0 0,0 0 0,0 0 0,0 0 0,0 0 0,-1 0 0,1-1 0,0 1 0,0 0 0,0 0 0,0 0 0,0 0 0,0 0 0,0 0 0,0 0 0,0 0 0,0 0 0,-1 0 0,1 0 0,0 0 0,0 0 0,0 0 0,0 0 0,0 0 0,0 0 0,0 0 0,0 0 0,-1 0 0,1 0-1,0 0 1,0 0 0,0 0 0,0 0 0,0 0 0,0 0 0,0 0 0,0 0 0,-1 0 0,1 0 0,0 0 0,0 0 0,0 0 0,0 1 0,0-1 0,0 0 0,0 0 0,0 0 0,0 0 0,0 0 0,0 0 0,0 0 0,0 0 0,0 0 0,0 0 0,-1 1 0,1-1 0,-2-3-393,-5-6-3012,0 1 977,0 0 0,1 0 0,0-1 0,1 1 1,0-2-1,0 1 0,-7-19 0,8 7-813,-10 0-241</inkml:trace>
</inkml:ink>
</file>

<file path=ppt/ink/ink2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44.896"/>
    </inkml:context>
    <inkml:brush xml:id="br0">
      <inkml:brushProperty name="width" value="0.035" units="cm"/>
      <inkml:brushProperty name="height" value="0.035" units="cm"/>
      <inkml:brushProperty name="color" value="#0066FF"/>
    </inkml:brush>
  </inkml:definitions>
  <inkml:trace contextRef="#ctx0" brushRef="#br0">17 85 504,'0'-4'1582,"0"1"-1,0-1 0,0 0 1,-1 0-1,1 1 1,-1-1-1,0 0 1,0 1-1,0-1 1,0 1-1,-3-6 0,3 8-1173,0 0-1,1 0 0,-1-1 0,0 1 0,1 0 0,-1 0 0,1-1 0,0 1 0,-1 0 0,1-1 0,0 1 0,0 0 0,0-1 0,0 1 0,0-1 0,0 1 0,0 0 0,1-3 0,-1 4-259,1-1 1,-1 1-1,1-1 1,-1 0-1,1 1 0,-1-1 1,1 1-1,-1-1 0,1 1 1,0-1-1,-1 1 1,1 0-1,0-1 0,-1 1 1,1 0-1,0 0 0,0-1 1,-1 1-1,1 0 0,0 0 1,0 0-1,-1 0 1,2 0-1,2 0-285,-1 0 0,0 1 1,1-1-1,-1 1 0,0 0 0,0 0 1,1 0-1,-1 0 0,0 1 1,0-1-1,0 1 0,0 0 0,-1-1 1,4 4-1,-2-2-719,-1 0 0,1-1 0,0 1 1,0-1-1,0 0 0,0 0 0,0-1 0,1 1 1,5 0-1,42 7-10007,-46-8 8977,19 0-2723</inkml:trace>
</inkml:ink>
</file>

<file path=ppt/ink/ink2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7:45.056"/>
    </inkml:context>
    <inkml:brush xml:id="br0">
      <inkml:brushProperty name="width" value="0.035" units="cm"/>
      <inkml:brushProperty name="height" value="0.035" units="cm"/>
      <inkml:brushProperty name="color" value="#0066FF"/>
    </inkml:brush>
  </inkml:definitions>
  <inkml:trace contextRef="#ctx0" brushRef="#br0">1 48 488,'13'11'8209,"-10"-5"-439,-2 4 3333,9 1-5977,-9-11-5140,0 0-1,0 0 1,0 0-1,1-1 0,-1 1 1,0 0-1,0 0 0,0-1 1,0 1-1,0-1 1,1 1-1,-1-1 0,0 1 1,0-1-1,0 0 1,0 0-1,-1 1 0,1-1 1,0 0-1,1-1 1,7-19-3641,-7 15 1003,5-7-1797,-6 12 3685,0 0 1,0-1-1,0 1 1,0-1-1,-1 1 0,1-1 1,0 0-1,-1 1 1,1-1-1,-1 0 0,0 1 1,0-1-1,1-2 1,-1-7-5284</inkml:trace>
</inkml:ink>
</file>

<file path=ppt/ink/ink2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06.591"/>
    </inkml:context>
    <inkml:brush xml:id="br0">
      <inkml:brushProperty name="width" value="0.035" units="cm"/>
      <inkml:brushProperty name="height" value="0.035" units="cm"/>
      <inkml:brushProperty name="color" value="#0066FF"/>
    </inkml:brush>
  </inkml:definitions>
  <inkml:trace contextRef="#ctx0" brushRef="#br0">189 166 1032,'37'4'4770,"-23"-2"1397,-29 8 2428,8-9-5879,-3-2 5048,8-3-7679,2 3 526,-6 2 120,14-2-442,0-1-281,-2-2-9,-4-3 1,-3 4 0,8-7 0,-6 9 0,0 0 0,0 1 0,0-1 0,0 0 0,-1 0 0,1 0 0,0 0 0,-1 0 0,1-1 0,-1 1 0,1 0 0,-1 0 0,1 0 0,-1-2 0,1 1 0,0 0 0,-1 1 0,1-1 0,0 0 0,0 1 0,0-1 0,0 0 0,0 1 0,1 0 0,-1-1 0,0 1 0,1 0 0,1-2 0,23-17 0,-23 18 0,0 0 0,0-1 0,0 1 0,-1-1 0,1 0 0,-1 1 0,0-1 0,0 0 0,0-1 0,2-3 0,9-12 0,-14 17 0,1 1 0,0 0 0,-1-1 0,1 1 0,-1 0 0,1-1 0,-1 1 0,0 0 0,1 0 0,-1 0 0,0 0 0,0 0 0,0-1 0,0 1 0,-1-1 0,-3-4 0,3 4 0,-3-4 0,-21 3 0,20 3 0,1 0 0,0 1 0,0-1 0,0 1 0,-1 0 0,1 1 0,0-1 0,-5 3 0,-15 3 0,20-6 0,0 1 0,0 0 0,0 0 0,0 0 0,1 0 0,-7 4 0,-18 8 0,22-11 0,-1 1 0,1-1 0,0 1 0,0 0 0,0 1 0,-7 5 0,-16 12 0,27-20 0,0-1 0,0 1 0,1 0 0,-1 1 0,0-1 0,1 0 0,0 1 0,-1-1 0,1 1 0,0 0 0,0 0 0,1 0 0,-1 0 0,1 0 0,-1 0 0,1 0 0,0 0 0,0 1 0,0-1 0,1 0 0,-1 1 0,1 5 0,0-8 0,0 1 0,1-1 0,-1 0 0,1 1 0,0-1 0,-1 1 0,1-1 0,0 0 0,0 1 0,0-1 0,0 0 0,0 0 0,0 0 0,0 0 0,0 0 0,2 2 0,25 12 0,-12-11 0,0-1 0,1-1 0,0-1 0,0 0 0,22-2 0,-6 1 0,-27 1 0,-3-1 0,0 0 0,0 0 0,-1 0 0,1-1 0,0 1 0,-1-1 0,1 1 0,0-1 0,-1 0 0,1 0 0,2-2 0,1 0 0,-12 2 0,-6 2 0,0 0 0,-1 1 0,1 0 0,0 1 0,0 0 0,0 1 0,-22 11 0,18-9 0,9-3 0,1-1 0,-1 1 0,1 0 0,0 1 0,0-1 0,0 1 0,0 0 0,1 1 0,-1-1 0,1 1 0,-6 8 0,9-9 0,0 0 0,1 1 0,-1-1 0,1 0 0,0 1 0,0 7 0,1-3 0,2 26 0,-2-33 0,0-1 0,0 1 0,1-1 0,-1 1 0,1-1 0,-1 1 0,1-1 0,0 1 0,0-1 0,0 1 0,0-1 0,0 0 0,0 0 0,0 0 0,0 1 0,0-1 0,2 1 0,8 9 0,-11-11 0,0 1 0,1 0 0,-1-1 0,1 1 0,-1 0 0,1-1 0,0 1 0,-1-1 0,1 1 0,0-1 0,-1 1 0,1-1 0,0 1 0,-1-1 0,1 0 0,0 1 0,0-1 0,1 0 0,14 4 6,-9-2-15,-1-1-1,0 0 1,1 0-1,-1 0 1,0-1 0,1 1-1,-1-2 1,1 1-1,8-2 1,-6 0-218,16-3-3094,48-17 1,-67 20 2256,1-1 0,-1 0 1,0 0-1,1 0 1,-1-1-1,-1 0 0,1 0 1,-1-1-1,1 0 1,-1 0-1,-1 0 0,7-8 1,-10 11 491,0-1 0,0 1 1,0-1-1,0 1 0,0-1 0,0 1 0,-1-1 1,1 0-1,-1 0 0,0 1 0,0-6 0,0-3-1861</inkml:trace>
</inkml:ink>
</file>

<file path=ppt/ink/ink2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08.523"/>
    </inkml:context>
    <inkml:brush xml:id="br0">
      <inkml:brushProperty name="width" value="0.035" units="cm"/>
      <inkml:brushProperty name="height" value="0.035" units="cm"/>
      <inkml:brushProperty name="color" value="#0066FF"/>
    </inkml:brush>
  </inkml:definitions>
  <inkml:trace contextRef="#ctx0" brushRef="#br0">0 11 40,'3'0'7190,"14"0"10647,-12 0-15850,-3 1-3961,17 9 4300,30 12-1,-30-14-1732,28 16-1,-25-10-313,28 24 1,-48-35-273,4 1 1,0 1 1,-1 0-1,1 0 1,-2 0-1,1 1 1,0 0-1,4 8 0,-7-11 9,0 1 0,-1-1 0,0 1 0,0 0-1,0-1 1,0 1 0,0 0 0,-1 0-1,0-1 1,1 1 0,-2 4 0,1-7 12,-6 1-2,6-1-26,0-1 1,-1 0-1,1 1 0,-1-1 1,1 0-1,-1 0 1,1 0-1,-1 1 1,1-1-1,-1 0 1,1 0-1,-1 0 1,1 0-1,-1 0 1,1 0-1,-1 0 1,1 0-1,-1 0 1,0 0-1,0 0 0,-10-4 1,7 3 0,0 0-1,0 0 1,0-1 0,0 1 0,1-1 0,-5-2 0,7 3-3,0 0 1,1 0-1,-1 0 1,0 0-1,0 0 1,1-1-1,-1 1 1,0 0-1,1 0 1,-1 0-1,1-1 1,0 1-1,-1 0 1,1 0-1,0-1 1,0 1-1,0 0 1,0-1-1,0-1 0,1 1 5,-1 0-1,1 1 1,0-1-1,0 1 1,0-1-1,0 1 1,0-1-1,1 1 1,-1 0-1,0 0 1,1 0-1,-1-1 1,3 0-1,21-15 34,0 4-336,0 1 0,1 0 0,1 2 0,31-7 0,-22 6 89,-16 3-164,-16 6 288,0 0-1,0 0 1,0 0 0,0 1 0,0 0 0,0 0-1,9-1 1,-12 2 71,1 0 0,-1 0 0,1-1 0,-1 1 0,1 0 0,-1-1 0,1 1 0,-1-1 0,0 1 0,1-1 0,-1 0 0,0 0 0,0 1 0,1-1 0,0-2 0,6-2-1,-6 4 11,-2 1 30,0 0 0,1 0 1,-1 0-1,0 0 0,1 0 0,-1 0 1,0 0-1,1 0 0,-1-1 0,0 1 1,1 0-1,-1 0 0,0 0 0,1 0 1,-1 0-1,0-1 0,1 1 1,-1 0-1,0 0 0,0-1 0,1 1 1,-1 0-1,0 0 0,0-1 0,0 1 1,1 0-1,-1 0 0,0-1 0,0 0 1,0 1 2,0 0 0,0-1 0,0 1 0,0 0 0,-1-1 0,1 1 0,0 0 0,0 0 0,0-1 0,-1 1 0,1 0 0,0 0 0,0-1 0,-1 1 0,1 0 0,0 0 0,-1 0 0,1-1 0,0 1 0,-1 0 0,1 0 0,0 0 0,-1 0 0,1 0 0,0 0 0,-1 0 0,1 0 0,0 0 0,-1 0 0,1 0 0,0 0 0,-1 0 0,1 0 0,-1 0 0,-6-1 1149,7 1-1150,0 0 0,-1 0 1,1 0-1,0 0 0,-1 0 1,1 0-1,0 0 0,0 0 0,-1 1 1,1-1-1,0 0 0,-1 0 1,1 0-1,0 0 0,-1 0 0,1 0 1,0 1-1,0-1 0,-1 0 1,1 0-1,0 0 0,0 1 1,-1-1-1,1 0 0,0 0 0,0 1 1,0-1-1,-1 0 0,1 1 1,0-1-1,0 0 0,0 0 0,0 1 1,0-1-1,-27 17-27,9-3 0,16-13 0,0 0 0,0 1 0,0-1 0,1 0 0,-1 1 0,0-1 0,1 1 0,-1 0 0,1-1 0,0 1 0,-1 0 0,0 3 0,1-3 0,-2 2 0,1 0 0,1 1 0,-1-1 0,1 0 0,-1 0 0,1 1 0,0-1 0,1 1 0,-1-1 0,1 1 0,0-1 0,0 1 0,0-1 0,1 1 0,1 7 0,10 27 0,-11-36 0,2 0 0,-1 0 0,0-1 0,1 1 0,-1 0 0,1-1 0,0 0 0,-1 1 0,1-1 0,0 0 0,1 0 0,-1-1 0,0 1 0,0-1 0,1 0 0,-1 1 0,1-1 0,-1-1 0,1 1 0,0-1 0,-1 1 0,1-1 0,-1 0 0,1 0 0,0 0 0,-1-1 0,1 0 0,-1 1 0,1-1 0,-1 0 0,1-1 0,-1 1 0,1 0 0,-1-1 0,4-3 0,-3 4 0,-1-1 0,0 0 0,1 0 0,-1-1 0,0 1 0,0-1 0,0 0 0,-1 1 0,1-1 0,-1 0 0,1-1 0,-1 1 0,0 0 0,0-1 0,-1 1 0,1-1 0,-1 1 0,1-1 0,-1 0 0,0 0 0,0 0 0,-1 0 0,1 1 0,-1-1 0,0 0 0,-1-5 0,2 7 0,-4-2 0,-5-7 0,1 7 0,0 2 0,7 2 0,0 0 0,0 0 0,-1 0 0,1 0 0,0 0 0,0 0 0,0 0 0,0 0 0,0 0 0,0 0 0,-1-1 0,1 1 0,0 0 0,0 0 0,0 0 0,0 0 0,0 0 0,0 0 0,0-1 0,0 1 0,-1 0 0,1 0 0,0 0 0,0 0 0,0 0 0,0-1 0,0 1 0,0 0 0,0 0 0,0 0 0,0 0 0,0-1 0,0 1 0,0 0 0,0 0 0,0 0 0,0 0 0,0 0 0,0-1 0,0 1 0,0 0 0,1 0 0,-1 0 0,0 0 0,0 0 0,0-1 0,0 1 0,0 0 0,0 0 0,0 0 0,0 0 0,1 0 0,-1 0 0,0 0 0,0 0 0,0-1 0,0 1 0,0 0 0,0 0 0,0 0 0,0 0 0,0 0 0,0 0 0,0 0 0,0 0 0,0 0 0,0 0 0,0 0 0,0 0 0,0 0 0,0 0 0,0 0 0,0 0 0,0 0 0,0 0 0,0 0 0,-1 0 0,1 0 0,0 0 0,0 0 0,0 0 0,0 0 0,0 0 0,0 0 0,0-1 0,0 1 0,0 0 0,0 0 0,0 0 0,0 0 0,0 0 0,0 0 0,0 0 0,0 0 0,0 0 0,0 0 0,0 0 0,0 0 0,0 0 0,0 0 0,0 0 0,0 0 0,0-1 0,0 1 0,0 0 0,0 0 0,0 0 0,0 0 0,0 0 0,0 0 0,0 0 0,1 0 0,-27-1 0,19 2 0,4 3 0,3-4 0,-1 1 0,1-1 0,-1 0 0,1 0 0,-1 1 0,1-1 0,-1 0 0,1 0 0,-1 0 0,1 1 0,-1-1 0,0 0 0,1 0 0,-1 0 0,1 0 0,-1 0 0,1 0 0,-1 0 0,0 0 0,1 0 0,-1 0 0,1-1 0,-1 1 0,1 0 0,-1 0 0,0-1 0,0 1 0,-5 2-25,2 0-32,-19-1-34,26-1 126,-2 0-158,0-1 1,0 1-1,0 0 1,0 0-1,0 0 1,0 0-1,0 0 1,0 0-1,0 0 1,0 0 0,0 0-1,0 1 1,-1-1-1,1 0 1,0 1-1,0-1 1,0 0-1,0 1 1,0-1-1,-1 1 1,3 1-1,-3-2-345,-42 0-304,41 0 1159,-26 0 2475,46 2-2697,1 0-1,-1 1 1,0 1 0,35 12 0,-28-4-165,31 20 0,-51-28 0,0 1 0,-1 0 0,1 0 0,-1 1 0,0-1 0,-1 1 0,1 0 0,4 10 0,-8-13 0,0 0 0,0-1 0,0 1 0,-1 0 0,1 0 0,-1 0 0,0 0 0,0 0 0,0 0 0,0 0 0,-1 0 0,1 0 0,-1 0 0,0 0 0,0 0 0,0-1 0,-2 5 0,-1 2 0,-2-1 0,1 1 0,-12 12 0,9-12 0,0 1 0,1-10 0,6 0 0,0 0 0,1-1 0,-1 1 0,1 0 0,-1-1 0,0 1 0,1-1 0,-1 1 0,1-1 0,-1 1 0,1-1 0,-1 1 0,1-1 0,-1 1 0,1-1 0,0 0 0,-1 1 0,1-1 0,0 0 0,0 1 0,-1-1 0,1 0 0,0 1 0,0-1 0,0 0 0,0 1 0,0-1 0,0 0 0,0 0 0,0 1 0,0-1 0,0 0 0,0 1 0,0-1 0,1-1 0,7-18 0,-8 19 0,7-12 0,-4 7 0,0-1 0,1 1 0,0 0 0,0 0 0,8-9 0,13-7 0,-18 17 0,-1 0 0,0-1 0,0 1 0,0-1 0,-1-1 0,0 1 0,6-11 0,-8 13 0,0 1 0,0 0 0,1 0 0,-1 0 0,1 0 0,-1 0 0,1 1 0,0-1 0,6-2 0,-1 0 0,67-39-487,-57 33 373,-19 8 116,0 2 297,-1 0-261,0 1-33,1 0 0,0 0 0,0 0 0,0 0 0,-1 0 0,1 0 0,0 0 0,0 0 0,0 0 0,-1 0 0,1 0 0,0 0 0,0 0 1,-1 0-1,1 0 0,0 0 0,0 0 0,0 0 0,-1 0 0,1 0 0,0 0 0,0 0 0,0 0 0,-1 1 0,1-1 0,0 0 0,0 0 0,0 0 0,-1 0 0,1 0 0,0 1 0,0-1 0,0 0 0,0 0 0,0 0 0,-1 0 0,1 1 0,0-1 0,0 0 1,0 0-1,0 1 0,0-1 0,0 0 0,0 0 0,0 0 0,0 1 0,0-1 0,0 0 0,0 0 0,0 1 0,0-1 0,0 1-5,0-1 0,0 1 0,-1 0 0,1-1 0,0 1 0,0-1 0,-1 1 0,1 0 0,0-1 0,-1 1 0,1-1 0,0 1 0,-1-1 0,1 1 0,-1-1 0,1 0 0,-1 1 0,1-1 0,-1 1 0,0-1 0,0 1 0,0-1 0,1 1 0,-1 0 0,0-1 0,1 1 0,-1-1 0,1 1 0,-1 0 0,1 0 0,-1-1 0,1 1 0,0 0 0,-1 0 0,1-1 0,0 1 0,-1 0 0,1 0 0,0 0 0,0 1 0,0 9 0,1 26 0,0-35 0,-1-1 0,0 1 0,1-1 0,-1 1 0,1-1 0,-1 1 0,1-1 0,0 1 0,-1-1 0,1 1 0,0-1 0,0 0 0,0 1 0,0-1 0,1 0 0,-1 0 0,2 2 0,9 10 0,-11-12 0,0 1 0,0-1 0,0 1 0,0-1 0,1 0 0,-1 0 0,0 1 0,0-1 0,1 0 0,-1 0 0,1-1 0,-1 1 0,1 0 0,2 1 0,2 0 0,23 13 0,-28-14 0,0-1 0,0 1 0,0-1 0,0 1 0,0-1 0,0 1 0,1-1 0,-1 1 0,0-1 0,0 0 0,1 0 0,1 0 0,-2 0 0,1 0 0,-1 0 0,1 0 0,0 0 0,-1-1 0,1 1 0,-1-1 0,1 1 0,-1-1 0,1 1 0,-1-1 0,1 0 0,-1 0 0,0 0 0,0 0 0,3-1 0,-3 1 0,-1-1 0,1 1 0,0 0 0,-1 0 0,1 0 0,-1 0 0,1 0 0,-1-1 0,1 1 0,-1 0 0,0 0 0,1-1 0,-1 1 0,0 0 0,0-1 0,0 1 0,0 0 0,0-1 0,-1 1 0,1 0 0,-1-2 0,-13-25 0,3 10 0,-1 3 0,11 14 0,0 0 0,0 1 0,0-1 0,0 0 0,0 0 0,1 0 0,-1 0 0,0 0 0,0 0 0,1 0 0,-1 0 0,1-1 0,-1 1 0,1 0 0,0 0 0,-1 0 0,1-1 0,0-1 0,0 2 0,-1 1 0,1-1 0,0 0 0,0 0 0,0 1 0,0-1 0,0 0 0,-1 1 0,1-1 0,0 0 0,0 1 0,-1-1 0,1 0 0,-1 1 0,1-1 0,0 0 0,-1 1 0,1-1 0,-1 1 0,-1-1 0,1 0 0,1 0 0,-1 0 0,0 0 0,0 0 0,0 1 0,1-1 0,-1 0 0,1 0 0,-1 0 0,1 0 0,-1 0 0,1-1 0,-1 1 0,1 0 0,0 0 0,0 0 0,-1 0 0,1 0 0,0-1 0,0 1 0,0-1 0,1 0 0,0 1 0,-1 0 0,1 0 0,0 0 0,0-1 0,0 1 0,0 0 0,0 0 0,0 0 0,0 0 0,0 1 0,0-1 0,0 0 0,1 0 0,-1 1 0,0-1 0,0 1 0,1-1 0,-1 1 0,0-1 0,3 1 0,30-9 0,-25 8 0,7-3 0,1 2 0,0 0 0,-1 1 0,1 1 0,0 0 0,30 5 0,-37-3 0,0 0 0,0 1 0,-1 0 0,1 1 0,16 9 0,-22-10 0,-2 0 0,1 0 0,0 0 0,-1 0 0,1 0 0,-1 0 0,2 4 0,6 8 0,-9-14 0,-1 0 0,0 0 0,1 0 0,-1 0 0,0 0 0,1-1 0,-1 1 0,0 0 0,0 0 0,0 0 0,0 0 0,0 0 0,0 0 0,0 0 0,-1 0 0,1 0 0,0 0 0,0 0 0,-1 0 0,1 0 0,0-1 0,-1 1 0,1 0 0,-1 0 0,1 0 0,-1-1 0,0 1 0,0 1 0,-3 4 0,3-5 0,1 1 0,-1-1 0,1 0 0,-1 0 0,1 0 0,-1 0 0,0 0 0,0 1 0,1-1 0,-1-1 0,0 1 0,0 0 0,0 0 0,0 0 0,-1 0 0,-2 3 0,-4 0 0,7-3 0,0-1 0,0 1 0,0-1 0,-1 0 0,1 0 0,0 1 0,0-1 0,-1 0 0,1 0 0,0 0 0,0 0 0,-1 0 0,1 0 0,0-1 0,-1 1 0,1 0 0,0-1 0,0 1 0,-2-1 0,3 0 0,-1 0 0,1 1 0,-1-1 0,0 0 0,1 1 0,-1-1 0,1 0 0,-1 0 0,1 0 0,0 1 0,-1-1 0,1 0 0,0 0 0,0 0 0,-1 0 0,1 0 0,0 0 0,0 0 0,0-1 0,1-3 0,-1 0 0,1 0 0,0 0 0,0 0 0,0 0 0,3-5 0,-2 4 0,1 0 0,0 1 0,0-1 0,0 1 0,7-10 0,3-2 4,-11 14-7,0 0 0,0 0 0,1 0 0,-1 0 0,1 0 0,0 0 1,-1 1-1,2-1 0,3-2 0,11-4-1680,10 0-7192,-14 5 4840,-6-3 680,-8 7 3110,1-1 0,-1 1 0,1-1 0,-1 0 0,1 1 0,-1-1 0,1 1 1,-1 0-1,1-1 0,0 1 0,-1-1 0,1 1 0,-1 0 0,1-1 0,0 1 0,1 0 0,29-7-5255,-21 2 2266</inkml:trace>
</inkml:ink>
</file>

<file path=ppt/ink/ink2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0.152"/>
    </inkml:context>
    <inkml:brush xml:id="br0">
      <inkml:brushProperty name="width" value="0.035" units="cm"/>
      <inkml:brushProperty name="height" value="0.035" units="cm"/>
      <inkml:brushProperty name="color" value="#0066FF"/>
    </inkml:brush>
  </inkml:definitions>
  <inkml:trace contextRef="#ctx0" brushRef="#br0">104 128 2817,'-48'0'17933,"26"0"-6471,17 1-10974,3 3-421,2-2-67,0 1 0,0-1 0,0 1 0,0-1 0,0 0 0,0 1 0,1-1 0,-1 0 0,1 1 0,-1-1 0,1 0 0,0 0 0,2 4 0,-3-5 0,1 0 0,-1 0 0,1 0 0,-1 0 0,0 0 0,1 0 0,-1 0 0,0 0 0,0 0 0,0 0 0,0 0 0,0 1 0,0-1 0,0 0 0,0 1 0,0 14 0,6 5 0,0 0 0,-2 0 0,0 0 0,-2 0 0,0 29 0,7 15 0,-9-60 0,0-2 0,0-1 0,-1 1 0,2-1 0,-1 1 0,0-1 0,0 1 0,1-1 0,-1 1 0,1-1 0,0 0 0,0 1 0,0-1 0,1 3 0,0 0 0,-10-26 0,7 18 0,-1 0 0,1 0 0,0 0 0,0 0 0,0 0 0,0-1 0,0 1 0,0-5 0,0-3 0,0 1 0,-1 0 0,0 0 0,-5-12 0,-4-16 0,3-26 0,7 58 0,0 1 0,1-1 0,0 1 0,0-1 0,1 1 0,0 0 0,1-9 0,3-19 0,-5 28 0,1 1 0,-1-1 0,1 1 0,0 0 0,0-1 0,1 1 0,-1 0 0,1 0 0,0-1 0,0 1 0,1 1 0,-1-1 0,1 0 0,0 1 0,0-1 0,0 1 0,0 0 0,0 0 0,1 0 0,-1 0 0,1 0 0,6-2 0,2-1 0,0 0 0,0 1 0,0 0 0,1 1 0,-1 1 0,20-4 0,-30 7 0,59-6 0,-57 5 0,1 1 0,0 1 0,-1-1 0,1 1 0,0 0 0,-1 0 0,1 0 0,-1 0 0,1 1 0,6 3 0,-10-4 0,0-1 0,-1 1 0,1-1 0,0 1 0,-1-1 0,1 1 0,-1 0 0,1-1 0,-1 1 0,1 0 0,-1-1 0,1 1 0,-1 0 0,0 0 0,0-1 0,1 1 0,-1 0 0,0 0 0,0-1 0,0 1 0,1 0 0,-1 0 0,0 0 0,0 0 0,-1-1 0,1 1 0,0 0 0,0 0 0,0 0 0,0-1 0,-1 1 0,1 0 0,0 0 0,-1-1 0,1 1 0,0 0 0,-1-1 0,1 1 0,-1 0 0,1-1 0,-1 1 0,0 0 0,1-1 0,-1 1 0,-1 0 0,-4 4 0,0 0 0,0 0 0,-11 7 0,-170 94 0,168-94 0,9-7 0,0 1 0,1 0 0,0 1 0,1 0 0,-1 0 0,-10 13 0,19-19 0,-1-1 0,1 1 0,0 0 0,-1 0 0,1 0 0,0-1 0,0 1 0,-1 0 0,1 0 0,0 0 0,0 0 0,0 0 0,0-1 0,0 1 0,1 0 0,-1 0 0,0 0 0,0 0 0,0-1 0,1 1 0,-1 0 0,1 0 0,-1 0 0,0-1 0,1 1 0,-1 0 0,1-1 0,-1 1 0,1 0 0,0-1 0,-1 1 0,1-1 0,0 1 0,1 0 0,21 15 0,-2-9-122,1 0 0,-1-1 1,1-1-1,0-1 0,0-1 0,0-1 1,0-1-1,42-4 0,-26-1-121,0-2-1,-1-1 0,1-3 1,47-18-1,-74 24 127,0-1 0,-1-1 0,1 0-1,-1 0 1,12-11 0,-18 14 120,0 0 0,-1 0 0,0 0 0,0 0 0,0-1 0,0 1 0,0-1 0,-1 1 0,1-1 0,-1 0 0,0 0 0,0 0 0,-1-1 0,1 1 0,-1 0 0,0-1 0,1-4 0,-2 7 45,0 0 0,0 0 0,-1 0 0,1 0 0,0 0 0,0 1 0,-1-1 0,1 0 0,-1 0 0,0 1 0,0-1 0,1 0 0,-1 1 0,0-1 0,0 0 0,0 1 1,-1 0-1,1-1 0,0 1 0,0 0 0,-3-2 0,1 1 103,0 0-1,0 1 1,0 0 0,0 0 0,0 0 0,-1 0 0,1 0 0,0 1-1,0 0 1,-1-1 0,-3 1 0,6 1-126,-27 11 40,26-12-64,1 1-1,-1-1 0,1 1 1,-1 0-1,1 0 0,0-1 1,0 1-1,-1 0 0,1 0 1,0 0-1,0 1 0,0-1 0,0 0 1,0 0-1,0 1 0,0-1 1,-1 2-1,2-1 0,0-1 0,0 0 0,-1 0 0,1 0 0,0 0 0,-1 0 0,1 0 0,-1 0 0,1 0 0,-1 0 0,0 0 0,1 0 0,-2 1 0,1 0 0,0-1 0,0 0 0,0 0 0,0 0 0,0 1 0,1-1 0,-1 0 0,0 1 0,1-1 0,-1 0 0,1 1 0,0-1 0,-1 1 0,1 1 0,0-3 0,0 4 0,-1-1 0,1 1 0,0 0 0,0 0 0,1-1 0,-1 1 0,1 0 0,-1-1 0,1 1 0,0-1 0,1 1 0,-1-1 0,1 1 0,-1-1 0,1 0 0,3 4 0,-5-4 0,1 2 0,16-2 0,-14-3 0,22-2 0,-24 2 0,0 0 0,-1 0 0,1 0 0,0-1 0,-1 1 0,1 0 0,0 0 0,-1 0 0,1-1 0,-1 1 0,1 0 0,0-1 0,-1 1 0,1-1 0,-1 1 0,1-1 0,-1 1 0,1-1 0,-1 1 0,0-1 0,1 1 0,-1-1 0,0 0 0,1 1 0,-1-1 0,0 1 0,1-1 0,-1 0 0,0 1 0,0-2 0,3-8 0,-2 9 0,0 0 0,0-1 0,-1 1 0,1-1 0,-1 1 0,1-1 0,-1 1 0,0-1 0,1 1 0,-1-1 0,0 1 0,0-1 0,0-1 0,0 2 0,0 0 0,0 1 0,0-1 0,0 1 0,0-1 0,0 0 0,0 1 0,0-1 0,0 0 0,0 1 0,-1-1 0,1 1 0,0-1 0,0 0 0,-1 1 0,1-1 0,0 1 0,0-1 0,-1 1 0,1-1 0,-1 1 0,1-1 0,-1 1 0,1-1 0,-1 1 0,0-1 0,1 1 0,1 0 0,-1 0 0,0 0 0,0 0 0,0 0 0,0 1 0,0-1 0,0 0 0,0 0 0,0 0 0,0 0 0,0 0 0,0 0 0,0 0 0,0 0 0,0 0 0,0 0 0,0 0 0,0 1 0,0-1 0,0 0 0,0 0 0,0 0 0,0 0 0,0 0 0,0 0 0,0 0 0,0 0 0,0 0 0,0 1 0,0-1 0,0 0 0,0 0 0,0 0 0,0 0 0,0 0 0,0 0 0,0 0 0,0 0 0,0 0 0,0 0 0,0 0 0,0 1 0,0-1 0,0 0 0,0 0 0,-1 0 0,1 0 0,0 0 0,0 0 0,0 0 0,0 0 0,0 0 0,0 0 0,0 0 0,0 0 0,1 1 0,0 0 0,-1 0 0,1 0 0,0 0 0,0 0 0,0 0 0,-1 0 0,1 0 0,0 1 0,-1-1 0,1 0 0,-1 2 0,1-1 0,-1 0 0,1-1 0,0 1 0,-1 0 0,1-1 0,0 1 0,0-1 0,0 0 0,0 1 0,0-1 0,0 0 0,1 1 0,1 0 0,5 4 0,-4-3 0,1-1 0,0 1 0,-1-1 0,1 1 0,7 1 0,-3 0 0,-8-3 0,0 0 0,0-1 0,1 1 0,-1-1 0,0 1 0,0-1 0,1 1 0,-1-1 0,0 0 0,1 0 0,2 1 0,12 0 0,-11-1 0,-1 1 0,1-1 0,-1 0 0,0 0 0,9-2 0,7-3 0,1-1 0,21-10 0,-37 13 0,-1-1 0,1 1 0,-1-1 0,0 0 0,0-1 0,0 1 0,0 0 0,-1-1 0,0 0 0,0 0 0,0 0 0,-1 0 0,4-10 0,-4 8 0,0-1 0,-1 0 0,0 1 0,0-1 0,-1 0 0,0 0 0,0 0 0,-1 0 0,0 1 0,0-1 0,-3-7 0,-1-8 0,4 16 0,-1 0 0,1 0 0,-1 1 0,-1-1 0,-3-7 0,5 12 0,0 0 0,-1 0 0,1 0 0,0 0 0,-1 0 0,0 0 0,1 1 0,-1-1 0,0 1 0,0-1 0,0 1 0,0 0 0,-3-2 0,3 4 0,0-1 0,0 1 0,1 0 0,-1 0 0,0 0 0,0 0 0,0 0 0,1 1 0,-1-1 0,0 0 0,1 1 0,-1-1 0,1 1 0,0 0 0,-1-1 0,1 1 0,0 0 0,0 0 0,-1 3 0,1-2 0,1-1 0,0 0 0,-1 0 0,1 0 0,-1 0 0,0 0 0,1 0 0,-1 0 0,0 0 0,-2 2 0,2-2 0,0 0 0,0 0 0,0-1 0,0 1 0,0 0 0,1 0 0,-1 1 0,0-1 0,1 0 0,0 3 0,-1 15 0,2 1 0,1 0 0,1 0 0,7 29 0,2 20 0,2 9 0,-6-47 0,-5-15-5240,-4-23-902,9-31 107,-7 33 5673,-2-1 1,1 1-1,0-1 1,-1 1-1,0-1 0,0 1 1,-3-7-1,0-16-300,4 25 642,0-1-1,0 0 1,0 1 0,0-1 0,-1 1 0,1-1 0,-1 1 0,-1-4 0,-7-16 381,4 14 174,5 8-470,0-1 0,0 1 0,0-1 0,-1 1 0,1-1 0,0 1 0,0-1 0,-1 1 0,1 0 0,0-1 0,-1 1 1,1 0-1,-1-1 0,1 1 0,0 0 0,-1-1 0,1 1 0,-1 0 0,1 0 0,-1-1 0,1 1 0,-1 0 0,1 0 0,-1 0 0,1 0 0,-1 0 1,1 0-1,-1 0 0,-1-2 2345,2 2-2076,0-1 1,0 1 0,0 0 0,-1 0 0,1-1 0,0 1 0,0 0 0,0-1 0,0 1 0,0 0 0,0-1 0,0 1 0,0 0 0,0 0 0,1-1 0,-1-1 2010,1 2-2010,-1-1-1148,43-10 4429,-6 5-3071,-25 4-500,0 1-1,0-2 1,-1 1 0,0-2-1,1 1 1,-1-2 0,15-7-1,-18 7 17,-1 0-1,0 0 1,0-1-1,-1 0 0,1 0 1,-1-1-1,0 0 0,-1 0 1,0 0-1,7-12 1,-12 17 44,1-1 1,0 1-1,-1-1 1,0 1-1,1-1 1,-1 1-1,0-1 1,-1 1-1,1-5 1,-1-1 216,1 7-55,-1 1-259,1 0 1,-1 0-1,0 0 0,0 0 1,1 1-1,-1-1 0,0 0 1,1 0-1,-1 1 0,0-1 0,1 0 1,-1 1-1,0-1 0,1 0 1,-1 1-1,1-1 0,-1 1 1,1-1-1,-1 1 0,1 0 1,-1-1-1,1 1 0,-1-1 1,1 1-1,0 0 0,-1-1 1,1 1-1,0 0 0,0-1 1,0 1-1,-1 0 0,1 0 1,0-1-1,0 2 0,0 31 130,0-23-80,0 11-37,-1-7-61,1 0 1,1 0 0,0 0 0,5 20 0,-3 2-1022,-4-32 650,1 0 0,0-1 1,0 1-1,0 0 0,1 0 0,-1-1 0,1 1 1,0 0-1,3 6 0,-2-2-2206,-1-8 2504,-1 1 1,0-1-1,0 1 1,0-1-1,0 0 1,0 1-1,1-1 1,-1 1-1,0-1 1,0 0 0,0 1-1,1-1 1,-1 0-1,0 1 1,1-1-1,-1 0 1,0 1-1,1-1 1,-1 0-1,0 0 1,1 1-1,-1-1 1,1 0 0,-1 0-1,0 0 1,1 0-1,-1 0 1,1 1-1,24 7-4357,-22-7 3759,-1-1 0,0 0 0,1 1 0,-1-1 0,0 0-1,1 0 1,-1 0 0,0 0 0,1 0 0,-1-1 0,0 1 0,1-1 0,-1 0 0,0 1 0,4-3 0,-5-1-2374</inkml:trace>
</inkml:ink>
</file>

<file path=ppt/ink/ink2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0.394"/>
    </inkml:context>
    <inkml:brush xml:id="br0">
      <inkml:brushProperty name="width" value="0.035" units="cm"/>
      <inkml:brushProperty name="height" value="0.035" units="cm"/>
      <inkml:brushProperty name="color" value="#0066FF"/>
    </inkml:brush>
  </inkml:definitions>
  <inkml:trace contextRef="#ctx0" brushRef="#br0">31 91 1136,'-22'7'7474,"13"-4"-961,25-2 13,1-2-5033,0-1 1,1-1-1,16-5 0,32-4-496,-11 6-881,63-16-1,-82 15-683,-23 6-111,-1-2 0,1 1-1,13-6 1,18-3-5226,-38 10 4030,1 0 0,-1-1 0,0 1 0,0-1 1,0 0-1,7-4 0</inkml:trace>
</inkml:ink>
</file>

<file path=ppt/ink/ink2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2.323"/>
    </inkml:context>
    <inkml:brush xml:id="br0">
      <inkml:brushProperty name="width" value="0.035" units="cm"/>
      <inkml:brushProperty name="height" value="0.035" units="cm"/>
      <inkml:brushProperty name="color" value="#0066FF"/>
    </inkml:brush>
  </inkml:definitions>
  <inkml:trace contextRef="#ctx0" brushRef="#br0">54 17 1464,'-4'-5'5624,"-18"-6"19642,21 11-24912,0 0-352,1 0 1,0 0-1,-1 0 0,1 0 0,0 0 0,-1 0 0,1 1 0,0-1 0,-1 0 1,1 0-1,0 0 0,-1 1 0,1-1 0,0 0 0,-1 0 0,1 1 0,0-1 1,0 0-1,-1 1 0,1-1 0,0 0 0,0 1 0,0-1 0,0 0 0,-1 1 1,1-1-1,0 0 0,0 1 0,0-1 0,0 0 0,0 1 0,0-1 0,0 1 1,0 14-14,1-12 8,-1 2 3,0-1 0,0 1 0,0-1 0,-1 0 0,0 1 0,0-1 0,0 0 0,-2 8 0,1-9 0,2 1 0,-1 0 0,0-1 0,1 1 0,-1 0 0,1 0 0,0-1 0,1 1 0,0 6 0,0 6 0,-1-6-180,1-7-37,-1-1 0,0 1-1,0-1 1,0 1 0,0-1 0,-1 1 0,1-1-1,-1 1 1,1-1 0,-1 0 0,0 1 0,0-1 0,-2 5-1,-1 1-2260,17-5-12948,4-14 6825,-10 5 6272</inkml:trace>
</inkml:ink>
</file>

<file path=ppt/ink/ink2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2.740"/>
    </inkml:context>
    <inkml:brush xml:id="br0">
      <inkml:brushProperty name="width" value="0.035" units="cm"/>
      <inkml:brushProperty name="height" value="0.035" units="cm"/>
      <inkml:brushProperty name="color" value="#0066FF"/>
    </inkml:brush>
  </inkml:definitions>
  <inkml:trace contextRef="#ctx0" brushRef="#br0">28 22 984,'-4'-9'5729,"-19"6"12671,24 4-17058,1 9 2619,-1-9-3925,-1 0-1,1-1 1,0 1 0,-1 0-1,1 0 1,0 0 0,-1-1 0,1 1-1,-1 0 1,1 0 0,-1 0 0,0 0-1,1 0 1,-1 0 0,0 0 0,0 0-1,0 0 1,0 0 0,1 0-1,-1 0 1,-1 1 0,1 0 0,-5 31 995,0-1-533,5-29-502,0 0 1,0 0-1,1 1 1,-1-1-1,1 0 1,0 0-1,0 1 0,0-1 1,0 0-1,0 0 1,1 0-1,-1 0 1,1-1-1,0 1 0,0 0 1,2 3-1,-1-5-1,-1 1-1,0-1 0,0 1 1,1-1-1,-1 0 0,1 0 0,-1 0 1,1 0-1,0 0 0,-1 0 1,1-1-1,0 1 0,-1-1 1,1 0-1,0 0 0,0 0 1,-1 0-1,1 0 0,0-1 0,-1 1 1,1-1-1,0 0 0,3-1 1,-4 1-61,0 1 1,0-1-1,-1 0 1,1 0-1,0 0 1,0 0 0,-1 0-1,1 0 1,0 0-1,-1-1 1,1 1-1,-1 0 1,0-1 0,1 1-1,-1-1 1,0 0-1,0 1 1,0-1-1,0 0 1,0 0 0,-1 0-1,1 0 1,0 1-1,-1-1 1,1 0-1,-1 0 1,0 0 0,0 0-1,0 0 1,0-2-1,-1 1 5,0 0 1,0 0-1,0 0 0,-1 0 1,0 0-1,1 1 0,-1-1 0,0 0 1,0 1-1,0 0 0,0-1 0,-5-2 1,-10-14-191,15 16 135,0-1 0,-1 1 0,0 0 0,1 1 0,-1-1 0,0 0 0,0 1 0,-1 0 0,-5-4 0,0 2-394,-8-2-707,2 1-2584,13 5 2601,19 0-6555,7-2 4618,-1 0 0,29-9 1,-41 9 1721,-1-2-546</inkml:trace>
</inkml:ink>
</file>

<file path=ppt/ink/ink2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3.121"/>
    </inkml:context>
    <inkml:brush xml:id="br0">
      <inkml:brushProperty name="width" value="0.035" units="cm"/>
      <inkml:brushProperty name="height" value="0.035" units="cm"/>
      <inkml:brushProperty name="color" value="#0066FF"/>
    </inkml:brush>
  </inkml:definitions>
  <inkml:trace contextRef="#ctx0" brushRef="#br0">95 1 2328,'-5'1'953,"1"-1"0,-1 1 0,1 1 0,0-1 0,-1 0 0,1 1 0,0 0 0,0 0 0,0 0 0,0 1 0,-6 4 0,-2 1 1437,10-7-1981,1 1-1,-1-1 1,0 0-1,1 1 0,-1-1 1,1 1-1,0 0 1,-1-1-1,1 1 1,0 0-1,0 0 1,0 0-1,0 0 1,0 0-1,0 3 1,-1 1 633,1 0 1,0 1-1,1-1 0,0 9 1,0-14-987,0 0 0,0 0 0,1 1 0,-1-1 0,0 0 1,1 0-1,-1 0 0,1 0 0,0 0 0,-1 0 0,1 0 0,0 0 0,-1 0 0,3 1 0,-3-1-20,1 0-1,0-1 1,0 1-1,-1 0 0,1 0 1,-1 0-1,1 0 1,-1 0-1,1 0 0,-1 0 1,1 0-1,-1 0 0,0 0 1,1 1-1,-1 0-18,1 0 0,-1-1-1,1 1 1,0 0-1,0-1 1,0 1 0,0 0-1,0-1 1,0 1 0,0-1-1,0 0 1,1 1 0,-1-1-1,1 0 1,-1 0 0,1 0-1,-1 0 1,1 0-1,-1 0 1,1 0 0,0 0-1,0-1 1,-1 1 0,4 0-1,1-1-17,0-1-1,0 0 0,0 0 1,-1 0-1,1-1 1,0 0-1,-1 0 0,9-4 1,-11 4-34,0 0 1,1-1-1,-1 1 1,-1-1-1,1 0 1,0 0-1,-1 0 1,1 0-1,-1 0 1,0 0-1,0-1 1,0 1-1,-1-1 1,1 1-1,-1-1 1,0 0-1,0 0 1,0 1-1,0-1 1,0 0-1,-1 0 1,0 0-1,0-6 0,-1 8 29,1 0 0,0 1 0,-1-1 0,1 0 0,-1 0 0,1 0-1,-1 0 1,0 1 0,0-1 0,0 0 0,-2-2 0,2 3-1,1 0 0,-1-1 0,0 1 0,0 0 0,0-1 0,1 1 0,-1-1 0,1 1 0,-1-1 0,1-3 0,-1 4-33,1 0 0,0 0 0,-1 0 0,1 0 1,-1 0-1,1 0 0,-1 0 0,1 0 0,-1 0 0,0 0 0,0 0 1,1 1-1,-1-1 0,0 0 0,0 0 0,0 1 0,0-1 0,0 0 1,0 1-1,0-1 0,0 1 0,0-1 0,0 1 0,0 0 0,0 0 1,0-1-1,-2 1 0,-1-1-282,1 0 1,0 1 0,0 0-1,-1-1 1,1 1-1,0 0 1,0 1-1,-1-1 1,-2 1 0,-19 9-3574,25-10 3744,0 0 1,0 1-1,0-1 0,-1 0 0,1 0 0,0 1 0,0-1 0,0 0 0,0 0 1,0 1-1,0-1 0,0 0 0,0 1 0,0-1 0,0 0 0,0 0 0,0 1 0,0-1 1,0 0-1,0 1 0,0-1 0,0 0 0,0 0 0,0 1 0,0-1 0,0 0 0,0 1 1,1-1-1,-1 0 0,0 1 0,0 0-234,19 4-4690,-16-5 4260,-1 0 1,0 1-1,1-1 0,-1 1 1,0 0-1,1-1 1,-1 1-1,3 2 0,2 2-1820</inkml:trace>
</inkml:ink>
</file>

<file path=ppt/ink/ink2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3.693"/>
    </inkml:context>
    <inkml:brush xml:id="br0">
      <inkml:brushProperty name="width" value="0.035" units="cm"/>
      <inkml:brushProperty name="height" value="0.035" units="cm"/>
      <inkml:brushProperty name="color" value="#0066FF"/>
    </inkml:brush>
  </inkml:definitions>
  <inkml:trace contextRef="#ctx0" brushRef="#br0">256 0 976,'-10'0'7568,"-6"0"-2126,8 0 2833,11 2-7140,0-1 0,-1 0 1,1 1-1,0-1 0,0 1 0,4 4 1,4 2-599,5 7-313,-13-6-205,-2-8-16,-1 1 0,1-1-1,0 1 1,0 0 0,-1-1-1,1 1 1,-1 0 0,0-1-1,1 1 1,-1 0-1,0-1 1,0 1 0,0 0-1,0 0 1,-1 1 0,1-1 2,0 0 1,0-1-1,-1 1 1,1 0 0,-1-1-1,1 1 1,-1 0-1,0-1 1,1 1 0,-1-1-1,0 1 1,0-1 0,0 0-1,0 1 1,-1-1-1,1 0 1,-3 2 0,-30 20 98,6-5 19,-3 1-12,25-16-84,-1 0 0,2 1 0,-1 0-1,-6 5 1,2-1-9,-1 0 0,0-1 0,-14 7 0,6-3 10,18-9 1,1 1-13,-26-2-2512,24-1 1877,-1 0 1,1 0-1,-1 0 0,1-1 0,-1 1 1,1-1-1,0 0 0,-1 0 1,1 0-1,0 0 0,-5-3 1,9-1-4340,10-8 2198,-9 9 213,22-12-4868,-17 11 4306</inkml:trace>
</inkml:ink>
</file>

<file path=ppt/ink/ink2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5.017"/>
    </inkml:context>
    <inkml:brush xml:id="br0">
      <inkml:brushProperty name="width" value="0.035" units="cm"/>
      <inkml:brushProperty name="height" value="0.035" units="cm"/>
      <inkml:brushProperty name="color" value="#0066FF"/>
    </inkml:brush>
  </inkml:definitions>
  <inkml:trace contextRef="#ctx0" brushRef="#br0">490 63 184,'4'-13'6758,"-4"13"-6418,1-1 0,-1 0 0,1 1 1,-1-1-1,1 0 0,-1 1 0,0-1 0,0 0 0,1 0 0,-1 0 0,0 1 1,0-1-1,0 0 0,0 0 0,0-1 0,1 1-207,-1 1-1,0 0 1,0-1-1,1 1 1,-1-1-1,0 1 1,1 0-1,-1-1 1,0 1-1,1 0 1,-1-1-1,0 1 1,1 0-1,-1 0 1,1-1-1,-1 1 1,1 0 0,-1 0-1,1 0 1,-1 0-1,1 0 1,-1-1-1,1 1 1,-1 0-1,1 0 1,-1 0-1,1 0 1,0 1-1,17-2 2641,-14 2-2606,57-7 3420,-3 12-2273,-57-7-1297,0 1-1,-1 0 1,1 0 0,0 0-1,-1 0 1,1 0 0,-1 0 0,1 1-1,0-1 1,-1 0 0,1 0 0,-1 0-1,1 0 1,0 1 0,-1-1 0,1 0-1,-1 1 1,1-1 0,-1 0-1,1 1 1,-1-1 0,1 1 0,-1-1-1,0 1 1,1-1 0,-1 1 0,0-1-1,1 1 1,-1-1 0,0 1 0,1-1-1,-1 1 1,0-1 0,0 1-1,0 0 1,0-1 0,1 1 0,-1 0-1,0-1 1,0 1 0,0-1 0,0 1-1,-1 0 1,1-1 0,0 1 0,0-1-1,0 1 1,-1 1 0,0 0 10,1 0 0,-1-1 0,0 1-1,0 0 1,0 0 0,-1 0 0,1-1 0,0 1 0,-1-1 0,1 1 0,-1-1 0,1 0 0,-1 1 0,1-1 0,-1 0 0,-4 2-1,-93 46 178,-23-3-21,90-35-160,12-4-2,-1 0-1,0-2 1,0 0 0,-1-1-1,-29 1 1,41-6-10,0 0 0,0 0 0,0-1 0,1 0 0,-1-1 0,1 0 0,-1-1 0,1 0 0,-14-8 1,22 11-13,0 0 1,-1 1-1,1-1 1,0 0 0,0 0-1,0 0 1,0 0 0,0 0-1,0 0 1,0 0 0,1-1-1,-1 1 1,0 0-1,1 0 1,-1-1 0,0 1-1,1 0 1,0-1 0,-1 1-1,1 0 1,0-1 0,0 1-1,0-1 1,-1 1 0,2-1-1,-1 1 1,0 0-1,0-1 1,0 1 0,1-1-1,-1 1 1,0 0 0,1-1-1,0 1 1,-1 0 0,1-1-1,0 1 1,-1 0-1,1 0 1,0 0 0,0 0-1,0 0 1,0 0 0,0 0-1,0 0 1,0 0 0,3-1-1,21-8 85,41-11 0,-57 18-50,0 1 0,1 1 0,-1 0 0,1 0 0,-1 0-1,1 2 1,19 1 0,-25-1-26,1 1 1,0-1-1,0 1 1,-1 0-1,1 0 0,-1 1 1,0-1-1,1 1 1,5 5-1,-9-5 7,-1-1-1,1 1 1,-1 0-1,1-1 1,-1 1 0,0 0-1,0-1 1,0 1-1,0 0 1,-1 0 0,1-1-1,-1 1 1,0-1-1,1 1 1,-1 0 0,0-1-1,-1 0 1,-1 5-1,-9 5 14,0 0-1,0 0 1,-1-1-1,-1-1 1,1 0-1,-2-1 1,1 0-1,-1-1 1,-19 7-1,20-9-24,2 1 0,-1-1 0,0-1 0,0 0 0,0 0 0,0-1 0,-1-1 0,-25 3 0,23-5 19,12-1-14,1 1-1,0-1 1,-1 0-1,1 0 1,-1 0 0,1-1-1,0 1 1,-6-2-1,9 2-4,0 0-1,0 0 1,0 0-1,-1 0 0,1 0 1,0-1-1,0 1 0,0 0 1,0 0-1,0 0 0,0 0 1,0 0-1,0 0 1,-1 0-1,1-1 0,0 1 1,0 0-1,0 0 0,0 0 1,0 0-1,0 0 1,0-1-1,0 1 0,0 0 1,0 0-1,0 0 0,0 0 1,0-1-1,0 1 0,0 0 1,0 0-1,0 0 1,0 0-1,0 0 0,0-1 1,0 1-1,0 0 0,0 0 1,0 0-1,0 0 0,1-1 1,6-5 38,11-2-21,68-14-81,-7 6-277,-10-3-1424,91-37 0,-145 50 1437,-1 1-19,-1-1 0,0 0-1,0-1 1,15-11-1,2-1-87,-23 15 353,0 0 1,-1 0 0,0 0 0,1-1 0,-2 0 0,10-9 0,45-64 2695,-60 78-2557,0-1 0,0 1-1,0 0 1,0 0 0,0 0 0,0 0 0,0 0 0,0 0 0,1 0-1,-1 0 1,0 0 0,0 0 0,0 0 0,0-1 0,0 1 0,0 0-1,0 0 1,0 0 0,0 0 0,0 0 0,0 0 0,0-1 0,0 1-1,0 0 1,0 0 0,0 0 0,0 0 0,0 0 0,0 0-1,0 0 1,0-1 0,0 1 0,0 0 0,0 0 0,0 0 0,0 0-1,0 0 1,0 0 0,0-1 0,0 1 0,0 0 0,0 0 0,0 0-1,-1 0 1,1 0 0,0 0 0,0 0 0,0 0 0,-8 0 1459,-9 4-106,17-4-1394,-3 1 179,0 0 0,0 0 0,-1 0 0,1 1 0,0 0 0,1-1 0,-1 1 1,0 0-1,0 0 0,1 1 0,-1-1 0,1 0 0,0 1 0,-3 3 0,-4 3 57,8-8-235,0-1 0,-1 1 0,1 0 0,0 0 0,0-1 0,1 1 1,-1 0-1,0 0 0,0 0 0,0 0 0,0 0 0,1 0 0,-1 0 0,1 1 1,-1-1-1,1 0 0,-1 0 0,1 0 0,-1 1 0,1-1 0,0 0 1,0 0-1,0 1 0,0-1 0,0 0 0,0 0 0,0 1 0,0-1 0,0 0 1,1 0-1,-1 1 0,1 1 0,0-2-20,0 1 0,-1 1 0,2-1 0,-1 0 0,0 1 0,0-1 0,1 0 0,-1 0 0,1 0 0,0 0 0,0 0 0,-1-1 0,1 1 0,0-1 0,1 1 0,-1-1 0,0 1 0,0-1 0,1 0 0,-1 0 0,0 0 0,4 0 0,4 2 0,-1 0 0,0 1 0,1 0 0,11 7 0,30 12 0,-43-21-89,0 0 0,0 0 0,0 1 0,0 1 0,0-1 0,-1 1 0,0 1 0,0-1 0,0 1 0,10 9 0,-17-14 83,0 1-1,0 0 0,0-1 1,0 1-1,1 0 0,-1-1 1,0 1-1,0 0 1,0-1-1,0 1 0,-1-1 1,1 1-1,0 0 1,0-1-1,0 1 0,0 0 1,-1-1-1,1 1 0,0-1 1,-1 1-1,1-1 1,0 1-1,-1-1 0,1 1 1,-1-1-1,1 1 1,0-1-1,-1 1 0,1-1 1,-1 0-1,0 1 0,1-1 1,-1 0-1,1 1 1,-1-1-1,0 0 0,-24 13-65,5-7 41,-1 0-1,1-1 1,-39 3 0,51-7 10,-8 1-88,-1-1-1,-20-1 0,31-1 52,0 1 1,0-1-1,-1 0 0,1-1 1,0 1-1,0-1 0,0 0 1,-11-6-1,17 7 48,-1 1 0,1 0 0,-1 0 1,0-1-1,1 1 0,-1 0 0,1-1 0,-1 1 0,1-1 0,-1 1 0,1-1 0,-1 1 0,1-1 0,-1 1 0,1-1 1,0 1-1,-1-1 0,1 0 0,0 1 0,-1-1 0,1 0 0,0 1 0,0-1 0,0 0 0,0 1 0,0-1 1,0 0-1,-1 1 0,2-1 0,-1 0 0,0 1 0,0-1 0,0 0 0,0 1 0,0-1 0,0 0 0,1 1 0,-1-1 1,0 0-1,1 1 0,-1-1 0,0 1 0,1-2 0,22-16-371,-23 18 377,33-22-671,-14 9-160,33-16 0,-36 20 46,-1 0 0,23-17-1,5-4-1320,-42 28 1935,1 1 0,0-1 0,-1 0 0,0 1 0,1-1 0,-1 0 0,0 0 0,0 0 0,0 0 0,0 0 0,0 0 0,1-3 0,-3 3-152,-1 1 0,1-1 0,0 1 1,-1-1-1,1 1 0,-1 0 0,1-1 0,-1 1 1,0 0-1,1 0 0,-1 0 0,0 0 0,0 1 1,0-1-1,1 0 0,-1 1 0,0-1 0,0 1 1,0 0-1,0-1 0,0 1 0,-4 0 0,-54 15-10135,51-14 8163</inkml:trace>
</inkml:ink>
</file>

<file path=ppt/ink/ink2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5.443"/>
    </inkml:context>
    <inkml:brush xml:id="br0">
      <inkml:brushProperty name="width" value="0.035" units="cm"/>
      <inkml:brushProperty name="height" value="0.035" units="cm"/>
      <inkml:brushProperty name="color" value="#0066FF"/>
    </inkml:brush>
  </inkml:definitions>
  <inkml:trace contextRef="#ctx0" brushRef="#br0">27 134 1696,'-18'9'8613,"11"-7"-7430,6-2 86,27 0 4281,-2-1-2513,32-5 0,66-18-48,-68 12-2477,193-26-112,-188 28-431,-22 5-365,-46 0-1874,4-6-3286,2-16-8326,3 21 10876</inkml:trace>
</inkml:ink>
</file>

<file path=ppt/ink/ink2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6.079"/>
    </inkml:context>
    <inkml:brush xml:id="br0">
      <inkml:brushProperty name="width" value="0.035" units="cm"/>
      <inkml:brushProperty name="height" value="0.035" units="cm"/>
      <inkml:brushProperty name="color" value="#0066FF"/>
    </inkml:brush>
  </inkml:definitions>
  <inkml:trace contextRef="#ctx0" brushRef="#br0">258 6 1592,'-95'-5'19933,"121"10"-13832,-18 0-5208,1 0-246,0 1 0,-1 1 1,9 7-1,1 0-84,7 10 8,-14-12-466,0 0 0,14 10 0,-13-12-35,0 1 0,10 13 0,-2 0-70,-2 1 0,0 1 0,-2 1 0,-1 0 0,19 48 0,-30-64 0,-2 0 0,1 0 0,-2 0 0,1 1 0,-2-1 0,1 0 0,-2 0 0,-1 16 0,-4 12 0,-12 39 0,15-65 0,-2 11 0,-2 0 0,-1-1 0,0-1 0,-2 1 0,0-1 0,-26 38 0,14-28 0,5-8 0,0-1 0,-2 0 0,-26 24 0,42-44 0,-33 30 0,-70 48 0,77-62 0,18-11 0,0-1 0,0 0 0,-16 7 0,26-14 1,0 1 1,0-1-1,-1 1 0,1-1 1,0 1-1,0-1 1,0 0-1,-1 1 0,1-1 1,0 0-1,-1 0 0,1 0 1,0 0-1,-3-1 0,0-6-39,3 5-33,-5-5-711,6 7 571,-1 0 1,0-1-1,1 1 0,-1-1 0,0 1 0,1-1 1,-1 1-1,1-1 0,-1 0 0,1 1 0,-1-1 1,1 0-1,0 1 0,-1-1 0,1 0 0,0 1 1,-1-1-1,1 0 0,0 0 0,0 0 0,0 1 1,0-1-1,0 0 0,0 0 0,0 1 0,0-1 1,0 0-1,0 0 0,0 0 0,0 1 0,0-1 1,1 0-1,-1 0 0,0 1 0,1-1 0,-1 0 1,0 1-1,1-1 0,-1 0 0,1 1 0,-1-1 1,1 1-1,-1-1 0,1 1 0,0-1 0,0 0 1,4-4-1854,0 0 1,0 0-1,-1-1 1,0 1-1,0-1 1,5-9-1,-2 4-1983</inkml:trace>
</inkml:ink>
</file>

<file path=ppt/ink/ink2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7.110"/>
    </inkml:context>
    <inkml:brush xml:id="br0">
      <inkml:brushProperty name="width" value="0.035" units="cm"/>
      <inkml:brushProperty name="height" value="0.035" units="cm"/>
      <inkml:brushProperty name="color" value="#0066FF"/>
    </inkml:brush>
  </inkml:definitions>
  <inkml:trace contextRef="#ctx0" brushRef="#br0">364 92 1984,'-2'-2'4968,"-13"-2"-1371,0 2 3266,25-4-1318,31-2 2427,-28 7-7461,-8 1-345,-1-1 0,1 1-1,0 0 1,0 0 0,-1 0 0,1 1 0,6 1 0,-9 3-166,-2 0 0,-1-4 0,0 1 0,1-1 0,-1 0 0,0 0 0,0 0 0,1 0 0,-1 1 0,0-1 0,0 0 0,0 0 0,0-1 0,0 1 0,-1 0 0,1 0 0,0 0 0,0-1 0,-1 1 0,1-1 0,-3 2 0,1-1 0,-11 7 0,0-1 0,-1-1 0,0 0 0,0-1 0,0-1 0,0 0 0,-1-1 0,1 0 0,-30-1 0,41-2 0,0 0 0,0 0 0,0-1 0,0 1 0,-1-1 0,1 0 0,-7-4 0,9 5 0,1-1 0,0 0 0,0 1 0,-1-1 0,1 0 0,0 0 0,0 0 0,0 1 0,0-1 0,0 0 0,0-1 0,0 1 0,1 0 0,-1 0 0,0 0 0,0 0 0,1-1 0,-1 1 0,1 0 0,-1-1 0,1 1 0,0 0 0,-1-1 0,1 1 0,0-2 0,1 0 0,0-1 0,0 1 0,0 0 0,0 0 0,0-1 0,1 1 0,-1 0 0,1 0 0,0 1 0,0-1 0,0 0 0,0 1 0,1-1 0,-1 1 0,1-1 0,-1 1 0,1 0 0,0 0 0,0 1 0,0-1 0,5-2 0,5-3 0,1 1 0,0 0 0,26-6 0,-16 6 0,0 1 0,0 1 0,50-2 0,-69 6 0,0 0 0,0 1 0,1 0 0,-1 0 0,0 0 0,0 1 0,5 2 0,-8-4 0,-1 0 0,0 1 0,0-1 0,0 1 0,0-1 0,0 1 0,0 0 0,0-1 0,0 1 0,0 0 0,0 0 0,0 0 0,0 0 0,-1 0 0,1 0 0,0 0 0,0 0 0,-1 0 0,1 0 0,-1 0 0,1 0 0,-1 0 0,0 1 0,1-1 0,-1 0 0,0 0 0,0 0 0,0 1 0,0-1 0,0 0 0,0 0 0,0 1 0,0-1 0,0 0 0,-1 0 0,1 0 0,-1 2 0,-3 8 0,-2 0 0,1 0 0,-1-1 0,0 0 0,-1 0 0,-1 0 0,1-1 0,-1 0 0,-1-1 0,0 0 0,0 0 0,-17 11 0,-109 76 0,63-48 0,-62 35 0,116-72 0,14-7 0,-1 0 0,0 0 0,0-1 0,-9 3 0,4-5 0,10 0 0,-1 0 0,1 0 0,0-1 0,0 1 0,-1 0 0,1 0 0,0 0 0,0-1 0,-1 1 0,1 0 0,0 0 0,0-1 0,0 1 0,0 0 0,-1-1 0,1 1 0,0 0 0,0-1 0,0 1 0,0 0 0,0-1 0,0 1 0,0 0 0,0-1 0,0 1 0,0 0 0,0-1 0,0 1 0,0 0 0,0-1 0,0 1 0,0 0 0,1 0 0,-1-1 0,0 1 0,0-1 0,4-7 0,0 3 0,1 1 0,-1-1 0,1 1 0,0 0 0,0 1 0,0-1 0,0 1 0,1 0 0,-1 0 0,11-3 0,-5 1 0,29-11 0,1 2 0,1 1 0,48-7 0,-13 2 0,-20 9 0,-43 7 0,-1 0 0,0 0 0,1-1 0,12-6 0,-3 3 0,-20 6 0,0-1 0,1 1 0,-1-1 0,0 0 0,0 0 0,-1 0 0,1-1 0,4-1 0,2-3 0,0 1 0,1-1 0,-1-1 0,-1 1 0,1-1 0,12-14 0,-14 12 0,-1-1 0,0 1 0,-1-1 0,0 0 0,4-14 0,-5 15 0,-4 7 0,1 0 0,0 0 0,-1 0 0,0-1 0,0 1 0,1 0 0,-1 0 0,-1-1 0,1-1 0,-1-14 0,1 17 0,1-1 0,-10-1 0,7 3 0,1 1 0,-1-1 0,0 0 0,1 1 0,-1-1 0,1 1 0,-1-1 0,1 1 0,0 0 0,-1 0 0,1 0 0,0-1 0,-1 1 0,1 1 0,0-1 0,0 0 0,-1 1 0,-7 6 0,8-8 0,0 1 0,-1 0 0,1 0 0,0 0 0,0 1 0,-1-1 0,1 0 0,0 0 0,0 1 0,1-1 0,-1 1 0,0-1 0,0 0 0,1 1 0,-1 0 0,0-1 0,1 1 0,0-1 0,-1 1 0,1 0 0,0-1 0,0 1 0,0-1 0,0 1 0,0 0 0,0-1 0,0 1 0,1 2 0,0-1 0,0 1 0,1 0 0,-1-1 0,1 1 0,0-1 0,0 1 0,0-1 0,0 0 0,1 0 0,-1 0 0,4 3 0,11 21 0,24 9 0,12 7 0,-36-21 0,-16-22 0,0 1 0,0-1 0,-1 1 0,1-1 0,-1 1 0,1-1 0,0 1 0,-1 0 0,1-1 0,-1 1 0,0 0 0,1-1 0,-1 1 0,1 0 0,-1 0 0,0-1 0,0 1 0,1 0 0,-1 0 0,0 0 0,0 0 0,0-1 0,0 1 0,0 0 0,0 0 0,0 0 0,0 0 0,0-1 0,-1 2 0,1 8 0,0-9 0,-1 0 0,0 0 0,1 0 0,-1 0 0,0 0 0,1 0 0,-1 0 0,0 0 0,0 0 0,0-1 0,0 1 0,0 0 0,1 0 0,-2-1 0,1 1 0,0-1 0,0 1 0,0-1 0,0 1 0,0-1 0,0 0 0,-2 1 0,-30 7 0,29-7 0,-5 0-496,-1-1 0,0 1 0,0-2 0,0 1 0,0-1 0,1-1 0,-1 0 0,0 0 0,1-1 0,0 0 0,-1-1 0,-12-6 0,21 9 111,0 0 0,1 1 0,-1-1 1,0 0-1,1 0 0,-1 1 0,0-1 0,1 0 0,-1 0 1,1 0-1,0 0 0,-1 0 0,1 0 0,-1 0 1,1 0-1,0 0 0,0 0 0,0 0 0,0 0 0,0 0 1,0 0-1,0 0 0,0 0 0,0 0 0,0 0 0,1-1 1,-1 0-427,0 0 1,0 0 0,0 0 0,0 0-1,0-1 1,0 1 0,0 0 0,-2-3 0,-4-6-2710,5 0-189</inkml:trace>
</inkml:ink>
</file>

<file path=ppt/ink/ink2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7.313"/>
    </inkml:context>
    <inkml:brush xml:id="br0">
      <inkml:brushProperty name="width" value="0.035" units="cm"/>
      <inkml:brushProperty name="height" value="0.035" units="cm"/>
      <inkml:brushProperty name="color" value="#0066FF"/>
    </inkml:brush>
  </inkml:definitions>
  <inkml:trace contextRef="#ctx0" brushRef="#br0">13 113 1656,'-1'-1'496,"0"1"1,0-1-1,0 0 0,0 1 0,0-1 0,0 0 0,0 0 0,1 1 1,-1-1-1,0 0 0,1 0 0,-1 0 0,-1-2 0,2 3-262,0-1-1,0 1 0,0 0 1,0-1-1,0 1 0,0-1 1,0 1-1,0 0 0,0-1 1,1 1-1,-1-1 0,0 1 1,0 0-1,0-1 0,0 1 1,0-1-1,1 1 0,-1 0 1,0-1-1,0 1 0,1 0 1,-1-1-1,0 1 0,1 0 1,-1-1-1,4-1 955,1-1-1,-1 1 1,0 0 0,0 0 0,10-2-1,79-22 5124,-31 11-5585,-10 4-4149,-1 0-5041,-35 7 5928,14-2-892,-9 4-1761,-12 2 1701</inkml:trace>
</inkml:ink>
</file>

<file path=ppt/ink/ink2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7.613"/>
    </inkml:context>
    <inkml:brush xml:id="br0">
      <inkml:brushProperty name="width" value="0.035" units="cm"/>
      <inkml:brushProperty name="height" value="0.035" units="cm"/>
      <inkml:brushProperty name="color" value="#0066FF"/>
    </inkml:brush>
  </inkml:definitions>
  <inkml:trace contextRef="#ctx0" brushRef="#br0">35 231 832,'-15'12'4457,"13"-11"-3804,1 0 0,-1 1 0,0-1 0,0 0 0,1 1 0,-1-1 0,1 1 0,-1-1 0,1 1 0,-2 3 0,21-5 4643,23-10-1595,49-20-1,10-4-2678,-39 18-868,194-58-1638,-197 57-1200,31-10-2777,-72 21 2442,0-1 0,32-18 0,-41 16-64,-6 3-325</inkml:trace>
</inkml:ink>
</file>

<file path=ppt/ink/ink2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9.084"/>
    </inkml:context>
    <inkml:brush xml:id="br0">
      <inkml:brushProperty name="width" value="0.035" units="cm"/>
      <inkml:brushProperty name="height" value="0.035" units="cm"/>
      <inkml:brushProperty name="color" value="#0066FF"/>
    </inkml:brush>
  </inkml:definitions>
  <inkml:trace contextRef="#ctx0" brushRef="#br0">147 205 2088,'1'10'8125,"2"-10"-7576,-3 0-488,0 0 0,1 0 0,-1 1 0,0-1 0,0 0 0,0 0 0,1 0 0,-1 0 0,0 0 0,0 0 0,0 0 0,1 0 0,-1 0 0,0 0 0,0 1 0,0-1 0,0 0 0,0 0 0,1 0 0,-1 0 0,0 1 0,0-1-1,0 0 1,0 0 0,0 0 0,0 0 0,0 1 0,0-1 0,1 0 0,-1 0 0,0 0 0,0 1 0,0-1 0,0 0 0,0 0 0,0 0 0,0 1 0,0-1 0,0 0 0,-1 0 0,1 1 0,1-1 145,0 1 1,0 0-1,0 0 1,0-1-1,0 1 1,0 0-1,1-1 1,-1 1-1,0-1 1,0 0 0,0 1-1,0-1 1,1 0-1,-1 0 1,0 0-1,0 0 1,2 0-1,27 2 3529,-5-7 2148,-66-16-1573,34 14-4100,6 7-199,0-1 0,0 0 0,1 1 0,-1-1 1,0 0-1,0 1 0,1-1 0,-1 0 0,0 0 0,1 0 0,-1 0 0,1 0 0,-1 0 0,1 0 1,-1 0-1,0-2 0,-7-22 151,4 8-95,3 16-60,0-1 1,1 1-1,-1 0 1,1-1-1,-1 1 1,1-1 0,0 1-1,0 0 1,0-1-1,-1 1 1,1-1-1,1 1 1,-1-1-1,0 1 1,0 0 0,1-2-1,2-5-11,0 1-1,1 0 1,0 1-1,0-1 1,1 1-1,0 0 1,0 0 0,12-11-1,-15 15-1,1 0 0,-1 0 0,1 1 0,0-1 1,0 1-1,6-3 0,9-4-2,-11 4 15,0 1 1,0 0 0,1 0 0,-1 1-1,1-1 1,0 2 0,0-1-1,0 1 1,0 1 0,0-1 0,0 1-1,-1 1 1,1-1 0,0 1-1,0 1 1,0-1 0,13 6-1,-18-6-7,0 1 0,0 0 0,-1-1-1,1 1 1,-1 0 0,1 0-1,-1 0 1,0 1 0,0-1-1,0 1 1,0-1 0,0 1-1,-1-1 1,1 1 0,-1 0 0,1 0-1,-1 0 1,1 5 0,0-2 2,-1-1 0,0 1 0,0 0 0,-1 0 0,0 0 0,0 0-1,0 0 1,-2 10 0,-3 3 32,-1-1-1,-1 0 1,-15 27-1,14-27-17,-4 2-3,1 0 0,-2-2 0,-22 27 0,-7 8 16,31-38-15,-1-1 1,0 0-1,-1 0 0,0-2 1,-1 0-1,-1 0 0,0-1 0,0-1 1,-29 14-1,39-22-16,1-1 0,-1-1 0,1 1 0,-1-1 0,1 1 0,-1-1 0,0-1 0,1 1 0,-1-1 0,1 1 0,-1-1 0,1-1 0,0 1 0,-1-1 0,1 1 0,0-1 0,0 0 0,-5-4 0,7 5 1,0 0 0,0 0 0,0 0 0,0-1 0,0 1 1,1-1-1,-1 1 0,0-1 0,1 0 0,0 1 0,-1-1 0,1 0 0,0 0 0,0 0 0,0 0 1,0 0-1,0-1 0,0 1 0,0 0 0,1 0 0,-1-1 0,1 1 0,0 0 0,0 0 1,0-1-1,0 1 0,0 0 0,0-1 0,0 1 0,1 0 0,-1 0 0,1-1 0,0 1 0,0 0 1,0 0-1,0 0 0,2-3 0,2-3-13,1 2-1,0-1 1,0 0-1,0 1 1,1 0 0,0 1-1,0 0 1,1 0 0,-1 0-1,1 1 1,0 0-1,0 0 1,1 1 0,-1 0-1,13-2 1,14-2-121,1 1-1,54-1 1,-44 4 40,72 3-2271,-85 2-2040,1-2 1,65-8-1,-76 4 2751,-5 2-1526,1-2-1,21-6 0,-22 3-335</inkml:trace>
</inkml:ink>
</file>

<file path=ppt/ink/ink2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9.460"/>
    </inkml:context>
    <inkml:brush xml:id="br0">
      <inkml:brushProperty name="width" value="0.035" units="cm"/>
      <inkml:brushProperty name="height" value="0.035" units="cm"/>
      <inkml:brushProperty name="color" value="#0066FF"/>
    </inkml:brush>
  </inkml:definitions>
  <inkml:trace contextRef="#ctx0" brushRef="#br0">139 6 2248,'-3'-2'4450,"-11"-2"-1161,7 6-1505,0 0 0,0 0 0,0 1 0,0 0 0,0 0-1,1 1 1,0-1 0,-8 7 0,5-4-53,-4 10 503,0 1-1132,11-15-1038,0 1-1,0-1 1,1 1 0,-1 0-1,0-1 1,1 1-1,0 0 1,0 0 0,0 0-1,0 0 1,0 0-1,1 0 1,-1 0-1,1 0 1,0 1 0,0-1-1,0 0 1,1 6-1,-1 4-17,0-11-42,1 0 1,-1 0-1,1 0 0,0-1 1,0 1-1,0 0 0,0 0 1,0 0-1,0-1 0,0 1 1,0-1-1,0 1 1,1-1-1,-1 1 0,1-1 1,-1 0-1,1 1 0,0-1 1,-1 0-1,1 0 0,0 0 1,2 0-1,4 3-16,0-1 0,0 0 0,16 4 0,-18-6 8,-1-1 0,1 0 0,-1 0 0,0 0 1,1-1-1,-1 1 0,0-2 0,8-1 0,43-18-112,-52 20 60,0-1-1,1-1 0,-1 1 1,0-1-1,-1 1 0,1-1 1,0 0-1,-1-1 0,1 1 1,-1-1-1,0 1 0,3-7 1,-5 9 2,0-1 0,0 0 0,0 0-1,0 1 1,-1-1 0,1 0 0,-1 0 0,1 0 0,-1 0 0,0 0 0,0 0 0,0 0 0,0 0 0,0 0 0,0 0-1,-1 0 1,1 0 0,0 0 0,-1 0 0,0 1 0,1-1 0,-1 0 0,0 0 0,0 0 0,0 1 0,0-1-1,0 1 1,-1-1 0,1 1 0,0-1 0,-3-1 0,2 0-300,-1 0 0,1 1 0,-1-1-1,0 1 1,0 0 0,0 0 0,0 0 0,-1 0-1,1 0 1,0 1 0,-1-1 0,1 1 0,-1 0 0,1 0-1,-1 0 1,0 1 0,1-1 0,-8 1 0,3-3-1496,0 1-752,24 2-12473,-8-1 12638</inkml:trace>
</inkml:ink>
</file>

<file path=ppt/ink/ink2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19.740"/>
    </inkml:context>
    <inkml:brush xml:id="br0">
      <inkml:brushProperty name="width" value="0.035" units="cm"/>
      <inkml:brushProperty name="height" value="0.035" units="cm"/>
      <inkml:brushProperty name="color" value="#0066FF"/>
    </inkml:brush>
  </inkml:definitions>
  <inkml:trace contextRef="#ctx0" brushRef="#br0">9 8 224,'-8'-7'25205,"14"11"-21556,-5-4-3480,0 0 1,-1 1 0,1-1 0,-1 0 0,1 1 0,-1-1 0,1 0-1,0 1 1,-1-1 0,0 1 0,1-1 0,-1 0 0,1 1-1,-1-1 1,1 1 0,-1-1 0,0 1 0,1 0 0,-1-1-1,0 2 1,9 23-47,-9-22-123,1-1 0,-1 0 0,0 0 0,1 0 0,0 0 0,0 0 0,0 0 0,-1 0 0,3 3 0,-1-3 0,-1 0 0,0 0 0,0 0 0,0 0 0,-1 0 0,1 0 0,0 0 0,-1 1 0,1 3 0,-1-3 0,1 1 0,-1-1 0,1 1 0,0 0 0,0-1 0,4 7 0,-4-6 0,1-1 0,-1 1 0,0-1 0,0 1 0,0 0 0,-1-1 0,1 5 0,-1 1 0,0 1 0,-1 0 0,0-1 0,0 1 0,-6 18 0,5-20-83,0 1 1,1 0-1,0-1 0,0 15 1,-1-8-1146,1-12-329,0 1 1,1-1-1,-1 0 1,1 1-1,0-1 1,0 5-1,0-7 1322,0-1-1,0 0 0,0 1 0,0-1 0,1 0 1,-1 0-1,0 1 0,0-1 0,0 0 1,0 0-1,0 1 0,1-1 0,-1 0 0,0 0 1,0 1-1,0-1 0,1 0 0,-1 0 1,0 0-1,0 0 0,1 1 0,-1-1 0,0 0 1,1 0-1,-1 0 0,0 0 0,0 0 1,1 0-1,-1 0 0,16-6-6336,-7 1 2396</inkml:trace>
</inkml:ink>
</file>

<file path=ppt/ink/ink2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20.057"/>
    </inkml:context>
    <inkml:brush xml:id="br0">
      <inkml:brushProperty name="width" value="0.035" units="cm"/>
      <inkml:brushProperty name="height" value="0.035" units="cm"/>
      <inkml:brushProperty name="color" value="#0066FF"/>
    </inkml:brush>
  </inkml:definitions>
  <inkml:trace contextRef="#ctx0" brushRef="#br0">25 24 2913,'6'-3'1126,"0"0"0,0 0 1,0 0-1,1 1 0,10-3 1,-8 4-513,-1-1 0,1 1 0,-1 1 0,1-1 0,0 1 0,-1 1 0,11 1 0,-16-1-463,-1 0 0,1 0-1,0 0 1,-1 0 0,1 0-1,-1 0 1,1 1 0,-1-1 0,0 1-1,1-1 1,-1 1 0,0 0-1,0 0 1,0 0 0,-1 0 0,1 0-1,0 1 1,-1-1 0,1 1 0,-1-1-1,0 1 1,0-1 0,0 1-1,1 2 1,-1 0-36,0-1-1,-1 1 1,1-1 0,-1 1-1,0-1 1,0 1 0,0 0-1,-1-1 1,1 1 0,-1-1-1,0 1 1,-1-1 0,-2 7-1,-4 5 179,0-1 0,-1 0 0,-1 0 0,-1-1-1,0-1 1,-16 16 0,7-7 486,1 1 0,1 1 0,-18 31 1,33-52-647,1 1 100,0 0-1,0 0 1,0 0-1,0 0 1,0 0-1,1 0 1,-2 6-1,3-9-179,0 0-1,0 0 0,0-1 1,0 1-1,0 0 0,0 0 0,0 0 1,0 0-1,1-1 0,-1 1 1,0 0-1,0 0 0,1 0 0,-1-1 1,1 1-1,-1 0 0,1 0 0,-1-1 1,1 1-1,-1 0 0,1-1 1,-1 1-1,1-1 0,0 1 0,-1-1 1,1 1-1,0-1 0,0 1 1,-1-1-1,1 1 0,0-1 0,0 0 1,-1 0-1,1 1 0,0-1 0,0 0 1,0 0-1,0 0 0,0 0 1,-1 0-1,1 0 0,0 0 0,0 0 1,1-1-1,26 0 64,1-1 0,-1-1 0,48-12 0,27-18-6949,-23-3-4173,-47 20 4848,-16 10 2430</inkml:trace>
</inkml:ink>
</file>

<file path=ppt/ink/ink2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8:20.557"/>
    </inkml:context>
    <inkml:brush xml:id="br0">
      <inkml:brushProperty name="width" value="0.035" units="cm"/>
      <inkml:brushProperty name="height" value="0.035" units="cm"/>
      <inkml:brushProperty name="color" value="#0066FF"/>
    </inkml:brush>
  </inkml:definitions>
  <inkml:trace contextRef="#ctx0" brushRef="#br0">44 145 3689,'-43'0'21524,"61"0"-16783,130-5-2124,-93 1-3026,-1-3-1,55-15 1,-103 21-42,1-1 1,-1 0 0,1 0 0,-1-1 0,0 0-1,0 0 1,0 0 0,0-1 0,6-5-1,-11 8 379,-1 1-1,0-1 1,1 1-1,-1-1 1,0 0-1,1 1 1,-1-1-1,0 0 1,0 1-1,0-1 1,0 0-1,0 1 0,0-1 1,0 0-1,0 0 1,0 1-1,0-1 1,0 0-1,0 1 1,0-1-1,-1 0 1,1 1-1,0-1 1,0 0-1,-1 1 0,1-1 1,0 0-1,-1 1 1,1-1-1,-1 1 1,1-1-1,-1 1 1,1-1-1,-1 1 1,0-1-1,-23-16-292,19 14 322,-1 0 252,0-1-1,0 1 1,0 1-1,-1-1 1,0 1-1,1 0 1,-8-1-1,-3-2 1013,14 4-709,0 0 0,0 0 0,-1 1 0,1-1 0,-1 1 0,-5-1 0,26 2-158,0 1 0,0 1-1,22 6 1,-26-5-203,-1-1 0,0 2 0,0 0 0,0 0 1,0 1-1,15 11 0,-21-13-151,-1 0 0,0 0 0,0 1 0,-1 0 0,1 0 0,-1 0 0,5 9 0,-8-12 0,1 1 0,-1-1 0,0 1 0,-1 0 0,1 0 0,0-1 0,-1 1 0,0 0 0,1 0 0,-1 0 0,0 0 0,-1 0 0,1-1 0,0 1 0,-1 0 0,0 0 0,1 0 0,-1-1 0,0 1 0,-2 3 0,-2 3-49,0 0-1,0-1 1,-1 0-1,0 0 1,0 0-1,-1-1 1,0 0-1,0 0 1,-1 0-1,-11 7 1,-10 4-551,-53 24 1,44-24 155,31-14-643,0-1 1,0-1-1,0 1 0,0-1 1,-14 2-1,14-3-1509,0-1 1,0 0-1,0 0 0,0 0 1,-13-4-1,10 0-2961</inkml:trace>
</inkml:ink>
</file>

<file path=ppt/ink/ink2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21.907"/>
    </inkml:context>
    <inkml:brush xml:id="br0">
      <inkml:brushProperty name="width" value="0.035" units="cm"/>
      <inkml:brushProperty name="height" value="0.035" units="cm"/>
      <inkml:brushProperty name="color" value="#0066FF"/>
    </inkml:brush>
  </inkml:definitions>
  <inkml:trace contextRef="#ctx0" brushRef="#br0">155 82 1512,'14'-6'2737,"-13"6"-2624,0 0 0,-1 0 0,1 0 0,-1 0 1,1 0-1,0-1 0,-1 1 0,1 0 1,-1 0-1,1-1 0,-1 1 0,1 0 0,-1-1 1,1 1-1,-1-1 0,1 1 0,-1-1 0,1 1 1,-1-1-1,0 1 0,1-1 0,-1 1 0,0-1 1,1 0-1,-1 0-1,0 1 1,1-1-1,-1 1 1,0-1-1,1 1 1,-1-1 0,0 1-1,1 0 1,-1-1-1,1 1 1,-1-1-1,1 1 1,-1 0-1,1-1 1,-1 1-1,1 0 1,-1 0-1,2-1 1,-2 1 31,1 0-1,-1 0 1,1-1 0,-1 1 0,0 0-1,1 0 1,-1-1 0,1 1 0,-1 0-1,0-1 1,1 1 0,-1 0 0,0-1 0,0 1-1,1 0 1,-1-1 0,0 1 0,0-1-1,1 1 1,-1-1 0,0 1 0,0 0-1,0-1 1,0 1 0,0-1 0,0 1 0,0-1-1,0 1 1,0-1 0,0 1 0,0-1-1,0 1 1,0-1 0,0 1 0,-1-1-1,1 0 244,0 0 0,0 0-1,-1 0 1,1 0 0,0 0 0,-1 1-1,1-1 1,-1 0 0,1 0-1,-1 0 1,1 1 0,-1-1-1,0 0 1,1 1 0,-1-1-1,0 1 1,0-1 0,1 0 0,-1 1-1,0 0 1,0-1 0,0 1-1,0-1 1,1 1 0,-3 0-1,-4-4 2152,4 2 839,-4-6-1359,6 7-1694,-6-4-260,0 3-64,1 1 0,0-1 0,-1 1 0,1 0 0,-1 1 0,1-1 0,-12 2 0,-14 0 0,31-1 0,0 0 0,-1 0 0,1 0 0,-1 0 0,1 0 0,-1 1 0,1-1 0,0 1 0,-1-1 0,1 1 0,0-1 0,-1 1 0,1 0 0,0-1 0,0 1 0,-1 0 0,1 0 0,0 0 0,0 0 0,0 0 0,0 0 0,-1 2 0,-10 9 0,10-11 0,1 1 0,-1-1 0,1 1 0,0-1 0,0 1 0,0 0 0,0 0 0,0 0 0,0-1 0,1 1 0,-1 0 0,1 0 0,-1 0 0,1 0 0,-1 3 0,-2 33 0,3-22 0,1 0 0,0 0 0,5 23 0,-4-26 0,-1 1 0,0-1 0,-1 21 0,-1-20 0,1-1 0,1 1 0,3 19 0,4 10 0,4 15 0,-9-54-690,-1 0 0,1 0-1,0-1 1,0 1 0,0-1 0,1 0 0,-1 0-1,1 0 1,0 0 0,4 2 0</inkml:trace>
</inkml:ink>
</file>

<file path=ppt/ink/ink2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22.385"/>
    </inkml:context>
    <inkml:brush xml:id="br0">
      <inkml:brushProperty name="width" value="0.035" units="cm"/>
      <inkml:brushProperty name="height" value="0.035" units="cm"/>
      <inkml:brushProperty name="color" value="#0066FF"/>
    </inkml:brush>
  </inkml:definitions>
  <inkml:trace contextRef="#ctx0" brushRef="#br0">145 7 2569,'-3'-5'5374,"3"5"-5128,-1 0 1,1-1-1,-1 1 0,1 0 1,-1 0-1,1 0 0,-1 0 1,1 0-1,-10 6 11839,7-5-11380,0 0 0,0 0 0,0 0 0,1 1 0,-1 0 0,1-1 0,-5 5 0,-2 0 728,6-4-1252,0 0-1,0 0 1,0 0 0,1 0-1,-1 0 1,0 1-1,1-1 1,-1 1 0,1 0-1,0 0 1,0 0-1,0 0 1,0 0 0,1 0-1,-1 1 1,1-1-1,0 0 1,-1 7 0,1-1-178,0-1 1,-1 1-1,0-1 1,0 0-1,-5 12 1,-6 21-8,11-32 4,1 0 0,0 1 0,0-1 0,0 1 0,1-1 0,1 0 0,0 1 0,0-1 0,0 1 0,2-1 0,-1 0 0,5 12 0,-1-7 0,0-1 0,0 0 0,1 0 0,1-1 0,0 1 0,1-2 0,0 1 0,0-1 0,1-1 0,1 0 0,12 9 0,-11-9 0,-8-6 0,0 0 0,1-1 0,0 1 0,8 3 0,-9-4 0,0-1 0,1 0 0,-1 0 0,1-1 0,0 1 0,-1-1 0,1 0 0,0 0 0,0-1 0,0 1 0,0-1 0,0 0 0,0-1 0,-1 1 0,1-1 0,0 0 0,7-2 0,-9 2-29,-1 0 0,1 0 0,-1 0 0,0 0 0,0 0 0,0-1 0,1 1 0,-1-1 0,0 1 0,-1-1 0,1 0 1,0 0-1,0 0 0,-1 0 0,1 0 0,-1 0 0,0 0 0,0-1 0,0 1 0,0-1 0,0 1 0,0 0 0,0-1 0,-1 1 0,1-1 0,-1-4 0,0 3-21,-1 0-1,1 0 0,-1 0 1,0 0-1,-1 0 1,1 1-1,0-1 1,-1 0-1,0 1 0,0-1 1,0 1-1,-1 0 1,1-1-1,-1 1 0,1 0 1,-5-3-1,-2-7-199,8 11 211,1 1 1,-1-1-1,0 1 0,0 0 1,0 0-1,1-1 1,-1 1-1,0 0 0,-1 0 1,1 0-1,0 0 0,0 0 1,0 0-1,-1 0 1,1 1-1,0-1 0,-1 0 1,1 1-1,0-1 0,-1 1 1,-1-1-1,-7-1-446,-1 1 1,1 0-1,0 1 0,0 0 0,0 1 1,0 0-1,-13 2 0,2 3-1571,0 0-1,-29 12 1,31-12-222,-6 4-1426,23-9 3197,1 0 0,-1-1 0,0 1-1,0 0 1,0-1 0,1 1 0,-1-1 0,0 0-1,0 0 1,0 0 0,-2 0 0</inkml:trace>
</inkml:ink>
</file>

<file path=ppt/ink/ink2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22.772"/>
    </inkml:context>
    <inkml:brush xml:id="br0">
      <inkml:brushProperty name="width" value="0.035" units="cm"/>
      <inkml:brushProperty name="height" value="0.035" units="cm"/>
      <inkml:brushProperty name="color" value="#0066FF"/>
    </inkml:brush>
  </inkml:definitions>
  <inkml:trace contextRef="#ctx0" brushRef="#br0">326 48 3209,'0'-1'822,"0"0"0,-1 0 1,1-1-1,0 1 1,0 0-1,-1 0 0,1 0 1,-1 0-1,1 0 1,-1 0-1,1 0 0,-1 0 1,1 0-1,-2-1 0,-20-15 9310,18 14-8221,4 3-1807,-1 0 0,1 0 0,0 0 0,0-1 0,-1 1 0,1 0 0,0 0 0,0-1 0,0 1 0,-1 0 0,1-1-1,0 1 1,0 0 0,0 0 0,0-1 0,0 1 0,0 0 0,-1-1 0,1 1 0,0 0 0,0-1 0,0 1 0,0 0 0,0-1 0,1 0 0,-2-1 1617,-6 5-965,1 1-756,4-3 0,0 0 0,0 0 0,-1 1 0,1-1 0,0 1 0,0-1 0,1 1 0,-1 0 0,0 0 0,1 0 0,-1 0 0,1 0 0,-1 0 0,-1 4 0,-15 26 0,15-27 0,-1 0 0,1 0 0,0 0 0,1 1 0,-5 10 0,-10 44 0,10-35 0,-6 26 0,7-28 0,-1-1 0,-1 0 0,0 0 0,-2-1 0,-18 29 0,11-18 0,13-26-1158,-1-1 0,0 1 0,0-1 0,0 0 0,0 0 0,-1 0 0,0-1 0,-11 7 0,16-11 770,1 1 0,-1-1 0,1 0 0,-1 0 0,1 0 0,-1 0 0,1 0 0,-1 0 0,1 0 0,-1 0 0,1 0 0,-1 0 0,1 0 0,-1 0 0,1 0 0,0-1 0,-1 1 0,1 0 0,-1 0 0,1 0 0,-1-1 0,1 1 0,0 0 0,-1-1 0,1 1 0,0 0 0,-1-1 0,1 1 0,0 0 0,-1-1 0,1 1 0,-1-1 0,-3-4-2885,-5 0-1267</inkml:trace>
</inkml:ink>
</file>

<file path=ppt/ink/ink2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23.026"/>
    </inkml:context>
    <inkml:brush xml:id="br0">
      <inkml:brushProperty name="width" value="0.035" units="cm"/>
      <inkml:brushProperty name="height" value="0.035" units="cm"/>
      <inkml:brushProperty name="color" value="#0066FF"/>
    </inkml:brush>
  </inkml:definitions>
  <inkml:trace contextRef="#ctx0" brushRef="#br0">1 18 224,'32'-9'5383,"-29"8"-5020,0 0-1,0-1 0,-1 1 1,1 0-1,0 1 0,0-1 1,0 0-1,0 1 0,0 0 1,0 0-1,0-1 1,0 2-1,0-1 0,0 0 1,5 2-1,-8-2-361,1 0-20,0 1 0,1 0 0,-1-1-1,0 1 1,0 0 0,0-1 0,0 1 0,0 0 0,0 0-1,0 0 1,0 0 0,-1 0 0,1 0 0,0 0 0,-1 0-1,1 1 1,0-1 0,-1 0 0,1 0 0,-1 0 0,0 1 0,1-1-1,-1 0 1,0 1 0,0-1 0,0 0 0,0 1 0,0-1-1,0 0 1,0 0 0,-1 2 0,-16 9-5772</inkml:trace>
</inkml:ink>
</file>

<file path=ppt/ink/ink2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23.284"/>
    </inkml:context>
    <inkml:brush xml:id="br0">
      <inkml:brushProperty name="width" value="0.035" units="cm"/>
      <inkml:brushProperty name="height" value="0.035" units="cm"/>
      <inkml:brushProperty name="color" value="#0066FF"/>
    </inkml:brush>
  </inkml:definitions>
  <inkml:trace contextRef="#ctx0" brushRef="#br0">10 54 448,'-9'-6'18755,"9"4"-18428,0 2-245,0 0-1,0-1 0,0 1 0,0 0 1,0-1-1,0 1 0,0 0 0,0 0 0,0-1 1,0 1-1,0 0 0,0-1 0,0 1 1,0 0-1,0 0 0,0-1 0,0 1 1,0 0-1,1 0 0,-1-1 0,0 1 0,0 0 1,0 0-1,0-1 0,1 1 0,-1 0 1,0 0-1,0 0 0,1 0 0,-1-1 0,0 1 1,0 0-1,1 0 0,-1 0 0,0 0 1,0 0-1,1 0 0,-1 0 0,0-1 1,0 1-1,1 0 0,-1 0 0,0 0 0,1 0 1,-1 0-1,0 0 0,0 1 0,1-1 1,-1 0-1,1 0 0,7-16-6190,-9-5-5707,-6 20 8453</inkml:trace>
</inkml:ink>
</file>

<file path=ppt/ink/ink2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25.823"/>
    </inkml:context>
    <inkml:brush xml:id="br0">
      <inkml:brushProperty name="width" value="0.035" units="cm"/>
      <inkml:brushProperty name="height" value="0.035" units="cm"/>
      <inkml:brushProperty name="color" value="#0066FF"/>
    </inkml:brush>
  </inkml:definitions>
  <inkml:trace contextRef="#ctx0" brushRef="#br0">61 578 304,'-10'-6'6587,"-2"2"-4835,10 4-1556,1-1 1,0 1-1,-1 0 1,1-1-1,-1 1 1,1-1 0,-1 1-1,1-1 1,0 0-1,0 0 1,-1 1-1,1-1 1,-2-2-1,-1 1 1137,4 2-1246,-1 0 0,0 0 0,1 0 0,-1 0 0,1 0 0,-1 0 0,0 0 0,1-1 0,-1 1 0,1 0 0,-1 0 0,1-1 0,-1 1 0,1 0 0,-1-1 0,1 1 0,-1 0 0,1-1 0,0 1 0,-1-1 0,1 1 0,-1-1 0,1 1 0,0-1 0,0 1 0,-1-1 0,1 0 0,0 0 985,1 12 414,49-1 1895,12-4 334,2-9-1084,65-11 0,-41 3-2456,218-24-107,-64 6-6,-37 8-48,-64 6 21,55-3 8,107-11-68,-95 6 17,194-20-19,130-5 9,153-48-118,-250 32 104,-344 54 45,40-6 5,-28 4-5,-1 1-31,18-4-320,-106 13 362,-3-1-2721,-26-9-3043,9 10 4866,1-1 0,-1 2 1,0-1-1,0 0 0,0 1 1,-6 0-1,-8-3-955,-84-17-7765,69 15 6348</inkml:trace>
</inkml:ink>
</file>

<file path=ppt/ink/ink2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28.502"/>
    </inkml:context>
    <inkml:brush xml:id="br0">
      <inkml:brushProperty name="width" value="0.035" units="cm"/>
      <inkml:brushProperty name="height" value="0.035" units="cm"/>
      <inkml:brushProperty name="color" value="#0066FF"/>
    </inkml:brush>
  </inkml:definitions>
  <inkml:trace contextRef="#ctx0" brushRef="#br0">58 651 888,'-2'0'492,"-1"-1"-1,1 1 0,0 0 1,-1-1-1,1 0 1,0 0-1,0 1 1,-1-1-1,-2-2 1,3 2 85,0-1 0,0 1 0,0 1 0,0-1 0,-1 0 1,1 0-1,0 1 0,0-1 0,-4 1 0,-1-1 218,12-1 464,14-1 56,84-2 592,33 0 1370,154-27 0,-151 16-2432,-2 0-473,52-6-198,-34 6-101,96-7 49,-111 13-67,22-6 29,-123 11-76,16 0 4,131-11-11,-105 6-2,9 0 26,96-8 62,-76 2-16,18-1-12,-25 3-35,136-14-19,21-18 59,-230 40-63,-6 3 13,-18 2-7,0 1-1,0-1 1,0 0-1,0-1 0,0 1 1,0-1-1,5-3 1,-8 4 6,57 1-13,-52-4 8,-7 3-8,-1 1 0,1 0-1,-1-1 1,1 1 0,-1 0 0,1 0 0,-1-1-1,1 1 1,-1 0 0,1 0 0,-1 0-1,1 0 1,0 0 0,-1 0 0,1 0-1,-1 0 1,1 0 0,-1 0 0,1 0 0,0 0-1,-1 0 1,1 0 0,-1 0 0,1 1-1,-1-1 1,2 1 0,-2-1-1,23-1 23,-1-1 0,1-1 0,22-5 0,22-4-28,258-22-18,-263 25 68,-36 4-16,49-1 1,53-5-42,-102 10 19,0-2-1,26-5 1,16-2 22,144-17 14,-146 17-106,-45 6 73,1 1 1,26-1 0,106-1 49,-94 2 22,78-14 0,-55 5-18,59-3 56,59-8-82,-154 18-72,69 0 1,-109 7 17,-7-2 16,1 1 1,0-1-1,0 1 0,0-1 0,0 0 1,0 1-1,0-1 0,0 0 1,0 0-1,0 1 0,0-1 1,0 0-1,0 0 0,-1 0 0,1 0 1,0 0-1,2-1 0,6 1 117,-6 1-100,0-1 0,0 0 0,0 0 0,0 0 0,0-1 0,0 1 0,0-1 0,0 0 0,5-1 0,-6 1-8,0 0-1,0 1 1,0-1-1,0 1 1,0 0 0,1-1-1,-1 1 1,0 0-1,0 0 1,3 1-1,-3-1-1,0 0 0,0 1-1,0-1 1,0 0 0,1-1-1,-1 1 1,0 0 0,0-1-1,0 1 1,3-2 0,-4 2-4,0-1-1,1 1 1,-1-1 0,0 1 0,0-1 0,1 1 0,-1 0-1,0 0 1,1 0 0,-1 0 0,0 0 0,1 0 0,-1 0 0,0 0-1,2 1 1,33 0 38,-35-1 51,-1 1 0,1-1 0,-1 0-1,1 0 1,0 0 0,-1 0 0,1 1 0,-1-1 0,0 0-1,1 0 1,-1 1 0,1-1 0,-1 0 0,1 1 0,-1-1 0,0 0-1,1 1 1,-1-1 0,0 1 0,1-1 0,-1 1 0,0-1-1,1 1 1,-1-1 0,0 1 0,0-1 0,0 1 0,0-1-1,1 1 1,-1-1 0,0 1 0,4 9 209,-3-8-222,1 1 0,-1 0 0,0-1 0,0 1 0,0 0 0,0 0 0,0-1 1,-1 1-1,1 5 0,-1 99 631,0-105-708,1 1 0,-1 0 0,1-1-1,-1 0 1,1 1 0,0-1 0,0 1 0,0-1-1,2 3 1,-2-3-1,0 0 0,0 0-1,0 1 1,0-1 0,0 1 0,-1-1-1,1 1 1,0-1 0,-1 3-1,9 28 64,-9-30-48,0 1 1,1 0-1,0 0 1,0 0-1,0-1 1,3 7-1,-2-6 1,-1 0 0,0 0 0,1 1 0,-1-1 0,-1 0 0,2 9 0,-2 296 947,0-308-956,0 0-1,-1 0 1,1 0 0,0 0-1,0 0 1,-1 0 0,1-1-1,0 1 1,-1 0 0,1 0-1,-1-1 1,1 1 0,-1 0-1,1 0 1,-1-1 0,0 1 0,0 0-1,0 0 0,0-1 0,0 1-1,1 0 1,-1 0 0,0 0 0,1-1 0,-1 1-1,1 0 1,-1 0 0,1 0 0,-1 0-1,1 0 1,0 0 0,-1 0 0,1 0-1,0 0 1,0 2 0,-9 23-6,9-13 0,-1-8 0,1 1 0,0-1 0,1 1 0,-1-1 0,1 1 0,0-1 0,0 1 0,3 8 0,0 1 0,-4-14 0,0 1 0,1 0 0,-1 0 0,1-1 0,-1 1 0,1 0 0,-1 0 0,1-1 0,0 1 0,2 2 0,-3-3 0,1 0 0,0 0 0,-1 0 0,1 0 0,0-1 0,-1 1 0,1 0 0,-1 0 0,1 0 0,-1 0 0,0 0 0,0 1 0,1-1 0,-1 0 0,0 0 0,0 0 0,0 0 0,0 0 0,0 2 0,0-2 0,0 0 0,0 0 0,1 0 0,-1 1 0,0-1 0,1 0 0,-1 0 0,1 0 0,-1 0 0,1 0 0,0 0 0,-1 0 0,3 1 0,-2-1 0,0 1 0,-1-1 0,1 0 0,0 0 0,0 0 0,-1 1 0,1-1 0,0 0 0,-1 1 0,1-1 0,-1 1 0,0-1 0,1 1 0,-1 1 0,0 157 0,-6-150 0,-4 1 0,-8 11 0,8-3 0,-16 4 0,19-18 0,1-3 0,0-1 0,0 0 0,0 1 0,-9-1 0,-6 2 0,10 0 0,0-1 0,0-1 0,0 0 0,-11 0 0,-23 2 0,-54 6 0,16-2 0,-86 4 0,76-6 0,14 1 0,11-1 0,29-1 0,29-4 0,0 1 0,0 0 0,1 1 0,-1 0 0,-15 5 0,18-5 0,0 0 0,-1 0 0,1-1 0,-9 1 0,-23 5 0,-81 24 0,77-24 0,2 5 0,-36 13 0,50-16 0,1 0 0,-43 6 0,-16 5 0,15-4 0,53-13 0,-5 1 0,1 1 0,-27 10 0,0-2 0,17-5 0,29-7-216,-1-1 1,0 1-1,1-1 0,-1 1 0,0-1 1,0 0-1,1 0 0,-1 0 0,0 0 1,0-1-1,1 1 0,-1-1 0,0 1 1,1-1-1,-1 0 0,1 0 0,-1 0 1,1-1-1,0 1 0,-1-1 0,1 1 1,0-1-1,0 0 0,0 1 0,0-1 1,-3-4-1,2 2-1716,-1 0 0,1 0 0,-1 0 1,0 1-1,0-1 0,-1 1 0,1 0 0,0 0 0,-1 0 1,-8-3-1,-9 0-3008</inkml:trace>
</inkml:ink>
</file>

<file path=ppt/ink/ink2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30.203"/>
    </inkml:context>
    <inkml:brush xml:id="br0">
      <inkml:brushProperty name="width" value="0.035" units="cm"/>
      <inkml:brushProperty name="height" value="0.035" units="cm"/>
      <inkml:brushProperty name="color" value="#0066FF"/>
    </inkml:brush>
  </inkml:definitions>
  <inkml:trace contextRef="#ctx0" brushRef="#br0">155 192 400,'-6'-3'646,"0"1"0,1-1-1,-2 1 1,-7-2 0,-18-8 1429,11 4-864,18 7-1030,0 1-1,0-1 1,0 0-1,1 0 1,-1-1 0,0 1-1,1 0 1,-1-1-1,1 0 1,0 1-1,-5-5 1,-5-5 1075,11 10-1169,0 1 1,0-1-1,0 0 0,0 0 0,0 1 0,0-1 0,0 0 1,0 0-1,1 0 0,-1 0 0,0 0 0,1 0 1,-1 0-1,0 0 0,1-1 0,-1 1 0,1 0 1,0 0-1,-1 0 0,1-2 0,1 1-16,0 1 0,0-1 0,0 1 0,0 0 0,0 0 0,0-1 0,0 1 0,1 0 0,-1 0 0,0 0 1,1 0-1,-1 1 0,1-1 0,1-1 0,-1 2 31,-1-1 0,1 0 0,0 0 1,-1 0-1,1 0 0,-1 0 1,1 0-1,-1 0 0,0 0 0,0-1 1,1 1-1,-1 0 0,0-1 1,0 1-1,1-3 0,-2 3-30,0 1 0,0-1 0,1 0-1,-1 0 1,0 1 0,1-1 0,-1 0-1,0 1 1,1-1 0,-1 0 0,1 1-1,-1-1 1,1 0 0,0 1 0,-1-1 0,2 0-1,-1 1-3,-1-1-1,1 1 1,0-1-1,-1 0 1,1 1-1,0-1 1,-1 0-1,1 1 1,-1-1-1,1 0 1,-1 0-1,0 1 1,1-1-1,-1 0 1,0 0-1,0 0 1,1-1-1,2-1 431,1-1 0,-1 1-1,1 0 1,0 0 0,5-3-1,31-8 2959,-30 9-1561,-10 10 1060,0-4-2877,-1-1 0,1 1 0,0-1 0,0 1 0,-1-1 1,1 1-1,0-1 0,0 1 0,0-1 0,0 1 0,0-1 0,0 1 0,0-1 0,0 1 1,0 0-1,0-1 0,0 1 0,0-1 0,0 1 0,0-1 0,1 1 0,-1-1 1,0 1-1,0-1 0,1 1 0,-1-1 0,0 0 0,0 1 0,1 0 0,0 0-36,0 0 0,0 1 0,0-1-1,0 0 1,0 1 0,-1-1 0,1 0 0,-1 1-1,1-1 1,-1 1 0,1-1 0,-1 1 0,0 0-1,0-1 1,0 1 0,0 2 0,-1 36 874,0-22-717,1-12-199,0 0 0,1 0 0,-1 0 0,1 0 0,0 0 0,4 11 0,6 31 0,-4-25 0,-6-19 0,0 1 0,0 0 0,1-1 0,0 1 0,0-1 0,0 0 0,4 6 0,-4-7 0,-1-1 0,1 0 0,-1 1 0,0-1 0,0 1 0,0 0 0,1 4 0,-1-5 0,-1 0 0,1 1 0,0-1 0,0 0 0,0 0 0,0 1 0,0-1 0,0 0 0,1 0 0,-1 0 0,3 2 0,-2-1 0,0 0 0,0 1 0,0-1 0,0 0 0,-1 1 0,1-1 0,-1 1 0,0 0 0,0-1 0,0 6 0,-1-7 0,0 1 0,1 0 0,-1-1 0,1 1 0,-1-1 0,1 0 0,0 1 0,0-1 0,0 1 0,2 2 0,-2-3 0,0 0 0,0 1 0,0-1 0,0 0 0,0 1 0,0-1 0,-1 1 0,1-1 0,-1 1 0,0 3 0,9 20 0,-9-18 0,-1-8 0,1 1 0,0 0 0,0-1 0,0 1 0,0 0 0,-1-1 0,1 1 0,0 0 0,0-1 0,0 1 0,0 0 0,1-1 0,-1 1 0,0 0 0,0-1 0,0 1 0,0 0 0,1-1 0,-1 1 0,0 0 0,1-1 0,-1 1 0,0-1 0,1 1 0,-1-1 0,1 1 0,-1-1 0,1 1 0,-1-1 0,1 1 0,-1-1 0,2 1 0,1 14 0,-2-14 0,-1 0 0,1 0 0,0 0 0,-1 0 0,1 0 0,-1 0 0,1 0 0,-1 0 0,1 0 0,-1 0 0,0 0 0,1 0 0,-1 0 0,0 0 0,0 0 0,0 0 0,0 1 0,0 1 0,8 18 0,1 0 0,-9-19 0,0-1 0,1 0 0,-1 0 0,0 1 0,1-1 0,-1 0 0,1 0 0,0 0 0,-1 0 0,1 1 0,0-1 0,1 2 0,-1-2 0,0 0 0,0 0 0,0 0 0,-1 0 0,1 1 0,0-1 0,0 0 0,-1 1 0,1-1 0,-1 1 0,0-1 0,1 0 0,-1 3 0,0 71 0,0-73 0,-1 0 0,0 0 0,0 0 0,1 0 0,-1 0 0,-1-1 0,1 1 0,0 0 0,0 0 0,-1-1 0,-1 3 0,2-3 0,0 0 0,-1 1 0,1-1 0,0 1 0,0-1 0,0 1 0,0-1 0,1 1 0,-1 0 0,-1 2 0,3 1 0,-1-4 0,0 0 0,0 0 0,0 0 0,0 0 0,0-1 0,0 1 0,0 0 0,0 0 0,0 0 0,0 0 0,0 0 0,-1 0 0,1 0 0,0 0 0,-1-1 0,1 1 0,0 0 0,-1 0 0,1 0 0,-1-1 0,1 1 0,-1 0 0,0-1 0,-1 2 0,-6 13 0,6-9 0,2-1 0,0 0 0,0 22 0,-3-17 0,2-9 0,1 0 0,-1 0 0,1 0 0,-1 0 0,1-1 0,-1 1 0,1 0 0,0 0 0,-1 0 0,1 0 0,0 1 0,0-1 0,0 0 0,0 0 0,0 1 0,0-1 0,-3 6 0,-10 6 0,12-11 0,0-1 0,0 0 0,0 0 0,1 0 0,-1 0 0,0 0 0,0 0 0,1 0 0,-1 1 0,1-1 0,-1 0 0,1 0 0,0 1 0,-1-1 0,1 3 0,0 23 0,2-22 0,-2-5 0,0 1 0,0-1 0,0 1 0,1 0 0,-1-1 0,0 1 0,1-1 0,-1 0 0,0 1 0,1-1 0,-1 1 0,1-1 0,-1 0 0,0 1 0,1-1 0,-1 0 0,1 1 0,-1-1 0,1 0 0,0 0 0,-1 1 0,1-1 0,-1 0 0,1 0 0,0 0 0,2 2 0,22 30 0,-24-32-14,-1 0 0,0 0 0,0 0 0,0 0 0,0 0 0,0 1 0,0-1 0,0 0 0,1 0 0,-1 0 0,0 0 0,0 0 0,0 1 0,0-1 0,0 0 0,0 0 0,0 0 0,0 0 0,0 1 0,0-1 0,0 0 0,0 0 0,0 0 0,0 0 0,0 1 0,0-1 0,0 0 0,0 0 0,0 0 0,0 0 0,-1 1 0,1-1 0,0 0 0,0 0 0,0 0 0,0 0 0,0 0 0,0 0 0,0 1 0,0-1 0,-1 0 1,-9 3-1456,-12-2-2351,22-1 3475,-46-5-14577,15 5 8899</inkml:trace>
</inkml:ink>
</file>

<file path=ppt/ink/ink2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0.170"/>
    </inkml:context>
    <inkml:brush xml:id="br0">
      <inkml:brushProperty name="width" value="0.035" units="cm"/>
      <inkml:brushProperty name="height" value="0.035" units="cm"/>
      <inkml:brushProperty name="color" value="#0066FF"/>
    </inkml:brush>
  </inkml:definitions>
  <inkml:trace contextRef="#ctx0" brushRef="#br0">249 315 2224,'-162'38'15020,"158"-37"-14560,-38 5 4787,1-3 3334,121-20-7346,371-57-1235,-250 41 0,18-2 0,730-95 0,-889 122-573,23-3-4126,140-38 0,-214 45 347,-26 2-5804,-6 6 7483,-3-3-141</inkml:trace>
</inkml:ink>
</file>

<file path=ppt/ink/ink2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7:01:30.374"/>
    </inkml:context>
    <inkml:brush xml:id="br0">
      <inkml:brushProperty name="width" value="0.035" units="cm"/>
      <inkml:brushProperty name="height" value="0.035" units="cm"/>
      <inkml:brushProperty name="color" value="#0066FF"/>
    </inkml:brush>
  </inkml:definitions>
  <inkml:trace contextRef="#ctx0" brushRef="#br0">710 274 2953,'-437'135'18628,"206"-61"-7609,189-59-10852,43-15-167,-1 0 0,0 0 0,0 0 0,0 0 0,0 1 0,0-1 0,0 0 0,0 0 0,0 0 0,0 0 0,0 0 0,0 0 0,0 0 0,0 0 0,0 0 0,0 0 0,0 0 0,0 0 0,0 0 0,0 0 0,0 0 0,0 0 0,0 0 0,0 0 0,1 0 0,-1 0 0,0 0 0,0 0 0,0 0 0,0 0 0,0 1 0,0-1 0,0 0 0,0 0 0,0 0 0,0 0 0,0 0 0,0 0 0,0 0 0,0 0 0,0 0 0,-1 0 0,1 0 0,0 0 0,0 0 0,0 0 0,0 0 0,0 0 0,0 0 0,0 0 0,0 0 0,0 1 0,0-1 0,0 0 0,0 0 0,0 0 0,10 1 0,17-1 0,1253-228 0,-854 122-1858,-393 95-779,0-1-1,42-21 1,-52 20-1326,0 0-1,-1-1 0,35-30 1,-30 17-1356</inkml:trace>
</inkml:ink>
</file>

<file path=ppt/ink/ink2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42.240"/>
    </inkml:context>
    <inkml:brush xml:id="br0">
      <inkml:brushProperty name="width" value="0.035" units="cm"/>
      <inkml:brushProperty name="height" value="0.035" units="cm"/>
      <inkml:brushProperty name="color" value="#0066FF"/>
    </inkml:brush>
  </inkml:definitions>
  <inkml:trace contextRef="#ctx0" brushRef="#br0">106 0 832,'0'1'338,"-1"0"0,1-1-1,0 1 1,-1-1 0,1 1-1,-1 0 1,1-1 0,-1 1-1,1-1 1,-1 0 0,1 1-1,-1-1 1,0 1 0,1-1-1,-1 0 1,0 1 0,1-1-1,-1 0 1,0 0 0,1 0-1,-1 1 1,0-1 0,1 0-1,-1 0 1,0 0 0,-1 0 0,-15 1 3999,7-1 1542,8 0-5083,-8-1 4991,0 3-211,8 2-5155,0 1-400,-12 2-21,14-7 0,0 0 0,0 0 0,-1 0 0,1 0 0,0 0 0,0 0 0,0 0 0,0 0 0,0 0 0,0 0 0,-1 0 0,1 0 0,0 0 0,0 1 0,0-1 0,0 0 0,0 0 0,0 0 0,0 0 0,-1 0 0,1 0 0,0 0 0,0 0 0,0 0 0,0 1 0,0-1 0,0 0 0,0 0 0,0 0 0,0 0 0,0 0 0,0 0 0,0 1 0,0-1 0,0 0 0,0 0 0,0 0 0,0 0 0,0 0 0,0 1 0,0-1 0,0 0 0,0 0 0,0 0 0,0 0 0,0 0 0,0 0 0,0 0 0,0 1 0,0-1 0,0 0 0,0 0 0,1 3 0,-9 4 0,7-5 0,-1 0 0,1 1 0,0-1 0,0 0 0,0 0 0,0 1 0,0-1 0,1 1 0,-1-1 0,1 0 0,-1 1 0,1-1 0,0 1 0,0 4 0,0 0 0,0 0 0,0 1 0,1-1 0,2 9 0,14 45 0,9-3 0,-1 6 0,-21-53 0,1 0 0,0 0 0,7 11 0,4 7 0,-11-16 0,3 3 0,-1 0 0,8 30 0,-11-34 0,0-1 0,0 0 0,10 17 0,-9-17 0,1-1 0,-2 1 0,7 20 0,-4-6 0,2 0 0,21 42 0,-1-3 0,-26-57 0,4 10 0,-1 0 0,5 23 0,-8-30 0,0 0 0,8 17 0,-6-17 0,-1 0 0,5 19 0,8 19 0,0 1 0,-15-41 0,1 0 0,0-1 0,1 1 0,6 10 0,-6-12 0,0 1 0,-1 0 0,0 0 0,4 12 0,-5-12 0,0-1 0,1 1 0,0 0 0,5 7 0,8 21 0,4 6 0,-15-33 0,0 0 0,-1 1 0,5 11 0,-2-5 0,-6-13 0,0 0 0,0 0 0,0 0 0,0 1 0,0-1 0,0 0 0,-1 1 0,1-1 0,0 4 0,-1-2 0,0 0 0,1 1 0,0-1 0,0 0 0,0 0 0,3 7 0,-2-7 0,-1 0 0,1 0 0,-1 0 0,0 0 0,-1 0 0,2 7 0,6 53 0,1 0 0,-9-50 0,2 1 0,4 22 0,-3-22 0,0-1 0,0 25 0,-3 88 0,0-124 0,-1 0 0,1 0 0,-1 0 0,0 0 0,0 0 0,0 0 0,0 0 0,-2 3 0,2-3 0,0 0 0,-1 0 0,1 0 0,0 0 0,1 0 0,-1 0 0,0 0 0,1 4 0,-1-4 0,1 1 0,-1-1 0,1 0 0,-1 0 0,0 1 0,0-1 0,-2 3 0,1-2 0,1-1 0,-1 1 0,1 0 0,0-1 0,0 1 0,1 0 0,-1 5 0,0-3 0,0 0 0,-1 0 0,1 0 0,-1 0 0,0-1 0,-1 1 0,1-1 0,-1 1 0,-7 8 0,6-7 0,0 0 0,0 0 0,1 0 0,-5 15 0,-3 20 0,7-29 0,0 0 0,1 0 0,1 1 0,0-1 0,1 15 0,1-13 0,2 0 0,0 0 0,6 22 0,-4-22 0,-1 0 0,0 0 0,0 23 0,-2-18 0,2 1 0,0 0 0,1-1 0,11 36 0,-6-27 0,8 48 0,-11-47 0,13 42 0,-15-58 0,0-1 0,1 18 0,-3-18 0,1 0 0,5 18 0,-2-12 0,5 29 0,-8-27 0,11 30 0,12 45 0,17 49 0,-42-141 0,9 24 0,0 0 0,4 34 0,-11-51 0,0 0 0,1 0 0,6 15 0,-5-15 0,0 1 0,-1 0 0,2 12 0,10 38 0,-11-47 0,-1 1 0,0-1 0,-1 1 0,1 26 0,-3-24 0,1-1 0,8 34 0,-6-34 0,-1 1 0,0 0 0,0 19 0,-3 256 0,-9-218 0,9-66 0,-1-1 0,0 1 0,-1-1 0,-2 9 0,1-8 0,1-1 0,1 1 0,-1-1 0,1 10 0,1-7 0,0 0 0,-1 0 0,0 1 0,-4 17 0,-4 10 0,8-34 0,0 0 0,0 0 0,1 1 0,0 8 0,0-9 0,0-1 0,0 1 0,-1 0 0,1-1 0,-1 1 0,-2 6 0,-6 20 0,8-25 0,0-1 0,-1 0 0,1 0 0,-1 1 0,0-1 0,0-1 0,-1 1 0,0 0 0,1 0 0,-6 5 0,5-7 0,1 0 0,0 0 0,-1 0 0,1 0 0,0 1 0,1-1 0,-3 6 0,-11 18 0,-28 37 0,41-61 0,1 0 0,-1 0 0,1 0 0,-1 0 0,1 0 0,0 1 0,0-1 0,1 0 0,-1 4 0,-5 17 0,-9 41 0,14-56 0,-1-1 0,1 1 0,1-1 0,-1 1 0,2-1 0,0 11 0,1 14 0,-2 399 0,8-378 0,-8 207 0,-8-213 0,8 32 0,0-76 0,1 0 0,0-1 0,-1 1 0,2-1 0,-1 1 0,0-1 0,1 1 0,2 4 0,-2-4 0,0-1 0,0 0 0,-1 1 0,1 0 0,-1-1 0,0 1 0,0 0 0,1 6 0,-2-5 0,1-1 0,-1 0 0,2 0 0,-1 1 0,0-1 0,1 0 0,-1 0 0,1 0 0,1 0 0,2 4 0,12 28 0,-10-23 0,-6-12 0,0 1 0,0-1 0,0 1 0,0 0 0,0 0 0,-1-1 0,1 1 0,-1 0 0,1 0 0,-1 0 0,1 2 0,-1-1 0,0 0 0,1-1 0,0 1 0,-1-1 0,1 1 0,0-1 0,0 1 0,3 4 0,-3-5 0,0 0 0,0 0 0,0 1 0,0-1 0,0 0 0,-1 1 0,1-1 0,0 5 0,-1-5 0,0 0 0,1 0 0,-1 0 0,1 0 0,-1 0 0,1 0 0,-1-1 0,1 1 0,0 0 0,0 0 0,1 1 0,0-1 0,-1 0 0,0 0 0,0 0 0,-1-1 0,1 1 0,0 0 0,-1 0 0,1 0 0,-1 0 0,1 0 0,-1 3 0,0-1 0,0 0 0,0 0 0,0 0 0,0 0 0,0 0 0,1-1 0,0 1 0,0 0 0,0 0 0,2 5 0,-2-5 0,0 0 0,0 1 0,0-1 0,-1 0 0,0 0 0,0 1 0,0-1 0,0 0 0,-1 5 0,0 7 0,-8 54 0,9 22 0,1-85 0,1 0 0,-1 0 0,1 0 0,1 0 0,-1 0 0,1 0 0,7 12 0,7 14 0,-5-7 0,-10-24 0,-1 0 0,0 1 0,1-1 0,-1 0 0,0 0 0,0 1 0,0-1 0,0 1 0,0-1 0,-1 1 0,1-1 0,-1 1 0,0-1 0,0 1 0,0 4 0,0-2 0,-1 0 0,0-1 0,-1 1 0,1-1 0,-1 0 0,1 1 0,-1-1 0,-4 5 0,-3 5 0,-1-1 0,-1 0 0,0 0 0,-15 12 0,15-16-1830,-13 4-5512,24-13 7108,-1 0 0,1 1 1,-1-1-1,0 0 0,1 0 0,-1 1 0,0-1 0,1 0 1,-1 0-1,0 0 0,0 0 0,1 0 0,-1 0 1,0 0-1,1 0 0,-1 0 0,0 0 0,0 0 0,1 0 1,-1 0-1,0-1 0,1 1 0,-1 0 0,0 0 0,1-1 1,-1 1-1,1-1 0,-1 1 0,1 0 0,-1-1 1,0 1-1,1-1 0,0 1 0,-1-1 0,1 0 0,-1 1 1,1-1-1,0 1 0,-1-1 0,1 0 0,0 1 0,-1-1 1,1 0-1,0 1 0,0-1 0,0 0 0,0 1 1,0-1-1,0 0 0,0 0 0,0 1 0,0-2 0,0-13-6223</inkml:trace>
</inkml:ink>
</file>

<file path=ppt/ink/ink2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43.457"/>
    </inkml:context>
    <inkml:brush xml:id="br0">
      <inkml:brushProperty name="width" value="0.035" units="cm"/>
      <inkml:brushProperty name="height" value="0.035" units="cm"/>
      <inkml:brushProperty name="color" value="#0066FF"/>
    </inkml:brush>
  </inkml:definitions>
  <inkml:trace contextRef="#ctx0" brushRef="#br0">387 89 1288,'-5'0'1589,"3"0"-783,0 0-1,0 1 0,0-1 1,0 0-1,0 0 0,1 0 0,-1-1 1,0 1-1,0 0 0,0-1 0,0 0 1,0 1-1,0-1 0,0 0 0,1 0 1,-1 0-1,0 0 0,1 0 0,-3-2 1,-19-13 6745,16 8-5425,5 7-1932,1 0 0,0-1 0,1 1 0,-1 0 0,0 0 0,0 0 1,0 0-1,1-1 0,-1 1 0,0 0 0,1-1 0,0 1 0,-1 0 0,1-1 1,0 1-1,-1-1 0,1 1 0,0-1 0,0 1 0,0-2 0,1 2-193,-1 1 0,0 0 0,0 0-1,0 0 1,0 0 0,0 0-1,0 0 1,0 0 0,0-1 0,0 1-1,0 0 1,0 0 0,0 0 0,0 0-1,0 0 1,0 0 0,0-1 0,0 1-1,0 0 1,0 0 0,-1 0 0,1 0-1,0 0 1,0 0 0,0 0-1,0 0 1,0-1 0,0 1 0,0 0-1,0 0 1,0 0 0,0 0 0,-1 0-1,1 0 1,0 0 0,0 0 0,0 0-1,0 0 1,0 0 0,0 0 0,0 0-1,-1 0 1,1 0 0,0 0-1,0 0 1,0 0 0,0 0 0,0 0-1,0 0 1,-1 0 0,-2-2-3,1-8-3,3 5 5,0 5 0,-1-1 0,1 1 0,-1 0 0,1-1 0,-1 1 0,1 0 0,-1 0 0,1 0 0,-1-1 0,1 1 0,-1 0 0,1 0 0,-1 0 0,1 0 0,0 0 0,-1 0 0,1 0 0,-1 0 0,1 0 0,-1 0 0,1 0 0,0 1 0,-1-1 0,1 0 0,-1 0 0,2 1 0,-2-1 0,9 0 0,1 0 0,-1 0 0,1 1 0,-1 1 0,0-1 0,1 1 0,-1 1 0,12 4 0,-20-6 0,10 3 0,-1 1 0,0 0 0,19 12 0,-27-15 0,1 0 0,-1 0 0,0 0 0,1 1 0,-1-1 0,0 0 0,0 1 0,0 0 0,-1-1 0,1 1 0,-1 0 0,1 0 0,-1 0 0,0 0 0,0 0 0,-1 0 0,1 0 0,0 0 0,-1 6 0,0-1 0,-1-1 0,-1 0 0,1 0 0,-1 1 0,-1-1 0,1 0 0,-1-1 0,0 1 0,-1 0 0,0-1 0,0 0 0,0 0 0,-9 10 0,1-3 0,0-1 0,-1 0 0,-1-1 0,-26 18 0,1-3 0,-50 28 0,73-46 0,-1 1 0,0-2 0,-1 0 0,1-1 0,-35 6 0,10-7 0,40-5 0,0 0 0,0 0 0,0 0 0,0 0 0,0 0 0,0-1 0,0 1 0,0-1 0,0 1 0,0-1 0,0 0 0,0 1 0,0-1 0,0 0 0,0 0 0,-2-3 0,-5 0 0,4 1 0,3-16 0,1 18 0,1-2 0,9-9 0,-4 9 0,0 0 0,0 0 0,0 1 0,0-1 0,0 1 0,1 0 0,-1 1 0,1-1 0,-1 1 0,11-1 0,2-1 0,220-39 0,-82 15-401,-118 19-1234,-21 6-490,-1-2 0,0 0-1,25-10 1,-1-2-4222,-26 10 2248,0 1-1,18-12 1,-29 12 930</inkml:trace>
</inkml:ink>
</file>

<file path=ppt/ink/ink2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43.928"/>
    </inkml:context>
    <inkml:brush xml:id="br0">
      <inkml:brushProperty name="width" value="0.035" units="cm"/>
      <inkml:brushProperty name="height" value="0.035" units="cm"/>
      <inkml:brushProperty name="color" value="#0066FF"/>
    </inkml:brush>
  </inkml:definitions>
  <inkml:trace contextRef="#ctx0" brushRef="#br0">137 13 1152,'-11'-6'13080,"3"2"-8947,7 3-3425,-1 1 0,0-1 0,1 1 0,-1 0 0,0 0 0,1-1-1,-1 1 1,0 0 0,0 1 0,1-1 0,-1 0 0,0 0 0,1 1 0,-1-1-1,0 1 1,1-1 0,-1 1 0,-1 0 0,-5 2 244,5-1-952,1-1 0,-1 1 0,1-1 0,0 1 0,0 0 0,0 0 0,0 0 0,0 0 0,0 0 0,0 0 0,-2 6 0,-11 11 0,12-17 0,1 1 0,0 0 0,-1 0 0,1 0 0,0 0 0,0 0 0,1 0 0,-1 0 0,1 1 0,0-1 0,-1 1 0,2-1 0,-1 1 0,-1 6 0,-2 13 0,3-22 0,1 0 0,-1 1 0,1-1 0,-1 1 0,1-1 0,0 1 0,-1-1 0,1 1 0,0-1 0,0 1 0,0-1 0,0 1 0,0-1 0,1 1 0,-1-1 0,0 1 0,1-1 0,-1 0 0,1 1 0,-1-1 0,1 0 0,0 1 0,1 1 0,-1 1 0,-1-4 0,0 1 0,0-1 0,0 0 0,0 1 0,0-1 0,0 0 0,0 0 0,0 1 0,0-1 0,0 0 0,0 1 0,0-1 0,1 0 0,-1 0 0,0 1 0,0-1 0,0 0 0,1 0 0,-1 1 0,0-1 0,0 0 0,1 0 0,-1 1 0,0-1 0,0 0 0,1 0 0,-1 0 0,0 0 0,1 0 0,-1 0 0,0 1 0,0-1 0,1 0 0,-1 0 0,0 0 0,1 0 0,-1 0 0,0 0 0,1 0 0,-1 0 0,1-1 0,3 2 0,1 0 0,-1-1 0,0 1 0,1-1 0,-1-1 0,1 1 0,-1 0 0,0-1 0,1 0 0,7-3 0,-2 1 0,0-1 0,-1 0 0,16-9 0,-23 11 0,1 0 0,-1 0 0,1 0 0,-1 0 0,0 0 0,0-1 0,0 1 0,0-1 0,0 1 0,0-1 0,-1 0 0,1 0 0,-1 1 0,0-1 0,0 0 0,0 0 0,0 0 0,0-1 0,-1 1 0,0 0 0,1 0 0,-1 0 0,0 0 0,-1-1 0,1 1 0,0 0 0,-1 0 0,0 0 0,0 0 0,-1-3 0,1 4 3,0-3 10,2-10-101,-27 21-5148,15-2-313,31-5-10616,-12-3 13109</inkml:trace>
</inkml:ink>
</file>

<file path=ppt/ink/ink2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44.194"/>
    </inkml:context>
    <inkml:brush xml:id="br0">
      <inkml:brushProperty name="width" value="0.035" units="cm"/>
      <inkml:brushProperty name="height" value="0.035" units="cm"/>
      <inkml:brushProperty name="color" value="#0066FF"/>
    </inkml:brush>
  </inkml:definitions>
  <inkml:trace contextRef="#ctx0" brushRef="#br0">9 12 3737,'-8'-12'26772,"8"12"-26610,1 1 1127,3-1-1220,0 0-1,0 1 1,-1 0-1,1-1 0,0 1 1,-1 1-1,1-1 1,-1 0-1,1 1 1,3 2-1,8 3-14,1-2-54,0 2 0,-1 0 0,0 1 0,0 1 0,0 0 0,20 17 0,-1 11 0,-32-35 0,-1 0 0,1 0 0,-1-1 0,1 1 0,-1 0 0,0 0 0,0 1 0,0-1 0,0 0 0,0 0 0,0 0 0,-1 1 0,1-1 0,-1 3 0,2 35 0,-2-33 0,-8 25 0,3-19-2060,4-12 1517,0 0 0,0 0 0,0 0 0,0 0-1,0 0 1,0 0 0,-1-1 0,1 1 0,0 0-1,0-1 1,-1 1 0,1-1 0,0 0 0,-2 1-1,1-1 68,1 1 0,0-1 0,-1 0 0,1 0 0,-1 0 0,1 0-1,0 0 1,-1-1 0,1 1 0,0 0 0,-1 0 0,1-1 0,0 1-1,-1-1 1,1 0 0,0 1 0,0-1 0,0 0 0,0 1-1,-1-1 1,1 0 0,0 0 0,0 0 0,0 0 0,1 0 0,-3-2-1,2-7-4825</inkml:trace>
</inkml:ink>
</file>

<file path=ppt/ink/ink2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44.531"/>
    </inkml:context>
    <inkml:brush xml:id="br0">
      <inkml:brushProperty name="width" value="0.035" units="cm"/>
      <inkml:brushProperty name="height" value="0.035" units="cm"/>
      <inkml:brushProperty name="color" value="#0066FF"/>
    </inkml:brush>
  </inkml:definitions>
  <inkml:trace contextRef="#ctx0" brushRef="#br0">1 27 1384,'32'-14'8594,"23"5"-965,-31 6-4525,-16 2-2381,1 1-1,0 1 1,-1-1-1,1 1 1,-1 1 0,0 0-1,1 0 1,-1 1-1,0-1 1,9 6-1,-14-6-616,0-1 0,0 1 0,-1 0 0,1-1 0,-1 1-1,1 1 1,-1-1 0,0 0 0,1 0 0,-1 1-1,0-1 1,-1 1 0,1 0 0,0 0 0,-1-1 0,0 1-1,1 0 1,-1 0 0,-1 0 0,1 1 0,0-1-1,-1 0 1,1 0 0,-1 0 0,0 4 0,-3 7 87,-1 0 1,-1 0 0,0 0 0,-1-1-1,-1 0 1,-14 23 0,16-29-194,0 1 0,0-1 0,0 0 0,-1 0 0,-10 9 0,12-13 0,0 0 0,0 0 0,0 1 0,1-1 0,-1 1 0,1 0 0,0 0 0,0 0 0,0 0 0,1 1 0,-1-1 0,1 1 0,0 0 0,0-1 0,1 1 0,-1 0 0,0 7 0,2-11 0,0-1 0,0 1 0,0-1 0,0 0 0,0 1 0,1-1 0,-1 1 0,0-1 0,0 1 0,0-1 0,0 0 0,1 1 0,-1-1 0,0 0 0,1 1 0,-1-1 0,0 0 0,0 1 0,1-1 0,-1 0 0,1 1 0,-1-1 0,0 0 0,1 0 0,-1 0 0,1 1 0,-1-1 0,1 0 0,19 2 0,19-8 0,-38 6 0,102-20 0,120-30 0,-173 37-2357,-37 11 1115,-1-1-1,0 0 1,0 0-1,0-2 1,0 1 0,0-2-1,-1 1 1,13-10-1,-23 14 543,1 0 1,-1 0-1,0-1 0,1 1 1,-1 0-1,0-1 0,0 1 0,0-1 1,0 1-1,0-1 0,0 0 1,0 1-1,0-1 0,-1 0 1,1 0-1,-1 1 0,1-5 0,-1 0-3893</inkml:trace>
</inkml:ink>
</file>

<file path=ppt/ink/ink2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45.754"/>
    </inkml:context>
    <inkml:brush xml:id="br0">
      <inkml:brushProperty name="width" value="0.035" units="cm"/>
      <inkml:brushProperty name="height" value="0.035" units="cm"/>
      <inkml:brushProperty name="color" value="#0066FF"/>
    </inkml:brush>
  </inkml:definitions>
  <inkml:trace contextRef="#ctx0" brushRef="#br0">129 11 1960,'0'-8'19871,"-2"6"-17800,-6 2 6498,2 0-8305,5 5-232,1 134-32,-1-128 0,0-1 0,-1 1 0,-3 11 0,3-11 0,-1 0 0,2 1 0,-1 13 0,2 7 0,0-29 0,-8-12 0,3 4 0,4 3 0,0 1 0,0 0 0,0 0 0,0 0 0,0-1 0,0 1 0,0-1 0,0 1 0,0-1 0,1 1 0,-1-1 0,1 1 0,-1-1 0,1 1 0,-1-1 0,1-2 0,-1 0 0,1 0 0,-1 0 0,0 0 0,0 0 0,-1 0 0,-2-6 0,-5-10 0,-8-28 0,6 23 0,9 22 0,0 0 0,1-1 0,-1 1 0,1-1 0,0 0 0,0 1 0,0-1 0,-1-7 0,-7-32 0,9 27 0,2 12 0,-2 4 0,0 0 0,0-1 0,1 1 0,-1 0 0,0 0 0,0 0 0,1 0 0,-1 0 0,0 0 0,0 0 0,1 0 0,-1 0 0,0 0 0,0 0 0,1 0 0,-1 0 0,0 0 0,0 0 0,1 0 0,-1 0 0,0 0 0,0 0 0,1 0 0,-1 1 0,0-1 0,0 0 0,0 0 0,1 0 0,-1 0 0,0 1 0,1 1 0,7 1 0,-7-2 0,0-1 0,0 0 0,0 0 0,0 1 0,0-1 0,0 1 0,0-1 0,0 1 0,-1-1 0,1 1 0,0 0 0,0-1 0,0 1 0,-1 0 0,2 1 0,-1-1 0,0 1 0,0-1 0,0 0 0,0 0 0,0 0 0,0 0 0,1 0 0,-1 0 0,0 0 0,1 0 0,2 1 0,-3-1 0,1-1 0,0 1 0,0 0 0,-1 1 0,1-1 0,-1 0 0,1 0 0,-1 1 0,0-1 0,1 1 0,-1-1 0,1 3 0,1-1-14,-1 1 0,1-1 0,-1 0 0,1-1 0,0 1 0,0 0 0,0-1 0,1 0 0,-1 1 0,1-1 0,4 2-1,-4-2-100,0 0 0,0 0-1,0 1 1,0 0 0,0 0-1,6 6 1,-6-1-3470,-4-7 3264,1-1-1,-1 1 1,0-1 0,0 0 0,0 1 0,1-1 0,-1 1 0,0-1-1,0 0 1,1 1 0,-1-1 0,0 0 0,1 1 0,-1-1-1,0 0 1,1 1 0,-1-1 0,1 0 0,-1 0 0,1 0 0,-1 1-1,0-1 1,1 0 0,-1 0 0,1 0 0,-1 0 0,1 0 0,-1 0-1,1 0 1,-1 0 0,1 0 0,0 0 0</inkml:trace>
</inkml:ink>
</file>

<file path=ppt/ink/ink2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46.424"/>
    </inkml:context>
    <inkml:brush xml:id="br0">
      <inkml:brushProperty name="width" value="0.035" units="cm"/>
      <inkml:brushProperty name="height" value="0.035" units="cm"/>
      <inkml:brushProperty name="color" value="#0066FF"/>
    </inkml:brush>
  </inkml:definitions>
  <inkml:trace contextRef="#ctx0" brushRef="#br0">60 33 2433,'-4'-6'5479,"4"6"-5118,-3-2 2881,3 1-2881,0 1-1,0 0 0,-1 0 1,1-1-1,0 1 0,0 0 1,-1-11 12207,0 6-10223,1 5-2228,-17-5 3570,10 4-3675,0 2-12,5 3 0,2-1 0,0 0 0,0-1 0,-1 1 0,1 0 0,-1 0 0,0-1 0,0 1 0,0 0 0,0-1 0,-2 4 0,2-4 0,0 0 0,0 0 0,0 0 0,0 0 0,0 0 0,1 1 0,-1-1 0,1 0 0,-1 0 0,1 3 0,0 25 0,2-1 0,9 54 0,-7-68 0,0 0 0,0 0 0,1-1 0,1 1 0,1-1 0,0-1 0,12 18 0,-5-9 0,18 39 0,7 11 0,-30-54 0,-8-15 0,0 0 0,1 0 0,-1 0 0,1 0 0,0 0 0,-1 0 0,1-1 0,3 3 0,1 1-389,3 2-1349,-9-8 1707,0 0 0,0 0 0,0 0 0,0 0 0,0 0 0,0 1-1,0-1 1,0 0 0,0 0 0,0 0 0,0 0 0,0 0 0,0 0 0,0 1 0,0-1 0,0 0 0,0 0 0,0 0 0,0 0 0,0 0 0,0 0 0,0 1-1,0-1 1,0 0 0,-1 0 0,1 0 0,0 0 0,0 0 0,0 0 0,0 0 0,0 0 0,0 1 0,0-1 0,-1 0 0,1 0 0,0 0 0,0 0 0,0 0 0,0 0-1,0 0 1,0 0 0,-1 0 0,1 0 0,0 0 0,0 0 0,0 0 0,0 0 0,0 0 0,0 0 0,-1 0 0,1 0 0,0 0 0,0 0 0,0 0 0,0 0 0,0 0-1,-1 0 1,1 0 0,0 0 0,0-1 0,0 1 0,-2 0-543,1 0 1,-1-1-1,1 1 0,-1-1 1,1 1-1,-1-1 0,1 0 1,-1 1-1,1-1 1,0 0-1,0 0 0,-1 0 1,0-1-1,-1-1-395,0 1 0,0-1 1,1 0-1,-1 0 0,1-1 0,-4-5 1,-7-55-7708,0 42 6287,3 1-312</inkml:trace>
</inkml:ink>
</file>

<file path=ppt/ink/ink2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47.303"/>
    </inkml:context>
    <inkml:brush xml:id="br0">
      <inkml:brushProperty name="width" value="0.035" units="cm"/>
      <inkml:brushProperty name="height" value="0.035" units="cm"/>
      <inkml:brushProperty name="color" value="#0066FF"/>
    </inkml:brush>
  </inkml:definitions>
  <inkml:trace contextRef="#ctx0" brushRef="#br0">96 536 2176,'-8'-12'2667,"7"10"-2237,-1 0-1,1 0 1,0 0-1,-1 0 1,1 1 0,-1-1-1,1 0 1,-1 1 0,-3-3-1,-56-35 6305,60 39-6563,0-1 1,1 1-1,-1-1 1,1 1-1,-1-1 1,1 0-1,-1 1 1,1-1-1,-1 0 1,1 1-1,-1-1 1,1 0-1,0 0 1,0 1-1,-1-1 1,1 0 0,0 0-1,0 0 1,0 1-1,0-1 1,0 0-1,0 0 1,0 0-1,0 0 1,0 1-1,0-1 1,1 0-1,-1 0 1,0 0-1,1 1 1,-1-1-1,0 0 1,1 1-1,-1-1 1,1 0-1,-1 1 1,1-1-1,-1 0 1,1 1-1,1-2 1,-1 1 317,9-5 945,0 1-1262,0 0 1,1 1 0,-1 1-1,1-1 1,18-2-1,24-8 7,-7 0-14,-33 11-52,0-1 1,18-8-1,76-31 547,-66 28-512,6 0-71,1 1-1,0 3 0,98-10 1,-32 3 0,3 1 23,217-17 348,-187 18-348,-10 0-127,0 0 50,138-16-56,-148 16 27,0-1 65,-50 8-39,-35 4-51,46-1-1,25 1 42,22-1-60,-42 1 17,-8 0 33,-44 0 29,-26 3-22,0 0 0,0 0-1,19 2 1,-32 0 200,-9 7 677,6-6-803,0-1-1,1 1 1,-1 0 0,0-1-1,0 1 1,1 0 0,-1-1-1,1 1 1,-1 0-1,0 0 1,1 0 0,-1-1-1,1 1 1,0 0 0,-1 0-1,1 1 1,0 6 189,0 0 0,-1-1-1,1 1 1,-2 0 0,-3 13 0,4-16-257,0 1 0,0-1 0,0 0-1,1 1 1,0-1 0,0 1 0,0-1 0,1 0 0,0 1 0,2 8 0,3 6 54,12 29 1,-11-35-46,-2 1 1,7 26-1,10 50-22,2 6 0,10 37 0,-32-126 0,0 0 0,1 0 0,0 0 0,0 0 0,8 12 0,-6-12 0,-1 0 0,0 0 0,-1 1 0,5 16 0,-5-15 0,-1 1 0,2-1 0,-1 1 0,1-1 0,1 0 0,10 18 0,-8-10 0,-6-17 0,-1 1 0,1 0 0,-1-1 0,1 1 0,0-1 0,-1 1 0,1-1 0,0 1 0,0-1 0,2 3 0,-1-3 0,-1 1 0,1-1 0,-1 0 0,0 1 0,0-1 0,0 1 0,0-1 0,0 1 0,0 0 0,0-1 0,0 1 0,0 0 0,-1 0 0,1-1 0,-1 1 0,1 0 0,-1 0 0,0 2 0,-1 0 0,-6-9 0,-23-19-1768,-54-23-7972,66 38 8369,18 9 1286,-13-7-3099,-1 1 0,-18-7 1,-8 2-2092</inkml:trace>
</inkml:ink>
</file>

<file path=ppt/ink/ink2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49.120"/>
    </inkml:context>
    <inkml:brush xml:id="br0">
      <inkml:brushProperty name="width" value="0.035" units="cm"/>
      <inkml:brushProperty name="height" value="0.035" units="cm"/>
      <inkml:brushProperty name="color" value="#0066FF"/>
    </inkml:brush>
  </inkml:definitions>
  <inkml:trace contextRef="#ctx0" brushRef="#br0">181 343 976,'-27'6'8638,"-40"-1"-4196,24 6-1388,40-11-2814,0 1 0,0 1-1,1-1 1,-1 0-1,0 1 1,1-1 0,-1 1-1,1 0 1,0 0-1,-1 0 1,-2 4 0,1-1 59,4-5-264,0 0 1,-1 0-1,1 0 1,0 1 0,-1-1-1,1 0 1,0 1 0,-1-1-1,1 0 1,0 0 0,-1 1-1,1-1 1,0 1 0,0-1-1,0 0 1,-1 1 0,1-1-1,0 0 1,0 1 0,0-1-1,0 1 1,0-1 0,0 1-1,0-1 1,0 0 0,0 1-1,0-1 1,0 1 0,0-1-1,0 1 1,0-1 91,1 1 0,-1-1 1,0 1-1,1-1 0,-1 0 0,1 1 0,-1-1 1,0 0-1,1 0 0,-1 1 0,1-1 0,-1 0 1,1 0-1,-1 1 0,1-1 0,-1 0 1,1 0-1,-1 0 0,1 0 0,-1 0 0,1 0 1,-1 0-1,1 0 0,-1 0 0,1 0 0,23 0 136,-16-1-18,256-17 1222,-108 3-1356,262-20-8,-248 19-94,-78 9 25,14-2 9,5-2-49,43-5 36,-95 11-38,-36 1-12,46-1-1,-7 1 26,-36-1 14,11 0 2,7 3-33,72-14-1,-72 8 10,5 3 9,-34 5-8,1-2 1,29-7 0,-40 8-1,-1 1 0,1-1 0,-1 1 0,1-1 0,0 1 0,8 2 0,-1-2 37,-9-1-10,6-3-10,-1 0-22,-1 3-1,53-5-102,-8-4 182,-17 0-58,-34 10-12,-1-1-1,0 1 0,1 0 1,-1-1-1,1 1 0,-1 0 1,1 0-1,-1-1 0,0 1 1,1 0-1,-1 0 0,1 0 1,-1 0-1,1 0 1,-1 0-1,1 0 0,-1 0 1,1 0-1,-1 0 0,1 0 1,-1 0-1,1 0 0,-1 0 1,1 0-1,-1 0 0,1 0 1,-1 1-1,1-1 0,1-3 26,-2 2 34,1 1-81,7 0 12,0 0 7,-8 0 0,1 0 1,-1 0 0,1 0-1,-1 0 1,0 1 0,1-1-1,-1 0 1,1 0 0,-1 0 0,1 0-1,-1 0 1,0 0 0,1 0-1,-1 0 1,1 0 0,-1 0-1,1-1 1,-1 1 0,0 0-1,1 0 1,-1 0 0,1 0-1,-1-1 1,0 1 0,1 0-1,-1 0 1,0-1 0,1 1-1,-1 0 1,1-1 0,-1 1-1,0-1 0,1 1 1,-1 0-1,0-1 0,1 1 1,-1 0-1,0 0 0,1-1 1,-1 1-1,1 0 0,-1 0 1,0 0-1,1-1 0,-1 1 1,1 0-1,-1 0 0,1 0 1,-1 0-1,0 0 0,1 0 1,-1 0-1,1 0 0,-1 0 1,1 0-1,-1 0 0,1 0 1,-1 1-1,0-1 0,1 0 1,0 0-1,60-5-38,-2 0 45,8-6-12,-66 9 35,-1 0-27,10 1 27,14-9-11,-12 8-25,-11 2 7,-1 1 1,1-1-1,0 0 1,0 0 0,0 0-1,0 0 1,0 0-1,0 0 1,0-1 0,0 1-1,0 0 1,0 0 0,-1-1-1,1 1 1,0 0-1,0-1 1,0 1 0,-1-1-1,1 1 1,0-1-1,0 1 1,-1-1 0,1 0-1,0 1 1,-1-1 0,2-1-1,-1 1 15,0 1-2,1 0 1,-1 0-1,0 0 1,0 0-1,1 0 1,-1 0-1,0 0 1,0-1-1,0 1 1,1-1-1,-1 1 1,0-1-1,0 1 0,0-1 1,0 1-1,0-1 1,0 0-1,0 0 1,0 0-1,0 1 1,0-1-1,1-2 1,2-2 100,16-11 142,-6 5-193,-14 11-62,1-1 0,-1 1 0,0 0 0,1-1 0,-1 1 0,0 0 0,1-1 0,-1 1 0,0 0 0,1 0 0,-1 0 0,1-1 0,-1 1 0,1 0 0,-1 0 0,0 0 0,1 0 0,-1 0 0,1 0 0,-1 0 0,1 0 0,-1 0 0,1 0 0,0 0 0,-1 0-1,0 0-1,1 0 1,-1 0 0,0 0-1,1 0 1,-1 0 0,0 0-1,1 0 1,-1 0-1,1 0 1,-1-1 0,0 1-1,0 0 1,1 0 0,-1 0-1,0 0 1,1-1 0,-1 1-1,0 0 1,0 0 0,1-1-1,-1 1 1,0 0 0,0 0-1,1-1 1,-1 1 0,0 0-1,0-1 1,0 1 0,1-1-1,-1 1 1,0 0-1,0-1 1,0 1-1,0 0 0,0 0 1,0-1-1,0 1 1,1 0-1,-1 0 1,0-1-1,0 1 1,0 0-1,1 0 0,-1 0 1,0-1-1,0 1 1,1 0-1,-1 0 1,0 0-1,0 0 1,1 0-1,-1 0 0,0-1 1,0 1-1,1 0 1,-1 0-1,0 0 1,0 0-1,1 0 1,-1 0-1,2 0-1,-1 0-1,0 0 1,0 0 0,0-1 0,0 1-1,1 0 1,-1-1 0,0 1-1,0-1 1,0 0 0,0 1-1,1-2 1,9-2 660,-10 3-485,-1 1-161,0-1 1,1 1 0,-1 0-1,0-1 1,0 1-1,1 0 1,-1-1 0,0 1-1,1 0 1,-1 0 0,0-1-1,1 1 1,-1 0-1,1 0 1,-1 0 0,1 0-1,-1-1 1,0 1-1,1 0 1,-1 0 0,1 0-1,-1 0 1,1 0 0,-1 0-1,6-2 92,-5 2-111,-1-1-1,1 1 1,0-1 0,0 1-1,0 0 1,0-1-1,-1 1 1,1 0 0,0 0-1,0 0 1,0-1 0,0 1-1,0 0 1,0 0 0,0 0-1,-1 0 1,1 0 0,1 1-1,-6-1-1017,-1 0 0,1-1 0,-1 1 0,1-1 1,0 0-1,-9-3 0,-23-16-15171,27 15 11460</inkml:trace>
</inkml:ink>
</file>

<file path=ppt/ink/ink2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1.791"/>
    </inkml:context>
    <inkml:brush xml:id="br0">
      <inkml:brushProperty name="width" value="0.035" units="cm"/>
      <inkml:brushProperty name="height" value="0.035" units="cm"/>
      <inkml:brushProperty name="color" value="#0066FF"/>
    </inkml:brush>
  </inkml:definitions>
  <inkml:trace contextRef="#ctx0" brushRef="#br0">0 27 344,'15'9'14190,"-23"-7"-12758,17-3 6234,6-1-4400,66-6-3521,-21 3 322,15-1-74,22 1-3864,-48 0-3596,-48 5 6256,-1-1 1035,0 1 0,-1 0 0,1-1 0,0 1 0,-1 0-1,1-1 1,0 1 0,-1 0 0,1-1 0,0 1 0,-1 0 0,1 0 0,0-1 0,-1 1 0,1 0 0,-1 0 0,1 0 0,-1 0 0,1 0 0,-1-1 0,-51 2-7695,35 4 5733</inkml:trace>
</inkml:ink>
</file>

<file path=ppt/ink/ink2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2.024"/>
    </inkml:context>
    <inkml:brush xml:id="br0">
      <inkml:brushProperty name="width" value="0.035" units="cm"/>
      <inkml:brushProperty name="height" value="0.035" units="cm"/>
      <inkml:brushProperty name="color" value="#0066FF"/>
    </inkml:brush>
  </inkml:definitions>
  <inkml:trace contextRef="#ctx0" brushRef="#br0">0 81 1560,'0'0'5037,"19"6"679,132-18-5250,-138 10-968,0-1 0,0 0 0,23-9 0,-26 7-698,0 1 1,0-2-1,-1 1 1,17-13-1,-10 8-954,1 4-345</inkml:trace>
</inkml:ink>
</file>

<file path=ppt/ink/ink2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2.336"/>
    </inkml:context>
    <inkml:brush xml:id="br0">
      <inkml:brushProperty name="width" value="0.035" units="cm"/>
      <inkml:brushProperty name="height" value="0.035" units="cm"/>
      <inkml:brushProperty name="color" value="#0066FF"/>
    </inkml:brush>
  </inkml:definitions>
  <inkml:trace contextRef="#ctx0" brushRef="#br0">17 0 1680,'0'0'7258,"10"5"-2921,-7-5-4205,3 0-41,0 0-1,-1 0 1,1 0-1,0 1 1,-1 0-1,1 0 1,-1 0-1,0 1 1,9 3-1,-11-4-77,-1 0-1,0 0 0,0 0 0,1 0 0,-1 0 0,0-1 1,1 1-1,2 0 0,-2-1-7,0 0 1,0 1 0,0 0-1,0 0 1,-1-1 0,1 1-1,0 1 1,3 1-1,11 9 0,-2 1 0,1 0-1,19 22 1,-33-32-3,0 1 1,0-1-1,0 1 0,0-1 1,-1 1-1,1 0 0,-1 0 0,0-1 1,0 1-1,-1 0 0,1 0 1,-1 0-1,0 0 0,0 0 0,0 0 1,0 0-1,-1 0 0,1 0 1,-1 0-1,-3 7 0,2-4-4,0 0 1,0 0-1,-1 0 1,0 0-1,0 0 0,-1-1 1,0 1-1,0-1 1,-1 0-1,0 0 0,0-1 1,0 1-1,-9 6 0,-5 3 8,-5 3 3,-4 1-2,26-17-82,0 1-1,-1-1 1,0 0 0,1 0-1,-1-1 1,0 1 0,0-1-1,0 1 1,0-1 0,0 0-1,0 0 1,-1 0 0,1 0 0,-6 0-1,6-1-440,0-1 0,0 1-1,0-1 1,0 0 0,0 1 0,0-1-1,0-1 1,0 1 0,0 0 0,1-1-1,-1 1 1,0-1 0,1 0 0,0 0-1,-1 0 1,1 0 0,-2-3 0,-5-1-2592</inkml:trace>
</inkml:ink>
</file>

<file path=ppt/ink/ink2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3.009"/>
    </inkml:context>
    <inkml:brush xml:id="br0">
      <inkml:brushProperty name="width" value="0.035" units="cm"/>
      <inkml:brushProperty name="height" value="0.035" units="cm"/>
      <inkml:brushProperty name="color" value="#0066FF"/>
    </inkml:brush>
  </inkml:definitions>
  <inkml:trace contextRef="#ctx0" brushRef="#br0">0 322 376,'0'7'9534,"2"-3"-7697,11-5-801,0 0 0,0 0 1,16-5-1,-19 4-987,-1-1-1,1 0 1,-1 0 0,0-1 0,0 0-1,0-1 1,0 0 0,-1-1 0,12-8 0,-17 11-31,0 0 1,0 1-1,0-1 1,0-1-1,0 1 1,-1 0 0,1-1-1,-1 1 1,0-1-1,0 1 1,-1-1-1,1 0 1,1-7 0,-1 7 36,-1 1 1,0-1 0,0 0 0,-1 0 0,1 0 0,-1 0 0,0 0 0,0 0 0,0 0 0,0 0 0,-1 0 0,1 0 0,-1 0-1,-3-7 1,2-6 245,2 15-247,0 0 0,-1 0 1,1 0-1,0 0 0,-1 0 1,1 0-1,-1 0 0,0 0 0,0 0 1,-2-4-1,1 3 49,-1-1 31,0 0 0,1-1 0,-1 1 0,1-1 0,0 1 0,0-1 0,0 0 0,1 0 0,-2-9 0,2 10 16,0 1 0,1-1 0,-1 0 1,-1 0-1,1 0 0,-1 1 0,1-1 0,-1 0 1,0 1-1,0 0 0,0-1 0,-6-4 0,7 7 152,0 1-264,0 0-37,1 0-1,-1 0 0,1 0 0,0 0 1,-1 1-1,1-1 0,0 0 0,-1 0 1,1 0-1,-1 0 0,1 1 0,0-1 1,0 0-1,-1 0 0,1 1 0,0-1 0,-1 0 1,1 1-1,0-1 0,0 0 0,0 1 1,-1-1-1,1 0 0,0 1 0,0-1 1,0 1-1,0-1 0,0 0 0,0 1 1,-1-1-1,1 0 0,0 1 0,0-1 1,0 1-1,1 0 0,-1 8-3,0 250 41,0-252-24,-2 1-1,1-1 1,-1 0 0,0 0-1,-1 0 1,-3 8-1,-5 13 48,-23 30 288,20-40-92,12-16-219,0-1 1,1 1 0,-1-1 0,1 1 0,-1 0-1,1 0 1,0 0 0,0-1 0,0 1-1,0 0 1,0 1 0,0-1 0,0 0 0,0 3-1,-3 6 221,0 4 148,4-13-398,0-1 10,-1-1 0,1 1 0,0 0 1,0 0-1,0 0 0,0-1 0,0 1 0,0 0 0,0 0 0,0 0 1,1-1-1,-1 1 0,0 0 0,0 0 0,1 0 0,-1-1 0,1 1 1,-1 0-1,0-1 0,1 1 0,-1 0 0,1-1 0,-1 1 0,1-1 0,1 2 1,1-1 75,1 1 0,0-1 0,0 0 0,-1 0 0,1-1 0,0 1 0,0-1 0,0 0 0,0 0 0,6 0 0,46-8 333,-47 7-365,126-20-155,-59 5-1810,-71 14 1326,0 1-1,1-1 0,-1 0 1,0 0-1,0 0 1,-1-1-1,1 1 1,6-6-1,1 0-1431,-9 5 1124,-1 0 1,1 0 0,0 0 0,-1-1 0,0 0-1,1 1 1,-1-1 0,-1 0 0,3-7 0,3-5-2744,-5 10 766</inkml:trace>
</inkml:ink>
</file>

<file path=ppt/ink/ink2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4.706"/>
    </inkml:context>
    <inkml:brush xml:id="br0">
      <inkml:brushProperty name="width" value="0.035" units="cm"/>
      <inkml:brushProperty name="height" value="0.035" units="cm"/>
      <inkml:brushProperty name="color" value="#0066FF"/>
    </inkml:brush>
  </inkml:definitions>
  <inkml:trace contextRef="#ctx0" brushRef="#br0">181 438 16,'0'0'1430,"17"1"5074,-17-1-6416,0 0 1,0 0-1,0 1 0,0-1 1,0 0-1,1 0 1,-1 0-1,0 1 0,0-1 1,0 0-1,0 0 1,0 0-1,0 1 0,1-1 1,-1 0-1,0 0 1,0 0-1,0 0 0,0 1 1,1-1-1,-1 0 1,0 0-1,0 0 0,0 0 1,1 0-1,-1 0 1,0 0-1,0 0 0,0 1 1,1-1-1,-1 0 1,-6-1 3248,-34 18-39,12-1-1713,17-11-1062,1 0-1,0 1 1,1 1 0,-10 8 0,1-2-121,16-11-340,-1 0 0,0 0 0,0 0 0,1 1 0,0-1 0,-1 0-1,1 1 1,0 0 0,-2 4 0,-8 9 121,11-15-177,0 1-1,-1 0 0,1-1 0,0 1 0,0 0 0,0-1 0,0 1 0,1 0 1,-1 0-1,0 0 0,1 0 0,-1 0 0,1 0 0,0 0 0,-1 3 1,1-2-8,0-2 10,0 0-1,0 0 1,0 0 0,0 0 0,0 0 0,0 0-1,0 0 1,0 0 0,0 0 0,0 0-1,0 0 1,1 0 0,-1 0 0,0 0 0,1 0-1,-1 0 1,1 0 0,-1 0 0,1 0 0,0-1-1,-1 1 1,2 1 0,0-1 48,25-1 355,-21 0-362,1-1 0,-1 0 0,1 0 0,-1-1 0,0 1 0,1-2 0,-1 1 0,0-1 0,10-5 0,-3 0 36,-1-1 0,1 0 0,12-13 1,-18 10 6,-7 11-76,0 0-1,1 0 0,-1 0 1,1 0-1,-1 0 0,1 0 0,0 0 1,-1 0-1,1 0 0,0 0 0,0 0 1,0 1-1,1-2 0,0 1 84,-1 0-1,1-1 0,0 1 1,0-1-1,-1 1 0,1-1 1,-1 1-1,1-1 1,-1 0-1,0 0 0,0 0 1,1 0-1,-1 0 0,-1 0 1,1 0-1,0 0 1,0 0-1,-1 0 0,1 0 1,-1-5-1,0 6 286,0 1-353,0 0 1,1 0-1,-1 0 0,0-1 1,0 1-1,0 0 0,0 0 1,0 0-1,0 0 0,0-1 1,0 1-1,0 0 0,0 0 1,0 0-1,0 0 0,0-1 1,0 1-1,0 0 0,-1 0 1,1 0-1,0 0 1,0-1-1,0 1 0,0 0 1,0 0-1,0 0 0,0 0 1,0 0-1,0-1 0,-1 1 1,1 0-1,0 0 0,0 0 1,0 0-1,0 0 0,-1 0 1,1 0-1,0 0 0,0 0 1,0-1-1,0 1 0,-1 0 1,1 0-1,0 0 0,0 0 1,0 0-1,0 0 0,-1 0 1,1 0-1,0 0 0,0 0 1,0 0-1,0 1 0,-1-1 1,1 0-1,0 0 0,0 0 1,0 0-1,0 0 0,-1 0 1,1 0-1,0 0 0,0 0 1,0 0-1,0 1 0,-1-1-35,1 0 0,-1 0-1,0 0 1,1 1 0,-1-1 0,1 0-1,-1 0 1,1 1 0,-1-1 0,1 0-1,-1 1 1,1-1 0,0 1 0,-1-1-1,1 0 1,-1 1 0,1-1 0,0 1-1,0-1 1,-1 1 0,1-1 0,0 1-1,0-1 1,-1 2 0,-3 7 4,4-9 3,-1 1-1,1 0 1,-1-1-1,1 1 0,0 0 1,-1-1-1,1 1 1,0 0-1,-1 0 0,1-1 1,0 1-1,0 0 1,0 0-1,0-1 0,0 1 1,0 1-1,-9 45 100,9-10 204,0-36-134,10-18 869,-5 9-919,1 0 0,0 0 0,0 1 0,0 0 0,12-10 0,-15 15-96,20-27 238,-13 14-141,-9 13-95,0 1-20,0 0 1,0 0 0,-1 0-1,1 0 1,0 0-1,0 0 1,-1 0-1,1 0 1,-1-1-1,0 1 1,1 0 0,-1 0-1,0 0 1,1-3-1,-1 3-16,2 3-46,-1 0 42,1 0 1,0 0-1,-1 0 1,1 0-1,-1 0 1,0 0-1,1 1 1,-1-1-1,1 4 1,-2-5 10,0 0 0,0 1 0,0-1 0,0 0 1,0 0-1,0 0 0,0 0 0,1 0 0,-1 0 0,0 0 1,1 1-1,-1-1 0,1 0 0,-1 0 0,1 0 0,-1-1 0,1 1 1,1 2-1,-2-3 1,0 0 0,1 0 0,-1 0 0,0 0 0,0 0 0,0 0 1,1 0-1,-1 0 0,0 1 0,0-1 0,0 0 0,0 0 0,0 0 0,1 0 0,-1 0 1,0 1-1,0-1 0,0 0 0,0 0 0,0 0 0,0 1 0,0-1 0,0 0 0,0 0 0,0 0 1,1 1-1,-1-1 0,0 0 0,0 0 0,0 0 0,0 1 0,0-1 0,-1 0 0,1 0 1,0 0-1,0 1 0,0-1 0,0 0 0,0 0 0,0 0 0,0 1 0,0-1 0,0 0 1,0 0-1,-1 0 0,1 1 0,1 0 3,0 0 2,-1 0-1,1-1 1,0 1 0,-1-1-1,1 1 1,0-1 0,0 1 0,-1-1-1,1 1 1,0-1 0,0 0 0,0 0-1,0 1 1,-1-1 0,1 0 0,0 0-1,0 0 1,0 0 0,0 0-1,0 0 1,0 0 0,0 0 0,-1 0-1,1-1 1,0 1 0,0 0 0,0 0-1,0-1 1,-1 1 0,1-1-1,0 1 1,0-1 0,0 1 0,-1-1-1,1 1 1,0-1 0,-1 0 0,1 1-1,-1-1 1,1 0 0,-1 1-1,1-1 1,0-1 0,0-2 25,1-1 0,-1 0 0,0 1 1,0-1-1,0 0 0,-1 1 0,0-10 0,0 13 18,0-4 164,9 42-349,-9-36 137,0 0 0,0 0-1,1-1 1,-1 1 0,0 0 0,0 0-1,1 0 1,-1 0 0,1 0 0,-1-1 0,1 1-1,-1 0 1,1-1 0,-1 1 0,2 1 0,-1-1-1,0 0 1,0 0-1,0 0 0,-1 0 1,1 0-1,0 1 1,0-1-1,-1 0 1,1 0-1,-1 1 1,1-1-1,-1 1 1,0-1-1,1 0 1,-1 1-1,0 1 1,0-2-2,0-1 0,0 0 0,1 1-1,-1-1 1,0 0 0,0 1 0,0-1 0,1 0 0,-1 1 0,0-1-1,0 0 1,1 0 0,-1 1 0,0-1 0,1 0 0,-1 0 0,0 0-1,0 1 1,1-1 0,-1 0 0,1 0 0,-1 0 0,0 0 0,1 0-1,-1 0 1,0 0 0,1 0 0,-1 0 0,0 0 0,1 0 0,0 0-1,13 0-109,-12 0 92,11-2-268,-1 0 1,1-1 0,-1 0 0,22-9-1,4-4-1097,62-37 0,-90 45 1304,6-1 34,-14 8 53,-1-1-1,1 1 1,-1 0-1,0-1 1,1 1-1,-1-1 1,0 1-1,0-1 1,0 0-1,0 1 1,0-1-1,0 0 1,0-2-1,6-9 234,-6 12-160,-1-1 0,1 1 0,-1-1-1,0 1 1,1-1 0,-1 1 0,0-1-1,0 1 1,0-1 0,0 1 0,0-1-1,0 1 1,-1-1 0,1 1-1,0-1 1,-1 1 0,1 0 0,-1-1-1,0 1 1,1-1 0,-1 1 0,0 0-1,-1-2 1,-6-7 902,7 9-965,1 1 1,0 0-1,0-1 1,0 1-1,0 0 1,0-1-1,-1 1 1,1 0-1,0-1 1,0 1-1,-1 0 1,1-1 0,0 1-1,0 0 1,-1 0-1,1-1 1,0 1-1,-1 0 1,1 0-1,0 0 1,-1-1-1,1 1 1,-1 0-1,1 0 1,0 0-1,-1 0 1,1 0-1,-1 0 1,0 0-1,-1-2 405,-7-2-117,-11 6 73,20-2-379,-1 0 0,1 1 0,-1-1 0,0 0 0,1 0 0,-1 0 0,1 0 1,-1 0-1,0 1 0,1-1 0,-1 0 0,1 0 0,-1 1 0,1-1 0,-1 0 1,1 1-1,-1-1 0,1 1 0,0-1 0,-1 1 0,1-1 0,-1 1 0,1-1 0,0 1 1,-1 0-1,1 0 1,0-1 0,0 1 0,-1 0 0,1-1 0,0 1 0,0-1 1,-1 1-1,1-1 0,0 1 0,-1-1 0,1 1 0,-1-1 0,1 1 1,-1-1-1,1 1 0,-1-1 0,1 0 0,-1 1 0,1-1 0,-1 0 0,0 1 1,1-1-1,-1 0 0,1 0 0,-2 1 0,1-1 2,0 0-1,-1 1 1,1-1-1,0 1 1,0 0-1,0-1 1,0 1 0,0 0-1,0 0 1,1-1-1,-1 1 1,0 0-1,-1 1 1,-7 12-41,8-12 29,-1 0 0,0 1 1,1-1-1,-1 1 0,1-1 0,0 1 0,-1 0 1,1-1-1,1 1 0,-2 5 0,-7 24 45,9-20-7,-1-10-28,1 0 1,0-1 0,0 1-1,-1 0 1,1-1 0,0 1-1,0 0 1,1 0-1,-1-1 1,0 1 0,1 0-1,-1 0 1,1-1 0,-1 1-1,1-1 1,0 1 0,0 0-1,-1-1 1,3 3 0,2-1-13,-5-2 13,1-1 0,0 0 1,0 1-1,-1-1 0,1 0 0,0 1 0,0-1 0,0 0 0,-1 0 0,1 1 0,0-1 0,0 0 0,0 0 1,-1 0-1,1 0 0,0 0 0,1-1 0,1 1 13,0-1 1,0 0 0,0 0-1,0 0 1,0 0-1,-1-1 1,1 1-1,0-1 1,-1 1-1,1-1 1,-1 0-1,0 0 1,0 0-1,0-1 1,0 1-1,3-4 1,8-7 24,-10 9-38,-1 0 0,1 1 0,-1-1 0,0 0 0,0 0 0,0-1 0,-1 1 0,2-8 0,4-8 0,-5 14 0,0-1 0,-1 0 0,0 0 0,0 0 0,-1 0 0,0 0 0,0 0 0,0 0 0,-1 0 0,0 0 0,0 0 0,-4-9 0,2 4 0,1 0 0,0 0 0,0-14 0,1 5 0,-6-35 0,3 34 0,-1-39 0,5-8 0,0 68 0,0 1 0,0 0 0,0 0 0,0 0 0,0 0 0,0-1 0,0 1 0,0 0 0,0 0 0,0 0 0,0-1 0,0 1 0,0 0 0,0 0 0,-1 0 0,1 0 0,0-1 0,0 1 0,0 0 0,0 0 0,0 0 0,0 0 0,-1-1 0,1 1 0,0 0 0,0 0 0,0 0 0,0 0 0,0 0 0,-1 0 0,1 0 0,0 0 0,0 0 0,0 0 0,-1-1 0,1 1 0,0 0 0,0 0 0,-3-1 0,1-1 0,2 5 0,-8 25 0,7 0 0,1-5 0,0 0 0,1 0 0,6 28 0,1 24 0,-6-66 0,-1 0 0,-1 0 0,1 0 0,-2 13 0,0 0 0,-1-7-593,0 0-1,0-1 1,-2 0 0,0 1-1,-8 18 1,2-3-551,3-15-973,0 2-1741,5-3-3690,6-29-2416,0 10 8262,-3-1-844</inkml:trace>
</inkml:ink>
</file>

<file path=ppt/ink/ink2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6.428"/>
    </inkml:context>
    <inkml:brush xml:id="br0">
      <inkml:brushProperty name="width" value="0.035" units="cm"/>
      <inkml:brushProperty name="height" value="0.035" units="cm"/>
      <inkml:brushProperty name="color" value="#0066FF"/>
    </inkml:brush>
  </inkml:definitions>
  <inkml:trace contextRef="#ctx0" brushRef="#br0">1 350 728,'0'-1'224,"0"1"0,0 0 0,0-1 0,0 1 0,0-1 0,0 1 0,0 0 0,0-1 0,1 1 0,-1 0 0,0-1 0,0 1 0,0-1 0,1 1 0,-1 0 0,0 0 0,0-1 0,1 1 0,-1 0 0,0-1 0,1 1 0,-1 0 0,0 0 0,1-1 0,-1 1 0,0 0 0,1 0 0,-1 0 0,0 0 0,1 0 0,9-7 12416,-10 3-9290,0 7-2671,0-2-440,2 0-192,0 0 1,0 0-1,0 1 1,0-1-1,-1 1 1,1-1-1,0 1 0,-1-1 1,1 1-1,-1 0 1,0 0-1,0 0 1,2 4-1,-2-4-15,0 0 1,-1 0-1,1 0 0,-1 0 1,1 0-1,-1 1 0,0-1 0,0 0 1,0 0-1,0 1 0,0-1 1,-1 0-1,0 3 0,-9 27 214,-13 31 160,17-51-580,3-6 1695,2-18 406,1 11-1854,1-1-1,-1 1 0,0-1 0,1 1 1,0 0-1,-1-1 0,1 1 0,0-1 1,0 1-1,-1 0 0,1 0 0,2-2 1,5-10 296,8-12-11,-13 20-303,0 1 0,0 0 0,-1-1 1,1 1-1,2-9 0,17-32 305,-1 6-186,-6 18-122,-13 19-51,0 0 0,-1 0 1,1 0-1,0 0 0,-1 0 0,1 0 0,-1-1 0,0 1 1,0 0-1,1-4 0,3-1 30,-5 7-32,0-1 0,0 1 0,0 0-1,0 0 1,0 0 0,0 0 0,0 0 0,0 0-1,0 0 1,0 0 0,0 0 0,0 0 0,0 0-1,0 0 1,0-1 0,1 1 0,-1 0 0,0 0-1,0 0 1,0 0 0,0 0 0,0 0 0,0 0-1,0 0 1,0 0 0,0 0 0,1 0 0,-1 0-1,0 0 1,0 0 0,0 0 0,0 0 0,0 0-1,0 0 1,0 0 0,0 0 0,1 0 0,-1 0-1,0 0 1,0 0 0,0 0 0,0 1 0,0-1-1,0 0 1,0 0 0,0 0 0,0 0 0,0 0-1,0 0 1,0 0 0,1 0 0,-1 0 0,0 0-1,0 0 1,0 0 0,0 1 0,0-1 0,0 0 0,0 0-1,0 0 1,0 0 0,0 0 0,0 0 0,16 12-143,-15-8 142,0 1 0,-1-1 1,1 0-1,-1 1 1,0-1-1,0 1 0,0-1 1,-1 8-1,0-1 22,1 42 75,0-52-95,4-3 17,0 0 1,0-1 0,0 1 0,-1-1 0,1 0-1,-1-1 1,0 1 0,1 0 0,-1-1 0,2-4 0,5-8-13,-8 14-7,-1 0 0,0-1 0,1 1 0,-1 0-1,1 0 1,-1 0 0,1 0 0,3-3 0,-2 4-1,-2 1 2,0-1-1,0 0 0,0 1 0,0-1 1,0 0-1,0 0 0,-1 0 0,1 0 1,0 0-1,0 0 0,-1 0 0,1 0 1,0 0-1,-1 0 0,1 0 0,-1 0 1,1 0-1,-1 0 0,0 0 0,1-1 1,-1 1-1,0 0 0,0 0 0,0 0 1,0-1-1,0 1 0,0-2 0,0 2-10,2 3 9,0 0 1,0 0-1,0 0 0,0 0 0,0 0 0,0 0 0,0 1 0,-1-1 1,1 1-1,-1-1 0,0 1 0,0 0 0,0-1 0,1 5 1,0-2-13,0 0 0,0-1 1,1 1-1,-1 0 0,1-1 1,0 0-1,1 1 0,-1-1 1,8 6-1,21 22-513,-30-31 501,0 0 0,0-1 1,0 1-1,0-1 1,0 0-1,0 0 0,0 1 1,1-1-1,-1-1 0,0 1 1,0 0-1,0 0 0,0-1 1,0 1-1,0-1 1,0 0-1,0 0 0,-1 1 1,5-3-1,3-1 10,33-19 13,-41 22 3,1 0-1,0 0 0,-1 0 1,1-1-1,-1 1 0,0-1 1,1 1-1,-1-1 1,0 1-1,2-4 0,7-8-25,-8 11 21,0-1 0,0 1 0,0-1 0,0 1 1,0-1-1,0 0 0,-1 0 0,1 1 0,-1-1 0,0 0 0,0-1 0,1-2 1,1-41 78,-11 10 185,8 36-242,-1-1 0,1 1 0,0 0 0,-1 0 0,1-1 0,0 1 0,-1 0 0,0 0 0,1 0 0,-1 0 0,0 0 0,1 0 0,-1 0 0,-2-2 0,-4-10 178,7 13-170,-10-5 67,10 5-91,0-1-1,0 1 0,0 0 1,0 0-1,0 0 0,-1 0 1,1 0-1,0 0 0,0 0 1,0 0-1,-1-1 0,1 1 1,0 0-1,0 0 0,0 0 1,-1 0-1,1 0 0,0 0 1,0 0-1,0 0 0,-1 0 1,1 0-1,0 0 1,0 1-1,0-1 0,-1 0 1,1 0-1,0 0 0,0 0 1,0 0-1,0 0 0,-1 0 1,1 0-1,0 1 0,0-1 1,0 0-1,0 0 0,-1 0 1,1 0-1,0 0 0,0 1 1,0-1-1,0 0 0,0 0 1,0 0-1,0 1 0,0-1 1,0 0-1,0 0 0,0 0 1,0 1-1,0-1 0,-18 13-145,15-9 145,-1 1 0,0 0 0,1 1 0,0-1 0,0 0 0,1 1 0,-1 0 0,1-1 0,-1 9 0,1-8 7,-11 21 3,11-23-22,0-1-1,0 1 1,1 0 0,-1 0 0,1 0 0,0 0 0,-1 0-1,2 0 1,-2 5 0,3-8 1,-1 0 0,0 0 1,0 0-1,0 0 0,0 0 0,1 0 0,-1-1 0,1 1 1,-1 0-1,0 0 0,1 0 0,-1 0 0,1 0 0,0-1 1,-1 1-1,1 0 0,0 0 0,-1-1 0,1 1 1,0-1-1,0 1 0,0 0 0,-1-1 0,1 0 0,0 1 1,0-1-1,0 1 0,0-1 0,0 0 0,0 0 0,0 0 1,0 1-1,0-1 0,0 0 0,0 0 0,0 0 0,2-1 1,1 1 10,1-1 0,-1 0 1,0 0-1,1 0 1,-1 0-1,0-1 1,1 1-1,-1-1 0,0 0 1,0-1-1,-1 1 1,1-1-1,0 1 0,-1-1 1,6-7-1,22-14-32,-20 12 38,-11 10-6,1 1 0,0 0 0,0-1 1,0 1-1,0 0 0,0-1 0,0 1 1,0 0-1,0 0 0,1 0 0,-1 0 1,0 0-1,1 0 0,-1 1 0,1-1 1,2-1-1,-3 3-5,-1-1-1,1 1 1,0-1 0,-1 1 0,1-1-1,0 1 1,-1 0 0,1-1 0,0 1-1,-1 0 1,1-1 0,-1 1 0,1 0-1,-1 0 1,0-1 0,1 1 0,-1 0-1,0 0 1,0 0 0,1 0 0,-1 0-1,0 0 1,0-1 0,0 1 0,0 0-1,0 0 1,0 0 0,0 1 0,-1 38 5,1-27-49,0-11 48,0 0 1,1 1-1,-1-1 1,1 0-1,0 0 1,-1 0-1,1 0 1,0 0-1,2 3 1,-1-3 4,-1 0 1,0 0-1,0 0 1,-1-1-1,1 1 1,0 0-1,-1 1 1,1-1-1,0 3 1,-1-4-3,0-1 0,0 1 0,1 0 0,-1-1 0,0 1 0,1-1 1,-1 1-1,0-1 0,1 0 0,-1 1 0,0-1 0,1 1 0,-1-1 0,1 0 0,-1 1 0,1-1 1,-1 0-1,1 1 0,-1-1 0,1 0 0,-1 0 0,1 1 0,-1-1 0,1 0 0,0 0 0,-1 0 1,1 0-1,-1 0 0,1 0 0,0 0 0,-1 0 0,2 0 0,25-3 46,-23 1-40,0 0 1,0 0 0,0 0 0,0-1-1,0 1 1,0-1 0,-1 0 0,1 0 0,-1 0-1,0 0 1,6-8 0,-9 9-5,1-1 1,0 1-1,-1-1 0,1 1 0,-1-1 1,0 1-1,0-1 0,0 0 1,0 1-1,-1-5 0,0-4 36,1-85 469,1 92-502,-1 0 0,1 0 1,0 0-1,1 0 1,-1 0-1,1 0 0,0 0 1,0 0-1,0 1 0,0-1 1,0 1-1,4-4 0,-4 5-17,0 1-1,-1 0 0,1-1 1,0 1-1,0 0 0,0 0 1,0 1-1,0-1 0,0 0 1,0 1-1,0-1 0,0 1 1,0-1-1,0 1 0,0 0 1,0 0-1,0 0 0,0 0 1,0 1-1,1-1 0,-1 0 1,0 1-1,0-1 0,0 1 0,3 2 1,6 1-45,0 0 1,0 2-1,14 8 1,-23-12 25,0-1-1,0 1 1,0 0 0,0 0-1,0 0 1,-1 0 0,1 0-1,0 0 1,-1 0 0,0 1-1,0-1 1,0 0 0,0 1-1,0-1 1,0 1-1,0-1 1,-1 1 0,1 0-1,-1 3 1,1-1-109,-1 0 0,0 0 0,-1 0 0,1 1-1,-1-1 1,0 0 0,0 0 0,-3 8 0,2-9 1,1 1-1,1-1 1,-1 1 0,1 0 0,0-1-1,0 1 1,1 7 0,0 8-484,0-20 598,-1 1 0,1 0 0,-1-1 0,1 1 0,0-1 0,-1 1 0,1-1 0,0 0 0,-1 1 0,1-1 0,0 0 0,-1 1 0,1-1 0,0 0 0,0 0 0,0 0 0,-1 0 0,1 0 0,0 0 0,0 0 0,-1 0 0,1 0 0,1 0 0,24-2-189,-21 1 183,0 0-1,0-1 0,0 0 1,-1 0-1,1 0 0,-1 0 1,1-1-1,-1 0 0,0 0 1,0 0-1,6-6 0,0-2 80,-1 0-1,14-23 1,-22 31 39,1-1 1,0 0-1,-1 1 1,0-1-1,0 0 1,0 0-1,0 0 1,-1 0-1,1-5 1,-3-43 1188,1 23-608,1 24-558,1-5 110,-1 0 0,0 0 0,-1 0 0,0 0 0,0 0 0,-1 0 0,-1 0 0,-5-16 0,5 11 301,3 15-510,0-1 0,0 1 0,0-1 0,0 1-1,0-1 1,0 1 0,0-1 0,0 1 0,-1-1 0,1 1-1,0-1 1,0 1 0,0-1 0,0 1 0,-1-1 0,1 1 0,0 0-1,0-1 1,-1 1 0,1-1 0,0 1 0,-1 0 0,1-1-1,0 1 1,-1 0 0,0-1 0,-1-2 159,3 10-191,-1 252-331,0-149-8270,0-110 8431,0 0-1,1 0 1,-1 1-1,1-1 0,-1 0 1,1 0-1,-1 0 1,0 0-1,1 1 0,-1-1 1,1 0-1,-1 0 1,1 0-1,-1 0 0,1 0 1,-1 0-1,1 0 1,-1 0-1,1-1 0,-1 1 1,1 0-1,-1 0 1,0 0-1,1 0 0,0-1 1,14-4-2166,3-3 432,-1-2-1,0 0 0,0 0 0,16-15 1,60-56-2145,-40 27 4475,-44 45 710,0-1 1,9-14-1,-6 8 1531,-11 16-2544,-1 0 1,0 0-1,0 0 1,1 0 0,-1-1-1,0 1 1,0 0 0,0 0-1,0 0 1,1-1 0,-1 1-1,0 0 1,0 0-1,0-1 1,0 1 0,0 0-1,0 0 1,0-1 0,0 1-1,0 0 1,1 0 0,-1-1-1,0 1 1,0 0-1,0 0 1,0-1 0,-1 1-1,1 0 1,0 0 0,0-1-1,0 1 1,0 0 0,0 0-1,0-1 1,0 1-1,-1-1 1,-10 0 2207,-15 7 1052,18-4-2890,1 1 0,0 0 0,0 0 0,0 0 0,0 1 0,0 0 0,1 1-1,0-1 1,-6 7 0,-9 14 772,14-18-828,0 1 0,1 0 0,0 0 0,0 0-1,-8 19 1,12-23-308,-6 21 462,8-24-555,0 0 0,0 1 0,0-1 0,0 0 0,0 0 0,0 0 1,0 0-1,0 0 0,1 0 0,-1 1 0,0-1 0,1 0 0,-1 0 0,1 0 0,-1 0 0,1 0 1,0 0-1,-1-1 0,1 1 0,1 1 0,9 15 176,-10-15-180,-1 0 0,1-1 0,0 1 0,0 0 0,0-1 0,0 1-1,1-1 1,-1 1 0,0-1 0,1 0 0,-1 0 0,2 2 0,19 11 85,-5-3-135,-1-1 1,21 9-1,-33-16-179,1-1 0,0 1 0,-1 0 0,0 1 0,5 3 0,-6-4-338,0 0 0,0-1 0,1 1 1,-1-1-1,0 0 0,8 3 1,-7-4-359,0-1 0,0 1 1,-1-1-1,1 0 1,0 0-1,0 0 1,0-1-1,0 0 1,0 1-1,0-1 0,4-2 1,19-3-2991,-1 1 1334,7 0-163</inkml:trace>
</inkml:ink>
</file>

<file path=ppt/ink/ink2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7.439"/>
    </inkml:context>
    <inkml:brush xml:id="br0">
      <inkml:brushProperty name="width" value="0.035" units="cm"/>
      <inkml:brushProperty name="height" value="0.035" units="cm"/>
      <inkml:brushProperty name="color" value="#0066FF"/>
    </inkml:brush>
  </inkml:definitions>
  <inkml:trace contextRef="#ctx0" brushRef="#br0">1 53 3073,'11'1'12681,"9"6"-9823,19 13-2450,-27-12-56,3 2-163,1-1 1,0 0-1,1-1 1,16 6-1,-4 0-147,-24-11-42,-1-1 0,1 1 1,0-1-1,-1 0 0,1 0 1,7 1-1,-5-1 0,1-1 0,0 0 0,-1 0 0,1 0-1,0-1 1,-1 0 0,1-1 0,0 0 0,-1 0 0,1-1 0,12-3 0,-17 3 2,10-3-35,-2 0 0,17-10 0,-25 13 35,0-1-1,1 1 1,-1-1 0,0 1-1,-1-1 1,1 0 0,0 0 0,-1-1-1,1 1 1,-1-1 0,0 1-1,1-5 1,-2 4 122,0 0-1,0 0 1,-1 0-1,1 0 1,-1 0-1,0 0 1,-1-7-1,0-4 929,1 12-826,-1 1-1,0 0 0,1 0 0,-1 0 0,0-1 1,0 1-1,0 0 0,0 0 0,0 0 0,0 1 1,-1-1-1,1 0 0,-3-2 0,-18-6 3253,21 10-3448,0 0 0,0 0 0,0 0 0,0 0 0,0 0 0,0 0 0,0 0 0,0 0 0,0 0 0,0 0 0,0 1 0,0-1 0,0 0 0,1 1 0,-1-1 0,0 1 0,0-1 0,0 1 0,0-1 0,1 1 0,-1 0 0,0-1 0,0 1 0,0 1 0,-19 13 306,17-13-297,1-1 0,-1 1 0,0 0 1,1 0-1,-1 0 0,-3 5 0,-1 3 75,-1 1 0,2 1-1,0 0 1,-7 18-1,2-5-58,7-16-37,1 1 0,1-1 0,-3 11 0,-7 23 25,6-27-32,1 0 0,0 0-1,-2 19 1,-3 6-299,6-21-277,3-14-209,-1 0 0,0 1 0,0-1 0,-4 9 0,5-3-3645,2-46-13137,6 23 14803</inkml:trace>
</inkml:ink>
</file>

<file path=ppt/ink/ink2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7.772"/>
    </inkml:context>
    <inkml:brush xml:id="br0">
      <inkml:brushProperty name="width" value="0.035" units="cm"/>
      <inkml:brushProperty name="height" value="0.035" units="cm"/>
      <inkml:brushProperty name="color" value="#0066FF"/>
    </inkml:brush>
  </inkml:definitions>
  <inkml:trace contextRef="#ctx0" brushRef="#br0">1 63 1128,'21'-8'3848,"14"-4"3670,-34 11-7180,1 1 0,0 0 0,0 0 0,0 0 0,0-1 0,0 2 0,0-1 0,0 0 0,-1 0 0,1 1 0,0-1 0,0 1 0,0-1 0,0 1 0,2 1 0,9 6 114,-9-7-351,-1 1 0,0 0 1,1 0-1,-1 0 0,0 0 1,0 1-1,-1-1 0,1 1 1,0 0-1,-1 0 0,0 0 1,1 0-1,-1 0 0,0 0 1,2 6-1,-1 0 46,-1-7-107,-1 1 0,1 0 1,-1 0-1,0 0 1,0 0-1,0 0 1,0 0-1,-1 0 0,1 0 1,-1 0-1,0 0 1,0 0-1,0 0 0,0 1 1,-1-1-1,1 0 1,-1 0-1,1 0 1,-1 0-1,0 0 0,-1 0 1,-1 3-1,-1 7 35,3-11-59,1-1 0,0 1 1,-1-1-1,1 0 0,-1 1 1,0-1-1,1 1 0,-1-1 1,0 0-1,0 0 0,0 0 1,-1 2-1,2-13 992,-1 4-952,0 0 1,1 0-1,0 0 1,0 0-1,0 0 0,2-8 1,0 10-43,-1 0 0,1 0 1,0 0-1,0 0 0,0 1 0,1-1 0,-1 1 1,5-5-1,15-19 75,-19 22-80,1 0 1,-1 0-1,1 0 0,1 0 1,-1 1-1,1 0 1,6-5-1,11-8-47,-18 14-81,-1 0-1,1 0 1,0 0 0,0 0 0,1 0-1,-1 1 1,6-3 0,-2 2-692,-7 3 692,-1-1 1,0 1-1,0 0 0,1 0 0,-1 0 0,0 0 1,1 0-1,-1 0 0,0 0 0,1-1 0,-1 1 0,0 0 1,1 0-1,-1 0 0,0 0 0,1 1 0,-1-1 0,0 0 1,1 0-1,-1 0 0,0 0 0,1 0 0,-1 0 0,0 0 1,1 1-1,-1-1 0,0 0 0,1 0 0,-1 0 0,0 1 1,0-1-1,1 0 0,4 4-1685,-9-2-3133,4-1 4785,0-1-1,-1 0 0,1 0 0,0 0 0,0 0 1,0 1-1,-1-1 0,1 0 0,0 0 0,0 1 1,0-1-1,0 0 0,0 0 0,0 1 0,0-1 1,0 0-1,-1 0 0,1 1 0,0-1 0,0 0 1,0 1-1,-1 4-2560,-6-5-413</inkml:trace>
</inkml:ink>
</file>

<file path=ppt/ink/ink2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8.559"/>
    </inkml:context>
    <inkml:brush xml:id="br0">
      <inkml:brushProperty name="width" value="0.035" units="cm"/>
      <inkml:brushProperty name="height" value="0.035" units="cm"/>
      <inkml:brushProperty name="color" value="#0066FF"/>
    </inkml:brush>
  </inkml:definitions>
  <inkml:trace contextRef="#ctx0" brushRef="#br0">14 0 2072,'0'0'13107,"-10"7"-8857,10-7-4147,-1 1-1,1-1 1,-1 1-1,1-1 1,0 1-1,-1 0 1,1-1-1,0 1 0,0 0 1,-1-1-1,1 1 1,0 0-1,0-1 1,0 1-1,0 0 0,0 0 1,0-1-1,0 1 1,0 0-1,0-1 1,1 1-1,-1 0 0,0-1 1,0 1-1,0 0 1,1-1-1,-1 1 1,0 0-1,1-1 0,-1 1 1,1-1-1,-1 1 1,2 0-1,-1 1 81,0 1-1,0-1 1,0 0-1,0 1 1,0-1-1,-1 1 1,1-1-1,0 5 1,-1 104 2907,0-36-7589,1-75 3901,0-1 0,1 1 0,-1-1 0,0 0 0,0 1 0,0-1 0,0 0 0,1 0 1,-1 0-1,-1 0 0,1 0 0,2-1 0,-1-3-1005,-1 0 0,1 0 0,-1 0 0,1 0 0,0-9 0,-2 0-1143</inkml:trace>
</inkml:ink>
</file>

<file path=ppt/ink/ink2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8.685"/>
    </inkml:context>
    <inkml:brush xml:id="br0">
      <inkml:brushProperty name="width" value="0.035" units="cm"/>
      <inkml:brushProperty name="height" value="0.035" units="cm"/>
      <inkml:brushProperty name="color" value="#0066FF"/>
    </inkml:brush>
  </inkml:definitions>
  <inkml:trace contextRef="#ctx0" brushRef="#br0">1 0 544,'0'0'1008,"8"5"-1384,1-5-40,0 0-240</inkml:trace>
</inkml:ink>
</file>

<file path=ppt/ink/ink2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9.053"/>
    </inkml:context>
    <inkml:brush xml:id="br0">
      <inkml:brushProperty name="width" value="0.035" units="cm"/>
      <inkml:brushProperty name="height" value="0.035" units="cm"/>
      <inkml:brushProperty name="color" value="#0066FF"/>
    </inkml:brush>
  </inkml:definitions>
  <inkml:trace contextRef="#ctx0" brushRef="#br0">0 0 2080,'1'2'443,"-1"-1"-1,0 0 0,0 1 0,1-1 0,-1 1 0,1-1 1,0 0-1,-1 1 0,1-1 0,0 0 0,1 2 0,-1-1-137,0 0-1,0-1 1,0 1-1,0 0 0,0-1 1,0 1-1,-1 0 1,1 0-1,-1 0 1,1 0-1,-1-1 0,1 4 1,-1 0 184,1 0 0,0-1 0,0 1 0,0 0 0,1 0 0,-1-1 0,1 1 0,0-1 0,6 9 1,-3-4 260,3 18 908,-1-12-840,-6-13-707,0 0 0,-1 0 0,1 0 0,0 0 1,1 1-1,-1-2 0,0 1 0,1 0 0,-1 0 0,1 0 0,-1-1 1,4 4-1,-1 2 458,-3-4 56,5-9 1141,-1 1-1357,-4 5-307,0-1 0,0 0 1,0 0-1,0 0 1,0 0-1,0-1 0,-1 1 1,1 0-1,0 0 0,-1 0 1,1-1-1,0-1 0,0-1 106,1 0-1,0 0 0,-1 0 0,1 0 1,0 1-1,1-1 0,-1 1 0,1-1 1,5-4-1,12-15 694,-17 18-780,1 1 1,0-1-1,0 1 0,0 0 0,8-6 0,-2 0 77,-9 9-190,-1 0 0,1 0 0,0 0 0,-1 1-1,1-1 1,0 0 0,-1 0 0,1 1 0,0-1 0,0 1-1,-1-1 1,1 1 0,0-1 0,0 1 0,0-1 0,0 1-1,0 0 1,1-1 0,10-3 15,-11 4-25,0-1 1,0 1-1,0-1 1,0 1-1,0-1 1,1 1-1,-1 0 0,0 0 1,0-1-1,0 1 1,0 0-1,0 0 1,1 0-1,-1 0 0,0 1 1,0-1-1,0 0 1,0 0-1,2 1 0,4 1-2,-5-1-5,0 0 1,-1 0 0,1 0-1,0 0 1,0 1 0,-1-1 0,1 0-1,0 1 1,-1-1 0,1 1-1,-1-1 1,0 1 0,0 0-1,1 0 1,-1 0 0,0-1-1,-1 1 1,1 0 0,0 0-1,0 0 1,-1 0 0,1 0 0,-1 4-1,1 0-309,0-1-1,-1 0 1,0 1-1,0-1 1,-1 0-1,1 1 1,-1-1-1,-2 7 1,-2 0-1429,0 1 0,-1-1 0,-1 0 0,0 0 1,0-1-1,-1 0 0,-1 0 0,1-1 0,-2 0 1,1-1-1,-14 10 0,6-7-1440</inkml:trace>
</inkml:ink>
</file>

<file path=ppt/ink/ink2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09:59.755"/>
    </inkml:context>
    <inkml:brush xml:id="br0">
      <inkml:brushProperty name="width" value="0.035" units="cm"/>
      <inkml:brushProperty name="height" value="0.035" units="cm"/>
      <inkml:brushProperty name="color" value="#0066FF"/>
    </inkml:brush>
  </inkml:definitions>
  <inkml:trace contextRef="#ctx0" brushRef="#br0">0 162 64,'2'-11'18076,"0"11"-17456,0 1 1,1 0-1,-1 0 1,0 0-1,0 0 1,1 1 0,-1-1-1,0 0 1,0 1-1,-1-1 1,1 1-1,3 3 1,-4-4-462,0 0 1,0 0-1,0 1 1,0-1 0,0 0-1,0 1 1,-1-1 0,1 1-1,0-1 1,-1 1-1,1-1 1,-1 1 0,0-1-1,1 3 1,-1-3-97,1 1 1,-1 0 0,0-1-1,1 1 1,-1 0 0,1-1-1,0 1 1,0-1 0,0 1-1,1 1 1,-1-1-42,0-1 1,0 1-1,0 0 0,0 0 0,0 0 1,0 0-1,-1 0 0,1 0 1,-1 0-1,1 3 0,-1 37 187,0-25-3297,-18-27-2340,15 6 5191,1 1-1,0-1 0,0 1 1,1-1-1,-1 0 1,1 0-1,0 0 1,0 1-1,0-1 0,0 0 1,1-5-1,0-50-3283,1 29 2793,-1 24 753,1 0-1,0 1 1,0-1 0,0 0-1,4-8 1,-3 9 76,-1 0 0,1 0 0,-1 0 0,0 0 0,0-7 0,-1 9 65,1-1 1,-1 1-1,1-1 1,0 1-1,0 0 1,0-1-1,3-4 1,-3 4 618,0 1 0,1 0-1,-1 0 1,0-1 0,-1 1 0,1 0 0,0-7-1,25 11 1280,59 30 340,-42-9-2201,-37-21-195,-1 1 0,1 0 0,-1 0 0,0 1 0,0 0 0,0 0 0,0 0 0,-1 0 0,1 1 0,-1 0 0,0 0 0,0 0 0,0 0 0,0 1 0,4 6 0,2 9-2,-8-18-6,-1 1 0,1-1 0,-1 0 0,1 1 1,-1-1-1,0 1 0,0 0 0,0-1 0,0 1 0,-1 0 0,1-1 0,-1 1 0,0 0 0,0 0 0,0 0 0,0-1 1,0 1-1,0 0 0,-1 3 0,-1 1 1,-1 0 0,1 0 0,-1-1 0,0 1 1,-1-1-1,-7 11 0,2-8-6,-1 0 0,-1-1 0,0 0 0,0-1 0,0-1 0,-1 1 1,0-2-1,-18 7 0,10-6-51,12-2-159,0-2 0,0 1 0,-1-1 0,1-1 0,-16 2 0,22-3 68,0 0-1,0 0 1,0 0-1,0 0 0,0 1 1,0-1-1,0 1 1,0-1-1,0 1 1,-2 1-1,3-2-115,0 0-1,0 0 1,0 0-1,0-1 1,1 1 0,-1 0-1,0 0 1,0 0-1,0-1 1,1 1-1,-1 0 1,0-1-1,0 1 1,1 0 0,-1-1-1,0 1 1,1-1-1,-1 1 1,1-1-1,-1 0 1,0 1-1,1-1 1,-1 0 0,1 1-1,-1-2 1,1 0-153,1 0-1,0 0 1,-1 0 0,1 0 0,0 1 0,0-1 0,0 0-1,0 0 1,1 1 0,-1-1 0,0 1 0,1-1 0,-1 1-1,1-1 1,-1 1 0,1 0 0,2-1 0,36-23-3353,-27 17 2021,5-3-1100</inkml:trace>
</inkml:ink>
</file>

<file path=ppt/ink/ink2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0.103"/>
    </inkml:context>
    <inkml:brush xml:id="br0">
      <inkml:brushProperty name="width" value="0.035" units="cm"/>
      <inkml:brushProperty name="height" value="0.035" units="cm"/>
      <inkml:brushProperty name="color" value="#0066FF"/>
    </inkml:brush>
  </inkml:definitions>
  <inkml:trace contextRef="#ctx0" brushRef="#br0">1 22 2168,'34'-22'23595,"-34"38"-19070,9 38-2046,-9-46-2479,0 0 0,-1 0 0,0 0 0,0 0 0,-4 12 0,-3 28 0,6-40 0,1 1 0,0-1 0,1 1 0,0 0 0,1 12 0,0 4 0,-1-23 0,1 0 0,-1 0 0,0 0 0,1 0 0,-1 0 0,1 0 0,-1-1 0,1 1 0,0 0 0,0 0 0,0-1 0,0 1 0,0 0 0,0-1 0,1 1 0,-1-1 0,0 1 0,1-1 0,-1 0 0,1 0 0,-1 1 0,1-1 0,0 0 0,-1-1 0,1 1 0,0 0 0,0 0 0,0-1 0,0 1 0,3 0 0,7 1 0,0 0 0,0-1 0,23-1 0,-24 0 0,43-1-88,0-3-1,0-2 1,-1-3-1,0-2 1,95-32-1,-136 38-2374,-1 0 1,19-13-1,-20 11-1635,-2 0-2305</inkml:trace>
</inkml:ink>
</file>

<file path=ppt/ink/ink2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1.323"/>
    </inkml:context>
    <inkml:brush xml:id="br0">
      <inkml:brushProperty name="width" value="0.035" units="cm"/>
      <inkml:brushProperty name="height" value="0.035" units="cm"/>
      <inkml:brushProperty name="color" value="#0066FF"/>
    </inkml:brush>
  </inkml:definitions>
  <inkml:trace contextRef="#ctx0" brushRef="#br0">1 65 168,'0'-48'28353,"18"38"-24200,-18 10-4151,1 0 0,-1 0 0,0 0 1,0 0-1,1 0 0,-1 0 0,0 0 0,1 0 1,-1 0-1,0 0 0,0 0 0,0 0 1,1 0-1,-1 0 0,0 0 0,0-1 0,1 1 1,-1 0-1,0 0 0,0 0 0,0 0 1,1 0-1,-1-1 0,0 1 0,0 0 0,0 0 1,0 0-1,1-1 0,-1 1 0,0 0 1,0 0-1,0-1 0,0 1 0,0 0 0,0 0 1,0-1-1,0 1 0,0 0 0,0 0 1,0-1-1,0 1 0,1 2-2,0 1 0,-1 0 0,1-1 0,0 1 0,0-1 0,0 0 0,1 1 0,-1-1 0,1 0 0,2 3 0,-2-1 0,1 0 0,0 0 0,-1 0 0,0 0 0,0 1 0,2 6 0,8 34 0,-6-21 0,0 1 0,-1-1 0,2 44 0,-6-51 0,0-1 0,5 21 0,-2-21 0,-2 0 0,1 21 0,-1-9 0,1-1 0,2 0 0,12 45 0,-9-55 60,-7-16-82,0 0-1,0 1 1,0-1-1,-1 0 1,1 1-1,0-1 1,-1 1-1,0-1 1,1 0-1,-1 1 1,0 0-1,1-1 1,-1 3-1,4 10-2652,-4-13 2112,1 0 1,0 0-1,0-1 1,0 1 0,0 0-1,0 0 1,0-1-1,0 1 1,0 0-1,0-1 1,0 1-1,0-1 1,0 1-1,0-1 1,0 1 0,1-1-1,-1 0 1,0 0-1,0 0 1,0 0-1,1 0 1,-1 0-1,0 0 1,0 0-1,0 0 1,1 0 0,-1-1-1,2 0 1,-2 1 239,0-1 1,0 1-1,0-1 0,0 1 1,0-1-1,0 0 1,0 0-1,-1 1 1,1-1-1,0 0 1,0 0-1,-1 0 0,2-1 1,-1-6-2713,-1-1-187</inkml:trace>
</inkml:ink>
</file>

<file path=ppt/ink/ink2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1.672"/>
    </inkml:context>
    <inkml:brush xml:id="br0">
      <inkml:brushProperty name="width" value="0.035" units="cm"/>
      <inkml:brushProperty name="height" value="0.035" units="cm"/>
      <inkml:brushProperty name="color" value="#0066FF"/>
    </inkml:brush>
  </inkml:definitions>
  <inkml:trace contextRef="#ctx0" brushRef="#br0">53 43 1280,'-1'0'627,"-1"-1"-1,1 0 1,0 0-1,-1-1 1,1 1-1,0 0 1,0 0 0,0-1-1,0 1 1,0-1-1,0 1 1,0-1-1,1 1 1,-2-3-1,2 3-81,-1 0-1,0 0 1,0 0-1,1 0 1,-1 0-1,0 0 0,0 0 1,0 0-1,0 1 1,0-1-1,0 0 1,0 0-1,-2 0 1,-16-7 12549,18 8-12544,1 16 19,0-5-561,-1 15 17,1 0 0,1 0-1,2 1 1,0-2 0,2 1-1,10 32 1,10 39 22,-21-87-165,4 13 89,11 44 0,-18-60-534,0 0 0,0 0 0,-1 1 0,0-1 0,0 0-1,0 0 1,-1 0 0,0 0 0,-1 0 0,-3 13 0,-1-7-2157,-2 7-2551,6-5-4369,-7-14 2387</inkml:trace>
</inkml:ink>
</file>

<file path=ppt/ink/ink2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2.152"/>
    </inkml:context>
    <inkml:brush xml:id="br0">
      <inkml:brushProperty name="width" value="0.035" units="cm"/>
      <inkml:brushProperty name="height" value="0.035" units="cm"/>
      <inkml:brushProperty name="color" value="#0066FF"/>
    </inkml:brush>
  </inkml:definitions>
  <inkml:trace contextRef="#ctx0" brushRef="#br0">9 123 208,'0'0'163,"0"0"-1,-1 0 1,1 0 0,0 0-1,-1 0 1,1 0 0,0 0-1,-1 0 1,1 0 0,0 0-1,-1 0 1,1 0-1,0 0 1,0 0 0,-1 0-1,1-1 1,0 1 0,-1 0-1,1 0 1,0 0 0,0 0-1,-1-1 1,1 1 0,0 0-1,0 0 1,0-1 0,-1 1-1,1 0 1,0 0-1,0-1 1,0 1 0,0 0-1,0-1 1,-1 1 0,1 0-1,0 0 1,0-1 0,0 1-1,0 0 1,0-1 0,0 1-1,0 0 1,0-1 0,0 1-1,0 0 1,0-1-1,0 1 1,1-2 1313,16-3 2960,-1 3-3282,-14 2-1020,1 0 0,-1-1 0,0 1 0,0 0 0,0 0 0,0 0 0,1 0 0,-1 1 0,0-1 0,3 1 1,9 1 453,-13-2-560,1 0-1,-1 0 1,0 0-1,0 0 1,1 0-1,-1 0 1,0 0 0,0 1-1,1-1 1,-1 0-1,0 1 1,0-1-1,0 1 1,0-1 0,1 1-1,-1 0 1,0-1-1,0 1 1,0 0-1,0 0 1,1 2-1,1 1 93,0 1-1,1 0 0,0-1 0,-1 0 0,9 7 0,12 14 169,-17-17-246,1 0 0,0 0 0,0-1 0,1 0 0,0 0 0,0-1 0,1 0 0,-1-1 0,1 0 0,1-1-1,-1 0 1,1 0 0,-1-1 0,1 0 0,0-1 0,0 0 0,0-1 0,0-1 0,0 1 0,0-2 0,0 1 0,20-5 0,-15 2 38,25-5 204,-1-2 1,60-22-1,-86 26-82,0-1 1,0 0-1,-1-1 0,1 0 0,12-11 1,-20 13-64,0 1 1,0-1 0,0-1-1,-1 1 1,0-1 0,0 0-1,-1-1 1,0 1 0,0-1 0,-1 1-1,3-10 1,-3 8-402,-1-1-1,-1 1 1,0-1-1,0-14 1,-1 23-510,4 5-4437,-4-4 4887,1 1 0,0 0 0,-1 0 0,0-1 0,1 1 0,-1 0 0,1 2 0,-1 4-1305,-1-5 827,1 0-1,0 0 0,0 0 1,0 0-1,0 1 0,0-1 0,1 0 1,-1 0-1,2 4 0,5 4-2709</inkml:trace>
</inkml:ink>
</file>

<file path=ppt/ink/ink2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4.485"/>
    </inkml:context>
    <inkml:brush xml:id="br0">
      <inkml:brushProperty name="width" value="0.035" units="cm"/>
      <inkml:brushProperty name="height" value="0.035" units="cm"/>
      <inkml:brushProperty name="color" value="#0066FF"/>
    </inkml:brush>
  </inkml:definitions>
  <inkml:trace contextRef="#ctx0" brushRef="#br0">384 17 2008,'-25'-11'11560,"11"7"-5258,9 3-827,0 2-4908,1 0 0,-1 0-1,0 1 1,1 0 0,-1 0-1,1 0 1,0 0 0,-1 1-1,-3 3 1,-43 31 557,50-36-1066,-19 15 37,2 1 1,0 1-1,1 1 1,0 1-1,-14 24 1,-24 23-96,17-23 0,14-7 0,29-53 0,-3 13 0,0-1 0,0 1 0,0-1 0,-1 0 0,1 0 0,-1 1 0,0-1 0,1-8 0,3-12 0,13-51 0,-4 12 0,-10 43 0,-4 17 0,0 1 0,0-1 0,1 1 0,0 0 0,-1-1 0,1 1 0,0-1 0,0 1 0,0 0 0,1 0 0,-1 0 0,3-3 0,-3-6 0,1 6 0,5 5 0,-3 4 0,-1-1 0,1 1 0,0-1 0,-1 1 0,0 0 0,0 0 0,4 9 0,-4-9 0,47 76 0,-25-43 0,1-1 0,61 62 0,-57-64 0,-26-28 0,1-1 0,-1 1 0,1-1 0,0 0 0,0 0 0,0-1 0,0 0 0,1 0 0,0 0 0,10 5 0,-12-8-704,1 1-1,-1 0 1,0 0-1,0 1 1,0-1-1,0 1 1,-1-1-1,6 7 1,-7-9-142,-1-1 0,0 1 0,0 0 0,0 0 0,0-1 0,0 1 1,0-1-1,1 1 0,-1-1 0,0 1 0,0-1 0,1-1 0,0-17-8320,-2 13 5767</inkml:trace>
</inkml:ink>
</file>

<file path=ppt/ink/ink2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4.742"/>
    </inkml:context>
    <inkml:brush xml:id="br0">
      <inkml:brushProperty name="width" value="0.035" units="cm"/>
      <inkml:brushProperty name="height" value="0.035" units="cm"/>
      <inkml:brushProperty name="color" value="#0066FF"/>
    </inkml:brush>
  </inkml:definitions>
  <inkml:trace contextRef="#ctx0" brushRef="#br0">27 118 1176,'-10'-1'5615,"-6"2"3144,17-1-8624,-1 0 1,0 1-1,0-1 1,0 0-1,-2 3 3931,2-3-3931,3 0 75,-1 0 0,1 0 0,-1 0 0,1-1 0,-1 1 0,1-1 0,-1 0 0,1 1 0,3-3 0,1 0-54,37-4-38,-10 2-814,-27 3 377,145-33-6878,-118 26 3368,-1-2 0,47-22 0,-62 22 734</inkml:trace>
</inkml:ink>
</file>

<file path=ppt/ink/ink2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5.072"/>
    </inkml:context>
    <inkml:brush xml:id="br0">
      <inkml:brushProperty name="width" value="0.035" units="cm"/>
      <inkml:brushProperty name="height" value="0.035" units="cm"/>
      <inkml:brushProperty name="color" value="#0066FF"/>
    </inkml:brush>
  </inkml:definitions>
  <inkml:trace contextRef="#ctx0" brushRef="#br0">18 48 2353,'0'-2'473,"1"1"0,-1-1 0,0 0 0,0 1 1,-1-1-1,1 0 0,0 1 0,-1-1 0,1 0 1,-1 1-1,1-1 0,-1 1 0,0-1 0,1 1 1,-1-1-1,0 1 0,0-1 0,0 1 0,0 0 1,0 0-1,-1-1 0,-1-1 0,1-7 12194,2 13-12018,0-2-93,0 26 2466,0-25-2928,1-1-1,-1 1 0,0 0 0,1-1 0,-1 1 1,1 0-1,0-1 0,-1 1 0,1-1 0,0 1 0,2 1 1,-2-1-40,0-1 1,0 1-1,0-1 1,-1 1 0,1-1-1,0 1 1,-1 0 0,1 0-1,-1-1 1,1 1 0,-1 3-1,1 1 31,0 1 1,0-1-1,1 0 0,-1 1 0,1-1 1,5 9-1,5 23 120,-9-31-198,0 0 0,0 0 0,0-1 0,1 1 0,0 0 1,5 5-1,12 24 4,6 28-11,-24-59-702,-1 0 0,0 1 0,1-1-1,0-1 1,5 8 0,-5-9 122,-1-1 0,0 1 0,0 0 0,-1 0 0,1 0-1,0 0 1,-1 1 0,0-1 0,0 0 0,0 1 0,0-1 0,0 0 0,0 6-1,7-35-15733,-8 20 12628</inkml:trace>
</inkml:ink>
</file>

<file path=ppt/ink/ink2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5.510"/>
    </inkml:context>
    <inkml:brush xml:id="br0">
      <inkml:brushProperty name="width" value="0.035" units="cm"/>
      <inkml:brushProperty name="height" value="0.035" units="cm"/>
      <inkml:brushProperty name="color" value="#0066FF"/>
    </inkml:brush>
  </inkml:definitions>
  <inkml:trace contextRef="#ctx0" brushRef="#br0">45 49 640,'-8'3'2820,"8"-3"-2560,-1 0-1,1 0 0,-1 0 1,1 0-1,0 0 1,-1 1-1,1-1 1,0 0-1,-1 0 0,1 0 1,-1 0-1,1 1 1,0-1-1,-1 0 1,1 0-1,0 1 1,-1-1-1,1 0 0,0 1 1,0-1-1,-1 0 1,1 1-1,0-1 1,0 0-1,0 1 0,-1-1 1,1 1 260,1 0-24,-1-1-466,0 1-1,0-1 1,1 0-1,-1 1 0,0-1 1,1 0-1,-1 0 0,0 1 1,1-1-1,-1 0 1,0 0-1,1 1 0,-1-1 1,1 0-1,-1 0 1,0 0-1,1 0 0,-1 1 1,1-1-1,-1 0 0,1 0 1,-1 0-1,0 0 1,1 0-1,15 5 627,5-3-346,-18-1-243,1-1 0,0 1 1,0-1-1,-1 0 1,1 0-1,0-1 0,-1 1 1,7-2-1,-8 2-25,-1-1-1,1 1 0,-1-1 1,1 1-1,-1-1 0,1 1 1,-1-1-1,0 0 0,1 0 1,-1 0-1,0 0 0,0 0 0,1 0 1,0-1-1,-1 0 163,-1-1 0,1 1 0,0 0 0,-1 0 0,0 0 1,1 0-1,-1 0 0,0-1 0,0 1 0,0-2 0,-2 1 12,0 1 1,1 0-1,-1 0 0,0 0 1,0 0-1,0 1 1,0-1-1,-1 0 0,1 1 1,0-1-1,-4 0 1,1-1 40,0 0 255,5 2-450,-1 1 0,0-1 0,1 1 0,-1 0 0,0-1 0,0 1 1,0 0-1,1 0 0,-1-1 0,0 1 0,0 0 0,0 0 0,1 0 0,-1 0 0,0 0 0,0 0 0,-1 1 1,-3-1-27,-1 0 0,1 1 0,0 0 1,0 1-1,-1-1 0,1 1 0,0 0 1,0 0-1,-5 3 0,8-2-44,-1-1-1,1 1 1,1-1 0,-1 1-1,0 0 1,1 0-1,-1 0 1,1 0 0,0 0-1,0 0 1,0 0-1,-1 5 1,-3 8-8,4-12 14,0-1 0,1 0 0,-1 1 0,1-1 0,0 0 0,0 1 1,0-1-1,0 0 0,1 1 0,-1-1 0,1 0 0,0 1 0,0-1 0,0 0 0,0 0 0,1 0 0,2 5 1,-1-3-4,0 0 0,0 0 1,1 0-1,-1-1 1,1 1-1,0-1 1,1 0-1,-1 0 0,5 3 1,-1-2-278,0 0-1,0-1 1,1 0 0,-1 0 0,1 0 0,0-1-1,-1-1 1,1 0 0,1 0 0,-1 0 0,0-1-1,14-1 1,-5 0-1018,0-1 0,0-1 1,-1 0-1,27-8 0,-23 3-2637,32-14-1,-36 11 1023</inkml:trace>
</inkml:ink>
</file>

<file path=ppt/ink/ink2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5.773"/>
    </inkml:context>
    <inkml:brush xml:id="br0">
      <inkml:brushProperty name="width" value="0.035" units="cm"/>
      <inkml:brushProperty name="height" value="0.035" units="cm"/>
      <inkml:brushProperty name="color" value="#0066FF"/>
    </inkml:brush>
  </inkml:definitions>
  <inkml:trace contextRef="#ctx0" brushRef="#br0">206 0 2192,'-20'1'8145,"18"0"-7690,-1-1 0,1 1 0,0 0 0,-1 0 0,1 0 0,0 0 0,0 0 0,-3 2 0,-2 2-210,0 1-1,1 1 1,0-1-1,0 1 0,0 0 1,0 1-1,1-1 0,1 1 1,-1 0-1,1 0 1,-3 11-1,3-13-230,1 1-1,-1-1 1,0 0 0,-4 5-1,5-8-176,0 0 0,0 1 0,1-1 0,0 1 0,-1 0 0,1-1-1,0 1 1,1 0 0,-1 0 0,1 1 0,0-1 0,-1 7 0,1-11 71,1 1 1,0-1-1,0 0 1,0 1-1,0-1 1,-1 0-1,1 0 1,0 1-1,0-1 1,-1 0-1,1 0 1,0 1-1,0-1 1,-1 0-1,1 0 1,0 0-1,-1 1 0,1-1 1,0 0-1,-1 0 1,1 0-1,0 0 1,-1 0-1,1 0 1,-1 0-1,1 0 1,0 0-1,-1 0 1,1 0-1,0 0 1,-1 0-1,1 0 1,0 0-1,-1 0 1,1 0-1,0 0 1,-1 0-1,1-1 1,0 1-1,-1 0 1,0 0-106,0-1 0,1 1 1,-1 0-1,0 0 0,1 0 0,-1-1 1,0 1-1,1 0 0,-1-1 0,1 1 1,-1-1-1,1 1 0,-1-1 0,1 1 1,-1-1-1,1 1 0,-1-1 0,1 1 1,-1-1-1,1 1 0,0-1 0,0 0 1,-1 0-1,1-2-265,0 2 224,1 0 0,-1 0 1,0 0-1,0 0 0,0 0 0,0 0 0,0 0 0,0 0 0,0 0 0,-1 0 0,1 0 1,0 0-1,0 0 0,-1 0 0,1 0 0,-1 1 0,0-3 0,-13-6-1273</inkml:trace>
</inkml:ink>
</file>

<file path=ppt/ink/ink2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5.993"/>
    </inkml:context>
    <inkml:brush xml:id="br0">
      <inkml:brushProperty name="width" value="0.035" units="cm"/>
      <inkml:brushProperty name="height" value="0.035" units="cm"/>
      <inkml:brushProperty name="color" value="#0066FF"/>
    </inkml:brush>
  </inkml:definitions>
  <inkml:trace contextRef="#ctx0" brushRef="#br0">25 33 624,'-2'0'272,"1"-1"0,0 0-1,0 1 1,0-1 0,0 0-1,0 1 1,0-1 0,0 0-1,1 0 1,-1 0 0,0 0 0,0 0-1,1 0 1,-1 0 0,0 0-1,1 0 1,-1 0 0,1 0-1,-1 0 1,1 0 0,0-1 0,-1 1-1,1 0 1,0 0 0,0 0-1,0-1 1,0 1 0,0 0 0,0-3 2594,-7 4 1486,19 2-4224,-1 1 0,1 1 0,18 8 0,-29-12-119,60 31-4,-41-20-122,27 11 0,1-2-742,-30-12-450,36 11 0,-45-17-296,1 0 1,-1-1-1,17 1 1,-11-2-203,-5 0-201</inkml:trace>
</inkml:ink>
</file>

<file path=ppt/ink/ink2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6.336"/>
    </inkml:context>
    <inkml:brush xml:id="br0">
      <inkml:brushProperty name="width" value="0.035" units="cm"/>
      <inkml:brushProperty name="height" value="0.035" units="cm"/>
      <inkml:brushProperty name="color" value="#0066FF"/>
    </inkml:brush>
  </inkml:definitions>
  <inkml:trace contextRef="#ctx0" brushRef="#br0">33 16 1104,'-4'-3'3965,"-1"0"0,0 1 0,0-1 0,-9-2-1,18 6-3839,-1 0 0,0 0 0,0 0-1,0 0 1,0 1 0,0-1-1,0 1 1,-1 0 0,1 0 0,0 0-1,-1 0 1,0 0 0,1 1-1,1 2 1,12 10 441,-8-9-414,-5-3-18,1 0 1,0 0-1,-1 0 1,0 1-1,5 5 1,14 17 511,-19-23-580,0 0-1,0 0 1,0 0-1,0 0 1,-1 0-1,0 1 1,1-1-1,-1 1 1,2 6-1,10 18 295,-12-24-313,1-1 1,-1 1-1,0 0 1,0 0-1,2 8 1,12 23 77,2 1-56,-16-31-100,0 0-1,1 0 0,0-1 1,-1 1-1,5 4 0,-4-6-16,-1 0 0,0 0 1,1 0-1,-2 1 0,1-1 0,0 0 0,-1 1 0,1-1 1,-1 1-1,0 0 0,0-1 0,0 7 0,-1-9-99,0 0-1,0-1 0,1 1 1,-1-1-1,0 1 1,0-1-1,0 1 1,0-1-1,1 1 0,-1-1 1,0 1-1,0-1 1,1 0-1,-1 1 0,0-1 1,1 1-1,-1-1 1,1 0-1,-1 1 1,0-1-1,1 0 0,-1 1 1,1-1-1,-1 0 1,1 0-1,-1 1 0,1-1 1,-1 0-1,1 0 1,-1 0-1,1 0 1,-1 0-1,1 0 0,-1 0 1,1 0-1,-1 0 1,1 0-1,-1 0 0,2 0 1,-2 0 64,1-31-12705,-1 31 12254,0-7-2225,0-3-210</inkml:trace>
</inkml:ink>
</file>

<file path=ppt/ink/ink2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6.606"/>
    </inkml:context>
    <inkml:brush xml:id="br0">
      <inkml:brushProperty name="width" value="0.035" units="cm"/>
      <inkml:brushProperty name="height" value="0.035" units="cm"/>
      <inkml:brushProperty name="color" value="#0066FF"/>
    </inkml:brush>
  </inkml:definitions>
  <inkml:trace contextRef="#ctx0" brushRef="#br0">34 29 1344,'-2'-12'6775,"-10"3"-1814,2 4-48,1 2 1096,9 9-4496,8 11-2313,-7-16 1201,7 13-388,-5-8-8,0-1 0,0 0 1,-1 1-1,4 11 0,-3-10-4,0-1 1,0 1-1,0-1 1,1 1-1,8 10 1,10 18 9,30 78-261,-49-107-59,-1 0 0,1 1 0,-1-1 0,0 1 0,-1-1 0,1 1 0,0 11 0,-2-15-6,0-1 1,0 0 0,1 1 0,-1-1-1,1 0 1,0 1 0,0-1-1,0 0 1,0 0 0,2 4-1,-2-5-243,0 1 0,0 0 0,0 0 0,0 0 0,-1 0 0,1 0 0,0 0 0,-1 1 0,0-1 0,1 3 0,-18-10-6993,8 0 4910</inkml:trace>
</inkml:ink>
</file>

<file path=ppt/ink/ink2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6.886"/>
    </inkml:context>
    <inkml:brush xml:id="br0">
      <inkml:brushProperty name="width" value="0.035" units="cm"/>
      <inkml:brushProperty name="height" value="0.035" units="cm"/>
      <inkml:brushProperty name="color" value="#0066FF"/>
    </inkml:brush>
  </inkml:definitions>
  <inkml:trace contextRef="#ctx0" brushRef="#br0">60 17 968,'-3'-1'949,"-1"1"0,1-1-1,-1 0 1,1 1 0,-1-1-1,1-1 1,-5-1 0,5 2 15,0-1 0,1 1 0,-1 0 1,0 1-1,0-1 0,0 0 0,-5 0 3797,25 2-4167,68 24-500,-59-16-94,10 5 8,40 23-58,-45-20-1867,59 24-1,-75-35 790,-10-4 241,1 0 0,0 0-1,0-1 1,0 0 0,0 0-1,0-1 1,0 0 0,0 0-1,0 0 1,1-1 0,-1 0-1,0 0 1,11-4 0,-8 4-1026</inkml:trace>
</inkml:ink>
</file>

<file path=ppt/ink/ink2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7.277"/>
    </inkml:context>
    <inkml:brush xml:id="br0">
      <inkml:brushProperty name="width" value="0.035" units="cm"/>
      <inkml:brushProperty name="height" value="0.035" units="cm"/>
      <inkml:brushProperty name="color" value="#0066FF"/>
    </inkml:brush>
  </inkml:definitions>
  <inkml:trace contextRef="#ctx0" brushRef="#br0">1 139 640,'11'4'7279,"-4"-2"-5383,36 3-1435,-23-5-408,-9 1-41,0-1 0,0 0 0,-1-1 0,1 0 0,0-1 0,0 0 0,10-4 0,6-2-5,-23 7-2,1 0-1,-1 0 1,1-1 0,-1 0-1,0 1 1,5-4 0,-1 0 4,25-17-22,-31 21 21,-1 0 1,0 0-1,1 0 1,-1 0-1,0-1 1,0 1-1,1 0 1,-1-1-1,0 1 1,0-1-1,-1 1 0,1-1 1,0 1-1,0-1 1,-1 1-1,2-5 1,2-7 295,-3 12-267,-1 0 0,1 1 0,-1-1 0,1 0 0,-1 0 0,0 1 0,1-1 0,-1 0 0,0 0 0,0 0 0,1 0 0,-1 1 0,0-1 0,0 0 0,0 0 0,0 0 0,0 0 0,0 0-1,0 0 1,-1 1 0,1-1 0,0 0 0,0 0 0,-1-1 0,-3-2 252,1-3 180,2 6-358,0-1 1,0 1-1,0 0 1,0 0-1,0-1 1,0 1-1,-1 0 1,1 0-1,0 0 1,0 0-1,-1 1 1,1-1-1,-1 0 1,1 0-1,0 1 1,-1-1-1,-2 0 1,2 1-51,-1 0 0,1 1 0,-1-1 0,1 0 0,-1 1 0,1 0 0,-1-1 1,1 1-1,0 0 0,-1 0 0,1 0 0,0 1 0,0-1 0,0 0 0,0 1 0,0 0 0,0-1 1,0 1-1,0 0 0,-1 3 0,-2 1 76,1 1 0,0 1 1,1-1-1,-5 13 0,3-7-64,4-10-71,1 1 0,0 0 1,-1-1-1,1 1 0,0 0 1,0-1-1,1 1 0,-1 0 1,1-1-1,0 1 0,0-1 1,0 1-1,0-1 1,1 1-1,-1-1 0,1 0 1,0 0-1,4 6 0,9 20 6,-14-26-24,1 0 0,-1 0 1,1 0-1,0 0 1,0-1-1,0 1 1,0 0-1,1-1 1,-1 0-1,1 1 0,0-1 1,-1 0-1,1 0 1,0-1-1,3 3 1,2 0-305,0-1 1,1 1 0,-1-1-1,14 2 1,-18-4 3,0 0 1,0-1-1,0 0 1,0 0-1,0 0 1,0 0-1,0-1 1,-1 1-1,1-1 1,0 0-1,0 0 1,5-3-1,-2 1-1077,-1 0-1,1-1 1,-1 0-1,0-1 1,10-9-1,-7 4-837</inkml:trace>
</inkml:ink>
</file>

<file path=ppt/ink/ink2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8.073"/>
    </inkml:context>
    <inkml:brush xml:id="br0">
      <inkml:brushProperty name="width" value="0.035" units="cm"/>
      <inkml:brushProperty name="height" value="0.035" units="cm"/>
      <inkml:brushProperty name="color" value="#0066FF"/>
    </inkml:brush>
  </inkml:definitions>
  <inkml:trace contextRef="#ctx0" brushRef="#br0">0 308 1336,'1'-1'413,"-1"0"-1,1 0 1,-1 1-1,1-1 0,0 0 1,-1 0-1,1 1 1,0-1-1,0 0 0,0 1 1,0-1-1,-1 1 1,1-1-1,0 1 0,0-1 1,0 1-1,0 0 1,0-1-1,1 1 1,5-3 447,-5 2-237,15 7 452,-14-5-1040,0 0 1,1 0 0,-1 0-1,0 0 1,0 1 0,0-1 0,0 1-1,0 0 1,-1 0 0,1 0 0,0 0-1,-1 0 1,4 5 0,8 9 30,-13-15-61,1 0 0,-1 0-1,1 1 1,-1-1 0,1 0 0,-1 1-1,0-1 1,0 1 0,0 0 0,0-1-1,0 1 1,0 0 0,-1-1 0,1 1-1,0 0 1,-1 0 0,1 3 0,4 12 31,-5-15-33,1-1 0,-1 0 0,1 0 0,-1 0 1,1 1-1,-1-1 0,0 0 0,1 1 0,-1-1 0,0 0 0,0 1 1,0-1-1,0 0 0,0 1 0,-1-1 0,1 0 0,0 0 1,-1 2-1,-2 4 6,1-1 10,-1 0 0,1 0-1,0 0 1,-2 10-1,-4 11 349,8-27-358,0 0-1,0 0 1,0 0 0,0-1-1,0 1 1,0 0-1,0 0 1,0 0 0,0 0-1,0 0 1,0 0-1,0-1 1,1 1-1,-1 0 1,0 0 0,0 0-1,0 0 1,0 0-1,0 0 1,0 0 0,0 0-1,0 0 1,1-1-1,-1 1 1,0 0 0,0 0-1,0 0 1,0 0-1,0 0 1,1 0-1,-1 0 1,0 0 0,0 0-1,0 0 1,0 0-1,0 0 1,1 0 0,-1 0-1,0 0 1,0 0-1,0 0 1,0 0 0,-3-2 177,3 2-182,0 0 11,0-1 0,0 1-1,0 0 1,0-1 0,-1 1 0,1 0-1,0-1 1,0 1 0,0 0 0,0-1-1,0 1 1,0 0 0,0-1-1,0 1 1,0 0 0,0-1 0,0 1-1,1 0 1,-1-1 0,0 1-1,0 0 1,0 0 0,0-1 0,0 1-1,1 0 1,-1-1 0,0 1 0,0 0-1,0 0 1,1-1 0,-1 1-1,0 0 1,0 0 0,1 0 0,-1-1-1,0 1 1,1 0 0,12-11 172,7-3-88,0-1 0,28-29 0,-26 22-85,-8 7-3,-2-1 1,0 0 0,0-1-1,-2 0 1,16-35-1,-19 39 404,-1-1 0,0 0 0,-1 0 0,0-1 0,-1 0 1,-1 1-1,0-1 0,1-27 0,-5 37 208,1-1 0,-1 1 0,0 0 0,0 0 0,-1 0 0,0 0 1,1 0-1,-2 0 0,1 0 0,-1 0 0,-5-7 0,7 11-298,-1 0 0,0 0 0,0 0 0,0 0 0,0 0 0,0 0 0,0 1 0,0-1 0,-1 1 0,1-1 0,0 1 0,0 0 0,0 0 0,-1 0 0,1 0 0,0 0 0,0 0 0,-3 1 0,-4 0-33,7 0-288,0-1 0,1 1 0,-1 0 0,0 0 0,1-1 0,-1 1 0,1 1 0,-1-1 0,-2 2 0,3 1-4,-5-2 0,5 3 0,0-4 0,1 0 0,-1 0 0,0 0 0,0 0 0,0-1 0,0 1 0,0 0 0,0 0 0,0 0 0,0-1 0,0 1 0,-2 0 0,-3 2 0,10-6 0,20-2 0,-15 4 0,0 0 0,-2 1 0,-6 17 0,-1-12 0,0 1 0,0 20 0,-1-21 0,1 1 0,-1-1 0,1 1 0,1-1 0,-1 1 0,1-1 0,0 1 0,0-1 0,1 1 0,0-1 0,2 6 0,1 0 0,-1 1 0,-1-1 0,0 1 0,2 14 0,1 3 0,3 4 0,-5-23 0,-1 1 0,-1 1 0,1-1 0,0 20 0,-2-22 0,1 1 0,0 0 0,0-1 0,1 0 0,0 1 0,1-1 0,5 9 0,18 40 0,-20-52 0,-4-4-225,1-1 0,-1 1 0,0-1 0,1 0 0,-1-1 0,1 1 0,-1 0 0,1-1 0,-1 0 0,1 0 0,0 0 0,5-1 0,46-10-4099,-48 9 3995,51-18-5715,-50 16 4519,1 1-1,-2-2 0,1 1 1,0-1-1,-1-1 0,0 1 1,0-1-1,9-11 0,-7 6-1103</inkml:trace>
</inkml:ink>
</file>

<file path=ppt/ink/ink2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8.385"/>
    </inkml:context>
    <inkml:brush xml:id="br0">
      <inkml:brushProperty name="width" value="0.035" units="cm"/>
      <inkml:brushProperty name="height" value="0.035" units="cm"/>
      <inkml:brushProperty name="color" value="#0066FF"/>
    </inkml:brush>
  </inkml:definitions>
  <inkml:trace contextRef="#ctx0" brushRef="#br0">1 133 2176,'0'0'2080,"18"-5"3577,-8 4-4980,0 0 1,0-1-1,-1 0 0,11-4 1,23-4 216,-25 6-645,0-1 1,29-12-1,-2 1-164,101-26-1376,-138 36 229,-8 6 770,0-1-1,0 1 1,0-1 0,0 1-1,0-1 1,0 1 0,0-1 0,0 0-1,0 1 1,0-1 0,0 1-1,0-1 1,0 1 0,0-1 0,-1 1-1,1-1 1,0 1 0,0-1-1,-1 1 1,1-1 0,0 1 0,-1-1-1,1 1 1,0-1 0,-1 1-1,1 0 1,0-1 0,-1 1 0,1 0-1,-1-1 1,0 1 0</inkml:trace>
</inkml:ink>
</file>

<file path=ppt/ink/ink2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09.438"/>
    </inkml:context>
    <inkml:brush xml:id="br0">
      <inkml:brushProperty name="width" value="0.035" units="cm"/>
      <inkml:brushProperty name="height" value="0.035" units="cm"/>
      <inkml:brushProperty name="color" value="#0066FF"/>
    </inkml:brush>
  </inkml:definitions>
  <inkml:trace contextRef="#ctx0" brushRef="#br0">26 386 224,'-21'-4'27430,"16"2"-24457,11-2-1412,-6 3-1542,0 1-1,1-1 0,-1 1 1,0 0-1,1-1 1,-1 1-1,1-1 1,-1 1-1,1 0 0,-1-1 1,1 1-1,-1 0 1,1 0-1,0-1 1,-1 1-1,1 0 0,-1 0 1,1 0-1,-1 0 1,1 0-1,0 0 1,8-1 11,0 0 0,0 0-1,12-4 1,18-3 24,110-11-54,-42 5 0,381-56 0,-172 23 0,516-55-789,-516 58-4535,-315 44 5237,29-3-3018,0-1-1,37-10 0,-66 14 2943,-1 0-1,1 0 0,-1-1 0,1 1 1,-1 0-1,1 0 0,-1-1 0,1 1 1,-1 0-1,0 0 0,1-1 0,-1 1 0,1-1 1,-1 1-1,0 0 0,1-1 0,-1 1 1,0-1-1,0 1 0,1-1 0,-1 1 1,0 0-1,0-1 0,0 1 0,1-1 1,-1 0-1,0 1 0,0-1 0,0 1 1,0-1-1,0 1 0,0-1 0,0 1 0,0-1 1,0 1-1,-1-1 0,-6-15-4747,5 10 1952</inkml:trace>
</inkml:ink>
</file>

<file path=ppt/ink/ink2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0.252"/>
    </inkml:context>
    <inkml:brush xml:id="br0">
      <inkml:brushProperty name="width" value="0.035" units="cm"/>
      <inkml:brushProperty name="height" value="0.035" units="cm"/>
      <inkml:brushProperty name="color" value="#0066FF"/>
    </inkml:brush>
  </inkml:definitions>
  <inkml:trace contextRef="#ctx0" brushRef="#br0">34 348 1448,'-1'1'505,"-1"0"0,0 0 0,1 0 0,-1 0 0,0-1 0,0 1 0,0-1 0,0 1 0,0-1 0,0 0 0,0 0 0,0 0 0,0 0 0,0 0 0,0 0 0,-2-1 0,4 0-247,0 1 0,0 0-1,0-1 1,0 1 0,0 0 0,0-1 0,1 1 0,-1 0-1,0-1 1,0 1 0,0-1 0,0 1 0,0 0 0,1-1 0,-1 1-1,0 0 1,0 0 0,0-1 0,1 1 0,-1 0 0,0 0 0,1-1-1,-1 1 1,0 0 0,1-1 0,4-1-257,13 1 584,29-6-1,-2 0-514,35-2 74,106-9 330,40-8-54,-94 9-327,80-20-27,-123 19-51,125-28 7,-145 32-40,280-38-51,-194 35 44,-59 4 13,82-9 2,-53 1 67,-114 19-44,5-4-5,-15 6-6,0-1-1,1 0 0,-1 1 1,1-1-1,-1 1 0,1 0 0,-1-1 1,1 1-1,-1 0 0,1 0 0,2 0 1,4-3-1,-8 3-5,0 0 1,0-1 0,0 1-1,0 0 1,1 0 0,-1 0-1,0 0 1,0-1 0,0 1-1,0 0 1,0 0-1,1 0 1,-1 0 0,0 0-1,0 0 1,0 0 0,0-1-1,1 1 1,-1 0 0,0 0-1,0 0 1,0 0 0,1 0-1,-1 0 1,0 0 0,0 0-1,0 0 1,1 0 0,-1 0-1,0 0 1,0 0 0,0 0-1,1 0 1,-1 0-1,0 0 1,0 0 0,0 1-1,0-1 1,1 0 0,-1 0-1,0 0 1,0 0 0,0 0-1,0 0 1,1 1 0,-1-1-1,0 0 1,0 0 0,0 0-1,0 0 1,0 0 0,0 1-1,0-1 1,0 0 0,1 0-1,-1 0 1,0 1-1,0-1 1,0 0 0,0 0-1,0 0 1,0 1 0,0-1-1,0 1-206,-9-6-1755,-61 14-7359,47-7 6652,5 3-450</inkml:trace>
</inkml:ink>
</file>

<file path=ppt/ink/ink2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0.744"/>
    </inkml:context>
    <inkml:brush xml:id="br0">
      <inkml:brushProperty name="width" value="0.035" units="cm"/>
      <inkml:brushProperty name="height" value="0.035" units="cm"/>
      <inkml:brushProperty name="color" value="#0066FF"/>
    </inkml:brush>
  </inkml:definitions>
  <inkml:trace contextRef="#ctx0" brushRef="#br0">59 97 504,'-51'0'14003,"44"0"-7579,31-6-4343,16 0-1513,-11 1-526,73-11-1530,-31 1-1360,-13 3-289,-51 11 2293,0-1 1,0 0 0,0 0 0,0 0-1,-1-1 1,1 0 0,-1 0-1,7-5 1,-12 2-2930,-1 1 1460</inkml:trace>
</inkml:ink>
</file>

<file path=ppt/ink/ink2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0.909"/>
    </inkml:context>
    <inkml:brush xml:id="br0">
      <inkml:brushProperty name="width" value="0.035" units="cm"/>
      <inkml:brushProperty name="height" value="0.035" units="cm"/>
      <inkml:brushProperty name="color" value="#0066FF"/>
    </inkml:brush>
  </inkml:definitions>
  <inkml:trace contextRef="#ctx0" brushRef="#br0">1 64 80,'10'6'9789,"7"-7"-8632,0 0 0,32-8 1,-19 2-3608,0-2 1,41-19-1,-38 13-613</inkml:trace>
</inkml:ink>
</file>

<file path=ppt/ink/ink2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1.292"/>
    </inkml:context>
    <inkml:brush xml:id="br0">
      <inkml:brushProperty name="width" value="0.035" units="cm"/>
      <inkml:brushProperty name="height" value="0.035" units="cm"/>
      <inkml:brushProperty name="color" value="#0066FF"/>
    </inkml:brush>
  </inkml:definitions>
  <inkml:trace contextRef="#ctx0" brushRef="#br0">82 11 1896,'-41'-5'9172,"0"-1"766,45 8-6984,-3 1-4113,-1-2 1230,5 0-61,-1 1 1,1 0 0,-1 1 0,1-1-1,-1 1 1,0-1 0,0 1-1,0 0 1,6 7 0,3 2-1,2-1-5,12 11-2,3 1-38,-25-19 35,0 0 1,1 0 0,-2 0-1,1 0 1,0 1 0,-1 0-1,0 0 1,4 5 0,4 10 12,3 7 11,-7-8-3,-7-17-18,0 0-1,0-1 0,-1 1 0,1 0 1,0 0-1,0 0 0,-1 0 0,1 0 1,-1 0-1,0 0 0,0 0 0,1 0 1,-1 0-1,0 0 0,-1 0 0,1 0 1,0 0-1,-1 0 0,1 0 0,-1 0 1,1 0-1,-1 0 0,0-1 0,0 1 1,-2 3-1,-6 12-10,-6 7-27,9-18-158,0 0-1,-1 0 1,1-1-1,-1 0 0,-1 0 1,1-1-1,-1 0 1,1 0-1,-1 0 0,0-1 1,0-1-1,-17 4 1,-5-2-3735,28-5 3460,1 1 0,-1-1 0,1 1 1,0-1-1,-1 1 0,1-1 1,0 0-1,-1 0 0,1 0 0,0 1 1,0-1-1,0 0 0,0-1 0,0 1 1,-2-2-1,3-3-2423,7-4-435</inkml:trace>
</inkml:ink>
</file>

<file path=ppt/ink/ink2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1.905"/>
    </inkml:context>
    <inkml:brush xml:id="br0">
      <inkml:brushProperty name="width" value="0.035" units="cm"/>
      <inkml:brushProperty name="height" value="0.035" units="cm"/>
      <inkml:brushProperty name="color" value="#0066FF"/>
    </inkml:brush>
  </inkml:definitions>
  <inkml:trace contextRef="#ctx0" brushRef="#br0">154 11 2136,'8'-10'14215,"-12"11"-13571,0 0-1,1 0 0,-1 0 0,1 1 0,-1-1 0,1 1 0,0 0 0,-4 3 0,4-3-340,0 1 0,0 0 0,0-1-1,0 0 1,-1 0 0,-4 2 0,-6 4 634,7-3-659,0 0-1,1 0 1,0 0-1,0 0 1,0 1-1,1 0 1,0 1-1,0-1 1,0 1-1,1 0 1,0 0-1,-4 10 1,5-11-268,1 0-1,0 0 1,1 0 0,0 0 0,0 1 0,0-1 0,0 0-1,1 1 1,0-1 0,1 1 0,-1-1 0,1 0-1,0 1 1,1-1 0,3 10 0,-1-11-7,0 0-1,0-1 1,0 1 0,1-1-1,0 0 1,-1 0 0,1-1-1,1 0 1,-1 0 0,8 4-1,0-3-434,1-1-1,0-1 0,0 0 1,0 0-1,0-1 0,15-2 1,-14 0-821,0 0 0,-1-1 1,1-1-1,-1-1 1,0 0-1,0-1 1,0 0-1,-1-1 1,19-11-1,-26 13 531,-1 0 0,0 0 0,0-1 0,-1 1 0,5-7 0,-7 9 492,0-1 1,0 0-1,0 1 1,0-1-1,-1 0 1,1 0-1,-1 0 0,0 0 1,0 0-1,0 0 1,1-5-1,7-44-767,-9 45 1262,0 1 1,1 0-1,0-1 1,1 1 0,-1 0-1,1-1 1,0 1-1,4-7 1,-4 9 100,6-16 2841,-12 13 945,-9 5 3317,7 6-4475,5-3-2881,0 1 0,0-1-1,0 1 1,0-1-1,0 1 1,0 0 0,0-1-1,0 1 1,1 0 0,-1 0-1,0 2 1,1-1-57,-1-1 0,1 0 1,-1 0-1,1 1 0,-1-1 1,0 0-1,0 0 0,0 0 1,-1 2-1,0-2-33,1 0 0,0 0 0,0 0 0,0 0-1,1 0 1,-1 1 0,0-1 0,1 0 0,-1 3 0,-3 34 154,3-35-172,0 1 0,0 0 0,1 0 0,0 0-1,0 0 1,0 0 0,0 0 0,1-1-1,0 1 1,0 0 0,2 5 0,5 38-627,-6-30-1256,-2-18 1709,0 1 0,0-1 0,0 1-1,0 0 1,0-1 0,0 1 0,0 0 0,0-1-1,0 1 1,0 0 0,1-1 0,-1 1 0,0-1-1,0 1 1,1 0 0,-1-1 0,0 1 0,1-1-1,-1 1 1,0-1 0,1 1 0,-1-1-1,1 1 1,-1-1 0,2 1 0,-1 0-315,0-1-1,0 0 1,-1 0-1,1 0 1,0 0 0,0 0-1,0 0 1,0 0 0,0 0-1,0 0 1,0-1-1,0 1 1,0 0 0,0 0-1,0-1 1,0 1 0,-1-1-1,1 1 1,0-1-1,0 1 1,0-1 0,-1 0-1,1 1 1,0-1 0,0-1-1,11-6-3279,-3 2 752</inkml:trace>
</inkml:ink>
</file>

<file path=ppt/ink/ink2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2.184"/>
    </inkml:context>
    <inkml:brush xml:id="br0">
      <inkml:brushProperty name="width" value="0.035" units="cm"/>
      <inkml:brushProperty name="height" value="0.035" units="cm"/>
      <inkml:brushProperty name="color" value="#0066FF"/>
    </inkml:brush>
  </inkml:definitions>
  <inkml:trace contextRef="#ctx0" brushRef="#br0">29 10 2120,'1'-1'3780,"6"-8"5958,-10 17-9086,-2 5 84,1-3-300,3-10-413,1 1-1,-1-1 0,1 1 1,0-1-1,-1 1 0,1 0 1,0-1-1,-1 1 0,1-1 1,0 1-1,0 0 0,0-1 1,-1 1-1,1 0 0,0-1 1,0 1-1,0 0 0,0-1 1,0 2-1,-8 49 818,8-47-811,0 5 25,0 0-1,-1 0 1,1 0-1,-2 0 0,-2 13 1,2-13-70,1 1 1,0-1 0,0 1-1,1-1 1,2 15 0,-1 6-1350,3-23 345,-1-6-544,-1-15-8642,-2 9 7338</inkml:trace>
</inkml:ink>
</file>

<file path=ppt/ink/ink2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2.424"/>
    </inkml:context>
    <inkml:brush xml:id="br0">
      <inkml:brushProperty name="width" value="0.035" units="cm"/>
      <inkml:brushProperty name="height" value="0.035" units="cm"/>
      <inkml:brushProperty name="color" value="#0066FF"/>
    </inkml:brush>
  </inkml:definitions>
  <inkml:trace contextRef="#ctx0" brushRef="#br0">1 6 2433,'10'-5'7725,"-3"5"-7676,1 0 0,-1 1 0,1 0 0,-1 1-1,1 0 1,-1 0 0,0 0 0,0 1 0,0 0 0,0 0 0,0 1-1,-1 0 1,0 0 0,1 0 0,-2 1 0,1 0 0,0 0 0,6 9-1,9 8-104,-17-19-15,0 1 0,-1-1 1,0 1-1,0 0 1,0 0-1,0 0 0,0 1 1,3 6-1,-5-7-20,1 0-199,0 1 0,0-1 0,0 1 1,0-1-1,4 5 0,-5-8 37,1 0 1,-1 1 0,0-1 0,0 0 0,1 0-1,-1 0 1,0-1 0,1 1 0,-1 0 0,1 0-1,-1-1 1,1 1 0,-1-1 0,1 1-1,0-1 1,-1 0 0,1 0 0,0 0 0,1 0-1</inkml:trace>
</inkml:ink>
</file>

<file path=ppt/ink/ink2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2.838"/>
    </inkml:context>
    <inkml:brush xml:id="br0">
      <inkml:brushProperty name="width" value="0.035" units="cm"/>
      <inkml:brushProperty name="height" value="0.035" units="cm"/>
      <inkml:brushProperty name="color" value="#0066FF"/>
    </inkml:brush>
  </inkml:definitions>
  <inkml:trace contextRef="#ctx0" brushRef="#br0">19 5 1432,'9'-4'17252,"-9"13"-16817,-1 1 1,1 0-1,-2-1 0,-2 15 0,-8 31-13,9-42-347,1 0 0,0 0-1,1 0 1,0 1 0,3 22 0,-2 22-7779,24-74-1905,-22 11 6295</inkml:trace>
</inkml:ink>
</file>

<file path=ppt/ink/ink2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3.118"/>
    </inkml:context>
    <inkml:brush xml:id="br0">
      <inkml:brushProperty name="width" value="0.035" units="cm"/>
      <inkml:brushProperty name="height" value="0.035" units="cm"/>
      <inkml:brushProperty name="color" value="#0066FF"/>
    </inkml:brush>
  </inkml:definitions>
  <inkml:trace contextRef="#ctx0" brushRef="#br0">60 10 752,'9'-10'16288,"-2"26"-14838,-5-15-1360,-1 1 0,0-1 1,-1 1-1,1-1 0,0 0 1,0 1-1,-1-1 0,1 1 1,0 0-1,-1-1 0,1 4 1,-1 30 750,1-15-766,-1-1 0,0 1 0,-2-1 0,-4 23 0,-3 6-138,6-15-336,3-29 196,0 1 1,-1-1 0,1 1 0,-1-1-1,0 0 1,-1 7 0,-2 1-796,4-11 853,0 0 0,0 0 0,0 0 0,-1 0-1,1 0 1,0 0 0,0 0 0,-1-1 0,1 1-1,-1 0 1,1 0 0,-1 0 0,1 0 0,-1 0-1,0-1 1,1 1 0,-1 0 0,0-1-1,1 1 1,-1 0 0,0-1 0,0 1 0,0-1-1,0 1 1,-1 0 0,1-1-194,0 1-1,0-1 1,0 0 0,0 1-1,0-1 1,0 0 0,0 0-1,0 0 1,0 0 0,0 0-1,0 0 1,0 0-1,0 0 1,0 0 0,0 0-1,0-1 1,0 1 0,0 0-1,0-1 1,-2 0 0,-8-4-2885,2 4 507</inkml:trace>
</inkml:ink>
</file>

<file path=ppt/ink/ink2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3.320"/>
    </inkml:context>
    <inkml:brush xml:id="br0">
      <inkml:brushProperty name="width" value="0.035" units="cm"/>
      <inkml:brushProperty name="height" value="0.035" units="cm"/>
      <inkml:brushProperty name="color" value="#0066FF"/>
    </inkml:brush>
  </inkml:definitions>
  <inkml:trace contextRef="#ctx0" brushRef="#br0">8 11 344,'-7'-1'3026,"10"-3"5,21-1 1354,-2 4-4018,1 2 0,0 1 0,26 6 0,-41-7-461,-1 1 0,1 1 0,-1-1 0,0 1-1,0 0 1,0 1 0,0 0 0,0 0 0,-1 0 0,0 1 0,0 0 0,0 0 0,7 9 0,8 7-1677,-16-16 951,0-1 0,-1 0 0,0 1 0,0 0 0,3 6 0,-5-2-1194</inkml:trace>
</inkml:ink>
</file>

<file path=ppt/ink/ink2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6.120"/>
    </inkml:context>
    <inkml:brush xml:id="br0">
      <inkml:brushProperty name="width" value="0.035" units="cm"/>
      <inkml:brushProperty name="height" value="0.035" units="cm"/>
      <inkml:brushProperty name="color" value="#0066FF"/>
    </inkml:brush>
  </inkml:definitions>
  <inkml:trace contextRef="#ctx0" brushRef="#br0">1457 1162 272,'-5'4'6444,"-24"-5"17220,27 2-24520,-19 9 2175,-42 12 0,-12 1-714,23-10-605,33-7 0,-40 6 0,-16-4 0,-176 11 0,83-33 0,147 11 0,-105-22 0,56 8 0,-40-15 0,87 25 0,1-1 0,0-2 0,0 0 0,1-1 0,-24-18 0,37 25 0,1-1 0,-1 0 0,1 0 0,1-1 0,-1 0 0,1 0 0,0 0 0,0-1 0,1 0 0,-6-10 0,-13-21 0,18 28 0,-1 0 0,1-1 0,0 1 0,-4-14 0,-1-39 0,7 45 0,2 0 0,0 0 0,1-1 0,2-21 0,0 8 0,-1 22 0,1 1 0,1-1 0,0 1 0,3-13 0,3-9 0,-7 27 0,1-1 0,0 1 0,-1-1 0,1 1 0,1 0 0,4-7 0,8-16 0,-7 8 0,2 1 0,0-1 0,1 2 0,17-22 0,26-29 0,-47 60 0,0 1 0,0 0 0,10-6 0,-9 6 0,0 1 0,0-1 0,7-10 0,-7 9 0,1 0 0,0 0 0,0 0 0,16-9 0,-13 9 0,-1 0 0,18-17 0,-11 11 0,-15 12 0,0 0 0,0 0 0,0 0 0,0 0 0,0-1 0,2-3 0,31-31 0,-2 10 0,-11 11 0,-8 5 0,-13 11 0,0-1 0,0 0 0,0-1 0,0 1 0,-1 0 0,1-1 0,0 1 0,-1-1 0,1 1 0,0-3 0,-2 3 0,9-4 0,-2 1 0,-5-2 0,-4 2 0,-2 3 0,7 1 0,-9 0 0,-3-1 0,10 0 0,-1 1 0,0 0 0,0 0 0,0 0 0,0 0 0,0 0 0,0 0 0,0 0 0,0 0 0,-1 0 0,1 0 0,0 0 0,0 0 0,0 0 0,0 0 0,0 0 0,0 0 0,0 0 0,0 0 0,0 0 0,0 0 0,0-1 0,0 1 0,0 0 0,0 0 0,0 0 0,0 0 0,0 0 0,0 0 0,0 0 0,0 0 0,0 0 0,0 0 0,0 0 0,0 0 0,0 0 0,0 0 0,0 0 0,0 0 0,0 0 0,0 0 0,0-1 0,0 1 0,0 0 0,0 0 0,0 0 0,0 0 0,0 0 0,0 0 0,0 0 0,0 0 0,0 0 0,0 0 0,0 0 0,0 0 0,0 0 0,0 0 0,0 0 0,-25-1 0,18-1 0,9-1 0,16-7 0,-6 3 0,-4 2 0,1 0 0,-1 0 0,1 1 0,0 0 0,15-4 0,-14 5 0,25-6 0,-33 9 0,0 1 0,0-1 0,0 0 0,0 1 0,0-1 0,0 1 0,0-1 0,-1 1 0,1 0 0,0 0 0,2 1 0,15 6 0,-11-6 0,0 0 0,0 1 0,0 0 0,0 1 0,-1 0 0,1 0 0,11 8 0,43 43 0,-54-48 0,-7-6 0,0 0 0,0 1 0,0-1 0,0 0 0,0 1 0,0-1 0,0 1 0,-1-1 0,1 1 0,-1 0 0,1 2 0,8 14 0,0-8-1302,-8-9 973,0 0-1,1 0 1,-1 0 0,0 0 0,0 0 0,0 0 0,0 0 0,-1 1 0,1-1 0,0 0 0,0 0-1,-1 1 1,1-1 0,-1 1 0,1-1 0,-1 0 0,0 1 0,1-1 0,-1 3 0,25-8-14502,-16 3 9204</inkml:trace>
</inkml:ink>
</file>

<file path=ppt/ink/ink2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7.521"/>
    </inkml:context>
    <inkml:brush xml:id="br0">
      <inkml:brushProperty name="width" value="0.035" units="cm"/>
      <inkml:brushProperty name="height" value="0.035" units="cm"/>
      <inkml:brushProperty name="color" value="#0066FF"/>
    </inkml:brush>
  </inkml:definitions>
  <inkml:trace contextRef="#ctx0" brushRef="#br0">323 336 200,'-10'-6'2155,"6"3"-1018,0 1 1,0-1-1,-1 1 0,1 0 0,-8-2 0,-7-4 2171,7 2 1760,1 5 7883,7-2-11865,3 2-1057,1 1-1,0 0 1,0-1 0,-1 1-1,1 0 1,0 0 0,0-1-1,-1 1 1,1 0 0,0 0-1,-1-1 1,1 1 0,0 0 0,-1 0-1,1 0 1,0 0 0,-1 0-1,1 0 1,-1-1 0,1 1-1,0 0 1,-1 0 0,1 0-1,0 0 1,-1 0 0,1 0-1,-1 1 1,1-1 0,0 0-1,-1 0 1,1 0 0,0 0 0,-1 0-1,1 0 1,0 1 0,-1-1-1,1 0 1,0 0 0,-1 1-1,1-1 1,-2 1-29,1 0 0,0 0 0,-1 0 0,1 0 0,0 1 0,0-1 0,0 0 0,0 0 0,0 1 0,0-1 0,0 1 0,0-1 0,0 1 0,0 2 0,-1-1 0,0 2 0,0-2 0,0 0 0,0 0 0,1 1 0,0-1 0,-1 0 0,1 1 0,0 0 0,1-1 0,-1 1 0,1-1 0,-1 1 0,2 5 0,-1 178 0,-5-191 0,1 1 0,0-1 0,0 0 0,-5-8 0,-9-6 0,14 14 0,1 1 0,0 0 0,-1-1 0,1 0 0,1 1 0,-4-6 0,1 1 0,0 1 0,0-1 0,-8-7 0,8 9 0,0 1 0,1-1 0,0 0 0,0 0 0,-6-13 0,-10-22 0,15 32 0,0 0 0,1-1 0,0 1 0,0-1 0,1 0 0,-2-10 0,2 1 0,1 1 0,1-1 0,0 1 0,1-1 0,1 0 0,1 1 0,8-33 0,-8 42 0,1 1 0,-1 0 0,2 0 0,-1 0 0,1 0 0,5-7 0,-7 13 0,0-1 0,0 1 0,0-1 0,0 1 0,0 0 0,0 0 0,1 0 0,-1 0 0,1 0 0,0 1 0,-1-1 0,1 1 0,0 0 0,0 0 0,0 0 0,0 0 0,0 0 0,0 0 0,0 1 0,6-1 0,10-1 0,-16 2 0,0-1 0,-1 1 0,1 0 0,0 0 0,0 0 0,-1 0 0,1 0 0,0 1 0,4 0 0,12 4 0,-17-5 0,0 0 0,1 0 0,-1 0 0,0 1 0,0-1 0,0 1 0,0 0 0,0 0 0,0-1 0,0 1 0,0 0 0,0 1 0,0-1 0,-1 0 0,1 1 0,0-1 0,-1 0 0,1 1 0,-1 0 0,1-1 0,1 4 0,4 5 0,-6-8 0,-1-1 0,1 0 0,0 1 0,0-1 0,0 0 0,-1 1 0,1-1 0,0 1 0,-1-1 0,0 1 0,1-1 0,-1 1 0,0-1 0,0 1 0,0 3 0,0 0 0,-1 0 0,1 0 0,-1 1 0,-1-1 0,1 0 0,-1 0 0,0 0 0,0 0 0,0 0 0,-1-1 0,1 1 0,-1-1 0,-1 0 0,1 1 0,0-1 0,-8 6 0,-5 4 0,0-1 0,-35 20 0,48-31 0,-23 8 0,18-9 0,-1-1 0,0 0 0,9 1 0,0-1 0,0 0 0,-1 0 0,1 0 0,0 0 0,0 0 0,0 0 0,-1 0 0,1 0 0,0 0 0,0 0 0,-1 0 0,1 0 0,0 0 0,0 0 0,0 0 0,-1 0 0,1 0 0,0 0 0,0 0 0,-1 0 0,1 0 0,0 0 0,0 0 0,0 0 0,-1 0 0,1 0 0,0-1 0,0 1 0,0 0 0,-1 0 0,1 0 0,0 0 0,0-1 0,0 1 0,0 0 0,0 0 0,-1 0 0,1-1 0,0 1 0,0 0 0,0 0 0,0 0 0,0-1 0,0 1 0,0 0 0,0 0 0,0-1 0,0 1 0,0 0 0,0 0 0,0 0 0,0-1 0,0 1 0,1-6 0,7 2 0,-7 3 0,1 1 0,0-1 0,0 1 0,-1-1 0,1 1 0,0 0 0,0 0 0,0 0 0,0 0 0,-1 0 0,1 0 0,3 1 0,4 0 0,31 1 0,-1 2 0,0 1 0,0 2 0,68 22 0,-78-20-577,-4-2-1305,-1 1 0,1 1 0,-2 1 0,32 19 0,-52-28 1314,0 0 1,0 0-1,0 0 1,0 0 0,0 0-1,0-1 1,0 1-1,0-1 1,0 0 0,0 0-1,0 0 1,4-1-1,43-7-5686,-24 3 3576,7-5-970,-23 4 1801</inkml:trace>
</inkml:ink>
</file>

<file path=ppt/ink/ink2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8.637"/>
    </inkml:context>
    <inkml:brush xml:id="br0">
      <inkml:brushProperty name="width" value="0.035" units="cm"/>
      <inkml:brushProperty name="height" value="0.035" units="cm"/>
      <inkml:brushProperty name="color" value="#0066FF"/>
    </inkml:brush>
  </inkml:definitions>
  <inkml:trace contextRef="#ctx0" brushRef="#br0">169 421 896,'-4'-2'1191,"-1"-1"1,1 1-1,0 0 0,-1 1 0,1-1 1,-1 1-1,0 0 0,1 0 0,-1 0 0,0 1 1,1-1-1,-1 1 0,-8 1 0,8-1 268,5 0-1428,0 0 0,0 0-1,0 0 1,0 0 0,0 1 0,0-1 0,1 0-1,-1 0 1,0 0 0,0 0 0,0 0-1,0 0 1,0 0 0,0 1 0,0-1 0,0 0-1,0 0 1,0 0 0,0 0 0,0 0-1,0 0 1,0 1 0,0-1 0,0 0 0,0 0-1,0 0 1,0 0 0,0 0 0,0 1-1,0-1 1,0 0 0,0 0 0,0 0 0,0 0-1,0 0 1,0 0 0,0 1 0,-1-1 0,1 0-1,0 0 1,0 0 0,0 0 0,0 0-1,0 0 1,0 0 0,0 0 0,0 0 0,-1 0-1,1 1 1,0-1 0,0 0 0,-1 2 722,4-4-654,2 0 883,20-14 1709,-25 16-2659,1 0 0,-1-1 0,1 0 0,-1 1 0,1-1 0,-1 1 1,1-1-1,-1 0 0,1 1 0,-1-1 0,0 0 0,0 1 0,1-1 1,-1 0-1,0 0 0,0 1 0,0-1 0,0 0 0,0 0 1,1 1-1,-2-1 0,1 0 0,0 0 0,0 1 0,0-1 0,0 0 1,0 0-1,-1 1 0,1-1 0,0 0 0,-1 1 0,1-1 0,0 0 1,-1 1-1,1-1 0,-1 0 0,-8-9 250,5 6 55,1 0 0,-1 0-1,1 0 1,0 0-1,-4-8 1,-12 5 904,16 7-1175,3 0-48,-1 0 0,0 0 0,0-1 0,0 1 0,0 0 0,0 0 0,0 0 0,0 0 0,0 0 0,0 0 0,0 1 1,0-1-1,0 0 0,0 0 0,0 1 0,1-1 0,-1 1 0,0-1 0,0 1 0,0-1 0,-1 2 0,-15 5 25,15-6-43,0 0 1,0 0-1,0 0 1,0 0-1,1 0 1,-1 1-1,0-1 1,1 0-1,-1 1 1,1 0-1,-1-1 1,1 1-1,0 0 1,0 0-1,0-1 1,0 1-1,0 0 1,0 0-1,0 0 1,0 0-1,1 1 1,-1-1-1,1 0 1,0 0-1,0 0 1,0 0-1,0 0 1,0 1-1,0-1 1,0 0-1,1 0 1,-1 0-1,1 0 1,-1 0-1,1 0 1,1 3-1,8 11-26,6 6-60,25 14 16,-23-24 66,-16-9 7,0-1-1,1-1 1,-1 1-1,1 0 1,0-1 0,0 1-1,5 1 1,-3-1 5,0 0 23,1-1 0,0 1 0,-1-1 0,1 0 0,0-1 0,7 1 1,-9-2 20,0 1 0,1-1 1,-1 0-1,0-1 1,0 1-1,0-1 1,0 0-1,0 0 1,0 0-1,0 0 1,-1-1-1,1 1 0,-1-1 1,0 0-1,0 0 1,0 0-1,0-1 1,0 1-1,-1-1 1,4-6-1,1-3 72,-5 12-105,-1-1-1,-1 1 1,1-1 0,0 1 0,0-1 0,-1 1 0,1-1 0,0 0 0,-1 0 0,0 1 0,1-1 0,-1-2-1,0-2 41,0 0 0,0 0 0,-1 0-1,0 1 1,0-1 0,0 0-1,-1 0 1,0 1 0,0-1-1,-1 1 1,1 0 0,-1-1-1,-6-7 1,-12-23-59,15 24 0,-1 0 0,-9-13 0,8 14 0,1 0 0,1 0 0,-11-24 0,11 20 0,-2 0 0,-10-17 0,4 5 0,12 21 0,0 1 0,-1-1 0,0 0 0,-6-7 0,-8-14 0,1 6 0,15 13 0,1 9 0,0 6 0,1-2 0,1 0 0,0 0 0,0 0 0,1-1 0,-1 1 0,1-1 0,0 0 0,0 1 0,6 5 0,4 7 0,40 63 0,-36-59 0,-13-17 0,0 0 0,-1 0 0,0 1 0,0-1 0,4 7 0,-2 0 0,1-1 0,11 15 0,6 11 0,-19-30 0,1 1 0,0-1 0,9 10 0,1 2 0,18 19 0,-32-36 0,-1 0 0,0-1 0,0 1 0,1 0 0,-1-1 0,1 1 0,-1-1 0,1 1 0,-1-1 0,1 1 0,-1-1 0,1 1 0,-1-1 0,1 1 0,-1-1 0,1 0 0,0 1 0,-1-1 0,1 0 0,0 1 0,-1-1 0,1 0 0,0 0 0,-1 0 0,1 0 0,0 0 0,0 0 0,-1 0 0,2 0 0,7 0 0,-7 0 0,0 0 0,0 0 0,-1 0 0,1-1 0,0 1 0,0-1 0,0 1 0,-1-1 0,1 0 0,0 1 0,-1-1 0,1 0 0,0 0 0,-1 0 0,1 0 0,-1-1 0,0 1 0,1 0 0,-1-1 0,0 1 0,2-4 0,3-1 0,-2 2 0,0-1 0,0 1 0,-1 0 0,0-1 0,1 0 0,-2 0 0,1 0 0,0 0 0,-1 0 0,0-1 0,0 1 0,2-11 0,-2-1 0,-1 0 0,-1-34 0,0 18 0,0 31 0,0 2 0,-8-9 0,7 4 0,1 1 0,1 8 0,16 17 0,-13-14 0,1-2 0,0 1 0,0 0 0,0-1 0,0 0 0,1 0 0,8 5 0,5 5 0,5 2 0,-7-6 0,2 0 0,-10-7 0,7 2 0,-4-5 0,-10 0 0,-1-1 0,1 0 0,-1 0 0,1 1 0,0-1 0,-1 0 0,1 0 0,-1-1 0,1 1 0,0 0 0,-1 0 0,3-1 0,4-1 0,-7 2 0,-1 0 0,1 0 0,-1 0 0,0 0 0,1 0 0,-1 0 0,1 0 0,-1 0 0,1 0 0,-1 0 0,0-1 0,1 1 0,-1 0 0,1 0 0,-1-1 0,0 1 0,1 0 0,-1 0 0,0-1 0,1 1 0,-1 0 0,0-1 0,1 0 0,10-7 0,-10 7 0,0 0 0,1 1 0,-1-1 0,0 0 0,1 0 0,-1 0 0,0 0 0,0-1 0,0 1 0,0 0 0,1-2 0,-1 1 0,-1 1 0,1-1 0,0 0 0,-1 0 0,1 0 0,-1 0 0,0 1 0,1-1 0,-1 0 0,0 0 0,0 0 0,0 0 0,-1 0 0,1 0 0,0 0 0,-1 0 0,1 1 0,-1-1 0,0 0 0,1 0 0,-1 1 0,-1-3 0,0 1 0,1 1 0,0-1 0,0 0 0,0-1 0,0 1 0,1 0 0,-1-6 0,0 4 0,-1 0 0,0 1 0,1-1 0,-1 0 0,-1 1 0,1 0 0,-1-1 0,1 1 0,-1 0 0,-1 0 0,-5-6 0,1 6 0,15 10 0,2 2 0,28 32 0,-28-30 0,0 0 0,0 0 0,1-1 0,19 14 0,-19-16-84,1 0 0,-2 1 0,1 0 0,-1 1 0,10 11 0,-17-17-381,-1-1 0,0 0-1,0 0 1,0 1 0,0-1 0,-1 1 0,1-1-1,0 1 1,-1-1 0,0 1 0,0-1 0,0 1-1,0 4 1,0-4-273,4 5-3373,-4-8 3912,1 0 0,-1 0 0,0 0 0,1 1 0,-1-1 0,0 0 0,0 0 0,1 1 0,-1-1 1,0 0-1,0 1 0,0-1 0,1 0 0,-1 1 0,0-1 0,0 0 0,0 1 0,0-1 0,0 0 0,0 1 0,0-1 0,0 1 0,1-1 1,-1 0-1,-1 1 0,-7 0-10117,-1-1 7047</inkml:trace>
</inkml:ink>
</file>

<file path=ppt/ink/ink2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19.789"/>
    </inkml:context>
    <inkml:brush xml:id="br0">
      <inkml:brushProperty name="width" value="0.035" units="cm"/>
      <inkml:brushProperty name="height" value="0.035" units="cm"/>
      <inkml:brushProperty name="color" value="#0066FF"/>
    </inkml:brush>
  </inkml:definitions>
  <inkml:trace contextRef="#ctx0" brushRef="#br0">0 151 1104,'2'-10'3244,"18"0"-1579,40-16 0,-5 3-807,-13 6-103,-24 10-436,-2 0 1,19-11 0,-2 2 96,-29 21-381,-3-5-35,-1 0-1,0 0 1,0 1 0,0-1-1,0 0 1,0 0 0,0 0 0,1 0-1,-1 0 1,0 0 0,0 0-1,0 0 1,0 0 0,0 0 0,1 0-1,-1 0 1,0 0 0,0 0-1,0 0 1,0 0 0,1 0-1,-1 0 1,0 0 0,0 0 0,0 0-1,0 0 1,0 0 0,1 0-1,-1 0 1,0 0 0,0 0 0,0 0-1,0-1 1,0 1 0,0 0-1,1 0 1,-1 0 0,0 0 0,0 0-1,0 0 1,0 0 0,0-1-1,0 1 1,0 0 0,0 0 0,0 0-1,0 0 1,0 0 0,1-1-1,-1 1 1,0 0 0,0 0-1,0 0 1,0 0 0,0 0 0,0-1-1,0 1 1,0 0 0,-1 0-1,1 0 1,0 0 0,0-1 0,0 1-1,0-1 56,-17 2 278,9-1-198,-1 0-1,1 0 1,0-1-1,0 0 1,-11-2-1,14 2-6,-1 0 0,1 0 0,-1 1 0,0 0 0,1 0 0,-1 1 0,-5 0 0,7 0-18,-1 0 1,1-1-1,0 1 1,0-1-1,0 0 1,0 0-1,0-1 1,0 1 0,0-1-1,0 0 1,0 0-1,-7-3 1,6 1 456,1 1 1078,13 1-1273,2 1-328,-4 0-48,-1-1 1,1 2 0,-1-1-1,1 1 1,-1 0 0,10 3-1,14 4-41,-26-8 42,0 1 0,1 0-1,-1 0 1,0 1 0,0-1-1,0 1 1,0 0 0,0 0 0,0 0-1,3 3 1,14 9 5,-18-13-1,0 1 1,-1-1-1,1 1 1,-1 0-1,1 0 0,-1 0 1,4 3-1,19 11-31,1 16-112,-24-29 149,-2-3-16,0 1 0,1-1 1,-1 0-1,0 1 0,1-1 1,-1 1-1,0-1 1,0 1-1,1-1 0,-1 1 1,0 0-1,0-1 0,0 1 1,0-1-1,0 1 1,0-1-1,0 1 0,0-1 1,0 1-1,0-1 0,0 1 1,0 0-1,0-1 1,0 1-1,-1-1 0,1 1 1,0-1-1,0 1 0,0-1 1,-1 1-1,1-1 1,0 0-1,-1 1 0,1-1 1,-1 1-1,1-1 0,-1 1 1,-1 15-2320,2-12-1226,1-12-1142,-10 1-1091</inkml:trace>
</inkml:ink>
</file>

<file path=ppt/ink/ink2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46.167"/>
    </inkml:context>
    <inkml:brush xml:id="br0">
      <inkml:brushProperty name="width" value="0.035" units="cm"/>
      <inkml:brushProperty name="height" value="0.035" units="cm"/>
      <inkml:brushProperty name="color" value="#0066FF"/>
    </inkml:brush>
  </inkml:definitions>
  <inkml:trace contextRef="#ctx0" brushRef="#br0">377 60 528,'0'0'692,"1"-10"2702,23 3-48,-22 6-3209,16-7 2567,-17 7-2440,-1 1-1,1-1 1,-1 1 0,1-1 0,-1 1 0,1-1-1,-1 1 1,0-1 0,1 0 0,-1 1-1,0-1 1,0 1 0,1-1 0,-1 0 0,0 1-1,0-1 1,0 0 0,0-1 0,3-2 1513,0-3 3132,-3 6-4685,0 1 1,-1 0-1,1-1 1,-1 1-1,1 0 1,-1-1-1,0 1 1,1 0-1,-1 0 1,1-1-1,-1 1 1,1 0-1,-1 0 1,0 0-1,1 0 1,-1 0-1,1 0 1,-1 0-1,0 0 0,1 0 1,-1 0-1,0 0 1,-11-5 3397,11 5-2566,3 1-629,-2 2-427,-8-2 0,0 0 0,-1 4 0,8-5 0,0 1 0,-1 0 0,1 0 0,-1-1 0,1 1 0,0 0 0,0 0 0,0 0 0,0 1 0,0-1 0,0 0 0,0 0 0,0 1 0,0-1 0,0 0 0,0 1 0,0 1 0,-4 8 0,-28 42 0,25-41 0,0 0 0,1 0 0,-8 21 0,-7 11 0,8-17 0,1 1 0,-17 54 0,17-44 0,-40 93 0,43-111 0,8-17 0,0 0 0,1 0 0,-1 0 0,1 0 0,-1 0 0,1 0 0,0 1 0,1-1 0,-2 7 0,1-10-211,1 0 1,-1 0-1,0 0 0,1 0 1,-1 0-1,0 0 0,1-1 1,-1 1-1,1 0 0,-1 0 0,0 0 1,1-1-1,-1 1 0,1 0 1,-1 0-1,0-1 0,1 1 1,-1 0-1,1-1 0,-1 1 1,1-1-1,-1 1 0,0-2 1,-18-15-6475,13 11 4648,0-1 0,-1 1 0,1 0 0,-1 1 0,0 0 0,-1 0 0,-14-7 0,5 2-1005</inkml:trace>
</inkml:ink>
</file>

<file path=ppt/ink/ink2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46.433"/>
    </inkml:context>
    <inkml:brush xml:id="br0">
      <inkml:brushProperty name="width" value="0.035" units="cm"/>
      <inkml:brushProperty name="height" value="0.035" units="cm"/>
      <inkml:brushProperty name="color" value="#0066FF"/>
    </inkml:brush>
  </inkml:definitions>
  <inkml:trace contextRef="#ctx0" brushRef="#br0">87 38 1896,'1'-4'6050,"-3"-2"-4118,-38-20 14512,39 25-15336,-6 6 754,6-4-1836,0-1 0,1 0 1,-1 0-1,1 1 0,-1-1 1,1 0-1,-1 0 1,1 1-1,-1-1 0,1 1 1,-1-1-1,1 0 1,-1 1-1,1-1 0,0 1 1,-1-1-1,1 1 0,0-1 1,-1 1-1,1-1 1,0 1-1,-1 1 0,1 3 64,-2 0 0,1 0-1,-1 0 1,1 0-1,-5 6 1,0 5 169,4-11-204,1 0 1,-1 0 0,1 0-1,0 0 1,0 1 0,1-1-1,0 0 1,0 0 0,0 1-1,0-1 1,1 0 0,0 0 0,0 0-1,0 0 1,1 0 0,0 0-1,0 0 1,0 0 0,0-1-1,1 1 1,0-1 0,0 1-1,0-1 1,6 6 0,2 3-18,-10-11-29,0-1-1,0 0 1,0 1 0,0-1 0,0 0 0,0 1-1,0-1 1,0 0 0,1 0 0,-1 0 0,0 0-1,1 0 1,-1 0 0,1-1 0,-1 1-1,1 0 1,-1-1 0,1 1 0,-1-1 0,1 1-1,0-1 1,-1 0 0,1 0 0,0 1 0,-1-1-1,1-1 1,0 1 0,-1 0 0,1 0 0,0 0-1,-1-1 1,3 0 0,14-4 77,25-11 1,49-21-1554,-53 17-911,-15 8-1680,37-24 1,-53 30 1481,0-1 0,-1 0 0,1 0 0,8-11 0,-6 2-2707</inkml:trace>
</inkml:ink>
</file>

<file path=ppt/ink/ink2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47.842"/>
    </inkml:context>
    <inkml:brush xml:id="br0">
      <inkml:brushProperty name="width" value="0.035" units="cm"/>
      <inkml:brushProperty name="height" value="0.035" units="cm"/>
      <inkml:brushProperty name="color" value="#0066FF"/>
    </inkml:brush>
  </inkml:definitions>
  <inkml:trace contextRef="#ctx0" brushRef="#br0">524 22 1760,'-1'0'370,"0"0"-1,0 0 1,0 0-1,0 0 1,0 0-1,1-1 1,-1 1-1,0 0 0,0-1 1,0 1-1,1-1 1,-1 1-1,0-1 1,-1 0-1,-9-4 3383,10 5-2250,-2-2 382,-1 0 0,1 1 1,0 0-1,-1-1 0,1 1 0,-1 0 1,-5 0-1,8 1-570,-16 0 2509,8 1-3823,-25 11 0,-62 31 0,55-23 0,22-10 0,1 2 0,0 0 0,1 1 0,1 0 0,-27 29 0,11-11 0,28-27 0,0 1 0,0 0 0,0 0 0,-6 12 0,-8 11 0,12-19 0,1 0 0,-1 0 0,-4 13 0,-4 9 0,11-26 0,2 0 0,-1 0 0,0-1 0,1 1 0,-1 7 0,-3 12 0,4-20 0,0 0 0,1 0 0,0 0 0,0-1 0,0 1 0,0 0 0,0 0 0,1 0 0,0 0 0,0 0 0,0 0 0,3 6 0,-4-10 0,0 1 0,0-1 0,1 1 0,-1-1 0,0 1 0,0-1 0,1 1 0,-1-1 0,0 1 0,0 0 0,0-1 0,0 1 0,0-1 0,0 1 0,0-1 0,0 1 0,0-1 0,0 1 0,-1 0 0,1 1 0,0-1 0,0 0 0,0 1 0,0-1 0,0 1 0,0-1 0,0 0 0,0 1 0,1-1 0,-1 0 0,0 0 0,1 1 0,-1-1 0,1 0 0,0 0 0,-1 1 0,1-1 0,1 1 0,-2 1 0,9 11 0,-6-9 0,-3-5 0,0 0 0,1 1 0,-1-1 0,1 0 0,-1 1 0,1-1 0,-1 0 0,1 0 0,-1 0 0,1 0 0,-1 1 0,1-1 0,-1 0 0,1 0 0,-1 0 0,1 0 0,-1 0 0,1 0 0,-1 0 0,1-1 0,-1 1 0,1 0 0,0 0 0,-1 0 0,0 0 0,1-1 0,-1 1 0,1 0 0,-1 0 0,1-1 0,10-2 0,0 1 0,0 1 0,1 0 0,11 0 0,22-2 0,-28 1 0,67-6 0,-75 8 0,1-1 0,-1 0 0,0-1 0,14-3 0,-14 4 0,-4 1 0,-10 0 0,-45-6-3225,43 6 1870,0 0 0,1-1 0,-1 0 0,0 0 1,1-1-1,-1 1 0,-6-4 0,13 5 1189,0-1 1,-1 1-1,1 0 1,0 0 0,0 0-1,0 0 1,0 0-1,0-1 1,-1 1 0,1 0-1,0 0 1,0 0-1,0 0 1,0-1 0,0 1-1,0 0 1,0 0-1,0 0 1,0-1 0,0 1-1,0 0 1,0 0-1,0 0 1,0-1-1,0 1 1,0 0 0,0 0-1,0 0 1,0-1-1,0 1 1,0 0 0,0 0-1,0 0 1,0 0-1,0-1 1,0 1 0,0 0-1,1 0 1,-1 0-1,0 0 1,0-1 0,0 1-1,0 0 1,0 0-1,1 0 1,-1 0 0,8-6-3862,0 5-26</inkml:trace>
</inkml:ink>
</file>

<file path=ppt/ink/ink2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48.531"/>
    </inkml:context>
    <inkml:brush xml:id="br0">
      <inkml:brushProperty name="width" value="0.035" units="cm"/>
      <inkml:brushProperty name="height" value="0.035" units="cm"/>
      <inkml:brushProperty name="color" value="#0066FF"/>
    </inkml:brush>
  </inkml:definitions>
  <inkml:trace contextRef="#ctx0" brushRef="#br0">250 201 688,'-4'-3'9397,"-6"3"2600,5 6-7711,-20 34-413,-16 30-2238,36-61-1552,1 1 0,0-1-1,0 1 1,-4 20 0,0 2-69,1-13-13,5-14 0,-1 1 1,2 0-1,-1 0 1,1 0-1,-2 10 1,-5 16 48,5-20-23,-3-16 9,-2-3-29,7 6-6,0 1 1,0-1 0,0 0 0,0 0 0,1 0 0,-1 0 0,0 0 0,1 0 0,-1 0-1,1 0 1,-1 0 0,1 0 0,-1 0 0,1 0 0,-1-2 0,-6-12 21,0 4-14,-1-1 1,2 0-1,0 0 0,0-1 0,-7-23 1,-1-2-10,12 28-3,-1 0-1,1 0 1,1 0-1,0 0 1,0-1 0,1 1-1,1-11 1,0-4 13,0 17-12,0-1 1,0 1-1,1 0 1,0 0 0,1-1-1,0 1 1,0 1-1,1-1 1,-1 0-1,2 1 1,-1 0 0,1 0-1,0 0 1,1 1-1,6-7 1,12-8 6,-17 15-4,0 0 0,0 0 0,1 0-1,16-8 1,1 1-5,-16 7 8,0 1 0,1 1 0,13-5-1,-21 8-7,1 0-1,-1 1 1,1-1-1,0 1 1,-1 0-1,1-1 1,-1 1-1,1 1 1,0-1-1,-1 0 1,1 0-1,0 1 1,-1 0-1,1-1 1,-1 1-1,1 0 1,-1 0-1,3 2 1,-2-1-1,1 1 1,-1-1-1,1 1 1,-1 0-1,0 0 1,0 0-1,0 0 1,-1 1-1,1-1 1,-1 1-1,0-1 1,0 1-1,0 0 1,0 0-1,1 7 1,-3-8-3,1 0 0,0 0 0,-1 0 0,1 1 1,0-1-1,3 5 0,-2-5-20,-1 1 1,0 0-1,1 0 0,-1 0 0,0-1 1,-1 1-1,1 5 0,-1 0-124,1-7 90,-1-1-1,0 1 1,0-1 0,0 1 0,0-1 0,0 0 0,0 1 0,0-1 0,-1 1 0,1-1 0,0 0 0,-1 1 0,1-1 0,-1 0 0,0 1 0,1-1 0,-1 0 0,0 0 0,0 1 0,-1 0 0,-9 9-1121,9-8 719,0-1 0,0 0 0,0 1 0,0-1-1,-1 0 1,1-1 0,-1 1 0,0 0-1,1-1 1,-1 1 0,0-1 0,0 0-1,0 0 1,-4 1 0,-6 1-1787,-9 2-2624,7-3-5725</inkml:trace>
</inkml:ink>
</file>

<file path=ppt/ink/ink2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48.976"/>
    </inkml:context>
    <inkml:brush xml:id="br0">
      <inkml:brushProperty name="width" value="0.035" units="cm"/>
      <inkml:brushProperty name="height" value="0.035" units="cm"/>
      <inkml:brushProperty name="color" value="#0066FF"/>
    </inkml:brush>
  </inkml:definitions>
  <inkml:trace contextRef="#ctx0" brushRef="#br0">94 1 1168,'-3'3'15132,"-10"9"-11654,11-9-2699,-1-1 0,1 1 0,0 0 0,0 0 0,0 0 0,0 0 1,0 0-1,1 0 0,-3 6 0,-2 6 801,-4 4-1027,0 1-1,2 0 1,-7 27 0,13-39-544,0 1-1,1-1 0,0 0 1,1 1-1,0-1 1,0 0-1,1 1 1,0-1-1,0 1 1,1-1-1,0 0 1,0 0-1,6 13 1,-6-19-6,-1 1 0,1-1 0,-1 1 0,1-1 1,0 0-1,0 1 0,0-1 0,1 0 0,-1 0 1,0-1-1,1 1 0,-1 0 0,1-1 0,-1 1 1,1-1-1,0 0 0,0 0 0,0 0 0,-1 0 0,1-1 1,0 1-1,0-1 0,0 0 0,0 1 0,6-2 1,0 1-1,1-1 0,0 0 1,-1 0-1,1-1 1,-1 0-1,16-7 0,-18 6 14,-1 0-1,1 0 1,-1-1-1,0 1 1,-1-1-1,1-1 1,6-5-1,-10 7-4,1 1-1,-1-1 0,0 0 0,0 0 0,0 0 1,-1 0-1,1 0 0,-1 0 0,1 0 1,-1-1-1,0 1 0,0 0 0,0-1 0,-1 1 1,1-1-1,-1-3 0,0-2-3,1 1-11,-1-1 0,0 1 1,-1-1-1,0 1 0,0 0 0,-1-1 1,0 1-1,0 0 0,-6-13 0,8 19-8,-1 0 1,1 0-1,-1 0 0,1 0 0,0 0 1,-1 0-1,1 0 0,0 0 0,1 0 1,-1-3-1,1-2-424,-1 6 39,0 2-908,0 0 954,0 0 1,0-1-1,0 1 0,0 0 1,0-1-1,0 1 0,1 0 1,-1-1-1,0 1 1,1-1-1,-1 1 0,0 0 1,1-1-1,-1 1 0,0-1 1,1 1-1,-1-1 0,1 1 1,-1-1-1,1 0 0,-1 1 1,1-1-1,0 1 0,42 15-14546,-34-15 11678</inkml:trace>
</inkml:ink>
</file>

<file path=ppt/ink/ink2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49.487"/>
    </inkml:context>
    <inkml:brush xml:id="br0">
      <inkml:brushProperty name="width" value="0.035" units="cm"/>
      <inkml:brushProperty name="height" value="0.035" units="cm"/>
      <inkml:brushProperty name="color" value="#0066FF"/>
    </inkml:brush>
  </inkml:definitions>
  <inkml:trace contextRef="#ctx0" brushRef="#br0">57 177 1944,'-7'1'1866,"1"1"0,0-1 0,0 0 0,-11-1 0,17 0-1425,-1 0 0,0 0 0,0 0 0,1 0 0,-1 0 0,0 0 0,1 0 0,-1 0 0,0 0 0,1 0 0,-1 1 0,0-1 0,1 0 0,-1 0 0,0 1 0,1-1 0,-1 0 0,1 1 0,-2 0 0,5 0 2776,5-5-3778,15 0 1668,-10 3-749,20-9 204,49-17-128,-72 23-427,-1-1 0,1 0 0,-1 0 1,0 0-1,-1-2 0,10-7 0,-16 12 18,0 0-1,-1 1 0,1-1 0,-1 0 1,0 0-1,0 0 0,0 0 0,0 0 1,0 0-1,0 0 0,0 0 0,-1-1 0,1 1 1,-1 0-1,1 0 0,-1-1 0,0 1 1,0 0-1,0 0 0,0-1 0,0 1 1,-1 0-1,1-1 0,-1 1 0,1 0 1,-1 0-1,0 0 0,-2-4 0,0-2 259,-2 0 493,-8-1 1558,13 9-2302,0 0 0,0 0 0,0 0 0,0 0 0,1 0 0,-1 0 0,0 0 0,0 0 0,0 0 0,0 0 0,0 0 1,0 0-1,1 0 0,-1 0 0,0-1 0,0 1 0,0 0 0,0 0 0,0 0 0,0 0 0,0 0 0,0 0 0,1 0 0,-1 0 0,0-1 0,0 1 0,0 0 0,0 0 0,0 0 0,0 0 1,0 0-1,0 0 0,0-1 0,0 1 0,0 0 0,0 0 0,0 0 0,0 0 0,0 0 0,0 0 0,0-1 0,0 1 0,0 0 0,0 0 0,0 0 0,0 0 0,0 0 0,0 0 0,0-1 0,0 1 1,-1 0-1,1 0 0,0 0 0,0 0 0,0 0 0,0 0 0,0 0 0,0 0 0,0-1 0,-1 1 0,13 10 24,2-2-52,-7-4-3,0 0-1,0 0 0,0 1 0,-1 0 1,1 0-1,-1 0 0,0 1 0,10 12 1,-15-14 9,1 0 0,0 0 0,-1 0 1,0 0-1,2 8 0,-4-8-1,1 0 0,-1 0 0,0-1 0,0 1 0,0-1 0,0 1 0,0-1 0,-1 1 0,0-1 0,1 1 0,-1-1 0,0 0 0,-1 0 0,1 0 0,-1-1 1,1 1-1,-1 0 0,0-1 0,0 0 0,0 1 0,-5 2 0,-5 2-363,0 0 0,0-1 0,-1-1 0,-16 5 0,27-9-445,0 0 0,-1-1 1,1 0-1,0 1 0,-1-1 0,-5-1 0,-6-5-6121,13 3 6078,-2-3-5872,11-2 2358,2-2 875</inkml:trace>
</inkml:ink>
</file>

<file path=ppt/ink/ink2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50.212"/>
    </inkml:context>
    <inkml:brush xml:id="br0">
      <inkml:brushProperty name="width" value="0.035" units="cm"/>
      <inkml:brushProperty name="height" value="0.035" units="cm"/>
      <inkml:brushProperty name="color" value="#0066FF"/>
    </inkml:brush>
  </inkml:definitions>
  <inkml:trace contextRef="#ctx0" brushRef="#br0">327 6 2793,'-19'-5'8070,"-4"6"-3386,-23 13 633,31-9-2613,0 0-56,-26 8 1337,34-11-3730,1 1 1,-1 0-1,1 1 1,0-1-1,0 1 1,-11 9 0,-26 30 266,18-1-363,19-34-143,1 1 0,0 0 0,0 0 0,1 0 0,-4 15 0,5-14-16,1 1 0,0-1 0,0 0 0,1 14 0,0-4 0,1-9 0,0 1 0,0-1 0,1 0 0,0 0 0,5 16 0,-4-10 0,-2-16 0,0 1 0,0 0 0,0-1 0,1 1 0,-1 0 0,0-1 0,1 1 0,-1-1 0,1 1 0,-1 0 0,1-1 0,0 1 0,0-1 0,1 2 0,1 1 0,0 0 0,0 0 0,1 0 0,-1-1 0,1 0 0,0 1 0,0-1 0,0-1 0,1 1 0,-1 0 0,1-1 0,-1 0 0,1 0 0,0-1 0,0 1 0,0-1 0,0 0 0,0 0 0,0 0 0,0-1 0,0 0 0,0 0 0,0 0 0,0-1 0,6-1 0,-1 1 0,10-1 0,30-8 0,-43 8 0,-1 0 0,0-1 0,0 1 0,0-1 0,0 0 0,0-1 0,-1 1 0,1-1 0,4-5 0,-8 6 0,0 0 0,0 0 0,0 0 0,0 0 0,-1 0 0,1-1 0,-1 1 0,0 0 0,0-1 0,-1 1 0,1-1 0,0 1 0,-1-1 0,0 0 0,0 1 0,0-1 0,-1 1 0,1-1 0,-1 1 0,0-1 0,1 1 0,-2-1 0,-1-4 0,2 3 0,1 3 0,0 1-1,-1-1 1,1 0 0,-1 0 0,1 1 0,-1-1 0,1 1 0,-1-1 0,0 1-1,0-1 1,0 1 0,-1-3 0,0 3 0,0-1 0,0 1 0,0-1 0,0 1 0,-1 0 0,1 0 0,0 0 0,0 0 0,-1 0 0,1 1 0,-1-1 0,1 1 0,0-1 1,-1 1-1,1 0 0,-1 0 0,-2 0 0,-4 0-7,4 0 14,5-4-6,7 3-1,1 1 0,1 0 0,-6 0 0,0 1 0,1-1 0,-1 1 0,0-1 0,0 1 0,0 0 0,0 0 0,0 0 0,0 1 0,0-1 0,-1 1 0,1-1 0,4 5 0,-2-2 0,-1-2 0,-1 1 0,1 0 0,-1 0 0,0 0 0,0 0 0,-1 0 0,1 1-1,-1-1 1,1 1 0,-1 0 0,0 0 0,-1 0 0,1 0 0,-1 0 0,1 0 0,-1 0 0,0 1 0,0 3 0,1 12-2,-1 1 1,-2 34 0,-1-14-2,2 61-64,1-96 38,0 0-1,0 1 0,1-1 0,0 0 1,0 0-1,0 0 0,1-1 0,3 8 1,10 4-2506,-15-16 2209,0-1-1,0 1 1,0-1-1,-1 1 0,1-1 1,0 0-1,0 1 1,1-1-1,-1 0 0,0 0 1,0 0-1,0 1 1,0-1-1,0 0 0,0-1 1,0 1-1,0 0 1,0 0-1,0 0 0,0-1 1,0 1-1,0 0 1,0-1-1,0 1 0,0-1 1,1 0-1,22-23-9803,-8 6 4373,0 8 2036</inkml:trace>
</inkml:ink>
</file>

<file path=ppt/ink/ink2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50.733"/>
    </inkml:context>
    <inkml:brush xml:id="br0">
      <inkml:brushProperty name="width" value="0.035" units="cm"/>
      <inkml:brushProperty name="height" value="0.035" units="cm"/>
      <inkml:brushProperty name="color" value="#0066FF"/>
    </inkml:brush>
  </inkml:definitions>
  <inkml:trace contextRef="#ctx0" brushRef="#br0">120 232 56,'-1'0'287,"1"0"0,-1-1 0,0 1 0,1-1 0,-1 1 0,1-1 1,-1 1-1,1-1 0,-1 1 0,1-1 0,0 1 0,-1-1 0,1 0 0,0 1 0,-1-1 0,1 0 0,0 1 0,0-1 0,-1 0 1,1 1-1,0-1 0,0 0 0,0 0 0,0 1 0,0-1 0,0 0 0,0 1 0,0-1 0,0 0 0,1 0 0,-1 1 0,0-1 0,0 0 1,1 1-1,-1-1 0,0 0 0,1 1 0,-1-1 0,0 1 0,1-1 0,0 0 0,3-9 4462,-4 9-4440,0 1 0,-1-1 0,1 1 0,0-1-1,0 1 1,0-1 0,-1 1 0,1-1 0,0 1 0,-1-1 0,1 1-1,0 0 1,-1-1 0,1 1 0,-1 0 0,1-1 0,-1 1-1,1 0 1,0-1 0,-1 1 0,1 0 0,-1 0 0,1 0-1,-1-1 1,0 1 0,1 0 0,-1 0 0,-12-2 3875,11 2-3398,2 17 474,1 18-987,0-9-111,-2 0 0,0 1 0,-6 28-1,6-49-150,1-1 0,-1 0-1,1 0 1,0 0 0,1 7 0,-1-7-5,1 0 0,-1-1 0,0 1 0,-1 0 0,1-1 0,-2 6 0,-5 23-6,6-24 0,0-1 0,-1 0 0,-1 0 0,1 0 0,-5 8 0,7-15 0,0 0 0,-1-1 0,1 1 0,0 0 0,0 0 0,0-1 0,-1 1 0,1 0 0,0 0 0,0-1 0,0 1 0,0 0 0,0 0 0,0-1 0,1 1 0,-1 0 0,0 0 0,0-1 0,0 1 0,1 0 0,-1-1 0,0 1 0,1 0 0,-1-1 0,1 1 0,0 0 0,4 12 0,-5-12 0,0-1 0,0 0 0,0 0 0,0 0 0,0 0 0,0 1 0,0-1 0,0 0 0,0 0 0,-1 0 0,1 0 0,0 1 0,0-1 0,0 0 0,0 0 0,0 0 0,0 0 0,0 1 0,0-1 0,0 0 0,0 0 0,-1 0 0,1 0 0,0 0 0,0 0 0,0 1 0,0-1 0,0 0 0,-1 0 0,1 0 0,0 0 0,0 0 0,0 0 0,0 0 0,-1 0 0,1 0 0,0 0 0,0 0 0,0 0 0,0 0 0,-1 0 0,1 0 0,0 0 0,0 0 0,0 0 0,0 0 0,-1 0 0,1 0 0,0 0 0,0 0 0,0 0 0,0 0 0,-1 0 0,1 0 0,0-1 0,-9-4 0,9 5 0,-12-31 0,7 16 0,0 0 0,1 0 0,1-1 0,0 0 0,-1-25 0,3 29 0,0 0 0,-5-20 0,4 22 0,0 1 0,0 0 0,1-1 0,0 1 0,1-1 0,0-11 0,2 12 0,12-70 0,-11 71 0,-1 0 0,1 0 0,0 0 0,1 0 0,0 0 0,0 1 0,7-10 0,41-48 0,-48 61 0,0-1 0,1 1 0,0 0 0,0 0 0,0 1 0,0-1 0,0 1 0,11-4 0,7-6 0,-19 12 0,-1-1 0,1 1 0,0 0 0,0 0 0,0 0 0,0 0 0,0 1 0,0 0 0,1 0 0,-1 0 0,0 0 0,0 1 0,0-1 0,0 1 0,0 0 0,0 0 0,0 0 0,0 1 0,5 3 0,-5-3-1,-2-1-2,0 0 0,0 0 0,0 0 0,-1 0-1,1 0 1,0 0 0,-1 0 0,1 1 0,-1-1 0,1 1-1,-1-1 1,0 1 0,0-1 0,1 1 0,-1 0 0,0-1-1,-1 1 1,1 0 0,0 0 0,0 0 0,-1 0-1,1 0 1,-1 0 0,1 3 0,-2-2-17,1 1-1,-1 0 1,0-1 0,0 1-1,0-1 1,0 1 0,0-1 0,-1 1-1,0-1 1,0 0 0,-3 5-1,-10 21-170,11-20 28,-1 0 1,1-1-1,-2 0 0,1 0 0,-1 0 0,0-1 0,-14 13 1,-11 15-2690,29-33 2351,0 0 0,1 0 0,-1 0 0,0 0 0,0-1 0,-1 1 0,-3 2 1,5-4 107,0 1 0,0-1 1,0 1-1,1-1 1,-1 0-1,0 0 0,0 1 1,0-1-1,0 0 0,0 0 1,0 0-1,0 0 1,0 0-1,0 0 0,1 0 1,-1-1-1,0 1 1,0 0-1,0 0 0,0-1 1,0 1-1,-1-1 1,2 1 260,0-1 0,0 1 0,0 0 1,0 0-1,0 0 0,-1-1 0,1 1 1,0 0-1,0 0 0,0-1 0,0 1 1,0 0-1,0-1 0,0 1 0,0 0 1,0 0-1,0-1 0,0 1 0,0 0 1,0 0-1,0-1 0,0 1 0,0 0 1,0-1-1,0 1 0,0 0 0,1 0 1,-1-1-1,0 1 0,0 0 0,0 0 1,0 0-1,1-1 0,-1 1 0,0 0 1,0 0-1,7-7-873,17-15-4823,-14 16 3771</inkml:trace>
</inkml:ink>
</file>

<file path=ppt/ink/ink2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51.184"/>
    </inkml:context>
    <inkml:brush xml:id="br0">
      <inkml:brushProperty name="width" value="0.035" units="cm"/>
      <inkml:brushProperty name="height" value="0.035" units="cm"/>
      <inkml:brushProperty name="color" value="#0066FF"/>
    </inkml:brush>
  </inkml:definitions>
  <inkml:trace contextRef="#ctx0" brushRef="#br0">9 7 336,'5'0'2232,"7"-6"11318,-13 6-13006,1 0-1,-1 0 1,0 0-1,0-1 1,0 1 0,0 0-1,0 0 1,0 1-1,0-1 1,0 0 0,1 0-1,-1 0 1,0 0-1,0 1 1,0-1 0,0 1-1,1-1 1,-3 1-1,-3 2 852,6-2-1121,-1 1 0,1-1 0,0 1 1,0 0-1,-1-1 0,1 1 1,0 0-1,1 0 0,-1-1 0,0 1 1,1 2-1,5 9 73,-1 0-1,-1 1 1,6 23-1,-4-8-97,-2-16-249,-1-1 0,0 0 0,1 0 0,10 19 0,-5-9 0,-8-18 0,1-1 0,-1 1 0,1-1 0,-1 1 0,1-1 0,0 0 0,0 1 0,1-1 0,-1 0 0,1 0 0,-1-1 0,1 1 0,4 3 0,3 3 0,-9-8 0,0 0 0,0 0 0,0 0 0,0 0 0,0 0 0,0-1 0,0 1 0,0 0 0,1 0 0,-1-1 0,0 1 0,0-1 0,1 1 0,-1-1 0,0 0 0,1 1 0,-1-1 0,0 0 0,3 0 0,5-1 0,0 0 0,0-1 0,0 0 0,0 0 0,-1-1 0,1 0 0,-1 0 0,0-1 0,0-1 0,0 1 0,0-1 0,-1 0 0,0-1 0,0 0 0,0 0 0,-1-1 0,11-12 0,-14 12 0,0 0 0,0-1 0,-1 1 0,0 0 0,0-1 0,-1 1 0,0-1 0,0 0 0,0 1 0,-1-1 0,-2-12 0,2-2 0,-4 8 0,3 12 0,1 1 0,-1-1 0,0 0 0,1 0 0,-1 1 0,1-1 0,0 0 0,-1 0 0,1 0 0,0 0 0,0-2 0,-1 0 0,1 4 0,0-1 0,-1 1 0,1 0 0,0 0 0,0 0 0,0 0 0,0 0 0,0 0 0,-1 0 0,1 0 0,0 0 0,0 0 0,0-1 0,-1 1 0,1 0 0,0 0 0,0 0 0,0 0 0,0 0 0,-1 0 0,1 1 0,0-1 0,0 0 0,0 0 0,-1 0 0,1 0 0,0 0 0,0 0 0,0 0 0,0 0 0,-1 0 0,1 0 0,0 0 0,0 1 0,0-1 0,0 0 0,0 0 0,0 0 0,-1 0 0,1 0 0,0 1 0,0-1 0,0 0 0,0 0 0,0 0 0,0 0 0,0 1 0,0-1 0,0 0 0,0 0 0,0 0 0,0 1 0,0-1 0,0 0 0,0 0 0,0 6 0,0-2 0,1 22 0,-1-1 0,-1 1 0,-2-1 0,0 0 0,-2 0 0,-10 34 0,10-44-454,0-1 1,-1 0-1,-1 0 1,0 0-1,-1-1 1,0 0-1,-1-1 1,-1 0-1,0 0 0,-18 15 1,-2-3-3079,13-11-580,1 0 0,0 2 1,-15 16-1,21-15-942</inkml:trace>
</inkml:ink>
</file>

<file path=ppt/ink/ink2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51.520"/>
    </inkml:context>
    <inkml:brush xml:id="br0">
      <inkml:brushProperty name="width" value="0.035" units="cm"/>
      <inkml:brushProperty name="height" value="0.035" units="cm"/>
      <inkml:brushProperty name="color" value="#0066FF"/>
    </inkml:brush>
  </inkml:definitions>
  <inkml:trace contextRef="#ctx0" brushRef="#br0">113 235 728,'-19'5'4258,"1"2"-1,1 0 1,-32 17-1,48-24-4065,1 0-1,-1 0 0,1 0 0,-1 1 1,1-1-1,0 0 0,-1 0 0,1 1 1,-1-1-1,1 0 0,-1 1 0,1-1 0,0 0 1,-1 1-1,1-1 0,0 1 0,0-1 1,-1 1-1,1-1 0,0 1 0,0-1 0,-1 1 1,1-1-1,0 1 0,0-1 0,0 1 1,0-1-1,0 1 0,0-1 0,0 1 0,0-1 1,0 1-1,0-1 0,0 1 0,1 0 5,0 0-1,-1-1 0,1 1 0,0-1 0,0 1 1,-1-1-1,1 1 0,0-1 0,0 1 0,0-1 1,0 0-1,0 1 0,0-1 0,-1 0 0,1 0 1,0 0-1,0 0 0,0 0 0,2 0 0,49-3 1258,82-15 0,-56 6-1225,328-59 64,-341 58-273,481-111-2361,-500 107-1972,-6-4-4144,-38 19 7096,0 1 0,0-1-1,0 0 1,0 1-1,0-1 1,-1 0 0,1 0-1,1-4 1</inkml:trace>
</inkml:ink>
</file>

<file path=ppt/ink/ink2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51.786"/>
    </inkml:context>
    <inkml:brush xml:id="br0">
      <inkml:brushProperty name="width" value="0.035" units="cm"/>
      <inkml:brushProperty name="height" value="0.035" units="cm"/>
      <inkml:brushProperty name="color" value="#0066FF"/>
    </inkml:brush>
  </inkml:definitions>
  <inkml:trace contextRef="#ctx0" brushRef="#br0">68 204 1680,'-32'22'5194,"27"-19"-3967,0 0 1,0 0 0,1 0-1,-1 1 1,-6 6-1,11-9-1117,-1-1 0,1 1-1,0-1 1,0 1 0,0-1-1,0 1 1,0-1 0,0 0 0,0 1-1,0-1 1,0 1 0,1-1 0,-1 1-1,0-1 1,0 1 0,0-1 0,0 0-1,0 1 1,1-1 0,-1 1 0,0-1-1,0 0 1,1 1 0,-1-1 0,0 0-1,1 1 1,-1-1 0,0 0-1,1 0 1,-1 1 0,1-1 0,-1 0-1,0 0 1,1 0 0,-1 1 0,1-1-1,16 8 1979,-4-5-880,0 0 0,0 0 0,22 0 0,80-6 1411,-73 0-1920,404-49 957,-362 39-1589,284-57-82,-360 69-58,111-31-910,-65 8-2011,-43 18 704,0-1 1,17-13 0,-27 18 1715,0 1 1,0-1-1,0 0 1,0 1-1,0-1 1,0 0 0,0 1-1,0-1 1,-1 0-1,1 0 1,-1 0-1,1 0 1,-1 1-1,0-1 1,0 0-1,0 0 1,0 0 0,0 0-1,-1-3 1,1-4-2149,0 3-758</inkml:trace>
</inkml:ink>
</file>

<file path=ppt/ink/ink2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52.434"/>
    </inkml:context>
    <inkml:brush xml:id="br0">
      <inkml:brushProperty name="width" value="0.035" units="cm"/>
      <inkml:brushProperty name="height" value="0.035" units="cm"/>
      <inkml:brushProperty name="color" value="#0066FF"/>
    </inkml:brush>
  </inkml:definitions>
  <inkml:trace contextRef="#ctx0" brushRef="#br0">51 177 16,'-42'0'6728,"41"0"-5626,1 0-923,-1 0 1,1 0 0,-1-1-1,1 1 1,0 0 0,-1 0-1,1 0 1,-1-1 0,1 1-1,0 0 1,-1 0 0,1-1-1,0 1 1,0 0 0,-1-1-1,1 1 1,0 0 0,0-1-1,-1 1 1,1-1 0,0 1 0,6-3 169,1 1 1,0 0 0,-1 0 0,1 1 0,8-1 0,4-1-174,346-53 396,-346 54-559,231-25 11,-40 8-13,-37 5-294,-95 7-254,-47 6-934,0-2 0,0-1 1,48-13-1,-74 15 586,-1 1 1,1 0-1,0 0 1,0 1-1,5-1 0,-1 1-1470</inkml:trace>
</inkml:ink>
</file>

<file path=ppt/ink/ink2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0:52.845"/>
    </inkml:context>
    <inkml:brush xml:id="br0">
      <inkml:brushProperty name="width" value="0.035" units="cm"/>
      <inkml:brushProperty name="height" value="0.035" units="cm"/>
      <inkml:brushProperty name="color" value="#0066FF"/>
    </inkml:brush>
  </inkml:definitions>
  <inkml:trace contextRef="#ctx0" brushRef="#br0">0 321 664,'0'0'3840,"19"-10"533,-3 3-3219,17-7 586,1 1 1,54-13 0,20 0-43,31-6-296,-24 9-476,50-8 39,186-23 433,-109 22-1946,-189 21-1217,-1-8-3293,-3 2-3073,-32 11 5024</inkml:trace>
</inkml:ink>
</file>

<file path=ppt/ink/ink2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1:19.436"/>
    </inkml:context>
    <inkml:brush xml:id="br0">
      <inkml:brushProperty name="width" value="0.035" units="cm"/>
      <inkml:brushProperty name="height" value="0.035" units="cm"/>
      <inkml:brushProperty name="color" value="#0066FF"/>
    </inkml:brush>
  </inkml:definitions>
  <inkml:trace contextRef="#ctx0" brushRef="#br0">717 14 1920,'-6'5'5386,"-21"0"651,24 16 7378,-5-17-10854,5-2-2243,-1-1 0,1 1 0,0 0 0,0 0 0,0 0 0,0 1 0,0-1 1,-4 5-1,5-5-283,-1 1 0,0 0 1,0-1-1,0 1 1,0-1-1,-1 0 1,1 0-1,-1 0 1,1 0-1,-1-1 1,0 1-1,1-1 1,-7 1-1,-16 8 54,7-3-89,0 0 0,-1-1 0,0-1 0,0-1 0,0-1 0,0 0 0,-1-2 0,-26-1 0,41 0 0,0 0 0,0-1 0,-1 1 0,1-2 0,0 1 0,0-1 0,0 0 0,0 0 0,0 0 0,1-1 0,-1 0 0,-6-4 0,11 6 0,0 1 0,1-1 0,-1 0 0,0 1 0,0-1 0,1 1 0,-1-1 0,0 0 0,1 1 0,-1-1 0,1 0 0,-1 0 0,1 0 0,-1 0 0,1 1 0,0-1 0,-1 0 0,1 0 0,0 0 0,0 0 0,0 0 0,-1 0 0,1 0 0,0-1 0,1 0 0,-1 0 0,1 0 0,-1 0 0,1 0 0,0 0 0,0 0 0,0 0 0,0 0 0,0 0 0,2-3 0,1 1 0,1-1 0,-1 1 0,0 0 0,1 0 0,0 0 0,0 0 0,8-4 0,6 1 0,0 0 0,1 1 0,-1 0 0,1 2 0,0 1 0,1 0 0,-1 1 0,0 1 0,1 1 0,24 4 0,-29-2 0,-1 1 0,0 1 0,0 0 0,19 9 0,-26-10 0,0 1 0,-1 0 0,1 0 0,-1 1 0,0 0 0,0 0 0,0 1 0,11 11 0,-16-14 0,0 0 0,0 1 0,0-1 0,0 0 0,-1 1 0,1-1 0,-1 1 0,0-1 0,0 1 0,0 0 0,0-1 0,-1 1 0,1 0 0,-1 0 0,0 0 0,0-1 0,-1 1 0,1 0 0,-1 0 0,0-1 0,0 1 0,0 0 0,0-1 0,-1 1 0,1-1 0,-1 1 0,0-1 0,0 0 0,-3 4 0,-7 9 0,-1-1 0,0 0 0,-1-1 0,-21 17 0,20-18 0,-40 31 0,-113 69 0,135-93 0,2-1 0,-1-1 0,-56 22 0,77-35 0,-1-1 0,0-1 0,0 0 0,0 0 0,0-1 0,-1-1 0,1 0 0,0 0 0,-1-2 0,1 1 0,-19-5 0,26 4 0,1-1 0,-1 0 0,0 0 0,1 0 0,0-1 0,-1 0 0,1 1 0,-5-6 0,8 7 0,0 0 0,0 0 0,0 1 0,0-1 0,0 0 0,0 0 0,0 0 0,1 0 0,-1 0 0,0 0 0,1 0 0,-1 0 0,1 0 0,-1 0 0,1 0 0,-1-1 0,1 1 0,0 0 0,0 0 0,-1 0 0,1-1 0,0 1 0,0 0 0,0 0 0,0-1 0,1 1 0,-1 0 0,0 0 0,0 0 0,1-1 0,-1 1 0,1 0 0,-1 0 0,1 0 0,-1 0 0,1 0 0,0 0 0,1-1 0,5-5 0,0 1 0,0 0 0,1 1 0,0-1 0,0 2 0,0-1 0,1 1 0,14-5 0,9-1 0,36-6 0,-32 8 0,-4 2 0,1 1 0,0 1 0,0 2 0,50 3 0,132 27 0,-100-15-879,-36-6-334,-69-6-337,0-1 0,0 1 0,0-2 0,0 0 0,0 0 0,0-1 0,15-4 1,-12 2 9,0-1 1,-1-1-1,0 0 1,0 0 0,0-1-1,0-1 1,-1 0-1,13-12 1,-7 4-1138</inkml:trace>
</inkml:ink>
</file>

<file path=ppt/ink/ink2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1:19.786"/>
    </inkml:context>
    <inkml:brush xml:id="br0">
      <inkml:brushProperty name="width" value="0.035" units="cm"/>
      <inkml:brushProperty name="height" value="0.035" units="cm"/>
      <inkml:brushProperty name="color" value="#0066FF"/>
    </inkml:brush>
  </inkml:definitions>
  <inkml:trace contextRef="#ctx0" brushRef="#br0">1 20 1104,'0'-10'19123,"5"18"-14635,-4-7-4126,0 0-1,0 0 0,0 1 1,0-1-1,0 0 0,0 1 1,0-1-1,0 1 1,-1-1-1,1 1 0,-1 0 1,1-1-1,0 3 0,-1 14 179,0-11-190,1 1 1,-2 0-1,1 0 1,-1-1-1,0 1 1,-4 15-1,3-17-350,1 1 0,0 0 0,0-1 0,1 1 0,0 0 0,0 0 0,2 7 0,-1 10 0,-1-18 0,0-6 0,0 0 0,0 0 0,0 1 0,0-1 0,0 0 0,0 0 0,0 0 0,0 1 0,0-1 0,0 0 0,0 0 0,0 0 0,0 1 0,0-1 0,0 0 0,0 0 0,1 0 0,-1 1 0,0-1 0,0 0 0,0 0 0,0 0 0,0 0 0,1 1 0,-1-1 0,0 0 0,0 0 0,0 0 0,0 0 0,1 0 0,-1 0 0,0 0 0,0 1 0,0-1 0,1 0 0,-1 0 0,0 0 0,0 0 0,0 0 0,1 0 0,-1 0 0,0 0 0,0 0 0,0 0 0,1 0 0,-1 0 0,0 0 0,0 0 0,0 0 0,1 0 0,-1-1 0,0 1 0,0 0 0,0 0 0,1 0 0,-1 0 0,0 0 0,0 0 0,0-1 0,0 1 0,1 0 0,-1 0 0,0 0 0,0 0 0,0-1 0,0 1 0,10-9 0,-2-1 0,-4 7 0,-2-1 0,1 1 0,0-1 0,-1 0 0,1 0 0,-1 1 0,0-1 0,-1-1 0,3-4 0,-1-8 0,0 0 0,-2-1 0,0 1 0,-2-23 0,1 11 0,0 28 0,0 1 0,0-1 0,0 1 0,0-1 0,0 1 0,0-1 0,0 1 0,0-1 0,0 1 0,0 0 0,-1-1 0,1 1 0,0-1 0,0 1 0,0-1 0,-1 1 0,1 0 0,0-1 0,-1 1 0,1 0 0,0-1 0,-1 1 0,-5-7 0,-1 3 0,0 8 0,-14 12-3885,20-16 3460,-1 1 1,1 0-1,-1-1 1,1 1-1,-1 0 0,1 0 1,0 0-1,0 0 1,-1 0-1,1 0 0,0 1 1,0-1-1,0 0 1,0 1-1,0-1 1,1 0-1,-1 1 0,0-1 1,1 1-1,-1 2 1,15-10-7588,-3 2 4158,-2-2 424,-1 1-224</inkml:trace>
</inkml:ink>
</file>

<file path=ppt/ink/ink2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1:20.034"/>
    </inkml:context>
    <inkml:brush xml:id="br0">
      <inkml:brushProperty name="width" value="0.035" units="cm"/>
      <inkml:brushProperty name="height" value="0.035" units="cm"/>
      <inkml:brushProperty name="color" value="#0066FF"/>
    </inkml:brush>
  </inkml:definitions>
  <inkml:trace contextRef="#ctx0" brushRef="#br0">11 6 352,'-10'-5'23428,"15"9"-21384,5 2-308,0 1 0,-1 1-1,9 9 1,-15-14-1736,0 0 0,-1 1 0,1-1 0,-1 0 0,0 1 0,0 0 0,-1-1 0,1 1 0,-1 0 0,0 0 0,1 0 0,-2 0 0,1 0 0,0 5 0,8 64 0,-10-59 0,1-1 0,-2 0 0,-3 17 0,1-6-76,-9 22-927,10-34-51,4-1-5036,-1-10 5770,1-1 1,-1 0 0,1 1 0,-1-1-1,1 0 1,-1 0 0,1 0-1,-1 1 1,1-1 0,-1 0 0,1 0-1,-1 0 1,1 0 0,-1 0-1,1 0 1,0 0 0,-1 0 0,1 0-1,-1 0 1,1 0 0,-1 0-1,1 0 1,-1 0 0,1-1 0,-1 1-1,1 0 1,-1 0 0,1-1-1,-1 1 1,1 0 0,-1 0 0,1-1-1,-1 1 1,0-1 0,1 1-1,16-16-6433,-8 5 3186</inkml:trace>
</inkml:ink>
</file>

<file path=ppt/ink/ink2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1:20.720"/>
    </inkml:context>
    <inkml:brush xml:id="br0">
      <inkml:brushProperty name="width" value="0.035" units="cm"/>
      <inkml:brushProperty name="height" value="0.035" units="cm"/>
      <inkml:brushProperty name="color" value="#0066FF"/>
    </inkml:brush>
  </inkml:definitions>
  <inkml:trace contextRef="#ctx0" brushRef="#br0">18 136 712,'0'-1'494,"0"-1"1,0 1-1,0-1 0,0 1 1,0-1-1,0 1 0,0-1 1,-1 1-1,1-1 0,0 1 1,-1-1-1,1 1 0,-1 0 1,0-1-1,0 1 0,1 0 1,-2-2-1,0 1 671,1 0-1,0 0 1,0 0 0,0 0 0,0-1-1,0 1 1,1 0 0,-1-1-1,1 1 1,-1-1 0,1-4 1857,33 2 931,-32 5-3330,6 0 1469,-18 1-1745,8-4-134,12-5-118,13-5-95,30-12 0,-39 20 0,0 0 0,0 2 0,1-1 0,0 2 0,0 0 0,0 0 0,-1 1 0,1 1 0,28 3 0,-38-2 0,0 0 0,0 0 0,0 0 0,0 1 0,-1-1 0,1 1 0,0 0 0,-1 0 0,1 0 0,-1 1 0,0-1 0,6 6 0,-7-6 0,0 0 0,-1 0 0,1 0 0,-1 0 0,0 0 0,1 0 0,-1 1 0,0-1 0,-1 0 0,1 0 0,0 1 0,-1-1 0,1 1 0,-1-1 0,1 1 0,-1-1 0,0 0 0,0 1 0,-1-1 0,1 1 0,0-1 0,-1 1 0,0 2 0,-5 7 0,0 1 0,0-1 0,-1 0 0,-1-1 0,0 0 0,-1 0 0,0-1 0,-17 16 0,11-10 0,-19 25 0,29-37 0,5-4 0,0 0 0,-1 0 0,1 0 0,0 0 0,-1 1 0,1-1 0,0 0 0,-1 1 0,1-1 0,0 0 0,0 0 0,-1 1 0,1-1 0,0 0 0,0 1 0,0-1 0,-1 1 0,1-1 0,0 0 0,0 1 0,0-1 0,0 1 0,1 3 0,8-8 0,8-1 0,0 1 0,1 0 0,-1 1 0,1 1 0,0 0 0,0 2 0,0 0 0,35 5 0,-45-4 0,1 1 0,-1 0 0,0 1 0,0 0 0,0 0 0,0 1 0,10 6 0,-13-7 0,0 0 0,-1 0 0,1 1 0,-1-1 0,0 1 0,0 0 0,0 0 0,-1 1 0,1-1 0,-1 1 0,0 0 0,2 5 0,-4-8 0,0 0 0,-1 1 0,1-1 0,-1 0 0,1 1 0,-1-1 0,0 1 0,0-1 0,0 0 0,0 1 0,-1-1 0,1 0 0,-1 1 0,1-1 0,-1 0 0,0 1 0,0-1 0,0 0 0,0 0 0,0 0 0,0 0 0,-3 4 0,-2 1 0,-1 0 0,0 0 0,0-1 0,-10 7 0,12-8 0,0-3 0,1 1 0,0 0 0,-1-1 0,0 0 0,1 0 0,-11 2 0,-10 5 0,12-4 0,0 0 0,-1-1 0,1 0 0,-1-1 0,0-1 0,-26 2 0,-12 1 0,-4 1-4939,-83-1 0,137-5 4498,1 0 0,-1 0-1,1 1 1,-1-2 0,1 1 0,-1 0 0,1 0 0,-1 0-1,1-1 1,0 1 0,-1 0 0,1-1 0,0 0-1,-1 1 1,1-1 0,0 0 0,-1 0 0,1 1 0,0-1-1,0 0 1,0 0 0,0 0 0,0 0 0,0-1 0,-1 0-1,2-4-4316,7 0-22</inkml:trace>
</inkml:ink>
</file>

<file path=ppt/ink/ink2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1:21.307"/>
    </inkml:context>
    <inkml:brush xml:id="br0">
      <inkml:brushProperty name="width" value="0.035" units="cm"/>
      <inkml:brushProperty name="height" value="0.035" units="cm"/>
      <inkml:brushProperty name="color" value="#0066FF"/>
    </inkml:brush>
  </inkml:definitions>
  <inkml:trace contextRef="#ctx0" brushRef="#br0">25 149 1560,'0'0'5799,"-24"0"13173,507-20-12891,-391 14-5726,280-22-355,158-25 0,-409 38 0,-74 8 0,69-3 0,-105 9 0,2-3 0,-13 4 0,0 0 0,0 0 0,0 0 0,0 0 0,0 0 0,-1 0 0,1 0 0,0 0 0,0 0 0,0 0 0,0 0 0,0 0 0,0 0 0,0 0 0,0-1 0,0 1 0,0 0 0,0 0 0,0 0 0,0 0 0,-1 0 0,1 0 0,0 0 0,0 0 0,0 0 0,0 0 0,0 0 0,0 0 0,0-1 0,0 1 0,0 0 0,0 0 0,0 0 0,0 0 0,0 0 0,0 0 0,0 0 0,0 0 0,0 0 0,0 0 0,0-1 0,0 1 0,0 0 0,0 0 0,0 0 0,0 0 0,0 0 0,1 0 0,-1 0 0,0 0 0,0 0 0,0 0 0,0 0 0,0 0 0,0 0 0,0-1 0,0 1 0,0 0 0,0 0 0,0 0 0,0 0 0,1 0 0,-8 0 0,7 0 0,-160 26 0,158-25 0,1-1 0,-1 0 0,1 1 0,-1-1 0,1 1 0,-1 0 0,1 0 0,-1-1 0,1 1 0,0 0 0,-1 0 0,1 0 0,0 0 0,0 1 0,0-1 0,-1 0 0,1 0 0,1 1 0,-1-1 0,0 0 0,0 1 0,0-1 0,1 1 0,-2 2 0,2 0 0,-1-1 0,1 0 0,0 1 0,-1-1 0,1 0 0,1 0 0,-1 1 0,1-1 0,-1 0 0,3 6 0,5 26 0,-7-26 0,1 0 0,1 0 0,-1-1 0,9 17 0,-7-14 0,0 0 0,-1 0 0,0 0 0,0 0 0,0 15 0,1-4 0,-2-5 0,-1 0 0,-1 0 0,0 0 0,-1 0 0,-7 31 0,7-37-569,0 1 1,0-1-1,2 12 0,0 0-1051,-1-23 1473,0 0 0,0 1 1,0-1-1,0 0 0,0 0 1,0 1-1,0-1 1,0 0-1,0 0 0,0 1 1,0-1-1,0 0 1,0 0-1,0 0 0,1 1 1,-1-1-1,0 0 1,0 0-1,0 0 0,0 1 1,1-1-1,-1 0 1,0 0-1,0 0 0,0 0 1,0 0-1,1 1 1,-1-1-1,0 0 0,0 0 1,1 0-1,-1 0 1,0 0-1,0 0 0,1 0 1,-1 0-1,0 0 1,0 0-1,0 0 0,1 0 1,-1 0-1,0 0 1,0 0-1,1 0 0,-1 0 1,0 0-1,0 0 1,1 0-1,-1-1 0,0 1 1,0 0-1,0 0 1,1 0-1,-1 0 0,0 0 1,0-1-1,0 1 1,0 0-1,1 0 0,-1 0 1,0 0-1,0-1 1,15-11-7804,-15 11 6926,9-5-4821</inkml:trace>
</inkml:ink>
</file>

<file path=ppt/ink/ink2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1:22.467"/>
    </inkml:context>
    <inkml:brush xml:id="br0">
      <inkml:brushProperty name="width" value="0.035" units="cm"/>
      <inkml:brushProperty name="height" value="0.035" units="cm"/>
      <inkml:brushProperty name="color" value="#0066FF"/>
    </inkml:brush>
  </inkml:definitions>
  <inkml:trace contextRef="#ctx0" brushRef="#br0">139 181 3529,'-59'-29'25442,"59"29"-25327,7 2 3566,-2 1-3681,0 1 0,-1 0 0,0 0 0,0 0 0,0 0 0,0 1 0,-1 0 0,0 0 0,0 0 0,0 0 0,0 0 0,-1 0 0,3 9 0,3 6 0,-5-13 0,-1 1 0,0-1 0,-1 1 0,0 0 0,0 0 0,0 0 0,-1-1 0,0 1 0,-2 10 0,1-7 0,0 1 0,1-1 0,3 22 0,2-13 0,-2-4 0,1 1 0,0 26 0,5 16 0,-10-58 0,1-1 0,0 1 0,-1-1 0,1 1 0,0-1 0,-1 1 0,1-1 0,-1 1 0,1-1 0,-1 1 0,1-1 0,-1 0 0,1 1 0,-1-1 0,0 0 0,1 1 0,-1-1 0,1 0 0,-1 0 0,0 0 0,1 1 0,-1-1 0,0 0 0,1 0 0,-1 0 0,0 0 0,1 0 0,-1 0 0,1 0 0,-1-1 0,0 1 0,1 0 0,-1 0 0,0 0 0,0-1 0,-2 0 0,0 1 0,1-1 0,-1 0 0,0 0 0,1 0 0,-1 0 0,1 0 0,-1 0 0,-4-4 0,-24-21 0,24 21 0,0 0 0,1-1 0,-1 0 0,1 0 0,0 0 0,1-1 0,0 0 0,-9-14 0,6 5 0,1-2 0,1 1 0,-5-19 0,10 30 0,0-1 0,0 1 0,0-1 0,1 0 0,0 1 0,0-1 0,1 1 0,0-1 0,0 0 0,1 1 0,3-12 0,0 7 0,-1 1 0,0-1 0,1 1 0,0-1 0,8-9 0,-11 16 0,1 1 0,0 0 0,0-1 0,1 1 0,-1 1 0,1-1 0,-1 0 0,1 1 0,0 0 0,0 0 0,0 0 0,0 0 0,1 0 0,5 0 0,1-1 0,0 1 0,1 1 0,-1 0 0,0 0 0,1 1 0,-1 1 0,0 0 0,1 0 0,-1 1 0,0 0 0,0 1 0,0 1 0,-1 0 0,1 0 0,-1 1 0,0 0 0,0 1 0,0 0 0,13 11 0,-11-5 0,0-2 0,0 2 0,11 14 0,-19-20 0,0-1 0,-1 1 0,0 0 0,0-1 0,-1 1 0,1 1 0,-1-1 0,2 10 0,-3-8 0,1 0 0,-1 0 0,-1 1 0,1-1 0,-1 0 0,-1 0 0,0 0 0,0 1 0,0-1 0,-1 0 0,0 0 0,-1-1 0,0 1 0,0 0 0,-1-1 0,0 0 0,-5 8 0,-39 60 0,46-70 0,7-6 0,-1 0 0,0 0 0,0 0 0,0-1 0,8-3 0,145-104 0,-108 74 0,-32 22 0,-1-1 0,0 0 0,0-1 0,-2-1 0,0 0 0,-1-1 0,0-1 0,16-31 0,-22 33 0,-1-1 0,0 0 0,-2 0 0,4-21 0,-7 30 0,-1 0 0,-1 0 0,1 0 0,-1 0 0,-1 0 0,1 0 0,-2 0 0,-4-11 0,4 9 0,2 7 0,-1 0 0,1 0 0,-1 0 0,0 0 0,0 1 0,0-1 0,-1 1 0,1-1 0,-1 1 0,1 0 0,-1 0 0,0 0 0,1 0 0,-1 1 0,0-1 0,0 1 0,-1-1 0,1 1 0,0 0 0,0 0 0,0 1 0,-1-1 0,1 1 0,0-1 0,-7 1 0,9 0 0,0 0 0,0 0 0,0 1 0,1-1 0,-1 0 0,0 0 0,0 0 0,0 0 0,1 1 0,-1-1 0,0 0 0,0 1 0,1-1 0,-1 1 0,0-1 0,1 1 0,-1-1 0,1 1 0,-1-1 0,0 1 0,1-1 0,-1 1 0,1 0 0,0-1 0,-1 1 0,1 0 0,-1 0 0,1-1 0,0 1 0,0 0 0,-1 0 0,1-1 0,0 1 0,0 0 0,0 0 0,0 0 0,0 0 0,0-1 0,0 1 0,0 0 0,0 0 0,0 0 0,1-1 0,-1 2 0,1 1 0,-1 0 0,1-1 0,0 1 0,0 0 0,0 0 0,1-1 0,-1 1 0,1-1 0,-1 1 0,1-1 0,0 0 0,3 4 0,62 63 0,-7 2 0,-41-48 0,0 2 0,19 33 0,-10 11 0,-21-54 0,0 1 0,7 28 0,0 0 0,-11-33 0,-1 0 0,0 1 0,1 12 0,2 14 0,4 21 0,-6-40 0,2 10 0,-2-16 0,-3-12 0,0 0 0,0 0 0,1 0 0,-1 0 0,0 0 0,0 0 0,0 0 0,1 0 0,-1 0 0,1 0 0,-1 0 0,1 0 0,-1 0 0,1 0 0,-1 0 0,2 1 0,2 0 0,-1 1 0,1-1 0,0 0 0,0 0 0,0-1 0,-1 1 0,2-1 0,-1 0 0,0 0 0,0 0 0,0 0 0,0-1 0,1 0 0,-1 0 0,0 0 0,0 0 0,5-1 0,15-3 0,43-11 0,-38 7 0,270-69 0,-227 51 0,-33 10 0,-17 7-2675,0-2 0,37-23 1,-58 33 2197,0 0 0,1 0 0,-1 0 1,0 0-1,0 0 0,0 0 0,0 0 1,0-1-1,0 1 0,0 0 0,0-1 0,0 1 1,-1-1-1,2-1 0,0-14-9455,-2 12 5002</inkml:trace>
</inkml:ink>
</file>

<file path=ppt/ink/ink2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1:22.719"/>
    </inkml:context>
    <inkml:brush xml:id="br0">
      <inkml:brushProperty name="width" value="0.035" units="cm"/>
      <inkml:brushProperty name="height" value="0.035" units="cm"/>
      <inkml:brushProperty name="color" value="#0066FF"/>
    </inkml:brush>
  </inkml:definitions>
  <inkml:trace contextRef="#ctx0" brushRef="#br0">17 69 120,'0'1'466,"0"0"0,0 1 0,-1-1 0,1 0 0,-1 0 0,1 0 0,-1 0 0,1 0 0,-1 1 0,0-1 0,0 0 0,1 0 0,-3 1 0,3-2-228,-1 1 0,1-1 0,-1 0 0,1 1 0,-1-1 0,1 0 0,-1 1 0,1-1 0,-1 1 0,1-1 0,0 1 0,-1-1 0,1 1 0,0-1 0,-1 1 0,1-1 0,0 1 0,0 0 0,0-1 0,0 1 0,-1-1 0,1 1 0,0 0 0,0-1 0,0 1 0,0-1 0,0 1 0,0 0 0,0-1 0,1 1 0,-1-1 0,0 1 0,0 0 0,0-1 0,1 1 1,-1-1-1,0 1 0,1-1 0,-1 1 0,0-1 0,1 1 0,-1-1 0,0 1 0,1-1 0,-1 0 0,1 1 0,-1-1 0,1 1 0,-1-1 0,2 1 0,26 11 7543,22-2-3751,-25-6-3103,2 1-743,0-1-1,1-2 1,37-2-1,85-11 294,-103 6-442,-43 5-35,235-28-294,-173 18-157,103-31 0,-131 31-1923,-1 1-1760,-3-6-3695,-25 4 3237,-8 2-2581</inkml:trace>
</inkml:ink>
</file>

<file path=ppt/ink/ink2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1:23.223"/>
    </inkml:context>
    <inkml:brush xml:id="br0">
      <inkml:brushProperty name="width" value="0.035" units="cm"/>
      <inkml:brushProperty name="height" value="0.035" units="cm"/>
      <inkml:brushProperty name="color" value="#0066FF"/>
    </inkml:brush>
  </inkml:definitions>
  <inkml:trace contextRef="#ctx0" brushRef="#br0">44 81 2008,'-3'-1'4114,"-11"-2"-1429,6 2-226,-10-9 14109,44 8-11682,-6-3-4857,30-4 0,9-3-40,67-9 11,-65 6-1656,-29 13-5604,-22 3 3621,-10-1 3458,0 0 0,0 0-1,0 0 1,0 0 0,1 0-1,0 2-2538,-1-1 2538,0-1 1,0 0 0,0 0-1,0 0 1,0 1 0,0-1-1,0 0 1,0 0-1,0 0 1,0 0 0,0 1-1,0-1 1,0 0 0,0 0-1,0 0 1,0 0 0,0 1-1,0-1 1,0 0-1,0 0 1,-3 2-2177,-3 6-749,-12 3-1325,10-1 2262</inkml:trace>
</inkml:ink>
</file>

<file path=ppt/ink/ink2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1:23.383"/>
    </inkml:context>
    <inkml:brush xml:id="br0">
      <inkml:brushProperty name="width" value="0.035" units="cm"/>
      <inkml:brushProperty name="height" value="0.035" units="cm"/>
      <inkml:brushProperty name="color" value="#0066FF"/>
    </inkml:brush>
  </inkml:definitions>
  <inkml:trace contextRef="#ctx0" brushRef="#br0">9 86 1472,'-8'26'5906,"8"-26"-5739,1 1 1,-1 0 0,0-1-1,1 1 1,-1-1 0,1 1-1,-1-1 1,1 1 0,-1-1-1,1 1 1,-1-1 0,1 1-1,-1-1 1,1 0 0,0 1-1,-1-1 1,1 0 0,0 1-1,-1-1 1,1 0-1,0 0 1,-1 0 0,1 0-1,1 0 1,17 2 2255,66-26 1626,1 0-3911,-65 17-1642,0-1 1,24-12 0,-36 15-575,-1-1 0,1 1 0,12-12 0,-18 10-967</inkml:trace>
</inkml:ink>
</file>

<file path=ppt/ink/ink2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1:23.839"/>
    </inkml:context>
    <inkml:brush xml:id="br0">
      <inkml:brushProperty name="width" value="0.035" units="cm"/>
      <inkml:brushProperty name="height" value="0.035" units="cm"/>
      <inkml:brushProperty name="color" value="#0066FF"/>
    </inkml:brush>
  </inkml:definitions>
  <inkml:trace contextRef="#ctx0" brushRef="#br0">61 1 384,'-50'0'11476,"50"0"-11337,-1 1 1,0-1-1,1 0 0,-1 1 1,0-1-1,1 1 0,-1-1 1,1 1-1,-1-1 0,0 1 1,1 0-1,0-1 0,-1 1 1,1 0-1,-1-1 0,1 1 1,0 0-1,-1 0 0,1-1 1,0 1-1,0 0 0,0 0 1,-1-1-1,1 1 1,0 0-1,0 0 0,0 0 1,0-1-1,1 1 0,-1 0 1,0 0-1,0-1 0,0 1 1,1 0-1,-1 0 0,1 1 1,22 10 612,0-1 1,1-1 0,44 12-1,26 10-611,-82-27-118,1 1 1,-1 0 0,0 1 0,21 16 0,-28-19-22,0 1 0,0-1 0,-1 1 0,0 0 0,0 0 0,0 0 0,0 1 0,4 9 0,-6-12 0,-1 1-1,0 0 1,0-1 0,0 1 0,0 0 0,-1 0 0,0 0 0,1 0 0,-1 0-1,-1 0 1,1-1 0,-1 1 0,1 0 0,-1 0 0,-2 4 0,1 1 3,-2-1 0,1 0 1,-1 1-1,0-1 0,-1-1 1,0 1-1,0 0 0,0-1 1,-1 0-1,-12 10 0,-42 40-303,30-32-425,-24 16-3406,46-34 2876,7-6 1002,0 0-1,0-1 1,0 1-1,1 0 1,-1-1-1,0 1 1,0-1-1,0 1 1,0-1-1,0 1 1,0-1 0,0 1-1,0-1 1,0 0-1,0 0 1,0 0-1,-1 0 1,-1 1-1,-11-1-2604,4 5-466</inkml:trace>
</inkml:ink>
</file>

<file path=ppt/ink/ink2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35.378"/>
    </inkml:context>
    <inkml:brush xml:id="br0">
      <inkml:brushProperty name="width" value="0.035" units="cm"/>
      <inkml:brushProperty name="height" value="0.035" units="cm"/>
      <inkml:brushProperty name="color" value="#FF0066"/>
    </inkml:brush>
  </inkml:definitions>
  <inkml:trace contextRef="#ctx0" brushRef="#br0">26 16 520,'4'8'4132,"8"-6"-2500,-5-5 856,-15 1 6106,-3-2-4427,9 3-3405,1 0 1,-1 0 0,0 1-1,1-1 1,-1 0 0,1 1 0,-1 0-1,0-1 1,-3 1 0,4-1 75,-5-5 518,6 6-1338,0 0 1,0 0-1,-1 0 0,1 0 1,0 0-1,0 0 0,0 0 1,0 0-1,0 0 0,0 0 1,0 0-1,0 0 0,0 0 1,0 0-1,-1 0 0,1 0 1,0 0-1,0 0 0,0 0 1,0 0-1,0-1 0,0 1 1,0 0-1,0 0 0,0 0 1,0 0-1,0 0 0,0 0 1,0 0-1,0 0 0,0 0 1,0 0-1,0-1 0,0 1 1,0 0-1,0 0 0,0 0 0,0 0 1,0 0-1,0 0 0,0 0 1,0 0-1,0 0 0,0-1 1,0 1-1,0 0 0,0 0 1,0 0-1,0 0 0,0 0 1,0 0-1,0 0 0,0 0 1,0 0-1,0 0 0,0 0 1,0-1-1,0 1 0,0 0 1,0 0-1,1 0 0,-1 0 1,0 0-1,5 1 185,-3 3-166,-2-3-37,0-1 0,0 0 0,0 1 0,0-1 0,0 0 0,0 0 0,0 1 0,1-1 0,-1 0 0,0 0 0,0 1 0,0-1 0,0 0 0,1 0 0,-1 1 0,0-1 0,0 0 0,0 0 0,1 0 0,-1 1 0,0-1 0,0 0 0,1 0 0,-1 0 0,0 0 0,1 0 0,-1 0 0,0 0 0,0 0 0,1 1 0,-1-1 0,0 0 0,1 0 0,-1 0 0,0 0 0,0 0 0,1 0 0,-1-1 0,0 1 0,1 0 0,-1 0 0,15-4 0,-13 3 0,13-1 0,-1 1 0,0 1 0,0 0 0,27 4 0,21 0 0,-21-4 0,59 9 0,-75-7 0,9 1 0,-17-2 0,-12-1 0,-10 0 0,2 0 0,3 0 0,0 0 0,-1 0 0,1 0 0,0 0 0,0 0 0,-1 0 0,1 0 0,0 0 0,-1 0 0,1 1 0,0-1 0,-1 0 0,1 0 0,0 0 0,0 0 0,-1 0 0,1 1 0,0-1 0,0 0 0,-1 0 0,1 1 0,0-1 0,0 0 0,0 0 0,0 1 0,-1-1 0,1 0 0,0 0 0,0 1 0,0 0 0,-7 3 0,6-3 0,-1-1 0,1 1 0,0 0 0,0-1 0,0 1 0,0 0 0,0 0 0,0 0 0,1 0 0,-1 0 0,0 0 0,0 0 0,1 0 0,-1 0 0,0 0 0,1 0 0,-1 0 0,1 1 0,0-1 0,-1 2 0,1 2 0,-1-1 0,0 1 0,0 0 0,0 0 0,0-1 0,-3 6 0,3-6 0,-1 0 0,1 1 0,0-1 0,0 0 0,0 1 0,0 4 0,-7 45 0,16 24 0,-8-74 0,0-1 0,0 0 0,0 1 0,0-1 0,0 1 0,1-1 0,0 0 0,-1 1 0,1-1 0,1 0 0,-1 0 0,0 0 0,1 0 0,-1 0 0,5 5 0,-3 2-6017,-30-31-13603,18 11 15123</inkml:trace>
</inkml:ink>
</file>

<file path=ppt/ink/ink2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35.750"/>
    </inkml:context>
    <inkml:brush xml:id="br0">
      <inkml:brushProperty name="width" value="0.035" units="cm"/>
      <inkml:brushProperty name="height" value="0.035" units="cm"/>
      <inkml:brushProperty name="color" value="#FF0066"/>
    </inkml:brush>
  </inkml:definitions>
  <inkml:trace contextRef="#ctx0" brushRef="#br0">9 74 584,'0'0'144,"0"0"1,0 0-1,0 0 0,0 1 1,0-1-1,0 0 0,0 0 1,0 1-1,0-1 0,0 0 1,0 0-1,0 0 0,0 1 1,-1-1-1,1 0 0,0 0 1,0 1-1,0-1 0,0 0 0,0 0 1,0 0-1,-1 0 0,1 1 1,0-1-1,0 0 0,0 0 1,0 0-1,-1 0 0,1 0 1,0 0-1,0 0 0,-1 1 1,1-1 40,0 0 0,-1 0 0,1 0-1,0 0 1,-1 0 0,1 1 0,0-1 0,0 0 0,0 0 0,-1 1 0,1-1 0,0 0 0,0 0 0,-1 1 0,1-1 0,0 0 0,0 0 0,0 1 0,0-1 0,0 0 0,0 1 0,0-1 0,-1 0 0,1 1 0,0-1 0,0 0 0,0 1 0,0-1 0,0 0 0,0 0 0,0 1-1,1 0 1499,-1 0-1302,0-1 0,1 1 0,-1-1 0,1 1 0,0-1 0,-1 1 0,1-1 0,-1 0 1,1 1-1,0-1 0,-1 0 0,1 0 0,0 1 0,-1-1 0,1 0 0,0 0 0,-1 0 0,2 0 0,20 1 2483,20-7-1175,-30 5-1391,0-1 1,18 2-1,17-2 4,121-14-553,-131 12-256,-19 3-787,0-1 0,0-1 0,-1 0 0,32-11-1,-39 11 63,13-8-2275,-20 4 345,-13-3-1619,2 4 2672,-1 1-265</inkml:trace>
</inkml:ink>
</file>

<file path=ppt/ink/ink2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36.481"/>
    </inkml:context>
    <inkml:brush xml:id="br0">
      <inkml:brushProperty name="width" value="0.035" units="cm"/>
      <inkml:brushProperty name="height" value="0.035" units="cm"/>
      <inkml:brushProperty name="color" value="#FF0066"/>
    </inkml:brush>
  </inkml:definitions>
  <inkml:trace contextRef="#ctx0" brushRef="#br0">18 28 488,'0'-1'192,"0"1"0,0-1 1,0 1-1,1-1 0,-1 1 0,0-1 0,0 1 0,1 0 1,-1-1-1,0 1 0,0-1 0,1 1 0,-1 0 0,1-1 1,-1 1-1,0 0 0,1-1 0,-1 1 0,1 0 0,-1 0 1,1 0-1,-1-1 0,0 1 0,1 0 0,-1 0 1,2 0-1,10-7 5126,-9-3 4872,-15 9-5742,-1 0 349,13 1-4747,0 0 0,0 0-1,0 0 1,0 0 0,0 1 0,0-1-1,0 0 1,0 0 0,0 0-1,0 0 1,0 0 0,0 0 0,0 0-1,0 0 1,0 0 0,0 0-1,0 0 1,0 0 0,0 1 0,0-1-1,0 0 1,0 0 0,0 0-1,0 0 1,0 0 0,0 0 0,0 0-1,0 0 1,0 0 0,-1 0 0,1 0-1,0 0 1,0 0 0,0 0-1,0 0 1,0 0 0,0 0 0,0 0-1,0 0 1,0 0 0,0 0-1,0 0 1,0 0 0,0 0 0,-1 0-1,1 0 1,0 5-50,-8 5 0,7-10 0,1 1 0,-1-1 0,0 1 0,1 0 0,-1-1 0,1 1 0,-1 0 0,1 0 0,0-1 0,-1 1 0,1 0 0,0 0 0,-1 0 0,1-1 0,0 1 0,0 0 0,0 0 0,-1 0 0,1 0 0,0-1 0,0 1 0,1 0 0,-1 1 0,0 6 0,0 64 0,8-41 0,-7-24 0,0-1 0,1 0 0,0 0 0,0 0 0,0 0 0,0 0 0,1-1 0,0 1 0,1-1 0,6 11 0,-9-16 0,-1 1 0,1 0 0,-1-1 0,0 1 0,0 0 0,1 0 0,-1 0 0,0-1 0,0 1 0,0 0 0,0 0 0,0-1 0,0 1 0,0 0 0,0 0 0,-1 1 0,1 10 0,-1-10 0,2-2 0,6 4 0,-6-1 0,-1-7 0,0 2-339,0 1 0,0-1 1,0 0-1,-1 1 0,1-1 0,0 1 0,-1-1 1,0 0-1,1 1 0,-1-1 0,0 1 0,0-1 0,0 1 1,0 0-1,0-1 0,0 1 0,0 0 0,0 0 1,-2-2-1,2 3 13,0-1 0,1 1 0,-1-1 0,0 0 0,1 0 0,-1 1 0,0-1 0,1 0 1,-1 0-1,1 0 0,-1 0 0,1 0 0,-1 0 0,1 1 0,0-1 0,0 0 0,-1-2 0,-7-22-13349,8 18 9635</inkml:trace>
</inkml:ink>
</file>

<file path=ppt/ink/ink2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36.966"/>
    </inkml:context>
    <inkml:brush xml:id="br0">
      <inkml:brushProperty name="width" value="0.035" units="cm"/>
      <inkml:brushProperty name="height" value="0.035" units="cm"/>
      <inkml:brushProperty name="color" value="#FF0066"/>
    </inkml:brush>
  </inkml:definitions>
  <inkml:trace contextRef="#ctx0" brushRef="#br0">76 13 3009,'0'0'2587,"-18"5"5233,15-5-7436,3 0 17,-1-1 0,0 1 1,0 0-1,0 0 0,0 0 0,0 0 0,0 0 1,1 0-1,-1 0 0,0 0 0,0 0 0,0 0 1,0 0-1,0 1 0,0-1 0,1 0 1,-1 1-1,0-1 0,0 0 0,0 1 0,1-1 1,-1 1-1,-1 0 0,2 0 111,2 16 1276,4-13-1671,-6-4-90,1 1 0,0 0 0,0-1 0,-1 1 1,1 0-1,0-1 0,0 1 0,0-1 0,0 1 1,0-1-1,0 0 0,0 1 0,0-1 0,0 0 1,0 0-1,0 0 0,0 0 0,0 1 0,0-1 1,0-1-1,0 1 0,0 0 0,0 0 0,2-1 1,-2 0 28,0-1 0,0 1-47,0-1 0,0 1 0,0 0 0,-1-1 0,1 1 0,-1-1 1,1 1-1,-1 0 0,1-1 0,-1 1 0,0-3 0,0 4-9,0 0 1,1-1-1,-1 1 1,0 0-1,-1-1 1,1 1-1,0 0 1,0-1-1,0 1 1,0-1-1,0 1 0,0 0 1,0-1-1,0 1 1,-1 0-1,1-1 1,0 1-1,0 0 1,0 0-1,-1-1 0,1 1 1,0 0-1,0 0 1,-1-1-1,1 1 1,-12-12 15,10 10-25,0 2 0,0-1 0,0 0 0,0 0 0,0 1 0,0-1 0,0 1 0,0-1 0,0 1 0,0 0 0,0 0 0,-1 0-1,1 0 1,-3 1 0,-3-1-31,7 1 43,1-1 0,-1 0 0,1 0 0,-1 1 0,1-1 0,-1 1 0,0-1 0,1 0 0,-1 1 0,1-1 0,0 1 0,-1-1 0,1 1 0,-1-1 0,1 1 0,0 0 0,-1-1 0,1 1 0,0-1 0,0 1 1,0 0-1,-1-1 0,1 1 0,0 0 0,0-1 0,0 1 0,0 0 0,0-1 0,0 2 0,-3 11-478,-2-11-5293,4-8-937,2-11 1760,-1 14 2012,0-3-130</inkml:trace>
</inkml:ink>
</file>

<file path=ppt/ink/ink2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37.960"/>
    </inkml:context>
    <inkml:brush xml:id="br0">
      <inkml:brushProperty name="width" value="0.035" units="cm"/>
      <inkml:brushProperty name="height" value="0.035" units="cm"/>
      <inkml:brushProperty name="color" value="#FF0066"/>
    </inkml:brush>
  </inkml:definitions>
  <inkml:trace contextRef="#ctx0" brushRef="#br0">110 9 112,'0'0'5499,"8"-5"-2902,-2 2 2820,-13 6-4258,1 0-871,0 0-1,-1-1 1,1 0-1,0-1 1,-1 1-1,-12 0 1,15-1-135,1 0 1,0 0-1,0 0 0,0 0 1,0 0-1,0 1 0,0 0 1,0-1-1,0 1 0,0 0 1,-2 3-1,-5 2 687,7 2-283,3-9-546,-1 0 0,1 0 0,0 0 1,-1 1-1,1-1 0,0 0 0,-1 0 1,1 0-1,0 1 0,0-1 0,-1 0 1,1 0-1,0 1 0,0-1 0,-1 0 1,1 0-1,0 1 0,0-1 1,0 0-1,0 1 0,-1-1 0,1 0 1,0 1-1,0-1 0,0 0 0,0 1 1,0-1-1,0 0 0,0 1 0,0-1 1,0 0-1,0 1 0,0-1 0,0 0 1,0 1-1,0-1 0,0 1 0,0-1 1,1 0-1,-1 0 0,0 1 0,0-1 1,0 0-1,0 1 0,1-1 0,-1 0 1,0 1-1,0-1 0,1 0 0,-1 0 1,0 0-1,1 1 0,-1-1 1,0 0-1,0 0 0,1 0 0,-1 0 1,1 1-1,6 5 144,4 0-24,115 25 895,-85-11-1023,-38-20-3,0 2 1,0-1-1,0 0 0,0 0 1,0 1-1,0 0 1,0-1-1,0 1 1,-1 0-1,4 4 0,20 11 4,-19-13 0,0-1 0,0 1 0,0 1 0,0 0 1,-1-1-1,0 2 0,6 5 0,-11-10-2,-1 0-1,1-1 1,0 1-1,0 0 1,0 0-1,0-1 1,-1 1-1,1-1 1,0 1 0,0-1-1,0 1 1,0-1-1,1 0 1,0 1-1,10 5 6,-11-5-4,0 0 0,-1 1 0,1-1-1,-1 1 1,1-1 0,-1 1 0,0-1 0,1 1 0,-1-1 0,0 1 0,0-1 0,0 4 0,0-5-3,0 0 1,0 1-1,1-1 0,-1 0 1,0 1-1,0-1 0,0 0 1,0 0-1,0 1 0,0-1 1,0 0-1,0 1 0,0-1 0,0 0 1,0 1-1,0-1 0,0 0 1,0 1-1,0-1 0,0 0 1,0 1-1,0-1 0,0 0 1,0 1-1,0-1 0,-1 0 1,1 0-1,0 1 0,0-1 0,0 0 1,-1 1-1,1-1 0,0 0 1,-7 6 5,2-4-6,1 0-1,0 0 1,0 0-1,-1 0 1,1-1-1,-1 0 0,1 1 1,-1-2-1,0 1 1,1 0-1,-9-1 1,-18 4 0,27-3 2,1-1 1,-1 1-1,0-1 0,0 0 1,0 0-1,0 0 1,0 0-1,1 0 0,-1-1 1,-4-1-1,-21-2 45,25 4-29,0-1-1,0 0 1,0 0-1,1 0 1,-1 0-1,0-1 1,1 0-1,0 0 1,-1 0 0,1 0-1,0 0 1,0 0-1,0-1 1,0 0-1,0 1 1,0-1-1,1 0 1,-4-6-1,5 8-12,1 0 0,-1 0 0,1 0-1,-1 0 1,1-1 0,0 1-1,-1 0 1,1 0 0,0-1-1,0 1 1,0 0 0,0 0-1,0-1 1,0 1 0,0 0-1,1 0 1,-1-1 0,0 1-1,1-1 1,9-20-9,-3 10 4,-6 11 0,0-1 1,0 1-1,0-1 1,0 1-1,0-1 1,0 1-1,0-1 1,0 1-1,0 0 1,1 0-1,-1 0 1,3-2-1,4-3 6,0 0-1,0 0 1,-1 0-1,0-1 0,13-15 1,-9 1-36,3 0 21,-13 19 9,0 2 1,0-1-1,0 0 1,-1 0-1,1 0 0,0 0 1,-1 0-1,1 0 0,-1 0 1,1-1-1,-1 1 1,1 0-1,-1 0 0,0 0 1,0 0-1,0-3 0,0 4 0,0-1 0,0 0 0,0 1 0,0-1 0,0 1 0,-1-1 0,1 1 0,0-1 0,-1 0 0,1 1 0,0-1 0,-1 1 0,1-1 0,-1 1 0,1 0 0,0-1-1,-1 1 1,1-1 0,-1 1 0,0 0 0,1-1 0,-1 1 0,1 0 0,-1 0 0,1-1 0,-1 1 0,0 0 0,1 0 0,-1 0 0,1 0 0,-1 0 0,0 0-1,1 0 1,-1 0 0,0 0 0,1 0 0,-1 0 0,-1 0 0,-13-2 20,-17-3-3,16 4-10,-68-9 41,77 9-146,0 0 0,0 1 1,0 0-1,-7 0 0,-4 1-3394,18-1 3282,1 0 0,-1 0-1,0 0 1,1 0 0,-1 0 0,0 0-1,1 0 1,-1 0 0,0 1 0,1-1-1,-1 0 1,0 0 0,1 0 0,-1 1-1,0-1 1,0 0 0,1 0 0,-1 0-1,0 1 1,0-1 0,1 0 0,-1 1-1,0-1 1,0 0 0,0 0 0,0 1-1,1-1 1,8 5-6278,-1-9 4480,1 3-297</inkml:trace>
</inkml:ink>
</file>

<file path=ppt/ink/ink2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38.382"/>
    </inkml:context>
    <inkml:brush xml:id="br0">
      <inkml:brushProperty name="width" value="0.035" units="cm"/>
      <inkml:brushProperty name="height" value="0.035" units="cm"/>
      <inkml:brushProperty name="color" value="#FF0066"/>
    </inkml:brush>
  </inkml:definitions>
  <inkml:trace contextRef="#ctx0" brushRef="#br0">236 8 2032,'-10'-1'6747,"6"0"-5045,1-1-1,-1 1 1,1 0 0,-1 1-1,0-1 1,1 1-1,-1 0 1,0-1 0,1 2-1,-8 0 1,-16 0 3549,25-2-5249,0 1-1,1 0 0,-1 0 1,0 1-1,1-1 0,-1 0 1,0 1-1,1-1 0,-1 0 1,0 1-1,1 0 0,-1-1 1,1 1-1,-1 0 0,1 0 1,-3 2-1,-8 4-5,9-5 4,1-1 0,-1 1 0,1 0 0,-1 0 0,1 0 0,0 1 0,0-1 0,0 0 0,0 1 0,0-1 0,0 1 0,-1 3 0,-16 36 0,12-14 0,2 1 0,1 0 0,1 0 0,2 0 0,2 37 0,0-20 0,7 11 0,-7-51 0,-6-9-2133,2 2 940,0 0 1,0 0-1,0-1 1,0 1-1,0-1 1,1 0-1,-1 1 1,1-1-1,-1 0 1,1-1-1,-4-4 1,-3-23-7342,8 19 5618,1 1-206</inkml:trace>
</inkml:ink>
</file>

<file path=ppt/ink/ink2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38.644"/>
    </inkml:context>
    <inkml:brush xml:id="br0">
      <inkml:brushProperty name="width" value="0.035" units="cm"/>
      <inkml:brushProperty name="height" value="0.035" units="cm"/>
      <inkml:brushProperty name="color" value="#FF0066"/>
    </inkml:brush>
  </inkml:definitions>
  <inkml:trace contextRef="#ctx0" brushRef="#br0">25 28 2184,'-1'0'392,"0"0"0,0 0-1,0 0 1,0 0 0,0 0-1,0 0 1,0 0-1,0-1 1,0 1 0,0 0-1,0-1 1,0 1-1,0-1 1,0 1 0,0-1-1,0 1 1,0-1-1,1 0 1,-1 1 0,0-1-1,0 0 1,1 0-1,-1 1 1,0-1 0,1 0-1,-1 0 1,0-2-1,1 2 455,10-5 2920,-6 5-2761,-1 0 0,1 0 0,0 0 0,0 0 0,0 1 0,0 0 0,0 0 0,0 0 0,6 0 0,4 1-175,2 5-1549,-13-5-234,0 1 0,0-1 1,0 0-1,0 0 1,1 0-1,-1 0 0,0 0 1,6 0-1,64-7-14031,-64 6 11620</inkml:trace>
</inkml:ink>
</file>

<file path=ppt/ink/ink2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38.892"/>
    </inkml:context>
    <inkml:brush xml:id="br0">
      <inkml:brushProperty name="width" value="0.035" units="cm"/>
      <inkml:brushProperty name="height" value="0.035" units="cm"/>
      <inkml:brushProperty name="color" value="#FF0066"/>
    </inkml:brush>
  </inkml:definitions>
  <inkml:trace contextRef="#ctx0" brushRef="#br0">10 1 1192,'-8'5'19196,"6"-3"-17399,2-2-1980,0 0 1,0 0-1,0 0 0,0 0 0,0-1 1,0 1-1,0 0 0,0 0 0,0 0 1,0 0-1,0-1 0,0 1 1,0 0-1</inkml:trace>
</inkml:ink>
</file>

<file path=ppt/ink/ink2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39.328"/>
    </inkml:context>
    <inkml:brush xml:id="br0">
      <inkml:brushProperty name="width" value="0.035" units="cm"/>
      <inkml:brushProperty name="height" value="0.035" units="cm"/>
      <inkml:brushProperty name="color" value="#FF0066"/>
    </inkml:brush>
  </inkml:definitions>
  <inkml:trace contextRef="#ctx0" brushRef="#br0">0 21 16,'0'1'255,"1"0"0,-1-1-1,0 1 1,0-1 0,0 1 0,1-1 0,-1 0-1,0 1 1,1-1 0,-1 1 0,0-1 0,1 1 0,-1-1-1,1 0 1,-1 1 0,1-1 0,-1 0 0,1 0-1,-1 1 1,1-1 0,-1 0 0,1 0 0,-1 0-1,1 1 1,-1-1 0,1 0 0,-1 0 0,1 0-1,1 0 1,21 1 2761,-19-1-2518,-3 0-75,23 0 1605,-16 0 3371,-6 0-5280,7 0 114,66-11-53,-17 1-166,-33 5-2178,-33 0-1011,-42 5-7285,41 0 8233</inkml:trace>
</inkml:ink>
</file>

<file path=ppt/ink/ink2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39.554"/>
    </inkml:context>
    <inkml:brush xml:id="br0">
      <inkml:brushProperty name="width" value="0.035" units="cm"/>
      <inkml:brushProperty name="height" value="0.035" units="cm"/>
      <inkml:brushProperty name="color" value="#FF0066"/>
    </inkml:brush>
  </inkml:definitions>
  <inkml:trace contextRef="#ctx0" brushRef="#br0">9 27 664,'-1'0'172,"1"1"-1,-1-1 1,0 1 0,1-1-1,-1 1 1,1-1 0,-1 1-1,1-1 1,-1 1 0,1-1-1,-1 1 1,1 0-1,0-1 1,-1 1 0,1 0-1,0-1 1,0 1 0,-1 0-1,1 0 1,0-1 0,0 1-1,0 0 1,0 0-1,0-1 1,0 1 0,0 0-1,0 0 1,0 1 87,26 8 3030,-8-5-2744,0-2-1,1-1 1,-1 0 0,37-2-1,-32 0-444,-17 0-176,0-1 0,1 1 1,-1-1-1,0 0 0,0 0 0,0-1 0,0 0 0,0 0 0,7-4 0,11-5-1905,-15 3 872,-6 5 388,1 0-1,-1 0 0,0 0 1,0 0-1,4-6 0,-6 0-1116</inkml:trace>
</inkml:ink>
</file>

<file path=ppt/ink/ink2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39.830"/>
    </inkml:context>
    <inkml:brush xml:id="br0">
      <inkml:brushProperty name="width" value="0.035" units="cm"/>
      <inkml:brushProperty name="height" value="0.035" units="cm"/>
      <inkml:brushProperty name="color" value="#FF0066"/>
    </inkml:brush>
  </inkml:definitions>
  <inkml:trace contextRef="#ctx0" brushRef="#br0">16 0 1456,'-16'0'13599,"22"1"-13442,0 1-1,-1-1 0,1 1 1,-1 0-1,0 0 1,1 1-1,7 5 0,19 8 3,-28-15-156,1 1 1,-1 0-1,0 0 0,0 0 1,0 1-1,0-1 0,0 1 1,-1 0-1,1 0 0,-1 0 1,0 1-1,0-1 1,0 1-1,0-1 0,0 1 1,-1 0-1,0 0 0,0 0 1,0 1-1,0-1 0,-1 0 1,1 1-1,-1-1 0,0 1 1,-1-1-1,1 8 1,-1-10-45,0 0 1,0 1-1,-1-1 1,1 1 0,-1-1-1,1 0 1,-1 0 0,0 1-1,0-1 1,0 0 0,0 0-1,-1 0 1,1 0 0,0 0-1,-1 0 1,1 0-1,-1-1 1,-3 3 0,4-2-270,-1-1-1,0 0 1,0 0 0,0 0 0,0 0 0,0 0 0,0-1-1,0 1 1,0 0 0,0-1 0,0 0 0,0 1 0,-4-1-1,0-3-1817,5-5-2957,1 3 2468</inkml:trace>
</inkml:ink>
</file>

<file path=ppt/ink/ink2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41.166"/>
    </inkml:context>
    <inkml:brush xml:id="br0">
      <inkml:brushProperty name="width" value="0.035" units="cm"/>
      <inkml:brushProperty name="height" value="0.035" units="cm"/>
      <inkml:brushProperty name="color" value="#FF0066"/>
    </inkml:brush>
  </inkml:definitions>
  <inkml:trace contextRef="#ctx0" brushRef="#br0">112 1 1160,'-14'6'6970,"1"-1"-3763,-10 5 575,20-9-3362,1 0-167,0 0 0,0 0 0,0 0 0,0 0 0,1 0 1,-1 0-1,0 1 0,1-1 0,-1 1 0,1-1 0,0 1 0,-1-1 0,1 1 1,0 0-1,0 0 0,0-1 0,0 1 0,0 0 0,0 0 0,1 0 1,-1 0-1,1 0 0,-1 3 0,1-3-118,0 0-1,-1 0 1,1 0 0,-1 0-1,1 0 1,-1 0 0,0 0-1,0 0 1,0 0 0,-1 1-1,1-1-64,-1 0-1,1 0 0,0 0 0,1 0 1,-1 0-1,0 0 0,1 0 0,-1 1 1,1-1-1,-1 3 0,1 124 1195,0-128-786,-7-22 1714,6 17-2050,0 0-1,0 0 1,1 0-1,0 0 1,-1 0-1,1 0 1,0 0-1,1 0 1,0-4-1,0-7 166,-1 7-250,0 1 0,0-1 0,1 0 0,1 0 1,2-10-1,-1 2-28,5-10-10,-4 16-12,-4 8-5,0 1-1,1-1 0,-1 1 1,1 0-1,-1-1 0,1 1 1,0 0-1,0-1 1,-1 1-1,1 0 0,0 0 1,0-1-1,0 1 0,3-2 1,-4 3-4,1-1 1,-1 1-1,1-1 1,-1 1-1,1-1 1,-1 1-1,1-1 0,-1 0 1,1 1-1,-1-1 1,0 0-1,1 1 1,-1-1-1,0 0 1,0 1-1,0-1 1,0 0-1,1 0 1,-1 1 0,0-1 1,0 1-1,0 0 1,0 0 0,0-1-1,0 1 1,0 0 0,0 0-1,0-1 1,0 1 0,0 0-1,0 0 1,0 0-1,0-1 1,0 1 0,0 0-1,0 0 1,0 0 0,1-1-1,-1 1 1,0 0 0,0 0-1,0 0 1,0 0-1,1-1 1,-1 1 0,0 0-1,0 0 1,0 0 0,1 0-1,-1 0 1,0 0-1,0 0 1,0 0 0,1 0-1,-1-1 1,0 1 0,0 0-1,1 0 1,-1 0 0,0 0-1,0 0 1,0 0-1,1 0 1,-1 0 0,0 1-1,0-1 1,1 0 0,-1 0-1,0 0 1,0 0 0,0 0-1,1 0 1,-1 0-1,0 0 1,0 1 0,0-1-1,0 0 1,1 0 0,-1 0-1,0 0 1,0 1 0,0-1-1,0 0 1,1 1-1,4 0 2,-5-1 1,1 0 1,-1 0-1,1 0 0,-1 0 0,0 1 1,1-1-1,-1 0 0,1 0 1,-1 0-1,0 0 0,1 0 0,-1 1 1,0-1-1,1 0 0,-1 0 0,1 1 1,-1-1-1,0 0 0,0 0 0,1 1 1,-1-1-1,0 0 0,0 1 1,1-1-1,-1 1 0,0-1 0,0 0 1,0 1-1,0-1 0,1 1 0,-1-1 1,0 0-1,0 1 0,0 0 0,1 0 0,-1 1 0,1-1 0,0 1 0,0-1 0,0 0 0,0 0-1,0 1 1,0-1 0,0 0 0,1 0 0,-1 0 0,0 0 0,1 0 0,1 1-1,11 9 3,4 15-76,0 2 40,13 29-1373,-25-45-95,-5-10 915,0 0 0,0-1 0,0 1 0,0 0-1,0 0 1,0 0 0,0-1 0,0 1 0,1-1 0,-1 1 0,1-1 0,-1 0-1,3 2 1,13-3-9758,-15-8 4379</inkml:trace>
</inkml:ink>
</file>

<file path=ppt/ink/ink2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41.343"/>
    </inkml:context>
    <inkml:brush xml:id="br0">
      <inkml:brushProperty name="width" value="0.035" units="cm"/>
      <inkml:brushProperty name="height" value="0.035" units="cm"/>
      <inkml:brushProperty name="color" value="#FF0066"/>
    </inkml:brush>
  </inkml:definitions>
  <inkml:trace contextRef="#ctx0" brushRef="#br0">34 73 1584,'-16'5'5637,"3"-5"1753,8 0-4225,15-6-1403,148-26-3015,-76 13-3991,-76 18 4176,0-1-1,0 1 0,-1-1 0,1-1 0,-1 1 0,0-1 0,7-4 0</inkml:trace>
</inkml:ink>
</file>

<file path=ppt/ink/ink2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41.716"/>
    </inkml:context>
    <inkml:brush xml:id="br0">
      <inkml:brushProperty name="width" value="0.035" units="cm"/>
      <inkml:brushProperty name="height" value="0.035" units="cm"/>
      <inkml:brushProperty name="color" value="#FF0066"/>
    </inkml:brush>
  </inkml:definitions>
  <inkml:trace contextRef="#ctx0" brushRef="#br0">201 1 464,'-37'4'8524,"-15"12"-2983,23-6-3549,20-6-1630,1 0 0,-1 0 0,1 0 1,-9 8-1,1-2-205,15-9-153,-1 0 0,1 0 1,0 1-1,0-1 0,0 0 0,0 1 0,0-1 0,0 1 0,0 0 0,0-1 0,0 1 0,1 0 0,-1-1 0,1 1 0,-1 0 1,1-1-1,0 1 0,0 0 0,-1 0 0,1 0 0,0-1 0,1 1 0,-1 0 0,0 0 0,0 0 0,1-1 0,-1 1 1,1 0-1,0-1 0,-1 1 0,1 0 0,0-1 0,2 3 0,0-1-79,0 0 0,0-1 0,0 0 0,0 0 0,0 0 0,0 0 0,1 0 0,-1-1 0,1 1 0,-1-1 0,1 0 0,0 0 0,-1 0 0,1-1 0,0 1 0,7-1 0,5 0-1354,0 0 1,28-5-1,-25 2-635,0-1 1,0 0 0,0-2-1,23-9 1,-25 5 153</inkml:trace>
</inkml:ink>
</file>

<file path=ppt/ink/ink2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41.993"/>
    </inkml:context>
    <inkml:brush xml:id="br0">
      <inkml:brushProperty name="width" value="0.035" units="cm"/>
      <inkml:brushProperty name="height" value="0.035" units="cm"/>
      <inkml:brushProperty name="color" value="#FF0066"/>
    </inkml:brush>
  </inkml:definitions>
  <inkml:trace contextRef="#ctx0" brushRef="#br0">161 0 816,'-5'2'1260,"0"0"1,-1 0-1,1-1 0,0 1 1,-11 0-1,9-2-652,1 1 1,0 0 0,0 0-1,0 0 1,0 1 0,-7 3-1,-4 0 213,13-3-656,1-1 0,0 1 1,0 0-1,0 0 0,0 0 1,0 0-1,0 1 0,0-1 0,1 1 1,-1-1-1,-3 7 0,4-6-100,1-2-52,0 0-1,0 0 1,0 0-1,0 1 1,0-1-1,0 0 1,1 1 0,-1-1-1,1 1 1,-1-1-1,1 1 1,-1-1-1,1 1 1,0-1-1,-1 1 1,1-1-1,0 1 1,0-1-1,0 1 1,1 0-1,-1-1 1,0 1-1,0-1 1,1 1-1,-1-1 1,1 1-1,0-1 1,-1 1 0,1-1-1,0 0 1,0 1-1,0-1 1,-1 0-1,1 0 1,1 0-1,-1 1 1,0-1-1,0 0 1,0-1-1,1 1 1,-1 0-1,0 0 1,1 0-1,-1-1 1,3 2-1,9 2 1,-4-1-148,0 0 0,0 0 0,0-1 0,1 0-1,-1-1 1,1 0 0,-1 0 0,1-1 0,11-1-1,1-2-932,-10 2-130,0-1 0,0 0 0,-1-1 0,1 0 1,-1 0-1,1-2 0,18-9 0,-22 9-895</inkml:trace>
</inkml:ink>
</file>

<file path=ppt/ink/ink2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42.380"/>
    </inkml:context>
    <inkml:brush xml:id="br0">
      <inkml:brushProperty name="width" value="0.035" units="cm"/>
      <inkml:brushProperty name="height" value="0.035" units="cm"/>
      <inkml:brushProperty name="color" value="#FF0066"/>
    </inkml:brush>
  </inkml:definitions>
  <inkml:trace contextRef="#ctx0" brushRef="#br0">7 68 1960,'-7'2'2779,"11"0"1222,16-1-1248,7-8-2305,53-7 0,-12 3-1303,-19-3-1025,-11 2-1491,-36 12 3064,-1 0 159,0-1 0,-1 1-1,1 0 1,0 0 0,0 0 0,0-1 0,-1 1 0,1-1 0,0 1 0,0 0 0,-1-1 0,1 1 0,0-1 0,-1 0 0,1 1 0,-1-1 0,1 1 0,-1-1 0,1 0 0,6-5-1923</inkml:trace>
</inkml:ink>
</file>

<file path=ppt/ink/ink2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42.579"/>
    </inkml:context>
    <inkml:brush xml:id="br0">
      <inkml:brushProperty name="width" value="0.035" units="cm"/>
      <inkml:brushProperty name="height" value="0.035" units="cm"/>
      <inkml:brushProperty name="color" value="#FF0066"/>
    </inkml:brush>
  </inkml:definitions>
  <inkml:trace contextRef="#ctx0" brushRef="#br0">0 48 1280,'0'0'261,"0"1"-1,0-1 0,0 0 0,0 1 1,0-1-1,1 0 0,-1 1 1,0-1-1,0 0 0,0 0 0,0 1 1,0-1-1,1 0 0,-1 1 0,0-1 1,0 0-1,0 0 0,1 1 1,-1-1-1,0 0 0,1 0 0,-1 0 1,0 1-1,0-1 0,1 0 1,-1 0-1,0 0 0,1 0 0,13 2 2426,22-8-3202,-25 4 1297,23-3-622,34-6-952,-61 10 136,-1-1 0,0-1 0,0 1 0,10-7 0,-15 9 415,0-1 112,-1 1-1,1 0 1,-1 0-1,0 0 1,1-1-1,-1 1 0,1 0 1,-1-1-1,0 1 1,1 0-1,-1-1 1,0 1-1,0 0 0,1-1 1,-1 1-1,0 0 1,0-1-1,1 1 1,-1-1-1,0 1 0,0-1 1,0 1-1,0-1 1,0 1-1,0-1 1,0-4-2414</inkml:trace>
</inkml:ink>
</file>

<file path=ppt/ink/ink2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44.068"/>
    </inkml:context>
    <inkml:brush xml:id="br0">
      <inkml:brushProperty name="width" value="0.035" units="cm"/>
      <inkml:brushProperty name="height" value="0.035" units="cm"/>
      <inkml:brushProperty name="color" value="#FF0066"/>
    </inkml:brush>
  </inkml:definitions>
  <inkml:trace contextRef="#ctx0" brushRef="#br0">1 0 312,'15'0'15129,"-4"5"-9222,31 8-3873,-35-11-1282,-3 0-595,0 0 0,-1-1 0,1 1-1,-1 1 1,0-1 0,5 4-1,-4-2-68,1-1 0,0 0-1,0 0 1,7 4-1,22 9 85,-20-8-112,0-2-1,15 6 1,2-3-33,0-1 0,50 5-1,-51-9-12,0 0-34,0-1 0,1-2 1,-1-1-1,37-5 0,-46 2-105,6-1-1151,42-11-1,-68 15 1251,-1 0-1,1 0 1,-1 0 0,1-1-1,-1 1 1,1 0-1,-1 0 1,1 0 0,-1 0-1,1-1 1,-1 1 0,1 0-1,-1-1 1,0 1 0,1 0-1,-1-1 1,1 1 0,-1 0-1,0-1 1,1 1-1,-1-1 1,0 1 0,0 0-1,1-1 1,-1 1 0,0-1-1,0 1 1,0-1 0,1 1-1,-1-1 1,0 1 0,0-1-1,0 1 1,0-1-1,0 1 1,0-1 0,0 1-1,0-1 1,0 1 0,-1-1-1,1 1 1,0-1 0,0 1-1,0-1 1,0 1 0,-1-1-1,1 1 1,0-1-1,0 1 1,-1 0 0,1-1-1,0 1 1,-1-1 0,0 1-1,-22-20-461,10 12 489,0 1-1,0 1 1,0 1 0,-1 0-1,0 0 1,-14-2-1,-4-1 297,21 5 232,-1 0 0,1 1-1,0 0 1,-13 0 0,23 2-61,3 1-448,1 0 0,0 1 1,0-1-1,-1-1 0,1 1 0,0 0 1,5 0-1,-2 0 6,16 5 27,-1-2-1,27 3 1,-31-6-57,-1 1 0,1 1 0,-1 1 0,0 0 0,21 9-1,-23-7-3,-1 1-1,0 1 1,-1 0 0,0 1-1,16 14 1,-26-21 4,0 0 0,-1 0 0,1 0 1,-1 0-1,0 0 0,0 0 0,0 0 1,0 0-1,0 0 0,0 1 0,-1-1 1,1 0-1,0 1 0,-1-1 0,0 0 1,0 1-1,0-1 0,0 1 0,0-1 1,0 0-1,-1 1 0,1-1 0,-1 0 1,1 1-1,-1-1 0,-2 4 0,-2 12-28,4-15 31,0 0-1,1 0 0,-1-1 0,0 1 0,-1 0 1,1-1-1,0 1 0,-4 4 0,-5 4 0,-7 11-137,16-20-6,-1 0-1,0 1 1,-1-1 0,1 0-1,0 0 1,-1 0-1,1 0 1,-1 0 0,0-1-1,1 1 1,-1-1 0,0 0-1,-5 2 1,-8 4-4020,15-6 4013,1-1 1,0 0 0,-1 0-1,1 0 1,0 0-1,-1 0 1,1 0-1,0 0 1,-1-1-1,1 1 1,0 0-1,-1 0 1,1 0-1,0 0 1,-1 0-1,1 0 1,0-1-1,0 1 1,-1 0-1,1 0 1,0 0-1,0-1 1,-1 1-1,1 0 1,0 0-1,0-1 1,0 1-1,-1 0 1,1 0-1,0-1 1,0 1-1,0 0 1,0-1-1,0 1 1,0 0-1,0-1 1,-1 1-1,1 0 1,0-1-1,0 1 1,0 0-1,0-1 1,1 1 0,-1 0-1,0-1 1,0 1-1,0 0 1,0-1-1,9-14-4948,-2 10 1944</inkml:trace>
</inkml:ink>
</file>

<file path=ppt/ink/ink2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44.977"/>
    </inkml:context>
    <inkml:brush xml:id="br0">
      <inkml:brushProperty name="width" value="0.035" units="cm"/>
      <inkml:brushProperty name="height" value="0.035" units="cm"/>
      <inkml:brushProperty name="color" value="#FF0066"/>
    </inkml:brush>
  </inkml:definitions>
  <inkml:trace contextRef="#ctx0" brushRef="#br0">0 26 2192,'0'0'9681,"2"-9"-6199,22 4-2846,-6 3-426,10-2-92,1 0 0,37 2 1,-59 4-106,-6-1-13,0-1-1,1 1 1,-1-1 0,0 1 0,0-1-1,0 0 1,1 0 0,-1 1-1,0-1 1,0 0 0,0 0-1,1 0 1,1-1 0,3 1 5,1 3 19,5 5 16,6 13-21,-5-3 5,-11-14 27,0 0 1,0 0-1,1-1 0,0 1 1,-1-1-1,1 0 0,7 5 1,-8 4 976,6-10 2986,-10-3-2703,-3 0-762,3 0-418,1 1 0,-1 0 0,1 0 1,-1 0-1,1-1 0,-1 1 0,1-1 0,-1 1 0,1-1 0,-3-1 0,4 1-20,-1 0 1,0 1-1,1-1 0,-1 0 1,0 1-1,1-1 0,-1 1 0,0-1 1,0 1-1,0-1 0,1 1 1,-1 0-1,0-1 0,0 1 1,0 0-1,0 0 0,0-1 0,0 1 1,0 0-1,0 0 0,0 0 1,1 0-1,-1 0 0,0 1 1,-2-1-1,-14-3 1244,13 1-1093,0 1 0,1-1 0,-1 1 0,0 0-1,0 0 1,0 0 0,0 1 0,0-1 0,0 1 0,-8 1 0,11-1-85,-7 21-149,8-4-28,-1 3 0,1-1 0,2 1 0,4 23 0,2 21 0,-2-43 0,-3-13 0,-1 1 0,1-1 0,-2 1 0,2 15 0,-3-21 0,1 1 0,0-1 0,-1 1 0,1 0 0,0-1 0,1 0 0,1 4 0,-2-4 0,0 1 0,1-1 0,-1 0 0,0 1 0,-1-1 0,1 1 0,0 3 0,-1-6-19,0 0 0,0-1 0,1 1 1,-1 0-1,0 0 0,1 0 0,-1 0 0,0 0 0,1-1 1,-1 1-1,1 0 0,0 0 0,-1-1 0,1 1 0,-1 0 0,1-1 1,1 2-1,-1-2-17,-1 1 0,1-1 0,-1 0 0,1 1 0,0 0 0,-1-1 0,0 1 0,1-1 0,-1 1 0,1 0 0,-1-1 0,0 1 0,1 0 0,-1-1 0,0 1 0,1 1 0,-1-1-796,5-9-8247,5-10 4148,-9 15 4201,-1 0 0,1 0 0,-1 1 0,0-1 0,0 0 0,0 0 0,0 0 0,-1 0 0,1 1 1,-1-1-1,1 0 0,-1 0 0,0 1 0,0-1 0,-3-3 0,3 1-744,-6-5-1579</inkml:trace>
</inkml:ink>
</file>

<file path=ppt/ink/ink2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45.666"/>
    </inkml:context>
    <inkml:brush xml:id="br0">
      <inkml:brushProperty name="width" value="0.035" units="cm"/>
      <inkml:brushProperty name="height" value="0.035" units="cm"/>
      <inkml:brushProperty name="color" value="#FF0066"/>
    </inkml:brush>
  </inkml:definitions>
  <inkml:trace contextRef="#ctx0" brushRef="#br0">33 219 1120,'-24'-5'7642,"15"-1"-1561,142 0-4850,-66-3-1167,-48 8-85,0-1 0,31-7 0,6-1-173,-42 8 111,-1-1 1,0 0-1,0-1 1,-1-1-1,1 0 1,-1 0-1,14-9 1,-23 12 106,-1 0 1,1 1-1,-1-1 1,0 0-1,0 0 1,1 0-1,-2-1 1,1 1-1,0 0 1,0-1-1,-1 1 1,1-1-1,-1 1 1,0-1-1,0 0 1,0 0-1,0 0 1,0 1-1,-1-1 1,1 0-1,-1 0 1,0 0-1,0-3 1,-8-27 2634,8 28-2388,0 5-81,0-1 0,0 1-1,0-1 1,1 1 0,-1-1-1,0 1 1,0-1 0,0 1-1,0-1 1,0 1 0,0-1-1,0 1 1,0 0 0,0-1-1,0 1 1,0-1 0,-1 1-1,1-1 1,0 1 0,0-1-1,0 1 1,-1-1 0,1 1-1,0 0 1,0-1-1,-1 1 1,1 0 0,0-1-1,-1 1 1,1 0 0,0-1-1,-1 1 1,1 0 0,-1-1-1,1 1 1,0 0 0,-1 0-1,1 0 1,-1-1 0,-8-4 6248,10 5-6438,0 1 1,-1-1-1,1 0 0,0 1 0,0-1 0,-1 1 0,1-1 0,-1 0 1,1 1-1,0 0 0,-1-1 0,1 1 0,-1-1 0,1 1 0,-1 0 1,1-1-1,-1 1 0,0 0 0,1-1 0,-1 1 0,0 1 0,5 6 0,-2-3 0,0 0 0,-1-1 0,0 1 0,0 0 0,3 11 0,-3-10 0,0 1 0,1 0 0,5 11 0,26 35 0,-26-37 0,-7-15 0,0 1 0,-1 0 0,1-1 0,0 1 0,0-1 0,0 1 0,0-1 0,0 0 0,0 1 0,1-1 0,-1 0 0,0 0 0,3 2 0,-1 0 0,-2-2 0,-1 0 0,1-1 0,0 1 0,-1-1 0,1 1 0,-1 0 0,1-1 0,0 0 0,0 1 0,-1-1 0,1 1 0,0-1 0,0 0 0,-1 1 0,1-1 0,2 0 0,-1 1 0,0-1 0,0 1 0,0-1 0,0 0 0,0 0 0,1 0 0,-1 0 0,0 0 0,0 0 0,0 0 0,0-1 0,0 1 0,0-1 0,0 0 0,0 1 0,0-1 0,0 0 0,3-2 0,0-1 0,0-1 0,0 0 0,0 0 0,-1 0 0,5-7 0,0 1 0,14-30 0,-11 7 0,-10 28 0,-1-1 0,1 1 0,-1-1 0,0 1 0,-1-1 0,0 1 0,0-12 0,0 4 0,0 10 0,-2 8 0,-11 9 0,13-12 0,0-1 0,0 0 0,-1 0 0,1 0 0,0 0 0,0 1 0,0-1 0,-1 0 0,1 0 0,0 1 0,0-1 0,0 0 0,0 0 0,0 1 0,0-1 0,-1 0 0,1 1 0,0-1 0,0 0 0,0 0 0,0 1 0,0-1 0,0 0 0,0 1 0,0-1 0,0 0 0,0 0 0,1 1 0,-1-1 0,0 5 0,0 230-140,0-234 37,0 0-1,-1-1 1,1 1 0,0 0-1,0-1 1,0 1 0,-1 0-1,1-1 1,0 1 0,-1 0 0,1-1-1,0 1 1,-1-1 0,1 1-1,-1 0 1,1-1 0,-1 1-1,1-1 1,-1 0 0,-1 2-1,-3 3-1802,2 2-3316</inkml:trace>
</inkml:ink>
</file>

<file path=ppt/ink/ink2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46.011"/>
    </inkml:context>
    <inkml:brush xml:id="br0">
      <inkml:brushProperty name="width" value="0.035" units="cm"/>
      <inkml:brushProperty name="height" value="0.035" units="cm"/>
      <inkml:brushProperty name="color" value="#FF0066"/>
    </inkml:brush>
  </inkml:definitions>
  <inkml:trace contextRef="#ctx0" brushRef="#br0">53 0 2585,'-11'6'5032,"7"-4"-4395,1 0 0,-1 0 0,1 0 0,0 0 0,0 0-1,-1 0 1,-3 5 0,2 5 480,5-11-1059,-1 0 1,1-1 0,-1 1-1,1 0 1,-1-1-1,1 1 1,0 0 0,-1 0-1,1-1 1,0 1 0,-1 0-1,1 0 1,0 0-1,0 0 1,0-1 0,0 1-1,0 0 1,0 0-1,0 0 1,0 0 0,0-1-1,0 1 1,1 0 0,-1 0-1,0 0 1,1-1-1,-1 1 1,1 1 0,0 0-42,1-1 0,-1 1-1,1-1 1,-1 0 0,1 0 0,0 1 0,0-1 0,-1 0 0,1-1 0,0 1 0,0 0 0,0 0 0,0-1 0,0 1 0,0-1-1,0 0 1,0 1 0,0-1 0,0 0 0,0 0 0,0 0 0,0-1 0,0 1 0,0 0 0,0-1 0,0 0 0,0 1 0,3-2-1,1 0 5,-5 2-17,0 0 1,0 0 0,0 0 0,0 0 0,0-1 0,0 1-1,0 0 1,0 0 0,0-1 0,0 1 0,0-1-1,0 1 1,-1-1 0,1 1 0,0-1 0,0 0 0,0 1-1,-1-1 1,1 0 0,1-1 0,6-19 290,-8 20-274,0 1 0,0-1 0,0 0 0,0 0 0,0 1 0,-1-1 1,1 0-1,0 1 0,0-1 0,-1 0 0,1 0 0,0 1 0,-1-1 1,1 1-1,-1-1 0,1 0 0,-1 1 0,1-1 0,-1 1 0,1-1 0,-1 1 1,0-1-1,1 1 0,-1 0 0,1-1 0,-1 1 0,0 0 0,0-1 1,1 1-1,-1 0 0,0 0 0,1 0 0,-1-1 0,-1 1 1,-31 1-570,17 0-971,15-1 278,-15 0-6516,15-5 3982</inkml:trace>
</inkml:ink>
</file>

<file path=ppt/ink/ink2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54.749"/>
    </inkml:context>
    <inkml:brush xml:id="br0">
      <inkml:brushProperty name="width" value="0.035" units="cm"/>
      <inkml:brushProperty name="height" value="0.035" units="cm"/>
      <inkml:brushProperty name="color" value="#FF0066"/>
    </inkml:brush>
  </inkml:definitions>
  <inkml:trace contextRef="#ctx0" brushRef="#br0">228 105 56,'-9'0'1702,"0"-1"-1,1 0 1,-13-3-1,7 1-843,-5 1 233,-9-2 274,18 0-759,1 1 1,-1 0 0,0 1 0,0 0-1,0 1 1,-18 0 0,-3-4 2155,31 4-2403,0 1 0,0-1 0,-1 1 0,1-1 1,0 1-1,0-1 0,0 1 0,0-1 0,0 0 0,0 1 0,0-1 0,0 1 0,0-1 0,0 1 1,0-1-1,0 1 0,0-1 0,0 1 0,1-2 0,-1-1 241,16-5-239,-1 0 0,1 1 1,0 1-1,0 1 0,1 0 1,0 1-1,-1 1 0,20-1 1,-10 2-296,0 1 1,0 1-1,0 1 1,47 9-1,-67-8-32,1 0-1,-1 0 0,1 1 0,-1 0 0,7 4 0,9 4 135,-19-9-134,0-1-1,-1 1 1,1 0-1,0 0 1,-1 0-1,1 0 1,-1 0-1,1 1 1,-1-1-1,0 1 1,0-1-1,0 1 1,-1 0-1,1 0 1,-1 0-1,1 0 1,-1 0-1,0 0 1,0 0-1,0 0 1,-1 1-1,1-1 1,-1 0-1,1 5 1,-1-4 2,0 1 1,0 0 0,-1-1-1,1 1 1,-1-1-1,0 1 1,0-1 0,0 1-1,-1-1 1,1 1-1,-1-1 1,0 0-1,-1 0 1,1 0 0,-6 6-1,-7 10 140,13-17-154,0 0-1,-1 0 1,1 0-1,-1 0 1,0 0-1,-3 2 1,-43 31 183,12-11-126,-35 34 1,70-57-77,-1-1 0,1 1 0,-1-1 0,1 1 0,-1-1 0,1 0 0,-5 1 0,5-1 11,0 0-1,0-1 0,-1 1 1,1 0-1,0 0 0,0 1 0,0-1 1,0 0-1,1 1 0,-4 2 1,5-4 12,-1 1-1,1-1 1,0 1 0,-1-1 0,1 1 0,0-1 0,-1 1 0,1-1 0,-1 0 0,1 1 0,0-1 0,-1 1-1,1-1 1,-1 0 0,1 0 0,-1 1 0,0-1 0,1 0 0,-1 0 0,1 0 0,-1 0 0,1 0 0,-1 1-1,0-1 1,1 0 0,-1 0 0,1 0 0,-1-1 0,1 1 0,-2 0 0,4-5 498,11-1-287,22-4-237,51-6 0,-14 4 0,80-25-8253,-128 29 5765,1-1-1,-1-1 1,44-26-1,-19 9-5056,-31 12 3379</inkml:trace>
</inkml:ink>
</file>

<file path=ppt/ink/ink2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55.065"/>
    </inkml:context>
    <inkml:brush xml:id="br0">
      <inkml:brushProperty name="width" value="0.035" units="cm"/>
      <inkml:brushProperty name="height" value="0.035" units="cm"/>
      <inkml:brushProperty name="color" value="#FF0066"/>
    </inkml:brush>
  </inkml:definitions>
  <inkml:trace contextRef="#ctx0" brushRef="#br0">175 32 3353,'-4'-1'1532,"-1"0"0,0 0 0,1 0 1,0-1-1,-1 1 0,1-1 0,0 0 1,0 0-1,0-1 0,-4-3 0,2 3 1981,-2-1 1144,-12 2-379,13 2-4166,4 1-112,0 0 0,0 0 0,1 0 0,-1 1 0,1-1 0,-1 1 0,1-1 0,-1 1 0,1 0 0,0 0 0,-1 0 0,1 0 0,0 0 0,1 1 0,-1-1 0,0 1 0,1-1 0,-1 1 0,1-1 0,0 1 0,0 0 0,-2 5 0,1 2 0,1 0 0,0 1 0,1-1 0,0 0 0,1 11 0,1 7 0,6 24 0,0 28 0,-16 30 0,8-109-340,0 1 0,0 0 1,0-1-1,-1 1 0,1-1 0,0 1 1,-1-1-1,1 1 0,-1-1 0,0 1 1,1-1-1,-1 0 0,0 1 0,0-1 1,0 0-1,0 0 0,0 1 0,0-1 1,0 0-1,0 0 0,-1 0 0,1 0 1,0-1-1,-1 1 0,1 0 0,0 0 1,-1-1-1,1 1 0,-1-1 0,1 1 1,-1-1-1,1 0 0,-1 1 0,0-1 0,1 0 1,-1 0-1,-2 0 0,12-11-7774,0-10 178,-8 11 4434</inkml:trace>
</inkml:ink>
</file>

<file path=ppt/ink/ink2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55.270"/>
    </inkml:context>
    <inkml:brush xml:id="br0">
      <inkml:brushProperty name="width" value="0.035" units="cm"/>
      <inkml:brushProperty name="height" value="0.035" units="cm"/>
      <inkml:brushProperty name="color" value="#FF0066"/>
    </inkml:brush>
  </inkml:definitions>
  <inkml:trace contextRef="#ctx0" brushRef="#br0">90 53 720,'-40'-26'6277,"-2"6"-533,35 14-1924,11 5-690,-3 1-2862,16 1 113,33 14-175,1 0-3011,-45-14 1690,1 0-1,0-1 1,0 1 0,0-1-1,0-1 1,-1 0-1,13-2 1,-10 2-846,8 0-1583</inkml:trace>
</inkml:ink>
</file>

<file path=ppt/ink/ink2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3:55.462"/>
    </inkml:context>
    <inkml:brush xml:id="br0">
      <inkml:brushProperty name="width" value="0.035" units="cm"/>
      <inkml:brushProperty name="height" value="0.035" units="cm"/>
      <inkml:brushProperty name="color" value="#FF0066"/>
    </inkml:brush>
  </inkml:definitions>
  <inkml:trace contextRef="#ctx0" brushRef="#br0">42 11 1400,'-15'-6'23363,"18"3"-21061,-2 2-3347,-8 0-1042,5 1 1352,-11 1-15428,4 4 11817</inkml:trace>
</inkml:ink>
</file>

<file path=ppt/ink/ink2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2.464"/>
    </inkml:context>
    <inkml:brush xml:id="br0">
      <inkml:brushProperty name="width" value="0.035" units="cm"/>
      <inkml:brushProperty name="height" value="0.035" units="cm"/>
      <inkml:brushProperty name="color" value="#FF0066"/>
    </inkml:brush>
  </inkml:definitions>
  <inkml:trace contextRef="#ctx0" brushRef="#br0">0 126 328,'51'-42'8493,"-35"21"-5916,-12 18-2021,0-1 0,0 1 0,0-1 0,-1 0 0,1 1 0,-1-2 0,0 1 0,3-7 0,3 6 508,-9 5-1008,0 0 0,1 0 0,-1 0-1,0 0 1,1 0 0,-1-1 0,0 1 0,0 0 0,1 0 0,-1 0 0,0 0 0,0 0 0,1 0 0,-1-1-1,0 1 1,0 0 0,1 0 0,-1 0 0,0-1 0,0 1 0,0 0 0,1 0 0,-1 0 0,0-1 0,0 1-1,0 0 1,0-1 0,0 1 0,0 0 0,1 0 0,-1-1 0,0 1 0,5-7 2219,-2 4 941,-10 2-1895,-3 11 2350,12-9-3661,11 8-1,-11-8 0,0 0-1,1 0 1,-1 0 0,0 0 0,0 1-1,0-1 1,-1 1 0,1 0-1,0 0 1,0-1 0,-1 1 0,0 0-1,1 0 1,1 3 0,1 0 8,0-1 0,0 0 0,1 0 0,0 0 1,0 0-1,0-1 0,6 3 0,-5-2-17,24 13 40,1-1-1,0-2 1,1-1 0,1-1-1,0-2 1,1-1 0,44 5-1,-8-6-18,111 0-1,-164-9 0,-1 0 0,0-2 0,0 1 1,17-6-1,-32 7-17,0 1 0,1 0-1,-1-1 1,0 1 0,0 0 0,0-1 0,0 1 0,0-1 0,0 0-1,0 1 1,0-1 0,0 0 0,0 0 0,-1 0 0,1 1 0,0-1-1,1-2 1,-2 3-2,0-1 0,0 0 0,0 1 0,0-1 0,0 0 0,0 0 0,0 1 0,0-1 0,0 0 0,0 1 0,0-1 0,0 0 0,-1 1 0,1-1 0,0 0-1,0 1 1,-1-1 0,1 1 0,0-1 0,-1 0 0,0 0 0,-3-4-3,-1 1 0,1-1 1,-1 1-1,0 0 0,-6-3 0,1 0-8,-2-1-17,1 1 1,-2 0 0,1 1 0,-1 1 0,1 0 0,-1 0 0,-17-2 0,2-2 17,22 7 1,0 0 0,0 1 0,0 0 1,0 0-1,-1 0 0,1 0 0,0 1 0,0 0 0,-1 1 0,1-1 0,-10 3 0,7-2 7,9-1 0,0 0 0,-1 0 0,1 0 1,0 0-1,-1 0 0,1 0 0,0 0 0,-1 0 1,1 0-1,0 0 0,0 0 0,-1 1 0,1-1 1,0 0-1,-1 0 0,1 0 0,0 0 0,0 0 0,-1 0 1,1 1-1,0-1 0,0 0 0,0 0 0,-1 1 1,1-1-1,0 0 0,0 0 0,0 0 0,-1 1 1,1-1-1,0 0 0,0 1 0,0-1 0,0 0 1,0 0-1,0 1 0,0-1 0,0 0 0,0 1 0,0-1 1,0 0-1,0 0 0,0 1 0,0-1 0,0 0 1,0 1-1,0-1 0,0 1 0,2 0 2,0 0 0,0 0-1,0 1 1,0-1 0,0 0 0,0-1-1,1 1 1,-1 0 0,0-1 0,0 1-1,4 0 1,-1 0 2,51 13 11,-39-10 5,-1 0-1,1 1 1,-1 0-1,-1 1 1,24 13-1,-18-8 5,-16-8-16,0 0 0,0 0 0,0 0 0,0 1 0,-1-1 1,1 1-1,-1 0 0,4 5 0,-6-7-8,0 0 0,0 1 0,0-1-1,0 1 1,0 0 0,-1-1 0,1 1 0,-1 0 0,0 0-1,1 0 1,-1 0 0,-1 0 0,1 0 0,0 0-1,-1 0 1,0 1 0,0-1 0,0 0 0,0 0-1,0 0 1,0 0 0,-1 0 0,0 1 0,1-1 0,-1 0-1,-3 5 1,1 0-184,-1 0 0,0 0 0,-1-1 0,-9 14 0,12-19-380,0-1 1,0 0-1,0 0 1,-1 0-1,1 0 1,0 0-1,0 0 1,-1 0-1,1 0 1,0-1-1,-1 0 1,1 1-1,0-1 0,-1 0 1,1 0-1,-1 0 1,1 0-1,0-1 1,-1 1-1,1-1 1,0 1-1,-1-1 1,-3-2-1,6 3 367,-1 0 0,1 0 1,0 0-1,0-1 0,0 1 0,0 0 0,-1 0 0,1-1 0,0 1 0,0 0 0,0 0 0,0 0 0,0-1 0,0 1 0,0 0 0,-1-1 0,1 1 0,0 0 0,0 0 0,0-1 0,0 1 0,0 0 0,0 0 0,0-1 0,0 1 0,1 0 0,-1 0 0,0-1 1,0 1-1,0 0 0,0 0 0,0-1 0,0 1 0,0 0 0,1 0 0,-1-1 0,0 1 0,6-7-3765,-6 7 3773,2-6-3162</inkml:trace>
</inkml:ink>
</file>

<file path=ppt/ink/ink2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3.692"/>
    </inkml:context>
    <inkml:brush xml:id="br0">
      <inkml:brushProperty name="width" value="0.035" units="cm"/>
      <inkml:brushProperty name="height" value="0.035" units="cm"/>
      <inkml:brushProperty name="color" value="#FF0066"/>
    </inkml:brush>
  </inkml:definitions>
  <inkml:trace contextRef="#ctx0" brushRef="#br0">209 38 1280,'-1'-15'7154,"-3"3"-4029,3 11-3008,1 1 0,-1-1-1,1 0 1,-1 1 0,1-1 0,-1 0 0,0 1 0,1-1-1,-1 1 1,0-1 0,1 1 0,-1-1 0,0 1 0,0 0 0,1-1-1,-1 1 1,0 0 0,0-1 0,0 1 0,0 0 0,1 0-1,-1 0 1,-2 0 0,2 0 586,-9 0 1291,0 1-1388,-1 0 1,1 0 0,0 2 0,0-1-1,0 1 1,-12 6 0,-11 2 891,29-10-1365,1 1 0,0-1 1,-1 1-1,1 0 0,0 0 0,0 0 0,0 0 1,0 0-1,0 1 0,0-1 0,1 1 0,-1 0 1,1-1-1,0 1 0,0 0 0,0 1 0,0-1 1,1 0-1,-3 5 0,4-6-108,-1 0-1,1 0 1,-1 0 0,1 1 0,0-1-1,0 0 1,0 0 0,0 0-1,0 0 1,0 0 0,1 0-1,-1 0 1,0 0 0,1 0-1,0 0 1,0 0 0,0 0-1,-1 0 1,2 0 0,-1 0-1,0 0 1,0-1 0,0 1-1,1-1 1,-1 1 0,1-1 0,0 1-1,-1-1 1,1 0 0,0 0-1,0 1 1,-1-2 0,5 3-1,33 13 311,61 17-1,-55-19-243,39 7-17,-33-9-55,-35-9-18,-2 1 1,1 0-1,22 10 0,-8 0 3,-17-9 1,0 1 1,-1 0 0,0 0 0,0 1 0,13 11-1,-22-17-5,-1 0 0,0 0-1,0 0 1,0 0-1,0 0 1,0 0-1,0 0 1,-1 1-1,1-1 1,0 0-1,0 0 1,-1 1 0,1-1-1,-1 1 1,1-1-1,-1 0 1,0 1-1,0-1 1,1 1-1,-1-1 1,0 1 0,0-1-1,0 0 1,-1 4-1,0-3 0,0 0 1,0 0-1,-1 0 0,1 0 0,0 0 0,-1 0 1,1 0-1,-1-1 0,0 1 0,0 0 0,1-1 1,-1 0-1,-4 3 0,-3 1 7,0-1-1,0 0 1,0 0 0,-1-1-1,1-1 1,-15 3 0,2-2 6,1-1 0,-1-1 0,1-1 0,-29-3 0,41 2-8,1-1-1,0 0 1,-1 0 0,1-1-1,0 0 1,0-1 0,1 0 0,-1 0-1,1 0 1,0-1 0,0 0-1,0 0 1,-8-10 0,12 13-4,1-2 0,-1 1 0,1 0 0,0 0-1,0-1 1,0 1 0,1-1 0,-1 0 0,1 1 0,0-1 0,0 0 0,0 0 0,0 0 0,1 0 0,-1 0 0,1 0 0,0 0 0,1 1-1,-1-1 1,1 0 0,-1 0 0,1 0 0,0 0 0,0 0 0,1 1 0,-1-1 0,1 0 0,0 1 0,0 0 0,0-1 0,0 1-1,1 0 1,0 0 0,-1 0 0,5-3 0,-4 3 3,-1 1 1,0-1-1,1 0 0,-1 0 0,0 0 1,2-5-1,10-15 6,-11 19-9,-1 0-1,0 0 1,0 0 0,0 0-1,0-1 1,-1 1 0,0 0-1,0-1 1,0 0 0,-1 1-1,1-1 1,-1 1 0,0-1-1,-1-5 1,1 9 0,0 0 0,0 0-1,0 0 1,0 0 0,-1 1 0,1-1 0,0 0-1,-1 0 1,1 0 0,-1 1 0,1-1 0,0 0-1,-1 1 1,0-1 0,1 0 0,-1 1 0,1-1-1,-1 1 1,-1-2 0,2 2 0,-1 0-1,1-1 1,-1 1 0,0-1-1,1 0 1,-1 1 0,1-1 0,-1 1-1,1-1 1,0 0 0,-1 1-1,1-1 1,0 0 0,-1 0-1,1 1 1,0-1 0,-1-1 0,-7-9-15,1 6 7,0-3 320,-2-6-2799,9 14 2237,1-1 1,-1 0-1,0 0 1,1 0-1,-1 0 1,1 1-1,-1-1 1,1 0-1,-1 0 1,1 1-1,0-1 1,-1 0-1,1 1 1,0-1-1,-1 1 1,1-1-1,0 1 0,0-1 1,-1 1-1,2-1 1,0 0-238,1 1 0,-1-1 0,0 1 0,0-1 0,1 1 0,-1 0 0,0 0 0,1 0 0,-1 0 0,0 0 0,5 1 0,6 0-1637,29-1-3866,-27 0 3150</inkml:trace>
</inkml:ink>
</file>

<file path=ppt/ink/ink2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4.265"/>
    </inkml:context>
    <inkml:brush xml:id="br0">
      <inkml:brushProperty name="width" value="0.035" units="cm"/>
      <inkml:brushProperty name="height" value="0.035" units="cm"/>
      <inkml:brushProperty name="color" value="#FF0066"/>
    </inkml:brush>
  </inkml:definitions>
  <inkml:trace contextRef="#ctx0" brushRef="#br0">12 48 448,'-11'-16'21235,"24"16"-18689,-6 0-1484,-6 0-847,1-1-1,0 1 0,-1 0 0,1 0 0,0 0 0,-1 0 0,1 1 0,-1-1 0,1 0 1,0 1-1,-1-1 0,1 1 0,-1-1 0,1 1 0,-1 0 0,1-1 0,-1 1 0,1 0 1,-1 0-1,3 3 0,8 5 766,-11-8-905,0-1 0,0 1 0,0-1 0,0 1 0,0-1-1,0 1 1,0 0 0,0 0 0,0 0 0,-1-1 0,1 1 0,1 2-1,8 8 471,-9-10-520,0-1-1,0 1 1,0 0 0,0 0 0,0 0 0,0 0 0,0 0-1,-1 0 1,1 0 0,0 0 0,-1 0 0,1 0 0,-1 0-1,1 1 1,-1-1 0,1 0 0,-1 0 0,0 3 0,1 0-24,0 0 0,0 0 1,0-1-1,0 1 0,1 0 0,0-1 1,-1 1-1,6 6 0,18 26-3,-16-25 2,-6-6 0,1 0 0,0 0 0,0 0 0,0-1 0,1 0 0,-1 0 0,1 0 0,0 0 0,9 4 0,-3-1 0,-9-6 0,0 0 0,0 0 0,0 0 0,0 0 0,0 0 0,0 0 0,0-1 0,0 1 0,0-1 0,0 1 0,0-1 0,0 0 0,2 0 0,0 0 0,-1 0 0,0 0 0,0 0 0,0-1 0,0 1 0,0-1 0,0 0 0,0 0 0,-1 0 0,1 0 0,0 0 0,0-1 0,-1 1 0,1-1 0,-1 0 0,1 0 0,-1 0 0,0 0 0,4-4 0,2-3 0,-6 7 0,-1 1 0,1-1 0,-1 1 0,0-1 0,0 0 0,0 0 0,0 1 0,0-1 0,0 0 0,0 0 0,0 0 0,-1 0 0,1 0 0,-1 0 0,1 0 0,-1 0 0,0 0 0,0-4 0,0-4 0,1 4 0,-1 0 0,0 0 0,0 0 0,-1 0 0,0 0 0,0 0 0,0 0 0,0 1 0,-1-1 0,0 0 0,0 1 0,-5-8 0,-2-3 0,6 12 0,1-1 0,-1 1 0,0 0 0,0 0 0,0 0 0,-4-4 0,-12-16 0,11 19 0,8 4 0,0 1 0,0 0 0,-1 0 0,1 0 0,0 0 0,0 0 0,0 0 0,0 0 0,0 0 0,-1 0 0,1-1 0,0 1 0,0 0 0,0 0 0,-1 0 0,1 0 0,0 0 0,0 0 0,0 0 0,0 0 0,-1 0 0,1 0 0,0 0 0,0 1 0,0-1 0,0 0 0,-1 0 0,1 0 0,0 0 0,0 0 0,0 0 0,0 0 0,-1 0 0,1 0 0,0 1 0,0-1 0,0 0 0,0 0 0,0 0 0,0 0 0,0 0 0,-1 1 0,1-1 0,0 0 0,0 0 0,0 0 0,0 0 0,0 1 0,0-1 0,0 0 0,0 0 0,0 0 0,0 1 0,0-1 0,0 0 0,0 6 0,0-2 0,1 1 0,0-1 0,-1 0 0,1 0 0,1 0 0,-1 0 0,0 0 0,1 0 0,0 0 0,4 6 0,30 36 0,-20-28 0,3 7 0,-4-8 0,0 0 0,-2 2 0,0 0 0,-1 0 0,17 39 0,-12-23-468,-13-31 286,-1 1-1,-1 0 1,1 0 0,-1 0 0,0 0 0,0 0-1,0 1 1,-1-1 0,1 1 0,0 7-1,-2-11-189,0 0 0,0 0 0,0-1 0,1 1 0,-1 0 0,1 0 0,0-1 0,-1 1 0,1 0 0,0-1 0,0 1 0,0-1 0,0 1 0,0-1 0,0 1 0,0-1 0,1 0 0,-1 0 0,0 0 0,1 1 0,-1-1 0,3 1 0,-2-1-539,0 0 1,1 0-1,-1 0 1,0 0-1,1-1 1,-1 1-1,0 0 1,1-1 0,-1 0-1,1 0 1,-1 0-1,1 0 1,-1 0-1,1 0 1,-1 0-1,5-2 1,1-2-3190</inkml:trace>
</inkml:ink>
</file>

<file path=ppt/ink/ink2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4.692"/>
    </inkml:context>
    <inkml:brush xml:id="br0">
      <inkml:brushProperty name="width" value="0.035" units="cm"/>
      <inkml:brushProperty name="height" value="0.035" units="cm"/>
      <inkml:brushProperty name="color" value="#FF0066"/>
    </inkml:brush>
  </inkml:definitions>
  <inkml:trace contextRef="#ctx0" brushRef="#br0">212 9 256,'-17'-6'6329,"-3"5"-3444,16 0-2420,0 1 0,0 0 0,0 0 0,0 0 0,0 0 0,-8 2 0,-4 1 1339,15-3-1727,0 0 0,-1 0 0,1 0 0,0 0 0,0 0 0,0 1 0,0-1 1,-1 0-1,1 1 0,0-1 0,0 1 0,0-1 0,0 1 0,0 0 0,0-1 0,-1 2 0,2-1 321,1 15 65,5-16-454,-9 1 60,1-1-59,1 0-1,-1 0 0,1 0 1,-1-1-1,1 1 0,-1-1 1,1 1-1,-1-1 0,1 1 1,0-1-1,-2-1 0,-1 1-9,1 0 1,-1 0-1,1 0 0,-1 0 0,1 1 0,-1-1 0,1 1 0,-1 0 0,1 0 1,-1 1-1,0-1 0,1 1 0,-5 0 0,-8 1 22,-1 4-8,17-6-13,0 0-1,1 0 1,-1 0 0,0 0-1,0 0 1,1 0 0,-1 1-1,0-1 1,0 0-1,0 0 1,1 0 0,-1 0-1,0 0 1,0 0 0,0 0-1,1 1 1,-1-1-1,0 0 1,0 0 0,0 0-1,0 1 1,1-1 0,-1 0-1,0 0 1,0 0-1,0 1 1,0-1 0,0 0-1,0 0 1,0 0 0,0 1-1,0-1 1,0 0 0,0 0-1,0 1 1,0-1-1,0 0 1,0 0 0,0 1-1,0-1 1,0 0 0,0 0-1,0 1 1,0-1-1,0 0 1,0 0 0,0 0-1,0 1 1,-1-1 0,1 0-1,0 0 1,0 0-1,0 1 1,0-1 0,0 0-1,-1 0 1,1 0 0,0 0-1,0 0 1,0 1-1,-1-1 1,1 0 0,0 0-1,-1 0 1,52 11-1,-48-11-259,1 1 0,0-1 0,-1 0 1,1 0-1,-1 0 0,1 0 0,-1-1 0,1 1 0,-1-1 1,1 0-1,6-3 0,2 1-2149,-11 3 2247,-1 0 0,1 0 0,-1 0 0,1 0 0,-1 0 0,1 0 0,-1 0 0,1 0 0,-1 0 0,1-1 0,-1 1 0,1 0 0,-1 0 0,1 0 0,-1-1 0,1 1 0,-1 0 0,1-1 0,-1 1 0,0 0 0,1-1 0,-1 1 0,0 0 0,1-1 0,-1 1 0,0-1 0,1 1 0,-1 0 0,0-1 0,0 1 0,1-1 0,-1 1 0,0-1 0,0 1 0,0-1 0,0 1 0,0-1 0,0 0 0,0 1 0,0-1 0,0-5-2949</inkml:trace>
</inkml:ink>
</file>

<file path=ppt/ink/ink2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5.210"/>
    </inkml:context>
    <inkml:brush xml:id="br0">
      <inkml:brushProperty name="width" value="0.035" units="cm"/>
      <inkml:brushProperty name="height" value="0.035" units="cm"/>
      <inkml:brushProperty name="color" value="#FF0066"/>
    </inkml:brush>
  </inkml:definitions>
  <inkml:trace contextRef="#ctx0" brushRef="#br0">243 1 2857,'-93'0'12958,"86"1"-12156,0 0 0,-1 0 0,1 1 0,-8 3-1,-6 2 770,17-6-1282,1 0 1,0 1-1,0 0 0,1 0 0,-1 0 1,0 0-1,1 0 0,-1 0 0,1 1 1,-1-1-1,1 1 0,0 0 0,0-1 1,0 1-1,1 0 0,-1 0 0,-1 6 1,-22 48 1946,22-49-2088,1 1-1,1 0 0,0-1 1,0 1-1,0 0 0,1 0 1,1 0-1,-1 0 0,2 0 1,-1 0-1,5 14 1,2 8 50,-7-26-177,0 0 0,1 1 0,-1-1 1,1 0-1,0 0 0,0-1 0,6 10 1,-2-6-91,1 1 0,0-1 0,0-1 1,1 1-1,0-1 0,1 0 1,0-1-1,0 0 0,0-1 0,0 1 1,1-2-1,0 1 0,0-2 1,0 1-1,1-1 0,-1-1 0,1 0 1,-1 0-1,1-1 0,0 0 0,0-1 1,-1 0-1,1-1 0,0 0 1,0-1-1,-1 0 0,1-1 0,-1 0 1,0-1-1,0 0 0,17-9 0,-25 12 3,0 0 0,-1 0-1,1 0 1,0 0-1,-1-1 1,1 1 0,-1-1-1,0 1 1,1-1-1,-1 1 1,0-1 0,0 0-1,0 0 1,0 1-1,0-1 1,0 0-1,0 0 1,-1 0 0,1 0-1,-1 0 1,0 0-1,1 0 1,-1 0 0,0 0-1,0 0 1,-1-3-1,1 2 30,-1 0-1,0 0 1,0 0-1,0 1 0,0-1 1,-1 0-1,1 1 1,-1-1-1,0 1 0,0-1 1,0 1-1,0 0 1,0 0-1,0 0 0,0 0 1,-1 0-1,-2-1 1,-6-4 8,0 0 1,-1 1 0,0 0 0,0 1-1,0 0 1,-1 1 0,1 1 0,-1 0-1,0 0 1,0 2 0,0-1 0,0 2-1,-1-1 1,1 2 0,-25 4 0,10 0-189,20-3 40,0 0 0,0 0 0,0 0 0,-9 5 0,-40 15-6271,60-21 5338,-1 0-1,1 0 1,0 0 0,0-1-1,0 1 1,0-1-1,0 0 1,1 0 0,-1 0-1,0 0 1,3-1 0,-5-3-2390</inkml:trace>
</inkml:ink>
</file>

<file path=ppt/ink/ink2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5.547"/>
    </inkml:context>
    <inkml:brush xml:id="br0">
      <inkml:brushProperty name="width" value="0.035" units="cm"/>
      <inkml:brushProperty name="height" value="0.035" units="cm"/>
      <inkml:brushProperty name="color" value="#FF0066"/>
    </inkml:brush>
  </inkml:definitions>
  <inkml:trace contextRef="#ctx0" brushRef="#br0">116 11 3305,'-5'0'1253,"1"0"1,-1 0-1,0 0 1,1-1-1,-1 0 1,0 0-1,1 0 0,-1 0 1,-5-3-1,10 3-1009,0 1 0,-1 0 0,1 0 0,0 0 0,-1 0 0,1-1 0,0 1 0,-1 0 0,1 0 0,-1 0 0,1 0 0,0 0 0,-1 0 0,1 0 0,-1 0 0,1 0 0,0 0 0,-1 0 0,1 0 0,-1 1 0,1-1 0,0 0 0,-1 0 0,1 0 0,0 0 0,-1 1 0,1-1 0,0 0 0,-1 0 0,1 1 0,0-1 0,0 0 0,-1 0 0,1 1 0,0-1 0,0 0 0,-1 1 0,1-1 0,0 0 0,0 1 0,0-1-1,0 1 1,-1 0 0,-6 29 3276,5 46-3375,2-69 423,0 6-519,0 23 54,-7 62-1,-2-20-67,5-34-200,4-35-300,0-1 0,-1 1 0,0-1 0,-4 14 0,-9 9-5231,17-23 1395</inkml:trace>
</inkml:ink>
</file>

<file path=ppt/ink/ink2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5.697"/>
    </inkml:context>
    <inkml:brush xml:id="br0">
      <inkml:brushProperty name="width" value="0.035" units="cm"/>
      <inkml:brushProperty name="height" value="0.035" units="cm"/>
      <inkml:brushProperty name="color" value="#FF0066"/>
    </inkml:brush>
  </inkml:definitions>
  <inkml:trace contextRef="#ctx0" brushRef="#br0">18 42 208,'-2'0'394,"1"-1"0,0 0 0,0 0 0,0 0 0,0 1 0,0-1 0,0 0 0,0 0 0,0 0-1,0-1 1,0 1 0,1 0 0,-1 0 0,0 0 0,1-1 0,-1 1 0,1 0 0,-1-1 0,1 1 0,0 0 0,-1-1 0,1 1 0,0-1 0,0 1 0,0 0 0,0-1 0,0 1-1,1-2 1,-1-3 55,25 5 135,-3 3-1968,36 6 0,-22-3-2336,-18-4 600</inkml:trace>
</inkml:ink>
</file>

<file path=ppt/ink/ink2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5.896"/>
    </inkml:context>
    <inkml:brush xml:id="br0">
      <inkml:brushProperty name="width" value="0.035" units="cm"/>
      <inkml:brushProperty name="height" value="0.035" units="cm"/>
      <inkml:brushProperty name="color" value="#FF0066"/>
    </inkml:brush>
  </inkml:definitions>
  <inkml:trace contextRef="#ctx0" brushRef="#br0">1 32 264,'0'0'2953,"0"-10"4639,1-1-5804,1 11-1653,2 0-1817,-3-6-4512,-1 2 3050</inkml:trace>
</inkml:ink>
</file>

<file path=ppt/ink/ink2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6.179"/>
    </inkml:context>
    <inkml:brush xml:id="br0">
      <inkml:brushProperty name="width" value="0.035" units="cm"/>
      <inkml:brushProperty name="height" value="0.035" units="cm"/>
      <inkml:brushProperty name="color" value="#FF0066"/>
    </inkml:brush>
  </inkml:definitions>
  <inkml:trace contextRef="#ctx0" brushRef="#br0">34 17 1536,'0'-1'380,"0"0"0,-1 1 0,1-1 0,0 0-1,0 1 1,-1-1 0,1 1 0,0-1 0,-1 0 0,1 1-1,-1-1 1,1 1 0,-1-1 0,1 1 0,-1 0-1,1-1 1,-1 1 0,0-1 0,1 1 0,-1 0 0,-1-1-1,-11-3 2166,12 4-1638,1 4-864,1 6 419,6-8-3465,-15-13-3166,0 6 3020</inkml:trace>
</inkml:ink>
</file>

<file path=ppt/ink/ink2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8.115"/>
    </inkml:context>
    <inkml:brush xml:id="br0">
      <inkml:brushProperty name="width" value="0.035" units="cm"/>
      <inkml:brushProperty name="height" value="0.035" units="cm"/>
      <inkml:brushProperty name="color" value="#FF0066"/>
    </inkml:brush>
  </inkml:definitions>
  <inkml:trace contextRef="#ctx0" brushRef="#br0">50 17 1096,'0'0'182,"0"0"1,0-1-1,-1 1 0,1 0 0,0-1 0,0 1 1,0 0-1,0-1 0,-1 1 0,1 0 0,0-1 0,0 1 1,-1 0-1,1-1 0,0 1 0,-1 0 0,1 0 1,0 0-1,-1-1 0,1 1 0,0 0 0,-1 0 0,1 0 1,0 0-1,-1-1 0,1 1 0,0 0 0,-1 0 1,0 0-1,-17-2 4870,3 1 3393,14 18 780,0-17-9202,1 0 1,-1 0 0,1 0 0,0 0 0,-1 1 0,1-1-1,0 0 1,-1 0 0,1 1 0,0-1 0,0 0 0,-1 0-1,1 1 1,0-1 0,0 0 0,-1 1 0,1-1 0,0 0-1,0 1 1,0-1 0,0 1 0,-1-1 0,1 0 0,0 1-1,0-1 1,0 1 0,0-1 0,0 0 0,0 1 0,0-1-1,0 1 1,11 8 1149,19 1 375,422 51-1548,-341-47 0,55 0 0,-157-13 0,-1-1 0,1 0 0,0 0 0,8-2 0,15-1 0,-32 3 0,0 0 0,1 0 0,-1 0 0,0 0 0,1 0 0,-1 0 0,0 0 0,1 0 0,-1 0 0,0 0 0,1 0 0,-1 0 0,0 0 0,1 0 0,-1 0 0,0 0 0,0 0 0,1 0 0,-1-1 0,0 1 0,1 0 0,-1 0 0,0 0 0,0-1 0,0 1 0,1 0 0,-1 0 0,0-1 0,0 1 0,0 0 0,1 0 0,-1-1 0,0 1 0,0 0 0,0 0 0,0-1 0,0 1 0,0 0 0,0-1 0,0 1 0,0 0 0,1-1 0,-1 1 0,0 0 0,-1-1 0,1 1 0,0 0 0,0-1 0,-8-11 0,-5 6 0,-1 0 0,0 1 0,0 1 0,-22-5 0,11 3 0,-52-14 0,-82-24 0,139 40 0,16 4 0,1-1 0,-1 1 0,0-1 0,0 0 0,1-1 0,-1 1 0,1-1 0,-5-2 0,56 10 0,-39-3 0,2 0 0,-1 0 0,-1 1 0,20 9 0,-3 1 0,-21-13 0,-1 1 0,1 1 0,-1-1 0,0 1 0,0-1 0,0 1 0,5 5 0,-3-3 0,-1 0 0,0 0 0,-1 1 0,1-1 0,-1 1 0,0 0 0,0 1 0,-1-1 0,0 1 0,5 13 0,-6-14 0,-1 1 0,0 0 0,0 0 0,0 0 0,0 0 0,-1 0 0,0 0 0,-1 0 0,0 0 0,0 0 0,-3 11 0,-1-2-232,2-8-289,1 0 0,0 1 0,-2 12 0,0-11-2771,1-5 53,12-3-4390,-9-2 7394,0 0 0,0 0 0,1 0 0,-1 0 0,0 0 0,0 0 0,0 0 0,1 0 0,-1 0 0,0 0 0,0 0 0,1 0 0,-1 0 0,0 0 0,0-1 0,1 1-1,-1 0 1,0 0 0,0 0 0,0 0 0,1 0 0,0-3-3291,0 3 3291,-1-1 0</inkml:trace>
</inkml:ink>
</file>

<file path=ppt/ink/ink2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8.466"/>
    </inkml:context>
    <inkml:brush xml:id="br0">
      <inkml:brushProperty name="width" value="0.035" units="cm"/>
      <inkml:brushProperty name="height" value="0.035" units="cm"/>
      <inkml:brushProperty name="color" value="#FF0066"/>
    </inkml:brush>
  </inkml:definitions>
  <inkml:trace contextRef="#ctx0" brushRef="#br0">1 26 1424,'8'-26'25024,"-8"27"-24907,0-1 0,0 1 0,-1-1 0,1 1 0,0-1 0,0 1 0,0-1 0,0 1 0,0-1 0,0 1 0,0-1 0,0 1 0,0 0 0,0-1 0,0 1 0,0-1 0,1 1 0,-1-1 0,0 1 0,0-1 0,0 1 0,1-1 0,-1 1 0,1-1 0,4 13 688,1-1-516,0-1-1,0 0 0,1 0 1,10 11-1,-9-12-59,0 1 1,-1 0-1,0 0 1,6 16-1,-8-16-229,-1 0 0,0 0 0,-1 1 0,0-1 0,-1 1 0,0 0 0,-1 0 0,-1 0 0,0 0 0,0 0 0,-1 0 0,-3 15 0,0 12 28,3-30-65,0 0 0,0-1 0,-4 16 0,5-22-253,-8 19-1128,7-20 1113,1 0 0,0 0 1,-1 0-1,1-1 1,-1 1-1,1 0 1,-1 0-1,1-1 1,-1 1-1,0 0 1,1-1-1,-1 1 0,0 0 1,1-1-1,-1 1 1,0-1-1,0 0 1,1 1-1,-1-1 1,0 1-1,-1-1 1,2-18-12041,0 14 10616,-2-10-2657,-5 3-17</inkml:trace>
</inkml:ink>
</file>

<file path=ppt/ink/ink2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8.676"/>
    </inkml:context>
    <inkml:brush xml:id="br0">
      <inkml:brushProperty name="width" value="0.035" units="cm"/>
      <inkml:brushProperty name="height" value="0.035" units="cm"/>
      <inkml:brushProperty name="color" value="#FF0066"/>
    </inkml:brush>
  </inkml:definitions>
  <inkml:trace contextRef="#ctx0" brushRef="#br0">86 184 1504,'-6'-4'1791,"0"1"1,-1 1-1,1-1 0,-13-2 0,13 4-726,0-1-1,0 0 1,0 0 0,-8-5-1,14 7-987,-1 0-1,1 0 0,0-1 0,0 1 1,-1 0-1,1 0 0,0 0 1,0 0-1,0-1 0,0 1 0,0 0 1,-1 0-1,1-1 0,0 1 0,0 0 1,0 0-1,0-1 0,0 1 0,0 0 1,0 0-1,0-1 0,0 1 1,0 0-1,0 0 0,0-1 0,0 1 1,0 0-1,0 0 0,0-1 0,0 1 1,0 0-1,0-1 0,0 1 1,0 0-1,0 0 0,1 0 0,-1-1 1,0 1-1,0 0 0,0 0 0,0-1 1,1 1-1,-1 0 0,0 0 0,0 0 1,0 0-1,1 0 0,-1-1 1,0 1-1,0 0 0,1 0 0,-1 0 1,0 0-1,0 0 0,1 0 0,-1 0 1,12-6 723,23-6-307,1 1-1,1 2 1,62-8-1,-20 4-365,49-2-64,-21 3-202,11-3-2049,-27-1-3739,-74 13 3832,10-5-4135,-11 3 2487</inkml:trace>
</inkml:ink>
</file>

<file path=ppt/ink/ink2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9.178"/>
    </inkml:context>
    <inkml:brush xml:id="br0">
      <inkml:brushProperty name="width" value="0.035" units="cm"/>
      <inkml:brushProperty name="height" value="0.035" units="cm"/>
      <inkml:brushProperty name="color" value="#FF0066"/>
    </inkml:brush>
  </inkml:definitions>
  <inkml:trace contextRef="#ctx0" brushRef="#br0">56 11 168,'42'-10'9023,"-35"11"-1632,-8-1-7130,0 1-1,1 0 1,-1 0 0,0 0-1,1-1 1,-1 1-1,0 0 1,1 0 0,-1 0-1,1 0 1,0 0 0,-1 0-1,1 0 1,0 0-1,0 0 1,-1 2 0,-4 10 2524,4-11-2573,1-1 0,-1 0 0,1 0 0,-1 0 0,1 1 0,0-1 0,0 0 0,-1 0 0,1 1 0,0-1 0,0 0-1,0 1 1,0-1 0,1 0 0,-1 0 0,0 1 0,1 0 0,6 20 1330,-6-20-1431,15 23 867,-13-21-929,0-1-1,-1 1 0,1 0 1,-1-1-1,0 1 0,3 7 1,-3-6-24,1 0 1,-1-1 0,1 1 0,0-1 0,6 7-1,8 13 61,-15-20-73,-1-2-7,0 0 0,0 0 0,0 0 0,0 0 0,1 0 0,-1-1 0,0 1 0,1-1 0,2 3 0,-3-3 25,-1 0 113,0-3-139,0 0-1,0 0 1,-1 0 0,1-1 0,-1 1 0,0 0 0,1 0 0,-1 0 0,0 1-1,0-1 1,0 0 0,-1 0 0,1 0 0,-2-2 0,-8-12-34,9 11-71,-1 0 0,0 1 0,-1-1 0,1 1 0,-1-1 0,0 1 1,0 0-1,0 1 0,-1-1 0,-6-3 0,-2-2-1052,0 1 0,-23-9 0,-14-3-6568,48 19 5594,-2 1 3294</inkml:trace>
</inkml:ink>
</file>

<file path=ppt/ink/ink2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19.767"/>
    </inkml:context>
    <inkml:brush xml:id="br0">
      <inkml:brushProperty name="width" value="0.035" units="cm"/>
      <inkml:brushProperty name="height" value="0.035" units="cm"/>
      <inkml:brushProperty name="color" value="#FF0066"/>
    </inkml:brush>
  </inkml:definitions>
  <inkml:trace contextRef="#ctx0" brushRef="#br0">26 11 504,'1'1'261,"-1"-1"0,1 0 0,-1 0 0,1 0 0,-1 0 0,1 0 0,0 0 1,-1 0-1,1 0 0,-1 0 0,1 0 0,-1 0 0,1-1 0,0 1 0,-1 0 0,1 0 0,-1-1 0,1 1 0,-1 0 0,1 0 0,-1-1 0,1 1 0,-1-1 0,0 1 1,1 0-1,-1-1 0,1 1 0,-1-1 0,0 1 0,0-1 0,1 1 0,-1-1 0,0 1 0,0-1 0,1-1 1364,-4 4 245,2 0-1604,-1-1 0,1 1 0,-1-1 0,1 1 1,-1 0-1,1 0 0,0 0 0,-2 3 0,3-4-190,0-1 0,0 1 0,0 0 1,-1-1-1,1 1 0,0 0 0,-1-1 0,1 1 0,0-1 0,-1 1 0,1-1 0,0 1 0,-1 0 0,1-1 0,-1 1 0,1-1 0,-1 0 0,1 1 0,-2 0 1,1-1-28,1 1 0,-1-1 0,1 1 0,-1-1 1,0 1-1,1-1 0,-1 1 0,1-1 1,-1 1-1,1-1 0,0 1 0,-1 0 1,1-1-1,0 1 0,-1 0 0,1-1 1,0 1-1,0 0 0,0 0 0,-1 0 1,-7 25 1929,9-21-1774,-1-1 1,2 0 0,-1 0-1,0 0 1,1 0 0,-1-1-1,1 1 1,0 0 0,1-1-1,-1 1 1,1-1 0,3 5 0,-2-4-165,0-1 1,0 1 0,0-1 0,0 0 0,1 0 0,-1 0 0,1 0 0,0-1 0,-1 0 0,1 0 0,0 0 0,7 1 0,25 9 110,-31-9-133,0-1 0,0 0 1,1 0-1,-1 0 0,0-1 0,13 1 1,-14-2-15,0 1 0,0 0 0,-1 0 0,1 0 0,0 1 1,-1-1-1,1 1 0,-1 0 0,0 1 0,0-1 0,6 5 0,-4-3-1,-3 12-49,-2-16 52,-1 1 1,1 0-1,0-1 1,-1 1-1,1 0 1,-1 0-1,1 0 1,-1 0-1,1 0 1,-1 0 0,0 0-1,1 0 1,-1 0-1,0 0 1,0 0-1,0 0 1,0 0-1,1 0 1,-2 0-1,1 0 1,0 2-1,0-1 44,0-1 23,-2-1-29,1 1 0,-1-1 0,1 1 0,-1 0 0,1 0 0,-1-1 0,1 1 0,-1 0 0,1 0 0,-2 2 0,-13 7 391,11-9-357,0 1-1,0 0 1,0 0-1,1 0 0,-1 0 1,0 1-1,1 0 1,0 0-1,-5 4 0,3-4-77,0 0 0,1 0 0,-1 0 0,-1-1 0,1 0 0,-7 1 0,4 0-2,6-2-319,0 0 0,0-1 0,0 1 0,0-1 0,0 1 0,0-1 0,0 0 0,0 0 0,0 0 0,-5-2 0,7 2-68,0 0-1,-1-1 0,1 1 1,0-1-1,0 1 1,0-1-1,0 0 1,0 1-1,0-1 1,0 0-1,1 0 1,-1 0-1,0 1 0,0-1 1,0 0-1,1 0 1,-1 0-1,1 0 1,-1 0-1,1-1 1,-1 1-1,1 0 1,-1 0-1,1 0 0,0 0 1,0 0-1,0-1 1,-1 1-1,1 0 1,1-2-1,-3-8-2830,-5 1-351</inkml:trace>
</inkml:ink>
</file>

<file path=ppt/ink/ink2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20.575"/>
    </inkml:context>
    <inkml:brush xml:id="br0">
      <inkml:brushProperty name="width" value="0.035" units="cm"/>
      <inkml:brushProperty name="height" value="0.035" units="cm"/>
      <inkml:brushProperty name="color" value="#FF0066"/>
    </inkml:brush>
  </inkml:definitions>
  <inkml:trace contextRef="#ctx0" brushRef="#br0">13 23 1624,'17'-6'5398,"-5"2"-2313,3-2 30,-15 7-2991,0-1 0,1 0 0,-1 0-1,0 0 1,1 0 0,-1 0-1,0 0 1,1 0 0,-1 1 0,0-1-1,1 0 1,-1 0 0,0 0-1,0 1 1,1-1 0,-1 0 0,0 0-1,0 1 1,1-1 0,-1 0-1,0 0 1,0 1 0,0-1-1,0 0 1,1 1 0,-1-1 0,0 0-1,0 1 1,0-1 0,0 0-1,0 1 1,0-1 0,0 0 0,0 1-1,0-1 1,0 1 0,0-1-1,0 0 1,0 1 0,0-1 0,6 7 2588,-5-7-2548,-1 1 1,1-1-1,0 0 1,-1 1-1,1-1 1,-1 1-1,1-1 1,0 1-1,-1-1 1,1 1-1,-1-1 0,0 1 1,1 0-1,-1-1 1,1 1-1,-1 0 1,0-1-1,1 1 1,-1 0-1,0 0 1,0 0-1,3 4 545,0 0 0,0 0 0,0-1 0,0 0 0,1 1 0,4 3 0,-1-2-265,0-1 1,0 1-1,8 9 1,15 13 277,-22-21-571,1 2-1,11 14 0,10 10 78,-18-19-228,1 1 0,-2 0 0,0 0 0,-1 1 0,-1 1 0,11 24 0,3 4 0,2 9 0,-17-41 0,-6-8 0,0-1 0,1 0 0,-1 0 0,1 0 0,0 0 0,1 0 0,4 4 0,-22-17 0,0-2 0,-28-15 0,23 17 0,-20-10 0,-69-46 0,68 38 0,27 19 0,1 0 0,0 0 0,1-1 0,0-1 0,-15-16 0,19 18 0,0-1 0,1 0 0,0-1 0,1 1 0,-6-14 0,10 21 0,0 0 0,0-1 0,1 1 0,-1-1 0,0 1 0,1-1 0,0 1 0,-1-1 0,1 1 0,0-1 0,0 1 0,1-1 0,-1 1 0,0-1 0,1 1 0,0-1 0,-1 1 0,1-1 0,0 1 0,0 0 0,0-1 0,1 1 0,-1 0 0,1 0 0,-1 0 0,1 0 0,3-3 0,3-2 0,1 1 0,0 0 0,0 1 0,0-1 0,15-4 0,2-2 0,-3 0 0,1 1 0,0 1 0,1 2 0,0 0 0,30-4 0,-41 10 0,-1 2 0,1 0 0,0 1 0,0 0 0,16 4 0,-28-5 0,-1 1 0,1-1 0,-1 1 0,1-1 0,-1 1 0,0 0 0,1-1 0,-1 1 0,0 0 0,0 0 0,1 0 0,-1 0 0,0 0 0,0 1 0,0-1 0,0 0 0,0 0 0,-1 1 0,1-1 0,0 0 0,0 1 0,-1-1 0,1 1 0,-1-1 0,0 1 0,1 2 0,-1-2 0,1 1 0,-1-1 0,0 1 0,0-1 0,0 0 0,-1 1 0,1-1 0,0 0 0,-1 1 0,0-1 0,0 0 0,1 1 0,-1-1 0,0 0 0,-1 0 0,0 2 0,-7 7 0,5-5 0,0-1 0,0 0 0,-1 0 0,1 0 0,-1-1 0,-11 8 0,-66 52-1316,75-60 326,-1 1 0,1-1 1,-1 0-1,0 0 0,0-1 0,-13 4 1,15-5-265,0-1 1,0 0 0,1 0 0,-1-1 0,0 1 0,0-1-1,0-1 1,0 1 0,1-1 0,-1 0 0,0 0 0,1 0 0,-1-1-1,-7-3 1,5 0-1567</inkml:trace>
</inkml:ink>
</file>

<file path=ppt/ink/ink2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21.009"/>
    </inkml:context>
    <inkml:brush xml:id="br0">
      <inkml:brushProperty name="width" value="0.035" units="cm"/>
      <inkml:brushProperty name="height" value="0.035" units="cm"/>
      <inkml:brushProperty name="color" value="#FF0066"/>
    </inkml:brush>
  </inkml:definitions>
  <inkml:trace contextRef="#ctx0" brushRef="#br0">76 17 688,'4'-3'1833,"4"-6"5113,-5 5-1325,-8 5-4650,-6 19 2713,-2-8-1935,12-11-1579,-1 0 0,1 0 0,0 0-1,-1 0 1,1 0 0,0 1 0,0-1 0,0 0 0,0 1 0,0-1 0,0 1-1,0-1 1,0 1 0,0 0 0,1-1 0,-1 1 0,1 0 0,-1-1-1,1 3 1,-5 18 1309,4-20-1392,0 0-1,1 0 1,-1 0-1,0 0 1,1 0 0,0 0-1,-1 0 1,1 0 0,0 0-1,0 1 1,0-1-1,1 0 1,-1 0 0,0 0-1,2 3 1,0 0-26,1 1 0,0-1 0,0 0 0,0 0 0,1-1 0,-1 1 0,1-1 0,0 1 0,1-1-1,-1 0 1,1-1 0,0 1 0,0-1 0,0 0 0,0 0 0,7 2 0,41 18 175,1-2 0,0-3 0,103 20 0,-143-35-163,-1 2 1,1-1-1,-1 2 0,23 12 0,-29-15-41,12 12 26,-18-14-56,-1-1 1,0 1 0,0-1 0,1 1 0,-1 0 0,0-1 0,0 1 0,0-1 0,0 1 0,0 0 0,0-1 0,0 1 0,0-1 0,0 1 0,0 0 0,0-1 0,-1 1 0,1-1 0,0 1 0,0-1 0,0 1 0,-1-1 0,1 1 0,0-1 0,-1 1 0,1-1 0,0 1 0,-1-1 0,1 1 0,-1-1 0,1 1 0,-1-1 0,1 0 0,-1 1 0,1-1 0,-1 0 0,1 0 0,-1 1 0,1-1 0,-2 0 0,-22 13 231,-1-1 0,-1-2 0,-44 13 0,8-3 78,39-13-227,-1-1 0,-28 4 0,7-2-108,38-6-334,-1-1 0,0 0-1,1-1 1,-1 1 0,0-2-1,0 1 1,1-1 0,-1 0 0,-14-4-1,17 3-500,1 0 1,-1 0-1,1 0 0,0 0 0,0-1 0,0 1 1,0-1-1,0 0 0,0 0 0,1-1 0,-1 1 1,1-1-1,0 0 0,0 0 0,0 0 0,1 0 1,-3-5-1,-5-11-3414,-5 4-186</inkml:trace>
</inkml:ink>
</file>

<file path=ppt/ink/ink2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21.248"/>
    </inkml:context>
    <inkml:brush xml:id="br0">
      <inkml:brushProperty name="width" value="0.035" units="cm"/>
      <inkml:brushProperty name="height" value="0.035" units="cm"/>
      <inkml:brushProperty name="color" value="#FF0066"/>
    </inkml:brush>
  </inkml:definitions>
  <inkml:trace contextRef="#ctx0" brushRef="#br0">1 153 2873,'0'-1'363,"0"0"1,0 1-1,0-1 1,1 0 0,-1 1-1,0-1 1,1 0-1,-1 1 1,0-1-1,1 1 1,-1-1 0,1 0-1,-1 1 1,1-1-1,-1 1 1,1-1-1,-1 1 1,1-1 0,0 1-1,-1 0 1,1-1-1,1 1 1,23-9 2060,30 0-1841,-54 9-427,19-2 77,187-23 918,-83 10-1036,23-4-2199,-49-4-3066,-7-8-1854,-73 25 5713</inkml:trace>
</inkml:ink>
</file>

<file path=ppt/ink/ink2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22.132"/>
    </inkml:context>
    <inkml:brush xml:id="br0">
      <inkml:brushProperty name="width" value="0.035" units="cm"/>
      <inkml:brushProperty name="height" value="0.035" units="cm"/>
      <inkml:brushProperty name="color" value="#FF0066"/>
    </inkml:brush>
  </inkml:definitions>
  <inkml:trace contextRef="#ctx0" brushRef="#br0">90 29 1072,'4'-2'711,"0"1"1,0-1-1,0 1 0,0 0 0,1 0 1,-1 0-1,0 0 0,1 1 0,6 0 0,1-3 1204,-7 4 4304,-4 11-280,-1 0-2997,1 22 2117,-1-29-4842,1 0 0,-1-1 0,1 0 0,1 1 0,-1-1-1,1 1 1,-1-1 0,1 0 0,4 5 0,-2 1-162,0-1 0,-1 1 0,0-1 0,-1 1 0,3 15 0,-3-9-45,1 0-10,-2 1 0,0 34 0,-2-34 0,1 0 0,5 32 0,7-8 0,-9-33 0,0 1 0,-1 0 0,0-1 0,0 1 0,0 12 0,7 47 0,-9-31 0,-2-32 0,2-5 0,0 0 0,-1 1 0,1-1 0,-1 0 0,1 0 0,-1 1 0,1-1 0,-1 0 0,1 0 0,-1 0 0,0 0 0,1 0 0,-1 1 0,1-1 0,-1 0 0,1 0 0,-1 0 0,1-1 0,-1 1 0,1 0 0,-1 0 0,0 0 0,1 0 0,-1 0 0,1-1 0,-2 1 0,2-1 0,-6-1-2,0 0 0,0 0 1,0-1-1,1 0 0,-11-7 0,12 7-16,3 3-3,1 0 1,-1-1 0,1 1 0,-1 0-1,1 0 1,-1-1 0,1 1-1,-1 0 1,1-1 0,-1 1 0,1-1-1,0 1 1,-1-1 0,1 1 0,-1-1-1,1 1 1,0-1 0,0 1-1,-1-1 1,1 1 0,0-1 0,0 1-1,0-1 1,-1 0 0,1 1-1,0-1 1,0 1 0,0-1 0,0-1-1,0 1 22,0 0-36,0 1-4,0-4 37,0 3-14,0 0 0,-1 0 0,1 1 0,0-1 0,-1 0 0,1 0 0,-1 0 0,1 0 0,-1 1 0,1-1 1,-1 0-1,0 1 0,1-1 0,-1 0 0,0 1 0,0-1 0,0 1 0,1-1 0,-1 1 0,0-1 1,-1 1-1,-19-7-305,16 6 288,4 0 28,1 0 0,-1 1 0,0 0 0,0-1 0,0 1 1,0-1-1,1 1 0,-1 0 0,0 0 0,0 0 0,0-1 0,0 1 0,0 0 0,0 0 0,0 0 1,0 0-1,0 0 0,0 1 0,0-1 0,-7-1-317,12-1-108,15 0-1500,-18 1 1634,-1 1-1,1 0 1,0-1-1,-1 1 0,1 0 1,-1-1-1,1 1 1,-1-1-1,1 1 1,-1-1-1,1 1 1,-1-1-1,1 0 1,-1 1-1,0-1 1,1 1-1,-1-1 1,0 0-1,1 1 1,-1-1-1,0 0 1,0 0-1,0 1 1,0-1-1,0 0 1,0 1-1,0-1 0,0 0 1,0 0-1,0 1 1,0-2-1,0 1 48,-3-1 61,1 0 180,0 0 0,0 0 0,-1 0 0,1 0 0,1 0 0,-1-1 0,0 1 0,1 0 0,-1-1-1,-2-5 1,-5-7 874,-4 1 21,10 12-655,1-1 0,0 1 0,0-1 0,-1 1 0,1-1 0,1 0 0,-1 0-1,-2-4 1,-10-16 1104,12 20-1161,-1-1 0,1 1 0,0-1 0,0 1 0,0-1 0,-2-5 0,-9-34 1084,9 36-1098,1 0-1,1-1 1,-1 1 0,2-1 0,-1 0-1,1 0 1,0 0 0,0 1 0,1-1-1,0 0 1,0 0 0,3-14 0,1 11-97,0 0 1,0 1 0,1-1-1,0 1 1,1 0-1,0 1 1,1-1 0,0 1-1,0 1 1,14-14 0,31-31 215,-45 44-240,-6 8-36,0 0-1,0 0 1,0 0 0,-1 0-1,1 1 1,0-1 0,0 0 0,0 0-1,0 1 1,0-1 0,1 0 0,-1 1-1,0-1 1,0 1 0,2-1 0,0 0-8,0 1 1,0-1 0,0 1 0,0 0-1,0 0 1,1 0 0,-1 1 0,5 0-1,0 2 22,-1 0 0,0 1 0,0 0 0,0 0 0,0 1 0,-1 0 0,0 0 0,0 0 0,0 1 0,6 7 0,10 10 179,20 30 255,-29-37-327,-1 0 1,11 19-1,5 8-19,-7-13-41,-2-1-11,2-1 0,25 26-1,13 16 57,-9-10-160,-32-34-537,-2-5-2145,-17-20 2291,1-1 0,-1 1 0,0-1 0,1 1 0,-1-1 0,0 0 0,1 1 0,-1-1 0,0 0 0,1 1 0,-1-1 0,0 0 0,0 0 0,1 0-1,-1 0 1,0 0 0,0 1 0,1-1 0,-3-1 0,-30-14-10301,16 5 6396</inkml:trace>
</inkml:ink>
</file>

<file path=ppt/ink/ink2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22.333"/>
    </inkml:context>
    <inkml:brush xml:id="br0">
      <inkml:brushProperty name="width" value="0.035" units="cm"/>
      <inkml:brushProperty name="height" value="0.035" units="cm"/>
      <inkml:brushProperty name="color" value="#FF0066"/>
    </inkml:brush>
  </inkml:definitions>
  <inkml:trace contextRef="#ctx0" brushRef="#br0">8 157 408,'0'0'289,"-1"0"0,1 0 0,-1-1 0,1 1 0,-1 0 0,1-1 0,0 1 0,-1 0 0,1-1 1,0 1-1,-1 0 0,1-1 0,0 1 0,-1-1 0,1 1 0,0-1 0,0 1 0,-1 0 0,1-1 0,0 1 0,0-1 0,0 1 0,0-1 0,0 1 0,0-1 0,0 1 0,0-1 0,0 0 0,0 1 0,0-1 0,0 1 1,0-1-1,0 0 0,1 0-5,0-1 1,0 1-1,0-1 1,0 1-1,1 0 0,-1-1 1,0 1-1,0 0 1,1 0-1,1-2 1,3 0-73,-1-1 0,1 1 0,0 0 0,0 0 0,9-2-1,39-9 420,-6 1-417,93-13-1,-18 10-1764,-81 6-1398,-38 9 2104,0-1 0,0 0 0,0 0 0,0 0 0,0 0 0,0-1 0,3-3 0,1 0-2413</inkml:trace>
</inkml:ink>
</file>

<file path=ppt/ink/ink2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22.658"/>
    </inkml:context>
    <inkml:brush xml:id="br0">
      <inkml:brushProperty name="width" value="0.035" units="cm"/>
      <inkml:brushProperty name="height" value="0.035" units="cm"/>
      <inkml:brushProperty name="color" value="#FF0066"/>
    </inkml:brush>
  </inkml:definitions>
  <inkml:trace contextRef="#ctx0" brushRef="#br0">68 21 624,'13'-7'3432,"1"1"1126,-14 6-4505,0-1 0,0 1 0,1 0 0,-1 0 0,0 0 0,0 0 1,0 0-1,0 0 0,0 0 0,0 0 0,1-1 0,-1 1 0,0 0 0,0 0 0,0 0 1,0 0-1,0 0 0,0-1 0,0 1 0,0 0 0,0 0 0,0 0 0,0 0 0,0 0 0,0-1 1,0 1-1,0 0 0,0 0 0,0 0 0,0 0 0,0-1 0,0 1 0,0 0 0,0 0 1,0 0-1,0 0 0,0-1 0,0 1 0,0 0 0,0 0 0,0 0 0,0 0 0,-1 0 1,1 0-1,0-1 0,0 1 0,0 0 0,0 0 0,0 0 0,0 0 0,-1 0 0,1 0 0,0 0 1,0 0-1,0 0 0,-10 0 7536,-6 12-5450,7-4-489,-12 11 1504,8-6-1692,10-10-1395,1 0-1,-1 0 1,1 0 0,0 0 0,0 1 0,0-1-1,0 1 1,1-1 0,0 1 0,-1-1-1,1 1 1,0 0 0,1 0 0,-1 0-1,1 0 1,-1-1 0,1 1 0,1 0-1,-1 0 1,0 0 0,1 0 0,0 0 0,0-1-1,0 1 1,0 0 0,1-1 0,-1 1-1,1 0 1,0-1 0,3 4 0,4 10-45,5 6-2,28 26 14,-31-41-40,0 0 1,22 10-1,-2 0-1162,-28-16 703,1-1-1,-1 1 1,1-1-1,0 0 1,0 0-1,0 0 1,0-1-1,0 0 1,0 1-1,-1-1 1,1 0-1,0-1 1,0 1-1,0-1 1,0 0-1,0 0 1,0 0-1,-1 0 1,5-3-1,10-3-1986,0-2 1,25-17-1,-35 21 1582,5-3-683,0-1 0,-1 0 0,0 0 1,-1-1-1,12-13 0,-14 12 182</inkml:trace>
</inkml:ink>
</file>

<file path=ppt/ink/ink2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24.625"/>
    </inkml:context>
    <inkml:brush xml:id="br0">
      <inkml:brushProperty name="width" value="0.035" units="cm"/>
      <inkml:brushProperty name="height" value="0.035" units="cm"/>
      <inkml:brushProperty name="color" value="#FF0066"/>
    </inkml:brush>
  </inkml:definitions>
  <inkml:trace contextRef="#ctx0" brushRef="#br0">93 142 896,'0'-1'363,"0"-1"-1,1 1 0,-1-1 0,0 1 1,1 0-1,0-1 0,-1 1 1,1 0-1,0-1 0,0 1 1,1-2-1,-1 2-135,0 0-1,0 0 1,0 0-1,-1-1 1,1 1 0,0 0-1,-1-1 1,1 1-1,-1-1 1,1 1-1,-1-3 1,5-5 1102,-4 9-1277,-1-1 0,0 1-1,0 0 1,1 0 0,-1-1 0,0 1-1,0 0 1,1 0 0,-1-1 0,0 1 0,0 0-1,0-1 1,1 1 0,-1 0 0,0-1-1,0 1 1,0 0 0,0-1 0,0 1 0,0 0-1,0-1 1,0 1 0,0-1 0,0 1-1,0 0 1,0-1 0,0 1 0,0 0 0,0-1-1,0 1 1,0 0 0,0-1 0,-1 1-1,1 0 1,0-1 0,-1 0 0,-3-4 1010,3 4-644,0 0-1,0 0 1,0 0 0,0 0-1,0 0 1,1 0 0,-1 0-1,0 0 1,1 0-1,-1 0 1,1-1 0,-1 1-1,0-6 7899,-1 7-8219,1 1 1,-1-1-1,1 1 1,-1 0-1,1-1 0,-1 1 1,1 0-1,-1 0 1,1 0-1,0 0 1,0 0-1,-1 0 0,1 0 1,0 1-1,0-1 1,-1 2-1,-8 6 489,6-6-447,-1 0 0,1 1 0,-1-1 0,1 1 0,0 0 0,0 0 0,1 0 1,-1 0-1,1 1 0,0 0 0,0-1 0,-2 7 0,-2 3-31,6-11-95,-1-1 0,1 0 1,0 1-1,0-1 1,1 0-1,-1 1 0,0-1 1,1 1-1,0 0 0,-1-1 1,1 5-1,0-3-7,0 0 1,1 1-1,-1-1 0,1 0 0,-1 0 1,1 0-1,0 0 0,1 0 0,-1 0 1,1 0-1,0-1 0,0 1 0,0 0 1,0-1-1,0 0 0,1 1 0,0-1 1,0 0-1,0 0 0,0-1 0,4 4 1,5 4 14,1 0 1,24 14-1,-31-21-12,0 0 0,0 0-1,0-1 1,1 0-1,-1 0 1,1-1-1,-1 0 1,1 0 0,10 0-1,-7-1-139,1 0-1,0-1 1,0 0-1,-1 0 1,1-1-1,-1-1 1,1 0-1,-1 0 0,0-1 1,0 0-1,0-1 1,-1 0-1,0-1 1,0 0-1,15-12 1,-23 17 24,0-1-1,0 1 1,0-1 0,0 1 0,-1-1 0,1 1 0,0-1-1,-1 0 1,1 1 0,-1-1 0,1 0 0,-1 1 0,0-1 0,0-2-1,0-29-1101,-1 19 832,-7-24-441,7 35 770,1-1-1,-1 1 1,0 0-1,0 0 1,0 0 0,0 0-1,-1 0 1,1 0-1,-1 0 1,0 0-1,0 1 1,-2-4-1,-12-20-97,9 18 185,6 7-19,1 1 0,-1-1-1,0 1 1,1-1 0,-1 0 0,1 1-1,-1-1 1,1 0 0,-1 1 0,1-1-1,-1 0 1,1 0 0,0 1 0,-1-1 0,1 0-1,0 0 1,-1-1 0,1-1 194,-1 1 1,0 0-1,0-1 1,0 1-1,0 0 1,0-1 0,-1 1-1,1 0 1,-1 0-1,1 0 1,-1 0-1,0 0 1,1 1-1,-5-4 1,5 5-34,0-1-1,1 1 1,-1-1 0,1 1-1,-1-1 1,0 0 0,1 1 0,0-1-1,-1 1 1,1-1 0,-1 0 0,1 1-1,0-1 1,-1 0 0,1 0 0,0 1-1,0-1 1,0 0 0,-1 0-1,3-2 862,5 8-808,25 21-192,-21-13-8,-9-12-28,0 1-1,-1-1 1,0 1 0,1-1-1,-1 1 1,0 0 0,0 0-1,0 0 1,0 0 0,0 0 0,0 2-1,19 36 100,-16-33-83,0 0 0,-1 0 0,0 0 0,0 0-1,2 9 1,15 44 70,-6-23-62,-13-33-28,1-1 0,0 1 0,0-1 0,0 0 0,0 0 0,3 3 0,-4-4 0,1 0-1,0-1 1,-1 1-1,0 0 1,1 1-1,-1-1 0,0 0 1,0 0-1,0 0 1,0 1-1,0-1 1,0 5-1,-1-6-1,0 0 0,0-1 0,0 1 0,1 0 0,-1 0 0,0-1 0,0 1 0,1 0 0,-1-1 0,0 1 0,1 0 0,-1-1 0,1 1 0,-1 0 0,1-1 0,-1 1 0,1 0 0,3 3 0,-4-4-1,0 1 0,1-1 0,-1 1 0,1-1 1,-1 1-1,1-1 0,-1 0 0,1 1 0,-1-1 0,1 0 0,-1 1 0,1-1 1,-1 0-1,1 1 0,-1-1 0,1 0 0,0 0 0,-1 0 0,2 0 0,1-1-86,-2 1-112,9-6-1327,-9 5 1347,0 0-1,-1 1 0,1-1 0,0 0 1,-1 0-1,1 0 0,0 0 1,-1 0-1,1 0 0,-1 0 1,1 0-1,-1 0 0,0 0 0,1 0 1,-1 0-1,0 0 0,0-1 1,0 1-1,0 0 0,0 0 1,0 0-1,0-2 0,-6-31-4280,2 11 2846,-5-10 133,1-13 1295,-1 19 3720,10 25-3280,-1 0 0,0 0 0,1 0 0,-1 1 0,1-1 0,-1 0 0,1 0 0,0 0 0,0 1 0,0-1 0,0 0 0,0 1 0,0-1 0,0 1 0,1-1 0,-1 1 0,0 0 0,1 0 0,-1-1 0,1 1 0,0 0 0,-1 0 0,1 0 0,0 1 0,2-2 0,7-2-59,1 0-1,-1 0 0,14-1 1,3-2 287,15 0-133,-19 4-242,-16 3-89,0 1-1,0-1 0,0 1 1,0 1-1,0 0 1,0 0-1,11 4 0,-10-3-17,4 2 15,0 1 0,0 1 0,20 13 0,-20-12 10,-8-4-14,0-1 0,-1 1 0,0 0 0,1 0 0,-1 0 0,0 0 0,-1 1 0,5 6 0,-7-10-6,0 1 0,-1-1 0,1 0-1,0 1 1,-1-1 0,1 0 0,-1 1 0,1-1 0,-1 0 0,1 1 0,-1-1 0,0 1 0,0-1 0,0 1 0,0-1-1,0 1 1,0-1 0,0 1 0,0-1 0,-1 1 0,1-1 0,-1 0 0,1 1 0,-1-1 0,1 0 0,-1 1 0,0-1 0,1 0-1,-1 1 1,0-1 0,0 0 0,0 0 0,0 0 0,0 0 0,0 0 0,-1 0 0,-1 1 0,0 0 6,0 0-2,-1 1 0,1-1 0,-1 0-1,1-1 1,-1 1 0,1 0 0,-1-1-1,0 0 1,0 0 0,-6 1 0,-2-1 58,-2-1 26,10-2-57,2 2-28,1 0 0,0 0 0,-1 0 0,1-1 0,0 1 0,-1 0 0,1-1 0,0 1 0,0-1 0,-1 0 0,1 1 0,0-1 0,0 0 0,0 0 0,0 0 0,0 0 0,0 0 0,0 0 0,0 0 0,0 0 0,1 0 0,-1 0 0,0 0 0,1-1 0,-1 1 0,1 0 0,-1 0 0,1-1 0,-1-1 0,1 0-15,0 0 1,0 0-1,1 0 0,-1 0 1,0 0-1,1 0 0,0 0 1,0 1-1,0-1 0,0 0 1,0 0-1,3-3 0,1 0-64,0 1 0,0-1 0,0 1-1,8-5 1,1 0-493,0 1 0,1 0-1,0 1 1,29-11 0,-5 2-1464,-34 14 1626,1 2 0,0-1 1,0 0-1,0 1 0,7-1 0,20-4-1304,21-9-1387,-26 8 2428,31-13 1,-56 19 754,-2 1 1,1-1-1,0 0 1,0 0-1,0 0 1,0-1-1,0 1 1,-1 0-1,1-1 1,1-1-1,-2 2 290,0 0 1,-1 0-1,1 0 0,-1 0 0,0-1 1,1 1-1,-1 0 0,0 0 0,1 0 1,-1 0-1,0 0 0,0-2 0,0 2-278,0 1-1,-1-1 0,1 1 0,0 0 1,0-1-1,-1 1 0,1 0 0,0-1 0,-1 1 1,1 0-1,0-1 0,-1 1 0,1 0 0,0 0 1,-1-1-1,1 1 0,-1 0 0,1 0 0,-1 0 1,1 0-1,0 0 0,-1-1 0,1 1 0,-1 0 1,1 0-1,-1 0 0,1 0 0,-1 0 0,-19 0 1299,16 0-1204,-8 2-15,1 0 1,-1 1 0,0 0-1,1 0 1,-22 11 0,9-5-56,17-6-112,0 0 0,0 1 0,0 0 0,1 0 0,-1 0 0,1 1 0,0 0 0,0 0 0,1 1 0,-1 0 0,1 0 0,0 0 0,1 0 0,0 1 0,0-1-1,-4 10 1,7-13-7,0-1-1,1 1 0,-1-1 0,1 1 0,0 0 0,0-1 0,0 1 0,0-1 1,0 1-1,0-1 0,1 1 0,-1 0 0,1-1 0,0 1 0,0-1 1,0 0-1,0 1 0,0-1 0,0 0 0,1 0 0,-1 1 0,1-1 1,-1 0-1,3 1 0,0 0 6,0-1 0,0 0 0,0-1 1,0 1-1,0-1 0,0 0 0,1 0 0,-1 0 1,0 0-1,1-1 0,-1 0 0,1 0 0,-1 0 0,0 0 1,9-3-1,3-1-3,-1 0 0,1-2-1,15-7 1,-7 2 12,-22 10-10,0 1 1,1-1 0,-1 0 0,0 0 0,0-1 0,0 1-1,0 0 1,0-1 0,0 1 0,0-1 0,0 0 0,-1 1-1,1-1 1,0 0 0,-1 0 0,0 0 0,1 0 0,-1 0 0,0-1-1,0 1 1,0 0 0,-1-1 0,1 1 0,0-4 0,-1 5 42,0-2 173,0 5-154,-2-1-7,2-1-65,-1 0 0,1 0-1,0 0 1,0 0 0,-1 0-1,1 0 1,0 0 0,0 0-1,-1 1 1,1-1 0,0 0-1,0 0 1,0 0 0,-1 0 0,1 0-1,0 0 1,0 1 0,0-1-1,-1 0 1,1 0 0,0 0-1,0 0 1,0 1 0,0-1-1,0 0 1,-1 0 0,1 1 0,0-1-1,0 0 1,0 0 0,0 0-1,0 1 1,0-1 0,0 3 13,0 0 0,0 1-1,0-1 1,0 0 0,1 0 0,-1 0 0,1 0 0,0 0 0,0 0 0,2 4 0,14 23 106,-13-22-114,3-1-20,-6-6 10,-1 0-1,1-1 1,0 1-1,-1-1 1,1 1 0,0-1-1,0 1 1,0-1 0,0 0-1,0 1 1,-1-1-1,1 0 1,0 0 0,0 1-1,0-1 1,0 0-1,0 0 1,0 0 0,0 0-1,0 0 1,0 0-1,0-1 1,0 1 0,0 0-1,0 0 1,-1-1-1,1 1 1,0 0 0,0-1-1,0 1 1,0-1 0,-1 1-1,1-1 1,0 0-1,0 1 1,-1-1 0,1 0-1,-1 1 1,1-1-1,0 0 1,-1 0 0,1 0-1,-1 1 1,0-1-1,1 0 1,-1 0 0,1-1-1,11-13-739,-9 12 523,0 0 0,0 0 0,-1-1 0,1 1 0,-1-1 0,1 0 1,-1 1-1,0-1 0,1-5 0,3-3-218,2-9-243,-7 5 470,-1 15 207,0 1 1,0-1 0,0 0 0,-1 1 0,1-1 0,0 0 0,0 0 0,0 1 0,0-1-1,0 0 1,1 0 0,-1 1 0,0-1 0,0 0 0,0 1 0,1-1 0,-1 0 0,0 1 0,1-2-1,5-5 823,-6 7-778,0 0 1,0 0-1,0 0 0,0-1 1,0 1-1,0 0 0,0 0 1,0 0-1,0-1 1,0 1-1,0 0 0,0 0 1,0 0-1,0 0 0,0-1 1,0 1-1,0 0 0,0 0 1,0 0-1,0 0 0,0-1 1,-1 1-1,1 0 0,0 0 1,0 0-1,0 0 1,0 0-1,0 0 0,-1 0 1,1-1-1,0 1 0,0 0 1,0 0-1,0 0 0,-1 0 1,1 0-1,0 0 0,0 0 1,0 0-1,0 0 1,-1 0-1,1 0 0,0 0 1,0 0-1,0 0 0,-1 0 1,1 0-1,0 0 0,0 0 1,0 0-1,0 0 0,-1 0 1,1 1-1,-1-1 196,-24 6 735,-24 19 56,43-22-978,1 0 0,1 0 0,-1 1 0,0 0 0,1 0 0,0 0 0,0 0 0,0 1 0,0 0 0,1-1 0,-1 1 0,-1 6 0,1-6-42,-14 30-7,17-32 0,0-1 0,1 0 0,-1 0 0,1 0 0,0 1 0,0-1 0,0 0 0,0 0 0,0 1 0,0-1 0,0 0 0,1 0 0,-1 1 0,2 2 0,1 2 0,-1-1 0,1 0 0,0-1 0,0 1 0,1 0 0,0-1 0,0 0 0,0 0 0,0 0 0,1 0 0,0-1 0,0 0 0,0 0 0,0 0 0,1 0 0,0-1 0,0 0 0,-1 0 0,8 2 0,15 3 0,-15-4 0,-1-1 0,19 4 0,-12-5 0,0-1 0,0-1 0,0-1 0,0 0 0,35-8 0,-44 7 0,-1 0 0,1-1 0,-1 0 0,0-1 0,0 0 0,0-1 0,-1 1 0,0-2 0,1 1 0,-2-1 0,1 0 0,-1-1 0,8-8 0,-14 13 0,1 0 0,-1 0 0,1 0 0,-1 0 0,0 0 0,0 0 0,0-1 0,0 1 0,0 0 0,-1-1 0,1 1 0,-1 0 0,1-1 0,-1 1 0,0-1 0,0-2 0,-1-1 0,0 0 0,-1 0 0,1 0 0,-1 1 0,-3-7 0,4 10 0,-2-13 0,3 14 0,0 0 0,0 0 0,0-1 0,-1 1 0,1 0 0,0 0 0,-1 0 0,1 0 0,0 0 0,-1-1 0,0 1 0,0-1 0,0-2 0,1 0 0,-9-4 0,1 4 0,1 4 0,9 6 0,1-3 0,24 30 0,-19-25 0,0-1 0,0 0 0,0-1 0,0 1 0,10 4 0,-16-9 0,-1-2 0,-1 0 0,1 1 0,-1-1 0,1 1 0,-1-1 0,1 0 0,-1 1 0,1-1 0,-1 0 0,1 0 0,0 0 0,-1 1 0,1-1 0,0 0 0,-1 0 0,1 0 0,-1 0 0,1 0 0,0 0 0,-1 0 0,1 0 0,0 0 0,0-1 0,1 1 0,0 0 0,1 0 0,-1 0 0,0 0 0,0-1 0,0 1 0,0-1 0,0 1 0,0-1 0,0 0 0,0 0 0,0 0 0,0 0 0,2-1 0,7-5 0,17-9 0,-26 15 0,-1 0 0,1 0 0,-1 0 0,0 0 0,1 0 0,-1 0 0,0-1 0,1 1 0,-1 0 0,0-1 0,0 1 0,0-1 0,-1 0 0,1 1 0,0-1 0,1-3 0,6-10 0,-9 10 0,-6 5 0,5 1 0,1 1 0,-1-1 0,1 0 0,0 0 0,0 1 0,0-1 0,0 0 0,0 1 0,0-1 0,0 1 0,0-1 0,1 1 0,-1 0 0,0-1 0,1 1 0,-1 0 0,1 0 0,0-1 0,0 1 0,0 0 0,0 3 0,0 17 0,-1 0 0,4 30 0,-2-44 0,1-1 0,0 1 0,0 0 0,0-1 0,1 1 0,0-1 0,6 11 0,91 130 0,2 3 0,-99-145-121,0 0 1,0 0-1,0 0 1,-1 1-1,1-1 0,-2 1 1,1 0-1,1 12 0,-3-15 40,0 0 0,0-1 0,0 1 0,-1 0-1,1 0 1,-1-1 0,0 1 0,0 0 0,0-1-1,0 1 1,-1-1 0,0 1 0,1-1 0,-1 0-1,0 0 1,-1 0 0,-2 4 0,-36 38-3477,30-31 1355,10-13 1971,0 0 0,0 1 0,0-1 0,0 0 0,0 0 0,0 0 0,0 0 0,0 0 0,-1 0 0,1 0 0,0 0 0,-3 0 0,-1 4-574,4-5 690,1 1 0,0-1 0,0 0 0,0 1 1,-1-1-1,1 0 0,0 1 0,-1-1 0,1 0 0,0 0 0,0 1 0,-1-1 0,1 0 0,-1 0 0,1 0 0,0 1 0,-1-1 0,1 0 0,0 0 0,-1 0 0,1 0 0,-1 0 0,1 0 0,0 0 0,-1 0 0,1 0 0,-1 0 0,1 0 0,0 0 0,-1 0 0,1 0 0,-1 0 0,1 0 0,-1-1 0,-63-24-7421,50 20 5678,-1 0 0,-25-4 1,32 7 1106,-17-3-1593</inkml:trace>
</inkml:ink>
</file>

<file path=ppt/ink/ink2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24.815"/>
    </inkml:context>
    <inkml:brush xml:id="br0">
      <inkml:brushProperty name="width" value="0.035" units="cm"/>
      <inkml:brushProperty name="height" value="0.035" units="cm"/>
      <inkml:brushProperty name="color" value="#FF0066"/>
    </inkml:brush>
  </inkml:definitions>
  <inkml:trace contextRef="#ctx0" brushRef="#br0">53 283 1576,'-25'11'2460,"-2"0"3147,48-20-1486,34-9-2049,21-7-1212,207-76 844,-119 51-1424,-8 1-1148,-125 39-154,-23 8 143,1 0-1,-1-1 0,0-1 0,-1 1 1,9-6-1,6-6-5496,-21 10 2568</inkml:trace>
</inkml:ink>
</file>

<file path=ppt/ink/ink2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25.026"/>
    </inkml:context>
    <inkml:brush xml:id="br0">
      <inkml:brushProperty name="width" value="0.035" units="cm"/>
      <inkml:brushProperty name="height" value="0.035" units="cm"/>
      <inkml:brushProperty name="color" value="#FF0066"/>
    </inkml:brush>
  </inkml:definitions>
  <inkml:trace contextRef="#ctx0" brushRef="#br0">1 142 200,'4'4'9385,"6"-4"-5682,16-6-3369,-16 3 791,27-4-641,-1-1-1,50-20 1,63-34-8212,-123 46 3944,-8 0-270</inkml:trace>
</inkml:ink>
</file>

<file path=ppt/ink/ink2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48.961"/>
    </inkml:context>
    <inkml:brush xml:id="br0">
      <inkml:brushProperty name="width" value="0.035" units="cm"/>
      <inkml:brushProperty name="height" value="0.035" units="cm"/>
      <inkml:brushProperty name="color" value="#FF0066"/>
    </inkml:brush>
  </inkml:definitions>
  <inkml:trace contextRef="#ctx0" brushRef="#br0">812 63 1464,'-1'-1'11067,"-7"2"-8491,8-1-2461,0 0-1,0 0 0,-1 0 0,1 0 0,0 0 0,0 0 1,0 0-1,-1-1 0,1 1 0,0 0 0,0 0 0,-1 0 1,1 0-1,0 0 0,0 1 0,-1-1 0,1 0 0,0 0 1,0 0-1,-1 0 0,1 0 0,0 0 0,0 0 0,0 0 1,-1 0-1,1 1 0,0-1 0,0 0 0,0 0 0,0 0 1,-1 0-1,1 1 0,0-1 0,0 0 0,0 0 0,0 0 1,0 1-1,0-1 0,-1 0 0,1 0 0,0 1 0,0-1 1,0 0-1,0 0 0,0 1 0,0 0 596,1-1-545,0 0 1,0 1 0,0-1 0,0 1-1,0-1 1,0 1 0,0 0 0,-1-1 0,1 1-1,0 0 1,0-1 0,-1 1 0,1 0 0,0 0-1,-1 0 1,1 0 0,-1 0 0,1 0 0,-1 0-1,1 0 1,-1 0 0,0 0 0,1 0 0,-1 0-1,0 0 1,0 0 0,0 0 0,0 0 0,0 0-1,0 0 1,0 0 0,0 0 0,0 0-1,-1 0 1,1 0 0,0 0 0,-1 0 0,1 0-1,-1 0 1,1 0 0,-1 0 0,1 0 0,-1 0-1,0 0 1,1 0 0,-2 1 0,-14 6 322,0 0 0,0-1 1,0 0-1,-1-1 0,0-1 0,0-1 1,-28 4-1,25-4-488,-20 1 0,36-4 0,3 0 0,-1-1 0,1 0 0,0 0 0,0 0 0,-1 1 0,1-1 0,0 0 0,-1-1 0,1 1 0,0 0 0,0 0 0,-1-1 0,1 1 0,0 0 0,0-1 0,0 1 0,-1-1 0,1 0 0,0 1 0,0-1 0,-1-1 0,0 1 0,1 1 0,-1-1 0,1 0 0,-1 0 0,1 0 0,-1 0 0,1 0 0,0-1 0,-1 1 0,1 0 0,0-1 0,0 1 0,0-1 0,0 1 0,0-1 0,0 1 0,0-3 0,1 2 0,1 0 0,-1 1 0,1-1 0,-1 1 0,1-1 0,0 1 0,-1-1 0,1 1 0,0 0 0,0-1 0,0 1 0,0 0 0,1 0 0,-1-1 0,0 1 0,0 0 0,1 0 0,-1 0 0,0 1 0,1-1 0,2-1 0,15-11 0,-11 7 0,0 1 0,1-1 0,12-4 0,-6 4 0,22-9 0,0 2 0,1 2 0,0 1 0,41-5 0,-53 12 0,38 1 0,-55 3 0,0 0 0,0 0 0,0 1 0,0 0 0,0 0 0,0 1 0,13 6 0,-20-8 0,8 4 0,0 0 0,-1 1 0,10 7 0,-16-11 0,-1 0 0,1 1 0,-1 0 0,1-1 0,-1 1 0,0 0 0,0 0 0,0 0 0,-1 0 0,1 1 0,-1-1 0,2 7 0,3 8 0,-5-15 0,0 0 0,0 0 0,0 0 0,0 0 0,-1 0 0,1 0 0,-1 0 0,0 0 0,0 0 0,0 0 0,0 0 0,0 0 0,-1 0 0,1 0 0,-1 0 0,-2 5 0,-6 18 0,-2-1 0,0 0 0,-2-1 0,-1 0 0,0-1 0,-2 0 0,-1-2 0,-27 29 0,26-32 0,-8 8 0,-1-1 0,-38 27 0,34-30 0,-11 7 0,-1-1 0,-49 23 0,35-23 0,32-15 0,0-1 0,-29 9 0,16-9 0,0-2 0,-43 5 0,61-13 0,0 0 0,1-2 0,-1 0 0,0-1 0,0-1 0,-23-6 0,21 2 0,1-1 0,-1-1 0,-20-12 0,39 19 0,0-1 0,1 1 0,-1-1 0,1 1 0,-1-1 0,1 0 0,0 0 0,-1 0 0,1 0 0,0-1 0,1 1 0,-1-1 0,0 1 0,1-1 0,-1 1 0,1-1 0,0 0 0,0 0 0,0 1 0,0-1 0,0-3 0,1 3 0,0 1 0,0-1 0,0 0 0,1 1 0,-1-1 0,1 1 0,-1-1 0,1 1 0,0-1 0,0 1 0,0-1 0,0 1 0,1 0 0,-1 0 0,0-1 0,1 1 0,0 0 0,0 0 0,-1 1 0,1-1 0,0 0 0,0 1 0,1-1 0,2-1 0,15-7 0,0 1 0,1 0 0,0 2 0,0 0 0,1 2 0,0 0 0,31-2 0,27 1 0,1 4 0,103 10 0,-168-7 0,40 5 0,71 18 0,-102-19 0,279 75 0,-298-78-311,2-1 0,-1 1 0,0-1 0,0 0 0,10-1 0,-7 0-787,-1-1 0,1-1 0,-1 1 0,0-2 0,0 1 0,11-5 0,6-5-3757,0-2 0,39-26-1,-34 20 2702,3-1-2829</inkml:trace>
</inkml:ink>
</file>

<file path=ppt/ink/ink2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49.358"/>
    </inkml:context>
    <inkml:brush xml:id="br0">
      <inkml:brushProperty name="width" value="0.035" units="cm"/>
      <inkml:brushProperty name="height" value="0.035" units="cm"/>
      <inkml:brushProperty name="color" value="#FF0066"/>
    </inkml:brush>
  </inkml:definitions>
  <inkml:trace contextRef="#ctx0" brushRef="#br0">152 27 2649,'-5'-14'5572,"1"1"6997,-5 15-11480,0 0-1,0 0 1,0 0 0,0 1 0,1 1 0,-1 0 0,1 0-1,0 0 1,0 1 0,-15 11 0,20-12-1089,0-1 0,-1 1 0,1 0 0,1 0 0,-1 0 0,0 0 0,1 1 0,0-1 0,0 1 0,0-1 0,1 1 0,-2 7 0,4-7 0,-1 0 0,2 0 0,-1 0 0,1 0 0,-1-1 0,1 1 0,0-1 0,1 1 0,-1-1 0,1 0 0,0 0 0,0 0 0,0 0 0,1-1 0,4 5 0,11 13 0,-14-16 0,0 1 0,0-1 0,1-1 0,0 1 0,0-1 0,0 0 0,0 0 0,1-1 0,0 0 0,0 0 0,-1 0 0,2-1 0,-1 0 0,10 1 0,-11-2 0,-1 0 0,1-1 0,0 1 0,0-1 0,0-1 0,0 1 0,0-1 0,-1 0 0,1 0 0,0 0 0,-1-1 0,1 0 0,-1 0 0,1-1 0,-1 1 0,0-1 0,0 0 0,8-7 0,-12 8 0,0 1 0,0-1 0,0 1 0,0-1 0,-1 0 0,1 1 0,0-1 0,-1 0 0,1 0 0,-1 0 0,0 0 0,1 1 0,-1-1 0,0 0 0,0 0 0,0 0 0,0 0 0,-1 0 0,0-2 0,1 2 0,0-1 0,-1 0 0,0 0 0,0 1 0,0-1 0,0 1 0,0-1 0,0 1 0,-1-1 0,1 1 0,-1 0 0,-3-4 0,-15-15 0,16 17 0,0 0 0,0 0 0,0 0 0,-1 0 0,1 0 0,-1 1 0,0 0 0,-7-4 0,-44-15 0,56 20-819,5 1-1131,7 0-2299,0 0 231,0-1 264,0 0 1,19-6-1,1 0-2307,-7 3 1764</inkml:trace>
</inkml:ink>
</file>

<file path=ppt/ink/ink2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49.678"/>
    </inkml:context>
    <inkml:brush xml:id="br0">
      <inkml:brushProperty name="width" value="0.035" units="cm"/>
      <inkml:brushProperty name="height" value="0.035" units="cm"/>
      <inkml:brushProperty name="color" value="#FF0066"/>
    </inkml:brush>
  </inkml:definitions>
  <inkml:trace contextRef="#ctx0" brushRef="#br0">27 38 3705,'5'-10'8669,"-2"2"-771,-12-1-1704,8 8-5932,1 0 0,0 1 0,-1-1 0,1 1 0,-1-1 0,1 0 0,-1 1 0,1-1 0,-1 1 0,1-1 0,-1 1 0,0 0 0,1-1 0,-1 1 1,0 0-1,1-1 0,-1 1 0,0 0 0,0 0 0,1-1 0,-1 1 0,0 0 0,-1 0 0,2 0-262,0 0 0,0 0 1,-1 0-1,1 0 0,0 0 0,-1-1 1,1 1-1,0 0 0,0 0 0,-1 0 1,1 0-1,0 0 0,-1 0 0,1 1 1,0-1-1,0 0 0,-1 0 0,1 0 1,0 0-1,-1 0 0,1 0 0,0 0 1,0 1-1,-1-1 0,1 0 0,0 0 1,0 0-1,0 0 0,-1 1 0,1-1 1,0 0-1,0 0 0,0 1 0,-1-1 1,1 0-1,0 0 0,0 1 0,0-1 1,0 0-1,0 0 0,0 1 0,0-1 1,0 0-1,0 1 0,0-1 0,0 0 1,0 1-1,0-1 0,0 0 0,0 0 1,0 1-1,0-1 0,0 0 0,0 1 1,0-1-1,0 0 0,0 0 0,1 1 1,-1-1-1,8 11-3,-8-11 3,2 2 0,0-1 0,0 1 0,0 0 0,0 0 0,-1 0 0,1 0 0,1 4 0,5 6 0,-3-6 0,0 1 0,0-1 0,-1 1 0,0 1 0,0-1 0,-1 0 0,0 1 0,0 0 0,2 15 0,6 12 0,-8-24 0,0 1 0,-1-1 0,1 15 0,1 8 0,5 82 0,-8-106 0,-1 0 0,0 19 0,-1-22 0,1-1 0,0 1 0,0-1 0,0 1 0,1-1 0,0 0 0,0 1 0,1-1 0,4 13 0,-6-19 8,1 1-18,-1 0 0,0 0 0,1 0 0,-1-1-1,1 1 1,-1 0 0,1-1 0,0 1 0,-1 0 0,1-1 0,-1 1-1,1-1 1,0 1 0,0-1 0,-1 1 0,1-1 0,0 0 0,0 1-1,0-1 1,-1 0 0,1 0 0,0 1 0,0-1 0,0 0 0,0 0 0,0 0-1,-1 0 1,1 0 0,1 0 0,0-13-6906,-1 1 3546,-1 12 3172,3-5-1148,-1-1 1,0 1-1,0 0 0,-1-1 0,0 0 1,1 1-1,-2-1 0,1 1 1,-1-1-1,0-7 0,-7-8-2797</inkml:trace>
</inkml:ink>
</file>

<file path=ppt/ink/ink2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50.113"/>
    </inkml:context>
    <inkml:brush xml:id="br0">
      <inkml:brushProperty name="width" value="0.035" units="cm"/>
      <inkml:brushProperty name="height" value="0.035" units="cm"/>
      <inkml:brushProperty name="color" value="#FF0066"/>
    </inkml:brush>
  </inkml:definitions>
  <inkml:trace contextRef="#ctx0" brushRef="#br0">0 131 2040,'1'-3'1037,"-1"0"0,1 1 0,0-1 0,-1 0 0,2 0 0,-1 1 0,0-1 0,0 1 0,3-4 0,18-21 4325,-15 21-4004,1-1 1,0 1 0,0 1-1,1-1 1,-1 1 0,1 1-1,0 0 1,17-5 0,-19 7-988,0 0 0,-1 1 1,1 0-1,8 1 0,104 10 540,-89-11-911,43-8 0,-42 4 0,43-1 0,-67 4 0,-4 0 0,4 2 0,-1 1 0,-1 1 0,1 0 0,-1 0 0,1 1 0,9 5 0,-14-6 0,1 0 0,0 0 0,0 0 0,-1 0 0,1 0 0,-1 0 0,0 1 0,1-1 0,-1 1 0,1 3 0,13 21 0,-12-23 0,0 1 0,0 0 0,-1-1 0,1 1 0,1 8 0,3 6 0,-5-16 0,-1 1 0,1-1 0,-1 0 0,0 1 0,-1-1 0,1 1 0,0 5 0,-1-1 0,1 1 0,1 0 0,3 16 0,-2-17 0,-1 0 0,-1 1 0,2 15 0,5 60 0,0-26 0,-7-46 0,0 1 0,6 22 0,-4-23 0,-1 0 0,1 23 0,-3 19 0,0-54-32,0 0 0,0 0 0,0 1 1,0-1-1,0 0 0,0 0 0,0 1 0,0-1 0,0 0 0,-1 0 1,1 0-1,0 1 0,0-1 0,0 0 0,0 0 0,0 0 0,-1 1 1,1-1-1,0 0 0,0 0 0,0 0 0,-1 0 0,1 0 0,0 1 1,0-1-1,0 0 0,-1 0 0,1 0 0,0 0 0,0 0 0,-1 0 1,1 0-1,0 0 0,0 0 0,-1 0 0,1 0 0,0 0 0,-1 0 0,-14-3-2862,-10-9-2851,22 9 4551,1 0 0,0 0 1,0 0-1,0-1 0,0 1 0,1 0 1,-1-1-1,1 1 0,0-1 0,-1-5 1,1 3-847,-6-10-2353</inkml:trace>
</inkml:ink>
</file>

<file path=ppt/ink/ink2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50.347"/>
    </inkml:context>
    <inkml:brush xml:id="br0">
      <inkml:brushProperty name="width" value="0.035" units="cm"/>
      <inkml:brushProperty name="height" value="0.035" units="cm"/>
      <inkml:brushProperty name="color" value="#FF0066"/>
    </inkml:brush>
  </inkml:definitions>
  <inkml:trace contextRef="#ctx0" brushRef="#br0">87 137 528,'-17'0'3854,"-21"-1"7027,36 1-10137,0-1 0,1 1-1,-1 0 1,0-1 0,0 0-1,0 1 1,1-1 0,-1 0-1,1 0 1,-1 0 0,0 0-1,1 0 1,0 0 0,-1-1-1,-1-1 1,3 3-669,-1-1 1,1 0 0,0 1-1,-1-1 1,1 0-1,0 1 1,-1-1-1,1 0 1,0 1 0,0-1-1,0 0 1,0 0-1,0 1 1,0-1-1,0 0 1,0 0 0,0 1-1,0-1 1,0 0-1,0 0 1,0 1-1,0-1 1,1 0 0,-1 1-1,0-1 1,1 0-1,-1 1 1,0-1-1,1 0 1,-1 1 0,1-1-1,-1 1 1,1-1-1,-1 1 1,1-1-1,0 1 1,-1-1 0,1 1-1,0-1 1,-1 1-1,1 0 1,1-1-1,33-14 2281,-12 10-2356,44-5 0,-26 4 0,148-9 3,-103 10-31,58 0-1994,-50 9-3142,-81-4 3536,0-1-1,0 0 1,0 0 0,0-1-1,-1-1 1,1 0 0,12-6-1,11-1-3848,-4 4 1258</inkml:trace>
</inkml:ink>
</file>

<file path=ppt/ink/ink2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50.995"/>
    </inkml:context>
    <inkml:brush xml:id="br0">
      <inkml:brushProperty name="width" value="0.035" units="cm"/>
      <inkml:brushProperty name="height" value="0.035" units="cm"/>
      <inkml:brushProperty name="color" value="#FF0066"/>
    </inkml:brush>
  </inkml:definitions>
  <inkml:trace contextRef="#ctx0" brushRef="#br0">152 142 408,'-28'10'9798,"-22"-3"-2710,19-4-2848,17-3-2066,13 0-1803,-1 0 1,1-1 0,-1 1 0,0 0 0,1 0-1,-1 0 1,1 0 0,-1 0 0,1 1-1,-1-1 1,1 0 0,-1 1 0,1-1-1,-1 1 1,1 0 0,-3 2 2296,22-3-2225,97-10-443,-28 3 0,144-18 0,-215 22 0,-9 3 0,-1-1 0,1-1 0,0 1 0,0-1 0,-1-1 0,1 1 0,7-5 0,-1 0-502,-11 6 295,0 0 0,0 0 0,0 0 0,0 0 0,0 0 0,-1-1 0,1 1 0,3-4 0,-6 4 33,1 0 0,-1 0 0,1 0 0,-1 1 0,1-1 0,-1 0 0,1 0 0,-1 1 0,0-1 0,1 0 0,-1 0 0,0 1 0,1-1 0,-1 1 0,0-1 0,0 1 0,0-1 0,0 1 0,-1-1 0,-23-10-1524,-20 0 128,-30-5 962,7 5 780,-6-1 2124,25 8 4657,49 3-6731,-1-1-146,18 0-74,69 7-2,-28-1 0,0 2 0,93 21 0,-138-24 0,0 1 0,19 9 0,10 4 0,-38-16 0,-1 1 0,1-1 0,-1 1 0,0 0 0,0 0 0,0 0 0,0 1 0,0-1 0,0 1 0,-1 0 0,1 0 0,-1-1 0,0 2 0,0-1 0,0 0 0,2 5 0,-4-5 0,0 0 0,-1-1 0,0 1 0,1 0 0,-1-1 0,0 1 0,0 0 0,-1-1 0,1 1 0,0-1 0,-1 0 0,-2 4 0,-10 6-61,-1-1 0,0-1 0,-22 12 0,-25 17-362,-62 51-8261,115-84 6851,1 0 0,-1-1 0,-17 8 0,-6 3-3090,31-15 3837,-5-1-743,2 0-3247,-3 0 3010</inkml:trace>
</inkml:ink>
</file>

<file path=ppt/ink/ink2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52.741"/>
    </inkml:context>
    <inkml:brush xml:id="br0">
      <inkml:brushProperty name="width" value="0.035" units="cm"/>
      <inkml:brushProperty name="height" value="0.035" units="cm"/>
      <inkml:brushProperty name="color" value="#FF0066"/>
    </inkml:brush>
  </inkml:definitions>
  <inkml:trace contextRef="#ctx0" brushRef="#br0">738 110 1232,'2'1'885,"0"-1"1,0 0-1,0 0 0,0 1 0,0-1 0,0 1 1,-1-1-1,1 1 0,2 1 0,5 1 4523,2-1 5098,-20 8-4923,2-7-5473,1 1 0,-1-1-1,0 0 1,0 0 0,0-1-1,0 0 1,0 0 0,-1-1-1,-10 1 1,-1 1-21,3-1-89,-1 2 0,0-2 0,-21 1 0,34-3 0,1 0 0,0 0 0,-1 0 0,1-1 0,0 1 0,0-1 0,-1 0 0,1 0 0,0 0 0,0 0 0,0 0 0,0-1 0,0 1 0,0-1 0,0 0 0,1 0 0,-1 0 0,-2-3 0,4 4 0,0 0 0,0 0 0,0 0 0,1-1 0,-1 1 0,0 0 0,1-1 0,-1 1 0,1 0 0,-1-1 0,1 1 0,0-1 0,0 1 0,-1 0 0,1-1 0,0 1 0,0-1 0,0 1 0,1-1 0,0-2 0,-1 2 0,2-1 0,-1 0 0,0 1 0,1 0 0,-1-1 0,1 1 0,-1 0 0,1-1 0,0 1 0,3-2 0,5-4 0,0 1 0,0 0 0,0 0 0,13-4 0,1 1 0,1 1 0,0 2 0,0 0 0,0 2 0,36-4 0,-50 9 0,0 0 0,0 0 0,0 1 0,0 1 0,-1 0 0,1 0 0,0 1 0,-1 0 0,1 1 0,-1 0 0,0 1 0,10 6 0,-17-9 0,1 0 0,-1 0 0,0 1 0,0-1 0,0 1 0,0 0 0,-1 0 0,1 0 0,-1 0 0,0 0 0,0 1 0,0-1 0,0 1 0,0-1 0,-1 1 0,0 0 0,2 4 0,-2-2 0,-1 0 0,0 0 0,1 0 0,-2 0 0,1 0 0,-1 0 0,0 0 0,0 0 0,-1 0 0,-2 6 0,-5 10 0,-1 0 0,-2-1 0,0 0 0,-23 29 0,15-24 0,-1-1 0,-2-1 0,-39 33 0,16-21 0,-59 36 0,75-56 0,-60 24 0,59-27 0,1-2 0,-2-1 0,1-1 0,-1-1 0,-1-2 0,-34 1 0,48-6 0,-1-1 0,0-1 0,1 0 0,-1-2 0,1 0 0,0-2 0,-28-9 0,43 12 0,-1-1 0,1 1 0,0-1 0,0 0 0,1-1 0,-1 1 0,1-1 0,-1 1 0,1-1 0,0 0 0,1 0 0,-5-8 0,7 10 0,-1 1 0,1-1 0,0 1 0,0 0 0,0-1 0,1 1 0,-1-1 0,0 1 0,1 0 0,-1-1 0,0 1 0,1 0 0,0 0 0,-1-1 0,1 1 0,0 0 0,-1 0 0,1 0 0,0 0 0,0 0 0,0 0 0,0 0 0,0 0 0,0 0 0,0 0 0,1 0 0,-1 1 0,2-2 0,1-1 0,1 0 0,0 1 0,0-1 0,0 1 0,9-3 0,33-1 0,-1 2 0,1 1 0,0 3 0,53 7 0,-68-5 0,136 19 0,-68-6 0,9 2 0,33 3 0,-119-18-1925,1-1 1,47-4-1,-60 2 1076,1-1 0,-1-1 0,1 0 0,-1-1 0,0 0 0,0 0 0,0-2 0,10-5 0,-21 10 787,15-7-4297,-2-2-1,16-12 0,-12 6-283</inkml:trace>
</inkml:ink>
</file>

<file path=ppt/ink/ink2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4:53.113"/>
    </inkml:context>
    <inkml:brush xml:id="br0">
      <inkml:brushProperty name="width" value="0.035" units="cm"/>
      <inkml:brushProperty name="height" value="0.035" units="cm"/>
      <inkml:brushProperty name="color" value="#FF0066"/>
    </inkml:brush>
  </inkml:definitions>
  <inkml:trace contextRef="#ctx0" brushRef="#br0">185 7 3361,'0'-1'227,"0"1"1,0 0-1,-1-1 1,1 1-1,0 0 1,0-1-1,0 1 1,-1 0 0,1-1-1,0 1 1,-1 0-1,1-1 1,0 1-1,-1 0 1,1 0-1,0 0 1,-1-1-1,1 1 1,0 0-1,-1 0 1,1 0 0,0 0-1,-1 0 1,1-1-1,-1 1 1,1 0-1,0 0 1,-1 0-1,1 0 1,-1 0-1,1 0 1,0 1-1,-1-1 1,1 0 0,-1 0-1,1 0 1,0 0-1,-1 0 1,1 0-1,-1 1 1,1-1-1,-1 0 1,-22 9 6256,19-7-4311,2-1-1968,1 0 0,-1 0 0,1 0 0,-1 0 0,1 0-1,-1 0 1,1 0 0,-1 1 0,1-1 0,0 0 0,0 1 0,0 0 0,0-1 0,0 1 0,0-1 0,0 1 0,1 0 0,-1 0-1,0-1 1,1 1 0,0 0 0,-1 0 0,1 0 0,0 0 0,0 0 0,0-1 0,0 1 0,1 3 0,-1-2 59,0 0 0,0 0 1,1-1-1,-1 1 0,1 0 1,0 0-1,0 0 0,0-1 1,0 1-1,0 0 0,0-1 1,1 1-1,0-1 0,-1 0 1,1 1-1,0-1 0,0 0 1,3 3-1,-1-3-264,0 1 0,0-1 0,1 1 0,-1-1 0,1 0 0,-1-1 0,1 1 0,0-1 0,-1 0 0,1 0 0,0-1 0,0 1 0,0-1 0,0 0 0,9-1 0,-12 1 0,1-1 0,0 1 0,0-1 0,0 1 0,0-1 0,-1 0 0,1 0 0,0 0 0,-1 0 0,1-1 0,-1 1 0,1-1 0,-1 0 0,0 1 0,1-1 0,-1 0 0,0 0 0,0 0 0,3-5 0,-5 6 0,1 1 0,-1-1 0,0 1 0,1-1 0,-1 1 0,0-1 0,0 0 0,1 1 0,-1-1 0,0 0 0,0 1 0,0-1 0,0 0 0,0 1 0,0-1 0,0 0 0,0 1 0,0-1 0,0 0 0,0 1 0,0-1 0,0 0 0,0 1 0,-1-1 0,1 0 0,0 1 0,-1-1 0,1 1 0,0-1 0,-1 0 0,1 1 0,-1-1 0,1 1 0,0-1 0,-1 1 0,0-1 0,1 1 0,-1 0 0,1-1 0,-1 1 0,1 0 0,-2-1 0,-1-2 0,-4-4 0,-1 1 0,1 0 0,-1 1 0,0-1 0,-1 1 0,-14-6 0,20 10 0,-1-1 0,1 1 0,-1 0 0,0 0 0,0 1 0,0-1 0,1 1 0,-1 0 0,0 0 0,0 0 0,0 0 0,0 1 0,0-1 0,1 1 0,-1 0 0,0 0 0,0 0 0,1 1 0,-7 3 0,-33 20-1294,18-14-2080,2-1-3432,17-8 251,-2-2 4439,5-1 442,-7 1-4073</inkml:trace>
</inkml:ink>
</file>

<file path=ppt/ink/ink2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07.661"/>
    </inkml:context>
    <inkml:brush xml:id="br0">
      <inkml:brushProperty name="width" value="0.035" units="cm"/>
      <inkml:brushProperty name="height" value="0.035" units="cm"/>
      <inkml:brushProperty name="color" value="#FF0066"/>
    </inkml:brush>
  </inkml:definitions>
  <inkml:trace contextRef="#ctx0" brushRef="#br0">234 101 1680,'-19'0'5824,"-34"0"13268,26 0-13904,25 0-4888,-7 0 380,2 0-677,5-1-3,1 1 0,-1 0 0,1 0 0,0-1 0,-1 1 0,1-1 0,0 1 0,-1-1 0,1 0 0,0 1 0,0-1 0,0 0 0,-2-1 0,-4-5 0,5 5 0,-9-17 0,9-13 0,2 31 0,1 0 0,-1 0 0,1 0 0,-1 0 0,1 0 0,0 0 0,0 0 0,-1 1 0,1-1 0,0 0 0,0 0 0,0 0 0,0 1 0,0-1 0,0 1 0,0-1 0,0 0 0,0 1 0,0 0 0,1-1 0,1 1 0,27-9 0,-7 6 0,-1 1 0,0 0 0,1 2 0,-1 1 0,0 0 0,1 2 0,36 9 0,-53-11 0,0 1 0,0 1 0,0-1 0,0 1 0,-1 0 0,1 0 0,-1 1 0,9 6 0,-12-8 0,0 0 0,0 0 0,0 0 0,0 0 0,-1 0 0,1 0 0,-1 0 0,1 0 0,-1 1 0,0-1 0,0 1 0,0-1 0,0 1 0,0-1 0,0 1 0,-1-1 0,1 1 0,-1 0 0,0-1 0,0 1 0,0 0 0,0 3 0,-4 6 0,1 0 0,-1-1 0,-1 0 0,0 1 0,-1-1 0,0-1 0,-1 1 0,-10 12 0,-73 76 0,52-59 0,-137 137 0,115-119 0,54-53 0,7-9 0,16-11 0,16-13 0,-7 13 0,1 1 0,0 1 0,1 1 0,0 2 0,39-9 0,153-19 0,-190 34 0,7 1 0,0 1 0,43 4 0,-1 1 0,-3 2-816,-71-6-833,-1-1 0,1 1 1,-1-1-1,1 0 0,-1 0 1,5-3-1,27-16-5400,-35 20 6868,20-18-6216,-16 13 4795,5-5-2467</inkml:trace>
</inkml:ink>
</file>

<file path=ppt/ink/ink2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07.965"/>
    </inkml:context>
    <inkml:brush xml:id="br0">
      <inkml:brushProperty name="width" value="0.035" units="cm"/>
      <inkml:brushProperty name="height" value="0.035" units="cm"/>
      <inkml:brushProperty name="color" value="#FF0066"/>
    </inkml:brush>
  </inkml:definitions>
  <inkml:trace contextRef="#ctx0" brushRef="#br0">261 38 2184,'-2'-3'809,"1"1"-75,-1 0-1,1 0 1,-1 0 0,0 0 0,1 0 0,-1 0-1,0 0 1,0 0 0,0 1 0,0-1 0,-1 1-1,1 0 1,0 0 0,-1-1 0,1 1 0,-8-3 4145,3 1-2977,6 3-1813,0 0 1,1 0-1,-1 0 0,0 0 0,1 1 0,-1-1 0,0 0 0,1 0 0,-1 0 1,0 1-1,1-1 0,-1 1 0,1-1 0,-1 0 0,0 1 0,1-1 0,-1 1 1,1-1-1,-1 1 0,1-1 0,0 1 0,-1-1 0,1 1 0,0 0 0,-1 0 1,-4 22 3715,5-19-3339,0 0 1,1-1-1,-1 1 0,1 0 0,-1-1 1,1 1-1,0-1 0,0 1 0,1-1 1,2 7-1,3-3-466,0 0 0,1 0 0,-1 0 0,2-1 0,-1 0 0,0 0 0,1-1 0,10 4 0,81 30 0,-71-28 0,46 13 0,-44-16 0,-1 2 0,0 1 0,56 31 0,-74-35 0,-6-4 0,-1-1 0,0 1 0,-1 1 0,1-1 0,0 0 0,-1 1 0,0 0 0,0 0 0,0 0 0,0 1 0,-1 0 0,5 6 0,-8-10 0,0 1 0,0-1 0,-1 0 0,1 1 0,0-1 0,0 0 0,-1 0 0,1 1 0,-1-1 0,1 0 0,-1 0 0,1 0 0,-1 1 0,0-1 0,0 0 0,0 0 0,1 0 0,-1 0 0,0 0 0,0-1 0,-2 2 0,-25 19 0,5-12 0,-1 0 0,0-2 0,0-1 0,-37 5 0,25-5 0,-289 28-5904,306-33 5588,-1 0-2466,-1-1-1,-24-4 1,-11-8-8207,39 7 6251</inkml:trace>
</inkml:ink>
</file>

<file path=ppt/ink/ink2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08.524"/>
    </inkml:context>
    <inkml:brush xml:id="br0">
      <inkml:brushProperty name="width" value="0.035" units="cm"/>
      <inkml:brushProperty name="height" value="0.035" units="cm"/>
      <inkml:brushProperty name="color" value="#FF0066"/>
    </inkml:brush>
  </inkml:definitions>
  <inkml:trace contextRef="#ctx0" brushRef="#br0">11 226 3793,'0'0'352,"-1"0"-1,0-1 1,1 1 0,-1-1 0,0 1 0,1-1 0,-1 0-1,0 1 1,1-1 0,-1 0 0,1 1 0,-1-1-1,1 0 1,0 1 0,-1-1 0,1 0 0,0 0-1,-1 0 1,1 0 0,0 1 0,0-1 0,0 0 0,0 0-1,0 0 1,0 0 0,0 1 0,0-1 0,0 0-1,0 0 1,0 0 0,0 0 0,1 1 0,-1-1 0,0 0-1,1 0 1,-1 0 0,1 0 0,1-2 175,-1 1-1,1 0 1,0 0 0,-1 0-1,1 0 1,0 0 0,1 0-1,-1 0 1,0 1 0,5-3 0,26-11 1302,2 1 0,63-17 1,79-7-1381,-93 21-172,95-11-209,-117 20-76,25-3-1478,120 0 0,-206 11 1364,-1 0 199,0 1 0,0-1 0,-1 0 0,1 1 0,0-1 0,0 0 0,0 0 0,0 1 0,-1-1 0,1 0 0,0 0 0,0 1 0,-1-1 0,1 0 0,0 0 0,0 0 0,-1 1 0,1-1 0,0 0 0,-1 0 0,1 0 0,0 0 0,-1 0 0,1 0 0,0 0 0,-1 1 0,1-1 0,0 0 0,-1 0 0,1 0 0,0 0 0,-1-1 0,1 1 1,-1 0-2,1 0 26,-14 4 2083,13-4-2151,1 0-1,0 0 1,0 0 0,0 0 0,-1 0 0,1 0 0,0 0-1,0 1 1,0-1 0,0 0 0,0 0 0,-1 0 0,1 0-1,0 0 1,0 1 0,0-1 0,0 0 0,0 0 0,0 0 0,0 1-1,0-1 1,0 0 0,0 0 0,0 0 0,0 1 0,0-1-1,0 0 1,0 0 0,0 0 0,0 1 0,0-1 0,0 0-1,0 1 1,12 9 465,62 17-499,-63-20 0,0-2 0,0 1 0,14 3 0,1 7 0,-18-11 0,-1 0 0,-4-1 0,2-2 0,-3 2 0,-3 17 0,1-18 0,-1 0 0,1 0 0,0 1 0,0-1 0,1 0 0,-1 0 0,0 0 0,1 0 0,0 0 0,0 0 0,0 0 0,0 0 0,0 0 0,2 2 0,6 13 0,-8-15 0,1 0 0,-1 0 0,1 0 0,-1 0 0,1-1 0,4 5 0,10 18 0,-14-21 0,0-1 0,0 1 0,0-1 0,1 1 0,-1-1 0,4 3 0,19 23 0,-21-22 0,1-1 0,0 0 0,0-1 0,11 10 0,0-2 0,0 1 0,-1 0 0,-1 1 0,0 0 0,-1 2 0,-1-1 0,21 37 0,-31-49 0,-1 0 0,0-1 0,1 1 0,-1 0 0,0 0 0,0 5 0,-1-7 0,1-1 0,-1 0 0,0 1 0,0-1 0,0 0 0,0 1 0,-1-1 0,1 0 0,0 0 0,0 1 0,-1-1 0,1 0 0,-1 0 0,1 1 0,-1-1 0,1 0 0,-1 0 0,0 0 0,0 0 0,1 0 0,-1 0 0,0 0 0,-2 1 0,-2 1-393,0 0 0,0 0 0,-1-1 0,1 0 0,-1 0 0,0 0 0,0-1 0,1 1 0,-1-2 0,0 1 0,-8 0 0,11-1 154,1-1 1,-1 1-1,1 0 0,0-1 0,-1 1 0,1-1 0,-1 0 1,1 0-1,0 0 0,0 0 0,-1 0 0,1 0 0,0-1 0,0 1 1,0-1-1,1 1 0,-1-1 0,0 0 0,0 0 0,1 0 1,-1 0-1,1 0 0,0 0 0,0 0 0,-1 0 0,2-1 0,-1 1 1,0 0-1,0-1 0,0-2 0,-2-32-11395,-4 17 5686</inkml:trace>
</inkml:ink>
</file>

<file path=ppt/ink/ink2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08.927"/>
    </inkml:context>
    <inkml:brush xml:id="br0">
      <inkml:brushProperty name="width" value="0.035" units="cm"/>
      <inkml:brushProperty name="height" value="0.035" units="cm"/>
      <inkml:brushProperty name="color" value="#FF0066"/>
    </inkml:brush>
  </inkml:definitions>
  <inkml:trace contextRef="#ctx0" brushRef="#br0">671 27 4889,'0'-2'290,"0"1"0,0 0-1,0 0 1,0 0 0,0 0 0,-1-1-1,1 1 1,0 0 0,-1 0 0,1 0-1,-1 0 1,1 0 0,-1 0-1,0-1 1,0 1 319,0 0 0,0 0 0,0 1 0,0-1 0,0 0 0,0 1 0,-1-1 0,1 0 0,0 1 0,0 0 0,0-1 0,-1 1 0,1 0 0,0-1 0,0 1 0,-1 0 0,-1 0 0,-27 5 9409,13 2-7466,6-2-2552,1 2 0,0-1 0,0 2 0,1-1 0,0 1 0,0 0 0,1 1 0,0 0 0,0 1 0,-8 14 0,-8 15 0,-25 59 0,28-55 0,0 3 0,2 1 0,2 1 0,3 1 0,-15 82 0,-12 52 0,32-148 0,6-22 0,-1 0 0,0 1 0,-11 21 0,8-20-745,-1-1-1,-1 0 1,0-1-1,-1 0 1,-15 15-1,22-25 491,0 0-1,0 0 0,0-1 0,0 1 0,-1-1 0,1 0 1,-1 0-1,1 0 0,-1 0 0,0-1 0,0 1 1,0-1-1,0 0 0,0 0 0,0-1 0,0 1 0,0-1 1,0 0-1,-1 0 0,1 0 0,0 0 0,0-1 1,0 0-1,0 0 0,0 0 0,-5-2 0,-10-11-8040,12 8 5681,-10-5-3180</inkml:trace>
</inkml:ink>
</file>

<file path=ppt/ink/ink2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09.080"/>
    </inkml:context>
    <inkml:brush xml:id="br0">
      <inkml:brushProperty name="width" value="0.035" units="cm"/>
      <inkml:brushProperty name="height" value="0.035" units="cm"/>
      <inkml:brushProperty name="color" value="#FF0066"/>
    </inkml:brush>
  </inkml:definitions>
  <inkml:trace contextRef="#ctx0" brushRef="#br0">27 100 3489,'-4'-4'2381,"1"0"1,-1-1-1,1 0 1,0 1-1,1-1 1,-4-8-1,6 12-1872,-1-1 0,1 1 0,0-1 0,0 1 0,0 0 0,0-1 0,0 1 0,0-1-1,0 1 1,0-1 0,0 1 0,1-2 0,0 1-285,0 1-1,-1-1 0,1 1 0,0 0 1,0-1-1,0 1 0,0 0 0,0 0 1,0 0-1,0 0 0,0 0 1,1 0-1,1-1 0,8-6 1220,-9 6-1414,0 1-1,0 0 1,0-1 0,1 1 0,-1 0 0,0 0 0,0 0 0,0 0-1,1 1 1,-1-1 0,1 0 0,-1 1 0,0 0 0,1 0 0,4 0-1,79 6-4665,-31-1 333,-30-2-296,41 9 1,-38-6 589,13 4-1276</inkml:trace>
</inkml:ink>
</file>

<file path=ppt/ink/ink2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09.249"/>
    </inkml:context>
    <inkml:brush xml:id="br0">
      <inkml:brushProperty name="width" value="0.035" units="cm"/>
      <inkml:brushProperty name="height" value="0.035" units="cm"/>
      <inkml:brushProperty name="color" value="#FF0066"/>
    </inkml:brush>
  </inkml:definitions>
  <inkml:trace contextRef="#ctx0" brushRef="#br0">66 0 3417,'-13'17'5583,"-17"19"14650,15-25-16699,7-1-3534,8-5 0,0-5 0,0 1 0,0-1 0,1 0 0,-1 1 0,0-1 0,0 1 0,0-1 0,1 0 0,-1 1 0,0-1 0,1 0 0,-1 1 0,0-1 0,1 0 0,-1 0 0,0 1 0,1-1 0,-1 0 0,0 0 0,1 0 0,-1 0 0,1 1 0,-1-1 0,0 0 0,1 0 0,-1 0 0,1 0 0,-1 0 0,0 0 0,1 0 0,-1 0 0,1 0 0,-1 0 0,1 0 0,-1 0 0,1-1 0,0 1 0,0 0-315,1 1 0,-1-1 0,1 0 0,-1 0-1,1 0 1,-1 0 0,0 0 0,1 0 0,-1 0 0,1 0 0,-1 0 0,1-1 0,-1 1-1,0-1 1,1 1 0,-1-1 0,0 1 0,1-1 0,-1 0 0,0 0 0,0 0 0,0 0-1,0 0 1,0 0 0,2-1 0,3-3-2338,12-11-9811,-9 5 5960</inkml:trace>
</inkml:ink>
</file>

<file path=ppt/ink/ink2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09.844"/>
    </inkml:context>
    <inkml:brush xml:id="br0">
      <inkml:brushProperty name="width" value="0.035" units="cm"/>
      <inkml:brushProperty name="height" value="0.035" units="cm"/>
      <inkml:brushProperty name="color" value="#FF0066"/>
    </inkml:brush>
  </inkml:definitions>
  <inkml:trace contextRef="#ctx0" brushRef="#br0">49 16 1176,'-1'-2'12207,"-6"-1"-8665,-34-8 11943,44 12-15459,-1 1 0,0 0 0,0-1 0,0 1 0,0 0 0,0 0 0,0 0 0,-1 0 0,1 0 0,-1 0 0,1 1 0,1 4 0,5 5-7,10 11-19,-1 1 0,16 29 0,-26-41 0,-1 1 0,-1 0 0,0 0 0,-1 0 0,0 1 0,3 23 0,-3-5 0,-2 0 0,-2 0 0,-3 35 0,1-19 0,1-26 0,-6 39 0,-5 11 0,-9 39 0,15-79 0,5-23 0,-1 0 0,0-1 0,-4 13 0,2-12-1073,1-1-1,0 2 1,0-1 0,-1 11 0</inkml:trace>
</inkml:ink>
</file>

<file path=ppt/ink/ink2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0.057"/>
    </inkml:context>
    <inkml:brush xml:id="br0">
      <inkml:brushProperty name="width" value="0.035" units="cm"/>
      <inkml:brushProperty name="height" value="0.035" units="cm"/>
      <inkml:brushProperty name="color" value="#FF0066"/>
    </inkml:brush>
  </inkml:definitions>
  <inkml:trace contextRef="#ctx0" brushRef="#br0">210 449 1616,'-25'-3'3048,"3"1"199,-1-1 0,1-1 0,0 0 0,0-2 0,-32-13 0,53 19-3035,0-1-1,0 1 0,0-1 0,-1 1 0,1-1 0,0 0 0,0 1 1,0-1-1,0 0 0,0 0 0,1 1 0,-1-1 0,0 0 0,0 0 0,0 0 1,1 0-1,-1 0 0,1 0 0,-1-1 0,1 1 0,-1 0 0,0-2 0,1 1-82,0 1-1,1 0 1,-1-1-1,0 1 1,1 0-1,-1 0 1,1-1 0,-1 1-1,1 0 1,-1 0-1,1 0 1,0 0-1,0 0 1,0-1-1,-1 1 1,1 1-1,2-2 1,3-4 98,1 1 1,1 0-1,-1 0 1,14-6 0,29-12-155,2 3 1,66-17 0,113-17 10,-120 31-76,557-112-591,-563 121-1344,18-4-6624,-116 16 7517,31-4-5931,-16 8-1737,-13-2 4105</inkml:trace>
</inkml:ink>
</file>

<file path=ppt/ink/ink2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0.397"/>
    </inkml:context>
    <inkml:brush xml:id="br0">
      <inkml:brushProperty name="width" value="0.035" units="cm"/>
      <inkml:brushProperty name="height" value="0.035" units="cm"/>
      <inkml:brushProperty name="color" value="#FF0066"/>
    </inkml:brush>
  </inkml:definitions>
  <inkml:trace contextRef="#ctx0" brushRef="#br0">388 0 1448,'-5'2'1653,"-1"1"0,1 0 0,0 0 0,0 0-1,0 0 1,0 1 0,-5 5 0,-21 14 3670,28-21-4903,-47 33 5261,46-32-5200,0 1 0,0-1 0,0 1-1,0 0 1,1 0 0,0 1-1,0-1 1,0 1 0,-3 5 0,-26 56 380,24-54-761,1 0 1,1 1-1,0-1 0,1 1 1,0 1-1,1-1 0,1 0 0,0 1 1,-2 20-1,5-29-100,0 1 0,-1-1 0,2 0 0,-1 0 0,1 0 0,-1 1 0,1-1 0,1 0 0,-1 0 0,1 0 0,0-1 0,0 1 0,0 0 0,1-1 0,0 1 0,-1-1 0,2 0 0,5 7 0,-2-4 0,0-1 0,0 0 0,1-1 0,0 1 0,16 7 0,-19-11 0,-1-1 0,0 1 0,0-1 0,1 0 0,-1 0 0,0-1 0,1 1 0,-1-1 0,1 0 0,-1 0 0,1-1 0,-1 1 0,1-1 0,6-2 0,-7 2 0,-1 0 0,0 0 0,0-1 0,0 1 0,0-1 0,0 0 0,0 0 0,0 0 0,0 0 0,-1 0 0,1-1 0,-1 1 0,1-1 0,-1 1 0,0-1 0,0 0 0,0 0 0,-1 0 0,1 0 0,-1-1 0,1 1 0,-1 0 0,0-1 0,-1 1 0,1 0 0,0-1 0,-1 1 0,0-1 0,0 1 0,0-1 0,0 1 0,0-1 0,-1 1 0,0-1 0,1 1 0,-1 0 0,-1-1 0,1 1 0,0 0 0,-1 0 0,1 0 0,-4-5 0,-8-8 0,-1 0 0,0 1 0,0 1 0,-20-15 0,11 9 0,12 11 0,-1 1 0,0 0 0,0 1 0,-1 1 0,1 0 0,-1 0 0,-1 1 0,1 1 0,-25-5 0,33 9-52,0-1 0,0 1 0,0 1 0,1-1 0,-1 1-1,0 0 1,0 0 0,0 0 0,1 1 0,-1 0 0,1 0 0,-1 0 0,1 0 0,0 1 0,0-1 0,-4 4-1,7-5-119,1-1 1,0 0-1,0 0 0,-1 1 0,1-1 0,0 0 0,0 1 0,0-1 0,-1 0 0,1 1 0,0-1 0,0 0 0,0 1 0,0-1 0,0 0 0,0 1 0,0-1 0,0 1 0,0-1 0,0 0 0,0 1 0,0-1 0,0 0 0,0 1 0,0-1 0,0 1 0,0-1 0,1 0 0,-1 1 0,0-1 0,0 0 0,0 1 0,0-1 0,1 0 0,-1 0 0,0 1 0,0-1 0,1 0 0,-1 0 0,0 1 0,1-1 0,-1 0 0,0 0 0,1 0 0,-1 1 0,0-1 0,1 0 0,-1 0 0,0 0 0,1 0 0,-1 0 0,1 0 0,-1 0 1,0 0-1,1 0 0,-1 0 0,0 0 0,1 0 0,-1 0 0,1 0 0,24 0-5128,49-9-4806,-49 9 6554</inkml:trace>
</inkml:ink>
</file>

<file path=ppt/ink/ink2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0.808"/>
    </inkml:context>
    <inkml:brush xml:id="br0">
      <inkml:brushProperty name="width" value="0.035" units="cm"/>
      <inkml:brushProperty name="height" value="0.035" units="cm"/>
      <inkml:brushProperty name="color" value="#FF0066"/>
    </inkml:brush>
  </inkml:definitions>
  <inkml:trace contextRef="#ctx0" brushRef="#br0">58 45 2657,'1'15'17854,"2"3"-9627,-2-10-7656,1 0 1,1 0-1,-1 0 0,1 0 1,1-1-1,4 9 1,43 88-536,-11-21-43,-8-24 7,35 70 0,-59-108 0,-1 0 0,7 36 0,-9-36 0,-4 14 0,-1-22 0,0-12 0,0-1 0,0 0 0,0 1 0,0-1 0,0 0 0,0 0 0,0 1 0,0-1 0,0 0 0,0 1 0,0-1 0,0 0 0,0 0 0,0 1 0,-1-1 0,1 0 0,0 0 0,0 1 0,0-1 0,0 0 0,-1 0 0,1 1 0,0-1 0,0 0 0,0 0 0,-1 0 0,1 0 0,0 1 0,0-1 0,-1 0 0,1 0 0,0 0 0,-1 0 0,1 0 0,0 0 0,0 0 0,-1 0 0,1 0 0,0 0 0,-1 0 0,1 0 0,0 0 0,0 0 0,-1 0 0,1 0 0,0 0 0,-1 0 0,1 0 0,0 0 0,0 0 0,-1 0 0,1 0 0,-1-1 0,0 1 0,0-1 0,0 1 0,0-1 0,0 0 0,0 1 0,1-1 0,-1 0 0,0 0 0,0 1 0,0-1 0,1 0 0,-1 0 0,-1-2 0,0-1 0,0 1 0,0-1 0,0 1 0,0-1 0,-1 1 0,-3-4 0,2 4 0,1 0 0,1-1 0,-1 0 0,0 1 0,1-1 0,0 0 0,-3-7 0,-24-61 0,17 46 0,1 0 0,-13-53 0,6 11 0,11 47 0,1 0 0,-3-26 0,-2-69 0,4 87 0,4 21 0,2 0 0,-1 0 0,1 1 0,-1-12 0,2 9 0,-1 7 0,1 1 0,0 0 0,-1 0 0,1-1 0,0 1 0,0 0 0,1-1 0,-1 1 0,0 0 0,1 0 0,-1-1 0,1 1 0,0 0 0,0 0 0,0 0 0,0 0 0,0 0 0,0 0 0,2-2 0,-3 3 0,1 1 0,-1 0 0,1-1 0,-1 1 0,1 0 0,-1 0 0,1 0 0,-1-1 0,1 1 0,-1 0 0,1 0 0,-1 0 0,1 0 0,-1 0 0,1 0 0,-1 0 0,1 0 0,-1 0 0,1 0 0,-1 0 0,1 0 0,-1 0 0,1 1 0,-1-1 0,1 0 0,-1 0 0,1 0 0,-1 1 0,1-1 0,-1 1 0,4 0 0,-1 0 0,0 0 0,0 0 0,0 1 0,0-1 0,0 1 0,0 0 0,-1 0 0,1 0 0,-1 0 0,1 0 0,-1 1 0,0-1 0,0 1 0,0 0 0,0-1 0,0 1 0,0 0 0,-1 0 0,1 0 0,-1 0 0,0 0 0,0 1 0,0-1 0,-1 0 0,1 0 0,-1 1 0,0 4 0,0-1 0,0 0 0,-1 1 0,0-1 0,-1 0 0,1 0 0,-1 0 0,-1 0 0,1 0 0,-1-1 0,-1 1 0,1-1 0,-6 9 0,8-14 0,-17 25-593,-1-1 0,-1-1 0,-30 29-1,43-46-1074,0 0 0,0 0 0,-6 9-1,5-5-4044,8-11 5549,0 0-1,0 1 1,0-1 0,0 0-1,0 0 1,0 0 0,0 0-1,0 1 1,0-1 0,0 0-1,0 0 1,0 0 0,0 0-1,0 1 1,0-1 0,0 0-1,0 0 1,0 0 0,0 0-1,0 1 1,0-1 0,0 0-1,0 0 1,0 0 0,0 0-1,0 0 1,2 1-1479,-2 0 1479,0-1-1,0 0 1,0 0 0,1 0-1,-1 0 1,0 0 0,0 0-1,0 0 1,0 0 0,1 0-1,-1 0 1,0 0 0,0 0-1,0 0 1,0 0 0,1 0-1,-1 0 1,0 0 0,0 0-1,0-1 1</inkml:trace>
</inkml:ink>
</file>

<file path=ppt/ink/ink2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1.190"/>
    </inkml:context>
    <inkml:brush xml:id="br0">
      <inkml:brushProperty name="width" value="0.035" units="cm"/>
      <inkml:brushProperty name="height" value="0.035" units="cm"/>
      <inkml:brushProperty name="color" value="#FF0066"/>
    </inkml:brush>
  </inkml:definitions>
  <inkml:trace contextRef="#ctx0" brushRef="#br0">538 7 3489,'-7'-1'2271,"0"-1"1,0 1 0,1 0 0,-1 0-1,-8 1 1,5 0-38,0 1 0,0 0 0,-10 3 0,-29 11 2806,4 6-3485,33-14-1537,0-1 0,0 2 1,1 0-1,1 0 0,-1 1 1,1 0-1,-9 11 0,15-16-19,1 0 0,0 1-1,0-1 1,1 0 0,-1 1-1,1-1 1,0 1 0,0 0-1,0 0 1,1 0 0,-1 0-1,1 0 1,1 0 0,-1 0-1,1 1 1,0-1 0,0 0-1,0 0 1,1 0 0,-1 0-1,4 9 1,1-2 1,1-1 0,0 1 0,1-1 0,0 0 0,1-1 0,0 0 0,1 0 0,0-1 0,0 0 0,1 0 0,12 7 0,114 64 0,-78-49 0,14 1 0,-50-23 0,41 23 0,-24-11 0,-30-16 0,0-1 0,0 1 0,-1 1 0,1 0 0,-1 0 0,0 1 0,12 12 0,-20-18 0,1-1 0,0 1 0,-1 0 0,1 0 0,-1 0 0,1-1 0,-1 1 0,1 0 0,-1 0 0,0 0 0,1 0 0,-1 0 0,0 0 0,0 0 0,0 0 0,1 0 0,-1 0 0,0 0 0,0-1 0,0 1 0,-1 0 0,1 0 0,0 0 0,0 0 0,0 0 0,-1 0 0,1 0 0,-1 0 0,1 0 0,-1 1 0,-1 0 0,0 0 0,0 0 0,-1 0 0,1 0 0,0 0 0,-1-1 0,1 1 0,-1-1 0,0 0 0,-3 2 0,-8 2 0,-1 0 0,1-2 0,-17 3 0,-41 6-1143,-1-4-1,0-3 1,0-3 0,0-3-1,-98-15 1,151 12-2300,-31-10 1,33 7-2292,-29-14 0,22 10 364</inkml:trace>
</inkml:ink>
</file>

<file path=ppt/ink/ink2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1.360"/>
    </inkml:context>
    <inkml:brush xml:id="br0">
      <inkml:brushProperty name="width" value="0.035" units="cm"/>
      <inkml:brushProperty name="height" value="0.035" units="cm"/>
      <inkml:brushProperty name="color" value="#FF0066"/>
    </inkml:brush>
  </inkml:definitions>
  <inkml:trace contextRef="#ctx0" brushRef="#br0">14 200 1008,'-2'-1'888,"1"-1"0,0 0 0,-1 1 0,1-1 0,0 0 0,0 0-1,0 0 1,0 1 0,1-1 0,-1 0 0,0 0 0,1 0 0,0 0 0,-1-4-1,1 3 46,1 0-1,0 0 0,0 0 0,0 0 0,0 1 0,0-1 0,0 0 0,1 1 1,3-6-1,-2 3-366,1 1-1,1-1 1,-1 1 0,1 0 0,-1 0 0,1 0-1,0 1 1,0-1 0,1 1 0,-1 1 0,11-5 0,4 0-201,1 0 0,23-3 0,76-14-3291,1 2-6741,-38 10-3286,-56 8 8310</inkml:trace>
</inkml:ink>
</file>

<file path=ppt/ink/ink2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2.065"/>
    </inkml:context>
    <inkml:brush xml:id="br0">
      <inkml:brushProperty name="width" value="0.035" units="cm"/>
      <inkml:brushProperty name="height" value="0.035" units="cm"/>
      <inkml:brushProperty name="color" value="#FF0066"/>
    </inkml:brush>
  </inkml:definitions>
  <inkml:trace contextRef="#ctx0" brushRef="#br0">303 181 2000,'-7'-10'3931,"0"1"0,0-2-1,1 1 1,0-1 0,-4-11-1,9 20-3551,0 1 0,0-1 0,-1 1-1,1-1 1,0 1 0,-1 0 0,1 0 0,-1 0 0,-2-2 0,3 3-180,0-1 1,0 0 0,0 1-1,-1-1 1,1 0 0,0 0-1,0 1 1,1-1 0,-1 0-1,0 0 1,0 0 0,0 0-1,0 0 1,1-1 0,-1 1-1,0-2 1,-1-2-200,2 5 0,0 0 0,0 0 0,0 0 0,0 1 0,0-1 0,0 0 0,0 0 0,0 0 0,0 0 0,0 0 0,0 1 0,0-1 0,0 0 0,0 0 0,0 0 0,0 0 0,0 0 0,0 0 0,0 0 0,-1 1 0,1-1 0,0 0 0,0 0 0,0 0 0,0 0 0,0 0 0,0 0 0,0 0 0,-1 0 0,1 0 0,0 0 0,0 0 0,0 0 0,0 0 0,0 0 0,-1 0 0,1 0 0,0 0 0,0 0 0,0 0 0,0 0 0,0 0 0,0 0 0,-1 0 0,1 0 0,0 0 0,0 0 0,0 0 0,0 0 0,0 0 0,0 0 0,-1 0 0,1 0 0,0 0 0,0-1 0,0 1 0,0 0 0,0 0 0,0 0 0,0 0 0,0 0 0,0 0 0,0 0 0,-1-1 0,1 1 0,0 0 0,0 0 0,0 0 0,0 0 0,-1 10 0,1-9 0,0 13 0,-1 0 0,-1 0 0,0 0 0,-1 0 0,-1-1 0,-5 16 0,-40 77 0,34-78 0,1 1 0,2 1 0,-11 37 0,5-12 0,12-39 0,1 1 0,-6 28 0,9-29 0,-1 0 0,-1 0 0,0-1 0,-10 24 0,12-35 0,1 1 0,-1 0 0,1-1 0,0 1 0,1 0 0,-1 0 0,1 9 0,-2-5 0,-2-4 0,2-8 0,1-4 0,1-8 0,0-42 0,1 0 0,15-86 0,-1 60 0,-9 43 0,1 0 0,2 1 0,2 0 0,25-60 0,-21 62 0,6-14 0,-19 47 0,0 0 0,0 1 0,0-1 0,1 1 0,-1 0 0,1-1 0,0 1 0,0 1 0,6-6 0,-7 7 0,-1 1 0,1-1 0,0 1 0,-1 0 0,1-1 0,0 1 0,-1 0 0,1 0 0,0 0 0,0 1 0,-1-1 0,1 0 0,0 0 0,-1 1 0,1-1 0,-1 1 0,1 0 0,0-1 0,-1 1 0,3 2 0,35 23 0,-31-20 0,101 88 0,-84-74 0,-2 2 0,0 1 0,19 25 0,53 80 0,-84-111 14,0 0 0,-2 1 0,0 1 0,7 23 0,19 80-171,-24-79-52,0 6-3744,-6-17-1829,3-2-3849,-6-17 3933,-2-6 139</inkml:trace>
</inkml:ink>
</file>

<file path=ppt/ink/ink2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2.228"/>
    </inkml:context>
    <inkml:brush xml:id="br0">
      <inkml:brushProperty name="width" value="0.035" units="cm"/>
      <inkml:brushProperty name="height" value="0.035" units="cm"/>
      <inkml:brushProperty name="color" value="#FF0066"/>
    </inkml:brush>
  </inkml:definitions>
  <inkml:trace contextRef="#ctx0" brushRef="#br0">157 221 3441,'-118'-5'20155,"90"2"-14953,17-1-2513,11 4-2663,0 0 0,0-1 1,0 1-1,0 0 0,0 0 1,0 0-1,0 0 0,0-1 0,0 1 1,0 0-1,0 0 0,0 0 1,1 0-1,-1-1 0,0 1 0,0 0 1,0 0-1,0 0 0,0 0 1,0 0-1,0-1 0,0 1 0,1 0 1,-1 0-1,0 0 0,0 0 0,0 0 1,0 0-1,0 0 0,1-1 1,-1 1-1,0 0 0,0 0 0,0 0 1,0 0-1,1 0 0,-1 0 1,0 0-1,0 0 0,0 0 0,0 0 1,1 0-1,-1 0 0,0 0 1,0 0-1,0 0 0,1 0 0,195-43 120,-13 3-2830,43-17-8730,-19 4-2506,-172 43 10452</inkml:trace>
</inkml:ink>
</file>

<file path=ppt/ink/ink2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2.449"/>
    </inkml:context>
    <inkml:brush xml:id="br0">
      <inkml:brushProperty name="width" value="0.035" units="cm"/>
      <inkml:brushProperty name="height" value="0.035" units="cm"/>
      <inkml:brushProperty name="color" value="#FF0066"/>
    </inkml:brush>
  </inkml:definitions>
  <inkml:trace contextRef="#ctx0" brushRef="#br0">280 11 2040,'0'-1'356,"0"1"-1,0-1 0,0 1 0,0-1 0,-1 1 1,1 0-1,0-1 0,0 1 0,0-1 0,0 1 0,0 0 1,-1-1-1,1 1 0,0-1 0,0 1 0,-1 0 1,1-1-1,0 1 0,0 0 0,-1 0 0,1-1 1,0 1-1,-1 0 0,1 0 0,-1-1 0,1 1 0,0 0 1,-1 0-1,1 0 0,-1 0 0,1-1 0,0 1 1,-1 0-1,1 0 0,-1 0 0,1 0 0,-1 0 1,-24 5 8874,-3 7-3991,9-2-3822,3 2-991,0 0 0,-23 24 0,25-23-361,-1 1-65,0 1 0,1 1 0,1 1 0,1-1 0,-11 21 0,19-31-183,2 0 0,-1 1 0,1-1 0,0 0 1,0 1-1,0 0 0,1-1 0,0 1 0,1 0 0,-1 0 0,1-1 0,1 1 1,-1 0-1,3 10 0,-2-15-207,0-1 0,0 1 0,0-1 0,1 1 0,-1-1 0,0 0 0,0 0 0,1 0 0,-1 0 0,1 0 1,-1 0-1,1 0 0,0 0 0,-1 0 0,1-1 0,0 1 0,-1-1 0,1 1 0,3 0 0,36 4-6317,-40-4 6423,33-1-5212,-1 0-137</inkml:trace>
</inkml:ink>
</file>

<file path=ppt/ink/ink2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2.740"/>
    </inkml:context>
    <inkml:brush xml:id="br0">
      <inkml:brushProperty name="width" value="0.035" units="cm"/>
      <inkml:brushProperty name="height" value="0.035" units="cm"/>
      <inkml:brushProperty name="color" value="#FF0066"/>
    </inkml:brush>
  </inkml:definitions>
  <inkml:trace contextRef="#ctx0" brushRef="#br0">230 53 2545,'0'-2'1044,"0"0"1,1 0-1,-2 0 1,1 0-1,0 0 1,0 0 0,-1 0-1,1 0 1,-1 0-1,1 0 1,-1 0-1,0 1 1,0-1 0,-1-2-1,2 3-491,-1 0-1,1 0 1,0 0-1,-1 0 0,1 0 1,0 0-1,0 0 1,0 0-1,0 0 1,0 0-1,0 0 0,0 0 1,0-2-1,1-2 5977,-10 6-6238,6 0-291,-1 0 0,1 0 0,-1 1 0,1-1 0,0 1 0,-1 0 0,1 0 0,0 0 0,-4 4 0,-6 4 0,-1-1 0,0 1 0,1 0 0,0 0 0,1 1 0,0 1 0,0 0 0,2 1 0,-1 0 0,2 1 0,0 0 0,-13 26 0,20-35 0,0 0 0,0 0 0,1 0 0,-1 0 0,1 0 0,1 0 0,-1 1 0,1-1 0,-1 0 0,1 0 0,1 1 0,-1-1 0,1 0 0,0 0 0,0 0 0,1 0 0,-1 0 0,1 0 0,0 0 0,1 0 0,-1 0 0,1-1 0,0 0 0,0 1 0,0-1 0,1 0 0,-1 0 0,1-1 0,0 1 0,0-1 0,0 0 0,1 0 0,-1 0 0,1 0 0,-1-1 0,1 0 0,0 0 0,0 0 0,0-1 0,0 1 0,0-1 0,10 0 0,5 1-922,32-3 0,-24-2-2862,51-11-1,93-42-10393,-115 36 12014,-23 7-998,-8-1-40</inkml:trace>
</inkml:ink>
</file>

<file path=ppt/ink/ink2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3.291"/>
    </inkml:context>
    <inkml:brush xml:id="br0">
      <inkml:brushProperty name="width" value="0.035" units="cm"/>
      <inkml:brushProperty name="height" value="0.035" units="cm"/>
      <inkml:brushProperty name="color" value="#FF0066"/>
    </inkml:brush>
  </inkml:definitions>
  <inkml:trace contextRef="#ctx0" brushRef="#br0">43 146 2296,'0'-1'327,"0"0"-1,0 0 0,-1 0 0,1 0 0,0 0 1,0 0-1,-1 0 0,1 0 0,-1 0 0,1 0 1,-1 0-1,1 0 0,-1 1 0,1-1 0,-1 0 1,0 0-1,1 1 0,-2-2 0,1 1-61,0 1-1,1-1 0,-1 1 1,1-1-1,-1 0 1,1 1-1,-1-1 0,1 0 1,-1 1-1,1-1 1,0 0-1,-1 0 1,1 0-1,0 1 0,0-1 1,-1 0-1,1-1 1,0 0 46,0 1 1,-1 0 0,1 0 0,0 0 0,0 0 0,-1 0 0,1 0 0,-1 0-1,1 0 1,-1 1 0,1-1 0,-1 0 0,0 0 0,1 0 0,-1 0 0,0 1-1,0-1 1,0 0 0,-1 0 0,1 0 308,0 1 0,0-1 0,0 0 0,0 0 0,1 0 0,-1 0 0,0 0 0,0 0 1,0 0-1,1 0 0,-1 0 0,1 0 0,-1-1 0,1 1 0,-1 0 0,1 0 0,0-1 0,-1 1 0,1-2 0,1-1 118,0 4-734,-1-1 1,1 1-1,-1 0 0,0 0 1,1-1-1,-1 1 1,1 0-1,-1 0 1,1 0-1,-1 0 0,1-1 1,-1 1-1,1 0 1,-1 0-1,1 0 1,-1 0-1,1 0 0,-1 0 1,1 0-1,-1 1 1,1-1-1,-1 0 1,1 0-1,-1 0 0,1 0 1,-1 1-1,1-1 1,-1 0-1,1 0 1,0 1-1,1 0-4,0-1 0,0 1 0,0-1 0,0 1 0,-1 0 0,1 0 0,0 0 0,0 0 0,0 0 0,-1 1 0,1-1 0,-1 1 0,1-1 0,-1 1 0,1-1 0,-1 1 0,0 0 0,0-1 0,2 4 0,7 10 0,-7-13 0,-1 1 0,1-1 0,-1 1 0,0 0 0,0-1 0,0 1 0,0 0 0,-1 0 0,1 0 0,1 6 0,12 16 0,-12-21 0,0 0 0,0 1 0,-1-1 0,1 1 0,2 6 0,-2-4 0,0-1 0,0 1 0,1-1 0,6 8 0,9 17 0,-19-29 0,1-1 0,0 0 0,0 1 0,0-1 0,0 0 0,0 0 0,1 1 0,-1-1 0,0 0 0,0 0 0,1 0 0,1 0 0,11 12 0,-13-12 0,-1 0 0,0-1 0,1 1 0,-1 0 0,0 0 0,1 0 0,-1 0 0,1 0 0,-1-1 0,1 1 0,0 0 0,-1 0 0,1-1 0,0 1 0,0 0 0,-1-1 0,1 1 0,0-1 0,0 1 0,0-1 0,0 1 0,-1-1 0,1 0 0,0 1 0,0-1 0,0 0 0,0 0 0,0 0 0,0 0 0,0 0 0,0 0 0,0 0 0,0 0 0,0 0 0,0 0 0,0 0 0,0-1 0,0 1 0,-1 0 0,1-1 0,0 1 0,1-1 0,6-24 0,12-22 0,-2 13 0,-3 5 0,-13 25 0,0 0 0,0 1 0,1 0 0,-1 0 0,1 0 0,5-6 0,12-16 0,-16 22 0,-1 0 0,1 0 0,-1 0 0,1 1 0,0-1 0,0 1 0,0 0 0,0 0 0,1 0 0,-1 0 0,0 1 0,7-1 0,-5 1 0,1 0 0,-1-1 0,1 1 0,-1-1 0,0 0 0,10-5 0,22-8 0,-35 14 0,0 0 0,1 0 0,-1 0 0,0 0 0,0-1 0,0 1 0,0-1 0,0 0 0,0 0 0,0 0 0,0 0 0,-1-1 0,1 1 0,-1-1 0,3-3 0,-2-15 0,-2 20 0,-1 1 0,0 0 0,1 0 0,-1 0 0,0 0 0,1-1 0,-1 1 0,0 0 0,1 0 0,-1-1 0,0 1 0,1 0 0,-1 0 0,0-1 0,0 1 0,0 0 0,1-1 0,-1 1 0,0 0 0,0-1 0,0 1 0,0 0 0,1-1 0,-1 1 0,0-1 0,0 1 0,0 0 0,0-1 0,0 1 0,0-1 0,0 0 0,-2-2 0,2 3 0,0 0 0,-1 0 0,1 0 0,0 0 0,-1 0 0,1 0 0,0 0 0,-1 0 0,1 0 0,0 1 0,-1-1 0,1 0 0,0 0 0,-1 0 0,1 1 0,0-1 0,0 0 0,-1 0 0,1 0 0,0 1 0,0-1 0,-1 0 0,1 1 0,0-1 0,0 0 0,-1 1 0,1 3 0,-25 37 0,2-14 0,13-4-2809,7-19 1618,1 1 1,0-1-1,0 0 1,1 1-1,-1-1 1,1 1-1,0 0 1,0 0-1,0-1 1,1 6-1,0-6-2106</inkml:trace>
</inkml:ink>
</file>

<file path=ppt/ink/ink2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4.195"/>
    </inkml:context>
    <inkml:brush xml:id="br0">
      <inkml:brushProperty name="width" value="0.035" units="cm"/>
      <inkml:brushProperty name="height" value="0.035" units="cm"/>
      <inkml:brushProperty name="color" value="#FF0066"/>
    </inkml:brush>
  </inkml:definitions>
  <inkml:trace contextRef="#ctx0" brushRef="#br0">92 11 1160,'-30'-3'12769,"-18"-3"-1401,35 4-4071,21 4-7276,-1 0 1,1 0 0,-1 1-1,1-1 1,-1 2 0,0-1-1,8 6 1,109 64-22,-118-69 0,0 1 0,0-1 0,0 1 0,-1 1 0,0-1 0,0 1 0,-1 0 0,6 9 0,2 7 0,11 25 0,-18-37 0,-3-4 0,0 1 0,0-1 0,-1 0 0,2 12 0,2 8 0,-4-22 0,-1-1 0,1 1 0,-1-1 0,0 1 0,0-1 0,0 1 0,0-1 0,0 0 0,-1 1 0,0-1 0,0 1 0,0-1 0,0 0 0,0 1 0,-1-1 0,1 0 0,-4 5 0,2-4 0,-1 0 0,1 1 0,-1-2 0,0 1 0,0 0 0,0-1 0,0 1 0,-1-1 0,1-1 0,-1 1 0,-6 2 0,2-1 0,1-1 0,-1-1 0,0 0 0,0 0 0,0-1 0,-1 0 0,-13 0 0,20-1 0,-1 0 0,1 0 0,0-1 0,0 1 0,0-1 0,0 1 0,-1-1 0,1 0 0,0 0 0,0-1 0,1 1 0,-1 0 0,0-1 0,0 0 0,1 0 0,-1 0 0,1 0 0,-1 0 0,1 0 0,0-1 0,0 1 0,0-1 0,0 1 0,1-1 0,-3-3 0,3 4 0,1-1 0,-1 1 0,0 0 0,1-1 0,0 1 0,-1-1 0,1 1 0,0-1 0,0 1 0,1 0 0,-1-1 0,0 1 0,1-1 0,-1 1 0,1-1 0,0 1 0,0 0 0,0 0 0,0-1 0,3-2 0,1-3 0,1 0 0,1 1 0,14-14 0,-1 2 0,-12 11 0,1 1 0,0 0 0,0 0 0,1 1 0,10-5 0,7-5 0,-1 2 0,0 1 0,1 2 0,45-13 0,4-2 0,40-11 0,-84 24-476,-11 5-674,1 0 0,-1 1 0,27-4 0,-17 3-3706,-24 6 2934,0 0 1,0 0 0,15-1 0,-21 3 2038,-26 0 5913,13 0-4265,0 1 0,0 0 0,0 1 1,0 0-1,-21 8 0,24-7-1706,1 1-1,0 1 1,0-1 0,1 1-1,0 0 1,-1 1-1,2 0 1,-1 0-1,1 1 1,0-1 0,0 1-1,1 1 1,0-1-1,-7 13 1,5-7-59,3-7 0,1 0 0,0 0 0,0 1 0,1-1 0,-3 9 0,3-8 0,1 0 0,0 0 0,0 0 0,0 0 0,1 0 0,0 0 0,0 0 0,1 0 0,-1 0 0,2 0 0,-1 0 0,1 0 0,0 0 0,0 0 0,6 9 0,-7-15 0,0 1 0,1 0 0,0-1 0,-1 1 0,1-1 0,0 0 0,0 1 0,0-1 0,0 0 0,0 0 0,0 0 0,0 0 0,0-1 0,0 1 0,0-1 0,0 1 0,1-1 0,-1 0 0,0 1 0,0-1 0,4-1 0,8 1 0,0-1 0,16-3 0,-27 4 0,3-2 0,0 1 0,-1-1 0,1 0 0,-1 0 0,1-1 0,-1 0 0,0 0 0,0 0 0,7-6 0,39-39 0,-47 43 0,0 2 0,-1 0 0,0 0 0,0-1 0,0 1 0,-1-1 0,1 0 0,-1 0 0,0 0 0,0 0 0,0 0 0,-1-1 0,1 1 0,-1-1 0,0 1 0,0-7 0,3-4 0,-3 13 0,-1 0 0,1 0 0,0 0 0,-1-1 0,1 1 0,-1 0 0,0-1 0,1 1 0,-1-3 0,-1 12 0,1 0 0,1-1 0,-1 1 0,1 0 0,0-1 0,4 10 0,6 37 0,-9-43 0,0 0 0,0-1 0,-1 14 0,6 24 0,-6-40-903,0 0 0,-1 0 1,1 0-1,-2 13 0,0 0-1500,7-6-3984</inkml:trace>
</inkml:ink>
</file>

<file path=ppt/ink/ink2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4.979"/>
    </inkml:context>
    <inkml:brush xml:id="br0">
      <inkml:brushProperty name="width" value="0.035" units="cm"/>
      <inkml:brushProperty name="height" value="0.035" units="cm"/>
      <inkml:brushProperty name="color" value="#FF0066"/>
    </inkml:brush>
  </inkml:definitions>
  <inkml:trace contextRef="#ctx0" brushRef="#br0">271 48 3553,'1'0'367,"-1"-1"0,1 0 1,-1 1-1,1-1 0,-1 0 0,1 1 1,-1-1-1,0 0 0,1 0 0,-1 0 1,0 1-1,1-1 0,-1 0 1,0 0-1,0 0 0,0 1 0,0-1 1,0 0-1,0 0 0,0 0 0,0 0 1,0 1-1,0-1 0,-1 0 1,1 0-1,0 0 0,0 1 0,-1-1 1,1 0-1,-1 0 0,1 1 0,0-1 1,-1 0-1,1 1 0,-1-1 1,0 1-1,1-1 0,-1 0 0,1 1 1,-1-1-1,0 1 0,0 0 1,1-1-1,-1 1 0,0 0 0,0-1 1,0 1-1,-6-6 3088,7 5-3132,-1 1 0,1-1 1,-1 0-1,1 1 0,-1-1 1,1 1-1,-1-1 0,0 0 1,1 1-1,-1 0 1,0-1-1,0 1 0,1-1 1,-1 1-1,0 0 0,0 0 1,1-1-1,-1 1 0,0 0 1,0 0-1,0 0 0,1 0 1,-1 0-1,-1 0 0,-1 0-318,0 0-1,0 0 1,0 1 0,0-1-1,0 1 1,0-1-1,0 1 1,0 0-1,0 1 1,1-1 0,-4 2-1,-7 3-12,3-2 8,-1 0 0,1 1 0,0 0 0,1 1 0,-1 0 0,1 1 0,0 0 0,1 0 0,-12 13 0,10-9 0,0 1 0,1 0 0,0 1 0,1 0 0,0 0 0,-8 20 0,14-26 0,-1 1 0,1 0 0,1-1 0,0 1 0,0 0 0,0 0 0,1 0 0,0 0 0,2 12 0,1-6 0,-1-1 0,2 0 0,0 0 0,9 21 0,-9-27 0,0 0 0,1 0 0,0 0 0,0-1 0,0 0 0,8 6 0,-2-1 0,-9-8 3,1 0-1,1-1 1,-1 1-1,0-1 1,1 0-1,-1 0 1,1 0-1,-1-1 1,1 1-1,0-1 1,0 0-1,0 0 1,-1 0-1,1-1 1,0 1-1,0-1 1,0 0-1,0 0 1,0 0-1,7-2 1,5-1-64,-1-1 0,1-1 0,26-11 0,-40 15 40,19-9-1867,0-1-1,-2 0 1,1-2 0,-1 0 0,-1-1-1,-1-1 1,0 0 0,0-2 0,24-32-1,-24 28 857,-1 0 0,17-30 0,-9 10 692,-14 24 1380,15-31 0,-22 28 2079,-3 19-2707,0 0 0,-1 0 0,1 0 1,0 0-1,0 0 0,-1 0 0,1 0 1,-1 0-1,1 0 0,-1 0 0,1 0 0,-1 1 1,1-1-1,-1 0 0,0 0 0,1 0 1,-1 1-1,0-1 0,0 0 0,0 1 0,0-1 1,1 1-1,-1-1 0,0 1 0,0-1 0,0 1 1,0 0-1,0-1 0,0 1 0,0 0 1,0 0-1,0 0 0,0 0 0,-2 0 0,3 0-370,-1 0 0,0 0 0,1 0 0,-1 0 0,1 1 0,-1-1 0,1 0 0,-1 0 0,1 1 0,-1-1-1,1 0 1,-1 1 0,1-1 0,-1 0 0,1 1 0,-1-1 0,1 1 0,0-1 0,-1 0 0,1 1 0,0-1 0,-1 1 0,1-1-1,0 1 1,0 0 0,0-1 0,-1 1 0,1-1 0,0 1 0,0-1 0,0 1 0,0 0 0,0-1 0,0 1 0,0-1-1,0 1 1,0-1 0,0 1 0,0 0 0,1-1 0,-1 1 0,0-1 0,1 2 0,6 21 1018,1-10-1060,12 30 0,0-1 0,-15-34 0,-1 0 0,0 0 0,5 16 0,-5-17 0,-1 1 0,2 0 0,-1-1 0,1 0 0,0 0 0,0-1 0,1 1 0,0-1 0,0 0 0,0 0 0,12 7 0,-14-11 0,0 0 0,0 0 0,1-1 0,-1 0 0,1 1 0,-1-1 0,1-1 0,-1 1 0,1-1 0,-1 0 0,1 0 0,-1 0 0,1 0 0,-1-1 0,1 0 0,-1 0 0,1 0 0,7-4 0,5-2 0,0 0 0,0-2 0,15-11 0,-31 20 0,7-6 0,-1 0 0,0-1 0,-1 1 0,0-1 0,0-1 0,0 1 0,-1-1 0,9-17 0,5-5 0,-15 24 0,-1-1 0,0 1 0,0 0 0,3-12 0,10-18 0,-14 33 0,0 0 0,0 1 0,-1-1 0,1 0 0,-1 0 0,1-1 0,-1 1 0,0 0 0,0 0 0,0-1 0,0-5 0,4 1 0,-4 8 0,0 0 0,0 0 0,0-1 0,0 1 0,0 0 0,1 0 0,-1 0 0,0 0 0,0 0 0,0 1 0,0-1 0,0 0 0,1 0 0,-1 1 0,0-1 0,0 1 0,1 0 0,9 3 0,-8-3 0,1 0 0,-1 0 0,0 1 0,0-1 0,0 1 0,0 0 0,5 4 0,10 7 0,-16-12 0,1 0 0,-1 1 0,0-1 0,0 1 0,1 0 0,-1 0 0,0-1 0,-1 1 0,4 4 0,-2-1 0,0 0 0,0 0 0,0 0 0,-1 0 0,0 0 0,0 0 0,0 1 0,-1-1 0,1 1 0,-2-1 0,1 1 0,0 8 0,-9 97 0,6-85 0,-1-1 0,-1 1 0,-1-1 0,-2 0 0,-13 37 0,-8 54 0,19-80 0,1-1 0,2 2 0,1-1 0,1 59 0,7-29 0,-1-47 0,-1-1 0,-1 0 0,0 1 0,-5 24 0,4-16 0,1-25 0,0 0 0,0 0 0,0 1 0,0-1 0,0 0 0,-1 1 0,1-1 0,0 0 0,-1 0 0,0 0 0,0 1 0,0-1 0,0 0 0,0 0 0,-2 3 0,3-5 0,0 1 0,0-1 0,0 0 0,0 1 0,-1-1 0,1 0 0,0 1 0,0-1 0,0 0 0,-1 1 0,1-1 0,0 0 0,0 0 0,-1 1 0,1-1 0,0 0 0,-1 0 0,1 1 0,0-1 0,0 0 0,-1 0 0,1 0 0,-1 0 0,1 0 0,0 1 0,-1-1 0,1 0 0,0 0 0,-1 0 0,1 0 0,0 0 0,-1 0 0,1 0 0,-1 0 0,1 0 0,0 0 0,-1-1 0,1 1 0,0 0 0,-1 0 0,1 0 0,0 0 0,-1 0 0,1-1 0,0 1 0,-1 0 0,1 0 0,0-1 0,-1 1 0,1 0 0,0 0 0,0-1 0,-1 1 0,1 0 0,0-1 0,0 1 0,0 0 0,-1-1 0,-57-37-8438,36 28 4737,-1 1 0,1 2-1,-1 0 1,-38-6 0,12 7-642</inkml:trace>
</inkml:ink>
</file>

<file path=ppt/ink/ink2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6T08:15:15.267"/>
    </inkml:context>
    <inkml:brush xml:id="br0">
      <inkml:brushProperty name="width" value="0.035" units="cm"/>
      <inkml:brushProperty name="height" value="0.035" units="cm"/>
      <inkml:brushProperty name="color" value="#FF0066"/>
    </inkml:brush>
  </inkml:definitions>
  <inkml:trace contextRef="#ctx0" brushRef="#br0">218 382 4713,'-176'27'27597,"134"-13"-27140,129-24-457,528-131 0,-327 68 0,187-47 0,-213 52 0,-250 64 0,-8 2 0,0 1 0,1 0 0,-1 0 0,1 1 0,-1-1 0,1 1 0,0 0 0,4 0 0,-90 19-153,37-11-4489,-22 5-15487,42-7 14214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CCD49FD-7E12-4CD1-88B0-8E74874C0724}"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38290C-F0FB-4DCC-97E0-6E804E7E871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6903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CD49FD-7E12-4CD1-88B0-8E74874C0724}"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38290C-F0FB-4DCC-97E0-6E804E7E871D}" type="slidenum">
              <a:rPr lang="en-IN" smtClean="0"/>
              <a:t>‹#›</a:t>
            </a:fld>
            <a:endParaRPr lang="en-IN"/>
          </a:p>
        </p:txBody>
      </p:sp>
    </p:spTree>
    <p:extLst>
      <p:ext uri="{BB962C8B-B14F-4D97-AF65-F5344CB8AC3E}">
        <p14:creationId xmlns:p14="http://schemas.microsoft.com/office/powerpoint/2010/main" val="2926386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CD49FD-7E12-4CD1-88B0-8E74874C0724}"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38290C-F0FB-4DCC-97E0-6E804E7E871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1847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CD49FD-7E12-4CD1-88B0-8E74874C0724}"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D38290C-F0FB-4DCC-97E0-6E804E7E871D}" type="slidenum">
              <a:rPr lang="en-IN" smtClean="0"/>
              <a:t>‹#›</a:t>
            </a:fld>
            <a:endParaRPr lang="en-IN"/>
          </a:p>
        </p:txBody>
      </p:sp>
    </p:spTree>
    <p:extLst>
      <p:ext uri="{BB962C8B-B14F-4D97-AF65-F5344CB8AC3E}">
        <p14:creationId xmlns:p14="http://schemas.microsoft.com/office/powerpoint/2010/main" val="3449764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CD49FD-7E12-4CD1-88B0-8E74874C0724}" type="datetimeFigureOut">
              <a:rPr lang="en-IN" smtClean="0"/>
              <a:t>02-04-2026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D38290C-F0FB-4DCC-97E0-6E804E7E871D}" type="slidenum">
              <a:rPr lang="en-IN" smtClean="0"/>
              <a:t>‹#›</a:t>
            </a:fld>
            <a:endParaRPr lang="en-IN"/>
          </a:p>
        </p:txBody>
      </p:sp>
    </p:spTree>
    <p:extLst>
      <p:ext uri="{BB962C8B-B14F-4D97-AF65-F5344CB8AC3E}">
        <p14:creationId xmlns:p14="http://schemas.microsoft.com/office/powerpoint/2010/main" val="946674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CD49FD-7E12-4CD1-88B0-8E74874C0724}" type="datetimeFigureOut">
              <a:rPr lang="en-IN" smtClean="0"/>
              <a:t>02-04-2026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D38290C-F0FB-4DCC-97E0-6E804E7E871D}" type="slidenum">
              <a:rPr lang="en-IN" smtClean="0"/>
              <a:t>‹#›</a:t>
            </a:fld>
            <a:endParaRPr lang="en-IN"/>
          </a:p>
        </p:txBody>
      </p:sp>
    </p:spTree>
    <p:extLst>
      <p:ext uri="{BB962C8B-B14F-4D97-AF65-F5344CB8AC3E}">
        <p14:creationId xmlns:p14="http://schemas.microsoft.com/office/powerpoint/2010/main" val="3242176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CCD49FD-7E12-4CD1-88B0-8E74874C0724}" type="datetimeFigureOut">
              <a:rPr lang="en-IN" smtClean="0"/>
              <a:t>02-04-2026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FD38290C-F0FB-4DCC-97E0-6E804E7E871D}" type="slidenum">
              <a:rPr lang="en-IN" smtClean="0"/>
              <a:t>‹#›</a:t>
            </a:fld>
            <a:endParaRPr lang="en-IN"/>
          </a:p>
        </p:txBody>
      </p:sp>
    </p:spTree>
    <p:extLst>
      <p:ext uri="{BB962C8B-B14F-4D97-AF65-F5344CB8AC3E}">
        <p14:creationId xmlns:p14="http://schemas.microsoft.com/office/powerpoint/2010/main" val="3127474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CCD49FD-7E12-4CD1-88B0-8E74874C0724}" type="datetimeFigureOut">
              <a:rPr lang="en-IN" smtClean="0"/>
              <a:t>02-04-2026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D38290C-F0FB-4DCC-97E0-6E804E7E871D}" type="slidenum">
              <a:rPr lang="en-IN" smtClean="0"/>
              <a:t>‹#›</a:t>
            </a:fld>
            <a:endParaRPr lang="en-IN"/>
          </a:p>
        </p:txBody>
      </p:sp>
    </p:spTree>
    <p:extLst>
      <p:ext uri="{BB962C8B-B14F-4D97-AF65-F5344CB8AC3E}">
        <p14:creationId xmlns:p14="http://schemas.microsoft.com/office/powerpoint/2010/main" val="1246428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CD49FD-7E12-4CD1-88B0-8E74874C0724}"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D38290C-F0FB-4DCC-97E0-6E804E7E871D}" type="slidenum">
              <a:rPr lang="en-IN" smtClean="0"/>
              <a:t>‹#›</a:t>
            </a:fld>
            <a:endParaRPr lang="en-IN"/>
          </a:p>
        </p:txBody>
      </p:sp>
    </p:spTree>
    <p:extLst>
      <p:ext uri="{BB962C8B-B14F-4D97-AF65-F5344CB8AC3E}">
        <p14:creationId xmlns:p14="http://schemas.microsoft.com/office/powerpoint/2010/main" val="4094345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CD49FD-7E12-4CD1-88B0-8E74874C0724}"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38290C-F0FB-4DCC-97E0-6E804E7E871D}" type="slidenum">
              <a:rPr lang="en-IN" smtClean="0"/>
              <a:t>‹#›</a:t>
            </a:fld>
            <a:endParaRPr lang="en-IN"/>
          </a:p>
        </p:txBody>
      </p:sp>
    </p:spTree>
    <p:extLst>
      <p:ext uri="{BB962C8B-B14F-4D97-AF65-F5344CB8AC3E}">
        <p14:creationId xmlns:p14="http://schemas.microsoft.com/office/powerpoint/2010/main" val="140878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CD49FD-7E12-4CD1-88B0-8E74874C0724}"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D38290C-F0FB-4DCC-97E0-6E804E7E871D}" type="slidenum">
              <a:rPr lang="en-IN" smtClean="0"/>
              <a:t>‹#›</a:t>
            </a:fld>
            <a:endParaRPr lang="en-IN"/>
          </a:p>
        </p:txBody>
      </p:sp>
    </p:spTree>
    <p:extLst>
      <p:ext uri="{BB962C8B-B14F-4D97-AF65-F5344CB8AC3E}">
        <p14:creationId xmlns:p14="http://schemas.microsoft.com/office/powerpoint/2010/main" val="2576176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CCD49FD-7E12-4CD1-88B0-8E74874C0724}" type="datetimeFigureOut">
              <a:rPr lang="en-IN" smtClean="0"/>
              <a:t>02-04-2026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D38290C-F0FB-4DCC-97E0-6E804E7E871D}"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0423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6" Type="http://schemas.openxmlformats.org/officeDocument/2006/relationships/customXml" Target="../ink/ink13.xml"/><Relationship Id="rId117" Type="http://schemas.openxmlformats.org/officeDocument/2006/relationships/image" Target="../media/image68.png"/><Relationship Id="rId21" Type="http://schemas.openxmlformats.org/officeDocument/2006/relationships/image" Target="../media/image20.png"/><Relationship Id="rId42" Type="http://schemas.openxmlformats.org/officeDocument/2006/relationships/customXml" Target="../ink/ink21.xml"/><Relationship Id="rId47" Type="http://schemas.openxmlformats.org/officeDocument/2006/relationships/image" Target="../media/image33.png"/><Relationship Id="rId63" Type="http://schemas.openxmlformats.org/officeDocument/2006/relationships/image" Target="../media/image41.png"/><Relationship Id="rId68" Type="http://schemas.openxmlformats.org/officeDocument/2006/relationships/customXml" Target="../ink/ink34.xml"/><Relationship Id="rId84" Type="http://schemas.openxmlformats.org/officeDocument/2006/relationships/customXml" Target="../ink/ink42.xml"/><Relationship Id="rId89" Type="http://schemas.openxmlformats.org/officeDocument/2006/relationships/image" Target="../media/image54.png"/><Relationship Id="rId112" Type="http://schemas.openxmlformats.org/officeDocument/2006/relationships/customXml" Target="../ink/ink56.xml"/><Relationship Id="rId133" Type="http://schemas.openxmlformats.org/officeDocument/2006/relationships/image" Target="../media/image76.png"/><Relationship Id="rId138" Type="http://schemas.openxmlformats.org/officeDocument/2006/relationships/customXml" Target="../ink/ink69.xml"/><Relationship Id="rId16" Type="http://schemas.openxmlformats.org/officeDocument/2006/relationships/customXml" Target="../ink/ink8.xml"/><Relationship Id="rId107" Type="http://schemas.openxmlformats.org/officeDocument/2006/relationships/image" Target="../media/image63.png"/><Relationship Id="rId11" Type="http://schemas.openxmlformats.org/officeDocument/2006/relationships/image" Target="../media/image15.png"/><Relationship Id="rId32" Type="http://schemas.openxmlformats.org/officeDocument/2006/relationships/customXml" Target="../ink/ink16.xml"/><Relationship Id="rId37" Type="http://schemas.openxmlformats.org/officeDocument/2006/relationships/image" Target="../media/image28.png"/><Relationship Id="rId53" Type="http://schemas.openxmlformats.org/officeDocument/2006/relationships/image" Target="../media/image36.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49.png"/><Relationship Id="rId102" Type="http://schemas.openxmlformats.org/officeDocument/2006/relationships/customXml" Target="../ink/ink51.xml"/><Relationship Id="rId123" Type="http://schemas.openxmlformats.org/officeDocument/2006/relationships/image" Target="../media/image71.png"/><Relationship Id="rId128" Type="http://schemas.openxmlformats.org/officeDocument/2006/relationships/customXml" Target="../ink/ink64.xml"/><Relationship Id="rId144" Type="http://schemas.openxmlformats.org/officeDocument/2006/relationships/customXml" Target="../ink/ink72.xml"/><Relationship Id="rId5" Type="http://schemas.openxmlformats.org/officeDocument/2006/relationships/image" Target="../media/image12.png"/><Relationship Id="rId90" Type="http://schemas.openxmlformats.org/officeDocument/2006/relationships/customXml" Target="../ink/ink45.xml"/><Relationship Id="rId95" Type="http://schemas.openxmlformats.org/officeDocument/2006/relationships/image" Target="../media/image57.png"/><Relationship Id="rId22" Type="http://schemas.openxmlformats.org/officeDocument/2006/relationships/customXml" Target="../ink/ink11.xml"/><Relationship Id="rId27" Type="http://schemas.openxmlformats.org/officeDocument/2006/relationships/image" Target="../media/image23.png"/><Relationship Id="rId43" Type="http://schemas.openxmlformats.org/officeDocument/2006/relationships/image" Target="../media/image31.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44.png"/><Relationship Id="rId113" Type="http://schemas.openxmlformats.org/officeDocument/2006/relationships/image" Target="../media/image66.png"/><Relationship Id="rId118" Type="http://schemas.openxmlformats.org/officeDocument/2006/relationships/customXml" Target="../ink/ink59.xml"/><Relationship Id="rId134" Type="http://schemas.openxmlformats.org/officeDocument/2006/relationships/customXml" Target="../ink/ink67.xml"/><Relationship Id="rId139" Type="http://schemas.openxmlformats.org/officeDocument/2006/relationships/image" Target="../media/image79.png"/><Relationship Id="rId80" Type="http://schemas.openxmlformats.org/officeDocument/2006/relationships/customXml" Target="../ink/ink40.xml"/><Relationship Id="rId85" Type="http://schemas.openxmlformats.org/officeDocument/2006/relationships/image" Target="../media/image52.png"/><Relationship Id="rId3" Type="http://schemas.openxmlformats.org/officeDocument/2006/relationships/image" Target="../media/image11.png"/><Relationship Id="rId12" Type="http://schemas.openxmlformats.org/officeDocument/2006/relationships/customXml" Target="../ink/ink6.xml"/><Relationship Id="rId17" Type="http://schemas.openxmlformats.org/officeDocument/2006/relationships/image" Target="../media/image18.png"/><Relationship Id="rId25" Type="http://schemas.openxmlformats.org/officeDocument/2006/relationships/image" Target="../media/image22.png"/><Relationship Id="rId33" Type="http://schemas.openxmlformats.org/officeDocument/2006/relationships/image" Target="../media/image26.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image" Target="../media/image39.png"/><Relationship Id="rId67" Type="http://schemas.openxmlformats.org/officeDocument/2006/relationships/image" Target="../media/image43.png"/><Relationship Id="rId103" Type="http://schemas.openxmlformats.org/officeDocument/2006/relationships/image" Target="../media/image61.png"/><Relationship Id="rId108" Type="http://schemas.openxmlformats.org/officeDocument/2006/relationships/customXml" Target="../ink/ink54.xml"/><Relationship Id="rId116" Type="http://schemas.openxmlformats.org/officeDocument/2006/relationships/customXml" Target="../ink/ink58.xml"/><Relationship Id="rId124" Type="http://schemas.openxmlformats.org/officeDocument/2006/relationships/customXml" Target="../ink/ink62.xml"/><Relationship Id="rId129" Type="http://schemas.openxmlformats.org/officeDocument/2006/relationships/image" Target="../media/image74.png"/><Relationship Id="rId137" Type="http://schemas.openxmlformats.org/officeDocument/2006/relationships/image" Target="../media/image78.png"/><Relationship Id="rId20" Type="http://schemas.openxmlformats.org/officeDocument/2006/relationships/customXml" Target="../ink/ink10.xml"/><Relationship Id="rId41" Type="http://schemas.openxmlformats.org/officeDocument/2006/relationships/image" Target="../media/image30.png"/><Relationship Id="rId54" Type="http://schemas.openxmlformats.org/officeDocument/2006/relationships/customXml" Target="../ink/ink27.xml"/><Relationship Id="rId62" Type="http://schemas.openxmlformats.org/officeDocument/2006/relationships/customXml" Target="../ink/ink31.xml"/><Relationship Id="rId70" Type="http://schemas.openxmlformats.org/officeDocument/2006/relationships/customXml" Target="../ink/ink35.xml"/><Relationship Id="rId75" Type="http://schemas.openxmlformats.org/officeDocument/2006/relationships/image" Target="../media/image47.png"/><Relationship Id="rId83" Type="http://schemas.openxmlformats.org/officeDocument/2006/relationships/image" Target="../media/image51.png"/><Relationship Id="rId88" Type="http://schemas.openxmlformats.org/officeDocument/2006/relationships/customXml" Target="../ink/ink44.xml"/><Relationship Id="rId91" Type="http://schemas.openxmlformats.org/officeDocument/2006/relationships/image" Target="../media/image55.png"/><Relationship Id="rId96" Type="http://schemas.openxmlformats.org/officeDocument/2006/relationships/customXml" Target="../ink/ink48.xml"/><Relationship Id="rId111" Type="http://schemas.openxmlformats.org/officeDocument/2006/relationships/image" Target="../media/image65.png"/><Relationship Id="rId132" Type="http://schemas.openxmlformats.org/officeDocument/2006/relationships/customXml" Target="../ink/ink66.xml"/><Relationship Id="rId140" Type="http://schemas.openxmlformats.org/officeDocument/2006/relationships/customXml" Target="../ink/ink70.xml"/><Relationship Id="rId145"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customXml" Target="../ink/ink3.xml"/><Relationship Id="rId15" Type="http://schemas.openxmlformats.org/officeDocument/2006/relationships/image" Target="../media/image17.png"/><Relationship Id="rId23" Type="http://schemas.openxmlformats.org/officeDocument/2006/relationships/image" Target="../media/image21.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34.png"/><Relationship Id="rId57" Type="http://schemas.openxmlformats.org/officeDocument/2006/relationships/image" Target="../media/image38.png"/><Relationship Id="rId106" Type="http://schemas.openxmlformats.org/officeDocument/2006/relationships/customXml" Target="../ink/ink53.xml"/><Relationship Id="rId114" Type="http://schemas.openxmlformats.org/officeDocument/2006/relationships/customXml" Target="../ink/ink57.xml"/><Relationship Id="rId119" Type="http://schemas.openxmlformats.org/officeDocument/2006/relationships/image" Target="../media/image69.png"/><Relationship Id="rId127" Type="http://schemas.openxmlformats.org/officeDocument/2006/relationships/image" Target="../media/image73.png"/><Relationship Id="rId10" Type="http://schemas.openxmlformats.org/officeDocument/2006/relationships/customXml" Target="../ink/ink5.xml"/><Relationship Id="rId31" Type="http://schemas.openxmlformats.org/officeDocument/2006/relationships/image" Target="../media/image25.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42.png"/><Relationship Id="rId73" Type="http://schemas.openxmlformats.org/officeDocument/2006/relationships/image" Target="../media/image46.png"/><Relationship Id="rId78" Type="http://schemas.openxmlformats.org/officeDocument/2006/relationships/customXml" Target="../ink/ink39.xml"/><Relationship Id="rId81" Type="http://schemas.openxmlformats.org/officeDocument/2006/relationships/image" Target="../media/image50.png"/><Relationship Id="rId86" Type="http://schemas.openxmlformats.org/officeDocument/2006/relationships/customXml" Target="../ink/ink43.xml"/><Relationship Id="rId94" Type="http://schemas.openxmlformats.org/officeDocument/2006/relationships/customXml" Target="../ink/ink47.xml"/><Relationship Id="rId99" Type="http://schemas.openxmlformats.org/officeDocument/2006/relationships/image" Target="../media/image59.png"/><Relationship Id="rId101" Type="http://schemas.openxmlformats.org/officeDocument/2006/relationships/image" Target="../media/image60.png"/><Relationship Id="rId122" Type="http://schemas.openxmlformats.org/officeDocument/2006/relationships/customXml" Target="../ink/ink61.xml"/><Relationship Id="rId130" Type="http://schemas.openxmlformats.org/officeDocument/2006/relationships/customXml" Target="../ink/ink65.xml"/><Relationship Id="rId135" Type="http://schemas.openxmlformats.org/officeDocument/2006/relationships/image" Target="../media/image77.png"/><Relationship Id="rId143" Type="http://schemas.openxmlformats.org/officeDocument/2006/relationships/image" Target="../media/image81.png"/><Relationship Id="rId4" Type="http://schemas.openxmlformats.org/officeDocument/2006/relationships/customXml" Target="../ink/ink2.xml"/><Relationship Id="rId9" Type="http://schemas.openxmlformats.org/officeDocument/2006/relationships/image" Target="../media/image14.png"/><Relationship Id="rId13" Type="http://schemas.openxmlformats.org/officeDocument/2006/relationships/image" Target="../media/image16.png"/><Relationship Id="rId18" Type="http://schemas.openxmlformats.org/officeDocument/2006/relationships/customXml" Target="../ink/ink9.xml"/><Relationship Id="rId39" Type="http://schemas.openxmlformats.org/officeDocument/2006/relationships/image" Target="../media/image29.png"/><Relationship Id="rId109" Type="http://schemas.openxmlformats.org/officeDocument/2006/relationships/image" Target="../media/image64.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7.png"/><Relationship Id="rId76" Type="http://schemas.openxmlformats.org/officeDocument/2006/relationships/customXml" Target="../ink/ink38.xml"/><Relationship Id="rId97" Type="http://schemas.openxmlformats.org/officeDocument/2006/relationships/image" Target="../media/image58.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72.png"/><Relationship Id="rId141" Type="http://schemas.openxmlformats.org/officeDocument/2006/relationships/image" Target="../media/image80.png"/><Relationship Id="rId7" Type="http://schemas.openxmlformats.org/officeDocument/2006/relationships/image" Target="../media/image13.png"/><Relationship Id="rId71" Type="http://schemas.openxmlformats.org/officeDocument/2006/relationships/image" Target="../media/image45.png"/><Relationship Id="rId92" Type="http://schemas.openxmlformats.org/officeDocument/2006/relationships/customXml" Target="../ink/ink46.xml"/><Relationship Id="rId2" Type="http://schemas.openxmlformats.org/officeDocument/2006/relationships/customXml" Target="../ink/ink1.xml"/><Relationship Id="rId29" Type="http://schemas.openxmlformats.org/officeDocument/2006/relationships/image" Target="../media/image24.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32.png"/><Relationship Id="rId66" Type="http://schemas.openxmlformats.org/officeDocument/2006/relationships/customXml" Target="../ink/ink33.xml"/><Relationship Id="rId87" Type="http://schemas.openxmlformats.org/officeDocument/2006/relationships/image" Target="../media/image53.png"/><Relationship Id="rId110" Type="http://schemas.openxmlformats.org/officeDocument/2006/relationships/customXml" Target="../ink/ink55.xml"/><Relationship Id="rId115" Type="http://schemas.openxmlformats.org/officeDocument/2006/relationships/image" Target="../media/image67.png"/><Relationship Id="rId131" Type="http://schemas.openxmlformats.org/officeDocument/2006/relationships/image" Target="../media/image75.png"/><Relationship Id="rId136" Type="http://schemas.openxmlformats.org/officeDocument/2006/relationships/customXml" Target="../ink/ink68.xml"/><Relationship Id="rId61" Type="http://schemas.openxmlformats.org/officeDocument/2006/relationships/image" Target="../media/image40.png"/><Relationship Id="rId82" Type="http://schemas.openxmlformats.org/officeDocument/2006/relationships/customXml" Target="../ink/ink41.xml"/><Relationship Id="rId19" Type="http://schemas.openxmlformats.org/officeDocument/2006/relationships/image" Target="../media/image19.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7.png"/><Relationship Id="rId56" Type="http://schemas.openxmlformats.org/officeDocument/2006/relationships/customXml" Target="../ink/ink28.xml"/><Relationship Id="rId77" Type="http://schemas.openxmlformats.org/officeDocument/2006/relationships/image" Target="../media/image48.png"/><Relationship Id="rId100" Type="http://schemas.openxmlformats.org/officeDocument/2006/relationships/customXml" Target="../ink/ink50.xml"/><Relationship Id="rId105" Type="http://schemas.openxmlformats.org/officeDocument/2006/relationships/image" Target="../media/image62.png"/><Relationship Id="rId126" Type="http://schemas.openxmlformats.org/officeDocument/2006/relationships/customXml" Target="../ink/ink63.xml"/><Relationship Id="rId8" Type="http://schemas.openxmlformats.org/officeDocument/2006/relationships/customXml" Target="../ink/ink4.xml"/><Relationship Id="rId51" Type="http://schemas.openxmlformats.org/officeDocument/2006/relationships/image" Target="../media/image35.png"/><Relationship Id="rId72" Type="http://schemas.openxmlformats.org/officeDocument/2006/relationships/customXml" Target="../ink/ink36.xml"/><Relationship Id="rId93" Type="http://schemas.openxmlformats.org/officeDocument/2006/relationships/image" Target="../media/image56.png"/><Relationship Id="rId98" Type="http://schemas.openxmlformats.org/officeDocument/2006/relationships/customXml" Target="../ink/ink49.xml"/><Relationship Id="rId121" Type="http://schemas.openxmlformats.org/officeDocument/2006/relationships/image" Target="../media/image70.png"/><Relationship Id="rId142" Type="http://schemas.openxmlformats.org/officeDocument/2006/relationships/customXml" Target="../ink/ink71.xml"/></Relationships>
</file>

<file path=ppt/slides/_rels/slide8.xml.rels><?xml version="1.0" encoding="UTF-8" standalone="yes"?>
<Relationships xmlns="http://schemas.openxmlformats.org/package/2006/relationships"><Relationship Id="rId26" Type="http://schemas.openxmlformats.org/officeDocument/2006/relationships/customXml" Target="../ink/ink85.xml"/><Relationship Id="rId117" Type="http://schemas.openxmlformats.org/officeDocument/2006/relationships/image" Target="../media/image135.png"/><Relationship Id="rId21" Type="http://schemas.openxmlformats.org/officeDocument/2006/relationships/image" Target="../media/image90.png"/><Relationship Id="rId42" Type="http://schemas.openxmlformats.org/officeDocument/2006/relationships/customXml" Target="../ink/ink93.xml"/><Relationship Id="rId47" Type="http://schemas.openxmlformats.org/officeDocument/2006/relationships/image" Target="../media/image102.png"/><Relationship Id="rId63" Type="http://schemas.openxmlformats.org/officeDocument/2006/relationships/image" Target="../media/image110.png"/><Relationship Id="rId68" Type="http://schemas.openxmlformats.org/officeDocument/2006/relationships/customXml" Target="../ink/ink106.xml"/><Relationship Id="rId84" Type="http://schemas.openxmlformats.org/officeDocument/2006/relationships/customXml" Target="../ink/ink114.xml"/><Relationship Id="rId89" Type="http://schemas.openxmlformats.org/officeDocument/2006/relationships/image" Target="../media/image54.png"/><Relationship Id="rId112" Type="http://schemas.openxmlformats.org/officeDocument/2006/relationships/customXml" Target="../ink/ink128.xml"/><Relationship Id="rId133" Type="http://schemas.openxmlformats.org/officeDocument/2006/relationships/image" Target="../media/image143.png"/><Relationship Id="rId138" Type="http://schemas.openxmlformats.org/officeDocument/2006/relationships/customXml" Target="../ink/ink141.xml"/><Relationship Id="rId16" Type="http://schemas.openxmlformats.org/officeDocument/2006/relationships/customXml" Target="../ink/ink80.xml"/><Relationship Id="rId107" Type="http://schemas.openxmlformats.org/officeDocument/2006/relationships/image" Target="../media/image130.png"/><Relationship Id="rId11" Type="http://schemas.openxmlformats.org/officeDocument/2006/relationships/image" Target="../media/image87.png"/><Relationship Id="rId32" Type="http://schemas.openxmlformats.org/officeDocument/2006/relationships/customXml" Target="../ink/ink88.xml"/><Relationship Id="rId37" Type="http://schemas.openxmlformats.org/officeDocument/2006/relationships/image" Target="../media/image97.png"/><Relationship Id="rId53" Type="http://schemas.openxmlformats.org/officeDocument/2006/relationships/image" Target="../media/image105.png"/><Relationship Id="rId58" Type="http://schemas.openxmlformats.org/officeDocument/2006/relationships/customXml" Target="../ink/ink101.xml"/><Relationship Id="rId74" Type="http://schemas.openxmlformats.org/officeDocument/2006/relationships/customXml" Target="../ink/ink109.xml"/><Relationship Id="rId79" Type="http://schemas.openxmlformats.org/officeDocument/2006/relationships/image" Target="../media/image117.png"/><Relationship Id="rId102" Type="http://schemas.openxmlformats.org/officeDocument/2006/relationships/customXml" Target="../ink/ink123.xml"/><Relationship Id="rId123" Type="http://schemas.openxmlformats.org/officeDocument/2006/relationships/image" Target="../media/image138.png"/><Relationship Id="rId128" Type="http://schemas.openxmlformats.org/officeDocument/2006/relationships/customXml" Target="../ink/ink136.xml"/><Relationship Id="rId144" Type="http://schemas.openxmlformats.org/officeDocument/2006/relationships/customXml" Target="../ink/ink144.xml"/><Relationship Id="rId5" Type="http://schemas.openxmlformats.org/officeDocument/2006/relationships/image" Target="../media/image84.png"/><Relationship Id="rId90" Type="http://schemas.openxmlformats.org/officeDocument/2006/relationships/customXml" Target="../ink/ink117.xml"/><Relationship Id="rId95" Type="http://schemas.openxmlformats.org/officeDocument/2006/relationships/image" Target="../media/image124.png"/><Relationship Id="rId22" Type="http://schemas.openxmlformats.org/officeDocument/2006/relationships/customXml" Target="../ink/ink83.xml"/><Relationship Id="rId27" Type="http://schemas.openxmlformats.org/officeDocument/2006/relationships/image" Target="../media/image93.png"/><Relationship Id="rId43" Type="http://schemas.openxmlformats.org/officeDocument/2006/relationships/image" Target="../media/image100.png"/><Relationship Id="rId48" Type="http://schemas.openxmlformats.org/officeDocument/2006/relationships/customXml" Target="../ink/ink96.xml"/><Relationship Id="rId64" Type="http://schemas.openxmlformats.org/officeDocument/2006/relationships/customXml" Target="../ink/ink104.xml"/><Relationship Id="rId69" Type="http://schemas.openxmlformats.org/officeDocument/2006/relationships/image" Target="../media/image113.png"/><Relationship Id="rId113" Type="http://schemas.openxmlformats.org/officeDocument/2006/relationships/image" Target="../media/image133.png"/><Relationship Id="rId118" Type="http://schemas.openxmlformats.org/officeDocument/2006/relationships/customXml" Target="../ink/ink131.xml"/><Relationship Id="rId134" Type="http://schemas.openxmlformats.org/officeDocument/2006/relationships/customXml" Target="../ink/ink139.xml"/><Relationship Id="rId139" Type="http://schemas.openxmlformats.org/officeDocument/2006/relationships/image" Target="../media/image146.png"/><Relationship Id="rId80" Type="http://schemas.openxmlformats.org/officeDocument/2006/relationships/customXml" Target="../ink/ink112.xml"/><Relationship Id="rId85" Type="http://schemas.openxmlformats.org/officeDocument/2006/relationships/image" Target="../media/image120.png"/><Relationship Id="rId3" Type="http://schemas.openxmlformats.org/officeDocument/2006/relationships/image" Target="../media/image83.png"/><Relationship Id="rId12" Type="http://schemas.openxmlformats.org/officeDocument/2006/relationships/customXml" Target="../ink/ink78.xml"/><Relationship Id="rId17" Type="http://schemas.openxmlformats.org/officeDocument/2006/relationships/image" Target="../media/image18.png"/><Relationship Id="rId25" Type="http://schemas.openxmlformats.org/officeDocument/2006/relationships/image" Target="../media/image92.png"/><Relationship Id="rId33" Type="http://schemas.openxmlformats.org/officeDocument/2006/relationships/image" Target="../media/image95.png"/><Relationship Id="rId38" Type="http://schemas.openxmlformats.org/officeDocument/2006/relationships/customXml" Target="../ink/ink91.xml"/><Relationship Id="rId46" Type="http://schemas.openxmlformats.org/officeDocument/2006/relationships/customXml" Target="../ink/ink95.xml"/><Relationship Id="rId59" Type="http://schemas.openxmlformats.org/officeDocument/2006/relationships/image" Target="../media/image108.png"/><Relationship Id="rId67" Type="http://schemas.openxmlformats.org/officeDocument/2006/relationships/image" Target="../media/image112.png"/><Relationship Id="rId103" Type="http://schemas.openxmlformats.org/officeDocument/2006/relationships/image" Target="../media/image128.png"/><Relationship Id="rId108" Type="http://schemas.openxmlformats.org/officeDocument/2006/relationships/customXml" Target="../ink/ink126.xml"/><Relationship Id="rId116" Type="http://schemas.openxmlformats.org/officeDocument/2006/relationships/customXml" Target="../ink/ink130.xml"/><Relationship Id="rId124" Type="http://schemas.openxmlformats.org/officeDocument/2006/relationships/customXml" Target="../ink/ink134.xml"/><Relationship Id="rId129" Type="http://schemas.openxmlformats.org/officeDocument/2006/relationships/image" Target="../media/image141.png"/><Relationship Id="rId137" Type="http://schemas.openxmlformats.org/officeDocument/2006/relationships/image" Target="../media/image145.png"/><Relationship Id="rId20" Type="http://schemas.openxmlformats.org/officeDocument/2006/relationships/customXml" Target="../ink/ink82.xml"/><Relationship Id="rId41" Type="http://schemas.openxmlformats.org/officeDocument/2006/relationships/image" Target="../media/image99.png"/><Relationship Id="rId54" Type="http://schemas.openxmlformats.org/officeDocument/2006/relationships/customXml" Target="../ink/ink99.xml"/><Relationship Id="rId62" Type="http://schemas.openxmlformats.org/officeDocument/2006/relationships/customXml" Target="../ink/ink103.xml"/><Relationship Id="rId70" Type="http://schemas.openxmlformats.org/officeDocument/2006/relationships/customXml" Target="../ink/ink107.xml"/><Relationship Id="rId75" Type="http://schemas.openxmlformats.org/officeDocument/2006/relationships/image" Target="../media/image115.png"/><Relationship Id="rId83" Type="http://schemas.openxmlformats.org/officeDocument/2006/relationships/image" Target="../media/image119.png"/><Relationship Id="rId88" Type="http://schemas.openxmlformats.org/officeDocument/2006/relationships/customXml" Target="../ink/ink116.xml"/><Relationship Id="rId91" Type="http://schemas.openxmlformats.org/officeDocument/2006/relationships/image" Target="../media/image122.png"/><Relationship Id="rId96" Type="http://schemas.openxmlformats.org/officeDocument/2006/relationships/customXml" Target="../ink/ink120.xml"/><Relationship Id="rId111" Type="http://schemas.openxmlformats.org/officeDocument/2006/relationships/image" Target="../media/image132.png"/><Relationship Id="rId132" Type="http://schemas.openxmlformats.org/officeDocument/2006/relationships/customXml" Target="../ink/ink138.xml"/><Relationship Id="rId140" Type="http://schemas.openxmlformats.org/officeDocument/2006/relationships/customXml" Target="../ink/ink142.xml"/><Relationship Id="rId145" Type="http://schemas.openxmlformats.org/officeDocument/2006/relationships/image" Target="../media/image149.png"/><Relationship Id="rId1" Type="http://schemas.openxmlformats.org/officeDocument/2006/relationships/slideLayout" Target="../slideLayouts/slideLayout2.xml"/><Relationship Id="rId6" Type="http://schemas.openxmlformats.org/officeDocument/2006/relationships/customXml" Target="../ink/ink75.xml"/><Relationship Id="rId15" Type="http://schemas.openxmlformats.org/officeDocument/2006/relationships/image" Target="../media/image17.png"/><Relationship Id="rId23" Type="http://schemas.openxmlformats.org/officeDocument/2006/relationships/image" Target="../media/image91.png"/><Relationship Id="rId28" Type="http://schemas.openxmlformats.org/officeDocument/2006/relationships/customXml" Target="../ink/ink86.xml"/><Relationship Id="rId36" Type="http://schemas.openxmlformats.org/officeDocument/2006/relationships/customXml" Target="../ink/ink90.xml"/><Relationship Id="rId49" Type="http://schemas.openxmlformats.org/officeDocument/2006/relationships/image" Target="../media/image103.png"/><Relationship Id="rId57" Type="http://schemas.openxmlformats.org/officeDocument/2006/relationships/image" Target="../media/image107.png"/><Relationship Id="rId106" Type="http://schemas.openxmlformats.org/officeDocument/2006/relationships/customXml" Target="../ink/ink125.xml"/><Relationship Id="rId114" Type="http://schemas.openxmlformats.org/officeDocument/2006/relationships/customXml" Target="../ink/ink129.xml"/><Relationship Id="rId119" Type="http://schemas.openxmlformats.org/officeDocument/2006/relationships/image" Target="../media/image136.png"/><Relationship Id="rId127" Type="http://schemas.openxmlformats.org/officeDocument/2006/relationships/image" Target="../media/image140.png"/><Relationship Id="rId10" Type="http://schemas.openxmlformats.org/officeDocument/2006/relationships/customXml" Target="../ink/ink77.xml"/><Relationship Id="rId31" Type="http://schemas.openxmlformats.org/officeDocument/2006/relationships/image" Target="../media/image25.png"/><Relationship Id="rId44" Type="http://schemas.openxmlformats.org/officeDocument/2006/relationships/customXml" Target="../ink/ink94.xml"/><Relationship Id="rId52" Type="http://schemas.openxmlformats.org/officeDocument/2006/relationships/customXml" Target="../ink/ink98.xml"/><Relationship Id="rId60" Type="http://schemas.openxmlformats.org/officeDocument/2006/relationships/customXml" Target="../ink/ink102.xml"/><Relationship Id="rId65" Type="http://schemas.openxmlformats.org/officeDocument/2006/relationships/image" Target="../media/image111.png"/><Relationship Id="rId73" Type="http://schemas.openxmlformats.org/officeDocument/2006/relationships/image" Target="../media/image46.png"/><Relationship Id="rId78" Type="http://schemas.openxmlformats.org/officeDocument/2006/relationships/customXml" Target="../ink/ink111.xml"/><Relationship Id="rId81" Type="http://schemas.openxmlformats.org/officeDocument/2006/relationships/image" Target="../media/image118.png"/><Relationship Id="rId86" Type="http://schemas.openxmlformats.org/officeDocument/2006/relationships/customXml" Target="../ink/ink115.xml"/><Relationship Id="rId94" Type="http://schemas.openxmlformats.org/officeDocument/2006/relationships/customXml" Target="../ink/ink119.xml"/><Relationship Id="rId99" Type="http://schemas.openxmlformats.org/officeDocument/2006/relationships/image" Target="../media/image126.png"/><Relationship Id="rId101" Type="http://schemas.openxmlformats.org/officeDocument/2006/relationships/image" Target="../media/image127.png"/><Relationship Id="rId122" Type="http://schemas.openxmlformats.org/officeDocument/2006/relationships/customXml" Target="../ink/ink133.xml"/><Relationship Id="rId130" Type="http://schemas.openxmlformats.org/officeDocument/2006/relationships/customXml" Target="../ink/ink137.xml"/><Relationship Id="rId135" Type="http://schemas.openxmlformats.org/officeDocument/2006/relationships/image" Target="../media/image144.png"/><Relationship Id="rId143" Type="http://schemas.openxmlformats.org/officeDocument/2006/relationships/image" Target="../media/image148.png"/><Relationship Id="rId4" Type="http://schemas.openxmlformats.org/officeDocument/2006/relationships/customXml" Target="../ink/ink74.xml"/><Relationship Id="rId9" Type="http://schemas.openxmlformats.org/officeDocument/2006/relationships/image" Target="../media/image86.png"/><Relationship Id="rId13" Type="http://schemas.openxmlformats.org/officeDocument/2006/relationships/image" Target="../media/image88.png"/><Relationship Id="rId18" Type="http://schemas.openxmlformats.org/officeDocument/2006/relationships/customXml" Target="../ink/ink81.xml"/><Relationship Id="rId39" Type="http://schemas.openxmlformats.org/officeDocument/2006/relationships/image" Target="../media/image98.png"/><Relationship Id="rId109" Type="http://schemas.openxmlformats.org/officeDocument/2006/relationships/image" Target="../media/image131.png"/><Relationship Id="rId34" Type="http://schemas.openxmlformats.org/officeDocument/2006/relationships/customXml" Target="../ink/ink89.xml"/><Relationship Id="rId50" Type="http://schemas.openxmlformats.org/officeDocument/2006/relationships/customXml" Target="../ink/ink97.xml"/><Relationship Id="rId55" Type="http://schemas.openxmlformats.org/officeDocument/2006/relationships/image" Target="../media/image106.png"/><Relationship Id="rId76" Type="http://schemas.openxmlformats.org/officeDocument/2006/relationships/customXml" Target="../ink/ink110.xml"/><Relationship Id="rId97" Type="http://schemas.openxmlformats.org/officeDocument/2006/relationships/image" Target="../media/image125.png"/><Relationship Id="rId104" Type="http://schemas.openxmlformats.org/officeDocument/2006/relationships/customXml" Target="../ink/ink124.xml"/><Relationship Id="rId120" Type="http://schemas.openxmlformats.org/officeDocument/2006/relationships/customXml" Target="../ink/ink132.xml"/><Relationship Id="rId125" Type="http://schemas.openxmlformats.org/officeDocument/2006/relationships/image" Target="../media/image139.png"/><Relationship Id="rId141" Type="http://schemas.openxmlformats.org/officeDocument/2006/relationships/image" Target="../media/image147.png"/><Relationship Id="rId7" Type="http://schemas.openxmlformats.org/officeDocument/2006/relationships/image" Target="../media/image85.png"/><Relationship Id="rId71" Type="http://schemas.openxmlformats.org/officeDocument/2006/relationships/image" Target="../media/image114.png"/><Relationship Id="rId92" Type="http://schemas.openxmlformats.org/officeDocument/2006/relationships/customXml" Target="../ink/ink118.xml"/><Relationship Id="rId2" Type="http://schemas.openxmlformats.org/officeDocument/2006/relationships/customXml" Target="../ink/ink73.xml"/><Relationship Id="rId29" Type="http://schemas.openxmlformats.org/officeDocument/2006/relationships/image" Target="../media/image94.png"/><Relationship Id="rId24" Type="http://schemas.openxmlformats.org/officeDocument/2006/relationships/customXml" Target="../ink/ink84.xml"/><Relationship Id="rId40" Type="http://schemas.openxmlformats.org/officeDocument/2006/relationships/customXml" Target="../ink/ink92.xml"/><Relationship Id="rId45" Type="http://schemas.openxmlformats.org/officeDocument/2006/relationships/image" Target="../media/image101.png"/><Relationship Id="rId66" Type="http://schemas.openxmlformats.org/officeDocument/2006/relationships/customXml" Target="../ink/ink105.xml"/><Relationship Id="rId87" Type="http://schemas.openxmlformats.org/officeDocument/2006/relationships/image" Target="../media/image121.png"/><Relationship Id="rId110" Type="http://schemas.openxmlformats.org/officeDocument/2006/relationships/customXml" Target="../ink/ink127.xml"/><Relationship Id="rId115" Type="http://schemas.openxmlformats.org/officeDocument/2006/relationships/image" Target="../media/image134.png"/><Relationship Id="rId131" Type="http://schemas.openxmlformats.org/officeDocument/2006/relationships/image" Target="../media/image142.png"/><Relationship Id="rId136" Type="http://schemas.openxmlformats.org/officeDocument/2006/relationships/customXml" Target="../ink/ink140.xml"/><Relationship Id="rId61" Type="http://schemas.openxmlformats.org/officeDocument/2006/relationships/image" Target="../media/image109.png"/><Relationship Id="rId82" Type="http://schemas.openxmlformats.org/officeDocument/2006/relationships/customXml" Target="../ink/ink113.xml"/><Relationship Id="rId19" Type="http://schemas.openxmlformats.org/officeDocument/2006/relationships/image" Target="../media/image89.png"/><Relationship Id="rId14" Type="http://schemas.openxmlformats.org/officeDocument/2006/relationships/customXml" Target="../ink/ink79.xml"/><Relationship Id="rId30" Type="http://schemas.openxmlformats.org/officeDocument/2006/relationships/customXml" Target="../ink/ink87.xml"/><Relationship Id="rId35" Type="http://schemas.openxmlformats.org/officeDocument/2006/relationships/image" Target="../media/image96.png"/><Relationship Id="rId56" Type="http://schemas.openxmlformats.org/officeDocument/2006/relationships/customXml" Target="../ink/ink100.xml"/><Relationship Id="rId77" Type="http://schemas.openxmlformats.org/officeDocument/2006/relationships/image" Target="../media/image116.png"/><Relationship Id="rId100" Type="http://schemas.openxmlformats.org/officeDocument/2006/relationships/customXml" Target="../ink/ink122.xml"/><Relationship Id="rId105" Type="http://schemas.openxmlformats.org/officeDocument/2006/relationships/image" Target="../media/image129.png"/><Relationship Id="rId126" Type="http://schemas.openxmlformats.org/officeDocument/2006/relationships/customXml" Target="../ink/ink135.xml"/><Relationship Id="rId8" Type="http://schemas.openxmlformats.org/officeDocument/2006/relationships/customXml" Target="../ink/ink76.xml"/><Relationship Id="rId51" Type="http://schemas.openxmlformats.org/officeDocument/2006/relationships/image" Target="../media/image104.png"/><Relationship Id="rId72" Type="http://schemas.openxmlformats.org/officeDocument/2006/relationships/customXml" Target="../ink/ink108.xml"/><Relationship Id="rId93" Type="http://schemas.openxmlformats.org/officeDocument/2006/relationships/image" Target="../media/image123.png"/><Relationship Id="rId98" Type="http://schemas.openxmlformats.org/officeDocument/2006/relationships/customXml" Target="../ink/ink121.xml"/><Relationship Id="rId121" Type="http://schemas.openxmlformats.org/officeDocument/2006/relationships/image" Target="../media/image137.png"/><Relationship Id="rId142" Type="http://schemas.openxmlformats.org/officeDocument/2006/relationships/customXml" Target="../ink/ink143.xml"/></Relationships>
</file>

<file path=ppt/slides/_rels/slide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customXml" Target="../ink/ink14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17" Type="http://schemas.openxmlformats.org/officeDocument/2006/relationships/customXml" Target="../ink/ink203.xml"/><Relationship Id="rId21" Type="http://schemas.openxmlformats.org/officeDocument/2006/relationships/customXml" Target="../ink/ink155.xml"/><Relationship Id="rId42" Type="http://schemas.openxmlformats.org/officeDocument/2006/relationships/image" Target="../media/image170.png"/><Relationship Id="rId63" Type="http://schemas.openxmlformats.org/officeDocument/2006/relationships/customXml" Target="../ink/ink176.xml"/><Relationship Id="rId84" Type="http://schemas.openxmlformats.org/officeDocument/2006/relationships/image" Target="../media/image191.png"/><Relationship Id="rId138" Type="http://schemas.openxmlformats.org/officeDocument/2006/relationships/image" Target="../media/image218.png"/><Relationship Id="rId159" Type="http://schemas.openxmlformats.org/officeDocument/2006/relationships/customXml" Target="../ink/ink224.xml"/><Relationship Id="rId170" Type="http://schemas.openxmlformats.org/officeDocument/2006/relationships/image" Target="../media/image234.png"/><Relationship Id="rId191" Type="http://schemas.openxmlformats.org/officeDocument/2006/relationships/customXml" Target="../ink/ink240.xml"/><Relationship Id="rId205" Type="http://schemas.openxmlformats.org/officeDocument/2006/relationships/customXml" Target="../ink/ink247.xml"/><Relationship Id="rId107" Type="http://schemas.openxmlformats.org/officeDocument/2006/relationships/customXml" Target="../ink/ink198.xml"/><Relationship Id="rId11" Type="http://schemas.openxmlformats.org/officeDocument/2006/relationships/customXml" Target="../ink/ink150.xml"/><Relationship Id="rId32" Type="http://schemas.openxmlformats.org/officeDocument/2006/relationships/image" Target="../media/image165.png"/><Relationship Id="rId53" Type="http://schemas.openxmlformats.org/officeDocument/2006/relationships/customXml" Target="../ink/ink171.xml"/><Relationship Id="rId74" Type="http://schemas.openxmlformats.org/officeDocument/2006/relationships/image" Target="../media/image186.png"/><Relationship Id="rId128" Type="http://schemas.openxmlformats.org/officeDocument/2006/relationships/image" Target="../media/image213.png"/><Relationship Id="rId149" Type="http://schemas.openxmlformats.org/officeDocument/2006/relationships/customXml" Target="../ink/ink219.xml"/><Relationship Id="rId5" Type="http://schemas.openxmlformats.org/officeDocument/2006/relationships/customXml" Target="../ink/ink147.xml"/><Relationship Id="rId90" Type="http://schemas.openxmlformats.org/officeDocument/2006/relationships/image" Target="../media/image194.png"/><Relationship Id="rId95" Type="http://schemas.openxmlformats.org/officeDocument/2006/relationships/customXml" Target="../ink/ink192.xml"/><Relationship Id="rId160" Type="http://schemas.openxmlformats.org/officeDocument/2006/relationships/image" Target="../media/image229.png"/><Relationship Id="rId165" Type="http://schemas.openxmlformats.org/officeDocument/2006/relationships/customXml" Target="../ink/ink227.xml"/><Relationship Id="rId181" Type="http://schemas.openxmlformats.org/officeDocument/2006/relationships/customXml" Target="../ink/ink235.xml"/><Relationship Id="rId186" Type="http://schemas.openxmlformats.org/officeDocument/2006/relationships/image" Target="../media/image242.png"/><Relationship Id="rId216" Type="http://schemas.openxmlformats.org/officeDocument/2006/relationships/image" Target="../media/image257.png"/><Relationship Id="rId211" Type="http://schemas.openxmlformats.org/officeDocument/2006/relationships/customXml" Target="../ink/ink250.xml"/><Relationship Id="rId22" Type="http://schemas.openxmlformats.org/officeDocument/2006/relationships/image" Target="../media/image160.png"/><Relationship Id="rId27" Type="http://schemas.openxmlformats.org/officeDocument/2006/relationships/customXml" Target="../ink/ink158.xml"/><Relationship Id="rId43" Type="http://schemas.openxmlformats.org/officeDocument/2006/relationships/customXml" Target="../ink/ink166.xml"/><Relationship Id="rId48" Type="http://schemas.openxmlformats.org/officeDocument/2006/relationships/image" Target="../media/image173.png"/><Relationship Id="rId64" Type="http://schemas.openxmlformats.org/officeDocument/2006/relationships/image" Target="../media/image181.png"/><Relationship Id="rId69" Type="http://schemas.openxmlformats.org/officeDocument/2006/relationships/customXml" Target="../ink/ink179.xml"/><Relationship Id="rId113" Type="http://schemas.openxmlformats.org/officeDocument/2006/relationships/customXml" Target="../ink/ink201.xml"/><Relationship Id="rId118" Type="http://schemas.openxmlformats.org/officeDocument/2006/relationships/image" Target="../media/image208.png"/><Relationship Id="rId134" Type="http://schemas.openxmlformats.org/officeDocument/2006/relationships/image" Target="../media/image216.png"/><Relationship Id="rId139" Type="http://schemas.openxmlformats.org/officeDocument/2006/relationships/customXml" Target="../ink/ink214.xml"/><Relationship Id="rId80" Type="http://schemas.openxmlformats.org/officeDocument/2006/relationships/image" Target="../media/image189.png"/><Relationship Id="rId85" Type="http://schemas.openxmlformats.org/officeDocument/2006/relationships/customXml" Target="../ink/ink187.xml"/><Relationship Id="rId150" Type="http://schemas.openxmlformats.org/officeDocument/2006/relationships/image" Target="../media/image224.png"/><Relationship Id="rId155" Type="http://schemas.openxmlformats.org/officeDocument/2006/relationships/customXml" Target="../ink/ink222.xml"/><Relationship Id="rId171" Type="http://schemas.openxmlformats.org/officeDocument/2006/relationships/customXml" Target="../ink/ink230.xml"/><Relationship Id="rId176" Type="http://schemas.openxmlformats.org/officeDocument/2006/relationships/image" Target="../media/image237.png"/><Relationship Id="rId192" Type="http://schemas.openxmlformats.org/officeDocument/2006/relationships/image" Target="../media/image245.png"/><Relationship Id="rId197" Type="http://schemas.openxmlformats.org/officeDocument/2006/relationships/customXml" Target="../ink/ink243.xml"/><Relationship Id="rId206" Type="http://schemas.openxmlformats.org/officeDocument/2006/relationships/image" Target="../media/image252.png"/><Relationship Id="rId201" Type="http://schemas.openxmlformats.org/officeDocument/2006/relationships/customXml" Target="../ink/ink245.xml"/><Relationship Id="rId12" Type="http://schemas.openxmlformats.org/officeDocument/2006/relationships/image" Target="../media/image155.png"/><Relationship Id="rId17" Type="http://schemas.openxmlformats.org/officeDocument/2006/relationships/customXml" Target="../ink/ink153.xml"/><Relationship Id="rId33" Type="http://schemas.openxmlformats.org/officeDocument/2006/relationships/customXml" Target="../ink/ink161.xml"/><Relationship Id="rId38" Type="http://schemas.openxmlformats.org/officeDocument/2006/relationships/image" Target="../media/image168.png"/><Relationship Id="rId59" Type="http://schemas.openxmlformats.org/officeDocument/2006/relationships/customXml" Target="../ink/ink174.xml"/><Relationship Id="rId103" Type="http://schemas.openxmlformats.org/officeDocument/2006/relationships/customXml" Target="../ink/ink196.xml"/><Relationship Id="rId108" Type="http://schemas.openxmlformats.org/officeDocument/2006/relationships/image" Target="../media/image203.png"/><Relationship Id="rId124" Type="http://schemas.openxmlformats.org/officeDocument/2006/relationships/image" Target="../media/image211.png"/><Relationship Id="rId129" Type="http://schemas.openxmlformats.org/officeDocument/2006/relationships/customXml" Target="../ink/ink209.xml"/><Relationship Id="rId54" Type="http://schemas.openxmlformats.org/officeDocument/2006/relationships/image" Target="../media/image176.png"/><Relationship Id="rId70" Type="http://schemas.openxmlformats.org/officeDocument/2006/relationships/image" Target="../media/image184.png"/><Relationship Id="rId75" Type="http://schemas.openxmlformats.org/officeDocument/2006/relationships/customXml" Target="../ink/ink182.xml"/><Relationship Id="rId91" Type="http://schemas.openxmlformats.org/officeDocument/2006/relationships/customXml" Target="../ink/ink190.xml"/><Relationship Id="rId96" Type="http://schemas.openxmlformats.org/officeDocument/2006/relationships/image" Target="../media/image197.png"/><Relationship Id="rId140" Type="http://schemas.openxmlformats.org/officeDocument/2006/relationships/image" Target="../media/image219.png"/><Relationship Id="rId145" Type="http://schemas.openxmlformats.org/officeDocument/2006/relationships/customXml" Target="../ink/ink217.xml"/><Relationship Id="rId161" Type="http://schemas.openxmlformats.org/officeDocument/2006/relationships/customXml" Target="../ink/ink225.xml"/><Relationship Id="rId166" Type="http://schemas.openxmlformats.org/officeDocument/2006/relationships/image" Target="../media/image232.png"/><Relationship Id="rId182" Type="http://schemas.openxmlformats.org/officeDocument/2006/relationships/image" Target="../media/image240.png"/><Relationship Id="rId187" Type="http://schemas.openxmlformats.org/officeDocument/2006/relationships/customXml" Target="../ink/ink238.xml"/><Relationship Id="rId217" Type="http://schemas.openxmlformats.org/officeDocument/2006/relationships/customXml" Target="../ink/ink253.xml"/><Relationship Id="rId1" Type="http://schemas.openxmlformats.org/officeDocument/2006/relationships/slideLayout" Target="../slideLayouts/slideLayout2.xml"/><Relationship Id="rId6" Type="http://schemas.openxmlformats.org/officeDocument/2006/relationships/image" Target="../media/image1520.png"/><Relationship Id="rId212" Type="http://schemas.openxmlformats.org/officeDocument/2006/relationships/image" Target="../media/image255.png"/><Relationship Id="rId23" Type="http://schemas.openxmlformats.org/officeDocument/2006/relationships/customXml" Target="../ink/ink156.xml"/><Relationship Id="rId28" Type="http://schemas.openxmlformats.org/officeDocument/2006/relationships/image" Target="../media/image163.png"/><Relationship Id="rId49" Type="http://schemas.openxmlformats.org/officeDocument/2006/relationships/customXml" Target="../ink/ink169.xml"/><Relationship Id="rId114" Type="http://schemas.openxmlformats.org/officeDocument/2006/relationships/image" Target="../media/image206.png"/><Relationship Id="rId119" Type="http://schemas.openxmlformats.org/officeDocument/2006/relationships/customXml" Target="../ink/ink204.xml"/><Relationship Id="rId44" Type="http://schemas.openxmlformats.org/officeDocument/2006/relationships/image" Target="../media/image171.png"/><Relationship Id="rId60" Type="http://schemas.openxmlformats.org/officeDocument/2006/relationships/image" Target="../media/image179.png"/><Relationship Id="rId65" Type="http://schemas.openxmlformats.org/officeDocument/2006/relationships/customXml" Target="../ink/ink177.xml"/><Relationship Id="rId81" Type="http://schemas.openxmlformats.org/officeDocument/2006/relationships/customXml" Target="../ink/ink185.xml"/><Relationship Id="rId86" Type="http://schemas.openxmlformats.org/officeDocument/2006/relationships/image" Target="../media/image192.png"/><Relationship Id="rId130" Type="http://schemas.openxmlformats.org/officeDocument/2006/relationships/image" Target="../media/image214.png"/><Relationship Id="rId135" Type="http://schemas.openxmlformats.org/officeDocument/2006/relationships/customXml" Target="../ink/ink212.xml"/><Relationship Id="rId151" Type="http://schemas.openxmlformats.org/officeDocument/2006/relationships/customXml" Target="../ink/ink220.xml"/><Relationship Id="rId156" Type="http://schemas.openxmlformats.org/officeDocument/2006/relationships/image" Target="../media/image227.png"/><Relationship Id="rId177" Type="http://schemas.openxmlformats.org/officeDocument/2006/relationships/customXml" Target="../ink/ink233.xml"/><Relationship Id="rId198" Type="http://schemas.openxmlformats.org/officeDocument/2006/relationships/image" Target="../media/image248.png"/><Relationship Id="rId172" Type="http://schemas.openxmlformats.org/officeDocument/2006/relationships/image" Target="../media/image235.png"/><Relationship Id="rId193" Type="http://schemas.openxmlformats.org/officeDocument/2006/relationships/customXml" Target="../ink/ink241.xml"/><Relationship Id="rId202" Type="http://schemas.openxmlformats.org/officeDocument/2006/relationships/image" Target="../media/image250.png"/><Relationship Id="rId207" Type="http://schemas.openxmlformats.org/officeDocument/2006/relationships/customXml" Target="../ink/ink248.xml"/><Relationship Id="rId13" Type="http://schemas.openxmlformats.org/officeDocument/2006/relationships/customXml" Target="../ink/ink151.xml"/><Relationship Id="rId18" Type="http://schemas.openxmlformats.org/officeDocument/2006/relationships/image" Target="../media/image158.png"/><Relationship Id="rId39" Type="http://schemas.openxmlformats.org/officeDocument/2006/relationships/customXml" Target="../ink/ink164.xml"/><Relationship Id="rId109" Type="http://schemas.openxmlformats.org/officeDocument/2006/relationships/customXml" Target="../ink/ink199.xml"/><Relationship Id="rId34" Type="http://schemas.openxmlformats.org/officeDocument/2006/relationships/image" Target="../media/image166.png"/><Relationship Id="rId50" Type="http://schemas.openxmlformats.org/officeDocument/2006/relationships/image" Target="../media/image174.png"/><Relationship Id="rId55" Type="http://schemas.openxmlformats.org/officeDocument/2006/relationships/customXml" Target="../ink/ink172.xml"/><Relationship Id="rId76" Type="http://schemas.openxmlformats.org/officeDocument/2006/relationships/image" Target="../media/image187.png"/><Relationship Id="rId97" Type="http://schemas.openxmlformats.org/officeDocument/2006/relationships/customXml" Target="../ink/ink193.xml"/><Relationship Id="rId104" Type="http://schemas.openxmlformats.org/officeDocument/2006/relationships/image" Target="../media/image201.png"/><Relationship Id="rId120" Type="http://schemas.openxmlformats.org/officeDocument/2006/relationships/image" Target="../media/image209.png"/><Relationship Id="rId125" Type="http://schemas.openxmlformats.org/officeDocument/2006/relationships/customXml" Target="../ink/ink207.xml"/><Relationship Id="rId141" Type="http://schemas.openxmlformats.org/officeDocument/2006/relationships/customXml" Target="../ink/ink215.xml"/><Relationship Id="rId146" Type="http://schemas.openxmlformats.org/officeDocument/2006/relationships/image" Target="../media/image222.png"/><Relationship Id="rId167" Type="http://schemas.openxmlformats.org/officeDocument/2006/relationships/customXml" Target="../ink/ink228.xml"/><Relationship Id="rId188" Type="http://schemas.openxmlformats.org/officeDocument/2006/relationships/image" Target="../media/image243.png"/><Relationship Id="rId7" Type="http://schemas.openxmlformats.org/officeDocument/2006/relationships/customXml" Target="../ink/ink148.xml"/><Relationship Id="rId71" Type="http://schemas.openxmlformats.org/officeDocument/2006/relationships/customXml" Target="../ink/ink180.xml"/><Relationship Id="rId92" Type="http://schemas.openxmlformats.org/officeDocument/2006/relationships/image" Target="../media/image195.png"/><Relationship Id="rId162" Type="http://schemas.openxmlformats.org/officeDocument/2006/relationships/image" Target="../media/image230.png"/><Relationship Id="rId183" Type="http://schemas.openxmlformats.org/officeDocument/2006/relationships/customXml" Target="../ink/ink236.xml"/><Relationship Id="rId213" Type="http://schemas.openxmlformats.org/officeDocument/2006/relationships/customXml" Target="../ink/ink251.xml"/><Relationship Id="rId218" Type="http://schemas.openxmlformats.org/officeDocument/2006/relationships/image" Target="../media/image258.png"/><Relationship Id="rId2" Type="http://schemas.openxmlformats.org/officeDocument/2006/relationships/image" Target="../media/image152.png"/><Relationship Id="rId29" Type="http://schemas.openxmlformats.org/officeDocument/2006/relationships/customXml" Target="../ink/ink159.xml"/><Relationship Id="rId24" Type="http://schemas.openxmlformats.org/officeDocument/2006/relationships/image" Target="../media/image161.png"/><Relationship Id="rId40" Type="http://schemas.openxmlformats.org/officeDocument/2006/relationships/image" Target="../media/image169.png"/><Relationship Id="rId45" Type="http://schemas.openxmlformats.org/officeDocument/2006/relationships/customXml" Target="../ink/ink167.xml"/><Relationship Id="rId66" Type="http://schemas.openxmlformats.org/officeDocument/2006/relationships/image" Target="../media/image182.png"/><Relationship Id="rId87" Type="http://schemas.openxmlformats.org/officeDocument/2006/relationships/customXml" Target="../ink/ink188.xml"/><Relationship Id="rId110" Type="http://schemas.openxmlformats.org/officeDocument/2006/relationships/image" Target="../media/image204.png"/><Relationship Id="rId115" Type="http://schemas.openxmlformats.org/officeDocument/2006/relationships/customXml" Target="../ink/ink202.xml"/><Relationship Id="rId131" Type="http://schemas.openxmlformats.org/officeDocument/2006/relationships/customXml" Target="../ink/ink210.xml"/><Relationship Id="rId136" Type="http://schemas.openxmlformats.org/officeDocument/2006/relationships/image" Target="../media/image217.png"/><Relationship Id="rId157" Type="http://schemas.openxmlformats.org/officeDocument/2006/relationships/customXml" Target="../ink/ink223.xml"/><Relationship Id="rId178" Type="http://schemas.openxmlformats.org/officeDocument/2006/relationships/image" Target="../media/image238.png"/><Relationship Id="rId61" Type="http://schemas.openxmlformats.org/officeDocument/2006/relationships/customXml" Target="../ink/ink175.xml"/><Relationship Id="rId82" Type="http://schemas.openxmlformats.org/officeDocument/2006/relationships/image" Target="../media/image190.png"/><Relationship Id="rId152" Type="http://schemas.openxmlformats.org/officeDocument/2006/relationships/image" Target="../media/image225.png"/><Relationship Id="rId173" Type="http://schemas.openxmlformats.org/officeDocument/2006/relationships/customXml" Target="../ink/ink231.xml"/><Relationship Id="rId194" Type="http://schemas.openxmlformats.org/officeDocument/2006/relationships/image" Target="../media/image246.png"/><Relationship Id="rId199" Type="http://schemas.openxmlformats.org/officeDocument/2006/relationships/customXml" Target="../ink/ink244.xml"/><Relationship Id="rId203" Type="http://schemas.openxmlformats.org/officeDocument/2006/relationships/customXml" Target="../ink/ink246.xml"/><Relationship Id="rId208" Type="http://schemas.openxmlformats.org/officeDocument/2006/relationships/image" Target="../media/image253.png"/><Relationship Id="rId19" Type="http://schemas.openxmlformats.org/officeDocument/2006/relationships/customXml" Target="../ink/ink154.xml"/><Relationship Id="rId14" Type="http://schemas.openxmlformats.org/officeDocument/2006/relationships/image" Target="../media/image156.png"/><Relationship Id="rId30" Type="http://schemas.openxmlformats.org/officeDocument/2006/relationships/image" Target="../media/image164.png"/><Relationship Id="rId35" Type="http://schemas.openxmlformats.org/officeDocument/2006/relationships/customXml" Target="../ink/ink162.xml"/><Relationship Id="rId56" Type="http://schemas.openxmlformats.org/officeDocument/2006/relationships/image" Target="../media/image177.png"/><Relationship Id="rId77" Type="http://schemas.openxmlformats.org/officeDocument/2006/relationships/customXml" Target="../ink/ink183.xml"/><Relationship Id="rId100" Type="http://schemas.openxmlformats.org/officeDocument/2006/relationships/image" Target="../media/image199.png"/><Relationship Id="rId105" Type="http://schemas.openxmlformats.org/officeDocument/2006/relationships/customXml" Target="../ink/ink197.xml"/><Relationship Id="rId126" Type="http://schemas.openxmlformats.org/officeDocument/2006/relationships/image" Target="../media/image212.png"/><Relationship Id="rId147" Type="http://schemas.openxmlformats.org/officeDocument/2006/relationships/customXml" Target="../ink/ink218.xml"/><Relationship Id="rId168" Type="http://schemas.openxmlformats.org/officeDocument/2006/relationships/image" Target="../media/image233.png"/><Relationship Id="rId8" Type="http://schemas.openxmlformats.org/officeDocument/2006/relationships/image" Target="../media/image153.png"/><Relationship Id="rId51" Type="http://schemas.openxmlformats.org/officeDocument/2006/relationships/customXml" Target="../ink/ink170.xml"/><Relationship Id="rId72" Type="http://schemas.openxmlformats.org/officeDocument/2006/relationships/image" Target="../media/image185.png"/><Relationship Id="rId93" Type="http://schemas.openxmlformats.org/officeDocument/2006/relationships/customXml" Target="../ink/ink191.xml"/><Relationship Id="rId98" Type="http://schemas.openxmlformats.org/officeDocument/2006/relationships/image" Target="../media/image198.png"/><Relationship Id="rId121" Type="http://schemas.openxmlformats.org/officeDocument/2006/relationships/customXml" Target="../ink/ink205.xml"/><Relationship Id="rId142" Type="http://schemas.openxmlformats.org/officeDocument/2006/relationships/image" Target="../media/image220.png"/><Relationship Id="rId163" Type="http://schemas.openxmlformats.org/officeDocument/2006/relationships/customXml" Target="../ink/ink226.xml"/><Relationship Id="rId184" Type="http://schemas.openxmlformats.org/officeDocument/2006/relationships/image" Target="../media/image241.png"/><Relationship Id="rId189" Type="http://schemas.openxmlformats.org/officeDocument/2006/relationships/customXml" Target="../ink/ink239.xml"/><Relationship Id="rId219" Type="http://schemas.openxmlformats.org/officeDocument/2006/relationships/customXml" Target="../ink/ink254.xml"/><Relationship Id="rId3" Type="http://schemas.openxmlformats.org/officeDocument/2006/relationships/customXml" Target="../ink/ink146.xml"/><Relationship Id="rId214" Type="http://schemas.openxmlformats.org/officeDocument/2006/relationships/image" Target="../media/image256.png"/><Relationship Id="rId25" Type="http://schemas.openxmlformats.org/officeDocument/2006/relationships/customXml" Target="../ink/ink157.xml"/><Relationship Id="rId46" Type="http://schemas.openxmlformats.org/officeDocument/2006/relationships/image" Target="../media/image172.png"/><Relationship Id="rId67" Type="http://schemas.openxmlformats.org/officeDocument/2006/relationships/customXml" Target="../ink/ink178.xml"/><Relationship Id="rId116" Type="http://schemas.openxmlformats.org/officeDocument/2006/relationships/image" Target="../media/image207.png"/><Relationship Id="rId137" Type="http://schemas.openxmlformats.org/officeDocument/2006/relationships/customXml" Target="../ink/ink213.xml"/><Relationship Id="rId158" Type="http://schemas.openxmlformats.org/officeDocument/2006/relationships/image" Target="../media/image228.png"/><Relationship Id="rId20" Type="http://schemas.openxmlformats.org/officeDocument/2006/relationships/image" Target="../media/image159.png"/><Relationship Id="rId41" Type="http://schemas.openxmlformats.org/officeDocument/2006/relationships/customXml" Target="../ink/ink165.xml"/><Relationship Id="rId62" Type="http://schemas.openxmlformats.org/officeDocument/2006/relationships/image" Target="../media/image180.png"/><Relationship Id="rId83" Type="http://schemas.openxmlformats.org/officeDocument/2006/relationships/customXml" Target="../ink/ink186.xml"/><Relationship Id="rId88" Type="http://schemas.openxmlformats.org/officeDocument/2006/relationships/image" Target="../media/image193.png"/><Relationship Id="rId111" Type="http://schemas.openxmlformats.org/officeDocument/2006/relationships/customXml" Target="../ink/ink200.xml"/><Relationship Id="rId132" Type="http://schemas.openxmlformats.org/officeDocument/2006/relationships/image" Target="../media/image215.png"/><Relationship Id="rId153" Type="http://schemas.openxmlformats.org/officeDocument/2006/relationships/customXml" Target="../ink/ink221.xml"/><Relationship Id="rId174" Type="http://schemas.openxmlformats.org/officeDocument/2006/relationships/image" Target="../media/image236.png"/><Relationship Id="rId179" Type="http://schemas.openxmlformats.org/officeDocument/2006/relationships/customXml" Target="../ink/ink234.xml"/><Relationship Id="rId195" Type="http://schemas.openxmlformats.org/officeDocument/2006/relationships/customXml" Target="../ink/ink242.xml"/><Relationship Id="rId209" Type="http://schemas.openxmlformats.org/officeDocument/2006/relationships/customXml" Target="../ink/ink249.xml"/><Relationship Id="rId190" Type="http://schemas.openxmlformats.org/officeDocument/2006/relationships/image" Target="../media/image244.png"/><Relationship Id="rId204" Type="http://schemas.openxmlformats.org/officeDocument/2006/relationships/image" Target="../media/image251.png"/><Relationship Id="rId220" Type="http://schemas.openxmlformats.org/officeDocument/2006/relationships/image" Target="../media/image259.png"/><Relationship Id="rId15" Type="http://schemas.openxmlformats.org/officeDocument/2006/relationships/customXml" Target="../ink/ink152.xml"/><Relationship Id="rId36" Type="http://schemas.openxmlformats.org/officeDocument/2006/relationships/image" Target="../media/image167.png"/><Relationship Id="rId57" Type="http://schemas.openxmlformats.org/officeDocument/2006/relationships/customXml" Target="../ink/ink173.xml"/><Relationship Id="rId106" Type="http://schemas.openxmlformats.org/officeDocument/2006/relationships/image" Target="../media/image202.png"/><Relationship Id="rId127" Type="http://schemas.openxmlformats.org/officeDocument/2006/relationships/customXml" Target="../ink/ink208.xml"/><Relationship Id="rId10" Type="http://schemas.openxmlformats.org/officeDocument/2006/relationships/image" Target="../media/image154.png"/><Relationship Id="rId31" Type="http://schemas.openxmlformats.org/officeDocument/2006/relationships/customXml" Target="../ink/ink160.xml"/><Relationship Id="rId52" Type="http://schemas.openxmlformats.org/officeDocument/2006/relationships/image" Target="../media/image175.png"/><Relationship Id="rId73" Type="http://schemas.openxmlformats.org/officeDocument/2006/relationships/customXml" Target="../ink/ink181.xml"/><Relationship Id="rId78" Type="http://schemas.openxmlformats.org/officeDocument/2006/relationships/image" Target="../media/image188.png"/><Relationship Id="rId94" Type="http://schemas.openxmlformats.org/officeDocument/2006/relationships/image" Target="../media/image196.png"/><Relationship Id="rId99" Type="http://schemas.openxmlformats.org/officeDocument/2006/relationships/customXml" Target="../ink/ink194.xml"/><Relationship Id="rId101" Type="http://schemas.openxmlformats.org/officeDocument/2006/relationships/customXml" Target="../ink/ink195.xml"/><Relationship Id="rId122" Type="http://schemas.openxmlformats.org/officeDocument/2006/relationships/image" Target="../media/image210.png"/><Relationship Id="rId143" Type="http://schemas.openxmlformats.org/officeDocument/2006/relationships/customXml" Target="../ink/ink216.xml"/><Relationship Id="rId148" Type="http://schemas.openxmlformats.org/officeDocument/2006/relationships/image" Target="../media/image223.png"/><Relationship Id="rId164" Type="http://schemas.openxmlformats.org/officeDocument/2006/relationships/image" Target="../media/image231.png"/><Relationship Id="rId169" Type="http://schemas.openxmlformats.org/officeDocument/2006/relationships/customXml" Target="../ink/ink229.xml"/><Relationship Id="rId185" Type="http://schemas.openxmlformats.org/officeDocument/2006/relationships/customXml" Target="../ink/ink237.xml"/><Relationship Id="rId4" Type="http://schemas.openxmlformats.org/officeDocument/2006/relationships/image" Target="../media/image1510.png"/><Relationship Id="rId9" Type="http://schemas.openxmlformats.org/officeDocument/2006/relationships/customXml" Target="../ink/ink149.xml"/><Relationship Id="rId180" Type="http://schemas.openxmlformats.org/officeDocument/2006/relationships/image" Target="../media/image239.png"/><Relationship Id="rId210" Type="http://schemas.openxmlformats.org/officeDocument/2006/relationships/image" Target="../media/image254.png"/><Relationship Id="rId215" Type="http://schemas.openxmlformats.org/officeDocument/2006/relationships/customXml" Target="../ink/ink252.xml"/><Relationship Id="rId26" Type="http://schemas.openxmlformats.org/officeDocument/2006/relationships/image" Target="../media/image162.png"/><Relationship Id="rId47" Type="http://schemas.openxmlformats.org/officeDocument/2006/relationships/customXml" Target="../ink/ink168.xml"/><Relationship Id="rId68" Type="http://schemas.openxmlformats.org/officeDocument/2006/relationships/image" Target="../media/image183.png"/><Relationship Id="rId89" Type="http://schemas.openxmlformats.org/officeDocument/2006/relationships/customXml" Target="../ink/ink189.xml"/><Relationship Id="rId112" Type="http://schemas.openxmlformats.org/officeDocument/2006/relationships/image" Target="../media/image205.png"/><Relationship Id="rId133" Type="http://schemas.openxmlformats.org/officeDocument/2006/relationships/customXml" Target="../ink/ink211.xml"/><Relationship Id="rId154" Type="http://schemas.openxmlformats.org/officeDocument/2006/relationships/image" Target="../media/image226.png"/><Relationship Id="rId175" Type="http://schemas.openxmlformats.org/officeDocument/2006/relationships/customXml" Target="../ink/ink232.xml"/><Relationship Id="rId196" Type="http://schemas.openxmlformats.org/officeDocument/2006/relationships/image" Target="../media/image247.png"/><Relationship Id="rId200" Type="http://schemas.openxmlformats.org/officeDocument/2006/relationships/image" Target="../media/image249.png"/><Relationship Id="rId16" Type="http://schemas.openxmlformats.org/officeDocument/2006/relationships/image" Target="../media/image157.png"/><Relationship Id="rId37" Type="http://schemas.openxmlformats.org/officeDocument/2006/relationships/customXml" Target="../ink/ink163.xml"/><Relationship Id="rId58" Type="http://schemas.openxmlformats.org/officeDocument/2006/relationships/image" Target="../media/image178.png"/><Relationship Id="rId79" Type="http://schemas.openxmlformats.org/officeDocument/2006/relationships/customXml" Target="../ink/ink184.xml"/><Relationship Id="rId102" Type="http://schemas.openxmlformats.org/officeDocument/2006/relationships/image" Target="../media/image200.png"/><Relationship Id="rId123" Type="http://schemas.openxmlformats.org/officeDocument/2006/relationships/customXml" Target="../ink/ink206.xml"/><Relationship Id="rId144" Type="http://schemas.openxmlformats.org/officeDocument/2006/relationships/image" Target="../media/image221.png"/></Relationships>
</file>

<file path=ppt/slides/_rels/slide12.xml.rels><?xml version="1.0" encoding="UTF-8" standalone="yes"?>
<Relationships xmlns="http://schemas.openxmlformats.org/package/2006/relationships"><Relationship Id="rId3" Type="http://schemas.openxmlformats.org/officeDocument/2006/relationships/hyperlink" Target="https://poloclub.github.io/cnn-explainer/" TargetMode="External"/><Relationship Id="rId2" Type="http://schemas.openxmlformats.org/officeDocument/2006/relationships/image" Target="../media/image15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17" Type="http://schemas.openxmlformats.org/officeDocument/2006/relationships/image" Target="../media/image318.png"/><Relationship Id="rId299" Type="http://schemas.openxmlformats.org/officeDocument/2006/relationships/image" Target="../media/image409.png"/><Relationship Id="rId21" Type="http://schemas.openxmlformats.org/officeDocument/2006/relationships/image" Target="../media/image270.png"/><Relationship Id="rId63" Type="http://schemas.openxmlformats.org/officeDocument/2006/relationships/image" Target="../media/image291.png"/><Relationship Id="rId159" Type="http://schemas.openxmlformats.org/officeDocument/2006/relationships/image" Target="../media/image339.png"/><Relationship Id="rId324" Type="http://schemas.openxmlformats.org/officeDocument/2006/relationships/customXml" Target="../ink/ink416.xml"/><Relationship Id="rId366" Type="http://schemas.openxmlformats.org/officeDocument/2006/relationships/customXml" Target="../ink/ink437.xml"/><Relationship Id="rId531" Type="http://schemas.openxmlformats.org/officeDocument/2006/relationships/image" Target="../media/image525.png"/><Relationship Id="rId573" Type="http://schemas.openxmlformats.org/officeDocument/2006/relationships/image" Target="../media/image546.png"/><Relationship Id="rId629" Type="http://schemas.openxmlformats.org/officeDocument/2006/relationships/image" Target="../media/image574.png"/><Relationship Id="rId170" Type="http://schemas.openxmlformats.org/officeDocument/2006/relationships/customXml" Target="../ink/ink339.xml"/><Relationship Id="rId226" Type="http://schemas.openxmlformats.org/officeDocument/2006/relationships/customXml" Target="../ink/ink367.xml"/><Relationship Id="rId433" Type="http://schemas.openxmlformats.org/officeDocument/2006/relationships/image" Target="../media/image476.png"/><Relationship Id="rId268" Type="http://schemas.openxmlformats.org/officeDocument/2006/relationships/customXml" Target="../ink/ink388.xml"/><Relationship Id="rId475" Type="http://schemas.openxmlformats.org/officeDocument/2006/relationships/image" Target="../media/image497.png"/><Relationship Id="rId640" Type="http://schemas.openxmlformats.org/officeDocument/2006/relationships/customXml" Target="../ink/ink574.xml"/><Relationship Id="rId32" Type="http://schemas.openxmlformats.org/officeDocument/2006/relationships/customXml" Target="../ink/ink270.xml"/><Relationship Id="rId74" Type="http://schemas.openxmlformats.org/officeDocument/2006/relationships/customXml" Target="../ink/ink291.xml"/><Relationship Id="rId128" Type="http://schemas.openxmlformats.org/officeDocument/2006/relationships/customXml" Target="../ink/ink318.xml"/><Relationship Id="rId335" Type="http://schemas.openxmlformats.org/officeDocument/2006/relationships/image" Target="../media/image427.png"/><Relationship Id="rId377" Type="http://schemas.openxmlformats.org/officeDocument/2006/relationships/image" Target="../media/image448.png"/><Relationship Id="rId500" Type="http://schemas.openxmlformats.org/officeDocument/2006/relationships/customXml" Target="../ink/ink504.xml"/><Relationship Id="rId542" Type="http://schemas.openxmlformats.org/officeDocument/2006/relationships/customXml" Target="../ink/ink525.xml"/><Relationship Id="rId584" Type="http://schemas.openxmlformats.org/officeDocument/2006/relationships/customXml" Target="../ink/ink546.xml"/><Relationship Id="rId5" Type="http://schemas.openxmlformats.org/officeDocument/2006/relationships/image" Target="../media/image262.png"/><Relationship Id="rId181" Type="http://schemas.openxmlformats.org/officeDocument/2006/relationships/image" Target="../media/image350.png"/><Relationship Id="rId237" Type="http://schemas.openxmlformats.org/officeDocument/2006/relationships/image" Target="../media/image378.png"/><Relationship Id="rId402" Type="http://schemas.openxmlformats.org/officeDocument/2006/relationships/customXml" Target="../ink/ink455.xml"/><Relationship Id="rId279" Type="http://schemas.openxmlformats.org/officeDocument/2006/relationships/image" Target="../media/image399.png"/><Relationship Id="rId444" Type="http://schemas.openxmlformats.org/officeDocument/2006/relationships/customXml" Target="../ink/ink476.xml"/><Relationship Id="rId486" Type="http://schemas.openxmlformats.org/officeDocument/2006/relationships/customXml" Target="../ink/ink497.xml"/><Relationship Id="rId651" Type="http://schemas.openxmlformats.org/officeDocument/2006/relationships/image" Target="../media/image585.png"/><Relationship Id="rId43" Type="http://schemas.openxmlformats.org/officeDocument/2006/relationships/image" Target="../media/image281.png"/><Relationship Id="rId139" Type="http://schemas.openxmlformats.org/officeDocument/2006/relationships/image" Target="../media/image329.png"/><Relationship Id="rId290" Type="http://schemas.openxmlformats.org/officeDocument/2006/relationships/customXml" Target="../ink/ink399.xml"/><Relationship Id="rId304" Type="http://schemas.openxmlformats.org/officeDocument/2006/relationships/customXml" Target="../ink/ink406.xml"/><Relationship Id="rId346" Type="http://schemas.openxmlformats.org/officeDocument/2006/relationships/customXml" Target="../ink/ink427.xml"/><Relationship Id="rId388" Type="http://schemas.openxmlformats.org/officeDocument/2006/relationships/customXml" Target="../ink/ink448.xml"/><Relationship Id="rId511" Type="http://schemas.openxmlformats.org/officeDocument/2006/relationships/image" Target="../media/image515.png"/><Relationship Id="rId553" Type="http://schemas.openxmlformats.org/officeDocument/2006/relationships/image" Target="../media/image536.png"/><Relationship Id="rId609" Type="http://schemas.openxmlformats.org/officeDocument/2006/relationships/image" Target="../media/image564.png"/><Relationship Id="rId85" Type="http://schemas.openxmlformats.org/officeDocument/2006/relationships/image" Target="../media/image302.png"/><Relationship Id="rId150" Type="http://schemas.openxmlformats.org/officeDocument/2006/relationships/customXml" Target="../ink/ink329.xml"/><Relationship Id="rId192" Type="http://schemas.openxmlformats.org/officeDocument/2006/relationships/customXml" Target="../ink/ink350.xml"/><Relationship Id="rId206" Type="http://schemas.openxmlformats.org/officeDocument/2006/relationships/customXml" Target="../ink/ink357.xml"/><Relationship Id="rId413" Type="http://schemas.openxmlformats.org/officeDocument/2006/relationships/image" Target="../media/image466.png"/><Relationship Id="rId595" Type="http://schemas.openxmlformats.org/officeDocument/2006/relationships/image" Target="../media/image557.png"/><Relationship Id="rId248" Type="http://schemas.openxmlformats.org/officeDocument/2006/relationships/customXml" Target="../ink/ink378.xml"/><Relationship Id="rId455" Type="http://schemas.openxmlformats.org/officeDocument/2006/relationships/image" Target="../media/image487.png"/><Relationship Id="rId497" Type="http://schemas.openxmlformats.org/officeDocument/2006/relationships/image" Target="../media/image508.png"/><Relationship Id="rId620" Type="http://schemas.openxmlformats.org/officeDocument/2006/relationships/customXml" Target="../ink/ink564.xml"/><Relationship Id="rId12" Type="http://schemas.openxmlformats.org/officeDocument/2006/relationships/customXml" Target="../ink/ink260.xml"/><Relationship Id="rId108" Type="http://schemas.openxmlformats.org/officeDocument/2006/relationships/customXml" Target="../ink/ink308.xml"/><Relationship Id="rId315" Type="http://schemas.openxmlformats.org/officeDocument/2006/relationships/image" Target="../media/image417.png"/><Relationship Id="rId357" Type="http://schemas.openxmlformats.org/officeDocument/2006/relationships/image" Target="../media/image438.png"/><Relationship Id="rId522" Type="http://schemas.openxmlformats.org/officeDocument/2006/relationships/customXml" Target="../ink/ink515.xml"/><Relationship Id="rId54" Type="http://schemas.openxmlformats.org/officeDocument/2006/relationships/customXml" Target="../ink/ink281.xml"/><Relationship Id="rId96" Type="http://schemas.openxmlformats.org/officeDocument/2006/relationships/customXml" Target="../ink/ink302.xml"/><Relationship Id="rId161" Type="http://schemas.openxmlformats.org/officeDocument/2006/relationships/image" Target="../media/image340.png"/><Relationship Id="rId217" Type="http://schemas.openxmlformats.org/officeDocument/2006/relationships/image" Target="../media/image368.png"/><Relationship Id="rId399" Type="http://schemas.openxmlformats.org/officeDocument/2006/relationships/image" Target="../media/image459.png"/><Relationship Id="rId564" Type="http://schemas.openxmlformats.org/officeDocument/2006/relationships/customXml" Target="../ink/ink536.xml"/><Relationship Id="rId259" Type="http://schemas.openxmlformats.org/officeDocument/2006/relationships/image" Target="../media/image389.png"/><Relationship Id="rId424" Type="http://schemas.openxmlformats.org/officeDocument/2006/relationships/customXml" Target="../ink/ink466.xml"/><Relationship Id="rId466" Type="http://schemas.openxmlformats.org/officeDocument/2006/relationships/customXml" Target="../ink/ink487.xml"/><Relationship Id="rId631" Type="http://schemas.openxmlformats.org/officeDocument/2006/relationships/image" Target="../media/image575.png"/><Relationship Id="rId23" Type="http://schemas.openxmlformats.org/officeDocument/2006/relationships/image" Target="../media/image271.png"/><Relationship Id="rId119" Type="http://schemas.openxmlformats.org/officeDocument/2006/relationships/image" Target="../media/image319.png"/><Relationship Id="rId270" Type="http://schemas.openxmlformats.org/officeDocument/2006/relationships/customXml" Target="../ink/ink389.xml"/><Relationship Id="rId326" Type="http://schemas.openxmlformats.org/officeDocument/2006/relationships/customXml" Target="../ink/ink417.xml"/><Relationship Id="rId533" Type="http://schemas.openxmlformats.org/officeDocument/2006/relationships/image" Target="../media/image526.png"/><Relationship Id="rId65" Type="http://schemas.openxmlformats.org/officeDocument/2006/relationships/image" Target="../media/image292.png"/><Relationship Id="rId130" Type="http://schemas.openxmlformats.org/officeDocument/2006/relationships/customXml" Target="../ink/ink319.xml"/><Relationship Id="rId368" Type="http://schemas.openxmlformats.org/officeDocument/2006/relationships/customXml" Target="../ink/ink438.xml"/><Relationship Id="rId575" Type="http://schemas.openxmlformats.org/officeDocument/2006/relationships/image" Target="../media/image547.png"/><Relationship Id="rId172" Type="http://schemas.openxmlformats.org/officeDocument/2006/relationships/customXml" Target="../ink/ink340.xml"/><Relationship Id="rId228" Type="http://schemas.openxmlformats.org/officeDocument/2006/relationships/customXml" Target="../ink/ink368.xml"/><Relationship Id="rId435" Type="http://schemas.openxmlformats.org/officeDocument/2006/relationships/image" Target="../media/image477.png"/><Relationship Id="rId477" Type="http://schemas.openxmlformats.org/officeDocument/2006/relationships/image" Target="../media/image498.png"/><Relationship Id="rId600" Type="http://schemas.openxmlformats.org/officeDocument/2006/relationships/customXml" Target="../ink/ink554.xml"/><Relationship Id="rId642" Type="http://schemas.openxmlformats.org/officeDocument/2006/relationships/customXml" Target="../ink/ink575.xml"/><Relationship Id="rId281" Type="http://schemas.openxmlformats.org/officeDocument/2006/relationships/image" Target="../media/image400.png"/><Relationship Id="rId337" Type="http://schemas.openxmlformats.org/officeDocument/2006/relationships/image" Target="../media/image428.png"/><Relationship Id="rId502" Type="http://schemas.openxmlformats.org/officeDocument/2006/relationships/customXml" Target="../ink/ink505.xml"/><Relationship Id="rId34" Type="http://schemas.openxmlformats.org/officeDocument/2006/relationships/customXml" Target="../ink/ink271.xml"/><Relationship Id="rId76" Type="http://schemas.openxmlformats.org/officeDocument/2006/relationships/customXml" Target="../ink/ink292.xml"/><Relationship Id="rId141" Type="http://schemas.openxmlformats.org/officeDocument/2006/relationships/image" Target="../media/image330.png"/><Relationship Id="rId379" Type="http://schemas.openxmlformats.org/officeDocument/2006/relationships/image" Target="../media/image449.png"/><Relationship Id="rId544" Type="http://schemas.openxmlformats.org/officeDocument/2006/relationships/customXml" Target="../ink/ink526.xml"/><Relationship Id="rId586" Type="http://schemas.openxmlformats.org/officeDocument/2006/relationships/customXml" Target="../ink/ink547.xml"/><Relationship Id="rId7" Type="http://schemas.openxmlformats.org/officeDocument/2006/relationships/image" Target="../media/image263.png"/><Relationship Id="rId183" Type="http://schemas.openxmlformats.org/officeDocument/2006/relationships/image" Target="../media/image351.png"/><Relationship Id="rId239" Type="http://schemas.openxmlformats.org/officeDocument/2006/relationships/image" Target="../media/image379.png"/><Relationship Id="rId390" Type="http://schemas.openxmlformats.org/officeDocument/2006/relationships/customXml" Target="../ink/ink449.xml"/><Relationship Id="rId404" Type="http://schemas.openxmlformats.org/officeDocument/2006/relationships/customXml" Target="../ink/ink456.xml"/><Relationship Id="rId446" Type="http://schemas.openxmlformats.org/officeDocument/2006/relationships/customXml" Target="../ink/ink477.xml"/><Relationship Id="rId611" Type="http://schemas.openxmlformats.org/officeDocument/2006/relationships/image" Target="../media/image565.png"/><Relationship Id="rId653" Type="http://schemas.openxmlformats.org/officeDocument/2006/relationships/image" Target="../media/image586.png"/><Relationship Id="rId250" Type="http://schemas.openxmlformats.org/officeDocument/2006/relationships/customXml" Target="../ink/ink379.xml"/><Relationship Id="rId292" Type="http://schemas.openxmlformats.org/officeDocument/2006/relationships/customXml" Target="../ink/ink400.xml"/><Relationship Id="rId306" Type="http://schemas.openxmlformats.org/officeDocument/2006/relationships/customXml" Target="../ink/ink407.xml"/><Relationship Id="rId488" Type="http://schemas.openxmlformats.org/officeDocument/2006/relationships/customXml" Target="../ink/ink498.xml"/><Relationship Id="rId45" Type="http://schemas.openxmlformats.org/officeDocument/2006/relationships/image" Target="../media/image282.png"/><Relationship Id="rId87" Type="http://schemas.openxmlformats.org/officeDocument/2006/relationships/image" Target="../media/image303.png"/><Relationship Id="rId110" Type="http://schemas.openxmlformats.org/officeDocument/2006/relationships/customXml" Target="../ink/ink309.xml"/><Relationship Id="rId348" Type="http://schemas.openxmlformats.org/officeDocument/2006/relationships/customXml" Target="../ink/ink428.xml"/><Relationship Id="rId513" Type="http://schemas.openxmlformats.org/officeDocument/2006/relationships/image" Target="../media/image516.png"/><Relationship Id="rId555" Type="http://schemas.openxmlformats.org/officeDocument/2006/relationships/image" Target="../media/image537.png"/><Relationship Id="rId597" Type="http://schemas.openxmlformats.org/officeDocument/2006/relationships/image" Target="../media/image558.png"/><Relationship Id="rId152" Type="http://schemas.openxmlformats.org/officeDocument/2006/relationships/customXml" Target="../ink/ink330.xml"/><Relationship Id="rId194" Type="http://schemas.openxmlformats.org/officeDocument/2006/relationships/customXml" Target="../ink/ink351.xml"/><Relationship Id="rId208" Type="http://schemas.openxmlformats.org/officeDocument/2006/relationships/customXml" Target="../ink/ink358.xml"/><Relationship Id="rId415" Type="http://schemas.openxmlformats.org/officeDocument/2006/relationships/image" Target="../media/image467.png"/><Relationship Id="rId457" Type="http://schemas.openxmlformats.org/officeDocument/2006/relationships/image" Target="../media/image488.png"/><Relationship Id="rId622" Type="http://schemas.openxmlformats.org/officeDocument/2006/relationships/customXml" Target="../ink/ink565.xml"/><Relationship Id="rId261" Type="http://schemas.openxmlformats.org/officeDocument/2006/relationships/image" Target="../media/image390.png"/><Relationship Id="rId499" Type="http://schemas.openxmlformats.org/officeDocument/2006/relationships/image" Target="../media/image509.png"/><Relationship Id="rId14" Type="http://schemas.openxmlformats.org/officeDocument/2006/relationships/customXml" Target="../ink/ink261.xml"/><Relationship Id="rId56" Type="http://schemas.openxmlformats.org/officeDocument/2006/relationships/customXml" Target="../ink/ink282.xml"/><Relationship Id="rId317" Type="http://schemas.openxmlformats.org/officeDocument/2006/relationships/image" Target="../media/image418.png"/><Relationship Id="rId359" Type="http://schemas.openxmlformats.org/officeDocument/2006/relationships/image" Target="../media/image439.png"/><Relationship Id="rId524" Type="http://schemas.openxmlformats.org/officeDocument/2006/relationships/customXml" Target="../ink/ink516.xml"/><Relationship Id="rId566" Type="http://schemas.openxmlformats.org/officeDocument/2006/relationships/customXml" Target="../ink/ink537.xml"/><Relationship Id="rId98" Type="http://schemas.openxmlformats.org/officeDocument/2006/relationships/customXml" Target="../ink/ink303.xml"/><Relationship Id="rId121" Type="http://schemas.openxmlformats.org/officeDocument/2006/relationships/image" Target="../media/image320.png"/><Relationship Id="rId163" Type="http://schemas.openxmlformats.org/officeDocument/2006/relationships/image" Target="../media/image341.png"/><Relationship Id="rId219" Type="http://schemas.openxmlformats.org/officeDocument/2006/relationships/image" Target="../media/image369.png"/><Relationship Id="rId370" Type="http://schemas.openxmlformats.org/officeDocument/2006/relationships/customXml" Target="../ink/ink439.xml"/><Relationship Id="rId426" Type="http://schemas.openxmlformats.org/officeDocument/2006/relationships/customXml" Target="../ink/ink467.xml"/><Relationship Id="rId633" Type="http://schemas.openxmlformats.org/officeDocument/2006/relationships/image" Target="../media/image576.png"/><Relationship Id="rId230" Type="http://schemas.openxmlformats.org/officeDocument/2006/relationships/customXml" Target="../ink/ink369.xml"/><Relationship Id="rId468" Type="http://schemas.openxmlformats.org/officeDocument/2006/relationships/customXml" Target="../ink/ink488.xml"/><Relationship Id="rId25" Type="http://schemas.openxmlformats.org/officeDocument/2006/relationships/image" Target="../media/image272.png"/><Relationship Id="rId67" Type="http://schemas.openxmlformats.org/officeDocument/2006/relationships/image" Target="../media/image293.png"/><Relationship Id="rId272" Type="http://schemas.openxmlformats.org/officeDocument/2006/relationships/customXml" Target="../ink/ink390.xml"/><Relationship Id="rId328" Type="http://schemas.openxmlformats.org/officeDocument/2006/relationships/customXml" Target="../ink/ink418.xml"/><Relationship Id="rId535" Type="http://schemas.openxmlformats.org/officeDocument/2006/relationships/image" Target="../media/image527.png"/><Relationship Id="rId577" Type="http://schemas.openxmlformats.org/officeDocument/2006/relationships/image" Target="../media/image548.png"/><Relationship Id="rId132" Type="http://schemas.openxmlformats.org/officeDocument/2006/relationships/customXml" Target="../ink/ink320.xml"/><Relationship Id="rId174" Type="http://schemas.openxmlformats.org/officeDocument/2006/relationships/customXml" Target="../ink/ink341.xml"/><Relationship Id="rId381" Type="http://schemas.openxmlformats.org/officeDocument/2006/relationships/image" Target="../media/image450.png"/><Relationship Id="rId602" Type="http://schemas.openxmlformats.org/officeDocument/2006/relationships/customXml" Target="../ink/ink555.xml"/><Relationship Id="rId241" Type="http://schemas.openxmlformats.org/officeDocument/2006/relationships/image" Target="../media/image380.png"/><Relationship Id="rId437" Type="http://schemas.openxmlformats.org/officeDocument/2006/relationships/image" Target="../media/image478.png"/><Relationship Id="rId479" Type="http://schemas.openxmlformats.org/officeDocument/2006/relationships/image" Target="../media/image499.png"/><Relationship Id="rId644" Type="http://schemas.openxmlformats.org/officeDocument/2006/relationships/customXml" Target="../ink/ink576.xml"/><Relationship Id="rId36" Type="http://schemas.openxmlformats.org/officeDocument/2006/relationships/customXml" Target="../ink/ink272.xml"/><Relationship Id="rId283" Type="http://schemas.openxmlformats.org/officeDocument/2006/relationships/image" Target="../media/image401.png"/><Relationship Id="rId339" Type="http://schemas.openxmlformats.org/officeDocument/2006/relationships/image" Target="../media/image429.png"/><Relationship Id="rId490" Type="http://schemas.openxmlformats.org/officeDocument/2006/relationships/customXml" Target="../ink/ink499.xml"/><Relationship Id="rId504" Type="http://schemas.openxmlformats.org/officeDocument/2006/relationships/customXml" Target="../ink/ink506.xml"/><Relationship Id="rId546" Type="http://schemas.openxmlformats.org/officeDocument/2006/relationships/customXml" Target="../ink/ink527.xml"/><Relationship Id="rId78" Type="http://schemas.openxmlformats.org/officeDocument/2006/relationships/customXml" Target="../ink/ink293.xml"/><Relationship Id="rId101" Type="http://schemas.openxmlformats.org/officeDocument/2006/relationships/image" Target="../media/image310.png"/><Relationship Id="rId143" Type="http://schemas.openxmlformats.org/officeDocument/2006/relationships/image" Target="../media/image331.png"/><Relationship Id="rId185" Type="http://schemas.openxmlformats.org/officeDocument/2006/relationships/image" Target="../media/image352.png"/><Relationship Id="rId350" Type="http://schemas.openxmlformats.org/officeDocument/2006/relationships/customXml" Target="../ink/ink429.xml"/><Relationship Id="rId406" Type="http://schemas.openxmlformats.org/officeDocument/2006/relationships/customXml" Target="../ink/ink457.xml"/><Relationship Id="rId588" Type="http://schemas.openxmlformats.org/officeDocument/2006/relationships/customXml" Target="../ink/ink548.xml"/><Relationship Id="rId9" Type="http://schemas.openxmlformats.org/officeDocument/2006/relationships/image" Target="../media/image264.png"/><Relationship Id="rId210" Type="http://schemas.openxmlformats.org/officeDocument/2006/relationships/customXml" Target="../ink/ink359.xml"/><Relationship Id="rId392" Type="http://schemas.openxmlformats.org/officeDocument/2006/relationships/customXml" Target="../ink/ink450.xml"/><Relationship Id="rId448" Type="http://schemas.openxmlformats.org/officeDocument/2006/relationships/customXml" Target="../ink/ink478.xml"/><Relationship Id="rId613" Type="http://schemas.openxmlformats.org/officeDocument/2006/relationships/image" Target="../media/image566.png"/><Relationship Id="rId655" Type="http://schemas.openxmlformats.org/officeDocument/2006/relationships/image" Target="../media/image587.png"/><Relationship Id="rId252" Type="http://schemas.openxmlformats.org/officeDocument/2006/relationships/customXml" Target="../ink/ink380.xml"/><Relationship Id="rId294" Type="http://schemas.openxmlformats.org/officeDocument/2006/relationships/customXml" Target="../ink/ink401.xml"/><Relationship Id="rId308" Type="http://schemas.openxmlformats.org/officeDocument/2006/relationships/customXml" Target="../ink/ink408.xml"/><Relationship Id="rId515" Type="http://schemas.openxmlformats.org/officeDocument/2006/relationships/image" Target="../media/image517.png"/><Relationship Id="rId47" Type="http://schemas.openxmlformats.org/officeDocument/2006/relationships/image" Target="../media/image283.png"/><Relationship Id="rId89" Type="http://schemas.openxmlformats.org/officeDocument/2006/relationships/image" Target="../media/image304.png"/><Relationship Id="rId112" Type="http://schemas.openxmlformats.org/officeDocument/2006/relationships/customXml" Target="../ink/ink310.xml"/><Relationship Id="rId154" Type="http://schemas.openxmlformats.org/officeDocument/2006/relationships/customXml" Target="../ink/ink331.xml"/><Relationship Id="rId361" Type="http://schemas.openxmlformats.org/officeDocument/2006/relationships/image" Target="../media/image440.png"/><Relationship Id="rId557" Type="http://schemas.openxmlformats.org/officeDocument/2006/relationships/image" Target="../media/image538.png"/><Relationship Id="rId599" Type="http://schemas.openxmlformats.org/officeDocument/2006/relationships/image" Target="../media/image559.png"/><Relationship Id="rId196" Type="http://schemas.openxmlformats.org/officeDocument/2006/relationships/customXml" Target="../ink/ink352.xml"/><Relationship Id="rId417" Type="http://schemas.openxmlformats.org/officeDocument/2006/relationships/image" Target="../media/image468.png"/><Relationship Id="rId459" Type="http://schemas.openxmlformats.org/officeDocument/2006/relationships/image" Target="../media/image489.png"/><Relationship Id="rId624" Type="http://schemas.openxmlformats.org/officeDocument/2006/relationships/customXml" Target="../ink/ink566.xml"/><Relationship Id="rId16" Type="http://schemas.openxmlformats.org/officeDocument/2006/relationships/customXml" Target="../ink/ink262.xml"/><Relationship Id="rId221" Type="http://schemas.openxmlformats.org/officeDocument/2006/relationships/image" Target="../media/image370.png"/><Relationship Id="rId263" Type="http://schemas.openxmlformats.org/officeDocument/2006/relationships/image" Target="../media/image391.png"/><Relationship Id="rId319" Type="http://schemas.openxmlformats.org/officeDocument/2006/relationships/image" Target="../media/image419.png"/><Relationship Id="rId470" Type="http://schemas.openxmlformats.org/officeDocument/2006/relationships/customXml" Target="../ink/ink489.xml"/><Relationship Id="rId526" Type="http://schemas.openxmlformats.org/officeDocument/2006/relationships/customXml" Target="../ink/ink517.xml"/><Relationship Id="rId58" Type="http://schemas.openxmlformats.org/officeDocument/2006/relationships/customXml" Target="../ink/ink283.xml"/><Relationship Id="rId123" Type="http://schemas.openxmlformats.org/officeDocument/2006/relationships/image" Target="../media/image321.png"/><Relationship Id="rId330" Type="http://schemas.openxmlformats.org/officeDocument/2006/relationships/customXml" Target="../ink/ink419.xml"/><Relationship Id="rId568" Type="http://schemas.openxmlformats.org/officeDocument/2006/relationships/customXml" Target="../ink/ink538.xml"/><Relationship Id="rId165" Type="http://schemas.openxmlformats.org/officeDocument/2006/relationships/image" Target="../media/image342.png"/><Relationship Id="rId372" Type="http://schemas.openxmlformats.org/officeDocument/2006/relationships/customXml" Target="../ink/ink440.xml"/><Relationship Id="rId428" Type="http://schemas.openxmlformats.org/officeDocument/2006/relationships/customXml" Target="../ink/ink468.xml"/><Relationship Id="rId635" Type="http://schemas.openxmlformats.org/officeDocument/2006/relationships/image" Target="../media/image577.png"/><Relationship Id="rId232" Type="http://schemas.openxmlformats.org/officeDocument/2006/relationships/customXml" Target="../ink/ink370.xml"/><Relationship Id="rId274" Type="http://schemas.openxmlformats.org/officeDocument/2006/relationships/customXml" Target="../ink/ink391.xml"/><Relationship Id="rId481" Type="http://schemas.openxmlformats.org/officeDocument/2006/relationships/image" Target="../media/image500.png"/><Relationship Id="rId27" Type="http://schemas.openxmlformats.org/officeDocument/2006/relationships/image" Target="../media/image273.png"/><Relationship Id="rId69" Type="http://schemas.openxmlformats.org/officeDocument/2006/relationships/image" Target="../media/image294.png"/><Relationship Id="rId134" Type="http://schemas.openxmlformats.org/officeDocument/2006/relationships/customXml" Target="../ink/ink321.xml"/><Relationship Id="rId537" Type="http://schemas.openxmlformats.org/officeDocument/2006/relationships/image" Target="../media/image528.png"/><Relationship Id="rId579" Type="http://schemas.openxmlformats.org/officeDocument/2006/relationships/image" Target="../media/image549.png"/><Relationship Id="rId80" Type="http://schemas.openxmlformats.org/officeDocument/2006/relationships/customXml" Target="../ink/ink294.xml"/><Relationship Id="rId176" Type="http://schemas.openxmlformats.org/officeDocument/2006/relationships/customXml" Target="../ink/ink342.xml"/><Relationship Id="rId341" Type="http://schemas.openxmlformats.org/officeDocument/2006/relationships/image" Target="../media/image430.png"/><Relationship Id="rId383" Type="http://schemas.openxmlformats.org/officeDocument/2006/relationships/image" Target="../media/image451.png"/><Relationship Id="rId439" Type="http://schemas.openxmlformats.org/officeDocument/2006/relationships/image" Target="../media/image479.png"/><Relationship Id="rId590" Type="http://schemas.openxmlformats.org/officeDocument/2006/relationships/customXml" Target="../ink/ink549.xml"/><Relationship Id="rId604" Type="http://schemas.openxmlformats.org/officeDocument/2006/relationships/customXml" Target="../ink/ink556.xml"/><Relationship Id="rId646" Type="http://schemas.openxmlformats.org/officeDocument/2006/relationships/customXml" Target="../ink/ink577.xml"/><Relationship Id="rId201" Type="http://schemas.openxmlformats.org/officeDocument/2006/relationships/image" Target="../media/image360.png"/><Relationship Id="rId243" Type="http://schemas.openxmlformats.org/officeDocument/2006/relationships/image" Target="../media/image381.png"/><Relationship Id="rId285" Type="http://schemas.openxmlformats.org/officeDocument/2006/relationships/image" Target="../media/image402.png"/><Relationship Id="rId450" Type="http://schemas.openxmlformats.org/officeDocument/2006/relationships/customXml" Target="../ink/ink479.xml"/><Relationship Id="rId506" Type="http://schemas.openxmlformats.org/officeDocument/2006/relationships/customXml" Target="../ink/ink507.xml"/><Relationship Id="rId38" Type="http://schemas.openxmlformats.org/officeDocument/2006/relationships/customXml" Target="../ink/ink273.xml"/><Relationship Id="rId103" Type="http://schemas.openxmlformats.org/officeDocument/2006/relationships/image" Target="../media/image311.png"/><Relationship Id="rId310" Type="http://schemas.openxmlformats.org/officeDocument/2006/relationships/customXml" Target="../ink/ink409.xml"/><Relationship Id="rId492" Type="http://schemas.openxmlformats.org/officeDocument/2006/relationships/customXml" Target="../ink/ink500.xml"/><Relationship Id="rId548" Type="http://schemas.openxmlformats.org/officeDocument/2006/relationships/customXml" Target="../ink/ink528.xml"/><Relationship Id="rId91" Type="http://schemas.openxmlformats.org/officeDocument/2006/relationships/image" Target="../media/image305.png"/><Relationship Id="rId145" Type="http://schemas.openxmlformats.org/officeDocument/2006/relationships/image" Target="../media/image332.png"/><Relationship Id="rId187" Type="http://schemas.openxmlformats.org/officeDocument/2006/relationships/image" Target="../media/image353.png"/><Relationship Id="rId352" Type="http://schemas.openxmlformats.org/officeDocument/2006/relationships/customXml" Target="../ink/ink430.xml"/><Relationship Id="rId394" Type="http://schemas.openxmlformats.org/officeDocument/2006/relationships/customXml" Target="../ink/ink451.xml"/><Relationship Id="rId408" Type="http://schemas.openxmlformats.org/officeDocument/2006/relationships/customXml" Target="../ink/ink458.xml"/><Relationship Id="rId615" Type="http://schemas.openxmlformats.org/officeDocument/2006/relationships/image" Target="../media/image567.png"/><Relationship Id="rId212" Type="http://schemas.openxmlformats.org/officeDocument/2006/relationships/customXml" Target="../ink/ink360.xml"/><Relationship Id="rId254" Type="http://schemas.openxmlformats.org/officeDocument/2006/relationships/customXml" Target="../ink/ink381.xml"/><Relationship Id="rId657" Type="http://schemas.openxmlformats.org/officeDocument/2006/relationships/image" Target="../media/image588.png"/><Relationship Id="rId49" Type="http://schemas.openxmlformats.org/officeDocument/2006/relationships/image" Target="../media/image284.png"/><Relationship Id="rId114" Type="http://schemas.openxmlformats.org/officeDocument/2006/relationships/customXml" Target="../ink/ink311.xml"/><Relationship Id="rId296" Type="http://schemas.openxmlformats.org/officeDocument/2006/relationships/customXml" Target="../ink/ink402.xml"/><Relationship Id="rId461" Type="http://schemas.openxmlformats.org/officeDocument/2006/relationships/image" Target="../media/image490.png"/><Relationship Id="rId517" Type="http://schemas.openxmlformats.org/officeDocument/2006/relationships/image" Target="../media/image518.png"/><Relationship Id="rId559" Type="http://schemas.openxmlformats.org/officeDocument/2006/relationships/image" Target="../media/image539.png"/><Relationship Id="rId60" Type="http://schemas.openxmlformats.org/officeDocument/2006/relationships/customXml" Target="../ink/ink284.xml"/><Relationship Id="rId81" Type="http://schemas.openxmlformats.org/officeDocument/2006/relationships/image" Target="../media/image300.png"/><Relationship Id="rId135" Type="http://schemas.openxmlformats.org/officeDocument/2006/relationships/image" Target="../media/image327.png"/><Relationship Id="rId156" Type="http://schemas.openxmlformats.org/officeDocument/2006/relationships/customXml" Target="../ink/ink332.xml"/><Relationship Id="rId177" Type="http://schemas.openxmlformats.org/officeDocument/2006/relationships/image" Target="../media/image348.png"/><Relationship Id="rId198" Type="http://schemas.openxmlformats.org/officeDocument/2006/relationships/customXml" Target="../ink/ink353.xml"/><Relationship Id="rId321" Type="http://schemas.openxmlformats.org/officeDocument/2006/relationships/image" Target="../media/image420.png"/><Relationship Id="rId342" Type="http://schemas.openxmlformats.org/officeDocument/2006/relationships/customXml" Target="../ink/ink425.xml"/><Relationship Id="rId363" Type="http://schemas.openxmlformats.org/officeDocument/2006/relationships/image" Target="../media/image441.png"/><Relationship Id="rId384" Type="http://schemas.openxmlformats.org/officeDocument/2006/relationships/customXml" Target="../ink/ink446.xml"/><Relationship Id="rId419" Type="http://schemas.openxmlformats.org/officeDocument/2006/relationships/image" Target="../media/image469.png"/><Relationship Id="rId570" Type="http://schemas.openxmlformats.org/officeDocument/2006/relationships/customXml" Target="../ink/ink539.xml"/><Relationship Id="rId591" Type="http://schemas.openxmlformats.org/officeDocument/2006/relationships/image" Target="../media/image555.png"/><Relationship Id="rId605" Type="http://schemas.openxmlformats.org/officeDocument/2006/relationships/image" Target="../media/image562.png"/><Relationship Id="rId626" Type="http://schemas.openxmlformats.org/officeDocument/2006/relationships/customXml" Target="../ink/ink567.xml"/><Relationship Id="rId202" Type="http://schemas.openxmlformats.org/officeDocument/2006/relationships/customXml" Target="../ink/ink355.xml"/><Relationship Id="rId223" Type="http://schemas.openxmlformats.org/officeDocument/2006/relationships/image" Target="../media/image371.png"/><Relationship Id="rId244" Type="http://schemas.openxmlformats.org/officeDocument/2006/relationships/customXml" Target="../ink/ink376.xml"/><Relationship Id="rId430" Type="http://schemas.openxmlformats.org/officeDocument/2006/relationships/customXml" Target="../ink/ink469.xml"/><Relationship Id="rId647" Type="http://schemas.openxmlformats.org/officeDocument/2006/relationships/image" Target="../media/image583.png"/><Relationship Id="rId18" Type="http://schemas.openxmlformats.org/officeDocument/2006/relationships/customXml" Target="../ink/ink263.xml"/><Relationship Id="rId39" Type="http://schemas.openxmlformats.org/officeDocument/2006/relationships/image" Target="../media/image279.png"/><Relationship Id="rId265" Type="http://schemas.openxmlformats.org/officeDocument/2006/relationships/image" Target="../media/image392.png"/><Relationship Id="rId286" Type="http://schemas.openxmlformats.org/officeDocument/2006/relationships/customXml" Target="../ink/ink397.xml"/><Relationship Id="rId451" Type="http://schemas.openxmlformats.org/officeDocument/2006/relationships/image" Target="../media/image485.png"/><Relationship Id="rId472" Type="http://schemas.openxmlformats.org/officeDocument/2006/relationships/customXml" Target="../ink/ink490.xml"/><Relationship Id="rId493" Type="http://schemas.openxmlformats.org/officeDocument/2006/relationships/image" Target="../media/image506.png"/><Relationship Id="rId507" Type="http://schemas.openxmlformats.org/officeDocument/2006/relationships/image" Target="../media/image513.png"/><Relationship Id="rId528" Type="http://schemas.openxmlformats.org/officeDocument/2006/relationships/customXml" Target="../ink/ink518.xml"/><Relationship Id="rId549" Type="http://schemas.openxmlformats.org/officeDocument/2006/relationships/image" Target="../media/image534.png"/><Relationship Id="rId50" Type="http://schemas.openxmlformats.org/officeDocument/2006/relationships/customXml" Target="../ink/ink279.xml"/><Relationship Id="rId104" Type="http://schemas.openxmlformats.org/officeDocument/2006/relationships/customXml" Target="../ink/ink306.xml"/><Relationship Id="rId125" Type="http://schemas.openxmlformats.org/officeDocument/2006/relationships/image" Target="../media/image322.png"/><Relationship Id="rId146" Type="http://schemas.openxmlformats.org/officeDocument/2006/relationships/customXml" Target="../ink/ink327.xml"/><Relationship Id="rId167" Type="http://schemas.openxmlformats.org/officeDocument/2006/relationships/image" Target="../media/image343.png"/><Relationship Id="rId188" Type="http://schemas.openxmlformats.org/officeDocument/2006/relationships/customXml" Target="../ink/ink348.xml"/><Relationship Id="rId311" Type="http://schemas.openxmlformats.org/officeDocument/2006/relationships/image" Target="../media/image415.png"/><Relationship Id="rId332" Type="http://schemas.openxmlformats.org/officeDocument/2006/relationships/customXml" Target="../ink/ink420.xml"/><Relationship Id="rId353" Type="http://schemas.openxmlformats.org/officeDocument/2006/relationships/image" Target="../media/image436.png"/><Relationship Id="rId374" Type="http://schemas.openxmlformats.org/officeDocument/2006/relationships/customXml" Target="../ink/ink441.xml"/><Relationship Id="rId395" Type="http://schemas.openxmlformats.org/officeDocument/2006/relationships/image" Target="../media/image457.png"/><Relationship Id="rId409" Type="http://schemas.openxmlformats.org/officeDocument/2006/relationships/image" Target="../media/image464.png"/><Relationship Id="rId560" Type="http://schemas.openxmlformats.org/officeDocument/2006/relationships/customXml" Target="../ink/ink534.xml"/><Relationship Id="rId581" Type="http://schemas.openxmlformats.org/officeDocument/2006/relationships/image" Target="../media/image550.png"/><Relationship Id="rId71" Type="http://schemas.openxmlformats.org/officeDocument/2006/relationships/image" Target="../media/image295.png"/><Relationship Id="rId92" Type="http://schemas.openxmlformats.org/officeDocument/2006/relationships/customXml" Target="../ink/ink300.xml"/><Relationship Id="rId213" Type="http://schemas.openxmlformats.org/officeDocument/2006/relationships/image" Target="../media/image366.png"/><Relationship Id="rId234" Type="http://schemas.openxmlformats.org/officeDocument/2006/relationships/customXml" Target="../ink/ink371.xml"/><Relationship Id="rId420" Type="http://schemas.openxmlformats.org/officeDocument/2006/relationships/customXml" Target="../ink/ink464.xml"/><Relationship Id="rId616" Type="http://schemas.openxmlformats.org/officeDocument/2006/relationships/customXml" Target="../ink/ink562.xml"/><Relationship Id="rId637" Type="http://schemas.openxmlformats.org/officeDocument/2006/relationships/image" Target="../media/image578.png"/><Relationship Id="rId658" Type="http://schemas.openxmlformats.org/officeDocument/2006/relationships/customXml" Target="../ink/ink583.xml"/><Relationship Id="rId2" Type="http://schemas.openxmlformats.org/officeDocument/2006/relationships/customXml" Target="../ink/ink255.xml"/><Relationship Id="rId29" Type="http://schemas.openxmlformats.org/officeDocument/2006/relationships/image" Target="../media/image274.png"/><Relationship Id="rId255" Type="http://schemas.openxmlformats.org/officeDocument/2006/relationships/image" Target="../media/image387.png"/><Relationship Id="rId276" Type="http://schemas.openxmlformats.org/officeDocument/2006/relationships/customXml" Target="../ink/ink392.xml"/><Relationship Id="rId297" Type="http://schemas.openxmlformats.org/officeDocument/2006/relationships/image" Target="../media/image408.png"/><Relationship Id="rId441" Type="http://schemas.openxmlformats.org/officeDocument/2006/relationships/image" Target="../media/image480.png"/><Relationship Id="rId462" Type="http://schemas.openxmlformats.org/officeDocument/2006/relationships/customXml" Target="../ink/ink485.xml"/><Relationship Id="rId483" Type="http://schemas.openxmlformats.org/officeDocument/2006/relationships/image" Target="../media/image501.png"/><Relationship Id="rId518" Type="http://schemas.openxmlformats.org/officeDocument/2006/relationships/customXml" Target="../ink/ink513.xml"/><Relationship Id="rId539" Type="http://schemas.openxmlformats.org/officeDocument/2006/relationships/image" Target="../media/image529.png"/><Relationship Id="rId40" Type="http://schemas.openxmlformats.org/officeDocument/2006/relationships/customXml" Target="../ink/ink274.xml"/><Relationship Id="rId115" Type="http://schemas.openxmlformats.org/officeDocument/2006/relationships/image" Target="../media/image317.png"/><Relationship Id="rId136" Type="http://schemas.openxmlformats.org/officeDocument/2006/relationships/customXml" Target="../ink/ink322.xml"/><Relationship Id="rId157" Type="http://schemas.openxmlformats.org/officeDocument/2006/relationships/image" Target="../media/image338.png"/><Relationship Id="rId178" Type="http://schemas.openxmlformats.org/officeDocument/2006/relationships/customXml" Target="../ink/ink343.xml"/><Relationship Id="rId301" Type="http://schemas.openxmlformats.org/officeDocument/2006/relationships/image" Target="../media/image410.png"/><Relationship Id="rId322" Type="http://schemas.openxmlformats.org/officeDocument/2006/relationships/customXml" Target="../ink/ink415.xml"/><Relationship Id="rId343" Type="http://schemas.openxmlformats.org/officeDocument/2006/relationships/image" Target="../media/image431.png"/><Relationship Id="rId364" Type="http://schemas.openxmlformats.org/officeDocument/2006/relationships/customXml" Target="../ink/ink436.xml"/><Relationship Id="rId550" Type="http://schemas.openxmlformats.org/officeDocument/2006/relationships/customXml" Target="../ink/ink529.xml"/><Relationship Id="rId61" Type="http://schemas.openxmlformats.org/officeDocument/2006/relationships/image" Target="../media/image290.png"/><Relationship Id="rId82" Type="http://schemas.openxmlformats.org/officeDocument/2006/relationships/customXml" Target="../ink/ink295.xml"/><Relationship Id="rId199" Type="http://schemas.openxmlformats.org/officeDocument/2006/relationships/image" Target="../media/image359.png"/><Relationship Id="rId203" Type="http://schemas.openxmlformats.org/officeDocument/2006/relationships/image" Target="../media/image361.png"/><Relationship Id="rId385" Type="http://schemas.openxmlformats.org/officeDocument/2006/relationships/image" Target="../media/image452.png"/><Relationship Id="rId571" Type="http://schemas.openxmlformats.org/officeDocument/2006/relationships/image" Target="../media/image545.png"/><Relationship Id="rId592" Type="http://schemas.openxmlformats.org/officeDocument/2006/relationships/customXml" Target="../ink/ink550.xml"/><Relationship Id="rId606" Type="http://schemas.openxmlformats.org/officeDocument/2006/relationships/customXml" Target="../ink/ink557.xml"/><Relationship Id="rId627" Type="http://schemas.openxmlformats.org/officeDocument/2006/relationships/image" Target="../media/image573.png"/><Relationship Id="rId648" Type="http://schemas.openxmlformats.org/officeDocument/2006/relationships/customXml" Target="../ink/ink578.xml"/><Relationship Id="rId19" Type="http://schemas.openxmlformats.org/officeDocument/2006/relationships/image" Target="../media/image269.png"/><Relationship Id="rId224" Type="http://schemas.openxmlformats.org/officeDocument/2006/relationships/customXml" Target="../ink/ink366.xml"/><Relationship Id="rId245" Type="http://schemas.openxmlformats.org/officeDocument/2006/relationships/image" Target="../media/image382.png"/><Relationship Id="rId266" Type="http://schemas.openxmlformats.org/officeDocument/2006/relationships/customXml" Target="../ink/ink387.xml"/><Relationship Id="rId287" Type="http://schemas.openxmlformats.org/officeDocument/2006/relationships/image" Target="../media/image403.png"/><Relationship Id="rId410" Type="http://schemas.openxmlformats.org/officeDocument/2006/relationships/customXml" Target="../ink/ink459.xml"/><Relationship Id="rId431" Type="http://schemas.openxmlformats.org/officeDocument/2006/relationships/image" Target="../media/image475.png"/><Relationship Id="rId452" Type="http://schemas.openxmlformats.org/officeDocument/2006/relationships/customXml" Target="../ink/ink480.xml"/><Relationship Id="rId473" Type="http://schemas.openxmlformats.org/officeDocument/2006/relationships/image" Target="../media/image496.png"/><Relationship Id="rId494" Type="http://schemas.openxmlformats.org/officeDocument/2006/relationships/customXml" Target="../ink/ink501.xml"/><Relationship Id="rId508" Type="http://schemas.openxmlformats.org/officeDocument/2006/relationships/customXml" Target="../ink/ink508.xml"/><Relationship Id="rId529" Type="http://schemas.openxmlformats.org/officeDocument/2006/relationships/image" Target="../media/image524.png"/><Relationship Id="rId30" Type="http://schemas.openxmlformats.org/officeDocument/2006/relationships/customXml" Target="../ink/ink269.xml"/><Relationship Id="rId105" Type="http://schemas.openxmlformats.org/officeDocument/2006/relationships/image" Target="../media/image312.png"/><Relationship Id="rId126" Type="http://schemas.openxmlformats.org/officeDocument/2006/relationships/customXml" Target="../ink/ink317.xml"/><Relationship Id="rId147" Type="http://schemas.openxmlformats.org/officeDocument/2006/relationships/image" Target="../media/image333.png"/><Relationship Id="rId168" Type="http://schemas.openxmlformats.org/officeDocument/2006/relationships/customXml" Target="../ink/ink338.xml"/><Relationship Id="rId312" Type="http://schemas.openxmlformats.org/officeDocument/2006/relationships/customXml" Target="../ink/ink410.xml"/><Relationship Id="rId333" Type="http://schemas.openxmlformats.org/officeDocument/2006/relationships/image" Target="../media/image426.png"/><Relationship Id="rId354" Type="http://schemas.openxmlformats.org/officeDocument/2006/relationships/customXml" Target="../ink/ink431.xml"/><Relationship Id="rId540" Type="http://schemas.openxmlformats.org/officeDocument/2006/relationships/customXml" Target="../ink/ink524.xml"/><Relationship Id="rId51" Type="http://schemas.openxmlformats.org/officeDocument/2006/relationships/image" Target="../media/image285.png"/><Relationship Id="rId72" Type="http://schemas.openxmlformats.org/officeDocument/2006/relationships/customXml" Target="../ink/ink290.xml"/><Relationship Id="rId93" Type="http://schemas.openxmlformats.org/officeDocument/2006/relationships/image" Target="../media/image306.png"/><Relationship Id="rId189" Type="http://schemas.openxmlformats.org/officeDocument/2006/relationships/image" Target="../media/image354.png"/><Relationship Id="rId375" Type="http://schemas.openxmlformats.org/officeDocument/2006/relationships/image" Target="../media/image447.png"/><Relationship Id="rId396" Type="http://schemas.openxmlformats.org/officeDocument/2006/relationships/customXml" Target="../ink/ink452.xml"/><Relationship Id="rId561" Type="http://schemas.openxmlformats.org/officeDocument/2006/relationships/image" Target="../media/image540.png"/><Relationship Id="rId582" Type="http://schemas.openxmlformats.org/officeDocument/2006/relationships/customXml" Target="../ink/ink545.xml"/><Relationship Id="rId617" Type="http://schemas.openxmlformats.org/officeDocument/2006/relationships/image" Target="../media/image568.png"/><Relationship Id="rId638" Type="http://schemas.openxmlformats.org/officeDocument/2006/relationships/customXml" Target="../ink/ink573.xml"/><Relationship Id="rId659" Type="http://schemas.openxmlformats.org/officeDocument/2006/relationships/image" Target="../media/image589.png"/><Relationship Id="rId3" Type="http://schemas.openxmlformats.org/officeDocument/2006/relationships/image" Target="../media/image261.png"/><Relationship Id="rId214" Type="http://schemas.openxmlformats.org/officeDocument/2006/relationships/customXml" Target="../ink/ink361.xml"/><Relationship Id="rId235" Type="http://schemas.openxmlformats.org/officeDocument/2006/relationships/image" Target="../media/image377.png"/><Relationship Id="rId256" Type="http://schemas.openxmlformats.org/officeDocument/2006/relationships/customXml" Target="../ink/ink382.xml"/><Relationship Id="rId277" Type="http://schemas.openxmlformats.org/officeDocument/2006/relationships/image" Target="../media/image398.png"/><Relationship Id="rId298" Type="http://schemas.openxmlformats.org/officeDocument/2006/relationships/customXml" Target="../ink/ink403.xml"/><Relationship Id="rId400" Type="http://schemas.openxmlformats.org/officeDocument/2006/relationships/customXml" Target="../ink/ink454.xml"/><Relationship Id="rId421" Type="http://schemas.openxmlformats.org/officeDocument/2006/relationships/image" Target="../media/image470.png"/><Relationship Id="rId442" Type="http://schemas.openxmlformats.org/officeDocument/2006/relationships/customXml" Target="../ink/ink475.xml"/><Relationship Id="rId463" Type="http://schemas.openxmlformats.org/officeDocument/2006/relationships/image" Target="../media/image491.png"/><Relationship Id="rId484" Type="http://schemas.openxmlformats.org/officeDocument/2006/relationships/customXml" Target="../ink/ink496.xml"/><Relationship Id="rId519" Type="http://schemas.openxmlformats.org/officeDocument/2006/relationships/image" Target="../media/image519.png"/><Relationship Id="rId116" Type="http://schemas.openxmlformats.org/officeDocument/2006/relationships/customXml" Target="../ink/ink312.xml"/><Relationship Id="rId137" Type="http://schemas.openxmlformats.org/officeDocument/2006/relationships/image" Target="../media/image328.png"/><Relationship Id="rId158" Type="http://schemas.openxmlformats.org/officeDocument/2006/relationships/customXml" Target="../ink/ink333.xml"/><Relationship Id="rId302" Type="http://schemas.openxmlformats.org/officeDocument/2006/relationships/customXml" Target="../ink/ink405.xml"/><Relationship Id="rId323" Type="http://schemas.openxmlformats.org/officeDocument/2006/relationships/image" Target="../media/image421.png"/><Relationship Id="rId344" Type="http://schemas.openxmlformats.org/officeDocument/2006/relationships/customXml" Target="../ink/ink426.xml"/><Relationship Id="rId530" Type="http://schemas.openxmlformats.org/officeDocument/2006/relationships/customXml" Target="../ink/ink519.xml"/><Relationship Id="rId20" Type="http://schemas.openxmlformats.org/officeDocument/2006/relationships/customXml" Target="../ink/ink264.xml"/><Relationship Id="rId41" Type="http://schemas.openxmlformats.org/officeDocument/2006/relationships/image" Target="../media/image280.png"/><Relationship Id="rId62" Type="http://schemas.openxmlformats.org/officeDocument/2006/relationships/customXml" Target="../ink/ink285.xml"/><Relationship Id="rId83" Type="http://schemas.openxmlformats.org/officeDocument/2006/relationships/image" Target="../media/image301.png"/><Relationship Id="rId179" Type="http://schemas.openxmlformats.org/officeDocument/2006/relationships/image" Target="../media/image349.png"/><Relationship Id="rId365" Type="http://schemas.openxmlformats.org/officeDocument/2006/relationships/image" Target="../media/image442.png"/><Relationship Id="rId386" Type="http://schemas.openxmlformats.org/officeDocument/2006/relationships/customXml" Target="../ink/ink447.xml"/><Relationship Id="rId551" Type="http://schemas.openxmlformats.org/officeDocument/2006/relationships/image" Target="../media/image535.png"/><Relationship Id="rId572" Type="http://schemas.openxmlformats.org/officeDocument/2006/relationships/customXml" Target="../ink/ink540.xml"/><Relationship Id="rId593" Type="http://schemas.openxmlformats.org/officeDocument/2006/relationships/image" Target="../media/image556.png"/><Relationship Id="rId607" Type="http://schemas.openxmlformats.org/officeDocument/2006/relationships/image" Target="../media/image563.png"/><Relationship Id="rId628" Type="http://schemas.openxmlformats.org/officeDocument/2006/relationships/customXml" Target="../ink/ink568.xml"/><Relationship Id="rId649" Type="http://schemas.openxmlformats.org/officeDocument/2006/relationships/image" Target="../media/image584.png"/><Relationship Id="rId190" Type="http://schemas.openxmlformats.org/officeDocument/2006/relationships/customXml" Target="../ink/ink349.xml"/><Relationship Id="rId204" Type="http://schemas.openxmlformats.org/officeDocument/2006/relationships/customXml" Target="../ink/ink356.xml"/><Relationship Id="rId225" Type="http://schemas.openxmlformats.org/officeDocument/2006/relationships/image" Target="../media/image372.png"/><Relationship Id="rId246" Type="http://schemas.openxmlformats.org/officeDocument/2006/relationships/customXml" Target="../ink/ink377.xml"/><Relationship Id="rId267" Type="http://schemas.openxmlformats.org/officeDocument/2006/relationships/image" Target="../media/image393.png"/><Relationship Id="rId288" Type="http://schemas.openxmlformats.org/officeDocument/2006/relationships/customXml" Target="../ink/ink398.xml"/><Relationship Id="rId411" Type="http://schemas.openxmlformats.org/officeDocument/2006/relationships/image" Target="../media/image465.png"/><Relationship Id="rId432" Type="http://schemas.openxmlformats.org/officeDocument/2006/relationships/customXml" Target="../ink/ink470.xml"/><Relationship Id="rId453" Type="http://schemas.openxmlformats.org/officeDocument/2006/relationships/image" Target="../media/image486.png"/><Relationship Id="rId474" Type="http://schemas.openxmlformats.org/officeDocument/2006/relationships/customXml" Target="../ink/ink491.xml"/><Relationship Id="rId509" Type="http://schemas.openxmlformats.org/officeDocument/2006/relationships/image" Target="../media/image514.png"/><Relationship Id="rId106" Type="http://schemas.openxmlformats.org/officeDocument/2006/relationships/customXml" Target="../ink/ink307.xml"/><Relationship Id="rId127" Type="http://schemas.openxmlformats.org/officeDocument/2006/relationships/image" Target="../media/image323.png"/><Relationship Id="rId313" Type="http://schemas.openxmlformats.org/officeDocument/2006/relationships/image" Target="../media/image416.png"/><Relationship Id="rId495" Type="http://schemas.openxmlformats.org/officeDocument/2006/relationships/image" Target="../media/image507.png"/><Relationship Id="rId10" Type="http://schemas.openxmlformats.org/officeDocument/2006/relationships/customXml" Target="../ink/ink259.xml"/><Relationship Id="rId31" Type="http://schemas.openxmlformats.org/officeDocument/2006/relationships/image" Target="../media/image275.png"/><Relationship Id="rId52" Type="http://schemas.openxmlformats.org/officeDocument/2006/relationships/customXml" Target="../ink/ink280.xml"/><Relationship Id="rId73" Type="http://schemas.openxmlformats.org/officeDocument/2006/relationships/image" Target="../media/image296.png"/><Relationship Id="rId94" Type="http://schemas.openxmlformats.org/officeDocument/2006/relationships/customXml" Target="../ink/ink301.xml"/><Relationship Id="rId148" Type="http://schemas.openxmlformats.org/officeDocument/2006/relationships/customXml" Target="../ink/ink328.xml"/><Relationship Id="rId169" Type="http://schemas.openxmlformats.org/officeDocument/2006/relationships/image" Target="../media/image344.png"/><Relationship Id="rId334" Type="http://schemas.openxmlformats.org/officeDocument/2006/relationships/customXml" Target="../ink/ink421.xml"/><Relationship Id="rId355" Type="http://schemas.openxmlformats.org/officeDocument/2006/relationships/image" Target="../media/image437.png"/><Relationship Id="rId376" Type="http://schemas.openxmlformats.org/officeDocument/2006/relationships/customXml" Target="../ink/ink442.xml"/><Relationship Id="rId397" Type="http://schemas.openxmlformats.org/officeDocument/2006/relationships/image" Target="../media/image458.png"/><Relationship Id="rId520" Type="http://schemas.openxmlformats.org/officeDocument/2006/relationships/customXml" Target="../ink/ink514.xml"/><Relationship Id="rId541" Type="http://schemas.openxmlformats.org/officeDocument/2006/relationships/image" Target="../media/image530.png"/><Relationship Id="rId562" Type="http://schemas.openxmlformats.org/officeDocument/2006/relationships/customXml" Target="../ink/ink535.xml"/><Relationship Id="rId583" Type="http://schemas.openxmlformats.org/officeDocument/2006/relationships/image" Target="../media/image551.png"/><Relationship Id="rId618" Type="http://schemas.openxmlformats.org/officeDocument/2006/relationships/customXml" Target="../ink/ink563.xml"/><Relationship Id="rId639" Type="http://schemas.openxmlformats.org/officeDocument/2006/relationships/image" Target="../media/image579.png"/><Relationship Id="rId4" Type="http://schemas.openxmlformats.org/officeDocument/2006/relationships/customXml" Target="../ink/ink256.xml"/><Relationship Id="rId180" Type="http://schemas.openxmlformats.org/officeDocument/2006/relationships/customXml" Target="../ink/ink344.xml"/><Relationship Id="rId215" Type="http://schemas.openxmlformats.org/officeDocument/2006/relationships/image" Target="../media/image367.png"/><Relationship Id="rId236" Type="http://schemas.openxmlformats.org/officeDocument/2006/relationships/customXml" Target="../ink/ink372.xml"/><Relationship Id="rId257" Type="http://schemas.openxmlformats.org/officeDocument/2006/relationships/image" Target="../media/image388.png"/><Relationship Id="rId278" Type="http://schemas.openxmlformats.org/officeDocument/2006/relationships/customXml" Target="../ink/ink393.xml"/><Relationship Id="rId401" Type="http://schemas.openxmlformats.org/officeDocument/2006/relationships/image" Target="../media/image460.png"/><Relationship Id="rId422" Type="http://schemas.openxmlformats.org/officeDocument/2006/relationships/customXml" Target="../ink/ink465.xml"/><Relationship Id="rId443" Type="http://schemas.openxmlformats.org/officeDocument/2006/relationships/image" Target="../media/image481.png"/><Relationship Id="rId464" Type="http://schemas.openxmlformats.org/officeDocument/2006/relationships/customXml" Target="../ink/ink486.xml"/><Relationship Id="rId650" Type="http://schemas.openxmlformats.org/officeDocument/2006/relationships/customXml" Target="../ink/ink579.xml"/><Relationship Id="rId303" Type="http://schemas.openxmlformats.org/officeDocument/2006/relationships/image" Target="../media/image411.png"/><Relationship Id="rId485" Type="http://schemas.openxmlformats.org/officeDocument/2006/relationships/image" Target="../media/image502.png"/><Relationship Id="rId42" Type="http://schemas.openxmlformats.org/officeDocument/2006/relationships/customXml" Target="../ink/ink275.xml"/><Relationship Id="rId84" Type="http://schemas.openxmlformats.org/officeDocument/2006/relationships/customXml" Target="../ink/ink296.xml"/><Relationship Id="rId138" Type="http://schemas.openxmlformats.org/officeDocument/2006/relationships/customXml" Target="../ink/ink323.xml"/><Relationship Id="rId345" Type="http://schemas.openxmlformats.org/officeDocument/2006/relationships/image" Target="../media/image432.png"/><Relationship Id="rId387" Type="http://schemas.openxmlformats.org/officeDocument/2006/relationships/image" Target="../media/image453.png"/><Relationship Id="rId510" Type="http://schemas.openxmlformats.org/officeDocument/2006/relationships/customXml" Target="../ink/ink509.xml"/><Relationship Id="rId552" Type="http://schemas.openxmlformats.org/officeDocument/2006/relationships/customXml" Target="../ink/ink530.xml"/><Relationship Id="rId594" Type="http://schemas.openxmlformats.org/officeDocument/2006/relationships/customXml" Target="../ink/ink551.xml"/><Relationship Id="rId608" Type="http://schemas.openxmlformats.org/officeDocument/2006/relationships/customXml" Target="../ink/ink558.xml"/><Relationship Id="rId191" Type="http://schemas.openxmlformats.org/officeDocument/2006/relationships/image" Target="../media/image355.png"/><Relationship Id="rId205" Type="http://schemas.openxmlformats.org/officeDocument/2006/relationships/image" Target="../media/image362.png"/><Relationship Id="rId247" Type="http://schemas.openxmlformats.org/officeDocument/2006/relationships/image" Target="../media/image383.png"/><Relationship Id="rId412" Type="http://schemas.openxmlformats.org/officeDocument/2006/relationships/customXml" Target="../ink/ink460.xml"/><Relationship Id="rId107" Type="http://schemas.openxmlformats.org/officeDocument/2006/relationships/image" Target="../media/image313.png"/><Relationship Id="rId289" Type="http://schemas.openxmlformats.org/officeDocument/2006/relationships/image" Target="../media/image404.png"/><Relationship Id="rId454" Type="http://schemas.openxmlformats.org/officeDocument/2006/relationships/customXml" Target="../ink/ink481.xml"/><Relationship Id="rId496" Type="http://schemas.openxmlformats.org/officeDocument/2006/relationships/customXml" Target="../ink/ink502.xml"/><Relationship Id="rId11" Type="http://schemas.openxmlformats.org/officeDocument/2006/relationships/image" Target="../media/image265.png"/><Relationship Id="rId53" Type="http://schemas.openxmlformats.org/officeDocument/2006/relationships/image" Target="../media/image286.png"/><Relationship Id="rId149" Type="http://schemas.openxmlformats.org/officeDocument/2006/relationships/image" Target="../media/image334.png"/><Relationship Id="rId314" Type="http://schemas.openxmlformats.org/officeDocument/2006/relationships/customXml" Target="../ink/ink411.xml"/><Relationship Id="rId356" Type="http://schemas.openxmlformats.org/officeDocument/2006/relationships/customXml" Target="../ink/ink432.xml"/><Relationship Id="rId398" Type="http://schemas.openxmlformats.org/officeDocument/2006/relationships/customXml" Target="../ink/ink453.xml"/><Relationship Id="rId521" Type="http://schemas.openxmlformats.org/officeDocument/2006/relationships/image" Target="../media/image520.png"/><Relationship Id="rId563" Type="http://schemas.openxmlformats.org/officeDocument/2006/relationships/image" Target="../media/image541.png"/><Relationship Id="rId619" Type="http://schemas.openxmlformats.org/officeDocument/2006/relationships/image" Target="../media/image569.png"/><Relationship Id="rId95" Type="http://schemas.openxmlformats.org/officeDocument/2006/relationships/image" Target="../media/image307.png"/><Relationship Id="rId160" Type="http://schemas.openxmlformats.org/officeDocument/2006/relationships/customXml" Target="../ink/ink334.xml"/><Relationship Id="rId216" Type="http://schemas.openxmlformats.org/officeDocument/2006/relationships/customXml" Target="../ink/ink362.xml"/><Relationship Id="rId423" Type="http://schemas.openxmlformats.org/officeDocument/2006/relationships/image" Target="../media/image471.png"/><Relationship Id="rId258" Type="http://schemas.openxmlformats.org/officeDocument/2006/relationships/customXml" Target="../ink/ink383.xml"/><Relationship Id="rId465" Type="http://schemas.openxmlformats.org/officeDocument/2006/relationships/image" Target="../media/image492.png"/><Relationship Id="rId630" Type="http://schemas.openxmlformats.org/officeDocument/2006/relationships/customXml" Target="../ink/ink569.xml"/><Relationship Id="rId22" Type="http://schemas.openxmlformats.org/officeDocument/2006/relationships/customXml" Target="../ink/ink265.xml"/><Relationship Id="rId64" Type="http://schemas.openxmlformats.org/officeDocument/2006/relationships/customXml" Target="../ink/ink286.xml"/><Relationship Id="rId118" Type="http://schemas.openxmlformats.org/officeDocument/2006/relationships/customXml" Target="../ink/ink313.xml"/><Relationship Id="rId325" Type="http://schemas.openxmlformats.org/officeDocument/2006/relationships/image" Target="../media/image422.png"/><Relationship Id="rId367" Type="http://schemas.openxmlformats.org/officeDocument/2006/relationships/image" Target="../media/image443.png"/><Relationship Id="rId532" Type="http://schemas.openxmlformats.org/officeDocument/2006/relationships/customXml" Target="../ink/ink520.xml"/><Relationship Id="rId574" Type="http://schemas.openxmlformats.org/officeDocument/2006/relationships/customXml" Target="../ink/ink541.xml"/><Relationship Id="rId171" Type="http://schemas.openxmlformats.org/officeDocument/2006/relationships/image" Target="../media/image345.png"/><Relationship Id="rId227" Type="http://schemas.openxmlformats.org/officeDocument/2006/relationships/image" Target="../media/image373.png"/><Relationship Id="rId269" Type="http://schemas.openxmlformats.org/officeDocument/2006/relationships/image" Target="../media/image394.png"/><Relationship Id="rId434" Type="http://schemas.openxmlformats.org/officeDocument/2006/relationships/customXml" Target="../ink/ink471.xml"/><Relationship Id="rId476" Type="http://schemas.openxmlformats.org/officeDocument/2006/relationships/customXml" Target="../ink/ink492.xml"/><Relationship Id="rId641" Type="http://schemas.openxmlformats.org/officeDocument/2006/relationships/image" Target="../media/image580.png"/><Relationship Id="rId33" Type="http://schemas.openxmlformats.org/officeDocument/2006/relationships/image" Target="../media/image276.png"/><Relationship Id="rId129" Type="http://schemas.openxmlformats.org/officeDocument/2006/relationships/image" Target="../media/image324.png"/><Relationship Id="rId280" Type="http://schemas.openxmlformats.org/officeDocument/2006/relationships/customXml" Target="../ink/ink394.xml"/><Relationship Id="rId336" Type="http://schemas.openxmlformats.org/officeDocument/2006/relationships/customXml" Target="../ink/ink422.xml"/><Relationship Id="rId501" Type="http://schemas.openxmlformats.org/officeDocument/2006/relationships/image" Target="../media/image510.png"/><Relationship Id="rId543" Type="http://schemas.openxmlformats.org/officeDocument/2006/relationships/image" Target="../media/image531.png"/><Relationship Id="rId75" Type="http://schemas.openxmlformats.org/officeDocument/2006/relationships/image" Target="../media/image297.png"/><Relationship Id="rId140" Type="http://schemas.openxmlformats.org/officeDocument/2006/relationships/customXml" Target="../ink/ink324.xml"/><Relationship Id="rId182" Type="http://schemas.openxmlformats.org/officeDocument/2006/relationships/customXml" Target="../ink/ink345.xml"/><Relationship Id="rId378" Type="http://schemas.openxmlformats.org/officeDocument/2006/relationships/customXml" Target="../ink/ink443.xml"/><Relationship Id="rId403" Type="http://schemas.openxmlformats.org/officeDocument/2006/relationships/image" Target="../media/image461.png"/><Relationship Id="rId585" Type="http://schemas.openxmlformats.org/officeDocument/2006/relationships/image" Target="../media/image552.png"/><Relationship Id="rId6" Type="http://schemas.openxmlformats.org/officeDocument/2006/relationships/customXml" Target="../ink/ink257.xml"/><Relationship Id="rId238" Type="http://schemas.openxmlformats.org/officeDocument/2006/relationships/customXml" Target="../ink/ink373.xml"/><Relationship Id="rId445" Type="http://schemas.openxmlformats.org/officeDocument/2006/relationships/image" Target="../media/image482.png"/><Relationship Id="rId487" Type="http://schemas.openxmlformats.org/officeDocument/2006/relationships/image" Target="../media/image503.png"/><Relationship Id="rId610" Type="http://schemas.openxmlformats.org/officeDocument/2006/relationships/customXml" Target="../ink/ink559.xml"/><Relationship Id="rId652" Type="http://schemas.openxmlformats.org/officeDocument/2006/relationships/customXml" Target="../ink/ink580.xml"/><Relationship Id="rId291" Type="http://schemas.openxmlformats.org/officeDocument/2006/relationships/image" Target="../media/image405.png"/><Relationship Id="rId305" Type="http://schemas.openxmlformats.org/officeDocument/2006/relationships/image" Target="../media/image412.png"/><Relationship Id="rId347" Type="http://schemas.openxmlformats.org/officeDocument/2006/relationships/image" Target="../media/image433.png"/><Relationship Id="rId512" Type="http://schemas.openxmlformats.org/officeDocument/2006/relationships/customXml" Target="../ink/ink510.xml"/><Relationship Id="rId44" Type="http://schemas.openxmlformats.org/officeDocument/2006/relationships/customXml" Target="../ink/ink276.xml"/><Relationship Id="rId86" Type="http://schemas.openxmlformats.org/officeDocument/2006/relationships/customXml" Target="../ink/ink297.xml"/><Relationship Id="rId151" Type="http://schemas.openxmlformats.org/officeDocument/2006/relationships/image" Target="../media/image335.png"/><Relationship Id="rId389" Type="http://schemas.openxmlformats.org/officeDocument/2006/relationships/image" Target="../media/image454.png"/><Relationship Id="rId554" Type="http://schemas.openxmlformats.org/officeDocument/2006/relationships/customXml" Target="../ink/ink531.xml"/><Relationship Id="rId596" Type="http://schemas.openxmlformats.org/officeDocument/2006/relationships/customXml" Target="../ink/ink552.xml"/><Relationship Id="rId193" Type="http://schemas.openxmlformats.org/officeDocument/2006/relationships/image" Target="../media/image356.png"/><Relationship Id="rId207" Type="http://schemas.openxmlformats.org/officeDocument/2006/relationships/image" Target="../media/image363.png"/><Relationship Id="rId249" Type="http://schemas.openxmlformats.org/officeDocument/2006/relationships/image" Target="../media/image384.png"/><Relationship Id="rId414" Type="http://schemas.openxmlformats.org/officeDocument/2006/relationships/customXml" Target="../ink/ink461.xml"/><Relationship Id="rId456" Type="http://schemas.openxmlformats.org/officeDocument/2006/relationships/customXml" Target="../ink/ink482.xml"/><Relationship Id="rId498" Type="http://schemas.openxmlformats.org/officeDocument/2006/relationships/customXml" Target="../ink/ink503.xml"/><Relationship Id="rId621" Type="http://schemas.openxmlformats.org/officeDocument/2006/relationships/image" Target="../media/image570.png"/><Relationship Id="rId13" Type="http://schemas.openxmlformats.org/officeDocument/2006/relationships/image" Target="../media/image266.png"/><Relationship Id="rId109" Type="http://schemas.openxmlformats.org/officeDocument/2006/relationships/image" Target="../media/image314.png"/><Relationship Id="rId260" Type="http://schemas.openxmlformats.org/officeDocument/2006/relationships/customXml" Target="../ink/ink384.xml"/><Relationship Id="rId316" Type="http://schemas.openxmlformats.org/officeDocument/2006/relationships/customXml" Target="../ink/ink412.xml"/><Relationship Id="rId523" Type="http://schemas.openxmlformats.org/officeDocument/2006/relationships/image" Target="../media/image521.png"/><Relationship Id="rId55" Type="http://schemas.openxmlformats.org/officeDocument/2006/relationships/image" Target="../media/image287.png"/><Relationship Id="rId97" Type="http://schemas.openxmlformats.org/officeDocument/2006/relationships/image" Target="../media/image308.png"/><Relationship Id="rId120" Type="http://schemas.openxmlformats.org/officeDocument/2006/relationships/customXml" Target="../ink/ink314.xml"/><Relationship Id="rId358" Type="http://schemas.openxmlformats.org/officeDocument/2006/relationships/customXml" Target="../ink/ink433.xml"/><Relationship Id="rId565" Type="http://schemas.openxmlformats.org/officeDocument/2006/relationships/image" Target="../media/image542.png"/><Relationship Id="rId162" Type="http://schemas.openxmlformats.org/officeDocument/2006/relationships/customXml" Target="../ink/ink335.xml"/><Relationship Id="rId218" Type="http://schemas.openxmlformats.org/officeDocument/2006/relationships/customXml" Target="../ink/ink363.xml"/><Relationship Id="rId425" Type="http://schemas.openxmlformats.org/officeDocument/2006/relationships/image" Target="../media/image472.png"/><Relationship Id="rId467" Type="http://schemas.openxmlformats.org/officeDocument/2006/relationships/image" Target="../media/image493.png"/><Relationship Id="rId632" Type="http://schemas.openxmlformats.org/officeDocument/2006/relationships/customXml" Target="../ink/ink570.xml"/><Relationship Id="rId271" Type="http://schemas.openxmlformats.org/officeDocument/2006/relationships/image" Target="../media/image395.png"/><Relationship Id="rId24" Type="http://schemas.openxmlformats.org/officeDocument/2006/relationships/customXml" Target="../ink/ink266.xml"/><Relationship Id="rId66" Type="http://schemas.openxmlformats.org/officeDocument/2006/relationships/customXml" Target="../ink/ink287.xml"/><Relationship Id="rId131" Type="http://schemas.openxmlformats.org/officeDocument/2006/relationships/image" Target="../media/image325.png"/><Relationship Id="rId327" Type="http://schemas.openxmlformats.org/officeDocument/2006/relationships/image" Target="../media/image423.png"/><Relationship Id="rId369" Type="http://schemas.openxmlformats.org/officeDocument/2006/relationships/image" Target="../media/image444.png"/><Relationship Id="rId534" Type="http://schemas.openxmlformats.org/officeDocument/2006/relationships/customXml" Target="../ink/ink521.xml"/><Relationship Id="rId576" Type="http://schemas.openxmlformats.org/officeDocument/2006/relationships/customXml" Target="../ink/ink542.xml"/><Relationship Id="rId173" Type="http://schemas.openxmlformats.org/officeDocument/2006/relationships/image" Target="../media/image346.png"/><Relationship Id="rId229" Type="http://schemas.openxmlformats.org/officeDocument/2006/relationships/image" Target="../media/image374.png"/><Relationship Id="rId380" Type="http://schemas.openxmlformats.org/officeDocument/2006/relationships/customXml" Target="../ink/ink444.xml"/><Relationship Id="rId436" Type="http://schemas.openxmlformats.org/officeDocument/2006/relationships/customXml" Target="../ink/ink472.xml"/><Relationship Id="rId601" Type="http://schemas.openxmlformats.org/officeDocument/2006/relationships/image" Target="../media/image560.png"/><Relationship Id="rId643" Type="http://schemas.openxmlformats.org/officeDocument/2006/relationships/image" Target="../media/image581.png"/><Relationship Id="rId240" Type="http://schemas.openxmlformats.org/officeDocument/2006/relationships/customXml" Target="../ink/ink374.xml"/><Relationship Id="rId478" Type="http://schemas.openxmlformats.org/officeDocument/2006/relationships/customXml" Target="../ink/ink493.xml"/><Relationship Id="rId35" Type="http://schemas.openxmlformats.org/officeDocument/2006/relationships/image" Target="../media/image277.png"/><Relationship Id="rId77" Type="http://schemas.openxmlformats.org/officeDocument/2006/relationships/image" Target="../media/image298.png"/><Relationship Id="rId100" Type="http://schemas.openxmlformats.org/officeDocument/2006/relationships/customXml" Target="../ink/ink304.xml"/><Relationship Id="rId282" Type="http://schemas.openxmlformats.org/officeDocument/2006/relationships/customXml" Target="../ink/ink395.xml"/><Relationship Id="rId338" Type="http://schemas.openxmlformats.org/officeDocument/2006/relationships/customXml" Target="../ink/ink423.xml"/><Relationship Id="rId503" Type="http://schemas.openxmlformats.org/officeDocument/2006/relationships/image" Target="../media/image511.png"/><Relationship Id="rId545" Type="http://schemas.openxmlformats.org/officeDocument/2006/relationships/image" Target="../media/image532.png"/><Relationship Id="rId587" Type="http://schemas.openxmlformats.org/officeDocument/2006/relationships/image" Target="../media/image553.png"/><Relationship Id="rId8" Type="http://schemas.openxmlformats.org/officeDocument/2006/relationships/customXml" Target="../ink/ink258.xml"/><Relationship Id="rId142" Type="http://schemas.openxmlformats.org/officeDocument/2006/relationships/customXml" Target="../ink/ink325.xml"/><Relationship Id="rId184" Type="http://schemas.openxmlformats.org/officeDocument/2006/relationships/customXml" Target="../ink/ink346.xml"/><Relationship Id="rId391" Type="http://schemas.openxmlformats.org/officeDocument/2006/relationships/image" Target="../media/image455.png"/><Relationship Id="rId405" Type="http://schemas.openxmlformats.org/officeDocument/2006/relationships/image" Target="../media/image462.png"/><Relationship Id="rId447" Type="http://schemas.openxmlformats.org/officeDocument/2006/relationships/image" Target="../media/image483.png"/><Relationship Id="rId612" Type="http://schemas.openxmlformats.org/officeDocument/2006/relationships/customXml" Target="../ink/ink560.xml"/><Relationship Id="rId251" Type="http://schemas.openxmlformats.org/officeDocument/2006/relationships/image" Target="../media/image385.png"/><Relationship Id="rId489" Type="http://schemas.openxmlformats.org/officeDocument/2006/relationships/image" Target="../media/image504.png"/><Relationship Id="rId654" Type="http://schemas.openxmlformats.org/officeDocument/2006/relationships/customXml" Target="../ink/ink581.xml"/><Relationship Id="rId46" Type="http://schemas.openxmlformats.org/officeDocument/2006/relationships/customXml" Target="../ink/ink277.xml"/><Relationship Id="rId293" Type="http://schemas.openxmlformats.org/officeDocument/2006/relationships/image" Target="../media/image406.png"/><Relationship Id="rId307" Type="http://schemas.openxmlformats.org/officeDocument/2006/relationships/image" Target="../media/image413.png"/><Relationship Id="rId349" Type="http://schemas.openxmlformats.org/officeDocument/2006/relationships/image" Target="../media/image434.png"/><Relationship Id="rId514" Type="http://schemas.openxmlformats.org/officeDocument/2006/relationships/customXml" Target="../ink/ink511.xml"/><Relationship Id="rId556" Type="http://schemas.openxmlformats.org/officeDocument/2006/relationships/customXml" Target="../ink/ink532.xml"/><Relationship Id="rId88" Type="http://schemas.openxmlformats.org/officeDocument/2006/relationships/customXml" Target="../ink/ink298.xml"/><Relationship Id="rId111" Type="http://schemas.openxmlformats.org/officeDocument/2006/relationships/image" Target="../media/image315.png"/><Relationship Id="rId153" Type="http://schemas.openxmlformats.org/officeDocument/2006/relationships/image" Target="../media/image336.png"/><Relationship Id="rId195" Type="http://schemas.openxmlformats.org/officeDocument/2006/relationships/image" Target="../media/image357.png"/><Relationship Id="rId209" Type="http://schemas.openxmlformats.org/officeDocument/2006/relationships/image" Target="../media/image364.png"/><Relationship Id="rId360" Type="http://schemas.openxmlformats.org/officeDocument/2006/relationships/customXml" Target="../ink/ink434.xml"/><Relationship Id="rId416" Type="http://schemas.openxmlformats.org/officeDocument/2006/relationships/customXml" Target="../ink/ink462.xml"/><Relationship Id="rId598" Type="http://schemas.openxmlformats.org/officeDocument/2006/relationships/customXml" Target="../ink/ink553.xml"/><Relationship Id="rId220" Type="http://schemas.openxmlformats.org/officeDocument/2006/relationships/customXml" Target="../ink/ink364.xml"/><Relationship Id="rId458" Type="http://schemas.openxmlformats.org/officeDocument/2006/relationships/customXml" Target="../ink/ink483.xml"/><Relationship Id="rId623" Type="http://schemas.openxmlformats.org/officeDocument/2006/relationships/image" Target="../media/image571.png"/><Relationship Id="rId15" Type="http://schemas.openxmlformats.org/officeDocument/2006/relationships/image" Target="../media/image267.png"/><Relationship Id="rId57" Type="http://schemas.openxmlformats.org/officeDocument/2006/relationships/image" Target="../media/image288.png"/><Relationship Id="rId262" Type="http://schemas.openxmlformats.org/officeDocument/2006/relationships/customXml" Target="../ink/ink385.xml"/><Relationship Id="rId318" Type="http://schemas.openxmlformats.org/officeDocument/2006/relationships/customXml" Target="../ink/ink413.xml"/><Relationship Id="rId525" Type="http://schemas.openxmlformats.org/officeDocument/2006/relationships/image" Target="../media/image522.png"/><Relationship Id="rId567" Type="http://schemas.openxmlformats.org/officeDocument/2006/relationships/image" Target="../media/image543.png"/><Relationship Id="rId99" Type="http://schemas.openxmlformats.org/officeDocument/2006/relationships/image" Target="../media/image309.png"/><Relationship Id="rId122" Type="http://schemas.openxmlformats.org/officeDocument/2006/relationships/customXml" Target="../ink/ink315.xml"/><Relationship Id="rId164" Type="http://schemas.openxmlformats.org/officeDocument/2006/relationships/customXml" Target="../ink/ink336.xml"/><Relationship Id="rId371" Type="http://schemas.openxmlformats.org/officeDocument/2006/relationships/image" Target="../media/image445.png"/><Relationship Id="rId427" Type="http://schemas.openxmlformats.org/officeDocument/2006/relationships/image" Target="../media/image473.png"/><Relationship Id="rId469" Type="http://schemas.openxmlformats.org/officeDocument/2006/relationships/image" Target="../media/image494.png"/><Relationship Id="rId634" Type="http://schemas.openxmlformats.org/officeDocument/2006/relationships/customXml" Target="../ink/ink571.xml"/><Relationship Id="rId26" Type="http://schemas.openxmlformats.org/officeDocument/2006/relationships/customXml" Target="../ink/ink267.xml"/><Relationship Id="rId231" Type="http://schemas.openxmlformats.org/officeDocument/2006/relationships/image" Target="../media/image375.png"/><Relationship Id="rId273" Type="http://schemas.openxmlformats.org/officeDocument/2006/relationships/image" Target="../media/image396.png"/><Relationship Id="rId329" Type="http://schemas.openxmlformats.org/officeDocument/2006/relationships/image" Target="../media/image424.png"/><Relationship Id="rId480" Type="http://schemas.openxmlformats.org/officeDocument/2006/relationships/customXml" Target="../ink/ink494.xml"/><Relationship Id="rId536" Type="http://schemas.openxmlformats.org/officeDocument/2006/relationships/customXml" Target="../ink/ink522.xml"/><Relationship Id="rId68" Type="http://schemas.openxmlformats.org/officeDocument/2006/relationships/customXml" Target="../ink/ink288.xml"/><Relationship Id="rId133" Type="http://schemas.openxmlformats.org/officeDocument/2006/relationships/image" Target="../media/image326.png"/><Relationship Id="rId175" Type="http://schemas.openxmlformats.org/officeDocument/2006/relationships/image" Target="../media/image347.png"/><Relationship Id="rId340" Type="http://schemas.openxmlformats.org/officeDocument/2006/relationships/customXml" Target="../ink/ink424.xml"/><Relationship Id="rId578" Type="http://schemas.openxmlformats.org/officeDocument/2006/relationships/customXml" Target="../ink/ink543.xml"/><Relationship Id="rId200" Type="http://schemas.openxmlformats.org/officeDocument/2006/relationships/customXml" Target="../ink/ink354.xml"/><Relationship Id="rId382" Type="http://schemas.openxmlformats.org/officeDocument/2006/relationships/customXml" Target="../ink/ink445.xml"/><Relationship Id="rId438" Type="http://schemas.openxmlformats.org/officeDocument/2006/relationships/customXml" Target="../ink/ink473.xml"/><Relationship Id="rId603" Type="http://schemas.openxmlformats.org/officeDocument/2006/relationships/image" Target="../media/image561.png"/><Relationship Id="rId645" Type="http://schemas.openxmlformats.org/officeDocument/2006/relationships/image" Target="../media/image582.png"/><Relationship Id="rId242" Type="http://schemas.openxmlformats.org/officeDocument/2006/relationships/customXml" Target="../ink/ink375.xml"/><Relationship Id="rId284" Type="http://schemas.openxmlformats.org/officeDocument/2006/relationships/customXml" Target="../ink/ink396.xml"/><Relationship Id="rId491" Type="http://schemas.openxmlformats.org/officeDocument/2006/relationships/image" Target="../media/image505.png"/><Relationship Id="rId505" Type="http://schemas.openxmlformats.org/officeDocument/2006/relationships/image" Target="../media/image512.png"/><Relationship Id="rId37" Type="http://schemas.openxmlformats.org/officeDocument/2006/relationships/image" Target="../media/image278.png"/><Relationship Id="rId79" Type="http://schemas.openxmlformats.org/officeDocument/2006/relationships/image" Target="../media/image299.png"/><Relationship Id="rId102" Type="http://schemas.openxmlformats.org/officeDocument/2006/relationships/customXml" Target="../ink/ink305.xml"/><Relationship Id="rId144" Type="http://schemas.openxmlformats.org/officeDocument/2006/relationships/customXml" Target="../ink/ink326.xml"/><Relationship Id="rId547" Type="http://schemas.openxmlformats.org/officeDocument/2006/relationships/image" Target="../media/image533.png"/><Relationship Id="rId589" Type="http://schemas.openxmlformats.org/officeDocument/2006/relationships/image" Target="../media/image554.png"/><Relationship Id="rId90" Type="http://schemas.openxmlformats.org/officeDocument/2006/relationships/customXml" Target="../ink/ink299.xml"/><Relationship Id="rId186" Type="http://schemas.openxmlformats.org/officeDocument/2006/relationships/customXml" Target="../ink/ink347.xml"/><Relationship Id="rId351" Type="http://schemas.openxmlformats.org/officeDocument/2006/relationships/image" Target="../media/image435.png"/><Relationship Id="rId393" Type="http://schemas.openxmlformats.org/officeDocument/2006/relationships/image" Target="../media/image456.png"/><Relationship Id="rId407" Type="http://schemas.openxmlformats.org/officeDocument/2006/relationships/image" Target="../media/image463.png"/><Relationship Id="rId449" Type="http://schemas.openxmlformats.org/officeDocument/2006/relationships/image" Target="../media/image484.png"/><Relationship Id="rId614" Type="http://schemas.openxmlformats.org/officeDocument/2006/relationships/customXml" Target="../ink/ink561.xml"/><Relationship Id="rId656" Type="http://schemas.openxmlformats.org/officeDocument/2006/relationships/customXml" Target="../ink/ink582.xml"/><Relationship Id="rId211" Type="http://schemas.openxmlformats.org/officeDocument/2006/relationships/image" Target="../media/image365.png"/><Relationship Id="rId253" Type="http://schemas.openxmlformats.org/officeDocument/2006/relationships/image" Target="../media/image386.png"/><Relationship Id="rId295" Type="http://schemas.openxmlformats.org/officeDocument/2006/relationships/image" Target="../media/image407.png"/><Relationship Id="rId309" Type="http://schemas.openxmlformats.org/officeDocument/2006/relationships/image" Target="../media/image414.png"/><Relationship Id="rId460" Type="http://schemas.openxmlformats.org/officeDocument/2006/relationships/customXml" Target="../ink/ink484.xml"/><Relationship Id="rId516" Type="http://schemas.openxmlformats.org/officeDocument/2006/relationships/customXml" Target="../ink/ink512.xml"/><Relationship Id="rId48" Type="http://schemas.openxmlformats.org/officeDocument/2006/relationships/customXml" Target="../ink/ink278.xml"/><Relationship Id="rId113" Type="http://schemas.openxmlformats.org/officeDocument/2006/relationships/image" Target="../media/image316.png"/><Relationship Id="rId320" Type="http://schemas.openxmlformats.org/officeDocument/2006/relationships/customXml" Target="../ink/ink414.xml"/><Relationship Id="rId558" Type="http://schemas.openxmlformats.org/officeDocument/2006/relationships/customXml" Target="../ink/ink533.xml"/><Relationship Id="rId155" Type="http://schemas.openxmlformats.org/officeDocument/2006/relationships/image" Target="../media/image337.png"/><Relationship Id="rId197" Type="http://schemas.openxmlformats.org/officeDocument/2006/relationships/image" Target="../media/image358.png"/><Relationship Id="rId362" Type="http://schemas.openxmlformats.org/officeDocument/2006/relationships/customXml" Target="../ink/ink435.xml"/><Relationship Id="rId418" Type="http://schemas.openxmlformats.org/officeDocument/2006/relationships/customXml" Target="../ink/ink463.xml"/><Relationship Id="rId625" Type="http://schemas.openxmlformats.org/officeDocument/2006/relationships/image" Target="../media/image572.png"/><Relationship Id="rId222" Type="http://schemas.openxmlformats.org/officeDocument/2006/relationships/customXml" Target="../ink/ink365.xml"/><Relationship Id="rId264" Type="http://schemas.openxmlformats.org/officeDocument/2006/relationships/customXml" Target="../ink/ink386.xml"/><Relationship Id="rId471" Type="http://schemas.openxmlformats.org/officeDocument/2006/relationships/image" Target="../media/image495.png"/><Relationship Id="rId17" Type="http://schemas.openxmlformats.org/officeDocument/2006/relationships/image" Target="../media/image268.png"/><Relationship Id="rId59" Type="http://schemas.openxmlformats.org/officeDocument/2006/relationships/image" Target="../media/image289.png"/><Relationship Id="rId124" Type="http://schemas.openxmlformats.org/officeDocument/2006/relationships/customXml" Target="../ink/ink316.xml"/><Relationship Id="rId527" Type="http://schemas.openxmlformats.org/officeDocument/2006/relationships/image" Target="../media/image523.png"/><Relationship Id="rId569" Type="http://schemas.openxmlformats.org/officeDocument/2006/relationships/image" Target="../media/image544.png"/><Relationship Id="rId70" Type="http://schemas.openxmlformats.org/officeDocument/2006/relationships/customXml" Target="../ink/ink289.xml"/><Relationship Id="rId166" Type="http://schemas.openxmlformats.org/officeDocument/2006/relationships/customXml" Target="../ink/ink337.xml"/><Relationship Id="rId331" Type="http://schemas.openxmlformats.org/officeDocument/2006/relationships/image" Target="../media/image425.png"/><Relationship Id="rId373" Type="http://schemas.openxmlformats.org/officeDocument/2006/relationships/image" Target="../media/image446.png"/><Relationship Id="rId429" Type="http://schemas.openxmlformats.org/officeDocument/2006/relationships/image" Target="../media/image474.png"/><Relationship Id="rId580" Type="http://schemas.openxmlformats.org/officeDocument/2006/relationships/customXml" Target="../ink/ink544.xml"/><Relationship Id="rId636" Type="http://schemas.openxmlformats.org/officeDocument/2006/relationships/customXml" Target="../ink/ink572.xml"/><Relationship Id="rId1" Type="http://schemas.openxmlformats.org/officeDocument/2006/relationships/slideLayout" Target="../slideLayouts/slideLayout2.xml"/><Relationship Id="rId233" Type="http://schemas.openxmlformats.org/officeDocument/2006/relationships/image" Target="../media/image376.png"/><Relationship Id="rId440" Type="http://schemas.openxmlformats.org/officeDocument/2006/relationships/customXml" Target="../ink/ink474.xml"/><Relationship Id="rId28" Type="http://schemas.openxmlformats.org/officeDocument/2006/relationships/customXml" Target="../ink/ink268.xml"/><Relationship Id="rId275" Type="http://schemas.openxmlformats.org/officeDocument/2006/relationships/image" Target="../media/image397.png"/><Relationship Id="rId300" Type="http://schemas.openxmlformats.org/officeDocument/2006/relationships/customXml" Target="../ink/ink404.xml"/><Relationship Id="rId482" Type="http://schemas.openxmlformats.org/officeDocument/2006/relationships/customXml" Target="../ink/ink495.xml"/><Relationship Id="rId538" Type="http://schemas.openxmlformats.org/officeDocument/2006/relationships/customXml" Target="../ink/ink523.xml"/></Relationships>
</file>

<file path=ppt/slides/_rels/slide14.xml.rels><?xml version="1.0" encoding="UTF-8" standalone="yes"?>
<Relationships xmlns="http://schemas.openxmlformats.org/package/2006/relationships"><Relationship Id="rId117" Type="http://schemas.openxmlformats.org/officeDocument/2006/relationships/image" Target="../media/image647.png"/><Relationship Id="rId299" Type="http://schemas.openxmlformats.org/officeDocument/2006/relationships/image" Target="../media/image737.png"/><Relationship Id="rId21" Type="http://schemas.openxmlformats.org/officeDocument/2006/relationships/image" Target="../media/image599.png"/><Relationship Id="rId63" Type="http://schemas.openxmlformats.org/officeDocument/2006/relationships/image" Target="../media/image620.png"/><Relationship Id="rId159" Type="http://schemas.openxmlformats.org/officeDocument/2006/relationships/image" Target="../media/image668.png"/><Relationship Id="rId324" Type="http://schemas.openxmlformats.org/officeDocument/2006/relationships/customXml" Target="../ink/ink745.xml"/><Relationship Id="rId366" Type="http://schemas.openxmlformats.org/officeDocument/2006/relationships/customXml" Target="../ink/ink766.xml"/><Relationship Id="rId170" Type="http://schemas.openxmlformats.org/officeDocument/2006/relationships/customXml" Target="../ink/ink668.xml"/><Relationship Id="rId226" Type="http://schemas.openxmlformats.org/officeDocument/2006/relationships/customXml" Target="../ink/ink696.xml"/><Relationship Id="rId107" Type="http://schemas.openxmlformats.org/officeDocument/2006/relationships/image" Target="../media/image642.png"/><Relationship Id="rId268" Type="http://schemas.openxmlformats.org/officeDocument/2006/relationships/customXml" Target="../ink/ink717.xml"/><Relationship Id="rId289" Type="http://schemas.openxmlformats.org/officeDocument/2006/relationships/image" Target="../media/image732.png"/><Relationship Id="rId11" Type="http://schemas.openxmlformats.org/officeDocument/2006/relationships/image" Target="../media/image594.png"/><Relationship Id="rId32" Type="http://schemas.openxmlformats.org/officeDocument/2006/relationships/customXml" Target="../ink/ink599.xml"/><Relationship Id="rId53" Type="http://schemas.openxmlformats.org/officeDocument/2006/relationships/image" Target="../media/image615.png"/><Relationship Id="rId74" Type="http://schemas.openxmlformats.org/officeDocument/2006/relationships/customXml" Target="../ink/ink620.xml"/><Relationship Id="rId128" Type="http://schemas.openxmlformats.org/officeDocument/2006/relationships/customXml" Target="../ink/ink647.xml"/><Relationship Id="rId149" Type="http://schemas.openxmlformats.org/officeDocument/2006/relationships/image" Target="../media/image663.png"/><Relationship Id="rId314" Type="http://schemas.openxmlformats.org/officeDocument/2006/relationships/customXml" Target="../ink/ink740.xml"/><Relationship Id="rId335" Type="http://schemas.openxmlformats.org/officeDocument/2006/relationships/image" Target="../media/image755.png"/><Relationship Id="rId356" Type="http://schemas.openxmlformats.org/officeDocument/2006/relationships/customXml" Target="../ink/ink761.xml"/><Relationship Id="rId377" Type="http://schemas.openxmlformats.org/officeDocument/2006/relationships/image" Target="../media/image776.png"/><Relationship Id="rId398" Type="http://schemas.openxmlformats.org/officeDocument/2006/relationships/customXml" Target="../ink/ink782.xml"/><Relationship Id="rId5" Type="http://schemas.openxmlformats.org/officeDocument/2006/relationships/image" Target="../media/image591.png"/><Relationship Id="rId95" Type="http://schemas.openxmlformats.org/officeDocument/2006/relationships/image" Target="../media/image636.png"/><Relationship Id="rId160" Type="http://schemas.openxmlformats.org/officeDocument/2006/relationships/customXml" Target="../ink/ink663.xml"/><Relationship Id="rId181" Type="http://schemas.openxmlformats.org/officeDocument/2006/relationships/image" Target="../media/image679.png"/><Relationship Id="rId216" Type="http://schemas.openxmlformats.org/officeDocument/2006/relationships/customXml" Target="../ink/ink691.xml"/><Relationship Id="rId237" Type="http://schemas.openxmlformats.org/officeDocument/2006/relationships/image" Target="../media/image707.png"/><Relationship Id="rId258" Type="http://schemas.openxmlformats.org/officeDocument/2006/relationships/customXml" Target="../ink/ink712.xml"/><Relationship Id="rId279" Type="http://schemas.openxmlformats.org/officeDocument/2006/relationships/image" Target="../media/image727.png"/><Relationship Id="rId22" Type="http://schemas.openxmlformats.org/officeDocument/2006/relationships/customXml" Target="../ink/ink594.xml"/><Relationship Id="rId43" Type="http://schemas.openxmlformats.org/officeDocument/2006/relationships/image" Target="../media/image610.png"/><Relationship Id="rId64" Type="http://schemas.openxmlformats.org/officeDocument/2006/relationships/customXml" Target="../ink/ink615.xml"/><Relationship Id="rId118" Type="http://schemas.openxmlformats.org/officeDocument/2006/relationships/customXml" Target="../ink/ink642.xml"/><Relationship Id="rId139" Type="http://schemas.openxmlformats.org/officeDocument/2006/relationships/image" Target="../media/image658.png"/><Relationship Id="rId290" Type="http://schemas.openxmlformats.org/officeDocument/2006/relationships/customXml" Target="../ink/ink728.xml"/><Relationship Id="rId304" Type="http://schemas.openxmlformats.org/officeDocument/2006/relationships/customXml" Target="../ink/ink735.xml"/><Relationship Id="rId325" Type="http://schemas.openxmlformats.org/officeDocument/2006/relationships/image" Target="../media/image750.png"/><Relationship Id="rId346" Type="http://schemas.openxmlformats.org/officeDocument/2006/relationships/customXml" Target="../ink/ink756.xml"/><Relationship Id="rId367" Type="http://schemas.openxmlformats.org/officeDocument/2006/relationships/image" Target="../media/image771.png"/><Relationship Id="rId388" Type="http://schemas.openxmlformats.org/officeDocument/2006/relationships/customXml" Target="../ink/ink777.xml"/><Relationship Id="rId85" Type="http://schemas.openxmlformats.org/officeDocument/2006/relationships/image" Target="../media/image631.png"/><Relationship Id="rId150" Type="http://schemas.openxmlformats.org/officeDocument/2006/relationships/customXml" Target="../ink/ink658.xml"/><Relationship Id="rId171" Type="http://schemas.openxmlformats.org/officeDocument/2006/relationships/image" Target="../media/image674.png"/><Relationship Id="rId192" Type="http://schemas.openxmlformats.org/officeDocument/2006/relationships/customXml" Target="../ink/ink679.xml"/><Relationship Id="rId206" Type="http://schemas.openxmlformats.org/officeDocument/2006/relationships/customXml" Target="../ink/ink686.xml"/><Relationship Id="rId227" Type="http://schemas.openxmlformats.org/officeDocument/2006/relationships/image" Target="../media/image702.png"/><Relationship Id="rId248" Type="http://schemas.openxmlformats.org/officeDocument/2006/relationships/customXml" Target="../ink/ink707.xml"/><Relationship Id="rId269" Type="http://schemas.openxmlformats.org/officeDocument/2006/relationships/image" Target="../media/image722.png"/><Relationship Id="rId12" Type="http://schemas.openxmlformats.org/officeDocument/2006/relationships/customXml" Target="../ink/ink589.xml"/><Relationship Id="rId33" Type="http://schemas.openxmlformats.org/officeDocument/2006/relationships/image" Target="../media/image605.png"/><Relationship Id="rId108" Type="http://schemas.openxmlformats.org/officeDocument/2006/relationships/customXml" Target="../ink/ink637.xml"/><Relationship Id="rId129" Type="http://schemas.openxmlformats.org/officeDocument/2006/relationships/image" Target="../media/image653.png"/><Relationship Id="rId280" Type="http://schemas.openxmlformats.org/officeDocument/2006/relationships/customXml" Target="../ink/ink723.xml"/><Relationship Id="rId315" Type="http://schemas.openxmlformats.org/officeDocument/2006/relationships/image" Target="../media/image745.png"/><Relationship Id="rId336" Type="http://schemas.openxmlformats.org/officeDocument/2006/relationships/customXml" Target="../ink/ink751.xml"/><Relationship Id="rId357" Type="http://schemas.openxmlformats.org/officeDocument/2006/relationships/image" Target="../media/image766.png"/><Relationship Id="rId54" Type="http://schemas.openxmlformats.org/officeDocument/2006/relationships/customXml" Target="../ink/ink610.xml"/><Relationship Id="rId75" Type="http://schemas.openxmlformats.org/officeDocument/2006/relationships/image" Target="../media/image626.png"/><Relationship Id="rId96" Type="http://schemas.openxmlformats.org/officeDocument/2006/relationships/customXml" Target="../ink/ink631.xml"/><Relationship Id="rId140" Type="http://schemas.openxmlformats.org/officeDocument/2006/relationships/customXml" Target="../ink/ink653.xml"/><Relationship Id="rId161" Type="http://schemas.openxmlformats.org/officeDocument/2006/relationships/image" Target="../media/image669.png"/><Relationship Id="rId182" Type="http://schemas.openxmlformats.org/officeDocument/2006/relationships/customXml" Target="../ink/ink674.xml"/><Relationship Id="rId217" Type="http://schemas.openxmlformats.org/officeDocument/2006/relationships/image" Target="../media/image697.png"/><Relationship Id="rId378" Type="http://schemas.openxmlformats.org/officeDocument/2006/relationships/customXml" Target="../ink/ink772.xml"/><Relationship Id="rId399" Type="http://schemas.openxmlformats.org/officeDocument/2006/relationships/image" Target="../media/image787.png"/><Relationship Id="rId6" Type="http://schemas.openxmlformats.org/officeDocument/2006/relationships/customXml" Target="../ink/ink586.xml"/><Relationship Id="rId238" Type="http://schemas.openxmlformats.org/officeDocument/2006/relationships/customXml" Target="../ink/ink702.xml"/><Relationship Id="rId259" Type="http://schemas.openxmlformats.org/officeDocument/2006/relationships/image" Target="../media/image717.png"/><Relationship Id="rId23" Type="http://schemas.openxmlformats.org/officeDocument/2006/relationships/image" Target="../media/image600.png"/><Relationship Id="rId119" Type="http://schemas.openxmlformats.org/officeDocument/2006/relationships/image" Target="../media/image648.png"/><Relationship Id="rId270" Type="http://schemas.openxmlformats.org/officeDocument/2006/relationships/customXml" Target="../ink/ink718.xml"/><Relationship Id="rId291" Type="http://schemas.openxmlformats.org/officeDocument/2006/relationships/image" Target="../media/image733.png"/><Relationship Id="rId305" Type="http://schemas.openxmlformats.org/officeDocument/2006/relationships/image" Target="../media/image740.png"/><Relationship Id="rId326" Type="http://schemas.openxmlformats.org/officeDocument/2006/relationships/customXml" Target="../ink/ink746.xml"/><Relationship Id="rId347" Type="http://schemas.openxmlformats.org/officeDocument/2006/relationships/image" Target="../media/image761.png"/><Relationship Id="rId44" Type="http://schemas.openxmlformats.org/officeDocument/2006/relationships/customXml" Target="../ink/ink605.xml"/><Relationship Id="rId65" Type="http://schemas.openxmlformats.org/officeDocument/2006/relationships/image" Target="../media/image621.png"/><Relationship Id="rId86" Type="http://schemas.openxmlformats.org/officeDocument/2006/relationships/customXml" Target="../ink/ink626.xml"/><Relationship Id="rId130" Type="http://schemas.openxmlformats.org/officeDocument/2006/relationships/customXml" Target="../ink/ink648.xml"/><Relationship Id="rId151" Type="http://schemas.openxmlformats.org/officeDocument/2006/relationships/image" Target="../media/image664.png"/><Relationship Id="rId368" Type="http://schemas.openxmlformats.org/officeDocument/2006/relationships/customXml" Target="../ink/ink767.xml"/><Relationship Id="rId389" Type="http://schemas.openxmlformats.org/officeDocument/2006/relationships/image" Target="../media/image782.png"/><Relationship Id="rId172" Type="http://schemas.openxmlformats.org/officeDocument/2006/relationships/customXml" Target="../ink/ink669.xml"/><Relationship Id="rId193" Type="http://schemas.openxmlformats.org/officeDocument/2006/relationships/image" Target="../media/image685.png"/><Relationship Id="rId207" Type="http://schemas.openxmlformats.org/officeDocument/2006/relationships/image" Target="../media/image692.png"/><Relationship Id="rId228" Type="http://schemas.openxmlformats.org/officeDocument/2006/relationships/customXml" Target="../ink/ink697.xml"/><Relationship Id="rId249" Type="http://schemas.openxmlformats.org/officeDocument/2006/relationships/image" Target="../media/image712.png"/><Relationship Id="rId13" Type="http://schemas.openxmlformats.org/officeDocument/2006/relationships/image" Target="../media/image595.png"/><Relationship Id="rId109" Type="http://schemas.openxmlformats.org/officeDocument/2006/relationships/image" Target="../media/image643.png"/><Relationship Id="rId260" Type="http://schemas.openxmlformats.org/officeDocument/2006/relationships/customXml" Target="../ink/ink713.xml"/><Relationship Id="rId281" Type="http://schemas.openxmlformats.org/officeDocument/2006/relationships/image" Target="../media/image728.png"/><Relationship Id="rId316" Type="http://schemas.openxmlformats.org/officeDocument/2006/relationships/customXml" Target="../ink/ink741.xml"/><Relationship Id="rId337" Type="http://schemas.openxmlformats.org/officeDocument/2006/relationships/image" Target="../media/image756.png"/><Relationship Id="rId34" Type="http://schemas.openxmlformats.org/officeDocument/2006/relationships/customXml" Target="../ink/ink600.xml"/><Relationship Id="rId55" Type="http://schemas.openxmlformats.org/officeDocument/2006/relationships/image" Target="../media/image616.png"/><Relationship Id="rId76" Type="http://schemas.openxmlformats.org/officeDocument/2006/relationships/customXml" Target="../ink/ink621.xml"/><Relationship Id="rId97" Type="http://schemas.openxmlformats.org/officeDocument/2006/relationships/image" Target="../media/image637.png"/><Relationship Id="rId120" Type="http://schemas.openxmlformats.org/officeDocument/2006/relationships/customXml" Target="../ink/ink643.xml"/><Relationship Id="rId141" Type="http://schemas.openxmlformats.org/officeDocument/2006/relationships/image" Target="../media/image659.png"/><Relationship Id="rId358" Type="http://schemas.openxmlformats.org/officeDocument/2006/relationships/customXml" Target="../ink/ink762.xml"/><Relationship Id="rId379" Type="http://schemas.openxmlformats.org/officeDocument/2006/relationships/image" Target="../media/image777.png"/><Relationship Id="rId7" Type="http://schemas.openxmlformats.org/officeDocument/2006/relationships/image" Target="../media/image592.png"/><Relationship Id="rId162" Type="http://schemas.openxmlformats.org/officeDocument/2006/relationships/customXml" Target="../ink/ink664.xml"/><Relationship Id="rId183" Type="http://schemas.openxmlformats.org/officeDocument/2006/relationships/image" Target="../media/image680.png"/><Relationship Id="rId218" Type="http://schemas.openxmlformats.org/officeDocument/2006/relationships/customXml" Target="../ink/ink692.xml"/><Relationship Id="rId239" Type="http://schemas.openxmlformats.org/officeDocument/2006/relationships/image" Target="../media/image382.png"/><Relationship Id="rId390" Type="http://schemas.openxmlformats.org/officeDocument/2006/relationships/customXml" Target="../ink/ink778.xml"/><Relationship Id="rId250" Type="http://schemas.openxmlformats.org/officeDocument/2006/relationships/customXml" Target="../ink/ink708.xml"/><Relationship Id="rId271" Type="http://schemas.openxmlformats.org/officeDocument/2006/relationships/image" Target="../media/image723.png"/><Relationship Id="rId292" Type="http://schemas.openxmlformats.org/officeDocument/2006/relationships/customXml" Target="../ink/ink729.xml"/><Relationship Id="rId306" Type="http://schemas.openxmlformats.org/officeDocument/2006/relationships/customXml" Target="../ink/ink736.xml"/><Relationship Id="rId24" Type="http://schemas.openxmlformats.org/officeDocument/2006/relationships/customXml" Target="../ink/ink595.xml"/><Relationship Id="rId45" Type="http://schemas.openxmlformats.org/officeDocument/2006/relationships/image" Target="../media/image611.png"/><Relationship Id="rId66" Type="http://schemas.openxmlformats.org/officeDocument/2006/relationships/customXml" Target="../ink/ink616.xml"/><Relationship Id="rId87" Type="http://schemas.openxmlformats.org/officeDocument/2006/relationships/image" Target="../media/image632.png"/><Relationship Id="rId110" Type="http://schemas.openxmlformats.org/officeDocument/2006/relationships/customXml" Target="../ink/ink638.xml"/><Relationship Id="rId131" Type="http://schemas.openxmlformats.org/officeDocument/2006/relationships/image" Target="../media/image654.png"/><Relationship Id="rId327" Type="http://schemas.openxmlformats.org/officeDocument/2006/relationships/image" Target="../media/image751.png"/><Relationship Id="rId348" Type="http://schemas.openxmlformats.org/officeDocument/2006/relationships/customXml" Target="../ink/ink757.xml"/><Relationship Id="rId369" Type="http://schemas.openxmlformats.org/officeDocument/2006/relationships/image" Target="../media/image772.png"/><Relationship Id="rId152" Type="http://schemas.openxmlformats.org/officeDocument/2006/relationships/customXml" Target="../ink/ink659.xml"/><Relationship Id="rId173" Type="http://schemas.openxmlformats.org/officeDocument/2006/relationships/image" Target="../media/image675.png"/><Relationship Id="rId194" Type="http://schemas.openxmlformats.org/officeDocument/2006/relationships/customXml" Target="../ink/ink680.xml"/><Relationship Id="rId208" Type="http://schemas.openxmlformats.org/officeDocument/2006/relationships/customXml" Target="../ink/ink687.xml"/><Relationship Id="rId229" Type="http://schemas.openxmlformats.org/officeDocument/2006/relationships/image" Target="../media/image703.png"/><Relationship Id="rId380" Type="http://schemas.openxmlformats.org/officeDocument/2006/relationships/customXml" Target="../ink/ink773.xml"/><Relationship Id="rId240" Type="http://schemas.openxmlformats.org/officeDocument/2006/relationships/customXml" Target="../ink/ink703.xml"/><Relationship Id="rId261" Type="http://schemas.openxmlformats.org/officeDocument/2006/relationships/image" Target="../media/image718.png"/><Relationship Id="rId14" Type="http://schemas.openxmlformats.org/officeDocument/2006/relationships/customXml" Target="../ink/ink590.xml"/><Relationship Id="rId35" Type="http://schemas.openxmlformats.org/officeDocument/2006/relationships/image" Target="../media/image606.png"/><Relationship Id="rId56" Type="http://schemas.openxmlformats.org/officeDocument/2006/relationships/customXml" Target="../ink/ink611.xml"/><Relationship Id="rId77" Type="http://schemas.openxmlformats.org/officeDocument/2006/relationships/image" Target="../media/image627.png"/><Relationship Id="rId100" Type="http://schemas.openxmlformats.org/officeDocument/2006/relationships/customXml" Target="../ink/ink633.xml"/><Relationship Id="rId282" Type="http://schemas.openxmlformats.org/officeDocument/2006/relationships/customXml" Target="../ink/ink724.xml"/><Relationship Id="rId317" Type="http://schemas.openxmlformats.org/officeDocument/2006/relationships/image" Target="../media/image746.png"/><Relationship Id="rId338" Type="http://schemas.openxmlformats.org/officeDocument/2006/relationships/customXml" Target="../ink/ink752.xml"/><Relationship Id="rId359" Type="http://schemas.openxmlformats.org/officeDocument/2006/relationships/image" Target="../media/image767.png"/><Relationship Id="rId8" Type="http://schemas.openxmlformats.org/officeDocument/2006/relationships/customXml" Target="../ink/ink587.xml"/><Relationship Id="rId98" Type="http://schemas.openxmlformats.org/officeDocument/2006/relationships/customXml" Target="../ink/ink632.xml"/><Relationship Id="rId121" Type="http://schemas.openxmlformats.org/officeDocument/2006/relationships/image" Target="../media/image649.png"/><Relationship Id="rId142" Type="http://schemas.openxmlformats.org/officeDocument/2006/relationships/customXml" Target="../ink/ink654.xml"/><Relationship Id="rId163" Type="http://schemas.openxmlformats.org/officeDocument/2006/relationships/image" Target="../media/image670.png"/><Relationship Id="rId184" Type="http://schemas.openxmlformats.org/officeDocument/2006/relationships/customXml" Target="../ink/ink675.xml"/><Relationship Id="rId219" Type="http://schemas.openxmlformats.org/officeDocument/2006/relationships/image" Target="../media/image698.png"/><Relationship Id="rId370" Type="http://schemas.openxmlformats.org/officeDocument/2006/relationships/customXml" Target="../ink/ink768.xml"/><Relationship Id="rId391" Type="http://schemas.openxmlformats.org/officeDocument/2006/relationships/image" Target="../media/image783.png"/><Relationship Id="rId230" Type="http://schemas.openxmlformats.org/officeDocument/2006/relationships/customXml" Target="../ink/ink698.xml"/><Relationship Id="rId251" Type="http://schemas.openxmlformats.org/officeDocument/2006/relationships/image" Target="../media/image713.png"/><Relationship Id="rId25" Type="http://schemas.openxmlformats.org/officeDocument/2006/relationships/image" Target="../media/image601.png"/><Relationship Id="rId46" Type="http://schemas.openxmlformats.org/officeDocument/2006/relationships/customXml" Target="../ink/ink606.xml"/><Relationship Id="rId67" Type="http://schemas.openxmlformats.org/officeDocument/2006/relationships/image" Target="../media/image622.png"/><Relationship Id="rId272" Type="http://schemas.openxmlformats.org/officeDocument/2006/relationships/customXml" Target="../ink/ink719.xml"/><Relationship Id="rId293" Type="http://schemas.openxmlformats.org/officeDocument/2006/relationships/image" Target="../media/image734.png"/><Relationship Id="rId307" Type="http://schemas.openxmlformats.org/officeDocument/2006/relationships/image" Target="../media/image741.png"/><Relationship Id="rId328" Type="http://schemas.openxmlformats.org/officeDocument/2006/relationships/customXml" Target="../ink/ink747.xml"/><Relationship Id="rId349" Type="http://schemas.openxmlformats.org/officeDocument/2006/relationships/image" Target="../media/image762.png"/><Relationship Id="rId88" Type="http://schemas.openxmlformats.org/officeDocument/2006/relationships/customXml" Target="../ink/ink627.xml"/><Relationship Id="rId111" Type="http://schemas.openxmlformats.org/officeDocument/2006/relationships/image" Target="../media/image644.png"/><Relationship Id="rId132" Type="http://schemas.openxmlformats.org/officeDocument/2006/relationships/customXml" Target="../ink/ink649.xml"/><Relationship Id="rId153" Type="http://schemas.openxmlformats.org/officeDocument/2006/relationships/image" Target="../media/image665.png"/><Relationship Id="rId174" Type="http://schemas.openxmlformats.org/officeDocument/2006/relationships/customXml" Target="../ink/ink670.xml"/><Relationship Id="rId195" Type="http://schemas.openxmlformats.org/officeDocument/2006/relationships/image" Target="../media/image686.png"/><Relationship Id="rId209" Type="http://schemas.openxmlformats.org/officeDocument/2006/relationships/image" Target="../media/image693.png"/><Relationship Id="rId360" Type="http://schemas.openxmlformats.org/officeDocument/2006/relationships/customXml" Target="../ink/ink763.xml"/><Relationship Id="rId381" Type="http://schemas.openxmlformats.org/officeDocument/2006/relationships/image" Target="../media/image778.png"/><Relationship Id="rId220" Type="http://schemas.openxmlformats.org/officeDocument/2006/relationships/customXml" Target="../ink/ink693.xml"/><Relationship Id="rId241" Type="http://schemas.openxmlformats.org/officeDocument/2006/relationships/image" Target="../media/image708.png"/><Relationship Id="rId15" Type="http://schemas.openxmlformats.org/officeDocument/2006/relationships/image" Target="../media/image596.png"/><Relationship Id="rId36" Type="http://schemas.openxmlformats.org/officeDocument/2006/relationships/customXml" Target="../ink/ink601.xml"/><Relationship Id="rId57" Type="http://schemas.openxmlformats.org/officeDocument/2006/relationships/image" Target="../media/image617.png"/><Relationship Id="rId262" Type="http://schemas.openxmlformats.org/officeDocument/2006/relationships/customXml" Target="../ink/ink714.xml"/><Relationship Id="rId283" Type="http://schemas.openxmlformats.org/officeDocument/2006/relationships/image" Target="../media/image729.png"/><Relationship Id="rId318" Type="http://schemas.openxmlformats.org/officeDocument/2006/relationships/customXml" Target="../ink/ink742.xml"/><Relationship Id="rId339" Type="http://schemas.openxmlformats.org/officeDocument/2006/relationships/image" Target="../media/image757.png"/><Relationship Id="rId78" Type="http://schemas.openxmlformats.org/officeDocument/2006/relationships/customXml" Target="../ink/ink622.xml"/><Relationship Id="rId99" Type="http://schemas.openxmlformats.org/officeDocument/2006/relationships/image" Target="../media/image638.png"/><Relationship Id="rId101" Type="http://schemas.openxmlformats.org/officeDocument/2006/relationships/image" Target="../media/image639.png"/><Relationship Id="rId122" Type="http://schemas.openxmlformats.org/officeDocument/2006/relationships/customXml" Target="../ink/ink644.xml"/><Relationship Id="rId143" Type="http://schemas.openxmlformats.org/officeDocument/2006/relationships/image" Target="../media/image660.png"/><Relationship Id="rId164" Type="http://schemas.openxmlformats.org/officeDocument/2006/relationships/customXml" Target="../ink/ink665.xml"/><Relationship Id="rId185" Type="http://schemas.openxmlformats.org/officeDocument/2006/relationships/image" Target="../media/image681.png"/><Relationship Id="rId350" Type="http://schemas.openxmlformats.org/officeDocument/2006/relationships/customXml" Target="../ink/ink758.xml"/><Relationship Id="rId371" Type="http://schemas.openxmlformats.org/officeDocument/2006/relationships/image" Target="../media/image773.png"/><Relationship Id="rId9" Type="http://schemas.openxmlformats.org/officeDocument/2006/relationships/image" Target="../media/image593.png"/><Relationship Id="rId210" Type="http://schemas.openxmlformats.org/officeDocument/2006/relationships/customXml" Target="../ink/ink688.xml"/><Relationship Id="rId392" Type="http://schemas.openxmlformats.org/officeDocument/2006/relationships/customXml" Target="../ink/ink779.xml"/><Relationship Id="rId26" Type="http://schemas.openxmlformats.org/officeDocument/2006/relationships/customXml" Target="../ink/ink596.xml"/><Relationship Id="rId231" Type="http://schemas.openxmlformats.org/officeDocument/2006/relationships/image" Target="../media/image704.png"/><Relationship Id="rId252" Type="http://schemas.openxmlformats.org/officeDocument/2006/relationships/customXml" Target="../ink/ink709.xml"/><Relationship Id="rId273" Type="http://schemas.openxmlformats.org/officeDocument/2006/relationships/image" Target="../media/image724.png"/><Relationship Id="rId294" Type="http://schemas.openxmlformats.org/officeDocument/2006/relationships/customXml" Target="../ink/ink730.xml"/><Relationship Id="rId308" Type="http://schemas.openxmlformats.org/officeDocument/2006/relationships/customXml" Target="../ink/ink737.xml"/><Relationship Id="rId329" Type="http://schemas.openxmlformats.org/officeDocument/2006/relationships/image" Target="../media/image752.png"/><Relationship Id="rId47" Type="http://schemas.openxmlformats.org/officeDocument/2006/relationships/image" Target="../media/image612.png"/><Relationship Id="rId68" Type="http://schemas.openxmlformats.org/officeDocument/2006/relationships/customXml" Target="../ink/ink617.xml"/><Relationship Id="rId89" Type="http://schemas.openxmlformats.org/officeDocument/2006/relationships/image" Target="../media/image633.png"/><Relationship Id="rId112" Type="http://schemas.openxmlformats.org/officeDocument/2006/relationships/customXml" Target="../ink/ink639.xml"/><Relationship Id="rId133" Type="http://schemas.openxmlformats.org/officeDocument/2006/relationships/image" Target="../media/image655.png"/><Relationship Id="rId154" Type="http://schemas.openxmlformats.org/officeDocument/2006/relationships/customXml" Target="../ink/ink660.xml"/><Relationship Id="rId175" Type="http://schemas.openxmlformats.org/officeDocument/2006/relationships/image" Target="../media/image676.png"/><Relationship Id="rId340" Type="http://schemas.openxmlformats.org/officeDocument/2006/relationships/customXml" Target="../ink/ink753.xml"/><Relationship Id="rId361" Type="http://schemas.openxmlformats.org/officeDocument/2006/relationships/image" Target="../media/image768.png"/><Relationship Id="rId196" Type="http://schemas.openxmlformats.org/officeDocument/2006/relationships/customXml" Target="../ink/ink681.xml"/><Relationship Id="rId200" Type="http://schemas.openxmlformats.org/officeDocument/2006/relationships/customXml" Target="../ink/ink683.xml"/><Relationship Id="rId382" Type="http://schemas.openxmlformats.org/officeDocument/2006/relationships/customXml" Target="../ink/ink774.xml"/><Relationship Id="rId16" Type="http://schemas.openxmlformats.org/officeDocument/2006/relationships/customXml" Target="../ink/ink591.xml"/><Relationship Id="rId221" Type="http://schemas.openxmlformats.org/officeDocument/2006/relationships/image" Target="../media/image699.png"/><Relationship Id="rId242" Type="http://schemas.openxmlformats.org/officeDocument/2006/relationships/customXml" Target="../ink/ink704.xml"/><Relationship Id="rId263" Type="http://schemas.openxmlformats.org/officeDocument/2006/relationships/image" Target="../media/image719.png"/><Relationship Id="rId284" Type="http://schemas.openxmlformats.org/officeDocument/2006/relationships/customXml" Target="../ink/ink725.xml"/><Relationship Id="rId319" Type="http://schemas.openxmlformats.org/officeDocument/2006/relationships/image" Target="../media/image747.png"/><Relationship Id="rId37" Type="http://schemas.openxmlformats.org/officeDocument/2006/relationships/image" Target="../media/image607.png"/><Relationship Id="rId58" Type="http://schemas.openxmlformats.org/officeDocument/2006/relationships/customXml" Target="../ink/ink612.xml"/><Relationship Id="rId79" Type="http://schemas.openxmlformats.org/officeDocument/2006/relationships/image" Target="../media/image628.png"/><Relationship Id="rId102" Type="http://schemas.openxmlformats.org/officeDocument/2006/relationships/customXml" Target="../ink/ink634.xml"/><Relationship Id="rId123" Type="http://schemas.openxmlformats.org/officeDocument/2006/relationships/image" Target="../media/image650.png"/><Relationship Id="rId144" Type="http://schemas.openxmlformats.org/officeDocument/2006/relationships/customXml" Target="../ink/ink655.xml"/><Relationship Id="rId330" Type="http://schemas.openxmlformats.org/officeDocument/2006/relationships/customXml" Target="../ink/ink748.xml"/><Relationship Id="rId90" Type="http://schemas.openxmlformats.org/officeDocument/2006/relationships/customXml" Target="../ink/ink628.xml"/><Relationship Id="rId165" Type="http://schemas.openxmlformats.org/officeDocument/2006/relationships/image" Target="../media/image671.png"/><Relationship Id="rId186" Type="http://schemas.openxmlformats.org/officeDocument/2006/relationships/customXml" Target="../ink/ink676.xml"/><Relationship Id="rId351" Type="http://schemas.openxmlformats.org/officeDocument/2006/relationships/image" Target="../media/image763.png"/><Relationship Id="rId372" Type="http://schemas.openxmlformats.org/officeDocument/2006/relationships/customXml" Target="../ink/ink769.xml"/><Relationship Id="rId393" Type="http://schemas.openxmlformats.org/officeDocument/2006/relationships/image" Target="../media/image784.png"/><Relationship Id="rId211" Type="http://schemas.openxmlformats.org/officeDocument/2006/relationships/image" Target="../media/image694.png"/><Relationship Id="rId232" Type="http://schemas.openxmlformats.org/officeDocument/2006/relationships/customXml" Target="../ink/ink699.xml"/><Relationship Id="rId253" Type="http://schemas.openxmlformats.org/officeDocument/2006/relationships/image" Target="../media/image714.png"/><Relationship Id="rId274" Type="http://schemas.openxmlformats.org/officeDocument/2006/relationships/customXml" Target="../ink/ink720.xml"/><Relationship Id="rId295" Type="http://schemas.openxmlformats.org/officeDocument/2006/relationships/image" Target="../media/image735.png"/><Relationship Id="rId309" Type="http://schemas.openxmlformats.org/officeDocument/2006/relationships/image" Target="../media/image742.png"/><Relationship Id="rId27" Type="http://schemas.openxmlformats.org/officeDocument/2006/relationships/image" Target="../media/image602.png"/><Relationship Id="rId48" Type="http://schemas.openxmlformats.org/officeDocument/2006/relationships/customXml" Target="../ink/ink607.xml"/><Relationship Id="rId69" Type="http://schemas.openxmlformats.org/officeDocument/2006/relationships/image" Target="../media/image623.png"/><Relationship Id="rId113" Type="http://schemas.openxmlformats.org/officeDocument/2006/relationships/image" Target="../media/image645.png"/><Relationship Id="rId134" Type="http://schemas.openxmlformats.org/officeDocument/2006/relationships/customXml" Target="../ink/ink650.xml"/><Relationship Id="rId320" Type="http://schemas.openxmlformats.org/officeDocument/2006/relationships/customXml" Target="../ink/ink743.xml"/><Relationship Id="rId80" Type="http://schemas.openxmlformats.org/officeDocument/2006/relationships/customXml" Target="../ink/ink623.xml"/><Relationship Id="rId155" Type="http://schemas.openxmlformats.org/officeDocument/2006/relationships/image" Target="../media/image666.png"/><Relationship Id="rId176" Type="http://schemas.openxmlformats.org/officeDocument/2006/relationships/customXml" Target="../ink/ink671.xml"/><Relationship Id="rId197" Type="http://schemas.openxmlformats.org/officeDocument/2006/relationships/image" Target="../media/image687.png"/><Relationship Id="rId341" Type="http://schemas.openxmlformats.org/officeDocument/2006/relationships/image" Target="../media/image758.png"/><Relationship Id="rId362" Type="http://schemas.openxmlformats.org/officeDocument/2006/relationships/customXml" Target="../ink/ink764.xml"/><Relationship Id="rId383" Type="http://schemas.openxmlformats.org/officeDocument/2006/relationships/image" Target="../media/image779.png"/><Relationship Id="rId201" Type="http://schemas.openxmlformats.org/officeDocument/2006/relationships/image" Target="../media/image689.png"/><Relationship Id="rId222" Type="http://schemas.openxmlformats.org/officeDocument/2006/relationships/customXml" Target="../ink/ink694.xml"/><Relationship Id="rId243" Type="http://schemas.openxmlformats.org/officeDocument/2006/relationships/image" Target="../media/image709.png"/><Relationship Id="rId264" Type="http://schemas.openxmlformats.org/officeDocument/2006/relationships/customXml" Target="../ink/ink715.xml"/><Relationship Id="rId285" Type="http://schemas.openxmlformats.org/officeDocument/2006/relationships/image" Target="../media/image730.png"/><Relationship Id="rId17" Type="http://schemas.openxmlformats.org/officeDocument/2006/relationships/image" Target="../media/image597.png"/><Relationship Id="rId38" Type="http://schemas.openxmlformats.org/officeDocument/2006/relationships/customXml" Target="../ink/ink602.xml"/><Relationship Id="rId59" Type="http://schemas.openxmlformats.org/officeDocument/2006/relationships/image" Target="../media/image618.png"/><Relationship Id="rId103" Type="http://schemas.openxmlformats.org/officeDocument/2006/relationships/image" Target="../media/image640.png"/><Relationship Id="rId124" Type="http://schemas.openxmlformats.org/officeDocument/2006/relationships/customXml" Target="../ink/ink645.xml"/><Relationship Id="rId310" Type="http://schemas.openxmlformats.org/officeDocument/2006/relationships/customXml" Target="../ink/ink738.xml"/><Relationship Id="rId70" Type="http://schemas.openxmlformats.org/officeDocument/2006/relationships/customXml" Target="../ink/ink618.xml"/><Relationship Id="rId91" Type="http://schemas.openxmlformats.org/officeDocument/2006/relationships/image" Target="../media/image634.png"/><Relationship Id="rId145" Type="http://schemas.openxmlformats.org/officeDocument/2006/relationships/image" Target="../media/image661.png"/><Relationship Id="rId166" Type="http://schemas.openxmlformats.org/officeDocument/2006/relationships/customXml" Target="../ink/ink666.xml"/><Relationship Id="rId187" Type="http://schemas.openxmlformats.org/officeDocument/2006/relationships/image" Target="../media/image682.png"/><Relationship Id="rId331" Type="http://schemas.openxmlformats.org/officeDocument/2006/relationships/image" Target="../media/image753.png"/><Relationship Id="rId352" Type="http://schemas.openxmlformats.org/officeDocument/2006/relationships/customXml" Target="../ink/ink759.xml"/><Relationship Id="rId373" Type="http://schemas.openxmlformats.org/officeDocument/2006/relationships/image" Target="../media/image774.png"/><Relationship Id="rId394" Type="http://schemas.openxmlformats.org/officeDocument/2006/relationships/customXml" Target="../ink/ink780.xml"/><Relationship Id="rId1" Type="http://schemas.openxmlformats.org/officeDocument/2006/relationships/slideLayout" Target="../slideLayouts/slideLayout2.xml"/><Relationship Id="rId212" Type="http://schemas.openxmlformats.org/officeDocument/2006/relationships/customXml" Target="../ink/ink689.xml"/><Relationship Id="rId233" Type="http://schemas.openxmlformats.org/officeDocument/2006/relationships/image" Target="../media/image705.png"/><Relationship Id="rId254" Type="http://schemas.openxmlformats.org/officeDocument/2006/relationships/customXml" Target="../ink/ink710.xml"/><Relationship Id="rId28" Type="http://schemas.openxmlformats.org/officeDocument/2006/relationships/customXml" Target="../ink/ink597.xml"/><Relationship Id="rId49" Type="http://schemas.openxmlformats.org/officeDocument/2006/relationships/image" Target="../media/image613.png"/><Relationship Id="rId114" Type="http://schemas.openxmlformats.org/officeDocument/2006/relationships/customXml" Target="../ink/ink640.xml"/><Relationship Id="rId275" Type="http://schemas.openxmlformats.org/officeDocument/2006/relationships/image" Target="../media/image725.png"/><Relationship Id="rId296" Type="http://schemas.openxmlformats.org/officeDocument/2006/relationships/customXml" Target="../ink/ink731.xml"/><Relationship Id="rId300" Type="http://schemas.openxmlformats.org/officeDocument/2006/relationships/customXml" Target="../ink/ink733.xml"/><Relationship Id="rId60" Type="http://schemas.openxmlformats.org/officeDocument/2006/relationships/customXml" Target="../ink/ink613.xml"/><Relationship Id="rId81" Type="http://schemas.openxmlformats.org/officeDocument/2006/relationships/image" Target="../media/image629.png"/><Relationship Id="rId135" Type="http://schemas.openxmlformats.org/officeDocument/2006/relationships/image" Target="../media/image656.png"/><Relationship Id="rId156" Type="http://schemas.openxmlformats.org/officeDocument/2006/relationships/customXml" Target="../ink/ink661.xml"/><Relationship Id="rId177" Type="http://schemas.openxmlformats.org/officeDocument/2006/relationships/image" Target="../media/image677.png"/><Relationship Id="rId198" Type="http://schemas.openxmlformats.org/officeDocument/2006/relationships/customXml" Target="../ink/ink682.xml"/><Relationship Id="rId321" Type="http://schemas.openxmlformats.org/officeDocument/2006/relationships/image" Target="../media/image748.png"/><Relationship Id="rId342" Type="http://schemas.openxmlformats.org/officeDocument/2006/relationships/customXml" Target="../ink/ink754.xml"/><Relationship Id="rId363" Type="http://schemas.openxmlformats.org/officeDocument/2006/relationships/image" Target="../media/image769.png"/><Relationship Id="rId384" Type="http://schemas.openxmlformats.org/officeDocument/2006/relationships/customXml" Target="../ink/ink775.xml"/><Relationship Id="rId202" Type="http://schemas.openxmlformats.org/officeDocument/2006/relationships/customXml" Target="../ink/ink684.xml"/><Relationship Id="rId223" Type="http://schemas.openxmlformats.org/officeDocument/2006/relationships/image" Target="../media/image700.png"/><Relationship Id="rId244" Type="http://schemas.openxmlformats.org/officeDocument/2006/relationships/customXml" Target="../ink/ink705.xml"/><Relationship Id="rId18" Type="http://schemas.openxmlformats.org/officeDocument/2006/relationships/customXml" Target="../ink/ink592.xml"/><Relationship Id="rId39" Type="http://schemas.openxmlformats.org/officeDocument/2006/relationships/image" Target="../media/image608.png"/><Relationship Id="rId265" Type="http://schemas.openxmlformats.org/officeDocument/2006/relationships/image" Target="../media/image720.png"/><Relationship Id="rId286" Type="http://schemas.openxmlformats.org/officeDocument/2006/relationships/customXml" Target="../ink/ink726.xml"/><Relationship Id="rId50" Type="http://schemas.openxmlformats.org/officeDocument/2006/relationships/customXml" Target="../ink/ink608.xml"/><Relationship Id="rId104" Type="http://schemas.openxmlformats.org/officeDocument/2006/relationships/customXml" Target="../ink/ink635.xml"/><Relationship Id="rId125" Type="http://schemas.openxmlformats.org/officeDocument/2006/relationships/image" Target="../media/image651.png"/><Relationship Id="rId146" Type="http://schemas.openxmlformats.org/officeDocument/2006/relationships/customXml" Target="../ink/ink656.xml"/><Relationship Id="rId167" Type="http://schemas.openxmlformats.org/officeDocument/2006/relationships/image" Target="../media/image672.png"/><Relationship Id="rId188" Type="http://schemas.openxmlformats.org/officeDocument/2006/relationships/customXml" Target="../ink/ink677.xml"/><Relationship Id="rId311" Type="http://schemas.openxmlformats.org/officeDocument/2006/relationships/image" Target="../media/image743.png"/><Relationship Id="rId332" Type="http://schemas.openxmlformats.org/officeDocument/2006/relationships/customXml" Target="../ink/ink749.xml"/><Relationship Id="rId353" Type="http://schemas.openxmlformats.org/officeDocument/2006/relationships/image" Target="../media/image764.png"/><Relationship Id="rId374" Type="http://schemas.openxmlformats.org/officeDocument/2006/relationships/customXml" Target="../ink/ink770.xml"/><Relationship Id="rId395" Type="http://schemas.openxmlformats.org/officeDocument/2006/relationships/image" Target="../media/image785.png"/><Relationship Id="rId71" Type="http://schemas.openxmlformats.org/officeDocument/2006/relationships/image" Target="../media/image624.png"/><Relationship Id="rId92" Type="http://schemas.openxmlformats.org/officeDocument/2006/relationships/customXml" Target="../ink/ink629.xml"/><Relationship Id="rId213" Type="http://schemas.openxmlformats.org/officeDocument/2006/relationships/image" Target="../media/image695.png"/><Relationship Id="rId234" Type="http://schemas.openxmlformats.org/officeDocument/2006/relationships/customXml" Target="../ink/ink700.xml"/><Relationship Id="rId2" Type="http://schemas.openxmlformats.org/officeDocument/2006/relationships/customXml" Target="../ink/ink584.xml"/><Relationship Id="rId29" Type="http://schemas.openxmlformats.org/officeDocument/2006/relationships/image" Target="../media/image603.png"/><Relationship Id="rId255" Type="http://schemas.openxmlformats.org/officeDocument/2006/relationships/image" Target="../media/image715.png"/><Relationship Id="rId276" Type="http://schemas.openxmlformats.org/officeDocument/2006/relationships/customXml" Target="../ink/ink721.xml"/><Relationship Id="rId297" Type="http://schemas.openxmlformats.org/officeDocument/2006/relationships/image" Target="../media/image736.png"/><Relationship Id="rId40" Type="http://schemas.openxmlformats.org/officeDocument/2006/relationships/customXml" Target="../ink/ink603.xml"/><Relationship Id="rId115" Type="http://schemas.openxmlformats.org/officeDocument/2006/relationships/image" Target="../media/image646.png"/><Relationship Id="rId136" Type="http://schemas.openxmlformats.org/officeDocument/2006/relationships/customXml" Target="../ink/ink651.xml"/><Relationship Id="rId157" Type="http://schemas.openxmlformats.org/officeDocument/2006/relationships/image" Target="../media/image667.png"/><Relationship Id="rId178" Type="http://schemas.openxmlformats.org/officeDocument/2006/relationships/customXml" Target="../ink/ink672.xml"/><Relationship Id="rId301" Type="http://schemas.openxmlformats.org/officeDocument/2006/relationships/image" Target="../media/image738.png"/><Relationship Id="rId322" Type="http://schemas.openxmlformats.org/officeDocument/2006/relationships/customXml" Target="../ink/ink744.xml"/><Relationship Id="rId343" Type="http://schemas.openxmlformats.org/officeDocument/2006/relationships/image" Target="../media/image759.png"/><Relationship Id="rId364" Type="http://schemas.openxmlformats.org/officeDocument/2006/relationships/customXml" Target="../ink/ink765.xml"/><Relationship Id="rId61" Type="http://schemas.openxmlformats.org/officeDocument/2006/relationships/image" Target="../media/image619.png"/><Relationship Id="rId82" Type="http://schemas.openxmlformats.org/officeDocument/2006/relationships/customXml" Target="../ink/ink624.xml"/><Relationship Id="rId199" Type="http://schemas.openxmlformats.org/officeDocument/2006/relationships/image" Target="../media/image688.png"/><Relationship Id="rId203" Type="http://schemas.openxmlformats.org/officeDocument/2006/relationships/image" Target="../media/image690.png"/><Relationship Id="rId385" Type="http://schemas.openxmlformats.org/officeDocument/2006/relationships/image" Target="../media/image780.png"/><Relationship Id="rId19" Type="http://schemas.openxmlformats.org/officeDocument/2006/relationships/image" Target="../media/image598.png"/><Relationship Id="rId224" Type="http://schemas.openxmlformats.org/officeDocument/2006/relationships/customXml" Target="../ink/ink695.xml"/><Relationship Id="rId245" Type="http://schemas.openxmlformats.org/officeDocument/2006/relationships/image" Target="../media/image710.png"/><Relationship Id="rId266" Type="http://schemas.openxmlformats.org/officeDocument/2006/relationships/customXml" Target="../ink/ink716.xml"/><Relationship Id="rId287" Type="http://schemas.openxmlformats.org/officeDocument/2006/relationships/image" Target="../media/image731.png"/><Relationship Id="rId30" Type="http://schemas.openxmlformats.org/officeDocument/2006/relationships/customXml" Target="../ink/ink598.xml"/><Relationship Id="rId105" Type="http://schemas.openxmlformats.org/officeDocument/2006/relationships/image" Target="../media/image641.png"/><Relationship Id="rId126" Type="http://schemas.openxmlformats.org/officeDocument/2006/relationships/customXml" Target="../ink/ink646.xml"/><Relationship Id="rId147" Type="http://schemas.openxmlformats.org/officeDocument/2006/relationships/image" Target="../media/image662.png"/><Relationship Id="rId168" Type="http://schemas.openxmlformats.org/officeDocument/2006/relationships/customXml" Target="../ink/ink667.xml"/><Relationship Id="rId312" Type="http://schemas.openxmlformats.org/officeDocument/2006/relationships/customXml" Target="../ink/ink739.xml"/><Relationship Id="rId333" Type="http://schemas.openxmlformats.org/officeDocument/2006/relationships/image" Target="../media/image754.png"/><Relationship Id="rId354" Type="http://schemas.openxmlformats.org/officeDocument/2006/relationships/customXml" Target="../ink/ink760.xml"/><Relationship Id="rId51" Type="http://schemas.openxmlformats.org/officeDocument/2006/relationships/image" Target="../media/image614.png"/><Relationship Id="rId72" Type="http://schemas.openxmlformats.org/officeDocument/2006/relationships/customXml" Target="../ink/ink619.xml"/><Relationship Id="rId93" Type="http://schemas.openxmlformats.org/officeDocument/2006/relationships/image" Target="../media/image635.png"/><Relationship Id="rId189" Type="http://schemas.openxmlformats.org/officeDocument/2006/relationships/image" Target="../media/image683.png"/><Relationship Id="rId375" Type="http://schemas.openxmlformats.org/officeDocument/2006/relationships/image" Target="../media/image775.png"/><Relationship Id="rId396" Type="http://schemas.openxmlformats.org/officeDocument/2006/relationships/customXml" Target="../ink/ink781.xml"/><Relationship Id="rId3" Type="http://schemas.openxmlformats.org/officeDocument/2006/relationships/image" Target="../media/image590.png"/><Relationship Id="rId214" Type="http://schemas.openxmlformats.org/officeDocument/2006/relationships/customXml" Target="../ink/ink690.xml"/><Relationship Id="rId235" Type="http://schemas.openxmlformats.org/officeDocument/2006/relationships/image" Target="../media/image706.png"/><Relationship Id="rId256" Type="http://schemas.openxmlformats.org/officeDocument/2006/relationships/customXml" Target="../ink/ink711.xml"/><Relationship Id="rId277" Type="http://schemas.openxmlformats.org/officeDocument/2006/relationships/image" Target="../media/image726.png"/><Relationship Id="rId298" Type="http://schemas.openxmlformats.org/officeDocument/2006/relationships/customXml" Target="../ink/ink732.xml"/><Relationship Id="rId116" Type="http://schemas.openxmlformats.org/officeDocument/2006/relationships/customXml" Target="../ink/ink641.xml"/><Relationship Id="rId137" Type="http://schemas.openxmlformats.org/officeDocument/2006/relationships/image" Target="../media/image657.png"/><Relationship Id="rId158" Type="http://schemas.openxmlformats.org/officeDocument/2006/relationships/customXml" Target="../ink/ink662.xml"/><Relationship Id="rId302" Type="http://schemas.openxmlformats.org/officeDocument/2006/relationships/customXml" Target="../ink/ink734.xml"/><Relationship Id="rId323" Type="http://schemas.openxmlformats.org/officeDocument/2006/relationships/image" Target="../media/image749.png"/><Relationship Id="rId344" Type="http://schemas.openxmlformats.org/officeDocument/2006/relationships/customXml" Target="../ink/ink755.xml"/><Relationship Id="rId20" Type="http://schemas.openxmlformats.org/officeDocument/2006/relationships/customXml" Target="../ink/ink593.xml"/><Relationship Id="rId41" Type="http://schemas.openxmlformats.org/officeDocument/2006/relationships/image" Target="../media/image609.png"/><Relationship Id="rId62" Type="http://schemas.openxmlformats.org/officeDocument/2006/relationships/customXml" Target="../ink/ink614.xml"/><Relationship Id="rId83" Type="http://schemas.openxmlformats.org/officeDocument/2006/relationships/image" Target="../media/image630.png"/><Relationship Id="rId179" Type="http://schemas.openxmlformats.org/officeDocument/2006/relationships/image" Target="../media/image678.png"/><Relationship Id="rId365" Type="http://schemas.openxmlformats.org/officeDocument/2006/relationships/image" Target="../media/image770.png"/><Relationship Id="rId386" Type="http://schemas.openxmlformats.org/officeDocument/2006/relationships/customXml" Target="../ink/ink776.xml"/><Relationship Id="rId190" Type="http://schemas.openxmlformats.org/officeDocument/2006/relationships/customXml" Target="../ink/ink678.xml"/><Relationship Id="rId204" Type="http://schemas.openxmlformats.org/officeDocument/2006/relationships/customXml" Target="../ink/ink685.xml"/><Relationship Id="rId225" Type="http://schemas.openxmlformats.org/officeDocument/2006/relationships/image" Target="../media/image701.png"/><Relationship Id="rId246" Type="http://schemas.openxmlformats.org/officeDocument/2006/relationships/customXml" Target="../ink/ink706.xml"/><Relationship Id="rId267" Type="http://schemas.openxmlformats.org/officeDocument/2006/relationships/image" Target="../media/image721.png"/><Relationship Id="rId288" Type="http://schemas.openxmlformats.org/officeDocument/2006/relationships/customXml" Target="../ink/ink727.xml"/><Relationship Id="rId106" Type="http://schemas.openxmlformats.org/officeDocument/2006/relationships/customXml" Target="../ink/ink636.xml"/><Relationship Id="rId127" Type="http://schemas.openxmlformats.org/officeDocument/2006/relationships/image" Target="../media/image652.png"/><Relationship Id="rId313" Type="http://schemas.openxmlformats.org/officeDocument/2006/relationships/image" Target="../media/image744.png"/><Relationship Id="rId10" Type="http://schemas.openxmlformats.org/officeDocument/2006/relationships/customXml" Target="../ink/ink588.xml"/><Relationship Id="rId31" Type="http://schemas.openxmlformats.org/officeDocument/2006/relationships/image" Target="../media/image604.png"/><Relationship Id="rId52" Type="http://schemas.openxmlformats.org/officeDocument/2006/relationships/customXml" Target="../ink/ink609.xml"/><Relationship Id="rId73" Type="http://schemas.openxmlformats.org/officeDocument/2006/relationships/image" Target="../media/image625.png"/><Relationship Id="rId94" Type="http://schemas.openxmlformats.org/officeDocument/2006/relationships/customXml" Target="../ink/ink630.xml"/><Relationship Id="rId148" Type="http://schemas.openxmlformats.org/officeDocument/2006/relationships/customXml" Target="../ink/ink657.xml"/><Relationship Id="rId169" Type="http://schemas.openxmlformats.org/officeDocument/2006/relationships/image" Target="../media/image673.png"/><Relationship Id="rId334" Type="http://schemas.openxmlformats.org/officeDocument/2006/relationships/customXml" Target="../ink/ink750.xml"/><Relationship Id="rId355" Type="http://schemas.openxmlformats.org/officeDocument/2006/relationships/image" Target="../media/image765.png"/><Relationship Id="rId376" Type="http://schemas.openxmlformats.org/officeDocument/2006/relationships/customXml" Target="../ink/ink771.xml"/><Relationship Id="rId397" Type="http://schemas.openxmlformats.org/officeDocument/2006/relationships/image" Target="../media/image786.png"/><Relationship Id="rId4" Type="http://schemas.openxmlformats.org/officeDocument/2006/relationships/customXml" Target="../ink/ink585.xml"/><Relationship Id="rId180" Type="http://schemas.openxmlformats.org/officeDocument/2006/relationships/customXml" Target="../ink/ink673.xml"/><Relationship Id="rId215" Type="http://schemas.openxmlformats.org/officeDocument/2006/relationships/image" Target="../media/image696.png"/><Relationship Id="rId236" Type="http://schemas.openxmlformats.org/officeDocument/2006/relationships/customXml" Target="../ink/ink701.xml"/><Relationship Id="rId257" Type="http://schemas.openxmlformats.org/officeDocument/2006/relationships/image" Target="../media/image716.png"/><Relationship Id="rId278" Type="http://schemas.openxmlformats.org/officeDocument/2006/relationships/customXml" Target="../ink/ink722.xml"/><Relationship Id="rId303" Type="http://schemas.openxmlformats.org/officeDocument/2006/relationships/image" Target="../media/image739.png"/><Relationship Id="rId42" Type="http://schemas.openxmlformats.org/officeDocument/2006/relationships/customXml" Target="../ink/ink604.xml"/><Relationship Id="rId84" Type="http://schemas.openxmlformats.org/officeDocument/2006/relationships/customXml" Target="../ink/ink625.xml"/><Relationship Id="rId138" Type="http://schemas.openxmlformats.org/officeDocument/2006/relationships/customXml" Target="../ink/ink652.xml"/><Relationship Id="rId345" Type="http://schemas.openxmlformats.org/officeDocument/2006/relationships/image" Target="../media/image760.png"/><Relationship Id="rId387" Type="http://schemas.openxmlformats.org/officeDocument/2006/relationships/image" Target="../media/image781.png"/><Relationship Id="rId191" Type="http://schemas.openxmlformats.org/officeDocument/2006/relationships/image" Target="../media/image684.png"/><Relationship Id="rId205" Type="http://schemas.openxmlformats.org/officeDocument/2006/relationships/image" Target="../media/image691.png"/><Relationship Id="rId247" Type="http://schemas.openxmlformats.org/officeDocument/2006/relationships/image" Target="../media/image711.png"/></Relationships>
</file>

<file path=ppt/slides/_rels/slide15.xml.rels><?xml version="1.0" encoding="UTF-8" standalone="yes"?>
<Relationships xmlns="http://schemas.openxmlformats.org/package/2006/relationships"><Relationship Id="rId117" Type="http://schemas.openxmlformats.org/officeDocument/2006/relationships/customXml" Target="../ink/ink840.xml"/><Relationship Id="rId21" Type="http://schemas.openxmlformats.org/officeDocument/2006/relationships/image" Target="../media/image797.png"/><Relationship Id="rId42" Type="http://schemas.openxmlformats.org/officeDocument/2006/relationships/customXml" Target="../ink/ink803.xml"/><Relationship Id="rId63" Type="http://schemas.openxmlformats.org/officeDocument/2006/relationships/image" Target="../media/image818.png"/><Relationship Id="rId84" Type="http://schemas.openxmlformats.org/officeDocument/2006/relationships/customXml" Target="../ink/ink824.xml"/><Relationship Id="rId138" Type="http://schemas.openxmlformats.org/officeDocument/2006/relationships/image" Target="../media/image856.png"/><Relationship Id="rId159" Type="http://schemas.openxmlformats.org/officeDocument/2006/relationships/customXml" Target="../ink/ink861.xml"/><Relationship Id="rId170" Type="http://schemas.openxmlformats.org/officeDocument/2006/relationships/image" Target="../media/image872.png"/><Relationship Id="rId191" Type="http://schemas.openxmlformats.org/officeDocument/2006/relationships/customXml" Target="../ink/ink877.xml"/><Relationship Id="rId205" Type="http://schemas.openxmlformats.org/officeDocument/2006/relationships/customXml" Target="../ink/ink884.xml"/><Relationship Id="rId226" Type="http://schemas.openxmlformats.org/officeDocument/2006/relationships/image" Target="../media/image900.png"/><Relationship Id="rId107" Type="http://schemas.openxmlformats.org/officeDocument/2006/relationships/image" Target="../media/image840.png"/><Relationship Id="rId11" Type="http://schemas.openxmlformats.org/officeDocument/2006/relationships/image" Target="../media/image792.png"/><Relationship Id="rId32" Type="http://schemas.openxmlformats.org/officeDocument/2006/relationships/customXml" Target="../ink/ink798.xml"/><Relationship Id="rId53" Type="http://schemas.openxmlformats.org/officeDocument/2006/relationships/image" Target="../media/image813.png"/><Relationship Id="rId74" Type="http://schemas.openxmlformats.org/officeDocument/2006/relationships/customXml" Target="../ink/ink819.xml"/><Relationship Id="rId128" Type="http://schemas.openxmlformats.org/officeDocument/2006/relationships/image" Target="../media/image851.png"/><Relationship Id="rId149" Type="http://schemas.openxmlformats.org/officeDocument/2006/relationships/customXml" Target="../ink/ink856.xml"/><Relationship Id="rId5" Type="http://schemas.openxmlformats.org/officeDocument/2006/relationships/image" Target="../media/image789.png"/><Relationship Id="rId95" Type="http://schemas.openxmlformats.org/officeDocument/2006/relationships/image" Target="../media/image834.png"/><Relationship Id="rId160" Type="http://schemas.openxmlformats.org/officeDocument/2006/relationships/image" Target="../media/image867.png"/><Relationship Id="rId181" Type="http://schemas.openxmlformats.org/officeDocument/2006/relationships/customXml" Target="../ink/ink872.xml"/><Relationship Id="rId216" Type="http://schemas.openxmlformats.org/officeDocument/2006/relationships/image" Target="../media/image895.png"/><Relationship Id="rId22" Type="http://schemas.openxmlformats.org/officeDocument/2006/relationships/customXml" Target="../ink/ink793.xml"/><Relationship Id="rId27" Type="http://schemas.openxmlformats.org/officeDocument/2006/relationships/image" Target="../media/image800.png"/><Relationship Id="rId43" Type="http://schemas.openxmlformats.org/officeDocument/2006/relationships/image" Target="../media/image808.png"/><Relationship Id="rId48" Type="http://schemas.openxmlformats.org/officeDocument/2006/relationships/customXml" Target="../ink/ink806.xml"/><Relationship Id="rId64" Type="http://schemas.openxmlformats.org/officeDocument/2006/relationships/customXml" Target="../ink/ink814.xml"/><Relationship Id="rId69" Type="http://schemas.openxmlformats.org/officeDocument/2006/relationships/image" Target="../media/image821.png"/><Relationship Id="rId113" Type="http://schemas.openxmlformats.org/officeDocument/2006/relationships/image" Target="../media/image843.png"/><Relationship Id="rId118" Type="http://schemas.openxmlformats.org/officeDocument/2006/relationships/image" Target="../media/image846.png"/><Relationship Id="rId134" Type="http://schemas.openxmlformats.org/officeDocument/2006/relationships/image" Target="../media/image854.png"/><Relationship Id="rId139" Type="http://schemas.openxmlformats.org/officeDocument/2006/relationships/customXml" Target="../ink/ink851.xml"/><Relationship Id="rId80" Type="http://schemas.openxmlformats.org/officeDocument/2006/relationships/customXml" Target="../ink/ink822.xml"/><Relationship Id="rId85" Type="http://schemas.openxmlformats.org/officeDocument/2006/relationships/image" Target="../media/image829.png"/><Relationship Id="rId150" Type="http://schemas.openxmlformats.org/officeDocument/2006/relationships/image" Target="../media/image862.png"/><Relationship Id="rId155" Type="http://schemas.openxmlformats.org/officeDocument/2006/relationships/customXml" Target="../ink/ink859.xml"/><Relationship Id="rId171" Type="http://schemas.openxmlformats.org/officeDocument/2006/relationships/customXml" Target="../ink/ink867.xml"/><Relationship Id="rId176" Type="http://schemas.openxmlformats.org/officeDocument/2006/relationships/image" Target="../media/image875.png"/><Relationship Id="rId192" Type="http://schemas.openxmlformats.org/officeDocument/2006/relationships/image" Target="../media/image883.png"/><Relationship Id="rId197" Type="http://schemas.openxmlformats.org/officeDocument/2006/relationships/customXml" Target="../ink/ink880.xml"/><Relationship Id="rId206" Type="http://schemas.openxmlformats.org/officeDocument/2006/relationships/image" Target="../media/image890.png"/><Relationship Id="rId227" Type="http://schemas.openxmlformats.org/officeDocument/2006/relationships/customXml" Target="../ink/ink895.xml"/><Relationship Id="rId201" Type="http://schemas.openxmlformats.org/officeDocument/2006/relationships/customXml" Target="../ink/ink882.xml"/><Relationship Id="rId222" Type="http://schemas.openxmlformats.org/officeDocument/2006/relationships/image" Target="../media/image898.png"/><Relationship Id="rId12" Type="http://schemas.openxmlformats.org/officeDocument/2006/relationships/customXml" Target="../ink/ink788.xml"/><Relationship Id="rId17" Type="http://schemas.openxmlformats.org/officeDocument/2006/relationships/image" Target="../media/image795.png"/><Relationship Id="rId33" Type="http://schemas.openxmlformats.org/officeDocument/2006/relationships/image" Target="../media/image803.png"/><Relationship Id="rId38" Type="http://schemas.openxmlformats.org/officeDocument/2006/relationships/customXml" Target="../ink/ink801.xml"/><Relationship Id="rId59" Type="http://schemas.openxmlformats.org/officeDocument/2006/relationships/image" Target="../media/image816.png"/><Relationship Id="rId103" Type="http://schemas.openxmlformats.org/officeDocument/2006/relationships/image" Target="../media/image838.png"/><Relationship Id="rId108" Type="http://schemas.openxmlformats.org/officeDocument/2006/relationships/customXml" Target="../ink/ink836.xml"/><Relationship Id="rId124" Type="http://schemas.openxmlformats.org/officeDocument/2006/relationships/image" Target="../media/image849.png"/><Relationship Id="rId129" Type="http://schemas.openxmlformats.org/officeDocument/2006/relationships/customXml" Target="../ink/ink846.xml"/><Relationship Id="rId54" Type="http://schemas.openxmlformats.org/officeDocument/2006/relationships/customXml" Target="../ink/ink809.xml"/><Relationship Id="rId70" Type="http://schemas.openxmlformats.org/officeDocument/2006/relationships/customXml" Target="../ink/ink817.xml"/><Relationship Id="rId75" Type="http://schemas.openxmlformats.org/officeDocument/2006/relationships/image" Target="../media/image824.png"/><Relationship Id="rId91" Type="http://schemas.openxmlformats.org/officeDocument/2006/relationships/image" Target="../media/image832.png"/><Relationship Id="rId96" Type="http://schemas.openxmlformats.org/officeDocument/2006/relationships/customXml" Target="../ink/ink830.xml"/><Relationship Id="rId140" Type="http://schemas.openxmlformats.org/officeDocument/2006/relationships/image" Target="../media/image857.png"/><Relationship Id="rId145" Type="http://schemas.openxmlformats.org/officeDocument/2006/relationships/customXml" Target="../ink/ink854.xml"/><Relationship Id="rId161" Type="http://schemas.openxmlformats.org/officeDocument/2006/relationships/customXml" Target="../ink/ink862.xml"/><Relationship Id="rId166" Type="http://schemas.openxmlformats.org/officeDocument/2006/relationships/image" Target="../media/image870.png"/><Relationship Id="rId182" Type="http://schemas.openxmlformats.org/officeDocument/2006/relationships/image" Target="../media/image878.png"/><Relationship Id="rId187" Type="http://schemas.openxmlformats.org/officeDocument/2006/relationships/customXml" Target="../ink/ink875.xml"/><Relationship Id="rId217" Type="http://schemas.openxmlformats.org/officeDocument/2006/relationships/customXml" Target="../ink/ink890.xml"/><Relationship Id="rId1" Type="http://schemas.openxmlformats.org/officeDocument/2006/relationships/slideLayout" Target="../slideLayouts/slideLayout2.xml"/><Relationship Id="rId6" Type="http://schemas.openxmlformats.org/officeDocument/2006/relationships/customXml" Target="../ink/ink785.xml"/><Relationship Id="rId212" Type="http://schemas.openxmlformats.org/officeDocument/2006/relationships/image" Target="../media/image893.png"/><Relationship Id="rId23" Type="http://schemas.openxmlformats.org/officeDocument/2006/relationships/image" Target="../media/image798.png"/><Relationship Id="rId28" Type="http://schemas.openxmlformats.org/officeDocument/2006/relationships/customXml" Target="../ink/ink796.xml"/><Relationship Id="rId49" Type="http://schemas.openxmlformats.org/officeDocument/2006/relationships/image" Target="../media/image811.png"/><Relationship Id="rId114" Type="http://schemas.openxmlformats.org/officeDocument/2006/relationships/image" Target="../media/image260.png"/><Relationship Id="rId119" Type="http://schemas.openxmlformats.org/officeDocument/2006/relationships/customXml" Target="../ink/ink841.xml"/><Relationship Id="rId44" Type="http://schemas.openxmlformats.org/officeDocument/2006/relationships/customXml" Target="../ink/ink804.xml"/><Relationship Id="rId60" Type="http://schemas.openxmlformats.org/officeDocument/2006/relationships/customXml" Target="../ink/ink812.xml"/><Relationship Id="rId65" Type="http://schemas.openxmlformats.org/officeDocument/2006/relationships/image" Target="../media/image819.png"/><Relationship Id="rId81" Type="http://schemas.openxmlformats.org/officeDocument/2006/relationships/image" Target="../media/image827.png"/><Relationship Id="rId86" Type="http://schemas.openxmlformats.org/officeDocument/2006/relationships/customXml" Target="../ink/ink825.xml"/><Relationship Id="rId130" Type="http://schemas.openxmlformats.org/officeDocument/2006/relationships/image" Target="../media/image852.png"/><Relationship Id="rId135" Type="http://schemas.openxmlformats.org/officeDocument/2006/relationships/customXml" Target="../ink/ink849.xml"/><Relationship Id="rId151" Type="http://schemas.openxmlformats.org/officeDocument/2006/relationships/customXml" Target="../ink/ink857.xml"/><Relationship Id="rId156" Type="http://schemas.openxmlformats.org/officeDocument/2006/relationships/image" Target="../media/image865.png"/><Relationship Id="rId177" Type="http://schemas.openxmlformats.org/officeDocument/2006/relationships/customXml" Target="../ink/ink870.xml"/><Relationship Id="rId198" Type="http://schemas.openxmlformats.org/officeDocument/2006/relationships/image" Target="../media/image886.png"/><Relationship Id="rId172" Type="http://schemas.openxmlformats.org/officeDocument/2006/relationships/image" Target="../media/image873.png"/><Relationship Id="rId193" Type="http://schemas.openxmlformats.org/officeDocument/2006/relationships/customXml" Target="../ink/ink878.xml"/><Relationship Id="rId202" Type="http://schemas.openxmlformats.org/officeDocument/2006/relationships/image" Target="../media/image888.png"/><Relationship Id="rId207" Type="http://schemas.openxmlformats.org/officeDocument/2006/relationships/customXml" Target="../ink/ink885.xml"/><Relationship Id="rId223" Type="http://schemas.openxmlformats.org/officeDocument/2006/relationships/customXml" Target="../ink/ink893.xml"/><Relationship Id="rId228" Type="http://schemas.openxmlformats.org/officeDocument/2006/relationships/image" Target="../media/image901.png"/><Relationship Id="rId13" Type="http://schemas.openxmlformats.org/officeDocument/2006/relationships/image" Target="../media/image793.png"/><Relationship Id="rId18" Type="http://schemas.openxmlformats.org/officeDocument/2006/relationships/customXml" Target="../ink/ink791.xml"/><Relationship Id="rId39" Type="http://schemas.openxmlformats.org/officeDocument/2006/relationships/image" Target="../media/image806.png"/><Relationship Id="rId109" Type="http://schemas.openxmlformats.org/officeDocument/2006/relationships/image" Target="../media/image841.png"/><Relationship Id="rId34" Type="http://schemas.openxmlformats.org/officeDocument/2006/relationships/customXml" Target="../ink/ink799.xml"/><Relationship Id="rId50" Type="http://schemas.openxmlformats.org/officeDocument/2006/relationships/customXml" Target="../ink/ink807.xml"/><Relationship Id="rId55" Type="http://schemas.openxmlformats.org/officeDocument/2006/relationships/image" Target="../media/image814.png"/><Relationship Id="rId76" Type="http://schemas.openxmlformats.org/officeDocument/2006/relationships/customXml" Target="../ink/ink820.xml"/><Relationship Id="rId97" Type="http://schemas.openxmlformats.org/officeDocument/2006/relationships/image" Target="../media/image835.png"/><Relationship Id="rId104" Type="http://schemas.openxmlformats.org/officeDocument/2006/relationships/customXml" Target="../ink/ink834.xml"/><Relationship Id="rId120" Type="http://schemas.openxmlformats.org/officeDocument/2006/relationships/image" Target="../media/image847.png"/><Relationship Id="rId125" Type="http://schemas.openxmlformats.org/officeDocument/2006/relationships/customXml" Target="../ink/ink844.xml"/><Relationship Id="rId141" Type="http://schemas.openxmlformats.org/officeDocument/2006/relationships/customXml" Target="../ink/ink852.xml"/><Relationship Id="rId146" Type="http://schemas.openxmlformats.org/officeDocument/2006/relationships/image" Target="../media/image860.png"/><Relationship Id="rId167" Type="http://schemas.openxmlformats.org/officeDocument/2006/relationships/customXml" Target="../ink/ink865.xml"/><Relationship Id="rId188" Type="http://schemas.openxmlformats.org/officeDocument/2006/relationships/image" Target="../media/image881.png"/><Relationship Id="rId7" Type="http://schemas.openxmlformats.org/officeDocument/2006/relationships/image" Target="../media/image790.png"/><Relationship Id="rId71" Type="http://schemas.openxmlformats.org/officeDocument/2006/relationships/image" Target="../media/image822.png"/><Relationship Id="rId92" Type="http://schemas.openxmlformats.org/officeDocument/2006/relationships/customXml" Target="../ink/ink828.xml"/><Relationship Id="rId162" Type="http://schemas.openxmlformats.org/officeDocument/2006/relationships/image" Target="../media/image868.png"/><Relationship Id="rId183" Type="http://schemas.openxmlformats.org/officeDocument/2006/relationships/customXml" Target="../ink/ink873.xml"/><Relationship Id="rId213" Type="http://schemas.openxmlformats.org/officeDocument/2006/relationships/customXml" Target="../ink/ink888.xml"/><Relationship Id="rId218" Type="http://schemas.openxmlformats.org/officeDocument/2006/relationships/image" Target="../media/image896.png"/><Relationship Id="rId2" Type="http://schemas.openxmlformats.org/officeDocument/2006/relationships/customXml" Target="../ink/ink783.xml"/><Relationship Id="rId29" Type="http://schemas.openxmlformats.org/officeDocument/2006/relationships/image" Target="../media/image801.png"/><Relationship Id="rId24" Type="http://schemas.openxmlformats.org/officeDocument/2006/relationships/customXml" Target="../ink/ink794.xml"/><Relationship Id="rId40" Type="http://schemas.openxmlformats.org/officeDocument/2006/relationships/customXml" Target="../ink/ink802.xml"/><Relationship Id="rId45" Type="http://schemas.openxmlformats.org/officeDocument/2006/relationships/image" Target="../media/image809.png"/><Relationship Id="rId66" Type="http://schemas.openxmlformats.org/officeDocument/2006/relationships/customXml" Target="../ink/ink815.xml"/><Relationship Id="rId87" Type="http://schemas.openxmlformats.org/officeDocument/2006/relationships/image" Target="../media/image830.png"/><Relationship Id="rId110" Type="http://schemas.openxmlformats.org/officeDocument/2006/relationships/customXml" Target="../ink/ink837.xml"/><Relationship Id="rId115" Type="http://schemas.openxmlformats.org/officeDocument/2006/relationships/customXml" Target="../ink/ink839.xml"/><Relationship Id="rId131" Type="http://schemas.openxmlformats.org/officeDocument/2006/relationships/customXml" Target="../ink/ink847.xml"/><Relationship Id="rId136" Type="http://schemas.openxmlformats.org/officeDocument/2006/relationships/image" Target="../media/image855.png"/><Relationship Id="rId157" Type="http://schemas.openxmlformats.org/officeDocument/2006/relationships/customXml" Target="../ink/ink860.xml"/><Relationship Id="rId178" Type="http://schemas.openxmlformats.org/officeDocument/2006/relationships/image" Target="../media/image876.png"/><Relationship Id="rId61" Type="http://schemas.openxmlformats.org/officeDocument/2006/relationships/image" Target="../media/image817.png"/><Relationship Id="rId82" Type="http://schemas.openxmlformats.org/officeDocument/2006/relationships/customXml" Target="../ink/ink823.xml"/><Relationship Id="rId152" Type="http://schemas.openxmlformats.org/officeDocument/2006/relationships/image" Target="../media/image863.png"/><Relationship Id="rId173" Type="http://schemas.openxmlformats.org/officeDocument/2006/relationships/customXml" Target="../ink/ink868.xml"/><Relationship Id="rId194" Type="http://schemas.openxmlformats.org/officeDocument/2006/relationships/image" Target="../media/image884.png"/><Relationship Id="rId199" Type="http://schemas.openxmlformats.org/officeDocument/2006/relationships/customXml" Target="../ink/ink881.xml"/><Relationship Id="rId203" Type="http://schemas.openxmlformats.org/officeDocument/2006/relationships/customXml" Target="../ink/ink883.xml"/><Relationship Id="rId208" Type="http://schemas.openxmlformats.org/officeDocument/2006/relationships/image" Target="../media/image891.png"/><Relationship Id="rId229" Type="http://schemas.openxmlformats.org/officeDocument/2006/relationships/customXml" Target="../ink/ink896.xml"/><Relationship Id="rId19" Type="http://schemas.openxmlformats.org/officeDocument/2006/relationships/image" Target="../media/image796.png"/><Relationship Id="rId224" Type="http://schemas.openxmlformats.org/officeDocument/2006/relationships/image" Target="../media/image899.png"/><Relationship Id="rId14" Type="http://schemas.openxmlformats.org/officeDocument/2006/relationships/customXml" Target="../ink/ink789.xml"/><Relationship Id="rId30" Type="http://schemas.openxmlformats.org/officeDocument/2006/relationships/customXml" Target="../ink/ink797.xml"/><Relationship Id="rId35" Type="http://schemas.openxmlformats.org/officeDocument/2006/relationships/image" Target="../media/image804.png"/><Relationship Id="rId56" Type="http://schemas.openxmlformats.org/officeDocument/2006/relationships/customXml" Target="../ink/ink810.xml"/><Relationship Id="rId77" Type="http://schemas.openxmlformats.org/officeDocument/2006/relationships/image" Target="../media/image825.png"/><Relationship Id="rId100" Type="http://schemas.openxmlformats.org/officeDocument/2006/relationships/customXml" Target="../ink/ink832.xml"/><Relationship Id="rId105" Type="http://schemas.openxmlformats.org/officeDocument/2006/relationships/image" Target="../media/image839.png"/><Relationship Id="rId126" Type="http://schemas.openxmlformats.org/officeDocument/2006/relationships/image" Target="../media/image850.png"/><Relationship Id="rId147" Type="http://schemas.openxmlformats.org/officeDocument/2006/relationships/customXml" Target="../ink/ink855.xml"/><Relationship Id="rId168" Type="http://schemas.openxmlformats.org/officeDocument/2006/relationships/image" Target="../media/image871.png"/><Relationship Id="rId8" Type="http://schemas.openxmlformats.org/officeDocument/2006/relationships/customXml" Target="../ink/ink786.xml"/><Relationship Id="rId51" Type="http://schemas.openxmlformats.org/officeDocument/2006/relationships/image" Target="../media/image812.png"/><Relationship Id="rId72" Type="http://schemas.openxmlformats.org/officeDocument/2006/relationships/customXml" Target="../ink/ink818.xml"/><Relationship Id="rId93" Type="http://schemas.openxmlformats.org/officeDocument/2006/relationships/image" Target="../media/image833.png"/><Relationship Id="rId98" Type="http://schemas.openxmlformats.org/officeDocument/2006/relationships/customXml" Target="../ink/ink831.xml"/><Relationship Id="rId121" Type="http://schemas.openxmlformats.org/officeDocument/2006/relationships/customXml" Target="../ink/ink842.xml"/><Relationship Id="rId142" Type="http://schemas.openxmlformats.org/officeDocument/2006/relationships/image" Target="../media/image858.png"/><Relationship Id="rId163" Type="http://schemas.openxmlformats.org/officeDocument/2006/relationships/customXml" Target="../ink/ink863.xml"/><Relationship Id="rId184" Type="http://schemas.openxmlformats.org/officeDocument/2006/relationships/image" Target="../media/image879.png"/><Relationship Id="rId189" Type="http://schemas.openxmlformats.org/officeDocument/2006/relationships/customXml" Target="../ink/ink876.xml"/><Relationship Id="rId219" Type="http://schemas.openxmlformats.org/officeDocument/2006/relationships/customXml" Target="../ink/ink891.xml"/><Relationship Id="rId3" Type="http://schemas.openxmlformats.org/officeDocument/2006/relationships/image" Target="../media/image788.png"/><Relationship Id="rId214" Type="http://schemas.openxmlformats.org/officeDocument/2006/relationships/image" Target="../media/image894.png"/><Relationship Id="rId230" Type="http://schemas.openxmlformats.org/officeDocument/2006/relationships/image" Target="../media/image902.png"/><Relationship Id="rId25" Type="http://schemas.openxmlformats.org/officeDocument/2006/relationships/image" Target="../media/image799.png"/><Relationship Id="rId46" Type="http://schemas.openxmlformats.org/officeDocument/2006/relationships/customXml" Target="../ink/ink805.xml"/><Relationship Id="rId67" Type="http://schemas.openxmlformats.org/officeDocument/2006/relationships/image" Target="../media/image820.png"/><Relationship Id="rId116" Type="http://schemas.openxmlformats.org/officeDocument/2006/relationships/image" Target="../media/image845.png"/><Relationship Id="rId137" Type="http://schemas.openxmlformats.org/officeDocument/2006/relationships/customXml" Target="../ink/ink850.xml"/><Relationship Id="rId158" Type="http://schemas.openxmlformats.org/officeDocument/2006/relationships/image" Target="../media/image866.png"/><Relationship Id="rId20" Type="http://schemas.openxmlformats.org/officeDocument/2006/relationships/customXml" Target="../ink/ink792.xml"/><Relationship Id="rId41" Type="http://schemas.openxmlformats.org/officeDocument/2006/relationships/image" Target="../media/image807.png"/><Relationship Id="rId62" Type="http://schemas.openxmlformats.org/officeDocument/2006/relationships/customXml" Target="../ink/ink813.xml"/><Relationship Id="rId83" Type="http://schemas.openxmlformats.org/officeDocument/2006/relationships/image" Target="../media/image828.png"/><Relationship Id="rId88" Type="http://schemas.openxmlformats.org/officeDocument/2006/relationships/customXml" Target="../ink/ink826.xml"/><Relationship Id="rId111" Type="http://schemas.openxmlformats.org/officeDocument/2006/relationships/image" Target="../media/image842.png"/><Relationship Id="rId132" Type="http://schemas.openxmlformats.org/officeDocument/2006/relationships/image" Target="../media/image853.png"/><Relationship Id="rId153" Type="http://schemas.openxmlformats.org/officeDocument/2006/relationships/customXml" Target="../ink/ink858.xml"/><Relationship Id="rId174" Type="http://schemas.openxmlformats.org/officeDocument/2006/relationships/image" Target="../media/image874.png"/><Relationship Id="rId179" Type="http://schemas.openxmlformats.org/officeDocument/2006/relationships/customXml" Target="../ink/ink871.xml"/><Relationship Id="rId195" Type="http://schemas.openxmlformats.org/officeDocument/2006/relationships/customXml" Target="../ink/ink879.xml"/><Relationship Id="rId209" Type="http://schemas.openxmlformats.org/officeDocument/2006/relationships/customXml" Target="../ink/ink886.xml"/><Relationship Id="rId190" Type="http://schemas.openxmlformats.org/officeDocument/2006/relationships/image" Target="../media/image882.png"/><Relationship Id="rId204" Type="http://schemas.openxmlformats.org/officeDocument/2006/relationships/image" Target="../media/image889.png"/><Relationship Id="rId220" Type="http://schemas.openxmlformats.org/officeDocument/2006/relationships/image" Target="../media/image897.png"/><Relationship Id="rId225" Type="http://schemas.openxmlformats.org/officeDocument/2006/relationships/customXml" Target="../ink/ink894.xml"/><Relationship Id="rId15" Type="http://schemas.openxmlformats.org/officeDocument/2006/relationships/image" Target="../media/image794.png"/><Relationship Id="rId36" Type="http://schemas.openxmlformats.org/officeDocument/2006/relationships/customXml" Target="../ink/ink800.xml"/><Relationship Id="rId57" Type="http://schemas.openxmlformats.org/officeDocument/2006/relationships/image" Target="../media/image815.png"/><Relationship Id="rId106" Type="http://schemas.openxmlformats.org/officeDocument/2006/relationships/customXml" Target="../ink/ink835.xml"/><Relationship Id="rId127" Type="http://schemas.openxmlformats.org/officeDocument/2006/relationships/customXml" Target="../ink/ink845.xml"/><Relationship Id="rId10" Type="http://schemas.openxmlformats.org/officeDocument/2006/relationships/customXml" Target="../ink/ink787.xml"/><Relationship Id="rId31" Type="http://schemas.openxmlformats.org/officeDocument/2006/relationships/image" Target="../media/image802.png"/><Relationship Id="rId52" Type="http://schemas.openxmlformats.org/officeDocument/2006/relationships/customXml" Target="../ink/ink808.xml"/><Relationship Id="rId73" Type="http://schemas.openxmlformats.org/officeDocument/2006/relationships/image" Target="../media/image823.png"/><Relationship Id="rId78" Type="http://schemas.openxmlformats.org/officeDocument/2006/relationships/customXml" Target="../ink/ink821.xml"/><Relationship Id="rId94" Type="http://schemas.openxmlformats.org/officeDocument/2006/relationships/customXml" Target="../ink/ink829.xml"/><Relationship Id="rId99" Type="http://schemas.openxmlformats.org/officeDocument/2006/relationships/image" Target="../media/image836.png"/><Relationship Id="rId101" Type="http://schemas.openxmlformats.org/officeDocument/2006/relationships/image" Target="../media/image837.png"/><Relationship Id="rId122" Type="http://schemas.openxmlformats.org/officeDocument/2006/relationships/image" Target="../media/image848.png"/><Relationship Id="rId143" Type="http://schemas.openxmlformats.org/officeDocument/2006/relationships/customXml" Target="../ink/ink853.xml"/><Relationship Id="rId148" Type="http://schemas.openxmlformats.org/officeDocument/2006/relationships/image" Target="../media/image861.png"/><Relationship Id="rId164" Type="http://schemas.openxmlformats.org/officeDocument/2006/relationships/image" Target="../media/image869.png"/><Relationship Id="rId169" Type="http://schemas.openxmlformats.org/officeDocument/2006/relationships/customXml" Target="../ink/ink866.xml"/><Relationship Id="rId185" Type="http://schemas.openxmlformats.org/officeDocument/2006/relationships/customXml" Target="../ink/ink874.xml"/><Relationship Id="rId4" Type="http://schemas.openxmlformats.org/officeDocument/2006/relationships/customXml" Target="../ink/ink784.xml"/><Relationship Id="rId9" Type="http://schemas.openxmlformats.org/officeDocument/2006/relationships/image" Target="../media/image791.png"/><Relationship Id="rId180" Type="http://schemas.openxmlformats.org/officeDocument/2006/relationships/image" Target="../media/image877.png"/><Relationship Id="rId210" Type="http://schemas.openxmlformats.org/officeDocument/2006/relationships/image" Target="../media/image892.png"/><Relationship Id="rId215" Type="http://schemas.openxmlformats.org/officeDocument/2006/relationships/customXml" Target="../ink/ink889.xml"/><Relationship Id="rId26" Type="http://schemas.openxmlformats.org/officeDocument/2006/relationships/customXml" Target="../ink/ink795.xml"/><Relationship Id="rId231" Type="http://schemas.openxmlformats.org/officeDocument/2006/relationships/customXml" Target="../ink/ink897.xml"/><Relationship Id="rId47" Type="http://schemas.openxmlformats.org/officeDocument/2006/relationships/image" Target="../media/image810.png"/><Relationship Id="rId68" Type="http://schemas.openxmlformats.org/officeDocument/2006/relationships/customXml" Target="../ink/ink816.xml"/><Relationship Id="rId89" Type="http://schemas.openxmlformats.org/officeDocument/2006/relationships/image" Target="../media/image831.png"/><Relationship Id="rId112" Type="http://schemas.openxmlformats.org/officeDocument/2006/relationships/customXml" Target="../ink/ink838.xml"/><Relationship Id="rId133" Type="http://schemas.openxmlformats.org/officeDocument/2006/relationships/customXml" Target="../ink/ink848.xml"/><Relationship Id="rId154" Type="http://schemas.openxmlformats.org/officeDocument/2006/relationships/image" Target="../media/image864.png"/><Relationship Id="rId175" Type="http://schemas.openxmlformats.org/officeDocument/2006/relationships/customXml" Target="../ink/ink869.xml"/><Relationship Id="rId196" Type="http://schemas.openxmlformats.org/officeDocument/2006/relationships/image" Target="../media/image885.png"/><Relationship Id="rId200" Type="http://schemas.openxmlformats.org/officeDocument/2006/relationships/image" Target="../media/image887.png"/><Relationship Id="rId16" Type="http://schemas.openxmlformats.org/officeDocument/2006/relationships/customXml" Target="../ink/ink790.xml"/><Relationship Id="rId221" Type="http://schemas.openxmlformats.org/officeDocument/2006/relationships/customXml" Target="../ink/ink892.xml"/><Relationship Id="rId37" Type="http://schemas.openxmlformats.org/officeDocument/2006/relationships/image" Target="../media/image805.png"/><Relationship Id="rId58" Type="http://schemas.openxmlformats.org/officeDocument/2006/relationships/customXml" Target="../ink/ink811.xml"/><Relationship Id="rId79" Type="http://schemas.openxmlformats.org/officeDocument/2006/relationships/image" Target="../media/image826.png"/><Relationship Id="rId102" Type="http://schemas.openxmlformats.org/officeDocument/2006/relationships/customXml" Target="../ink/ink833.xml"/><Relationship Id="rId123" Type="http://schemas.openxmlformats.org/officeDocument/2006/relationships/customXml" Target="../ink/ink843.xml"/><Relationship Id="rId144" Type="http://schemas.openxmlformats.org/officeDocument/2006/relationships/image" Target="../media/image859.png"/><Relationship Id="rId90" Type="http://schemas.openxmlformats.org/officeDocument/2006/relationships/customXml" Target="../ink/ink827.xml"/><Relationship Id="rId165" Type="http://schemas.openxmlformats.org/officeDocument/2006/relationships/customXml" Target="../ink/ink864.xml"/><Relationship Id="rId186" Type="http://schemas.openxmlformats.org/officeDocument/2006/relationships/image" Target="../media/image880.png"/><Relationship Id="rId211" Type="http://schemas.openxmlformats.org/officeDocument/2006/relationships/customXml" Target="../ink/ink887.xml"/><Relationship Id="rId232" Type="http://schemas.openxmlformats.org/officeDocument/2006/relationships/image" Target="../media/image903.png"/></Relationships>
</file>

<file path=ppt/slides/_rels/slide16.xml.rels><?xml version="1.0" encoding="UTF-8" standalone="yes"?>
<Relationships xmlns="http://schemas.openxmlformats.org/package/2006/relationships"><Relationship Id="rId26" Type="http://schemas.openxmlformats.org/officeDocument/2006/relationships/image" Target="../media/image916.png"/><Relationship Id="rId21" Type="http://schemas.openxmlformats.org/officeDocument/2006/relationships/customXml" Target="../ink/ink907.xml"/><Relationship Id="rId42" Type="http://schemas.openxmlformats.org/officeDocument/2006/relationships/image" Target="../media/image924.png"/><Relationship Id="rId47" Type="http://schemas.openxmlformats.org/officeDocument/2006/relationships/customXml" Target="../ink/ink920.xml"/><Relationship Id="rId63" Type="http://schemas.openxmlformats.org/officeDocument/2006/relationships/customXml" Target="../ink/ink928.xml"/><Relationship Id="rId68" Type="http://schemas.openxmlformats.org/officeDocument/2006/relationships/image" Target="../media/image937.png"/><Relationship Id="rId84" Type="http://schemas.openxmlformats.org/officeDocument/2006/relationships/image" Target="../media/image945.png"/><Relationship Id="rId89" Type="http://schemas.openxmlformats.org/officeDocument/2006/relationships/customXml" Target="../ink/ink941.xml"/><Relationship Id="rId7" Type="http://schemas.openxmlformats.org/officeDocument/2006/relationships/customXml" Target="../ink/ink900.xml"/><Relationship Id="rId71" Type="http://schemas.openxmlformats.org/officeDocument/2006/relationships/customXml" Target="../ink/ink932.xml"/><Relationship Id="rId92" Type="http://schemas.openxmlformats.org/officeDocument/2006/relationships/image" Target="../media/image949.png"/><Relationship Id="rId2" Type="http://schemas.openxmlformats.org/officeDocument/2006/relationships/image" Target="../media/image844.png"/><Relationship Id="rId16" Type="http://schemas.openxmlformats.org/officeDocument/2006/relationships/image" Target="../media/image911.png"/><Relationship Id="rId29" Type="http://schemas.openxmlformats.org/officeDocument/2006/relationships/customXml" Target="../ink/ink911.xml"/><Relationship Id="rId107" Type="http://schemas.openxmlformats.org/officeDocument/2006/relationships/customXml" Target="../ink/ink950.xml"/><Relationship Id="rId11" Type="http://schemas.openxmlformats.org/officeDocument/2006/relationships/customXml" Target="../ink/ink902.xml"/><Relationship Id="rId24" Type="http://schemas.openxmlformats.org/officeDocument/2006/relationships/image" Target="../media/image915.png"/><Relationship Id="rId32" Type="http://schemas.openxmlformats.org/officeDocument/2006/relationships/image" Target="../media/image919.png"/><Relationship Id="rId37" Type="http://schemas.openxmlformats.org/officeDocument/2006/relationships/customXml" Target="../ink/ink915.xml"/><Relationship Id="rId40" Type="http://schemas.openxmlformats.org/officeDocument/2006/relationships/image" Target="../media/image923.png"/><Relationship Id="rId45" Type="http://schemas.openxmlformats.org/officeDocument/2006/relationships/customXml" Target="../ink/ink919.xml"/><Relationship Id="rId53" Type="http://schemas.openxmlformats.org/officeDocument/2006/relationships/customXml" Target="../ink/ink923.xml"/><Relationship Id="rId58" Type="http://schemas.openxmlformats.org/officeDocument/2006/relationships/image" Target="../media/image932.png"/><Relationship Id="rId66" Type="http://schemas.openxmlformats.org/officeDocument/2006/relationships/image" Target="../media/image936.png"/><Relationship Id="rId74" Type="http://schemas.openxmlformats.org/officeDocument/2006/relationships/image" Target="../media/image940.png"/><Relationship Id="rId79" Type="http://schemas.openxmlformats.org/officeDocument/2006/relationships/customXml" Target="../ink/ink936.xml"/><Relationship Id="rId87" Type="http://schemas.openxmlformats.org/officeDocument/2006/relationships/customXml" Target="../ink/ink940.xml"/><Relationship Id="rId102" Type="http://schemas.openxmlformats.org/officeDocument/2006/relationships/image" Target="../media/image954.png"/><Relationship Id="rId5" Type="http://schemas.openxmlformats.org/officeDocument/2006/relationships/customXml" Target="../ink/ink899.xml"/><Relationship Id="rId61" Type="http://schemas.openxmlformats.org/officeDocument/2006/relationships/customXml" Target="../ink/ink927.xml"/><Relationship Id="rId82" Type="http://schemas.openxmlformats.org/officeDocument/2006/relationships/image" Target="../media/image944.png"/><Relationship Id="rId90" Type="http://schemas.openxmlformats.org/officeDocument/2006/relationships/image" Target="../media/image948.png"/><Relationship Id="rId95" Type="http://schemas.openxmlformats.org/officeDocument/2006/relationships/customXml" Target="../ink/ink944.xml"/><Relationship Id="rId19" Type="http://schemas.openxmlformats.org/officeDocument/2006/relationships/customXml" Target="../ink/ink906.xml"/><Relationship Id="rId14" Type="http://schemas.openxmlformats.org/officeDocument/2006/relationships/image" Target="../media/image910.png"/><Relationship Id="rId22" Type="http://schemas.openxmlformats.org/officeDocument/2006/relationships/image" Target="../media/image914.png"/><Relationship Id="rId27" Type="http://schemas.openxmlformats.org/officeDocument/2006/relationships/customXml" Target="../ink/ink910.xml"/><Relationship Id="rId30" Type="http://schemas.openxmlformats.org/officeDocument/2006/relationships/image" Target="../media/image918.png"/><Relationship Id="rId35" Type="http://schemas.openxmlformats.org/officeDocument/2006/relationships/customXml" Target="../ink/ink914.xml"/><Relationship Id="rId43" Type="http://schemas.openxmlformats.org/officeDocument/2006/relationships/customXml" Target="../ink/ink918.xml"/><Relationship Id="rId48" Type="http://schemas.openxmlformats.org/officeDocument/2006/relationships/image" Target="../media/image927.png"/><Relationship Id="rId56" Type="http://schemas.openxmlformats.org/officeDocument/2006/relationships/image" Target="../media/image931.png"/><Relationship Id="rId64" Type="http://schemas.openxmlformats.org/officeDocument/2006/relationships/image" Target="../media/image935.png"/><Relationship Id="rId69" Type="http://schemas.openxmlformats.org/officeDocument/2006/relationships/customXml" Target="../ink/ink931.xml"/><Relationship Id="rId77" Type="http://schemas.openxmlformats.org/officeDocument/2006/relationships/customXml" Target="../ink/ink935.xml"/><Relationship Id="rId100" Type="http://schemas.openxmlformats.org/officeDocument/2006/relationships/image" Target="../media/image953.png"/><Relationship Id="rId105" Type="http://schemas.openxmlformats.org/officeDocument/2006/relationships/customXml" Target="../ink/ink949.xml"/><Relationship Id="rId8" Type="http://schemas.openxmlformats.org/officeDocument/2006/relationships/image" Target="../media/image907.png"/><Relationship Id="rId51" Type="http://schemas.openxmlformats.org/officeDocument/2006/relationships/customXml" Target="../ink/ink922.xml"/><Relationship Id="rId72" Type="http://schemas.openxmlformats.org/officeDocument/2006/relationships/image" Target="../media/image939.png"/><Relationship Id="rId80" Type="http://schemas.openxmlformats.org/officeDocument/2006/relationships/image" Target="../media/image943.png"/><Relationship Id="rId85" Type="http://schemas.openxmlformats.org/officeDocument/2006/relationships/customXml" Target="../ink/ink939.xml"/><Relationship Id="rId93" Type="http://schemas.openxmlformats.org/officeDocument/2006/relationships/customXml" Target="../ink/ink943.xml"/><Relationship Id="rId98" Type="http://schemas.openxmlformats.org/officeDocument/2006/relationships/image" Target="../media/image952.png"/><Relationship Id="rId3" Type="http://schemas.openxmlformats.org/officeDocument/2006/relationships/customXml" Target="../ink/ink898.xml"/><Relationship Id="rId12" Type="http://schemas.openxmlformats.org/officeDocument/2006/relationships/image" Target="../media/image909.png"/><Relationship Id="rId17" Type="http://schemas.openxmlformats.org/officeDocument/2006/relationships/customXml" Target="../ink/ink905.xml"/><Relationship Id="rId25" Type="http://schemas.openxmlformats.org/officeDocument/2006/relationships/customXml" Target="../ink/ink909.xml"/><Relationship Id="rId33" Type="http://schemas.openxmlformats.org/officeDocument/2006/relationships/customXml" Target="../ink/ink913.xml"/><Relationship Id="rId38" Type="http://schemas.openxmlformats.org/officeDocument/2006/relationships/image" Target="../media/image922.png"/><Relationship Id="rId46" Type="http://schemas.openxmlformats.org/officeDocument/2006/relationships/image" Target="../media/image926.png"/><Relationship Id="rId59" Type="http://schemas.openxmlformats.org/officeDocument/2006/relationships/customXml" Target="../ink/ink926.xml"/><Relationship Id="rId67" Type="http://schemas.openxmlformats.org/officeDocument/2006/relationships/customXml" Target="../ink/ink930.xml"/><Relationship Id="rId103" Type="http://schemas.openxmlformats.org/officeDocument/2006/relationships/customXml" Target="../ink/ink948.xml"/><Relationship Id="rId108" Type="http://schemas.openxmlformats.org/officeDocument/2006/relationships/image" Target="../media/image957.png"/><Relationship Id="rId20" Type="http://schemas.openxmlformats.org/officeDocument/2006/relationships/image" Target="../media/image913.png"/><Relationship Id="rId41" Type="http://schemas.openxmlformats.org/officeDocument/2006/relationships/customXml" Target="../ink/ink917.xml"/><Relationship Id="rId54" Type="http://schemas.openxmlformats.org/officeDocument/2006/relationships/image" Target="../media/image930.png"/><Relationship Id="rId62" Type="http://schemas.openxmlformats.org/officeDocument/2006/relationships/image" Target="../media/image934.png"/><Relationship Id="rId70" Type="http://schemas.openxmlformats.org/officeDocument/2006/relationships/image" Target="../media/image938.png"/><Relationship Id="rId75" Type="http://schemas.openxmlformats.org/officeDocument/2006/relationships/customXml" Target="../ink/ink934.xml"/><Relationship Id="rId83" Type="http://schemas.openxmlformats.org/officeDocument/2006/relationships/customXml" Target="../ink/ink938.xml"/><Relationship Id="rId88" Type="http://schemas.openxmlformats.org/officeDocument/2006/relationships/image" Target="../media/image947.png"/><Relationship Id="rId91" Type="http://schemas.openxmlformats.org/officeDocument/2006/relationships/customXml" Target="../ink/ink942.xml"/><Relationship Id="rId96" Type="http://schemas.openxmlformats.org/officeDocument/2006/relationships/image" Target="../media/image951.png"/><Relationship Id="rId1" Type="http://schemas.openxmlformats.org/officeDocument/2006/relationships/slideLayout" Target="../slideLayouts/slideLayout2.xml"/><Relationship Id="rId6" Type="http://schemas.openxmlformats.org/officeDocument/2006/relationships/image" Target="../media/image906.png"/><Relationship Id="rId15" Type="http://schemas.openxmlformats.org/officeDocument/2006/relationships/customXml" Target="../ink/ink904.xml"/><Relationship Id="rId23" Type="http://schemas.openxmlformats.org/officeDocument/2006/relationships/customXml" Target="../ink/ink908.xml"/><Relationship Id="rId28" Type="http://schemas.openxmlformats.org/officeDocument/2006/relationships/image" Target="../media/image917.png"/><Relationship Id="rId36" Type="http://schemas.openxmlformats.org/officeDocument/2006/relationships/image" Target="../media/image921.png"/><Relationship Id="rId49" Type="http://schemas.openxmlformats.org/officeDocument/2006/relationships/customXml" Target="../ink/ink921.xml"/><Relationship Id="rId57" Type="http://schemas.openxmlformats.org/officeDocument/2006/relationships/customXml" Target="../ink/ink925.xml"/><Relationship Id="rId106" Type="http://schemas.openxmlformats.org/officeDocument/2006/relationships/image" Target="../media/image956.png"/><Relationship Id="rId10" Type="http://schemas.openxmlformats.org/officeDocument/2006/relationships/image" Target="../media/image908.png"/><Relationship Id="rId31" Type="http://schemas.openxmlformats.org/officeDocument/2006/relationships/customXml" Target="../ink/ink912.xml"/><Relationship Id="rId44" Type="http://schemas.openxmlformats.org/officeDocument/2006/relationships/image" Target="../media/image925.png"/><Relationship Id="rId52" Type="http://schemas.openxmlformats.org/officeDocument/2006/relationships/image" Target="../media/image929.png"/><Relationship Id="rId60" Type="http://schemas.openxmlformats.org/officeDocument/2006/relationships/image" Target="../media/image933.png"/><Relationship Id="rId65" Type="http://schemas.openxmlformats.org/officeDocument/2006/relationships/customXml" Target="../ink/ink929.xml"/><Relationship Id="rId73" Type="http://schemas.openxmlformats.org/officeDocument/2006/relationships/customXml" Target="../ink/ink933.xml"/><Relationship Id="rId78" Type="http://schemas.openxmlformats.org/officeDocument/2006/relationships/image" Target="../media/image942.png"/><Relationship Id="rId81" Type="http://schemas.openxmlformats.org/officeDocument/2006/relationships/customXml" Target="../ink/ink937.xml"/><Relationship Id="rId86" Type="http://schemas.openxmlformats.org/officeDocument/2006/relationships/image" Target="../media/image946.png"/><Relationship Id="rId94" Type="http://schemas.openxmlformats.org/officeDocument/2006/relationships/image" Target="../media/image950.png"/><Relationship Id="rId99" Type="http://schemas.openxmlformats.org/officeDocument/2006/relationships/customXml" Target="../ink/ink946.xml"/><Relationship Id="rId101" Type="http://schemas.openxmlformats.org/officeDocument/2006/relationships/customXml" Target="../ink/ink947.xml"/><Relationship Id="rId4" Type="http://schemas.openxmlformats.org/officeDocument/2006/relationships/image" Target="../media/image905.png"/><Relationship Id="rId9" Type="http://schemas.openxmlformats.org/officeDocument/2006/relationships/customXml" Target="../ink/ink901.xml"/><Relationship Id="rId13" Type="http://schemas.openxmlformats.org/officeDocument/2006/relationships/customXml" Target="../ink/ink903.xml"/><Relationship Id="rId18" Type="http://schemas.openxmlformats.org/officeDocument/2006/relationships/image" Target="../media/image912.png"/><Relationship Id="rId39" Type="http://schemas.openxmlformats.org/officeDocument/2006/relationships/customXml" Target="../ink/ink916.xml"/><Relationship Id="rId34" Type="http://schemas.openxmlformats.org/officeDocument/2006/relationships/image" Target="../media/image920.png"/><Relationship Id="rId50" Type="http://schemas.openxmlformats.org/officeDocument/2006/relationships/image" Target="../media/image928.png"/><Relationship Id="rId55" Type="http://schemas.openxmlformats.org/officeDocument/2006/relationships/customXml" Target="../ink/ink924.xml"/><Relationship Id="rId76" Type="http://schemas.openxmlformats.org/officeDocument/2006/relationships/image" Target="../media/image941.png"/><Relationship Id="rId97" Type="http://schemas.openxmlformats.org/officeDocument/2006/relationships/customXml" Target="../ink/ink945.xml"/><Relationship Id="rId104" Type="http://schemas.openxmlformats.org/officeDocument/2006/relationships/image" Target="../media/image955.png"/></Relationships>
</file>

<file path=ppt/slides/_rels/slide17.xml.rels><?xml version="1.0" encoding="UTF-8" standalone="yes"?>
<Relationships xmlns="http://schemas.openxmlformats.org/package/2006/relationships"><Relationship Id="rId26" Type="http://schemas.openxmlformats.org/officeDocument/2006/relationships/image" Target="../media/image970.png"/><Relationship Id="rId21" Type="http://schemas.openxmlformats.org/officeDocument/2006/relationships/customXml" Target="../ink/ink960.xml"/><Relationship Id="rId42" Type="http://schemas.openxmlformats.org/officeDocument/2006/relationships/image" Target="../media/image978.png"/><Relationship Id="rId47" Type="http://schemas.openxmlformats.org/officeDocument/2006/relationships/customXml" Target="../ink/ink973.xml"/><Relationship Id="rId63" Type="http://schemas.openxmlformats.org/officeDocument/2006/relationships/customXml" Target="../ink/ink981.xml"/><Relationship Id="rId68" Type="http://schemas.openxmlformats.org/officeDocument/2006/relationships/image" Target="../media/image991.png"/><Relationship Id="rId84" Type="http://schemas.openxmlformats.org/officeDocument/2006/relationships/image" Target="../media/image999.png"/><Relationship Id="rId89" Type="http://schemas.openxmlformats.org/officeDocument/2006/relationships/customXml" Target="../ink/ink994.xml"/><Relationship Id="rId7" Type="http://schemas.openxmlformats.org/officeDocument/2006/relationships/customXml" Target="../ink/ink953.xml"/><Relationship Id="rId71" Type="http://schemas.openxmlformats.org/officeDocument/2006/relationships/customXml" Target="../ink/ink985.xml"/><Relationship Id="rId92" Type="http://schemas.openxmlformats.org/officeDocument/2006/relationships/image" Target="../media/image1003.png"/><Relationship Id="rId2" Type="http://schemas.openxmlformats.org/officeDocument/2006/relationships/image" Target="../media/image904.png"/><Relationship Id="rId16" Type="http://schemas.openxmlformats.org/officeDocument/2006/relationships/image" Target="../media/image965.png"/><Relationship Id="rId29" Type="http://schemas.openxmlformats.org/officeDocument/2006/relationships/customXml" Target="../ink/ink964.xml"/><Relationship Id="rId11" Type="http://schemas.openxmlformats.org/officeDocument/2006/relationships/customXml" Target="../ink/ink955.xml"/><Relationship Id="rId24" Type="http://schemas.openxmlformats.org/officeDocument/2006/relationships/image" Target="../media/image969.png"/><Relationship Id="rId32" Type="http://schemas.openxmlformats.org/officeDocument/2006/relationships/image" Target="../media/image973.png"/><Relationship Id="rId37" Type="http://schemas.openxmlformats.org/officeDocument/2006/relationships/customXml" Target="../ink/ink968.xml"/><Relationship Id="rId40" Type="http://schemas.openxmlformats.org/officeDocument/2006/relationships/image" Target="../media/image977.png"/><Relationship Id="rId45" Type="http://schemas.openxmlformats.org/officeDocument/2006/relationships/customXml" Target="../ink/ink972.xml"/><Relationship Id="rId53" Type="http://schemas.openxmlformats.org/officeDocument/2006/relationships/customXml" Target="../ink/ink976.xml"/><Relationship Id="rId58" Type="http://schemas.openxmlformats.org/officeDocument/2006/relationships/image" Target="../media/image986.png"/><Relationship Id="rId66" Type="http://schemas.openxmlformats.org/officeDocument/2006/relationships/image" Target="../media/image990.png"/><Relationship Id="rId74" Type="http://schemas.openxmlformats.org/officeDocument/2006/relationships/image" Target="../media/image994.png"/><Relationship Id="rId79" Type="http://schemas.openxmlformats.org/officeDocument/2006/relationships/customXml" Target="../ink/ink989.xml"/><Relationship Id="rId87" Type="http://schemas.openxmlformats.org/officeDocument/2006/relationships/customXml" Target="../ink/ink993.xml"/><Relationship Id="rId102" Type="http://schemas.openxmlformats.org/officeDocument/2006/relationships/image" Target="../media/image1008.png"/><Relationship Id="rId5" Type="http://schemas.openxmlformats.org/officeDocument/2006/relationships/customXml" Target="../ink/ink952.xml"/><Relationship Id="rId61" Type="http://schemas.openxmlformats.org/officeDocument/2006/relationships/customXml" Target="../ink/ink980.xml"/><Relationship Id="rId82" Type="http://schemas.openxmlformats.org/officeDocument/2006/relationships/image" Target="../media/image998.png"/><Relationship Id="rId90" Type="http://schemas.openxmlformats.org/officeDocument/2006/relationships/image" Target="../media/image1002.png"/><Relationship Id="rId95" Type="http://schemas.openxmlformats.org/officeDocument/2006/relationships/customXml" Target="../ink/ink997.xml"/><Relationship Id="rId19" Type="http://schemas.openxmlformats.org/officeDocument/2006/relationships/customXml" Target="../ink/ink959.xml"/><Relationship Id="rId14" Type="http://schemas.openxmlformats.org/officeDocument/2006/relationships/image" Target="../media/image964.png"/><Relationship Id="rId22" Type="http://schemas.openxmlformats.org/officeDocument/2006/relationships/image" Target="../media/image968.png"/><Relationship Id="rId27" Type="http://schemas.openxmlformats.org/officeDocument/2006/relationships/customXml" Target="../ink/ink963.xml"/><Relationship Id="rId30" Type="http://schemas.openxmlformats.org/officeDocument/2006/relationships/image" Target="../media/image972.png"/><Relationship Id="rId35" Type="http://schemas.openxmlformats.org/officeDocument/2006/relationships/customXml" Target="../ink/ink967.xml"/><Relationship Id="rId43" Type="http://schemas.openxmlformats.org/officeDocument/2006/relationships/customXml" Target="../ink/ink971.xml"/><Relationship Id="rId48" Type="http://schemas.openxmlformats.org/officeDocument/2006/relationships/image" Target="../media/image981.png"/><Relationship Id="rId56" Type="http://schemas.openxmlformats.org/officeDocument/2006/relationships/image" Target="../media/image985.png"/><Relationship Id="rId64" Type="http://schemas.openxmlformats.org/officeDocument/2006/relationships/image" Target="../media/image989.png"/><Relationship Id="rId69" Type="http://schemas.openxmlformats.org/officeDocument/2006/relationships/customXml" Target="../ink/ink984.xml"/><Relationship Id="rId77" Type="http://schemas.openxmlformats.org/officeDocument/2006/relationships/customXml" Target="../ink/ink988.xml"/><Relationship Id="rId100" Type="http://schemas.openxmlformats.org/officeDocument/2006/relationships/image" Target="../media/image1007.png"/><Relationship Id="rId105" Type="http://schemas.openxmlformats.org/officeDocument/2006/relationships/customXml" Target="../ink/ink1002.xml"/><Relationship Id="rId8" Type="http://schemas.openxmlformats.org/officeDocument/2006/relationships/image" Target="../media/image961.png"/><Relationship Id="rId51" Type="http://schemas.openxmlformats.org/officeDocument/2006/relationships/customXml" Target="../ink/ink975.xml"/><Relationship Id="rId72" Type="http://schemas.openxmlformats.org/officeDocument/2006/relationships/image" Target="../media/image993.png"/><Relationship Id="rId80" Type="http://schemas.openxmlformats.org/officeDocument/2006/relationships/image" Target="../media/image997.png"/><Relationship Id="rId85" Type="http://schemas.openxmlformats.org/officeDocument/2006/relationships/customXml" Target="../ink/ink992.xml"/><Relationship Id="rId93" Type="http://schemas.openxmlformats.org/officeDocument/2006/relationships/customXml" Target="../ink/ink996.xml"/><Relationship Id="rId98" Type="http://schemas.openxmlformats.org/officeDocument/2006/relationships/image" Target="../media/image1006.png"/><Relationship Id="rId3" Type="http://schemas.openxmlformats.org/officeDocument/2006/relationships/customXml" Target="../ink/ink951.xml"/><Relationship Id="rId12" Type="http://schemas.openxmlformats.org/officeDocument/2006/relationships/image" Target="../media/image963.png"/><Relationship Id="rId17" Type="http://schemas.openxmlformats.org/officeDocument/2006/relationships/customXml" Target="../ink/ink958.xml"/><Relationship Id="rId25" Type="http://schemas.openxmlformats.org/officeDocument/2006/relationships/customXml" Target="../ink/ink962.xml"/><Relationship Id="rId33" Type="http://schemas.openxmlformats.org/officeDocument/2006/relationships/customXml" Target="../ink/ink966.xml"/><Relationship Id="rId38" Type="http://schemas.openxmlformats.org/officeDocument/2006/relationships/image" Target="../media/image976.png"/><Relationship Id="rId46" Type="http://schemas.openxmlformats.org/officeDocument/2006/relationships/image" Target="../media/image980.png"/><Relationship Id="rId59" Type="http://schemas.openxmlformats.org/officeDocument/2006/relationships/customXml" Target="../ink/ink979.xml"/><Relationship Id="rId67" Type="http://schemas.openxmlformats.org/officeDocument/2006/relationships/customXml" Target="../ink/ink983.xml"/><Relationship Id="rId103" Type="http://schemas.openxmlformats.org/officeDocument/2006/relationships/customXml" Target="../ink/ink1001.xml"/><Relationship Id="rId20" Type="http://schemas.openxmlformats.org/officeDocument/2006/relationships/image" Target="../media/image967.png"/><Relationship Id="rId41" Type="http://schemas.openxmlformats.org/officeDocument/2006/relationships/customXml" Target="../ink/ink970.xml"/><Relationship Id="rId54" Type="http://schemas.openxmlformats.org/officeDocument/2006/relationships/image" Target="../media/image984.png"/><Relationship Id="rId62" Type="http://schemas.openxmlformats.org/officeDocument/2006/relationships/image" Target="../media/image988.png"/><Relationship Id="rId70" Type="http://schemas.openxmlformats.org/officeDocument/2006/relationships/image" Target="../media/image992.png"/><Relationship Id="rId75" Type="http://schemas.openxmlformats.org/officeDocument/2006/relationships/customXml" Target="../ink/ink987.xml"/><Relationship Id="rId83" Type="http://schemas.openxmlformats.org/officeDocument/2006/relationships/customXml" Target="../ink/ink991.xml"/><Relationship Id="rId88" Type="http://schemas.openxmlformats.org/officeDocument/2006/relationships/image" Target="../media/image1001.png"/><Relationship Id="rId91" Type="http://schemas.openxmlformats.org/officeDocument/2006/relationships/customXml" Target="../ink/ink995.xml"/><Relationship Id="rId96" Type="http://schemas.openxmlformats.org/officeDocument/2006/relationships/image" Target="../media/image1005.png"/><Relationship Id="rId1" Type="http://schemas.openxmlformats.org/officeDocument/2006/relationships/slideLayout" Target="../slideLayouts/slideLayout2.xml"/><Relationship Id="rId6" Type="http://schemas.openxmlformats.org/officeDocument/2006/relationships/image" Target="../media/image960.png"/><Relationship Id="rId15" Type="http://schemas.openxmlformats.org/officeDocument/2006/relationships/customXml" Target="../ink/ink957.xml"/><Relationship Id="rId23" Type="http://schemas.openxmlformats.org/officeDocument/2006/relationships/customXml" Target="../ink/ink961.xml"/><Relationship Id="rId28" Type="http://schemas.openxmlformats.org/officeDocument/2006/relationships/image" Target="../media/image971.png"/><Relationship Id="rId36" Type="http://schemas.openxmlformats.org/officeDocument/2006/relationships/image" Target="../media/image975.png"/><Relationship Id="rId49" Type="http://schemas.openxmlformats.org/officeDocument/2006/relationships/customXml" Target="../ink/ink974.xml"/><Relationship Id="rId57" Type="http://schemas.openxmlformats.org/officeDocument/2006/relationships/customXml" Target="../ink/ink978.xml"/><Relationship Id="rId106" Type="http://schemas.openxmlformats.org/officeDocument/2006/relationships/image" Target="../media/image1010.png"/><Relationship Id="rId10" Type="http://schemas.openxmlformats.org/officeDocument/2006/relationships/image" Target="../media/image962.png"/><Relationship Id="rId31" Type="http://schemas.openxmlformats.org/officeDocument/2006/relationships/customXml" Target="../ink/ink965.xml"/><Relationship Id="rId44" Type="http://schemas.openxmlformats.org/officeDocument/2006/relationships/image" Target="../media/image979.png"/><Relationship Id="rId52" Type="http://schemas.openxmlformats.org/officeDocument/2006/relationships/image" Target="../media/image983.png"/><Relationship Id="rId60" Type="http://schemas.openxmlformats.org/officeDocument/2006/relationships/image" Target="../media/image987.png"/><Relationship Id="rId65" Type="http://schemas.openxmlformats.org/officeDocument/2006/relationships/customXml" Target="../ink/ink982.xml"/><Relationship Id="rId73" Type="http://schemas.openxmlformats.org/officeDocument/2006/relationships/customXml" Target="../ink/ink986.xml"/><Relationship Id="rId78" Type="http://schemas.openxmlformats.org/officeDocument/2006/relationships/image" Target="../media/image996.png"/><Relationship Id="rId81" Type="http://schemas.openxmlformats.org/officeDocument/2006/relationships/customXml" Target="../ink/ink990.xml"/><Relationship Id="rId86" Type="http://schemas.openxmlformats.org/officeDocument/2006/relationships/image" Target="../media/image1000.png"/><Relationship Id="rId94" Type="http://schemas.openxmlformats.org/officeDocument/2006/relationships/image" Target="../media/image1004.png"/><Relationship Id="rId99" Type="http://schemas.openxmlformats.org/officeDocument/2006/relationships/customXml" Target="../ink/ink999.xml"/><Relationship Id="rId101" Type="http://schemas.openxmlformats.org/officeDocument/2006/relationships/customXml" Target="../ink/ink1000.xml"/><Relationship Id="rId4" Type="http://schemas.openxmlformats.org/officeDocument/2006/relationships/image" Target="../media/image959.png"/><Relationship Id="rId9" Type="http://schemas.openxmlformats.org/officeDocument/2006/relationships/customXml" Target="../ink/ink954.xml"/><Relationship Id="rId13" Type="http://schemas.openxmlformats.org/officeDocument/2006/relationships/customXml" Target="../ink/ink956.xml"/><Relationship Id="rId18" Type="http://schemas.openxmlformats.org/officeDocument/2006/relationships/image" Target="../media/image966.png"/><Relationship Id="rId39" Type="http://schemas.openxmlformats.org/officeDocument/2006/relationships/customXml" Target="../ink/ink969.xml"/><Relationship Id="rId34" Type="http://schemas.openxmlformats.org/officeDocument/2006/relationships/image" Target="../media/image974.png"/><Relationship Id="rId50" Type="http://schemas.openxmlformats.org/officeDocument/2006/relationships/image" Target="../media/image982.png"/><Relationship Id="rId55" Type="http://schemas.openxmlformats.org/officeDocument/2006/relationships/customXml" Target="../ink/ink977.xml"/><Relationship Id="rId76" Type="http://schemas.openxmlformats.org/officeDocument/2006/relationships/image" Target="../media/image995.png"/><Relationship Id="rId97" Type="http://schemas.openxmlformats.org/officeDocument/2006/relationships/customXml" Target="../ink/ink998.xml"/><Relationship Id="rId104" Type="http://schemas.openxmlformats.org/officeDocument/2006/relationships/image" Target="../media/image1009.png"/></Relationships>
</file>

<file path=ppt/slides/_rels/slide18.xml.rels><?xml version="1.0" encoding="UTF-8" standalone="yes"?>
<Relationships xmlns="http://schemas.openxmlformats.org/package/2006/relationships"><Relationship Id="rId117" Type="http://schemas.openxmlformats.org/officeDocument/2006/relationships/image" Target="../media/image1068.png"/><Relationship Id="rId299" Type="http://schemas.openxmlformats.org/officeDocument/2006/relationships/image" Target="../media/image1159.png"/><Relationship Id="rId303" Type="http://schemas.openxmlformats.org/officeDocument/2006/relationships/image" Target="../media/image1161.png"/><Relationship Id="rId21" Type="http://schemas.openxmlformats.org/officeDocument/2006/relationships/image" Target="../media/image1020.png"/><Relationship Id="rId42" Type="http://schemas.openxmlformats.org/officeDocument/2006/relationships/customXml" Target="../ink/ink1023.xml"/><Relationship Id="rId63" Type="http://schemas.openxmlformats.org/officeDocument/2006/relationships/image" Target="../media/image1041.png"/><Relationship Id="rId84" Type="http://schemas.openxmlformats.org/officeDocument/2006/relationships/customXml" Target="../ink/ink1044.xml"/><Relationship Id="rId138" Type="http://schemas.openxmlformats.org/officeDocument/2006/relationships/customXml" Target="../ink/ink1071.xml"/><Relationship Id="rId159" Type="http://schemas.openxmlformats.org/officeDocument/2006/relationships/image" Target="../media/image1089.png"/><Relationship Id="rId324" Type="http://schemas.openxmlformats.org/officeDocument/2006/relationships/customXml" Target="../ink/ink1164.xml"/><Relationship Id="rId345" Type="http://schemas.openxmlformats.org/officeDocument/2006/relationships/image" Target="../media/image1182.png"/><Relationship Id="rId366" Type="http://schemas.openxmlformats.org/officeDocument/2006/relationships/customXml" Target="../ink/ink1185.xml"/><Relationship Id="rId170" Type="http://schemas.openxmlformats.org/officeDocument/2006/relationships/customXml" Target="../ink/ink1087.xml"/><Relationship Id="rId191" Type="http://schemas.openxmlformats.org/officeDocument/2006/relationships/image" Target="../media/image1105.png"/><Relationship Id="rId205" Type="http://schemas.openxmlformats.org/officeDocument/2006/relationships/image" Target="../media/image1112.png"/><Relationship Id="rId226" Type="http://schemas.openxmlformats.org/officeDocument/2006/relationships/customXml" Target="../ink/ink1115.xml"/><Relationship Id="rId247" Type="http://schemas.openxmlformats.org/officeDocument/2006/relationships/image" Target="../media/image1133.png"/><Relationship Id="rId107" Type="http://schemas.openxmlformats.org/officeDocument/2006/relationships/image" Target="../media/image1063.png"/><Relationship Id="rId268" Type="http://schemas.openxmlformats.org/officeDocument/2006/relationships/customXml" Target="../ink/ink1136.xml"/><Relationship Id="rId289" Type="http://schemas.openxmlformats.org/officeDocument/2006/relationships/image" Target="../media/image1154.png"/><Relationship Id="rId11" Type="http://schemas.openxmlformats.org/officeDocument/2006/relationships/image" Target="../media/image1015.png"/><Relationship Id="rId32" Type="http://schemas.openxmlformats.org/officeDocument/2006/relationships/customXml" Target="../ink/ink1018.xml"/><Relationship Id="rId53" Type="http://schemas.openxmlformats.org/officeDocument/2006/relationships/image" Target="../media/image1036.png"/><Relationship Id="rId74" Type="http://schemas.openxmlformats.org/officeDocument/2006/relationships/customXml" Target="../ink/ink1039.xml"/><Relationship Id="rId128" Type="http://schemas.openxmlformats.org/officeDocument/2006/relationships/customXml" Target="../ink/ink1066.xml"/><Relationship Id="rId149" Type="http://schemas.openxmlformats.org/officeDocument/2006/relationships/image" Target="../media/image1084.png"/><Relationship Id="rId314" Type="http://schemas.openxmlformats.org/officeDocument/2006/relationships/customXml" Target="../ink/ink1159.xml"/><Relationship Id="rId335" Type="http://schemas.openxmlformats.org/officeDocument/2006/relationships/image" Target="../media/image1177.png"/><Relationship Id="rId356" Type="http://schemas.openxmlformats.org/officeDocument/2006/relationships/customXml" Target="../ink/ink1180.xml"/><Relationship Id="rId5" Type="http://schemas.openxmlformats.org/officeDocument/2006/relationships/image" Target="../media/image1012.png"/><Relationship Id="rId95" Type="http://schemas.openxmlformats.org/officeDocument/2006/relationships/image" Target="../media/image1057.png"/><Relationship Id="rId160" Type="http://schemas.openxmlformats.org/officeDocument/2006/relationships/customXml" Target="../ink/ink1082.xml"/><Relationship Id="rId181" Type="http://schemas.openxmlformats.org/officeDocument/2006/relationships/image" Target="../media/image1100.png"/><Relationship Id="rId216" Type="http://schemas.openxmlformats.org/officeDocument/2006/relationships/customXml" Target="../ink/ink1110.xml"/><Relationship Id="rId237" Type="http://schemas.openxmlformats.org/officeDocument/2006/relationships/image" Target="../media/image1128.png"/><Relationship Id="rId258" Type="http://schemas.openxmlformats.org/officeDocument/2006/relationships/customXml" Target="../ink/ink1131.xml"/><Relationship Id="rId279" Type="http://schemas.openxmlformats.org/officeDocument/2006/relationships/image" Target="../media/image1149.png"/><Relationship Id="rId22" Type="http://schemas.openxmlformats.org/officeDocument/2006/relationships/customXml" Target="../ink/ink1013.xml"/><Relationship Id="rId43" Type="http://schemas.openxmlformats.org/officeDocument/2006/relationships/image" Target="../media/image1031.png"/><Relationship Id="rId64" Type="http://schemas.openxmlformats.org/officeDocument/2006/relationships/customXml" Target="../ink/ink1034.xml"/><Relationship Id="rId118" Type="http://schemas.openxmlformats.org/officeDocument/2006/relationships/customXml" Target="../ink/ink1061.xml"/><Relationship Id="rId139" Type="http://schemas.openxmlformats.org/officeDocument/2006/relationships/image" Target="../media/image1079.png"/><Relationship Id="rId290" Type="http://schemas.openxmlformats.org/officeDocument/2006/relationships/customXml" Target="../ink/ink1147.xml"/><Relationship Id="rId304" Type="http://schemas.openxmlformats.org/officeDocument/2006/relationships/customXml" Target="../ink/ink1154.xml"/><Relationship Id="rId325" Type="http://schemas.openxmlformats.org/officeDocument/2006/relationships/image" Target="../media/image1172.png"/><Relationship Id="rId346" Type="http://schemas.openxmlformats.org/officeDocument/2006/relationships/customXml" Target="../ink/ink1175.xml"/><Relationship Id="rId367" Type="http://schemas.openxmlformats.org/officeDocument/2006/relationships/image" Target="../media/image1193.png"/><Relationship Id="rId85" Type="http://schemas.openxmlformats.org/officeDocument/2006/relationships/image" Target="../media/image1052.png"/><Relationship Id="rId150" Type="http://schemas.openxmlformats.org/officeDocument/2006/relationships/customXml" Target="../ink/ink1077.xml"/><Relationship Id="rId171" Type="http://schemas.openxmlformats.org/officeDocument/2006/relationships/image" Target="../media/image1095.png"/><Relationship Id="rId192" Type="http://schemas.openxmlformats.org/officeDocument/2006/relationships/customXml" Target="../ink/ink1098.xml"/><Relationship Id="rId206" Type="http://schemas.openxmlformats.org/officeDocument/2006/relationships/customXml" Target="../ink/ink1105.xml"/><Relationship Id="rId227" Type="http://schemas.openxmlformats.org/officeDocument/2006/relationships/image" Target="../media/image1123.png"/><Relationship Id="rId248" Type="http://schemas.openxmlformats.org/officeDocument/2006/relationships/customXml" Target="../ink/ink1126.xml"/><Relationship Id="rId269" Type="http://schemas.openxmlformats.org/officeDocument/2006/relationships/image" Target="../media/image1144.png"/><Relationship Id="rId12" Type="http://schemas.openxmlformats.org/officeDocument/2006/relationships/customXml" Target="../ink/ink1008.xml"/><Relationship Id="rId33" Type="http://schemas.openxmlformats.org/officeDocument/2006/relationships/image" Target="../media/image1026.png"/><Relationship Id="rId108" Type="http://schemas.openxmlformats.org/officeDocument/2006/relationships/customXml" Target="../ink/ink1056.xml"/><Relationship Id="rId129" Type="http://schemas.openxmlformats.org/officeDocument/2006/relationships/image" Target="../media/image1074.png"/><Relationship Id="rId280" Type="http://schemas.openxmlformats.org/officeDocument/2006/relationships/customXml" Target="../ink/ink1142.xml"/><Relationship Id="rId315" Type="http://schemas.openxmlformats.org/officeDocument/2006/relationships/image" Target="../media/image1167.png"/><Relationship Id="rId336" Type="http://schemas.openxmlformats.org/officeDocument/2006/relationships/customXml" Target="../ink/ink1170.xml"/><Relationship Id="rId357" Type="http://schemas.openxmlformats.org/officeDocument/2006/relationships/image" Target="../media/image1188.png"/><Relationship Id="rId54" Type="http://schemas.openxmlformats.org/officeDocument/2006/relationships/customXml" Target="../ink/ink1029.xml"/><Relationship Id="rId75" Type="http://schemas.openxmlformats.org/officeDocument/2006/relationships/image" Target="../media/image1047.png"/><Relationship Id="rId96" Type="http://schemas.openxmlformats.org/officeDocument/2006/relationships/customXml" Target="../ink/ink1050.xml"/><Relationship Id="rId140" Type="http://schemas.openxmlformats.org/officeDocument/2006/relationships/customXml" Target="../ink/ink1072.xml"/><Relationship Id="rId161" Type="http://schemas.openxmlformats.org/officeDocument/2006/relationships/image" Target="../media/image1090.png"/><Relationship Id="rId182" Type="http://schemas.openxmlformats.org/officeDocument/2006/relationships/customXml" Target="../ink/ink1093.xml"/><Relationship Id="rId217" Type="http://schemas.openxmlformats.org/officeDocument/2006/relationships/image" Target="../media/image1118.png"/><Relationship Id="rId6" Type="http://schemas.openxmlformats.org/officeDocument/2006/relationships/customXml" Target="../ink/ink1005.xml"/><Relationship Id="rId238" Type="http://schemas.openxmlformats.org/officeDocument/2006/relationships/customXml" Target="../ink/ink1121.xml"/><Relationship Id="rId259" Type="http://schemas.openxmlformats.org/officeDocument/2006/relationships/image" Target="../media/image1139.png"/><Relationship Id="rId23" Type="http://schemas.openxmlformats.org/officeDocument/2006/relationships/image" Target="../media/image1021.png"/><Relationship Id="rId119" Type="http://schemas.openxmlformats.org/officeDocument/2006/relationships/image" Target="../media/image1069.png"/><Relationship Id="rId270" Type="http://schemas.openxmlformats.org/officeDocument/2006/relationships/customXml" Target="../ink/ink1137.xml"/><Relationship Id="rId291" Type="http://schemas.openxmlformats.org/officeDocument/2006/relationships/image" Target="../media/image1155.png"/><Relationship Id="rId305" Type="http://schemas.openxmlformats.org/officeDocument/2006/relationships/image" Target="../media/image1162.png"/><Relationship Id="rId326" Type="http://schemas.openxmlformats.org/officeDocument/2006/relationships/customXml" Target="../ink/ink1165.xml"/><Relationship Id="rId347" Type="http://schemas.openxmlformats.org/officeDocument/2006/relationships/image" Target="../media/image1183.png"/><Relationship Id="rId44" Type="http://schemas.openxmlformats.org/officeDocument/2006/relationships/customXml" Target="../ink/ink1024.xml"/><Relationship Id="rId65" Type="http://schemas.openxmlformats.org/officeDocument/2006/relationships/image" Target="../media/image1042.png"/><Relationship Id="rId86" Type="http://schemas.openxmlformats.org/officeDocument/2006/relationships/customXml" Target="../ink/ink1045.xml"/><Relationship Id="rId130" Type="http://schemas.openxmlformats.org/officeDocument/2006/relationships/customXml" Target="../ink/ink1067.xml"/><Relationship Id="rId151" Type="http://schemas.openxmlformats.org/officeDocument/2006/relationships/image" Target="../media/image1085.png"/><Relationship Id="rId368" Type="http://schemas.openxmlformats.org/officeDocument/2006/relationships/customXml" Target="../ink/ink1186.xml"/><Relationship Id="rId172" Type="http://schemas.openxmlformats.org/officeDocument/2006/relationships/customXml" Target="../ink/ink1088.xml"/><Relationship Id="rId193" Type="http://schemas.openxmlformats.org/officeDocument/2006/relationships/image" Target="../media/image1106.png"/><Relationship Id="rId207" Type="http://schemas.openxmlformats.org/officeDocument/2006/relationships/image" Target="../media/image1113.png"/><Relationship Id="rId228" Type="http://schemas.openxmlformats.org/officeDocument/2006/relationships/customXml" Target="../ink/ink1116.xml"/><Relationship Id="rId249" Type="http://schemas.openxmlformats.org/officeDocument/2006/relationships/image" Target="../media/image1134.png"/><Relationship Id="rId13" Type="http://schemas.openxmlformats.org/officeDocument/2006/relationships/image" Target="../media/image1016.png"/><Relationship Id="rId109" Type="http://schemas.openxmlformats.org/officeDocument/2006/relationships/image" Target="../media/image1064.png"/><Relationship Id="rId260" Type="http://schemas.openxmlformats.org/officeDocument/2006/relationships/customXml" Target="../ink/ink1132.xml"/><Relationship Id="rId281" Type="http://schemas.openxmlformats.org/officeDocument/2006/relationships/image" Target="../media/image1150.png"/><Relationship Id="rId316" Type="http://schemas.openxmlformats.org/officeDocument/2006/relationships/customXml" Target="../ink/ink1160.xml"/><Relationship Id="rId337" Type="http://schemas.openxmlformats.org/officeDocument/2006/relationships/image" Target="../media/image1178.png"/><Relationship Id="rId34" Type="http://schemas.openxmlformats.org/officeDocument/2006/relationships/customXml" Target="../ink/ink1019.xml"/><Relationship Id="rId55" Type="http://schemas.openxmlformats.org/officeDocument/2006/relationships/image" Target="../media/image1037.png"/><Relationship Id="rId76" Type="http://schemas.openxmlformats.org/officeDocument/2006/relationships/customXml" Target="../ink/ink1040.xml"/><Relationship Id="rId97" Type="http://schemas.openxmlformats.org/officeDocument/2006/relationships/image" Target="../media/image1058.png"/><Relationship Id="rId120" Type="http://schemas.openxmlformats.org/officeDocument/2006/relationships/customXml" Target="../ink/ink1062.xml"/><Relationship Id="rId141" Type="http://schemas.openxmlformats.org/officeDocument/2006/relationships/image" Target="../media/image1080.png"/><Relationship Id="rId358" Type="http://schemas.openxmlformats.org/officeDocument/2006/relationships/customXml" Target="../ink/ink1181.xml"/><Relationship Id="rId7" Type="http://schemas.openxmlformats.org/officeDocument/2006/relationships/image" Target="../media/image1013.png"/><Relationship Id="rId162" Type="http://schemas.openxmlformats.org/officeDocument/2006/relationships/customXml" Target="../ink/ink1083.xml"/><Relationship Id="rId183" Type="http://schemas.openxmlformats.org/officeDocument/2006/relationships/image" Target="../media/image1101.png"/><Relationship Id="rId218" Type="http://schemas.openxmlformats.org/officeDocument/2006/relationships/customXml" Target="../ink/ink1111.xml"/><Relationship Id="rId239" Type="http://schemas.openxmlformats.org/officeDocument/2006/relationships/image" Target="../media/image1129.png"/><Relationship Id="rId250" Type="http://schemas.openxmlformats.org/officeDocument/2006/relationships/customXml" Target="../ink/ink1127.xml"/><Relationship Id="rId271" Type="http://schemas.openxmlformats.org/officeDocument/2006/relationships/image" Target="../media/image1145.png"/><Relationship Id="rId292" Type="http://schemas.openxmlformats.org/officeDocument/2006/relationships/customXml" Target="../ink/ink1148.xml"/><Relationship Id="rId306" Type="http://schemas.openxmlformats.org/officeDocument/2006/relationships/customXml" Target="../ink/ink1155.xml"/><Relationship Id="rId24" Type="http://schemas.openxmlformats.org/officeDocument/2006/relationships/customXml" Target="../ink/ink1014.xml"/><Relationship Id="rId45" Type="http://schemas.openxmlformats.org/officeDocument/2006/relationships/image" Target="../media/image1032.png"/><Relationship Id="rId66" Type="http://schemas.openxmlformats.org/officeDocument/2006/relationships/customXml" Target="../ink/ink1035.xml"/><Relationship Id="rId87" Type="http://schemas.openxmlformats.org/officeDocument/2006/relationships/image" Target="../media/image1053.png"/><Relationship Id="rId110" Type="http://schemas.openxmlformats.org/officeDocument/2006/relationships/customXml" Target="../ink/ink1057.xml"/><Relationship Id="rId131" Type="http://schemas.openxmlformats.org/officeDocument/2006/relationships/image" Target="../media/image1075.png"/><Relationship Id="rId327" Type="http://schemas.openxmlformats.org/officeDocument/2006/relationships/image" Target="../media/image1173.png"/><Relationship Id="rId348" Type="http://schemas.openxmlformats.org/officeDocument/2006/relationships/customXml" Target="../ink/ink1176.xml"/><Relationship Id="rId369" Type="http://schemas.openxmlformats.org/officeDocument/2006/relationships/image" Target="../media/image1194.png"/><Relationship Id="rId152" Type="http://schemas.openxmlformats.org/officeDocument/2006/relationships/customXml" Target="../ink/ink1078.xml"/><Relationship Id="rId173" Type="http://schemas.openxmlformats.org/officeDocument/2006/relationships/image" Target="../media/image1096.png"/><Relationship Id="rId194" Type="http://schemas.openxmlformats.org/officeDocument/2006/relationships/customXml" Target="../ink/ink1099.xml"/><Relationship Id="rId208" Type="http://schemas.openxmlformats.org/officeDocument/2006/relationships/customXml" Target="../ink/ink1106.xml"/><Relationship Id="rId229" Type="http://schemas.openxmlformats.org/officeDocument/2006/relationships/image" Target="../media/image1124.png"/><Relationship Id="rId240" Type="http://schemas.openxmlformats.org/officeDocument/2006/relationships/customXml" Target="../ink/ink1122.xml"/><Relationship Id="rId261" Type="http://schemas.openxmlformats.org/officeDocument/2006/relationships/image" Target="../media/image1140.png"/><Relationship Id="rId14" Type="http://schemas.openxmlformats.org/officeDocument/2006/relationships/customXml" Target="../ink/ink1009.xml"/><Relationship Id="rId35" Type="http://schemas.openxmlformats.org/officeDocument/2006/relationships/image" Target="../media/image1027.png"/><Relationship Id="rId56" Type="http://schemas.openxmlformats.org/officeDocument/2006/relationships/customXml" Target="../ink/ink1030.xml"/><Relationship Id="rId77" Type="http://schemas.openxmlformats.org/officeDocument/2006/relationships/image" Target="../media/image1048.png"/><Relationship Id="rId100" Type="http://schemas.openxmlformats.org/officeDocument/2006/relationships/customXml" Target="../ink/ink1052.xml"/><Relationship Id="rId282" Type="http://schemas.openxmlformats.org/officeDocument/2006/relationships/customXml" Target="../ink/ink1143.xml"/><Relationship Id="rId317" Type="http://schemas.openxmlformats.org/officeDocument/2006/relationships/image" Target="../media/image1168.png"/><Relationship Id="rId338" Type="http://schemas.openxmlformats.org/officeDocument/2006/relationships/customXml" Target="../ink/ink1171.xml"/><Relationship Id="rId359" Type="http://schemas.openxmlformats.org/officeDocument/2006/relationships/image" Target="../media/image1189.png"/><Relationship Id="rId8" Type="http://schemas.openxmlformats.org/officeDocument/2006/relationships/customXml" Target="../ink/ink1006.xml"/><Relationship Id="rId98" Type="http://schemas.openxmlformats.org/officeDocument/2006/relationships/customXml" Target="../ink/ink1051.xml"/><Relationship Id="rId121" Type="http://schemas.openxmlformats.org/officeDocument/2006/relationships/image" Target="../media/image1070.png"/><Relationship Id="rId142" Type="http://schemas.openxmlformats.org/officeDocument/2006/relationships/customXml" Target="../ink/ink1073.xml"/><Relationship Id="rId163" Type="http://schemas.openxmlformats.org/officeDocument/2006/relationships/image" Target="../media/image1091.png"/><Relationship Id="rId184" Type="http://schemas.openxmlformats.org/officeDocument/2006/relationships/customXml" Target="../ink/ink1094.xml"/><Relationship Id="rId219" Type="http://schemas.openxmlformats.org/officeDocument/2006/relationships/image" Target="../media/image1119.png"/><Relationship Id="rId370" Type="http://schemas.openxmlformats.org/officeDocument/2006/relationships/image" Target="../media/image958.png"/><Relationship Id="rId230" Type="http://schemas.openxmlformats.org/officeDocument/2006/relationships/customXml" Target="../ink/ink1117.xml"/><Relationship Id="rId251" Type="http://schemas.openxmlformats.org/officeDocument/2006/relationships/image" Target="../media/image1135.png"/><Relationship Id="rId25" Type="http://schemas.openxmlformats.org/officeDocument/2006/relationships/image" Target="../media/image1022.png"/><Relationship Id="rId46" Type="http://schemas.openxmlformats.org/officeDocument/2006/relationships/customXml" Target="../ink/ink1025.xml"/><Relationship Id="rId67" Type="http://schemas.openxmlformats.org/officeDocument/2006/relationships/image" Target="../media/image1043.png"/><Relationship Id="rId272" Type="http://schemas.openxmlformats.org/officeDocument/2006/relationships/customXml" Target="../ink/ink1138.xml"/><Relationship Id="rId293" Type="http://schemas.openxmlformats.org/officeDocument/2006/relationships/image" Target="../media/image1156.png"/><Relationship Id="rId307" Type="http://schemas.openxmlformats.org/officeDocument/2006/relationships/image" Target="../media/image1163.png"/><Relationship Id="rId328" Type="http://schemas.openxmlformats.org/officeDocument/2006/relationships/customXml" Target="../ink/ink1166.xml"/><Relationship Id="rId349" Type="http://schemas.openxmlformats.org/officeDocument/2006/relationships/image" Target="../media/image1184.png"/><Relationship Id="rId88" Type="http://schemas.openxmlformats.org/officeDocument/2006/relationships/customXml" Target="../ink/ink1046.xml"/><Relationship Id="rId111" Type="http://schemas.openxmlformats.org/officeDocument/2006/relationships/image" Target="../media/image1065.png"/><Relationship Id="rId132" Type="http://schemas.openxmlformats.org/officeDocument/2006/relationships/customXml" Target="../ink/ink1068.xml"/><Relationship Id="rId153" Type="http://schemas.openxmlformats.org/officeDocument/2006/relationships/image" Target="../media/image1086.png"/><Relationship Id="rId174" Type="http://schemas.openxmlformats.org/officeDocument/2006/relationships/customXml" Target="../ink/ink1089.xml"/><Relationship Id="rId195" Type="http://schemas.openxmlformats.org/officeDocument/2006/relationships/image" Target="../media/image1107.png"/><Relationship Id="rId209" Type="http://schemas.openxmlformats.org/officeDocument/2006/relationships/image" Target="../media/image1114.png"/><Relationship Id="rId360" Type="http://schemas.openxmlformats.org/officeDocument/2006/relationships/customXml" Target="../ink/ink1182.xml"/><Relationship Id="rId220" Type="http://schemas.openxmlformats.org/officeDocument/2006/relationships/customXml" Target="../ink/ink1112.xml"/><Relationship Id="rId241" Type="http://schemas.openxmlformats.org/officeDocument/2006/relationships/image" Target="../media/image1130.png"/><Relationship Id="rId15" Type="http://schemas.openxmlformats.org/officeDocument/2006/relationships/image" Target="../media/image1017.png"/><Relationship Id="rId36" Type="http://schemas.openxmlformats.org/officeDocument/2006/relationships/customXml" Target="../ink/ink1020.xml"/><Relationship Id="rId57" Type="http://schemas.openxmlformats.org/officeDocument/2006/relationships/image" Target="../media/image1038.png"/><Relationship Id="rId262" Type="http://schemas.openxmlformats.org/officeDocument/2006/relationships/customXml" Target="../ink/ink1133.xml"/><Relationship Id="rId283" Type="http://schemas.openxmlformats.org/officeDocument/2006/relationships/image" Target="../media/image1151.png"/><Relationship Id="rId318" Type="http://schemas.openxmlformats.org/officeDocument/2006/relationships/customXml" Target="../ink/ink1161.xml"/><Relationship Id="rId339" Type="http://schemas.openxmlformats.org/officeDocument/2006/relationships/image" Target="../media/image1179.png"/><Relationship Id="rId10" Type="http://schemas.openxmlformats.org/officeDocument/2006/relationships/customXml" Target="../ink/ink1007.xml"/><Relationship Id="rId31" Type="http://schemas.openxmlformats.org/officeDocument/2006/relationships/image" Target="../media/image1025.png"/><Relationship Id="rId52" Type="http://schemas.openxmlformats.org/officeDocument/2006/relationships/customXml" Target="../ink/ink1028.xml"/><Relationship Id="rId73" Type="http://schemas.openxmlformats.org/officeDocument/2006/relationships/image" Target="../media/image1046.png"/><Relationship Id="rId78" Type="http://schemas.openxmlformats.org/officeDocument/2006/relationships/customXml" Target="../ink/ink1041.xml"/><Relationship Id="rId94" Type="http://schemas.openxmlformats.org/officeDocument/2006/relationships/customXml" Target="../ink/ink1049.xml"/><Relationship Id="rId99" Type="http://schemas.openxmlformats.org/officeDocument/2006/relationships/image" Target="../media/image1059.png"/><Relationship Id="rId101" Type="http://schemas.openxmlformats.org/officeDocument/2006/relationships/image" Target="../media/image1060.png"/><Relationship Id="rId122" Type="http://schemas.openxmlformats.org/officeDocument/2006/relationships/customXml" Target="../ink/ink1063.xml"/><Relationship Id="rId143" Type="http://schemas.openxmlformats.org/officeDocument/2006/relationships/image" Target="../media/image1081.png"/><Relationship Id="rId148" Type="http://schemas.openxmlformats.org/officeDocument/2006/relationships/customXml" Target="../ink/ink1076.xml"/><Relationship Id="rId164" Type="http://schemas.openxmlformats.org/officeDocument/2006/relationships/customXml" Target="../ink/ink1084.xml"/><Relationship Id="rId169" Type="http://schemas.openxmlformats.org/officeDocument/2006/relationships/image" Target="../media/image1094.png"/><Relationship Id="rId185" Type="http://schemas.openxmlformats.org/officeDocument/2006/relationships/image" Target="../media/image1102.png"/><Relationship Id="rId334" Type="http://schemas.openxmlformats.org/officeDocument/2006/relationships/customXml" Target="../ink/ink1169.xml"/><Relationship Id="rId350" Type="http://schemas.openxmlformats.org/officeDocument/2006/relationships/customXml" Target="../ink/ink1177.xml"/><Relationship Id="rId355" Type="http://schemas.openxmlformats.org/officeDocument/2006/relationships/image" Target="../media/image1187.png"/><Relationship Id="rId4" Type="http://schemas.openxmlformats.org/officeDocument/2006/relationships/customXml" Target="../ink/ink1004.xml"/><Relationship Id="rId9" Type="http://schemas.openxmlformats.org/officeDocument/2006/relationships/image" Target="../media/image1014.png"/><Relationship Id="rId180" Type="http://schemas.openxmlformats.org/officeDocument/2006/relationships/customXml" Target="../ink/ink1092.xml"/><Relationship Id="rId210" Type="http://schemas.openxmlformats.org/officeDocument/2006/relationships/customXml" Target="../ink/ink1107.xml"/><Relationship Id="rId215" Type="http://schemas.openxmlformats.org/officeDocument/2006/relationships/image" Target="../media/image1117.png"/><Relationship Id="rId236" Type="http://schemas.openxmlformats.org/officeDocument/2006/relationships/customXml" Target="../ink/ink1120.xml"/><Relationship Id="rId257" Type="http://schemas.openxmlformats.org/officeDocument/2006/relationships/image" Target="../media/image1138.png"/><Relationship Id="rId278" Type="http://schemas.openxmlformats.org/officeDocument/2006/relationships/customXml" Target="../ink/ink1141.xml"/><Relationship Id="rId26" Type="http://schemas.openxmlformats.org/officeDocument/2006/relationships/customXml" Target="../ink/ink1015.xml"/><Relationship Id="rId231" Type="http://schemas.openxmlformats.org/officeDocument/2006/relationships/image" Target="../media/image1125.png"/><Relationship Id="rId252" Type="http://schemas.openxmlformats.org/officeDocument/2006/relationships/customXml" Target="../ink/ink1128.xml"/><Relationship Id="rId273" Type="http://schemas.openxmlformats.org/officeDocument/2006/relationships/image" Target="../media/image1146.png"/><Relationship Id="rId294" Type="http://schemas.openxmlformats.org/officeDocument/2006/relationships/customXml" Target="../ink/ink1149.xml"/><Relationship Id="rId308" Type="http://schemas.openxmlformats.org/officeDocument/2006/relationships/customXml" Target="../ink/ink1156.xml"/><Relationship Id="rId329" Type="http://schemas.openxmlformats.org/officeDocument/2006/relationships/image" Target="../media/image1174.png"/><Relationship Id="rId47" Type="http://schemas.openxmlformats.org/officeDocument/2006/relationships/image" Target="../media/image1033.png"/><Relationship Id="rId68" Type="http://schemas.openxmlformats.org/officeDocument/2006/relationships/customXml" Target="../ink/ink1036.xml"/><Relationship Id="rId89" Type="http://schemas.openxmlformats.org/officeDocument/2006/relationships/image" Target="../media/image1054.png"/><Relationship Id="rId112" Type="http://schemas.openxmlformats.org/officeDocument/2006/relationships/customXml" Target="../ink/ink1058.xml"/><Relationship Id="rId133" Type="http://schemas.openxmlformats.org/officeDocument/2006/relationships/image" Target="../media/image1076.png"/><Relationship Id="rId154" Type="http://schemas.openxmlformats.org/officeDocument/2006/relationships/customXml" Target="../ink/ink1079.xml"/><Relationship Id="rId175" Type="http://schemas.openxmlformats.org/officeDocument/2006/relationships/image" Target="../media/image1097.png"/><Relationship Id="rId340" Type="http://schemas.openxmlformats.org/officeDocument/2006/relationships/customXml" Target="../ink/ink1172.xml"/><Relationship Id="rId361" Type="http://schemas.openxmlformats.org/officeDocument/2006/relationships/image" Target="../media/image1190.png"/><Relationship Id="rId196" Type="http://schemas.openxmlformats.org/officeDocument/2006/relationships/customXml" Target="../ink/ink1100.xml"/><Relationship Id="rId200" Type="http://schemas.openxmlformats.org/officeDocument/2006/relationships/customXml" Target="../ink/ink1102.xml"/><Relationship Id="rId16" Type="http://schemas.openxmlformats.org/officeDocument/2006/relationships/customXml" Target="../ink/ink1010.xml"/><Relationship Id="rId221" Type="http://schemas.openxmlformats.org/officeDocument/2006/relationships/image" Target="../media/image1120.png"/><Relationship Id="rId242" Type="http://schemas.openxmlformats.org/officeDocument/2006/relationships/customXml" Target="../ink/ink1123.xml"/><Relationship Id="rId263" Type="http://schemas.openxmlformats.org/officeDocument/2006/relationships/image" Target="../media/image1141.png"/><Relationship Id="rId284" Type="http://schemas.openxmlformats.org/officeDocument/2006/relationships/customXml" Target="../ink/ink1144.xml"/><Relationship Id="rId319" Type="http://schemas.openxmlformats.org/officeDocument/2006/relationships/image" Target="../media/image1169.png"/><Relationship Id="rId37" Type="http://schemas.openxmlformats.org/officeDocument/2006/relationships/image" Target="../media/image1028.png"/><Relationship Id="rId58" Type="http://schemas.openxmlformats.org/officeDocument/2006/relationships/customXml" Target="../ink/ink1031.xml"/><Relationship Id="rId79" Type="http://schemas.openxmlformats.org/officeDocument/2006/relationships/image" Target="../media/image1049.png"/><Relationship Id="rId102" Type="http://schemas.openxmlformats.org/officeDocument/2006/relationships/customXml" Target="../ink/ink1053.xml"/><Relationship Id="rId123" Type="http://schemas.openxmlformats.org/officeDocument/2006/relationships/image" Target="../media/image1071.png"/><Relationship Id="rId144" Type="http://schemas.openxmlformats.org/officeDocument/2006/relationships/customXml" Target="../ink/ink1074.xml"/><Relationship Id="rId330" Type="http://schemas.openxmlformats.org/officeDocument/2006/relationships/customXml" Target="../ink/ink1167.xml"/><Relationship Id="rId90" Type="http://schemas.openxmlformats.org/officeDocument/2006/relationships/customXml" Target="../ink/ink1047.xml"/><Relationship Id="rId165" Type="http://schemas.openxmlformats.org/officeDocument/2006/relationships/image" Target="../media/image1092.png"/><Relationship Id="rId186" Type="http://schemas.openxmlformats.org/officeDocument/2006/relationships/customXml" Target="../ink/ink1095.xml"/><Relationship Id="rId351" Type="http://schemas.openxmlformats.org/officeDocument/2006/relationships/image" Target="../media/image1185.png"/><Relationship Id="rId211" Type="http://schemas.openxmlformats.org/officeDocument/2006/relationships/image" Target="../media/image1115.png"/><Relationship Id="rId232" Type="http://schemas.openxmlformats.org/officeDocument/2006/relationships/customXml" Target="../ink/ink1118.xml"/><Relationship Id="rId253" Type="http://schemas.openxmlformats.org/officeDocument/2006/relationships/image" Target="../media/image1136.png"/><Relationship Id="rId274" Type="http://schemas.openxmlformats.org/officeDocument/2006/relationships/customXml" Target="../ink/ink1139.xml"/><Relationship Id="rId295" Type="http://schemas.openxmlformats.org/officeDocument/2006/relationships/image" Target="../media/image1157.png"/><Relationship Id="rId309" Type="http://schemas.openxmlformats.org/officeDocument/2006/relationships/image" Target="../media/image1164.png"/><Relationship Id="rId27" Type="http://schemas.openxmlformats.org/officeDocument/2006/relationships/image" Target="../media/image1023.png"/><Relationship Id="rId48" Type="http://schemas.openxmlformats.org/officeDocument/2006/relationships/customXml" Target="../ink/ink1026.xml"/><Relationship Id="rId69" Type="http://schemas.openxmlformats.org/officeDocument/2006/relationships/image" Target="../media/image1044.png"/><Relationship Id="rId113" Type="http://schemas.openxmlformats.org/officeDocument/2006/relationships/image" Target="../media/image1066.png"/><Relationship Id="rId134" Type="http://schemas.openxmlformats.org/officeDocument/2006/relationships/customXml" Target="../ink/ink1069.xml"/><Relationship Id="rId320" Type="http://schemas.openxmlformats.org/officeDocument/2006/relationships/customXml" Target="../ink/ink1162.xml"/><Relationship Id="rId80" Type="http://schemas.openxmlformats.org/officeDocument/2006/relationships/customXml" Target="../ink/ink1042.xml"/><Relationship Id="rId155" Type="http://schemas.openxmlformats.org/officeDocument/2006/relationships/image" Target="../media/image1087.png"/><Relationship Id="rId176" Type="http://schemas.openxmlformats.org/officeDocument/2006/relationships/customXml" Target="../ink/ink1090.xml"/><Relationship Id="rId197" Type="http://schemas.openxmlformats.org/officeDocument/2006/relationships/image" Target="../media/image1108.png"/><Relationship Id="rId341" Type="http://schemas.openxmlformats.org/officeDocument/2006/relationships/image" Target="../media/image1180.png"/><Relationship Id="rId362" Type="http://schemas.openxmlformats.org/officeDocument/2006/relationships/customXml" Target="../ink/ink1183.xml"/><Relationship Id="rId201" Type="http://schemas.openxmlformats.org/officeDocument/2006/relationships/image" Target="../media/image1110.png"/><Relationship Id="rId222" Type="http://schemas.openxmlformats.org/officeDocument/2006/relationships/customXml" Target="../ink/ink1113.xml"/><Relationship Id="rId243" Type="http://schemas.openxmlformats.org/officeDocument/2006/relationships/image" Target="../media/image1131.png"/><Relationship Id="rId264" Type="http://schemas.openxmlformats.org/officeDocument/2006/relationships/customXml" Target="../ink/ink1134.xml"/><Relationship Id="rId285" Type="http://schemas.openxmlformats.org/officeDocument/2006/relationships/image" Target="../media/image1152.png"/><Relationship Id="rId17" Type="http://schemas.openxmlformats.org/officeDocument/2006/relationships/image" Target="../media/image1018.png"/><Relationship Id="rId38" Type="http://schemas.openxmlformats.org/officeDocument/2006/relationships/customXml" Target="../ink/ink1021.xml"/><Relationship Id="rId59" Type="http://schemas.openxmlformats.org/officeDocument/2006/relationships/image" Target="../media/image1039.png"/><Relationship Id="rId103" Type="http://schemas.openxmlformats.org/officeDocument/2006/relationships/image" Target="../media/image1061.png"/><Relationship Id="rId124" Type="http://schemas.openxmlformats.org/officeDocument/2006/relationships/customXml" Target="../ink/ink1064.xml"/><Relationship Id="rId310" Type="http://schemas.openxmlformats.org/officeDocument/2006/relationships/customXml" Target="../ink/ink1157.xml"/><Relationship Id="rId70" Type="http://schemas.openxmlformats.org/officeDocument/2006/relationships/customXml" Target="../ink/ink1037.xml"/><Relationship Id="rId91" Type="http://schemas.openxmlformats.org/officeDocument/2006/relationships/image" Target="../media/image1055.png"/><Relationship Id="rId145" Type="http://schemas.openxmlformats.org/officeDocument/2006/relationships/image" Target="../media/image1082.png"/><Relationship Id="rId166" Type="http://schemas.openxmlformats.org/officeDocument/2006/relationships/customXml" Target="../ink/ink1085.xml"/><Relationship Id="rId187" Type="http://schemas.openxmlformats.org/officeDocument/2006/relationships/image" Target="../media/image1103.png"/><Relationship Id="rId331" Type="http://schemas.openxmlformats.org/officeDocument/2006/relationships/image" Target="../media/image1175.png"/><Relationship Id="rId352" Type="http://schemas.openxmlformats.org/officeDocument/2006/relationships/customXml" Target="../ink/ink1178.xml"/><Relationship Id="rId1" Type="http://schemas.openxmlformats.org/officeDocument/2006/relationships/slideLayout" Target="../slideLayouts/slideLayout2.xml"/><Relationship Id="rId212" Type="http://schemas.openxmlformats.org/officeDocument/2006/relationships/customXml" Target="../ink/ink1108.xml"/><Relationship Id="rId233" Type="http://schemas.openxmlformats.org/officeDocument/2006/relationships/image" Target="../media/image1126.png"/><Relationship Id="rId254" Type="http://schemas.openxmlformats.org/officeDocument/2006/relationships/customXml" Target="../ink/ink1129.xml"/><Relationship Id="rId28" Type="http://schemas.openxmlformats.org/officeDocument/2006/relationships/customXml" Target="../ink/ink1016.xml"/><Relationship Id="rId49" Type="http://schemas.openxmlformats.org/officeDocument/2006/relationships/image" Target="../media/image1034.png"/><Relationship Id="rId114" Type="http://schemas.openxmlformats.org/officeDocument/2006/relationships/customXml" Target="../ink/ink1059.xml"/><Relationship Id="rId275" Type="http://schemas.openxmlformats.org/officeDocument/2006/relationships/image" Target="../media/image1147.png"/><Relationship Id="rId296" Type="http://schemas.openxmlformats.org/officeDocument/2006/relationships/customXml" Target="../ink/ink1150.xml"/><Relationship Id="rId300" Type="http://schemas.openxmlformats.org/officeDocument/2006/relationships/customXml" Target="../ink/ink1152.xml"/><Relationship Id="rId60" Type="http://schemas.openxmlformats.org/officeDocument/2006/relationships/customXml" Target="../ink/ink1032.xml"/><Relationship Id="rId81" Type="http://schemas.openxmlformats.org/officeDocument/2006/relationships/image" Target="../media/image1050.png"/><Relationship Id="rId135" Type="http://schemas.openxmlformats.org/officeDocument/2006/relationships/image" Target="../media/image1077.png"/><Relationship Id="rId156" Type="http://schemas.openxmlformats.org/officeDocument/2006/relationships/customXml" Target="../ink/ink1080.xml"/><Relationship Id="rId177" Type="http://schemas.openxmlformats.org/officeDocument/2006/relationships/image" Target="../media/image1098.png"/><Relationship Id="rId198" Type="http://schemas.openxmlformats.org/officeDocument/2006/relationships/customXml" Target="../ink/ink1101.xml"/><Relationship Id="rId321" Type="http://schemas.openxmlformats.org/officeDocument/2006/relationships/image" Target="../media/image1170.png"/><Relationship Id="rId342" Type="http://schemas.openxmlformats.org/officeDocument/2006/relationships/customXml" Target="../ink/ink1173.xml"/><Relationship Id="rId363" Type="http://schemas.openxmlformats.org/officeDocument/2006/relationships/image" Target="../media/image1191.png"/><Relationship Id="rId202" Type="http://schemas.openxmlformats.org/officeDocument/2006/relationships/customXml" Target="../ink/ink1103.xml"/><Relationship Id="rId223" Type="http://schemas.openxmlformats.org/officeDocument/2006/relationships/image" Target="../media/image1121.png"/><Relationship Id="rId244" Type="http://schemas.openxmlformats.org/officeDocument/2006/relationships/customXml" Target="../ink/ink1124.xml"/><Relationship Id="rId18" Type="http://schemas.openxmlformats.org/officeDocument/2006/relationships/customXml" Target="../ink/ink1011.xml"/><Relationship Id="rId39" Type="http://schemas.openxmlformats.org/officeDocument/2006/relationships/image" Target="../media/image1029.png"/><Relationship Id="rId265" Type="http://schemas.openxmlformats.org/officeDocument/2006/relationships/image" Target="../media/image1142.png"/><Relationship Id="rId286" Type="http://schemas.openxmlformats.org/officeDocument/2006/relationships/customXml" Target="../ink/ink1145.xml"/><Relationship Id="rId50" Type="http://schemas.openxmlformats.org/officeDocument/2006/relationships/customXml" Target="../ink/ink1027.xml"/><Relationship Id="rId104" Type="http://schemas.openxmlformats.org/officeDocument/2006/relationships/customXml" Target="../ink/ink1054.xml"/><Relationship Id="rId125" Type="http://schemas.openxmlformats.org/officeDocument/2006/relationships/image" Target="../media/image1072.png"/><Relationship Id="rId146" Type="http://schemas.openxmlformats.org/officeDocument/2006/relationships/customXml" Target="../ink/ink1075.xml"/><Relationship Id="rId167" Type="http://schemas.openxmlformats.org/officeDocument/2006/relationships/image" Target="../media/image1093.png"/><Relationship Id="rId188" Type="http://schemas.openxmlformats.org/officeDocument/2006/relationships/customXml" Target="../ink/ink1096.xml"/><Relationship Id="rId311" Type="http://schemas.openxmlformats.org/officeDocument/2006/relationships/image" Target="../media/image1165.png"/><Relationship Id="rId332" Type="http://schemas.openxmlformats.org/officeDocument/2006/relationships/customXml" Target="../ink/ink1168.xml"/><Relationship Id="rId353" Type="http://schemas.openxmlformats.org/officeDocument/2006/relationships/image" Target="../media/image1186.png"/><Relationship Id="rId71" Type="http://schemas.openxmlformats.org/officeDocument/2006/relationships/image" Target="../media/image1045.png"/><Relationship Id="rId92" Type="http://schemas.openxmlformats.org/officeDocument/2006/relationships/customXml" Target="../ink/ink1048.xml"/><Relationship Id="rId213" Type="http://schemas.openxmlformats.org/officeDocument/2006/relationships/image" Target="../media/image1116.png"/><Relationship Id="rId234" Type="http://schemas.openxmlformats.org/officeDocument/2006/relationships/customXml" Target="../ink/ink1119.xml"/><Relationship Id="rId2" Type="http://schemas.openxmlformats.org/officeDocument/2006/relationships/customXml" Target="../ink/ink1003.xml"/><Relationship Id="rId29" Type="http://schemas.openxmlformats.org/officeDocument/2006/relationships/image" Target="../media/image1024.png"/><Relationship Id="rId255" Type="http://schemas.openxmlformats.org/officeDocument/2006/relationships/image" Target="../media/image1137.png"/><Relationship Id="rId276" Type="http://schemas.openxmlformats.org/officeDocument/2006/relationships/customXml" Target="../ink/ink1140.xml"/><Relationship Id="rId297" Type="http://schemas.openxmlformats.org/officeDocument/2006/relationships/image" Target="../media/image1158.png"/><Relationship Id="rId40" Type="http://schemas.openxmlformats.org/officeDocument/2006/relationships/customXml" Target="../ink/ink1022.xml"/><Relationship Id="rId115" Type="http://schemas.openxmlformats.org/officeDocument/2006/relationships/image" Target="../media/image1067.png"/><Relationship Id="rId136" Type="http://schemas.openxmlformats.org/officeDocument/2006/relationships/customXml" Target="../ink/ink1070.xml"/><Relationship Id="rId157" Type="http://schemas.openxmlformats.org/officeDocument/2006/relationships/image" Target="../media/image1088.png"/><Relationship Id="rId178" Type="http://schemas.openxmlformats.org/officeDocument/2006/relationships/customXml" Target="../ink/ink1091.xml"/><Relationship Id="rId301" Type="http://schemas.openxmlformats.org/officeDocument/2006/relationships/image" Target="../media/image1160.png"/><Relationship Id="rId322" Type="http://schemas.openxmlformats.org/officeDocument/2006/relationships/customXml" Target="../ink/ink1163.xml"/><Relationship Id="rId343" Type="http://schemas.openxmlformats.org/officeDocument/2006/relationships/image" Target="../media/image1181.png"/><Relationship Id="rId364" Type="http://schemas.openxmlformats.org/officeDocument/2006/relationships/customXml" Target="../ink/ink1184.xml"/><Relationship Id="rId61" Type="http://schemas.openxmlformats.org/officeDocument/2006/relationships/image" Target="../media/image1040.png"/><Relationship Id="rId82" Type="http://schemas.openxmlformats.org/officeDocument/2006/relationships/customXml" Target="../ink/ink1043.xml"/><Relationship Id="rId199" Type="http://schemas.openxmlformats.org/officeDocument/2006/relationships/image" Target="../media/image1109.png"/><Relationship Id="rId203" Type="http://schemas.openxmlformats.org/officeDocument/2006/relationships/image" Target="../media/image1111.png"/><Relationship Id="rId19" Type="http://schemas.openxmlformats.org/officeDocument/2006/relationships/image" Target="../media/image1019.png"/><Relationship Id="rId224" Type="http://schemas.openxmlformats.org/officeDocument/2006/relationships/customXml" Target="../ink/ink1114.xml"/><Relationship Id="rId245" Type="http://schemas.openxmlformats.org/officeDocument/2006/relationships/image" Target="../media/image1132.png"/><Relationship Id="rId266" Type="http://schemas.openxmlformats.org/officeDocument/2006/relationships/customXml" Target="../ink/ink1135.xml"/><Relationship Id="rId287" Type="http://schemas.openxmlformats.org/officeDocument/2006/relationships/image" Target="../media/image1153.png"/><Relationship Id="rId30" Type="http://schemas.openxmlformats.org/officeDocument/2006/relationships/customXml" Target="../ink/ink1017.xml"/><Relationship Id="rId105" Type="http://schemas.openxmlformats.org/officeDocument/2006/relationships/image" Target="../media/image1062.png"/><Relationship Id="rId126" Type="http://schemas.openxmlformats.org/officeDocument/2006/relationships/customXml" Target="../ink/ink1065.xml"/><Relationship Id="rId147" Type="http://schemas.openxmlformats.org/officeDocument/2006/relationships/image" Target="../media/image1083.png"/><Relationship Id="rId168" Type="http://schemas.openxmlformats.org/officeDocument/2006/relationships/customXml" Target="../ink/ink1086.xml"/><Relationship Id="rId312" Type="http://schemas.openxmlformats.org/officeDocument/2006/relationships/customXml" Target="../ink/ink1158.xml"/><Relationship Id="rId333" Type="http://schemas.openxmlformats.org/officeDocument/2006/relationships/image" Target="../media/image1176.png"/><Relationship Id="rId354" Type="http://schemas.openxmlformats.org/officeDocument/2006/relationships/customXml" Target="../ink/ink1179.xml"/><Relationship Id="rId51" Type="http://schemas.openxmlformats.org/officeDocument/2006/relationships/image" Target="../media/image1035.png"/><Relationship Id="rId72" Type="http://schemas.openxmlformats.org/officeDocument/2006/relationships/customXml" Target="../ink/ink1038.xml"/><Relationship Id="rId93" Type="http://schemas.openxmlformats.org/officeDocument/2006/relationships/image" Target="../media/image1056.png"/><Relationship Id="rId189" Type="http://schemas.openxmlformats.org/officeDocument/2006/relationships/image" Target="../media/image1104.png"/><Relationship Id="rId3" Type="http://schemas.openxmlformats.org/officeDocument/2006/relationships/image" Target="../media/image1011.png"/><Relationship Id="rId214" Type="http://schemas.openxmlformats.org/officeDocument/2006/relationships/customXml" Target="../ink/ink1109.xml"/><Relationship Id="rId235" Type="http://schemas.openxmlformats.org/officeDocument/2006/relationships/image" Target="../media/image1127.png"/><Relationship Id="rId256" Type="http://schemas.openxmlformats.org/officeDocument/2006/relationships/customXml" Target="../ink/ink1130.xml"/><Relationship Id="rId277" Type="http://schemas.openxmlformats.org/officeDocument/2006/relationships/image" Target="../media/image1148.png"/><Relationship Id="rId298" Type="http://schemas.openxmlformats.org/officeDocument/2006/relationships/customXml" Target="../ink/ink1151.xml"/><Relationship Id="rId116" Type="http://schemas.openxmlformats.org/officeDocument/2006/relationships/customXml" Target="../ink/ink1060.xml"/><Relationship Id="rId137" Type="http://schemas.openxmlformats.org/officeDocument/2006/relationships/image" Target="../media/image1078.png"/><Relationship Id="rId158" Type="http://schemas.openxmlformats.org/officeDocument/2006/relationships/customXml" Target="../ink/ink1081.xml"/><Relationship Id="rId302" Type="http://schemas.openxmlformats.org/officeDocument/2006/relationships/customXml" Target="../ink/ink1153.xml"/><Relationship Id="rId323" Type="http://schemas.openxmlformats.org/officeDocument/2006/relationships/image" Target="../media/image1171.png"/><Relationship Id="rId344" Type="http://schemas.openxmlformats.org/officeDocument/2006/relationships/customXml" Target="../ink/ink1174.xml"/><Relationship Id="rId20" Type="http://schemas.openxmlformats.org/officeDocument/2006/relationships/customXml" Target="../ink/ink1012.xml"/><Relationship Id="rId41" Type="http://schemas.openxmlformats.org/officeDocument/2006/relationships/image" Target="../media/image1030.png"/><Relationship Id="rId62" Type="http://schemas.openxmlformats.org/officeDocument/2006/relationships/customXml" Target="../ink/ink1033.xml"/><Relationship Id="rId83" Type="http://schemas.openxmlformats.org/officeDocument/2006/relationships/image" Target="../media/image1051.png"/><Relationship Id="rId179" Type="http://schemas.openxmlformats.org/officeDocument/2006/relationships/image" Target="../media/image1099.png"/><Relationship Id="rId365" Type="http://schemas.openxmlformats.org/officeDocument/2006/relationships/image" Target="../media/image1192.png"/><Relationship Id="rId190" Type="http://schemas.openxmlformats.org/officeDocument/2006/relationships/customXml" Target="../ink/ink1097.xml"/><Relationship Id="rId204" Type="http://schemas.openxmlformats.org/officeDocument/2006/relationships/customXml" Target="../ink/ink1104.xml"/><Relationship Id="rId225" Type="http://schemas.openxmlformats.org/officeDocument/2006/relationships/image" Target="../media/image1122.png"/><Relationship Id="rId246" Type="http://schemas.openxmlformats.org/officeDocument/2006/relationships/customXml" Target="../ink/ink1125.xml"/><Relationship Id="rId267" Type="http://schemas.openxmlformats.org/officeDocument/2006/relationships/image" Target="../media/image1143.png"/><Relationship Id="rId288" Type="http://schemas.openxmlformats.org/officeDocument/2006/relationships/customXml" Target="../ink/ink1146.xml"/><Relationship Id="rId106" Type="http://schemas.openxmlformats.org/officeDocument/2006/relationships/customXml" Target="../ink/ink1055.xml"/><Relationship Id="rId127" Type="http://schemas.openxmlformats.org/officeDocument/2006/relationships/image" Target="../media/image1073.png"/><Relationship Id="rId313" Type="http://schemas.openxmlformats.org/officeDocument/2006/relationships/image" Target="../media/image1166.png"/></Relationships>
</file>

<file path=ppt/slides/_rels/slide19.xml.rels><?xml version="1.0" encoding="UTF-8" standalone="yes"?>
<Relationships xmlns="http://schemas.openxmlformats.org/package/2006/relationships"><Relationship Id="rId8" Type="http://schemas.openxmlformats.org/officeDocument/2006/relationships/image" Target="../media/image1199.png"/><Relationship Id="rId13" Type="http://schemas.openxmlformats.org/officeDocument/2006/relationships/customXml" Target="../ink/ink1192.xml"/><Relationship Id="rId18" Type="http://schemas.openxmlformats.org/officeDocument/2006/relationships/image" Target="../media/image1204.png"/><Relationship Id="rId26" Type="http://schemas.openxmlformats.org/officeDocument/2006/relationships/image" Target="../media/image1208.png"/><Relationship Id="rId3" Type="http://schemas.openxmlformats.org/officeDocument/2006/relationships/customXml" Target="../ink/ink1187.xml"/><Relationship Id="rId21" Type="http://schemas.openxmlformats.org/officeDocument/2006/relationships/customXml" Target="../ink/ink1196.xml"/><Relationship Id="rId34" Type="http://schemas.openxmlformats.org/officeDocument/2006/relationships/image" Target="../media/image1212.png"/><Relationship Id="rId7" Type="http://schemas.openxmlformats.org/officeDocument/2006/relationships/customXml" Target="../ink/ink1189.xml"/><Relationship Id="rId12" Type="http://schemas.openxmlformats.org/officeDocument/2006/relationships/image" Target="../media/image1201.png"/><Relationship Id="rId17" Type="http://schemas.openxmlformats.org/officeDocument/2006/relationships/customXml" Target="../ink/ink1194.xml"/><Relationship Id="rId25" Type="http://schemas.openxmlformats.org/officeDocument/2006/relationships/customXml" Target="../ink/ink1198.xml"/><Relationship Id="rId33" Type="http://schemas.openxmlformats.org/officeDocument/2006/relationships/customXml" Target="../ink/ink1202.xml"/><Relationship Id="rId2" Type="http://schemas.openxmlformats.org/officeDocument/2006/relationships/image" Target="../media/image1195.png"/><Relationship Id="rId16" Type="http://schemas.openxmlformats.org/officeDocument/2006/relationships/image" Target="../media/image1203.png"/><Relationship Id="rId20" Type="http://schemas.openxmlformats.org/officeDocument/2006/relationships/image" Target="../media/image1205.png"/><Relationship Id="rId29" Type="http://schemas.openxmlformats.org/officeDocument/2006/relationships/customXml" Target="../ink/ink1200.xml"/><Relationship Id="rId1" Type="http://schemas.openxmlformats.org/officeDocument/2006/relationships/slideLayout" Target="../slideLayouts/slideLayout2.xml"/><Relationship Id="rId6" Type="http://schemas.openxmlformats.org/officeDocument/2006/relationships/image" Target="../media/image1198.png"/><Relationship Id="rId11" Type="http://schemas.openxmlformats.org/officeDocument/2006/relationships/customXml" Target="../ink/ink1191.xml"/><Relationship Id="rId24" Type="http://schemas.openxmlformats.org/officeDocument/2006/relationships/image" Target="../media/image1207.png"/><Relationship Id="rId32" Type="http://schemas.openxmlformats.org/officeDocument/2006/relationships/image" Target="../media/image1211.png"/><Relationship Id="rId5" Type="http://schemas.openxmlformats.org/officeDocument/2006/relationships/customXml" Target="../ink/ink1188.xml"/><Relationship Id="rId15" Type="http://schemas.openxmlformats.org/officeDocument/2006/relationships/customXml" Target="../ink/ink1193.xml"/><Relationship Id="rId23" Type="http://schemas.openxmlformats.org/officeDocument/2006/relationships/customXml" Target="../ink/ink1197.xml"/><Relationship Id="rId28" Type="http://schemas.openxmlformats.org/officeDocument/2006/relationships/image" Target="../media/image1209.png"/><Relationship Id="rId10" Type="http://schemas.openxmlformats.org/officeDocument/2006/relationships/image" Target="../media/image1200.png"/><Relationship Id="rId19" Type="http://schemas.openxmlformats.org/officeDocument/2006/relationships/customXml" Target="../ink/ink1195.xml"/><Relationship Id="rId31" Type="http://schemas.openxmlformats.org/officeDocument/2006/relationships/customXml" Target="../ink/ink1201.xml"/><Relationship Id="rId4" Type="http://schemas.openxmlformats.org/officeDocument/2006/relationships/image" Target="../media/image1197.png"/><Relationship Id="rId9" Type="http://schemas.openxmlformats.org/officeDocument/2006/relationships/customXml" Target="../ink/ink1190.xml"/><Relationship Id="rId14" Type="http://schemas.openxmlformats.org/officeDocument/2006/relationships/image" Target="../media/image1202.png"/><Relationship Id="rId22" Type="http://schemas.openxmlformats.org/officeDocument/2006/relationships/image" Target="../media/image1206.png"/><Relationship Id="rId27" Type="http://schemas.openxmlformats.org/officeDocument/2006/relationships/customXml" Target="../ink/ink1199.xml"/><Relationship Id="rId30" Type="http://schemas.openxmlformats.org/officeDocument/2006/relationships/image" Target="../media/image1210.png"/></Relationships>
</file>

<file path=ppt/slides/_rels/slide20.xml.rels><?xml version="1.0" encoding="UTF-8" standalone="yes"?>
<Relationships xmlns="http://schemas.openxmlformats.org/package/2006/relationships"><Relationship Id="rId117" Type="http://schemas.openxmlformats.org/officeDocument/2006/relationships/customXml" Target="../ink/ink1260.xml"/><Relationship Id="rId21" Type="http://schemas.openxmlformats.org/officeDocument/2006/relationships/customXml" Target="../ink/ink1212.xml"/><Relationship Id="rId42" Type="http://schemas.openxmlformats.org/officeDocument/2006/relationships/image" Target="../media/image1232.png"/><Relationship Id="rId63" Type="http://schemas.openxmlformats.org/officeDocument/2006/relationships/customXml" Target="../ink/ink1233.xml"/><Relationship Id="rId84" Type="http://schemas.openxmlformats.org/officeDocument/2006/relationships/image" Target="../media/image1253.png"/><Relationship Id="rId138" Type="http://schemas.openxmlformats.org/officeDocument/2006/relationships/image" Target="../media/image1280.png"/><Relationship Id="rId159" Type="http://schemas.openxmlformats.org/officeDocument/2006/relationships/customXml" Target="../ink/ink1281.xml"/><Relationship Id="rId170" Type="http://schemas.openxmlformats.org/officeDocument/2006/relationships/image" Target="../media/image1296.png"/><Relationship Id="rId191" Type="http://schemas.openxmlformats.org/officeDocument/2006/relationships/customXml" Target="../ink/ink1297.xml"/><Relationship Id="rId205" Type="http://schemas.openxmlformats.org/officeDocument/2006/relationships/customXml" Target="../ink/ink1304.xml"/><Relationship Id="rId107" Type="http://schemas.openxmlformats.org/officeDocument/2006/relationships/customXml" Target="../ink/ink1255.xml"/><Relationship Id="rId11" Type="http://schemas.openxmlformats.org/officeDocument/2006/relationships/customXml" Target="../ink/ink1207.xml"/><Relationship Id="rId32" Type="http://schemas.openxmlformats.org/officeDocument/2006/relationships/image" Target="../media/image1227.png"/><Relationship Id="rId37" Type="http://schemas.openxmlformats.org/officeDocument/2006/relationships/customXml" Target="../ink/ink1220.xml"/><Relationship Id="rId53" Type="http://schemas.openxmlformats.org/officeDocument/2006/relationships/customXml" Target="../ink/ink1228.xml"/><Relationship Id="rId58" Type="http://schemas.openxmlformats.org/officeDocument/2006/relationships/image" Target="../media/image1240.png"/><Relationship Id="rId74" Type="http://schemas.openxmlformats.org/officeDocument/2006/relationships/image" Target="../media/image1248.png"/><Relationship Id="rId79" Type="http://schemas.openxmlformats.org/officeDocument/2006/relationships/customXml" Target="../ink/ink1241.xml"/><Relationship Id="rId102" Type="http://schemas.openxmlformats.org/officeDocument/2006/relationships/image" Target="../media/image1262.png"/><Relationship Id="rId123" Type="http://schemas.openxmlformats.org/officeDocument/2006/relationships/customXml" Target="../ink/ink1263.xml"/><Relationship Id="rId128" Type="http://schemas.openxmlformats.org/officeDocument/2006/relationships/image" Target="../media/image1275.png"/><Relationship Id="rId144" Type="http://schemas.openxmlformats.org/officeDocument/2006/relationships/image" Target="../media/image1283.png"/><Relationship Id="rId149" Type="http://schemas.openxmlformats.org/officeDocument/2006/relationships/customXml" Target="../ink/ink1276.xml"/><Relationship Id="rId5" Type="http://schemas.openxmlformats.org/officeDocument/2006/relationships/customXml" Target="../ink/ink1204.xml"/><Relationship Id="rId90" Type="http://schemas.openxmlformats.org/officeDocument/2006/relationships/image" Target="../media/image1256.png"/><Relationship Id="rId95" Type="http://schemas.openxmlformats.org/officeDocument/2006/relationships/customXml" Target="../ink/ink1249.xml"/><Relationship Id="rId160" Type="http://schemas.openxmlformats.org/officeDocument/2006/relationships/image" Target="../media/image1291.png"/><Relationship Id="rId165" Type="http://schemas.openxmlformats.org/officeDocument/2006/relationships/customXml" Target="../ink/ink1284.xml"/><Relationship Id="rId181" Type="http://schemas.openxmlformats.org/officeDocument/2006/relationships/customXml" Target="../ink/ink1292.xml"/><Relationship Id="rId186" Type="http://schemas.openxmlformats.org/officeDocument/2006/relationships/image" Target="../media/image1304.png"/><Relationship Id="rId211" Type="http://schemas.openxmlformats.org/officeDocument/2006/relationships/customXml" Target="../ink/ink1307.xml"/><Relationship Id="rId22" Type="http://schemas.openxmlformats.org/officeDocument/2006/relationships/image" Target="../media/image1222.png"/><Relationship Id="rId27" Type="http://schemas.openxmlformats.org/officeDocument/2006/relationships/customXml" Target="../ink/ink1215.xml"/><Relationship Id="rId43" Type="http://schemas.openxmlformats.org/officeDocument/2006/relationships/customXml" Target="../ink/ink1223.xml"/><Relationship Id="rId48" Type="http://schemas.openxmlformats.org/officeDocument/2006/relationships/image" Target="../media/image1235.png"/><Relationship Id="rId64" Type="http://schemas.openxmlformats.org/officeDocument/2006/relationships/image" Target="../media/image1243.png"/><Relationship Id="rId69" Type="http://schemas.openxmlformats.org/officeDocument/2006/relationships/customXml" Target="../ink/ink1236.xml"/><Relationship Id="rId113" Type="http://schemas.openxmlformats.org/officeDocument/2006/relationships/customXml" Target="../ink/ink1258.xml"/><Relationship Id="rId118" Type="http://schemas.openxmlformats.org/officeDocument/2006/relationships/image" Target="../media/image1270.png"/><Relationship Id="rId134" Type="http://schemas.openxmlformats.org/officeDocument/2006/relationships/image" Target="../media/image1278.png"/><Relationship Id="rId139" Type="http://schemas.openxmlformats.org/officeDocument/2006/relationships/customXml" Target="../ink/ink1271.xml"/><Relationship Id="rId80" Type="http://schemas.openxmlformats.org/officeDocument/2006/relationships/image" Target="../media/image1251.png"/><Relationship Id="rId85" Type="http://schemas.openxmlformats.org/officeDocument/2006/relationships/customXml" Target="../ink/ink1244.xml"/><Relationship Id="rId150" Type="http://schemas.openxmlformats.org/officeDocument/2006/relationships/image" Target="../media/image1286.png"/><Relationship Id="rId155" Type="http://schemas.openxmlformats.org/officeDocument/2006/relationships/customXml" Target="../ink/ink1279.xml"/><Relationship Id="rId171" Type="http://schemas.openxmlformats.org/officeDocument/2006/relationships/customXml" Target="../ink/ink1287.xml"/><Relationship Id="rId176" Type="http://schemas.openxmlformats.org/officeDocument/2006/relationships/image" Target="../media/image1299.png"/><Relationship Id="rId192" Type="http://schemas.openxmlformats.org/officeDocument/2006/relationships/image" Target="../media/image1307.png"/><Relationship Id="rId197" Type="http://schemas.openxmlformats.org/officeDocument/2006/relationships/customXml" Target="../ink/ink1300.xml"/><Relationship Id="rId206" Type="http://schemas.openxmlformats.org/officeDocument/2006/relationships/image" Target="../media/image1314.png"/><Relationship Id="rId201" Type="http://schemas.openxmlformats.org/officeDocument/2006/relationships/customXml" Target="../ink/ink1302.xml"/><Relationship Id="rId12" Type="http://schemas.openxmlformats.org/officeDocument/2006/relationships/image" Target="../media/image1218.png"/><Relationship Id="rId17" Type="http://schemas.openxmlformats.org/officeDocument/2006/relationships/customXml" Target="../ink/ink1210.xml"/><Relationship Id="rId33" Type="http://schemas.openxmlformats.org/officeDocument/2006/relationships/customXml" Target="../ink/ink1218.xml"/><Relationship Id="rId38" Type="http://schemas.openxmlformats.org/officeDocument/2006/relationships/image" Target="../media/image1230.png"/><Relationship Id="rId59" Type="http://schemas.openxmlformats.org/officeDocument/2006/relationships/customXml" Target="../ink/ink1231.xml"/><Relationship Id="rId103" Type="http://schemas.openxmlformats.org/officeDocument/2006/relationships/customXml" Target="../ink/ink1253.xml"/><Relationship Id="rId108" Type="http://schemas.openxmlformats.org/officeDocument/2006/relationships/image" Target="../media/image1265.png"/><Relationship Id="rId124" Type="http://schemas.openxmlformats.org/officeDocument/2006/relationships/image" Target="../media/image1273.png"/><Relationship Id="rId129" Type="http://schemas.openxmlformats.org/officeDocument/2006/relationships/customXml" Target="../ink/ink1266.xml"/><Relationship Id="rId54" Type="http://schemas.openxmlformats.org/officeDocument/2006/relationships/image" Target="../media/image1238.png"/><Relationship Id="rId70" Type="http://schemas.openxmlformats.org/officeDocument/2006/relationships/image" Target="../media/image1246.png"/><Relationship Id="rId75" Type="http://schemas.openxmlformats.org/officeDocument/2006/relationships/customXml" Target="../ink/ink1239.xml"/><Relationship Id="rId91" Type="http://schemas.openxmlformats.org/officeDocument/2006/relationships/customXml" Target="../ink/ink1247.xml"/><Relationship Id="rId96" Type="http://schemas.openxmlformats.org/officeDocument/2006/relationships/image" Target="../media/image1259.png"/><Relationship Id="rId140" Type="http://schemas.openxmlformats.org/officeDocument/2006/relationships/image" Target="../media/image1281.png"/><Relationship Id="rId145" Type="http://schemas.openxmlformats.org/officeDocument/2006/relationships/customXml" Target="../ink/ink1274.xml"/><Relationship Id="rId161" Type="http://schemas.openxmlformats.org/officeDocument/2006/relationships/customXml" Target="../ink/ink1282.xml"/><Relationship Id="rId166" Type="http://schemas.openxmlformats.org/officeDocument/2006/relationships/image" Target="../media/image1294.png"/><Relationship Id="rId182" Type="http://schemas.openxmlformats.org/officeDocument/2006/relationships/image" Target="../media/image1302.png"/><Relationship Id="rId187" Type="http://schemas.openxmlformats.org/officeDocument/2006/relationships/customXml" Target="../ink/ink1295.xml"/><Relationship Id="rId1" Type="http://schemas.openxmlformats.org/officeDocument/2006/relationships/slideLayout" Target="../slideLayouts/slideLayout2.xml"/><Relationship Id="rId6" Type="http://schemas.openxmlformats.org/officeDocument/2006/relationships/image" Target="../media/image1215.png"/><Relationship Id="rId212" Type="http://schemas.openxmlformats.org/officeDocument/2006/relationships/image" Target="../media/image1317.png"/><Relationship Id="rId23" Type="http://schemas.openxmlformats.org/officeDocument/2006/relationships/customXml" Target="../ink/ink1213.xml"/><Relationship Id="rId28" Type="http://schemas.openxmlformats.org/officeDocument/2006/relationships/image" Target="../media/image1225.png"/><Relationship Id="rId49" Type="http://schemas.openxmlformats.org/officeDocument/2006/relationships/customXml" Target="../ink/ink1226.xml"/><Relationship Id="rId114" Type="http://schemas.openxmlformats.org/officeDocument/2006/relationships/image" Target="../media/image1268.png"/><Relationship Id="rId119" Type="http://schemas.openxmlformats.org/officeDocument/2006/relationships/customXml" Target="../ink/ink1261.xml"/><Relationship Id="rId44" Type="http://schemas.openxmlformats.org/officeDocument/2006/relationships/image" Target="../media/image1233.png"/><Relationship Id="rId60" Type="http://schemas.openxmlformats.org/officeDocument/2006/relationships/image" Target="../media/image1241.png"/><Relationship Id="rId65" Type="http://schemas.openxmlformats.org/officeDocument/2006/relationships/customXml" Target="../ink/ink1234.xml"/><Relationship Id="rId81" Type="http://schemas.openxmlformats.org/officeDocument/2006/relationships/customXml" Target="../ink/ink1242.xml"/><Relationship Id="rId86" Type="http://schemas.openxmlformats.org/officeDocument/2006/relationships/image" Target="../media/image1254.png"/><Relationship Id="rId130" Type="http://schemas.openxmlformats.org/officeDocument/2006/relationships/image" Target="../media/image1276.png"/><Relationship Id="rId135" Type="http://schemas.openxmlformats.org/officeDocument/2006/relationships/customXml" Target="../ink/ink1269.xml"/><Relationship Id="rId151" Type="http://schemas.openxmlformats.org/officeDocument/2006/relationships/customXml" Target="../ink/ink1277.xml"/><Relationship Id="rId156" Type="http://schemas.openxmlformats.org/officeDocument/2006/relationships/image" Target="../media/image1289.png"/><Relationship Id="rId177" Type="http://schemas.openxmlformats.org/officeDocument/2006/relationships/customXml" Target="../ink/ink1290.xml"/><Relationship Id="rId198" Type="http://schemas.openxmlformats.org/officeDocument/2006/relationships/image" Target="../media/image1310.png"/><Relationship Id="rId172" Type="http://schemas.openxmlformats.org/officeDocument/2006/relationships/image" Target="../media/image1297.png"/><Relationship Id="rId193" Type="http://schemas.openxmlformats.org/officeDocument/2006/relationships/customXml" Target="../ink/ink1298.xml"/><Relationship Id="rId202" Type="http://schemas.openxmlformats.org/officeDocument/2006/relationships/image" Target="../media/image1312.png"/><Relationship Id="rId207" Type="http://schemas.openxmlformats.org/officeDocument/2006/relationships/customXml" Target="../ink/ink1305.xml"/><Relationship Id="rId13" Type="http://schemas.openxmlformats.org/officeDocument/2006/relationships/customXml" Target="../ink/ink1208.xml"/><Relationship Id="rId18" Type="http://schemas.openxmlformats.org/officeDocument/2006/relationships/image" Target="../media/image966.png"/><Relationship Id="rId39" Type="http://schemas.openxmlformats.org/officeDocument/2006/relationships/customXml" Target="../ink/ink1221.xml"/><Relationship Id="rId109" Type="http://schemas.openxmlformats.org/officeDocument/2006/relationships/customXml" Target="../ink/ink1256.xml"/><Relationship Id="rId34" Type="http://schemas.openxmlformats.org/officeDocument/2006/relationships/image" Target="../media/image1228.png"/><Relationship Id="rId50" Type="http://schemas.openxmlformats.org/officeDocument/2006/relationships/image" Target="../media/image1236.png"/><Relationship Id="rId55" Type="http://schemas.openxmlformats.org/officeDocument/2006/relationships/customXml" Target="../ink/ink1229.xml"/><Relationship Id="rId76" Type="http://schemas.openxmlformats.org/officeDocument/2006/relationships/image" Target="../media/image1249.png"/><Relationship Id="rId97" Type="http://schemas.openxmlformats.org/officeDocument/2006/relationships/customXml" Target="../ink/ink1250.xml"/><Relationship Id="rId104" Type="http://schemas.openxmlformats.org/officeDocument/2006/relationships/image" Target="../media/image1263.png"/><Relationship Id="rId120" Type="http://schemas.openxmlformats.org/officeDocument/2006/relationships/image" Target="../media/image1271.png"/><Relationship Id="rId125" Type="http://schemas.openxmlformats.org/officeDocument/2006/relationships/customXml" Target="../ink/ink1264.xml"/><Relationship Id="rId141" Type="http://schemas.openxmlformats.org/officeDocument/2006/relationships/customXml" Target="../ink/ink1272.xml"/><Relationship Id="rId146" Type="http://schemas.openxmlformats.org/officeDocument/2006/relationships/image" Target="../media/image1284.png"/><Relationship Id="rId167" Type="http://schemas.openxmlformats.org/officeDocument/2006/relationships/customXml" Target="../ink/ink1285.xml"/><Relationship Id="rId188" Type="http://schemas.openxmlformats.org/officeDocument/2006/relationships/image" Target="../media/image1305.png"/><Relationship Id="rId7" Type="http://schemas.openxmlformats.org/officeDocument/2006/relationships/customXml" Target="../ink/ink1205.xml"/><Relationship Id="rId71" Type="http://schemas.openxmlformats.org/officeDocument/2006/relationships/customXml" Target="../ink/ink1237.xml"/><Relationship Id="rId92" Type="http://schemas.openxmlformats.org/officeDocument/2006/relationships/image" Target="../media/image1257.png"/><Relationship Id="rId162" Type="http://schemas.openxmlformats.org/officeDocument/2006/relationships/image" Target="../media/image1292.png"/><Relationship Id="rId183" Type="http://schemas.openxmlformats.org/officeDocument/2006/relationships/customXml" Target="../ink/ink1293.xml"/><Relationship Id="rId213" Type="http://schemas.openxmlformats.org/officeDocument/2006/relationships/customXml" Target="../ink/ink1308.xml"/><Relationship Id="rId2" Type="http://schemas.openxmlformats.org/officeDocument/2006/relationships/image" Target="../media/image1196.png"/><Relationship Id="rId29" Type="http://schemas.openxmlformats.org/officeDocument/2006/relationships/customXml" Target="../ink/ink1216.xml"/><Relationship Id="rId24" Type="http://schemas.openxmlformats.org/officeDocument/2006/relationships/image" Target="../media/image1223.png"/><Relationship Id="rId40" Type="http://schemas.openxmlformats.org/officeDocument/2006/relationships/image" Target="../media/image1231.png"/><Relationship Id="rId45" Type="http://schemas.openxmlformats.org/officeDocument/2006/relationships/customXml" Target="../ink/ink1224.xml"/><Relationship Id="rId66" Type="http://schemas.openxmlformats.org/officeDocument/2006/relationships/image" Target="../media/image1244.png"/><Relationship Id="rId87" Type="http://schemas.openxmlformats.org/officeDocument/2006/relationships/customXml" Target="../ink/ink1245.xml"/><Relationship Id="rId110" Type="http://schemas.openxmlformats.org/officeDocument/2006/relationships/image" Target="../media/image1266.png"/><Relationship Id="rId115" Type="http://schemas.openxmlformats.org/officeDocument/2006/relationships/customXml" Target="../ink/ink1259.xml"/><Relationship Id="rId131" Type="http://schemas.openxmlformats.org/officeDocument/2006/relationships/customXml" Target="../ink/ink1267.xml"/><Relationship Id="rId136" Type="http://schemas.openxmlformats.org/officeDocument/2006/relationships/image" Target="../media/image1279.png"/><Relationship Id="rId157" Type="http://schemas.openxmlformats.org/officeDocument/2006/relationships/customXml" Target="../ink/ink1280.xml"/><Relationship Id="rId178" Type="http://schemas.openxmlformats.org/officeDocument/2006/relationships/image" Target="../media/image1300.png"/><Relationship Id="rId61" Type="http://schemas.openxmlformats.org/officeDocument/2006/relationships/customXml" Target="../ink/ink1232.xml"/><Relationship Id="rId82" Type="http://schemas.openxmlformats.org/officeDocument/2006/relationships/image" Target="../media/image1252.png"/><Relationship Id="rId152" Type="http://schemas.openxmlformats.org/officeDocument/2006/relationships/image" Target="../media/image1287.png"/><Relationship Id="rId173" Type="http://schemas.openxmlformats.org/officeDocument/2006/relationships/customXml" Target="../ink/ink1288.xml"/><Relationship Id="rId194" Type="http://schemas.openxmlformats.org/officeDocument/2006/relationships/image" Target="../media/image1308.png"/><Relationship Id="rId199" Type="http://schemas.openxmlformats.org/officeDocument/2006/relationships/customXml" Target="../ink/ink1301.xml"/><Relationship Id="rId203" Type="http://schemas.openxmlformats.org/officeDocument/2006/relationships/customXml" Target="../ink/ink1303.xml"/><Relationship Id="rId208" Type="http://schemas.openxmlformats.org/officeDocument/2006/relationships/image" Target="../media/image1315.png"/><Relationship Id="rId19" Type="http://schemas.openxmlformats.org/officeDocument/2006/relationships/customXml" Target="../ink/ink1211.xml"/><Relationship Id="rId14" Type="http://schemas.openxmlformats.org/officeDocument/2006/relationships/image" Target="../media/image1219.png"/><Relationship Id="rId30" Type="http://schemas.openxmlformats.org/officeDocument/2006/relationships/image" Target="../media/image1226.png"/><Relationship Id="rId35" Type="http://schemas.openxmlformats.org/officeDocument/2006/relationships/customXml" Target="../ink/ink1219.xml"/><Relationship Id="rId56" Type="http://schemas.openxmlformats.org/officeDocument/2006/relationships/image" Target="../media/image1239.png"/><Relationship Id="rId77" Type="http://schemas.openxmlformats.org/officeDocument/2006/relationships/customXml" Target="../ink/ink1240.xml"/><Relationship Id="rId100" Type="http://schemas.openxmlformats.org/officeDocument/2006/relationships/image" Target="../media/image1261.png"/><Relationship Id="rId105" Type="http://schemas.openxmlformats.org/officeDocument/2006/relationships/customXml" Target="../ink/ink1254.xml"/><Relationship Id="rId126" Type="http://schemas.openxmlformats.org/officeDocument/2006/relationships/image" Target="../media/image1274.png"/><Relationship Id="rId147" Type="http://schemas.openxmlformats.org/officeDocument/2006/relationships/customXml" Target="../ink/ink1275.xml"/><Relationship Id="rId168" Type="http://schemas.openxmlformats.org/officeDocument/2006/relationships/image" Target="../media/image1295.png"/><Relationship Id="rId8" Type="http://schemas.openxmlformats.org/officeDocument/2006/relationships/image" Target="../media/image1216.png"/><Relationship Id="rId51" Type="http://schemas.openxmlformats.org/officeDocument/2006/relationships/customXml" Target="../ink/ink1227.xml"/><Relationship Id="rId72" Type="http://schemas.openxmlformats.org/officeDocument/2006/relationships/image" Target="../media/image1247.png"/><Relationship Id="rId93" Type="http://schemas.openxmlformats.org/officeDocument/2006/relationships/customXml" Target="../ink/ink1248.xml"/><Relationship Id="rId98" Type="http://schemas.openxmlformats.org/officeDocument/2006/relationships/image" Target="../media/image1260.png"/><Relationship Id="rId121" Type="http://schemas.openxmlformats.org/officeDocument/2006/relationships/customXml" Target="../ink/ink1262.xml"/><Relationship Id="rId142" Type="http://schemas.openxmlformats.org/officeDocument/2006/relationships/image" Target="../media/image1282.png"/><Relationship Id="rId163" Type="http://schemas.openxmlformats.org/officeDocument/2006/relationships/customXml" Target="../ink/ink1283.xml"/><Relationship Id="rId184" Type="http://schemas.openxmlformats.org/officeDocument/2006/relationships/image" Target="../media/image1303.png"/><Relationship Id="rId189" Type="http://schemas.openxmlformats.org/officeDocument/2006/relationships/customXml" Target="../ink/ink1296.xml"/><Relationship Id="rId3" Type="http://schemas.openxmlformats.org/officeDocument/2006/relationships/customXml" Target="../ink/ink1203.xml"/><Relationship Id="rId214" Type="http://schemas.openxmlformats.org/officeDocument/2006/relationships/image" Target="../media/image1318.png"/><Relationship Id="rId25" Type="http://schemas.openxmlformats.org/officeDocument/2006/relationships/customXml" Target="../ink/ink1214.xml"/><Relationship Id="rId46" Type="http://schemas.openxmlformats.org/officeDocument/2006/relationships/image" Target="../media/image1234.png"/><Relationship Id="rId67" Type="http://schemas.openxmlformats.org/officeDocument/2006/relationships/customXml" Target="../ink/ink1235.xml"/><Relationship Id="rId116" Type="http://schemas.openxmlformats.org/officeDocument/2006/relationships/image" Target="../media/image1269.png"/><Relationship Id="rId137" Type="http://schemas.openxmlformats.org/officeDocument/2006/relationships/customXml" Target="../ink/ink1270.xml"/><Relationship Id="rId158" Type="http://schemas.openxmlformats.org/officeDocument/2006/relationships/image" Target="../media/image1290.png"/><Relationship Id="rId20" Type="http://schemas.openxmlformats.org/officeDocument/2006/relationships/image" Target="../media/image1221.png"/><Relationship Id="rId41" Type="http://schemas.openxmlformats.org/officeDocument/2006/relationships/customXml" Target="../ink/ink1222.xml"/><Relationship Id="rId62" Type="http://schemas.openxmlformats.org/officeDocument/2006/relationships/image" Target="../media/image1242.png"/><Relationship Id="rId83" Type="http://schemas.openxmlformats.org/officeDocument/2006/relationships/customXml" Target="../ink/ink1243.xml"/><Relationship Id="rId88" Type="http://schemas.openxmlformats.org/officeDocument/2006/relationships/image" Target="../media/image1255.png"/><Relationship Id="rId111" Type="http://schemas.openxmlformats.org/officeDocument/2006/relationships/customXml" Target="../ink/ink1257.xml"/><Relationship Id="rId132" Type="http://schemas.openxmlformats.org/officeDocument/2006/relationships/image" Target="../media/image1277.png"/><Relationship Id="rId153" Type="http://schemas.openxmlformats.org/officeDocument/2006/relationships/customXml" Target="../ink/ink1278.xml"/><Relationship Id="rId174" Type="http://schemas.openxmlformats.org/officeDocument/2006/relationships/image" Target="../media/image1298.png"/><Relationship Id="rId179" Type="http://schemas.openxmlformats.org/officeDocument/2006/relationships/customXml" Target="../ink/ink1291.xml"/><Relationship Id="rId195" Type="http://schemas.openxmlformats.org/officeDocument/2006/relationships/customXml" Target="../ink/ink1299.xml"/><Relationship Id="rId209" Type="http://schemas.openxmlformats.org/officeDocument/2006/relationships/customXml" Target="../ink/ink1306.xml"/><Relationship Id="rId190" Type="http://schemas.openxmlformats.org/officeDocument/2006/relationships/image" Target="../media/image1306.png"/><Relationship Id="rId204" Type="http://schemas.openxmlformats.org/officeDocument/2006/relationships/image" Target="../media/image1313.png"/><Relationship Id="rId15" Type="http://schemas.openxmlformats.org/officeDocument/2006/relationships/customXml" Target="../ink/ink1209.xml"/><Relationship Id="rId36" Type="http://schemas.openxmlformats.org/officeDocument/2006/relationships/image" Target="../media/image1229.png"/><Relationship Id="rId57" Type="http://schemas.openxmlformats.org/officeDocument/2006/relationships/customXml" Target="../ink/ink1230.xml"/><Relationship Id="rId106" Type="http://schemas.openxmlformats.org/officeDocument/2006/relationships/image" Target="../media/image1264.png"/><Relationship Id="rId127" Type="http://schemas.openxmlformats.org/officeDocument/2006/relationships/customXml" Target="../ink/ink1265.xml"/><Relationship Id="rId10" Type="http://schemas.openxmlformats.org/officeDocument/2006/relationships/image" Target="../media/image1217.png"/><Relationship Id="rId31" Type="http://schemas.openxmlformats.org/officeDocument/2006/relationships/customXml" Target="../ink/ink1217.xml"/><Relationship Id="rId52" Type="http://schemas.openxmlformats.org/officeDocument/2006/relationships/image" Target="../media/image1237.png"/><Relationship Id="rId73" Type="http://schemas.openxmlformats.org/officeDocument/2006/relationships/customXml" Target="../ink/ink1238.xml"/><Relationship Id="rId78" Type="http://schemas.openxmlformats.org/officeDocument/2006/relationships/image" Target="../media/image1250.png"/><Relationship Id="rId94" Type="http://schemas.openxmlformats.org/officeDocument/2006/relationships/image" Target="../media/image1258.png"/><Relationship Id="rId99" Type="http://schemas.openxmlformats.org/officeDocument/2006/relationships/customXml" Target="../ink/ink1251.xml"/><Relationship Id="rId101" Type="http://schemas.openxmlformats.org/officeDocument/2006/relationships/customXml" Target="../ink/ink1252.xml"/><Relationship Id="rId122" Type="http://schemas.openxmlformats.org/officeDocument/2006/relationships/image" Target="../media/image1272.png"/><Relationship Id="rId143" Type="http://schemas.openxmlformats.org/officeDocument/2006/relationships/customXml" Target="../ink/ink1273.xml"/><Relationship Id="rId148" Type="http://schemas.openxmlformats.org/officeDocument/2006/relationships/image" Target="../media/image1285.png"/><Relationship Id="rId164" Type="http://schemas.openxmlformats.org/officeDocument/2006/relationships/image" Target="../media/image1293.png"/><Relationship Id="rId169" Type="http://schemas.openxmlformats.org/officeDocument/2006/relationships/customXml" Target="../ink/ink1286.xml"/><Relationship Id="rId185" Type="http://schemas.openxmlformats.org/officeDocument/2006/relationships/customXml" Target="../ink/ink1294.xml"/><Relationship Id="rId4" Type="http://schemas.openxmlformats.org/officeDocument/2006/relationships/image" Target="../media/image1214.png"/><Relationship Id="rId9" Type="http://schemas.openxmlformats.org/officeDocument/2006/relationships/customXml" Target="../ink/ink1206.xml"/><Relationship Id="rId180" Type="http://schemas.openxmlformats.org/officeDocument/2006/relationships/image" Target="../media/image1301.png"/><Relationship Id="rId210" Type="http://schemas.openxmlformats.org/officeDocument/2006/relationships/image" Target="../media/image1316.png"/><Relationship Id="rId26" Type="http://schemas.openxmlformats.org/officeDocument/2006/relationships/image" Target="../media/image1224.png"/><Relationship Id="rId47" Type="http://schemas.openxmlformats.org/officeDocument/2006/relationships/customXml" Target="../ink/ink1225.xml"/><Relationship Id="rId68" Type="http://schemas.openxmlformats.org/officeDocument/2006/relationships/image" Target="../media/image1245.png"/><Relationship Id="rId89" Type="http://schemas.openxmlformats.org/officeDocument/2006/relationships/customXml" Target="../ink/ink1246.xml"/><Relationship Id="rId112" Type="http://schemas.openxmlformats.org/officeDocument/2006/relationships/image" Target="../media/image1267.png"/><Relationship Id="rId133" Type="http://schemas.openxmlformats.org/officeDocument/2006/relationships/customXml" Target="../ink/ink1268.xml"/><Relationship Id="rId154" Type="http://schemas.openxmlformats.org/officeDocument/2006/relationships/image" Target="../media/image1288.png"/><Relationship Id="rId175" Type="http://schemas.openxmlformats.org/officeDocument/2006/relationships/customXml" Target="../ink/ink1289.xml"/><Relationship Id="rId196" Type="http://schemas.openxmlformats.org/officeDocument/2006/relationships/image" Target="../media/image1309.png"/><Relationship Id="rId200" Type="http://schemas.openxmlformats.org/officeDocument/2006/relationships/image" Target="../media/image1311.png"/><Relationship Id="rId16" Type="http://schemas.openxmlformats.org/officeDocument/2006/relationships/image" Target="../media/image1220.png"/></Relationships>
</file>

<file path=ppt/slides/_rels/slide21.xml.rels><?xml version="1.0" encoding="UTF-8" standalone="yes"?>
<Relationships xmlns="http://schemas.openxmlformats.org/package/2006/relationships"><Relationship Id="rId3" Type="http://schemas.openxmlformats.org/officeDocument/2006/relationships/image" Target="../media/image1319.png"/><Relationship Id="rId2" Type="http://schemas.openxmlformats.org/officeDocument/2006/relationships/image" Target="../media/image12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21.png"/><Relationship Id="rId2" Type="http://schemas.openxmlformats.org/officeDocument/2006/relationships/image" Target="../media/image1320.png"/><Relationship Id="rId1" Type="http://schemas.openxmlformats.org/officeDocument/2006/relationships/slideLayout" Target="../slideLayouts/slideLayout2.xml"/><Relationship Id="rId4" Type="http://schemas.openxmlformats.org/officeDocument/2006/relationships/image" Target="../media/image1322.png"/></Relationships>
</file>

<file path=ppt/slides/_rels/slide23.xml.rels><?xml version="1.0" encoding="UTF-8" standalone="yes"?>
<Relationships xmlns="http://schemas.openxmlformats.org/package/2006/relationships"><Relationship Id="rId2" Type="http://schemas.openxmlformats.org/officeDocument/2006/relationships/image" Target="../media/image13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25.png"/><Relationship Id="rId2" Type="http://schemas.openxmlformats.org/officeDocument/2006/relationships/image" Target="../media/image1324.png"/><Relationship Id="rId1" Type="http://schemas.openxmlformats.org/officeDocument/2006/relationships/slideLayout" Target="../slideLayouts/slideLayout2.xml"/><Relationship Id="rId4" Type="http://schemas.openxmlformats.org/officeDocument/2006/relationships/hyperlink" Target="https://www.google.com/search?sca_esv=ed554393f3fc1d9b&amp;sxsrf=AHTn8zqacTiQZ-yU7OEjjhbMYYPbmSZ_7A:1746962914510&amp;q=cnn+examples&amp;udm=2&amp;fbs=ABzOT_CWdhQLP1FcmU5B0fn3xuWpA-dk4wpBWOGsoR7DG5zJBjLjqIC1CYKD9D-DQAQS3Z44LBK6yTXN_5587Z3ya9D7rdSpU4oiZ-vqI3S9pgZWwwB3LRDwatyHNDj5PPNIP3OQLze9nDGMAIYmmcEdvoSQgY6BggWwMzHFtAuUNxBPyVvXNZrBaVnPW2e4YErJu0DW4vEc8_ospQlSuHo5LyjcUCqe0g&amp;sa=X&amp;sqi=2&amp;ved=2ahUKEwjq8dH_p5uNAxVKyzgGHRRMOqMQtKgLegQIFxAB&amp;biw=1707&amp;bih=932&amp;dpr=1.5"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6" Type="http://schemas.openxmlformats.org/officeDocument/2006/relationships/customXml" Target="../ink/ink1321.xml"/><Relationship Id="rId117" Type="http://schemas.openxmlformats.org/officeDocument/2006/relationships/image" Target="../media/image1384.png"/><Relationship Id="rId21" Type="http://schemas.openxmlformats.org/officeDocument/2006/relationships/image" Target="../media/image1336.png"/><Relationship Id="rId42" Type="http://schemas.openxmlformats.org/officeDocument/2006/relationships/customXml" Target="../ink/ink1329.xml"/><Relationship Id="rId47" Type="http://schemas.openxmlformats.org/officeDocument/2006/relationships/image" Target="../media/image1349.png"/><Relationship Id="rId63" Type="http://schemas.openxmlformats.org/officeDocument/2006/relationships/image" Target="../media/image1357.png"/><Relationship Id="rId68" Type="http://schemas.openxmlformats.org/officeDocument/2006/relationships/customXml" Target="../ink/ink1342.xml"/><Relationship Id="rId84" Type="http://schemas.openxmlformats.org/officeDocument/2006/relationships/customXml" Target="../ink/ink1350.xml"/><Relationship Id="rId89" Type="http://schemas.openxmlformats.org/officeDocument/2006/relationships/image" Target="../media/image1370.png"/><Relationship Id="rId112" Type="http://schemas.openxmlformats.org/officeDocument/2006/relationships/customXml" Target="../ink/ink1364.xml"/><Relationship Id="rId133" Type="http://schemas.openxmlformats.org/officeDocument/2006/relationships/image" Target="../media/image1392.png"/><Relationship Id="rId138" Type="http://schemas.openxmlformats.org/officeDocument/2006/relationships/customXml" Target="../ink/ink1377.xml"/><Relationship Id="rId16" Type="http://schemas.openxmlformats.org/officeDocument/2006/relationships/customXml" Target="../ink/ink1316.xml"/><Relationship Id="rId107" Type="http://schemas.openxmlformats.org/officeDocument/2006/relationships/image" Target="../media/image1379.png"/><Relationship Id="rId11" Type="http://schemas.openxmlformats.org/officeDocument/2006/relationships/image" Target="../media/image1331.png"/><Relationship Id="rId32" Type="http://schemas.openxmlformats.org/officeDocument/2006/relationships/customXml" Target="../ink/ink1324.xml"/><Relationship Id="rId37" Type="http://schemas.openxmlformats.org/officeDocument/2006/relationships/image" Target="../media/image1344.png"/><Relationship Id="rId53" Type="http://schemas.openxmlformats.org/officeDocument/2006/relationships/image" Target="../media/image1352.png"/><Relationship Id="rId58" Type="http://schemas.openxmlformats.org/officeDocument/2006/relationships/customXml" Target="../ink/ink1337.xml"/><Relationship Id="rId74" Type="http://schemas.openxmlformats.org/officeDocument/2006/relationships/customXml" Target="../ink/ink1345.xml"/><Relationship Id="rId79" Type="http://schemas.openxmlformats.org/officeDocument/2006/relationships/image" Target="../media/image1365.png"/><Relationship Id="rId102" Type="http://schemas.openxmlformats.org/officeDocument/2006/relationships/customXml" Target="../ink/ink1359.xml"/><Relationship Id="rId123" Type="http://schemas.openxmlformats.org/officeDocument/2006/relationships/image" Target="../media/image1387.png"/><Relationship Id="rId128" Type="http://schemas.openxmlformats.org/officeDocument/2006/relationships/customXml" Target="../ink/ink1372.xml"/><Relationship Id="rId144" Type="http://schemas.openxmlformats.org/officeDocument/2006/relationships/customXml" Target="../ink/ink1380.xml"/><Relationship Id="rId5" Type="http://schemas.openxmlformats.org/officeDocument/2006/relationships/image" Target="../media/image1328.png"/><Relationship Id="rId90" Type="http://schemas.openxmlformats.org/officeDocument/2006/relationships/customXml" Target="../ink/ink1353.xml"/><Relationship Id="rId95" Type="http://schemas.openxmlformats.org/officeDocument/2006/relationships/image" Target="../media/image1373.png"/><Relationship Id="rId22" Type="http://schemas.openxmlformats.org/officeDocument/2006/relationships/customXml" Target="../ink/ink1319.xml"/><Relationship Id="rId27" Type="http://schemas.openxmlformats.org/officeDocument/2006/relationships/image" Target="../media/image1339.png"/><Relationship Id="rId43" Type="http://schemas.openxmlformats.org/officeDocument/2006/relationships/image" Target="../media/image1347.png"/><Relationship Id="rId48" Type="http://schemas.openxmlformats.org/officeDocument/2006/relationships/customXml" Target="../ink/ink1332.xml"/><Relationship Id="rId64" Type="http://schemas.openxmlformats.org/officeDocument/2006/relationships/customXml" Target="../ink/ink1340.xml"/><Relationship Id="rId69" Type="http://schemas.openxmlformats.org/officeDocument/2006/relationships/image" Target="../media/image1360.png"/><Relationship Id="rId113" Type="http://schemas.openxmlformats.org/officeDocument/2006/relationships/image" Target="../media/image1382.png"/><Relationship Id="rId118" Type="http://schemas.openxmlformats.org/officeDocument/2006/relationships/customXml" Target="../ink/ink1367.xml"/><Relationship Id="rId134" Type="http://schemas.openxmlformats.org/officeDocument/2006/relationships/customXml" Target="../ink/ink1375.xml"/><Relationship Id="rId139" Type="http://schemas.openxmlformats.org/officeDocument/2006/relationships/image" Target="../media/image1395.png"/><Relationship Id="rId80" Type="http://schemas.openxmlformats.org/officeDocument/2006/relationships/customXml" Target="../ink/ink1348.xml"/><Relationship Id="rId85" Type="http://schemas.openxmlformats.org/officeDocument/2006/relationships/image" Target="../media/image1368.png"/><Relationship Id="rId3" Type="http://schemas.openxmlformats.org/officeDocument/2006/relationships/image" Target="../media/image1327.png"/><Relationship Id="rId12" Type="http://schemas.openxmlformats.org/officeDocument/2006/relationships/customXml" Target="../ink/ink1314.xml"/><Relationship Id="rId17" Type="http://schemas.openxmlformats.org/officeDocument/2006/relationships/image" Target="../media/image1334.png"/><Relationship Id="rId25" Type="http://schemas.openxmlformats.org/officeDocument/2006/relationships/image" Target="../media/image1338.png"/><Relationship Id="rId33" Type="http://schemas.openxmlformats.org/officeDocument/2006/relationships/image" Target="../media/image1342.png"/><Relationship Id="rId38" Type="http://schemas.openxmlformats.org/officeDocument/2006/relationships/customXml" Target="../ink/ink1327.xml"/><Relationship Id="rId46" Type="http://schemas.openxmlformats.org/officeDocument/2006/relationships/customXml" Target="../ink/ink1331.xml"/><Relationship Id="rId59" Type="http://schemas.openxmlformats.org/officeDocument/2006/relationships/image" Target="../media/image1355.png"/><Relationship Id="rId67" Type="http://schemas.openxmlformats.org/officeDocument/2006/relationships/image" Target="../media/image1359.png"/><Relationship Id="rId103" Type="http://schemas.openxmlformats.org/officeDocument/2006/relationships/image" Target="../media/image1377.png"/><Relationship Id="rId108" Type="http://schemas.openxmlformats.org/officeDocument/2006/relationships/customXml" Target="../ink/ink1362.xml"/><Relationship Id="rId116" Type="http://schemas.openxmlformats.org/officeDocument/2006/relationships/customXml" Target="../ink/ink1366.xml"/><Relationship Id="rId124" Type="http://schemas.openxmlformats.org/officeDocument/2006/relationships/customXml" Target="../ink/ink1370.xml"/><Relationship Id="rId129" Type="http://schemas.openxmlformats.org/officeDocument/2006/relationships/image" Target="../media/image1390.png"/><Relationship Id="rId137" Type="http://schemas.openxmlformats.org/officeDocument/2006/relationships/image" Target="../media/image1394.png"/><Relationship Id="rId20" Type="http://schemas.openxmlformats.org/officeDocument/2006/relationships/customXml" Target="../ink/ink1318.xml"/><Relationship Id="rId41" Type="http://schemas.openxmlformats.org/officeDocument/2006/relationships/image" Target="../media/image1346.png"/><Relationship Id="rId54" Type="http://schemas.openxmlformats.org/officeDocument/2006/relationships/customXml" Target="../ink/ink1335.xml"/><Relationship Id="rId62" Type="http://schemas.openxmlformats.org/officeDocument/2006/relationships/customXml" Target="../ink/ink1339.xml"/><Relationship Id="rId70" Type="http://schemas.openxmlformats.org/officeDocument/2006/relationships/customXml" Target="../ink/ink1343.xml"/><Relationship Id="rId75" Type="http://schemas.openxmlformats.org/officeDocument/2006/relationships/image" Target="../media/image1363.png"/><Relationship Id="rId83" Type="http://schemas.openxmlformats.org/officeDocument/2006/relationships/image" Target="../media/image1367.png"/><Relationship Id="rId88" Type="http://schemas.openxmlformats.org/officeDocument/2006/relationships/customXml" Target="../ink/ink1352.xml"/><Relationship Id="rId91" Type="http://schemas.openxmlformats.org/officeDocument/2006/relationships/image" Target="../media/image1371.png"/><Relationship Id="rId96" Type="http://schemas.openxmlformats.org/officeDocument/2006/relationships/customXml" Target="../ink/ink1356.xml"/><Relationship Id="rId111" Type="http://schemas.openxmlformats.org/officeDocument/2006/relationships/image" Target="../media/image1381.png"/><Relationship Id="rId132" Type="http://schemas.openxmlformats.org/officeDocument/2006/relationships/customXml" Target="../ink/ink1374.xml"/><Relationship Id="rId140" Type="http://schemas.openxmlformats.org/officeDocument/2006/relationships/customXml" Target="../ink/ink1378.xml"/><Relationship Id="rId145" Type="http://schemas.openxmlformats.org/officeDocument/2006/relationships/image" Target="../media/image1398.png"/><Relationship Id="rId1" Type="http://schemas.openxmlformats.org/officeDocument/2006/relationships/slideLayout" Target="../slideLayouts/slideLayout2.xml"/><Relationship Id="rId6" Type="http://schemas.openxmlformats.org/officeDocument/2006/relationships/customXml" Target="../ink/ink1311.xml"/><Relationship Id="rId15" Type="http://schemas.openxmlformats.org/officeDocument/2006/relationships/image" Target="../media/image1333.png"/><Relationship Id="rId23" Type="http://schemas.openxmlformats.org/officeDocument/2006/relationships/image" Target="../media/image1337.png"/><Relationship Id="rId28" Type="http://schemas.openxmlformats.org/officeDocument/2006/relationships/customXml" Target="../ink/ink1322.xml"/><Relationship Id="rId36" Type="http://schemas.openxmlformats.org/officeDocument/2006/relationships/customXml" Target="../ink/ink1326.xml"/><Relationship Id="rId49" Type="http://schemas.openxmlformats.org/officeDocument/2006/relationships/image" Target="../media/image1350.png"/><Relationship Id="rId57" Type="http://schemas.openxmlformats.org/officeDocument/2006/relationships/image" Target="../media/image1354.png"/><Relationship Id="rId106" Type="http://schemas.openxmlformats.org/officeDocument/2006/relationships/customXml" Target="../ink/ink1361.xml"/><Relationship Id="rId114" Type="http://schemas.openxmlformats.org/officeDocument/2006/relationships/customXml" Target="../ink/ink1365.xml"/><Relationship Id="rId119" Type="http://schemas.openxmlformats.org/officeDocument/2006/relationships/image" Target="../media/image1385.png"/><Relationship Id="rId127" Type="http://schemas.openxmlformats.org/officeDocument/2006/relationships/image" Target="../media/image1389.png"/><Relationship Id="rId10" Type="http://schemas.openxmlformats.org/officeDocument/2006/relationships/customXml" Target="../ink/ink1313.xml"/><Relationship Id="rId31" Type="http://schemas.openxmlformats.org/officeDocument/2006/relationships/image" Target="../media/image1341.png"/><Relationship Id="rId44" Type="http://schemas.openxmlformats.org/officeDocument/2006/relationships/customXml" Target="../ink/ink1330.xml"/><Relationship Id="rId52" Type="http://schemas.openxmlformats.org/officeDocument/2006/relationships/customXml" Target="../ink/ink1334.xml"/><Relationship Id="rId60" Type="http://schemas.openxmlformats.org/officeDocument/2006/relationships/customXml" Target="../ink/ink1338.xml"/><Relationship Id="rId65" Type="http://schemas.openxmlformats.org/officeDocument/2006/relationships/image" Target="../media/image1358.png"/><Relationship Id="rId73" Type="http://schemas.openxmlformats.org/officeDocument/2006/relationships/image" Target="../media/image1362.png"/><Relationship Id="rId78" Type="http://schemas.openxmlformats.org/officeDocument/2006/relationships/customXml" Target="../ink/ink1347.xml"/><Relationship Id="rId81" Type="http://schemas.openxmlformats.org/officeDocument/2006/relationships/image" Target="../media/image1366.png"/><Relationship Id="rId86" Type="http://schemas.openxmlformats.org/officeDocument/2006/relationships/customXml" Target="../ink/ink1351.xml"/><Relationship Id="rId94" Type="http://schemas.openxmlformats.org/officeDocument/2006/relationships/customXml" Target="../ink/ink1355.xml"/><Relationship Id="rId99" Type="http://schemas.openxmlformats.org/officeDocument/2006/relationships/image" Target="../media/image1375.png"/><Relationship Id="rId101" Type="http://schemas.openxmlformats.org/officeDocument/2006/relationships/image" Target="../media/image1376.png"/><Relationship Id="rId122" Type="http://schemas.openxmlformats.org/officeDocument/2006/relationships/customXml" Target="../ink/ink1369.xml"/><Relationship Id="rId130" Type="http://schemas.openxmlformats.org/officeDocument/2006/relationships/customXml" Target="../ink/ink1373.xml"/><Relationship Id="rId135" Type="http://schemas.openxmlformats.org/officeDocument/2006/relationships/image" Target="../media/image1393.png"/><Relationship Id="rId143" Type="http://schemas.openxmlformats.org/officeDocument/2006/relationships/image" Target="../media/image1397.png"/><Relationship Id="rId4" Type="http://schemas.openxmlformats.org/officeDocument/2006/relationships/customXml" Target="../ink/ink1310.xml"/><Relationship Id="rId9" Type="http://schemas.openxmlformats.org/officeDocument/2006/relationships/image" Target="../media/image1330.png"/><Relationship Id="rId13" Type="http://schemas.openxmlformats.org/officeDocument/2006/relationships/image" Target="../media/image1332.png"/><Relationship Id="rId18" Type="http://schemas.openxmlformats.org/officeDocument/2006/relationships/customXml" Target="../ink/ink1317.xml"/><Relationship Id="rId39" Type="http://schemas.openxmlformats.org/officeDocument/2006/relationships/image" Target="../media/image1345.png"/><Relationship Id="rId109" Type="http://schemas.openxmlformats.org/officeDocument/2006/relationships/image" Target="../media/image1380.png"/><Relationship Id="rId34" Type="http://schemas.openxmlformats.org/officeDocument/2006/relationships/customXml" Target="../ink/ink1325.xml"/><Relationship Id="rId50" Type="http://schemas.openxmlformats.org/officeDocument/2006/relationships/customXml" Target="../ink/ink1333.xml"/><Relationship Id="rId55" Type="http://schemas.openxmlformats.org/officeDocument/2006/relationships/image" Target="../media/image1353.png"/><Relationship Id="rId76" Type="http://schemas.openxmlformats.org/officeDocument/2006/relationships/customXml" Target="../ink/ink1346.xml"/><Relationship Id="rId97" Type="http://schemas.openxmlformats.org/officeDocument/2006/relationships/image" Target="../media/image1374.png"/><Relationship Id="rId104" Type="http://schemas.openxmlformats.org/officeDocument/2006/relationships/customXml" Target="../ink/ink1360.xml"/><Relationship Id="rId120" Type="http://schemas.openxmlformats.org/officeDocument/2006/relationships/customXml" Target="../ink/ink1368.xml"/><Relationship Id="rId125" Type="http://schemas.openxmlformats.org/officeDocument/2006/relationships/image" Target="../media/image1388.png"/><Relationship Id="rId141" Type="http://schemas.openxmlformats.org/officeDocument/2006/relationships/image" Target="../media/image1396.png"/><Relationship Id="rId146" Type="http://schemas.openxmlformats.org/officeDocument/2006/relationships/customXml" Target="../ink/ink1381.xml"/><Relationship Id="rId7" Type="http://schemas.openxmlformats.org/officeDocument/2006/relationships/image" Target="../media/image1329.png"/><Relationship Id="rId71" Type="http://schemas.openxmlformats.org/officeDocument/2006/relationships/image" Target="../media/image1361.png"/><Relationship Id="rId92" Type="http://schemas.openxmlformats.org/officeDocument/2006/relationships/customXml" Target="../ink/ink1354.xml"/><Relationship Id="rId2" Type="http://schemas.openxmlformats.org/officeDocument/2006/relationships/customXml" Target="../ink/ink1309.xml"/><Relationship Id="rId29" Type="http://schemas.openxmlformats.org/officeDocument/2006/relationships/image" Target="../media/image1340.png"/><Relationship Id="rId24" Type="http://schemas.openxmlformats.org/officeDocument/2006/relationships/customXml" Target="../ink/ink1320.xml"/><Relationship Id="rId40" Type="http://schemas.openxmlformats.org/officeDocument/2006/relationships/customXml" Target="../ink/ink1328.xml"/><Relationship Id="rId45" Type="http://schemas.openxmlformats.org/officeDocument/2006/relationships/image" Target="../media/image1348.png"/><Relationship Id="rId66" Type="http://schemas.openxmlformats.org/officeDocument/2006/relationships/customXml" Target="../ink/ink1341.xml"/><Relationship Id="rId87" Type="http://schemas.openxmlformats.org/officeDocument/2006/relationships/image" Target="../media/image1369.png"/><Relationship Id="rId110" Type="http://schemas.openxmlformats.org/officeDocument/2006/relationships/customXml" Target="../ink/ink1363.xml"/><Relationship Id="rId115" Type="http://schemas.openxmlformats.org/officeDocument/2006/relationships/image" Target="../media/image1383.png"/><Relationship Id="rId131" Type="http://schemas.openxmlformats.org/officeDocument/2006/relationships/image" Target="../media/image1391.png"/><Relationship Id="rId136" Type="http://schemas.openxmlformats.org/officeDocument/2006/relationships/customXml" Target="../ink/ink1376.xml"/><Relationship Id="rId61" Type="http://schemas.openxmlformats.org/officeDocument/2006/relationships/image" Target="../media/image1356.png"/><Relationship Id="rId82" Type="http://schemas.openxmlformats.org/officeDocument/2006/relationships/customXml" Target="../ink/ink1349.xml"/><Relationship Id="rId19" Type="http://schemas.openxmlformats.org/officeDocument/2006/relationships/image" Target="../media/image1335.png"/><Relationship Id="rId14" Type="http://schemas.openxmlformats.org/officeDocument/2006/relationships/customXml" Target="../ink/ink1315.xml"/><Relationship Id="rId30" Type="http://schemas.openxmlformats.org/officeDocument/2006/relationships/customXml" Target="../ink/ink1323.xml"/><Relationship Id="rId35" Type="http://schemas.openxmlformats.org/officeDocument/2006/relationships/image" Target="../media/image1343.png"/><Relationship Id="rId56" Type="http://schemas.openxmlformats.org/officeDocument/2006/relationships/customXml" Target="../ink/ink1336.xml"/><Relationship Id="rId77" Type="http://schemas.openxmlformats.org/officeDocument/2006/relationships/image" Target="../media/image1364.png"/><Relationship Id="rId100" Type="http://schemas.openxmlformats.org/officeDocument/2006/relationships/customXml" Target="../ink/ink1358.xml"/><Relationship Id="rId105" Type="http://schemas.openxmlformats.org/officeDocument/2006/relationships/image" Target="../media/image1378.png"/><Relationship Id="rId126" Type="http://schemas.openxmlformats.org/officeDocument/2006/relationships/customXml" Target="../ink/ink1371.xml"/><Relationship Id="rId147" Type="http://schemas.openxmlformats.org/officeDocument/2006/relationships/image" Target="../media/image1399.png"/><Relationship Id="rId8" Type="http://schemas.openxmlformats.org/officeDocument/2006/relationships/customXml" Target="../ink/ink1312.xml"/><Relationship Id="rId51" Type="http://schemas.openxmlformats.org/officeDocument/2006/relationships/image" Target="../media/image1351.png"/><Relationship Id="rId72" Type="http://schemas.openxmlformats.org/officeDocument/2006/relationships/customXml" Target="../ink/ink1344.xml"/><Relationship Id="rId93" Type="http://schemas.openxmlformats.org/officeDocument/2006/relationships/image" Target="../media/image1372.png"/><Relationship Id="rId98" Type="http://schemas.openxmlformats.org/officeDocument/2006/relationships/customXml" Target="../ink/ink1357.xml"/><Relationship Id="rId121" Type="http://schemas.openxmlformats.org/officeDocument/2006/relationships/image" Target="../media/image1386.png"/><Relationship Id="rId142" Type="http://schemas.openxmlformats.org/officeDocument/2006/relationships/customXml" Target="../ink/ink1379.xml"/></Relationships>
</file>

<file path=ppt/slides/_rels/slide28.xml.rels><?xml version="1.0" encoding="UTF-8" standalone="yes"?>
<Relationships xmlns="http://schemas.openxmlformats.org/package/2006/relationships"><Relationship Id="rId3" Type="http://schemas.openxmlformats.org/officeDocument/2006/relationships/hyperlink" Target="https://www.researchgate.net/figure/Mechanism-of-transfer-learning-using-pre-trained-models_fig2_340225334" TargetMode="External"/><Relationship Id="rId2" Type="http://schemas.openxmlformats.org/officeDocument/2006/relationships/image" Target="../media/image140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17" Type="http://schemas.openxmlformats.org/officeDocument/2006/relationships/customXml" Target="../ink/ink1440.xml"/><Relationship Id="rId299" Type="http://schemas.openxmlformats.org/officeDocument/2006/relationships/customXml" Target="../ink/ink1531.xml"/><Relationship Id="rId21" Type="http://schemas.openxmlformats.org/officeDocument/2006/relationships/image" Target="../media/image13370.png"/><Relationship Id="rId63" Type="http://schemas.openxmlformats.org/officeDocument/2006/relationships/customXml" Target="../ink/ink1413.xml"/><Relationship Id="rId159" Type="http://schemas.openxmlformats.org/officeDocument/2006/relationships/customXml" Target="../ink/ink1461.xml"/><Relationship Id="rId324" Type="http://schemas.openxmlformats.org/officeDocument/2006/relationships/image" Target="../media/image1488.png"/><Relationship Id="rId366" Type="http://schemas.openxmlformats.org/officeDocument/2006/relationships/image" Target="../media/image1509.png"/><Relationship Id="rId170" Type="http://schemas.openxmlformats.org/officeDocument/2006/relationships/image" Target="../media/image1411.png"/><Relationship Id="rId226" Type="http://schemas.openxmlformats.org/officeDocument/2006/relationships/image" Target="../media/image1439.png"/><Relationship Id="rId433" Type="http://schemas.openxmlformats.org/officeDocument/2006/relationships/customXml" Target="../ink/ink1598.xml"/><Relationship Id="rId268" Type="http://schemas.openxmlformats.org/officeDocument/2006/relationships/image" Target="../media/image1460.png"/><Relationship Id="rId475" Type="http://schemas.openxmlformats.org/officeDocument/2006/relationships/customXml" Target="../ink/ink1619.xml"/><Relationship Id="rId32" Type="http://schemas.openxmlformats.org/officeDocument/2006/relationships/customXml" Target="../ink/ink1397.xml"/><Relationship Id="rId74" Type="http://schemas.openxmlformats.org/officeDocument/2006/relationships/image" Target="../media/image13630.png"/><Relationship Id="rId128" Type="http://schemas.openxmlformats.org/officeDocument/2006/relationships/image" Target="../media/image13900.png"/><Relationship Id="rId335" Type="http://schemas.openxmlformats.org/officeDocument/2006/relationships/customXml" Target="../ink/ink1549.xml"/><Relationship Id="rId377" Type="http://schemas.openxmlformats.org/officeDocument/2006/relationships/customXml" Target="../ink/ink1570.xml"/><Relationship Id="rId5" Type="http://schemas.openxmlformats.org/officeDocument/2006/relationships/image" Target="../media/image13290.png"/><Relationship Id="rId181" Type="http://schemas.openxmlformats.org/officeDocument/2006/relationships/customXml" Target="../ink/ink1472.xml"/><Relationship Id="rId237" Type="http://schemas.openxmlformats.org/officeDocument/2006/relationships/customXml" Target="../ink/ink1500.xml"/><Relationship Id="rId402" Type="http://schemas.openxmlformats.org/officeDocument/2006/relationships/image" Target="../media/image1529.png"/><Relationship Id="rId279" Type="http://schemas.openxmlformats.org/officeDocument/2006/relationships/customXml" Target="../ink/ink1521.xml"/><Relationship Id="rId444" Type="http://schemas.openxmlformats.org/officeDocument/2006/relationships/image" Target="../media/image1550.png"/><Relationship Id="rId43" Type="http://schemas.openxmlformats.org/officeDocument/2006/relationships/image" Target="../media/image13480.png"/><Relationship Id="rId139" Type="http://schemas.openxmlformats.org/officeDocument/2006/relationships/customXml" Target="../ink/ink1451.xml"/><Relationship Id="rId290" Type="http://schemas.openxmlformats.org/officeDocument/2006/relationships/image" Target="../media/image1471.png"/><Relationship Id="rId304" Type="http://schemas.openxmlformats.org/officeDocument/2006/relationships/image" Target="../media/image1478.png"/><Relationship Id="rId346" Type="http://schemas.openxmlformats.org/officeDocument/2006/relationships/image" Target="../media/image1499.png"/><Relationship Id="rId388" Type="http://schemas.openxmlformats.org/officeDocument/2006/relationships/image" Target="../media/image1522.png"/><Relationship Id="rId85" Type="http://schemas.openxmlformats.org/officeDocument/2006/relationships/customXml" Target="../ink/ink1424.xml"/><Relationship Id="rId150" Type="http://schemas.openxmlformats.org/officeDocument/2006/relationships/image" Target="../media/image1401.png"/><Relationship Id="rId192" Type="http://schemas.openxmlformats.org/officeDocument/2006/relationships/image" Target="../media/image1422.png"/><Relationship Id="rId206" Type="http://schemas.openxmlformats.org/officeDocument/2006/relationships/image" Target="../media/image1429.png"/><Relationship Id="rId413" Type="http://schemas.openxmlformats.org/officeDocument/2006/relationships/customXml" Target="../ink/ink1588.xml"/><Relationship Id="rId248" Type="http://schemas.openxmlformats.org/officeDocument/2006/relationships/image" Target="../media/image1450.png"/><Relationship Id="rId455" Type="http://schemas.openxmlformats.org/officeDocument/2006/relationships/customXml" Target="../ink/ink1609.xml"/><Relationship Id="rId12" Type="http://schemas.openxmlformats.org/officeDocument/2006/relationships/customXml" Target="../ink/ink1387.xml"/><Relationship Id="rId108" Type="http://schemas.openxmlformats.org/officeDocument/2006/relationships/image" Target="../media/image13800.png"/><Relationship Id="rId315" Type="http://schemas.openxmlformats.org/officeDocument/2006/relationships/customXml" Target="../ink/ink1539.xml"/><Relationship Id="rId357" Type="http://schemas.openxmlformats.org/officeDocument/2006/relationships/customXml" Target="../ink/ink1560.xml"/><Relationship Id="rId54" Type="http://schemas.openxmlformats.org/officeDocument/2006/relationships/image" Target="../media/image13530.png"/><Relationship Id="rId96" Type="http://schemas.openxmlformats.org/officeDocument/2006/relationships/image" Target="../media/image13740.png"/><Relationship Id="rId161" Type="http://schemas.openxmlformats.org/officeDocument/2006/relationships/customXml" Target="../ink/ink1462.xml"/><Relationship Id="rId217" Type="http://schemas.openxmlformats.org/officeDocument/2006/relationships/customXml" Target="../ink/ink1490.xml"/><Relationship Id="rId399" Type="http://schemas.openxmlformats.org/officeDocument/2006/relationships/customXml" Target="../ink/ink1581.xml"/><Relationship Id="rId259" Type="http://schemas.openxmlformats.org/officeDocument/2006/relationships/customXml" Target="../ink/ink1511.xml"/><Relationship Id="rId424" Type="http://schemas.openxmlformats.org/officeDocument/2006/relationships/image" Target="../media/image1540.png"/><Relationship Id="rId466" Type="http://schemas.openxmlformats.org/officeDocument/2006/relationships/image" Target="../media/image1561.png"/><Relationship Id="rId23" Type="http://schemas.openxmlformats.org/officeDocument/2006/relationships/image" Target="../media/image13380.png"/><Relationship Id="rId119" Type="http://schemas.openxmlformats.org/officeDocument/2006/relationships/customXml" Target="../ink/ink1441.xml"/><Relationship Id="rId270" Type="http://schemas.openxmlformats.org/officeDocument/2006/relationships/image" Target="../media/image1461.png"/><Relationship Id="rId326" Type="http://schemas.openxmlformats.org/officeDocument/2006/relationships/image" Target="../media/image1489.png"/><Relationship Id="rId65" Type="http://schemas.openxmlformats.org/officeDocument/2006/relationships/customXml" Target="../ink/ink1414.xml"/><Relationship Id="rId130" Type="http://schemas.openxmlformats.org/officeDocument/2006/relationships/image" Target="../media/image13910.png"/><Relationship Id="rId368" Type="http://schemas.openxmlformats.org/officeDocument/2006/relationships/image" Target="../media/image1511.png"/><Relationship Id="rId172" Type="http://schemas.openxmlformats.org/officeDocument/2006/relationships/image" Target="../media/image1412.png"/><Relationship Id="rId228" Type="http://schemas.openxmlformats.org/officeDocument/2006/relationships/image" Target="../media/image1440.png"/><Relationship Id="rId435" Type="http://schemas.openxmlformats.org/officeDocument/2006/relationships/customXml" Target="../ink/ink1599.xml"/><Relationship Id="rId477" Type="http://schemas.openxmlformats.org/officeDocument/2006/relationships/customXml" Target="../ink/ink1620.xml"/><Relationship Id="rId281" Type="http://schemas.openxmlformats.org/officeDocument/2006/relationships/customXml" Target="../ink/ink1522.xml"/><Relationship Id="rId337" Type="http://schemas.openxmlformats.org/officeDocument/2006/relationships/customXml" Target="../ink/ink1550.xml"/><Relationship Id="rId34" Type="http://schemas.openxmlformats.org/officeDocument/2006/relationships/customXml" Target="../ink/ink1398.xml"/><Relationship Id="rId55" Type="http://schemas.openxmlformats.org/officeDocument/2006/relationships/customXml" Target="../ink/ink1409.xml"/><Relationship Id="rId76" Type="http://schemas.openxmlformats.org/officeDocument/2006/relationships/image" Target="../media/image13640.png"/><Relationship Id="rId97" Type="http://schemas.openxmlformats.org/officeDocument/2006/relationships/customXml" Target="../ink/ink1430.xml"/><Relationship Id="rId120" Type="http://schemas.openxmlformats.org/officeDocument/2006/relationships/image" Target="../media/image13860.png"/><Relationship Id="rId141" Type="http://schemas.openxmlformats.org/officeDocument/2006/relationships/customXml" Target="../ink/ink1452.xml"/><Relationship Id="rId358" Type="http://schemas.openxmlformats.org/officeDocument/2006/relationships/image" Target="../media/image1505.png"/><Relationship Id="rId379" Type="http://schemas.openxmlformats.org/officeDocument/2006/relationships/customXml" Target="../ink/ink1571.xml"/><Relationship Id="rId7" Type="http://schemas.openxmlformats.org/officeDocument/2006/relationships/image" Target="../media/image13300.png"/><Relationship Id="rId162" Type="http://schemas.openxmlformats.org/officeDocument/2006/relationships/image" Target="../media/image1407.png"/><Relationship Id="rId183" Type="http://schemas.openxmlformats.org/officeDocument/2006/relationships/customXml" Target="../ink/ink1473.xml"/><Relationship Id="rId218" Type="http://schemas.openxmlformats.org/officeDocument/2006/relationships/image" Target="../media/image1435.png"/><Relationship Id="rId239" Type="http://schemas.openxmlformats.org/officeDocument/2006/relationships/customXml" Target="../ink/ink1501.xml"/><Relationship Id="rId390" Type="http://schemas.openxmlformats.org/officeDocument/2006/relationships/image" Target="../media/image1523.png"/><Relationship Id="rId404" Type="http://schemas.openxmlformats.org/officeDocument/2006/relationships/image" Target="../media/image1530.png"/><Relationship Id="rId425" Type="http://schemas.openxmlformats.org/officeDocument/2006/relationships/customXml" Target="../ink/ink1594.xml"/><Relationship Id="rId446" Type="http://schemas.openxmlformats.org/officeDocument/2006/relationships/image" Target="../media/image1551.png"/><Relationship Id="rId467" Type="http://schemas.openxmlformats.org/officeDocument/2006/relationships/customXml" Target="../ink/ink1615.xml"/><Relationship Id="rId250" Type="http://schemas.openxmlformats.org/officeDocument/2006/relationships/image" Target="../media/image1451.png"/><Relationship Id="rId271" Type="http://schemas.openxmlformats.org/officeDocument/2006/relationships/customXml" Target="../ink/ink1517.xml"/><Relationship Id="rId292" Type="http://schemas.openxmlformats.org/officeDocument/2006/relationships/image" Target="../media/image1472.png"/><Relationship Id="rId306" Type="http://schemas.openxmlformats.org/officeDocument/2006/relationships/image" Target="../media/image1479.png"/><Relationship Id="rId24" Type="http://schemas.openxmlformats.org/officeDocument/2006/relationships/customXml" Target="../ink/ink1393.xml"/><Relationship Id="rId45" Type="http://schemas.openxmlformats.org/officeDocument/2006/relationships/image" Target="../media/image13490.png"/><Relationship Id="rId66" Type="http://schemas.openxmlformats.org/officeDocument/2006/relationships/image" Target="../media/image13590.png"/><Relationship Id="rId87" Type="http://schemas.openxmlformats.org/officeDocument/2006/relationships/customXml" Target="../ink/ink1425.xml"/><Relationship Id="rId110" Type="http://schemas.openxmlformats.org/officeDocument/2006/relationships/image" Target="../media/image13810.png"/><Relationship Id="rId131" Type="http://schemas.openxmlformats.org/officeDocument/2006/relationships/customXml" Target="../ink/ink1447.xml"/><Relationship Id="rId327" Type="http://schemas.openxmlformats.org/officeDocument/2006/relationships/customXml" Target="../ink/ink1545.xml"/><Relationship Id="rId348" Type="http://schemas.openxmlformats.org/officeDocument/2006/relationships/image" Target="../media/image1500.png"/><Relationship Id="rId369" Type="http://schemas.openxmlformats.org/officeDocument/2006/relationships/customXml" Target="../ink/ink1566.xml"/><Relationship Id="rId152" Type="http://schemas.openxmlformats.org/officeDocument/2006/relationships/image" Target="../media/image1402.png"/><Relationship Id="rId173" Type="http://schemas.openxmlformats.org/officeDocument/2006/relationships/customXml" Target="../ink/ink1468.xml"/><Relationship Id="rId194" Type="http://schemas.openxmlformats.org/officeDocument/2006/relationships/image" Target="../media/image1423.png"/><Relationship Id="rId208" Type="http://schemas.openxmlformats.org/officeDocument/2006/relationships/image" Target="../media/image1430.png"/><Relationship Id="rId229" Type="http://schemas.openxmlformats.org/officeDocument/2006/relationships/customXml" Target="../ink/ink1496.xml"/><Relationship Id="rId380" Type="http://schemas.openxmlformats.org/officeDocument/2006/relationships/image" Target="../media/image1517.png"/><Relationship Id="rId415" Type="http://schemas.openxmlformats.org/officeDocument/2006/relationships/customXml" Target="../ink/ink1589.xml"/><Relationship Id="rId436" Type="http://schemas.openxmlformats.org/officeDocument/2006/relationships/image" Target="../media/image1546.png"/><Relationship Id="rId457" Type="http://schemas.openxmlformats.org/officeDocument/2006/relationships/customXml" Target="../ink/ink1610.xml"/><Relationship Id="rId240" Type="http://schemas.openxmlformats.org/officeDocument/2006/relationships/image" Target="../media/image1446.png"/><Relationship Id="rId261" Type="http://schemas.openxmlformats.org/officeDocument/2006/relationships/customXml" Target="../ink/ink1512.xml"/><Relationship Id="rId478" Type="http://schemas.openxmlformats.org/officeDocument/2006/relationships/image" Target="../media/image1567.png"/><Relationship Id="rId14" Type="http://schemas.openxmlformats.org/officeDocument/2006/relationships/customXml" Target="../ink/ink1388.xml"/><Relationship Id="rId35" Type="http://schemas.openxmlformats.org/officeDocument/2006/relationships/image" Target="../media/image13440.png"/><Relationship Id="rId56" Type="http://schemas.openxmlformats.org/officeDocument/2006/relationships/image" Target="../media/image13540.png"/><Relationship Id="rId77" Type="http://schemas.openxmlformats.org/officeDocument/2006/relationships/customXml" Target="../ink/ink1420.xml"/><Relationship Id="rId100" Type="http://schemas.openxmlformats.org/officeDocument/2006/relationships/image" Target="../media/image13760.png"/><Relationship Id="rId282" Type="http://schemas.openxmlformats.org/officeDocument/2006/relationships/image" Target="../media/image1467.png"/><Relationship Id="rId317" Type="http://schemas.openxmlformats.org/officeDocument/2006/relationships/customXml" Target="../ink/ink1540.xml"/><Relationship Id="rId338" Type="http://schemas.openxmlformats.org/officeDocument/2006/relationships/image" Target="../media/image1495.png"/><Relationship Id="rId359" Type="http://schemas.openxmlformats.org/officeDocument/2006/relationships/customXml" Target="../ink/ink1561.xml"/><Relationship Id="rId8" Type="http://schemas.openxmlformats.org/officeDocument/2006/relationships/customXml" Target="../ink/ink1385.xml"/><Relationship Id="rId98" Type="http://schemas.openxmlformats.org/officeDocument/2006/relationships/image" Target="../media/image13750.png"/><Relationship Id="rId121" Type="http://schemas.openxmlformats.org/officeDocument/2006/relationships/customXml" Target="../ink/ink1442.xml"/><Relationship Id="rId142" Type="http://schemas.openxmlformats.org/officeDocument/2006/relationships/image" Target="../media/image13970.png"/><Relationship Id="rId163" Type="http://schemas.openxmlformats.org/officeDocument/2006/relationships/customXml" Target="../ink/ink1463.xml"/><Relationship Id="rId184" Type="http://schemas.openxmlformats.org/officeDocument/2006/relationships/image" Target="../media/image1418.png"/><Relationship Id="rId219" Type="http://schemas.openxmlformats.org/officeDocument/2006/relationships/customXml" Target="../ink/ink1491.xml"/><Relationship Id="rId370" Type="http://schemas.openxmlformats.org/officeDocument/2006/relationships/image" Target="../media/image1512.png"/><Relationship Id="rId391" Type="http://schemas.openxmlformats.org/officeDocument/2006/relationships/customXml" Target="../ink/ink1577.xml"/><Relationship Id="rId405" Type="http://schemas.openxmlformats.org/officeDocument/2006/relationships/customXml" Target="../ink/ink1584.xml"/><Relationship Id="rId426" Type="http://schemas.openxmlformats.org/officeDocument/2006/relationships/image" Target="../media/image1541.png"/><Relationship Id="rId447" Type="http://schemas.openxmlformats.org/officeDocument/2006/relationships/customXml" Target="../ink/ink1605.xml"/><Relationship Id="rId230" Type="http://schemas.openxmlformats.org/officeDocument/2006/relationships/image" Target="../media/image1441.png"/><Relationship Id="rId251" Type="http://schemas.openxmlformats.org/officeDocument/2006/relationships/customXml" Target="../ink/ink1507.xml"/><Relationship Id="rId468" Type="http://schemas.openxmlformats.org/officeDocument/2006/relationships/image" Target="../media/image1562.png"/><Relationship Id="rId25" Type="http://schemas.openxmlformats.org/officeDocument/2006/relationships/image" Target="../media/image13390.png"/><Relationship Id="rId46" Type="http://schemas.openxmlformats.org/officeDocument/2006/relationships/customXml" Target="../ink/ink1404.xml"/><Relationship Id="rId67" Type="http://schemas.openxmlformats.org/officeDocument/2006/relationships/customXml" Target="../ink/ink1415.xml"/><Relationship Id="rId272" Type="http://schemas.openxmlformats.org/officeDocument/2006/relationships/image" Target="../media/image1462.png"/><Relationship Id="rId293" Type="http://schemas.openxmlformats.org/officeDocument/2006/relationships/customXml" Target="../ink/ink1528.xml"/><Relationship Id="rId307" Type="http://schemas.openxmlformats.org/officeDocument/2006/relationships/customXml" Target="../ink/ink1535.xml"/><Relationship Id="rId328" Type="http://schemas.openxmlformats.org/officeDocument/2006/relationships/image" Target="../media/image1490.png"/><Relationship Id="rId349" Type="http://schemas.openxmlformats.org/officeDocument/2006/relationships/customXml" Target="../ink/ink1556.xml"/><Relationship Id="rId88" Type="http://schemas.openxmlformats.org/officeDocument/2006/relationships/image" Target="../media/image13700.png"/><Relationship Id="rId111" Type="http://schemas.openxmlformats.org/officeDocument/2006/relationships/customXml" Target="../ink/ink1437.xml"/><Relationship Id="rId132" Type="http://schemas.openxmlformats.org/officeDocument/2006/relationships/image" Target="../media/image13920.png"/><Relationship Id="rId153" Type="http://schemas.openxmlformats.org/officeDocument/2006/relationships/customXml" Target="../ink/ink1458.xml"/><Relationship Id="rId174" Type="http://schemas.openxmlformats.org/officeDocument/2006/relationships/image" Target="../media/image1413.png"/><Relationship Id="rId195" Type="http://schemas.openxmlformats.org/officeDocument/2006/relationships/customXml" Target="../ink/ink1479.xml"/><Relationship Id="rId209" Type="http://schemas.openxmlformats.org/officeDocument/2006/relationships/customXml" Target="../ink/ink1486.xml"/><Relationship Id="rId360" Type="http://schemas.openxmlformats.org/officeDocument/2006/relationships/image" Target="../media/image1506.png"/><Relationship Id="rId381" Type="http://schemas.openxmlformats.org/officeDocument/2006/relationships/customXml" Target="../ink/ink1572.xml"/><Relationship Id="rId416" Type="http://schemas.openxmlformats.org/officeDocument/2006/relationships/image" Target="../media/image1536.png"/><Relationship Id="rId220" Type="http://schemas.openxmlformats.org/officeDocument/2006/relationships/image" Target="../media/image1436.png"/><Relationship Id="rId241" Type="http://schemas.openxmlformats.org/officeDocument/2006/relationships/customXml" Target="../ink/ink1502.xml"/><Relationship Id="rId437" Type="http://schemas.openxmlformats.org/officeDocument/2006/relationships/customXml" Target="../ink/ink1600.xml"/><Relationship Id="rId458" Type="http://schemas.openxmlformats.org/officeDocument/2006/relationships/image" Target="../media/image1557.png"/><Relationship Id="rId479" Type="http://schemas.openxmlformats.org/officeDocument/2006/relationships/customXml" Target="../ink/ink1621.xml"/><Relationship Id="rId15" Type="http://schemas.openxmlformats.org/officeDocument/2006/relationships/image" Target="../media/image13340.png"/><Relationship Id="rId36" Type="http://schemas.openxmlformats.org/officeDocument/2006/relationships/customXml" Target="../ink/ink1399.xml"/><Relationship Id="rId57" Type="http://schemas.openxmlformats.org/officeDocument/2006/relationships/customXml" Target="../ink/ink1410.xml"/><Relationship Id="rId262" Type="http://schemas.openxmlformats.org/officeDocument/2006/relationships/image" Target="../media/image1457.png"/><Relationship Id="rId283" Type="http://schemas.openxmlformats.org/officeDocument/2006/relationships/customXml" Target="../ink/ink1523.xml"/><Relationship Id="rId318" Type="http://schemas.openxmlformats.org/officeDocument/2006/relationships/image" Target="../media/image1485.png"/><Relationship Id="rId339" Type="http://schemas.openxmlformats.org/officeDocument/2006/relationships/customXml" Target="../ink/ink1551.xml"/><Relationship Id="rId78" Type="http://schemas.openxmlformats.org/officeDocument/2006/relationships/image" Target="../media/image13650.png"/><Relationship Id="rId99" Type="http://schemas.openxmlformats.org/officeDocument/2006/relationships/customXml" Target="../ink/ink1431.xml"/><Relationship Id="rId101" Type="http://schemas.openxmlformats.org/officeDocument/2006/relationships/customXml" Target="../ink/ink1432.xml"/><Relationship Id="rId122" Type="http://schemas.openxmlformats.org/officeDocument/2006/relationships/image" Target="../media/image13870.png"/><Relationship Id="rId143" Type="http://schemas.openxmlformats.org/officeDocument/2006/relationships/customXml" Target="../ink/ink1453.xml"/><Relationship Id="rId164" Type="http://schemas.openxmlformats.org/officeDocument/2006/relationships/image" Target="../media/image1408.png"/><Relationship Id="rId185" Type="http://schemas.openxmlformats.org/officeDocument/2006/relationships/customXml" Target="../ink/ink1474.xml"/><Relationship Id="rId350" Type="http://schemas.openxmlformats.org/officeDocument/2006/relationships/image" Target="../media/image1501.png"/><Relationship Id="rId371" Type="http://schemas.openxmlformats.org/officeDocument/2006/relationships/customXml" Target="../ink/ink1567.xml"/><Relationship Id="rId406" Type="http://schemas.openxmlformats.org/officeDocument/2006/relationships/image" Target="../media/image1531.png"/><Relationship Id="rId9" Type="http://schemas.openxmlformats.org/officeDocument/2006/relationships/image" Target="../media/image13310.png"/><Relationship Id="rId210" Type="http://schemas.openxmlformats.org/officeDocument/2006/relationships/image" Target="../media/image1431.png"/><Relationship Id="rId392" Type="http://schemas.openxmlformats.org/officeDocument/2006/relationships/image" Target="../media/image1524.png"/><Relationship Id="rId427" Type="http://schemas.openxmlformats.org/officeDocument/2006/relationships/customXml" Target="../ink/ink1595.xml"/><Relationship Id="rId448" Type="http://schemas.openxmlformats.org/officeDocument/2006/relationships/image" Target="../media/image1552.png"/><Relationship Id="rId469" Type="http://schemas.openxmlformats.org/officeDocument/2006/relationships/customXml" Target="../ink/ink1616.xml"/><Relationship Id="rId26" Type="http://schemas.openxmlformats.org/officeDocument/2006/relationships/customXml" Target="../ink/ink1394.xml"/><Relationship Id="rId231" Type="http://schemas.openxmlformats.org/officeDocument/2006/relationships/customXml" Target="../ink/ink1497.xml"/><Relationship Id="rId252" Type="http://schemas.openxmlformats.org/officeDocument/2006/relationships/image" Target="../media/image1452.png"/><Relationship Id="rId273" Type="http://schemas.openxmlformats.org/officeDocument/2006/relationships/customXml" Target="../ink/ink1518.xml"/><Relationship Id="rId294" Type="http://schemas.openxmlformats.org/officeDocument/2006/relationships/image" Target="../media/image1473.png"/><Relationship Id="rId308" Type="http://schemas.openxmlformats.org/officeDocument/2006/relationships/image" Target="../media/image1480.png"/><Relationship Id="rId329" Type="http://schemas.openxmlformats.org/officeDocument/2006/relationships/customXml" Target="../ink/ink1546.xml"/><Relationship Id="rId480" Type="http://schemas.openxmlformats.org/officeDocument/2006/relationships/image" Target="../media/image1568.png"/><Relationship Id="rId47" Type="http://schemas.openxmlformats.org/officeDocument/2006/relationships/image" Target="../media/image13500.png"/><Relationship Id="rId68" Type="http://schemas.openxmlformats.org/officeDocument/2006/relationships/image" Target="../media/image13600.png"/><Relationship Id="rId89" Type="http://schemas.openxmlformats.org/officeDocument/2006/relationships/customXml" Target="../ink/ink1426.xml"/><Relationship Id="rId112" Type="http://schemas.openxmlformats.org/officeDocument/2006/relationships/image" Target="../media/image13820.png"/><Relationship Id="rId133" Type="http://schemas.openxmlformats.org/officeDocument/2006/relationships/customXml" Target="../ink/ink1448.xml"/><Relationship Id="rId154" Type="http://schemas.openxmlformats.org/officeDocument/2006/relationships/image" Target="../media/image1403.png"/><Relationship Id="rId175" Type="http://schemas.openxmlformats.org/officeDocument/2006/relationships/customXml" Target="../ink/ink1469.xml"/><Relationship Id="rId340" Type="http://schemas.openxmlformats.org/officeDocument/2006/relationships/image" Target="../media/image1496.png"/><Relationship Id="rId361" Type="http://schemas.openxmlformats.org/officeDocument/2006/relationships/customXml" Target="../ink/ink1562.xml"/><Relationship Id="rId196" Type="http://schemas.openxmlformats.org/officeDocument/2006/relationships/image" Target="../media/image1424.png"/><Relationship Id="rId200" Type="http://schemas.openxmlformats.org/officeDocument/2006/relationships/image" Target="../media/image1426.png"/><Relationship Id="rId382" Type="http://schemas.openxmlformats.org/officeDocument/2006/relationships/image" Target="../media/image1518.png"/><Relationship Id="rId417" Type="http://schemas.openxmlformats.org/officeDocument/2006/relationships/customXml" Target="../ink/ink1590.xml"/><Relationship Id="rId438" Type="http://schemas.openxmlformats.org/officeDocument/2006/relationships/image" Target="../media/image1547.png"/><Relationship Id="rId459" Type="http://schemas.openxmlformats.org/officeDocument/2006/relationships/customXml" Target="../ink/ink1611.xml"/><Relationship Id="rId16" Type="http://schemas.openxmlformats.org/officeDocument/2006/relationships/customXml" Target="../ink/ink1389.xml"/><Relationship Id="rId221" Type="http://schemas.openxmlformats.org/officeDocument/2006/relationships/customXml" Target="../ink/ink1492.xml"/><Relationship Id="rId242" Type="http://schemas.openxmlformats.org/officeDocument/2006/relationships/image" Target="../media/image1447.png"/><Relationship Id="rId263" Type="http://schemas.openxmlformats.org/officeDocument/2006/relationships/customXml" Target="../ink/ink1513.xml"/><Relationship Id="rId284" Type="http://schemas.openxmlformats.org/officeDocument/2006/relationships/image" Target="../media/image1468.png"/><Relationship Id="rId319" Type="http://schemas.openxmlformats.org/officeDocument/2006/relationships/customXml" Target="../ink/ink1541.xml"/><Relationship Id="rId470" Type="http://schemas.openxmlformats.org/officeDocument/2006/relationships/image" Target="../media/image1563.png"/><Relationship Id="rId37" Type="http://schemas.openxmlformats.org/officeDocument/2006/relationships/image" Target="../media/image13450.png"/><Relationship Id="rId58" Type="http://schemas.openxmlformats.org/officeDocument/2006/relationships/image" Target="../media/image13550.png"/><Relationship Id="rId79" Type="http://schemas.openxmlformats.org/officeDocument/2006/relationships/customXml" Target="../ink/ink1421.xml"/><Relationship Id="rId102" Type="http://schemas.openxmlformats.org/officeDocument/2006/relationships/image" Target="../media/image13770.png"/><Relationship Id="rId123" Type="http://schemas.openxmlformats.org/officeDocument/2006/relationships/customXml" Target="../ink/ink1443.xml"/><Relationship Id="rId144" Type="http://schemas.openxmlformats.org/officeDocument/2006/relationships/image" Target="../media/image13980.png"/><Relationship Id="rId330" Type="http://schemas.openxmlformats.org/officeDocument/2006/relationships/image" Target="../media/image1491.png"/><Relationship Id="rId90" Type="http://schemas.openxmlformats.org/officeDocument/2006/relationships/image" Target="../media/image13710.png"/><Relationship Id="rId165" Type="http://schemas.openxmlformats.org/officeDocument/2006/relationships/customXml" Target="../ink/ink1464.xml"/><Relationship Id="rId186" Type="http://schemas.openxmlformats.org/officeDocument/2006/relationships/image" Target="../media/image1419.png"/><Relationship Id="rId351" Type="http://schemas.openxmlformats.org/officeDocument/2006/relationships/customXml" Target="../ink/ink1557.xml"/><Relationship Id="rId372" Type="http://schemas.openxmlformats.org/officeDocument/2006/relationships/image" Target="../media/image1513.png"/><Relationship Id="rId393" Type="http://schemas.openxmlformats.org/officeDocument/2006/relationships/customXml" Target="../ink/ink1578.xml"/><Relationship Id="rId407" Type="http://schemas.openxmlformats.org/officeDocument/2006/relationships/customXml" Target="../ink/ink1585.xml"/><Relationship Id="rId428" Type="http://schemas.openxmlformats.org/officeDocument/2006/relationships/image" Target="../media/image1542.png"/><Relationship Id="rId449" Type="http://schemas.openxmlformats.org/officeDocument/2006/relationships/customXml" Target="../ink/ink1606.xml"/><Relationship Id="rId211" Type="http://schemas.openxmlformats.org/officeDocument/2006/relationships/customXml" Target="../ink/ink1487.xml"/><Relationship Id="rId232" Type="http://schemas.openxmlformats.org/officeDocument/2006/relationships/image" Target="../media/image1442.png"/><Relationship Id="rId253" Type="http://schemas.openxmlformats.org/officeDocument/2006/relationships/customXml" Target="../ink/ink1508.xml"/><Relationship Id="rId274" Type="http://schemas.openxmlformats.org/officeDocument/2006/relationships/image" Target="../media/image1463.png"/><Relationship Id="rId295" Type="http://schemas.openxmlformats.org/officeDocument/2006/relationships/customXml" Target="../ink/ink1529.xml"/><Relationship Id="rId309" Type="http://schemas.openxmlformats.org/officeDocument/2006/relationships/customXml" Target="../ink/ink1536.xml"/><Relationship Id="rId460" Type="http://schemas.openxmlformats.org/officeDocument/2006/relationships/image" Target="../media/image1558.png"/><Relationship Id="rId481" Type="http://schemas.openxmlformats.org/officeDocument/2006/relationships/customXml" Target="../ink/ink1622.xml"/><Relationship Id="rId27" Type="http://schemas.openxmlformats.org/officeDocument/2006/relationships/image" Target="../media/image13400.png"/><Relationship Id="rId48" Type="http://schemas.openxmlformats.org/officeDocument/2006/relationships/customXml" Target="../ink/ink1405.xml"/><Relationship Id="rId69" Type="http://schemas.openxmlformats.org/officeDocument/2006/relationships/customXml" Target="../ink/ink1416.xml"/><Relationship Id="rId113" Type="http://schemas.openxmlformats.org/officeDocument/2006/relationships/customXml" Target="../ink/ink1438.xml"/><Relationship Id="rId134" Type="http://schemas.openxmlformats.org/officeDocument/2006/relationships/image" Target="../media/image13930.png"/><Relationship Id="rId320" Type="http://schemas.openxmlformats.org/officeDocument/2006/relationships/image" Target="../media/image1486.png"/><Relationship Id="rId80" Type="http://schemas.openxmlformats.org/officeDocument/2006/relationships/image" Target="../media/image13660.png"/><Relationship Id="rId155" Type="http://schemas.openxmlformats.org/officeDocument/2006/relationships/customXml" Target="../ink/ink1459.xml"/><Relationship Id="rId176" Type="http://schemas.openxmlformats.org/officeDocument/2006/relationships/image" Target="../media/image1414.png"/><Relationship Id="rId197" Type="http://schemas.openxmlformats.org/officeDocument/2006/relationships/customXml" Target="../ink/ink1480.xml"/><Relationship Id="rId341" Type="http://schemas.openxmlformats.org/officeDocument/2006/relationships/customXml" Target="../ink/ink1552.xml"/><Relationship Id="rId362" Type="http://schemas.openxmlformats.org/officeDocument/2006/relationships/image" Target="../media/image1507.png"/><Relationship Id="rId383" Type="http://schemas.openxmlformats.org/officeDocument/2006/relationships/customXml" Target="../ink/ink1573.xml"/><Relationship Id="rId418" Type="http://schemas.openxmlformats.org/officeDocument/2006/relationships/image" Target="../media/image1537.png"/><Relationship Id="rId439" Type="http://schemas.openxmlformats.org/officeDocument/2006/relationships/customXml" Target="../ink/ink1601.xml"/><Relationship Id="rId201" Type="http://schemas.openxmlformats.org/officeDocument/2006/relationships/customXml" Target="../ink/ink1482.xml"/><Relationship Id="rId222" Type="http://schemas.openxmlformats.org/officeDocument/2006/relationships/image" Target="../media/image1437.png"/><Relationship Id="rId243" Type="http://schemas.openxmlformats.org/officeDocument/2006/relationships/customXml" Target="../ink/ink1503.xml"/><Relationship Id="rId264" Type="http://schemas.openxmlformats.org/officeDocument/2006/relationships/image" Target="../media/image1458.png"/><Relationship Id="rId285" Type="http://schemas.openxmlformats.org/officeDocument/2006/relationships/customXml" Target="../ink/ink1524.xml"/><Relationship Id="rId450" Type="http://schemas.openxmlformats.org/officeDocument/2006/relationships/image" Target="../media/image1553.png"/><Relationship Id="rId471" Type="http://schemas.openxmlformats.org/officeDocument/2006/relationships/customXml" Target="../ink/ink1617.xml"/><Relationship Id="rId17" Type="http://schemas.openxmlformats.org/officeDocument/2006/relationships/image" Target="../media/image13350.png"/><Relationship Id="rId38" Type="http://schemas.openxmlformats.org/officeDocument/2006/relationships/customXml" Target="../ink/ink1400.xml"/><Relationship Id="rId59" Type="http://schemas.openxmlformats.org/officeDocument/2006/relationships/customXml" Target="../ink/ink1411.xml"/><Relationship Id="rId103" Type="http://schemas.openxmlformats.org/officeDocument/2006/relationships/customXml" Target="../ink/ink1433.xml"/><Relationship Id="rId124" Type="http://schemas.openxmlformats.org/officeDocument/2006/relationships/image" Target="../media/image13880.png"/><Relationship Id="rId310" Type="http://schemas.openxmlformats.org/officeDocument/2006/relationships/image" Target="../media/image1481.png"/><Relationship Id="rId70" Type="http://schemas.openxmlformats.org/officeDocument/2006/relationships/image" Target="../media/image13610.png"/><Relationship Id="rId91" Type="http://schemas.openxmlformats.org/officeDocument/2006/relationships/customXml" Target="../ink/ink1427.xml"/><Relationship Id="rId145" Type="http://schemas.openxmlformats.org/officeDocument/2006/relationships/customXml" Target="../ink/ink1454.xml"/><Relationship Id="rId166" Type="http://schemas.openxmlformats.org/officeDocument/2006/relationships/image" Target="../media/image1409.png"/><Relationship Id="rId187" Type="http://schemas.openxmlformats.org/officeDocument/2006/relationships/customXml" Target="../ink/ink1475.xml"/><Relationship Id="rId331" Type="http://schemas.openxmlformats.org/officeDocument/2006/relationships/customXml" Target="../ink/ink1547.xml"/><Relationship Id="rId352" Type="http://schemas.openxmlformats.org/officeDocument/2006/relationships/image" Target="../media/image1502.png"/><Relationship Id="rId373" Type="http://schemas.openxmlformats.org/officeDocument/2006/relationships/customXml" Target="../ink/ink1568.xml"/><Relationship Id="rId394" Type="http://schemas.openxmlformats.org/officeDocument/2006/relationships/image" Target="../media/image1525.png"/><Relationship Id="rId408" Type="http://schemas.openxmlformats.org/officeDocument/2006/relationships/image" Target="../media/image1532.png"/><Relationship Id="rId429" Type="http://schemas.openxmlformats.org/officeDocument/2006/relationships/customXml" Target="../ink/ink1596.xml"/><Relationship Id="rId1" Type="http://schemas.openxmlformats.org/officeDocument/2006/relationships/slideLayout" Target="../slideLayouts/slideLayout2.xml"/><Relationship Id="rId212" Type="http://schemas.openxmlformats.org/officeDocument/2006/relationships/image" Target="../media/image1432.png"/><Relationship Id="rId233" Type="http://schemas.openxmlformats.org/officeDocument/2006/relationships/customXml" Target="../ink/ink1498.xml"/><Relationship Id="rId254" Type="http://schemas.openxmlformats.org/officeDocument/2006/relationships/image" Target="../media/image1453.png"/><Relationship Id="rId440" Type="http://schemas.openxmlformats.org/officeDocument/2006/relationships/image" Target="../media/image1548.png"/><Relationship Id="rId28" Type="http://schemas.openxmlformats.org/officeDocument/2006/relationships/customXml" Target="../ink/ink1395.xml"/><Relationship Id="rId49" Type="http://schemas.openxmlformats.org/officeDocument/2006/relationships/image" Target="../media/image13510.png"/><Relationship Id="rId114" Type="http://schemas.openxmlformats.org/officeDocument/2006/relationships/image" Target="../media/image13830.png"/><Relationship Id="rId275" Type="http://schemas.openxmlformats.org/officeDocument/2006/relationships/customXml" Target="../ink/ink1519.xml"/><Relationship Id="rId296" Type="http://schemas.openxmlformats.org/officeDocument/2006/relationships/image" Target="../media/image1474.png"/><Relationship Id="rId300" Type="http://schemas.openxmlformats.org/officeDocument/2006/relationships/image" Target="../media/image1476.png"/><Relationship Id="rId461" Type="http://schemas.openxmlformats.org/officeDocument/2006/relationships/customXml" Target="../ink/ink1612.xml"/><Relationship Id="rId482" Type="http://schemas.openxmlformats.org/officeDocument/2006/relationships/image" Target="../media/image1569.png"/><Relationship Id="rId60" Type="http://schemas.openxmlformats.org/officeDocument/2006/relationships/image" Target="../media/image13560.png"/><Relationship Id="rId81" Type="http://schemas.openxmlformats.org/officeDocument/2006/relationships/customXml" Target="../ink/ink1422.xml"/><Relationship Id="rId135" Type="http://schemas.openxmlformats.org/officeDocument/2006/relationships/customXml" Target="../ink/ink1449.xml"/><Relationship Id="rId156" Type="http://schemas.openxmlformats.org/officeDocument/2006/relationships/image" Target="../media/image1404.png"/><Relationship Id="rId177" Type="http://schemas.openxmlformats.org/officeDocument/2006/relationships/customXml" Target="../ink/ink1470.xml"/><Relationship Id="rId198" Type="http://schemas.openxmlformats.org/officeDocument/2006/relationships/image" Target="../media/image1425.png"/><Relationship Id="rId321" Type="http://schemas.openxmlformats.org/officeDocument/2006/relationships/customXml" Target="../ink/ink1542.xml"/><Relationship Id="rId342" Type="http://schemas.openxmlformats.org/officeDocument/2006/relationships/image" Target="../media/image1497.png"/><Relationship Id="rId363" Type="http://schemas.openxmlformats.org/officeDocument/2006/relationships/customXml" Target="../ink/ink1563.xml"/><Relationship Id="rId384" Type="http://schemas.openxmlformats.org/officeDocument/2006/relationships/image" Target="../media/image1519.png"/><Relationship Id="rId419" Type="http://schemas.openxmlformats.org/officeDocument/2006/relationships/customXml" Target="../ink/ink1591.xml"/><Relationship Id="rId202" Type="http://schemas.openxmlformats.org/officeDocument/2006/relationships/image" Target="../media/image1427.png"/><Relationship Id="rId223" Type="http://schemas.openxmlformats.org/officeDocument/2006/relationships/customXml" Target="../ink/ink1493.xml"/><Relationship Id="rId244" Type="http://schemas.openxmlformats.org/officeDocument/2006/relationships/image" Target="../media/image1448.png"/><Relationship Id="rId430" Type="http://schemas.openxmlformats.org/officeDocument/2006/relationships/image" Target="../media/image1543.png"/><Relationship Id="rId18" Type="http://schemas.openxmlformats.org/officeDocument/2006/relationships/customXml" Target="../ink/ink1390.xml"/><Relationship Id="rId39" Type="http://schemas.openxmlformats.org/officeDocument/2006/relationships/image" Target="../media/image13460.png"/><Relationship Id="rId265" Type="http://schemas.openxmlformats.org/officeDocument/2006/relationships/customXml" Target="../ink/ink1514.xml"/><Relationship Id="rId286" Type="http://schemas.openxmlformats.org/officeDocument/2006/relationships/image" Target="../media/image1469.png"/><Relationship Id="rId451" Type="http://schemas.openxmlformats.org/officeDocument/2006/relationships/customXml" Target="../ink/ink1607.xml"/><Relationship Id="rId472" Type="http://schemas.openxmlformats.org/officeDocument/2006/relationships/image" Target="../media/image1564.png"/><Relationship Id="rId50" Type="http://schemas.openxmlformats.org/officeDocument/2006/relationships/customXml" Target="../ink/ink1406.xml"/><Relationship Id="rId104" Type="http://schemas.openxmlformats.org/officeDocument/2006/relationships/image" Target="../media/image13780.png"/><Relationship Id="rId125" Type="http://schemas.openxmlformats.org/officeDocument/2006/relationships/customXml" Target="../ink/ink1444.xml"/><Relationship Id="rId146" Type="http://schemas.openxmlformats.org/officeDocument/2006/relationships/image" Target="../media/image13990.png"/><Relationship Id="rId167" Type="http://schemas.openxmlformats.org/officeDocument/2006/relationships/customXml" Target="../ink/ink1465.xml"/><Relationship Id="rId188" Type="http://schemas.openxmlformats.org/officeDocument/2006/relationships/image" Target="../media/image1420.png"/><Relationship Id="rId311" Type="http://schemas.openxmlformats.org/officeDocument/2006/relationships/customXml" Target="../ink/ink1537.xml"/><Relationship Id="rId332" Type="http://schemas.openxmlformats.org/officeDocument/2006/relationships/image" Target="../media/image1492.png"/><Relationship Id="rId353" Type="http://schemas.openxmlformats.org/officeDocument/2006/relationships/customXml" Target="../ink/ink1558.xml"/><Relationship Id="rId374" Type="http://schemas.openxmlformats.org/officeDocument/2006/relationships/image" Target="../media/image1514.png"/><Relationship Id="rId395" Type="http://schemas.openxmlformats.org/officeDocument/2006/relationships/customXml" Target="../ink/ink1579.xml"/><Relationship Id="rId409" Type="http://schemas.openxmlformats.org/officeDocument/2006/relationships/customXml" Target="../ink/ink1586.xml"/><Relationship Id="rId71" Type="http://schemas.openxmlformats.org/officeDocument/2006/relationships/customXml" Target="../ink/ink1417.xml"/><Relationship Id="rId92" Type="http://schemas.openxmlformats.org/officeDocument/2006/relationships/image" Target="../media/image13720.png"/><Relationship Id="rId213" Type="http://schemas.openxmlformats.org/officeDocument/2006/relationships/customXml" Target="../ink/ink1488.xml"/><Relationship Id="rId234" Type="http://schemas.openxmlformats.org/officeDocument/2006/relationships/image" Target="../media/image1443.png"/><Relationship Id="rId420" Type="http://schemas.openxmlformats.org/officeDocument/2006/relationships/image" Target="../media/image1538.png"/><Relationship Id="rId2" Type="http://schemas.openxmlformats.org/officeDocument/2006/relationships/customXml" Target="../ink/ink1382.xml"/><Relationship Id="rId29" Type="http://schemas.openxmlformats.org/officeDocument/2006/relationships/image" Target="../media/image13410.png"/><Relationship Id="rId255" Type="http://schemas.openxmlformats.org/officeDocument/2006/relationships/customXml" Target="../ink/ink1509.xml"/><Relationship Id="rId276" Type="http://schemas.openxmlformats.org/officeDocument/2006/relationships/image" Target="../media/image1464.png"/><Relationship Id="rId297" Type="http://schemas.openxmlformats.org/officeDocument/2006/relationships/customXml" Target="../ink/ink1530.xml"/><Relationship Id="rId441" Type="http://schemas.openxmlformats.org/officeDocument/2006/relationships/customXml" Target="../ink/ink1602.xml"/><Relationship Id="rId462" Type="http://schemas.openxmlformats.org/officeDocument/2006/relationships/image" Target="../media/image1559.png"/><Relationship Id="rId40" Type="http://schemas.openxmlformats.org/officeDocument/2006/relationships/customXml" Target="../ink/ink1401.xml"/><Relationship Id="rId115" Type="http://schemas.openxmlformats.org/officeDocument/2006/relationships/customXml" Target="../ink/ink1439.xml"/><Relationship Id="rId136" Type="http://schemas.openxmlformats.org/officeDocument/2006/relationships/image" Target="../media/image13940.png"/><Relationship Id="rId157" Type="http://schemas.openxmlformats.org/officeDocument/2006/relationships/customXml" Target="../ink/ink1460.xml"/><Relationship Id="rId178" Type="http://schemas.openxmlformats.org/officeDocument/2006/relationships/image" Target="../media/image1415.png"/><Relationship Id="rId301" Type="http://schemas.openxmlformats.org/officeDocument/2006/relationships/customXml" Target="../ink/ink1532.xml"/><Relationship Id="rId322" Type="http://schemas.openxmlformats.org/officeDocument/2006/relationships/image" Target="../media/image1487.png"/><Relationship Id="rId343" Type="http://schemas.openxmlformats.org/officeDocument/2006/relationships/customXml" Target="../ink/ink1553.xml"/><Relationship Id="rId364" Type="http://schemas.openxmlformats.org/officeDocument/2006/relationships/image" Target="../media/image1508.png"/><Relationship Id="rId61" Type="http://schemas.openxmlformats.org/officeDocument/2006/relationships/customXml" Target="../ink/ink1412.xml"/><Relationship Id="rId82" Type="http://schemas.openxmlformats.org/officeDocument/2006/relationships/image" Target="../media/image13670.png"/><Relationship Id="rId199" Type="http://schemas.openxmlformats.org/officeDocument/2006/relationships/customXml" Target="../ink/ink1481.xml"/><Relationship Id="rId203" Type="http://schemas.openxmlformats.org/officeDocument/2006/relationships/customXml" Target="../ink/ink1483.xml"/><Relationship Id="rId385" Type="http://schemas.openxmlformats.org/officeDocument/2006/relationships/customXml" Target="../ink/ink1574.xml"/><Relationship Id="rId19" Type="http://schemas.openxmlformats.org/officeDocument/2006/relationships/image" Target="../media/image13360.png"/><Relationship Id="rId224" Type="http://schemas.openxmlformats.org/officeDocument/2006/relationships/image" Target="../media/image1438.png"/><Relationship Id="rId245" Type="http://schemas.openxmlformats.org/officeDocument/2006/relationships/customXml" Target="../ink/ink1504.xml"/><Relationship Id="rId266" Type="http://schemas.openxmlformats.org/officeDocument/2006/relationships/image" Target="../media/image1459.png"/><Relationship Id="rId287" Type="http://schemas.openxmlformats.org/officeDocument/2006/relationships/customXml" Target="../ink/ink1525.xml"/><Relationship Id="rId410" Type="http://schemas.openxmlformats.org/officeDocument/2006/relationships/image" Target="../media/image1533.png"/><Relationship Id="rId431" Type="http://schemas.openxmlformats.org/officeDocument/2006/relationships/customXml" Target="../ink/ink1597.xml"/><Relationship Id="rId452" Type="http://schemas.openxmlformats.org/officeDocument/2006/relationships/image" Target="../media/image1554.png"/><Relationship Id="rId473" Type="http://schemas.openxmlformats.org/officeDocument/2006/relationships/customXml" Target="../ink/ink1618.xml"/><Relationship Id="rId30" Type="http://schemas.openxmlformats.org/officeDocument/2006/relationships/customXml" Target="../ink/ink1396.xml"/><Relationship Id="rId105" Type="http://schemas.openxmlformats.org/officeDocument/2006/relationships/customXml" Target="../ink/ink1434.xml"/><Relationship Id="rId126" Type="http://schemas.openxmlformats.org/officeDocument/2006/relationships/image" Target="../media/image13890.png"/><Relationship Id="rId147" Type="http://schemas.openxmlformats.org/officeDocument/2006/relationships/customXml" Target="../ink/ink1455.xml"/><Relationship Id="rId168" Type="http://schemas.openxmlformats.org/officeDocument/2006/relationships/image" Target="../media/image1410.png"/><Relationship Id="rId312" Type="http://schemas.openxmlformats.org/officeDocument/2006/relationships/image" Target="../media/image1482.png"/><Relationship Id="rId333" Type="http://schemas.openxmlformats.org/officeDocument/2006/relationships/customXml" Target="../ink/ink1548.xml"/><Relationship Id="rId354" Type="http://schemas.openxmlformats.org/officeDocument/2006/relationships/image" Target="../media/image1503.png"/><Relationship Id="rId51" Type="http://schemas.openxmlformats.org/officeDocument/2006/relationships/customXml" Target="../ink/ink1407.xml"/><Relationship Id="rId72" Type="http://schemas.openxmlformats.org/officeDocument/2006/relationships/image" Target="../media/image13620.png"/><Relationship Id="rId93" Type="http://schemas.openxmlformats.org/officeDocument/2006/relationships/customXml" Target="../ink/ink1428.xml"/><Relationship Id="rId189" Type="http://schemas.openxmlformats.org/officeDocument/2006/relationships/customXml" Target="../ink/ink1476.xml"/><Relationship Id="rId375" Type="http://schemas.openxmlformats.org/officeDocument/2006/relationships/customXml" Target="../ink/ink1569.xml"/><Relationship Id="rId396" Type="http://schemas.openxmlformats.org/officeDocument/2006/relationships/image" Target="../media/image1526.png"/><Relationship Id="rId3" Type="http://schemas.openxmlformats.org/officeDocument/2006/relationships/image" Target="../media/image13280.png"/><Relationship Id="rId214" Type="http://schemas.openxmlformats.org/officeDocument/2006/relationships/image" Target="../media/image1433.png"/><Relationship Id="rId235" Type="http://schemas.openxmlformats.org/officeDocument/2006/relationships/customXml" Target="../ink/ink1499.xml"/><Relationship Id="rId256" Type="http://schemas.openxmlformats.org/officeDocument/2006/relationships/image" Target="../media/image1454.png"/><Relationship Id="rId277" Type="http://schemas.openxmlformats.org/officeDocument/2006/relationships/customXml" Target="../ink/ink1520.xml"/><Relationship Id="rId298" Type="http://schemas.openxmlformats.org/officeDocument/2006/relationships/image" Target="../media/image1475.png"/><Relationship Id="rId400" Type="http://schemas.openxmlformats.org/officeDocument/2006/relationships/image" Target="../media/image1528.png"/><Relationship Id="rId421" Type="http://schemas.openxmlformats.org/officeDocument/2006/relationships/customXml" Target="../ink/ink1592.xml"/><Relationship Id="rId442" Type="http://schemas.openxmlformats.org/officeDocument/2006/relationships/image" Target="../media/image1549.png"/><Relationship Id="rId463" Type="http://schemas.openxmlformats.org/officeDocument/2006/relationships/customXml" Target="../ink/ink1613.xml"/><Relationship Id="rId116" Type="http://schemas.openxmlformats.org/officeDocument/2006/relationships/image" Target="../media/image13840.png"/><Relationship Id="rId137" Type="http://schemas.openxmlformats.org/officeDocument/2006/relationships/customXml" Target="../ink/ink1450.xml"/><Relationship Id="rId158" Type="http://schemas.openxmlformats.org/officeDocument/2006/relationships/image" Target="../media/image1405.png"/><Relationship Id="rId302" Type="http://schemas.openxmlformats.org/officeDocument/2006/relationships/image" Target="../media/image1477.png"/><Relationship Id="rId323" Type="http://schemas.openxmlformats.org/officeDocument/2006/relationships/customXml" Target="../ink/ink1543.xml"/><Relationship Id="rId344" Type="http://schemas.openxmlformats.org/officeDocument/2006/relationships/image" Target="../media/image1498.png"/><Relationship Id="rId20" Type="http://schemas.openxmlformats.org/officeDocument/2006/relationships/customXml" Target="../ink/ink1391.xml"/><Relationship Id="rId41" Type="http://schemas.openxmlformats.org/officeDocument/2006/relationships/image" Target="../media/image13470.png"/><Relationship Id="rId62" Type="http://schemas.openxmlformats.org/officeDocument/2006/relationships/image" Target="../media/image13570.png"/><Relationship Id="rId83" Type="http://schemas.openxmlformats.org/officeDocument/2006/relationships/customXml" Target="../ink/ink1423.xml"/><Relationship Id="rId179" Type="http://schemas.openxmlformats.org/officeDocument/2006/relationships/customXml" Target="../ink/ink1471.xml"/><Relationship Id="rId365" Type="http://schemas.openxmlformats.org/officeDocument/2006/relationships/customXml" Target="../ink/ink1564.xml"/><Relationship Id="rId386" Type="http://schemas.openxmlformats.org/officeDocument/2006/relationships/image" Target="../media/image1521.png"/><Relationship Id="rId190" Type="http://schemas.openxmlformats.org/officeDocument/2006/relationships/image" Target="../media/image1421.png"/><Relationship Id="rId204" Type="http://schemas.openxmlformats.org/officeDocument/2006/relationships/image" Target="../media/image1428.png"/><Relationship Id="rId225" Type="http://schemas.openxmlformats.org/officeDocument/2006/relationships/customXml" Target="../ink/ink1494.xml"/><Relationship Id="rId246" Type="http://schemas.openxmlformats.org/officeDocument/2006/relationships/image" Target="../media/image1449.png"/><Relationship Id="rId267" Type="http://schemas.openxmlformats.org/officeDocument/2006/relationships/customXml" Target="../ink/ink1515.xml"/><Relationship Id="rId288" Type="http://schemas.openxmlformats.org/officeDocument/2006/relationships/image" Target="../media/image1470.png"/><Relationship Id="rId411" Type="http://schemas.openxmlformats.org/officeDocument/2006/relationships/customXml" Target="../ink/ink1587.xml"/><Relationship Id="rId432" Type="http://schemas.openxmlformats.org/officeDocument/2006/relationships/image" Target="../media/image1544.png"/><Relationship Id="rId453" Type="http://schemas.openxmlformats.org/officeDocument/2006/relationships/customXml" Target="../ink/ink1608.xml"/><Relationship Id="rId474" Type="http://schemas.openxmlformats.org/officeDocument/2006/relationships/image" Target="../media/image1565.png"/><Relationship Id="rId106" Type="http://schemas.openxmlformats.org/officeDocument/2006/relationships/image" Target="../media/image13790.png"/><Relationship Id="rId127" Type="http://schemas.openxmlformats.org/officeDocument/2006/relationships/customXml" Target="../ink/ink1445.xml"/><Relationship Id="rId313" Type="http://schemas.openxmlformats.org/officeDocument/2006/relationships/customXml" Target="../ink/ink1538.xml"/><Relationship Id="rId10" Type="http://schemas.openxmlformats.org/officeDocument/2006/relationships/customXml" Target="../ink/ink1386.xml"/><Relationship Id="rId31" Type="http://schemas.openxmlformats.org/officeDocument/2006/relationships/image" Target="../media/image13420.png"/><Relationship Id="rId52" Type="http://schemas.openxmlformats.org/officeDocument/2006/relationships/image" Target="../media/image13520.png"/><Relationship Id="rId73" Type="http://schemas.openxmlformats.org/officeDocument/2006/relationships/customXml" Target="../ink/ink1418.xml"/><Relationship Id="rId94" Type="http://schemas.openxmlformats.org/officeDocument/2006/relationships/image" Target="../media/image13730.png"/><Relationship Id="rId148" Type="http://schemas.openxmlformats.org/officeDocument/2006/relationships/image" Target="../media/image14000.png"/><Relationship Id="rId169" Type="http://schemas.openxmlformats.org/officeDocument/2006/relationships/customXml" Target="../ink/ink1466.xml"/><Relationship Id="rId334" Type="http://schemas.openxmlformats.org/officeDocument/2006/relationships/image" Target="../media/image1493.png"/><Relationship Id="rId355" Type="http://schemas.openxmlformats.org/officeDocument/2006/relationships/customXml" Target="../ink/ink1559.xml"/><Relationship Id="rId376" Type="http://schemas.openxmlformats.org/officeDocument/2006/relationships/image" Target="../media/image1515.png"/><Relationship Id="rId397" Type="http://schemas.openxmlformats.org/officeDocument/2006/relationships/customXml" Target="../ink/ink1580.xml"/><Relationship Id="rId4" Type="http://schemas.openxmlformats.org/officeDocument/2006/relationships/customXml" Target="../ink/ink1383.xml"/><Relationship Id="rId180" Type="http://schemas.openxmlformats.org/officeDocument/2006/relationships/image" Target="../media/image1416.png"/><Relationship Id="rId215" Type="http://schemas.openxmlformats.org/officeDocument/2006/relationships/customXml" Target="../ink/ink1489.xml"/><Relationship Id="rId236" Type="http://schemas.openxmlformats.org/officeDocument/2006/relationships/image" Target="../media/image1444.png"/><Relationship Id="rId257" Type="http://schemas.openxmlformats.org/officeDocument/2006/relationships/customXml" Target="../ink/ink1510.xml"/><Relationship Id="rId278" Type="http://schemas.openxmlformats.org/officeDocument/2006/relationships/image" Target="../media/image1465.png"/><Relationship Id="rId401" Type="http://schemas.openxmlformats.org/officeDocument/2006/relationships/customXml" Target="../ink/ink1582.xml"/><Relationship Id="rId422" Type="http://schemas.openxmlformats.org/officeDocument/2006/relationships/image" Target="../media/image1539.png"/><Relationship Id="rId443" Type="http://schemas.openxmlformats.org/officeDocument/2006/relationships/customXml" Target="../ink/ink1603.xml"/><Relationship Id="rId464" Type="http://schemas.openxmlformats.org/officeDocument/2006/relationships/image" Target="../media/image1560.png"/><Relationship Id="rId303" Type="http://schemas.openxmlformats.org/officeDocument/2006/relationships/customXml" Target="../ink/ink1533.xml"/><Relationship Id="rId42" Type="http://schemas.openxmlformats.org/officeDocument/2006/relationships/customXml" Target="../ink/ink1402.xml"/><Relationship Id="rId84" Type="http://schemas.openxmlformats.org/officeDocument/2006/relationships/image" Target="../media/image13680.png"/><Relationship Id="rId138" Type="http://schemas.openxmlformats.org/officeDocument/2006/relationships/image" Target="../media/image13950.png"/><Relationship Id="rId345" Type="http://schemas.openxmlformats.org/officeDocument/2006/relationships/customXml" Target="../ink/ink1554.xml"/><Relationship Id="rId387" Type="http://schemas.openxmlformats.org/officeDocument/2006/relationships/customXml" Target="../ink/ink1575.xml"/><Relationship Id="rId191" Type="http://schemas.openxmlformats.org/officeDocument/2006/relationships/customXml" Target="../ink/ink1477.xml"/><Relationship Id="rId205" Type="http://schemas.openxmlformats.org/officeDocument/2006/relationships/customXml" Target="../ink/ink1484.xml"/><Relationship Id="rId247" Type="http://schemas.openxmlformats.org/officeDocument/2006/relationships/customXml" Target="../ink/ink1505.xml"/><Relationship Id="rId412" Type="http://schemas.openxmlformats.org/officeDocument/2006/relationships/image" Target="../media/image1534.png"/><Relationship Id="rId107" Type="http://schemas.openxmlformats.org/officeDocument/2006/relationships/customXml" Target="../ink/ink1435.xml"/><Relationship Id="rId289" Type="http://schemas.openxmlformats.org/officeDocument/2006/relationships/customXml" Target="../ink/ink1526.xml"/><Relationship Id="rId454" Type="http://schemas.openxmlformats.org/officeDocument/2006/relationships/image" Target="../media/image1555.png"/><Relationship Id="rId11" Type="http://schemas.openxmlformats.org/officeDocument/2006/relationships/image" Target="../media/image13320.png"/><Relationship Id="rId53" Type="http://schemas.openxmlformats.org/officeDocument/2006/relationships/customXml" Target="../ink/ink1408.xml"/><Relationship Id="rId149" Type="http://schemas.openxmlformats.org/officeDocument/2006/relationships/customXml" Target="../ink/ink1456.xml"/><Relationship Id="rId314" Type="http://schemas.openxmlformats.org/officeDocument/2006/relationships/image" Target="../media/image1483.png"/><Relationship Id="rId356" Type="http://schemas.openxmlformats.org/officeDocument/2006/relationships/image" Target="../media/image1504.png"/><Relationship Id="rId398" Type="http://schemas.openxmlformats.org/officeDocument/2006/relationships/image" Target="../media/image1527.png"/><Relationship Id="rId95" Type="http://schemas.openxmlformats.org/officeDocument/2006/relationships/customXml" Target="../ink/ink1429.xml"/><Relationship Id="rId160" Type="http://schemas.openxmlformats.org/officeDocument/2006/relationships/image" Target="../media/image1406.png"/><Relationship Id="rId216" Type="http://schemas.openxmlformats.org/officeDocument/2006/relationships/image" Target="../media/image1434.png"/><Relationship Id="rId423" Type="http://schemas.openxmlformats.org/officeDocument/2006/relationships/customXml" Target="../ink/ink1593.xml"/><Relationship Id="rId258" Type="http://schemas.openxmlformats.org/officeDocument/2006/relationships/image" Target="../media/image1455.png"/><Relationship Id="rId465" Type="http://schemas.openxmlformats.org/officeDocument/2006/relationships/customXml" Target="../ink/ink1614.xml"/><Relationship Id="rId22" Type="http://schemas.openxmlformats.org/officeDocument/2006/relationships/customXml" Target="../ink/ink1392.xml"/><Relationship Id="rId64" Type="http://schemas.openxmlformats.org/officeDocument/2006/relationships/image" Target="../media/image13580.png"/><Relationship Id="rId118" Type="http://schemas.openxmlformats.org/officeDocument/2006/relationships/image" Target="../media/image13850.png"/><Relationship Id="rId325" Type="http://schemas.openxmlformats.org/officeDocument/2006/relationships/customXml" Target="../ink/ink1544.xml"/><Relationship Id="rId367" Type="http://schemas.openxmlformats.org/officeDocument/2006/relationships/customXml" Target="../ink/ink1565.xml"/><Relationship Id="rId171" Type="http://schemas.openxmlformats.org/officeDocument/2006/relationships/customXml" Target="../ink/ink1467.xml"/><Relationship Id="rId227" Type="http://schemas.openxmlformats.org/officeDocument/2006/relationships/customXml" Target="../ink/ink1495.xml"/><Relationship Id="rId269" Type="http://schemas.openxmlformats.org/officeDocument/2006/relationships/customXml" Target="../ink/ink1516.xml"/><Relationship Id="rId434" Type="http://schemas.openxmlformats.org/officeDocument/2006/relationships/image" Target="../media/image1545.png"/><Relationship Id="rId476" Type="http://schemas.openxmlformats.org/officeDocument/2006/relationships/image" Target="../media/image1566.png"/><Relationship Id="rId33" Type="http://schemas.openxmlformats.org/officeDocument/2006/relationships/image" Target="../media/image13430.png"/><Relationship Id="rId129" Type="http://schemas.openxmlformats.org/officeDocument/2006/relationships/customXml" Target="../ink/ink1446.xml"/><Relationship Id="rId280" Type="http://schemas.openxmlformats.org/officeDocument/2006/relationships/image" Target="../media/image1466.png"/><Relationship Id="rId336" Type="http://schemas.openxmlformats.org/officeDocument/2006/relationships/image" Target="../media/image1494.png"/><Relationship Id="rId75" Type="http://schemas.openxmlformats.org/officeDocument/2006/relationships/customXml" Target="../ink/ink1419.xml"/><Relationship Id="rId140" Type="http://schemas.openxmlformats.org/officeDocument/2006/relationships/image" Target="../media/image13960.png"/><Relationship Id="rId182" Type="http://schemas.openxmlformats.org/officeDocument/2006/relationships/image" Target="../media/image1417.png"/><Relationship Id="rId378" Type="http://schemas.openxmlformats.org/officeDocument/2006/relationships/image" Target="../media/image1516.png"/><Relationship Id="rId403" Type="http://schemas.openxmlformats.org/officeDocument/2006/relationships/customXml" Target="../ink/ink1583.xml"/><Relationship Id="rId6" Type="http://schemas.openxmlformats.org/officeDocument/2006/relationships/customXml" Target="../ink/ink1384.xml"/><Relationship Id="rId238" Type="http://schemas.openxmlformats.org/officeDocument/2006/relationships/image" Target="../media/image1445.png"/><Relationship Id="rId445" Type="http://schemas.openxmlformats.org/officeDocument/2006/relationships/customXml" Target="../ink/ink1604.xml"/><Relationship Id="rId291" Type="http://schemas.openxmlformats.org/officeDocument/2006/relationships/customXml" Target="../ink/ink1527.xml"/><Relationship Id="rId305" Type="http://schemas.openxmlformats.org/officeDocument/2006/relationships/customXml" Target="../ink/ink1534.xml"/><Relationship Id="rId347" Type="http://schemas.openxmlformats.org/officeDocument/2006/relationships/customXml" Target="../ink/ink1555.xml"/><Relationship Id="rId44" Type="http://schemas.openxmlformats.org/officeDocument/2006/relationships/customXml" Target="../ink/ink1403.xml"/><Relationship Id="rId86" Type="http://schemas.openxmlformats.org/officeDocument/2006/relationships/image" Target="../media/image13690.png"/><Relationship Id="rId151" Type="http://schemas.openxmlformats.org/officeDocument/2006/relationships/customXml" Target="../ink/ink1457.xml"/><Relationship Id="rId389" Type="http://schemas.openxmlformats.org/officeDocument/2006/relationships/customXml" Target="../ink/ink1576.xml"/><Relationship Id="rId193" Type="http://schemas.openxmlformats.org/officeDocument/2006/relationships/customXml" Target="../ink/ink1478.xml"/><Relationship Id="rId207" Type="http://schemas.openxmlformats.org/officeDocument/2006/relationships/customXml" Target="../ink/ink1485.xml"/><Relationship Id="rId249" Type="http://schemas.openxmlformats.org/officeDocument/2006/relationships/customXml" Target="../ink/ink1506.xml"/><Relationship Id="rId414" Type="http://schemas.openxmlformats.org/officeDocument/2006/relationships/image" Target="../media/image1535.png"/><Relationship Id="rId456" Type="http://schemas.openxmlformats.org/officeDocument/2006/relationships/image" Target="../media/image1556.png"/><Relationship Id="rId13" Type="http://schemas.openxmlformats.org/officeDocument/2006/relationships/image" Target="../media/image13330.png"/><Relationship Id="rId109" Type="http://schemas.openxmlformats.org/officeDocument/2006/relationships/customXml" Target="../ink/ink1436.xml"/><Relationship Id="rId260" Type="http://schemas.openxmlformats.org/officeDocument/2006/relationships/image" Target="../media/image1456.png"/><Relationship Id="rId316" Type="http://schemas.openxmlformats.org/officeDocument/2006/relationships/image" Target="../media/image1484.png"/></Relationships>
</file>

<file path=ppt/slides/_rels/slide30.xml.rels><?xml version="1.0" encoding="UTF-8" standalone="yes"?>
<Relationships xmlns="http://schemas.openxmlformats.org/package/2006/relationships"><Relationship Id="rId117" Type="http://schemas.openxmlformats.org/officeDocument/2006/relationships/customXml" Target="../ink/ink1680.xml"/><Relationship Id="rId299" Type="http://schemas.openxmlformats.org/officeDocument/2006/relationships/customXml" Target="../ink/ink1771.xml"/><Relationship Id="rId21" Type="http://schemas.openxmlformats.org/officeDocument/2006/relationships/customXml" Target="../ink/ink1632.xml"/><Relationship Id="rId63" Type="http://schemas.openxmlformats.org/officeDocument/2006/relationships/customXml" Target="../ink/ink1653.xml"/><Relationship Id="rId159" Type="http://schemas.openxmlformats.org/officeDocument/2006/relationships/customXml" Target="../ink/ink1701.xml"/><Relationship Id="rId324" Type="http://schemas.openxmlformats.org/officeDocument/2006/relationships/image" Target="../media/image1730.png"/><Relationship Id="rId366" Type="http://schemas.openxmlformats.org/officeDocument/2006/relationships/image" Target="../media/image1751.png"/><Relationship Id="rId531" Type="http://schemas.openxmlformats.org/officeDocument/2006/relationships/customXml" Target="../ink/ink1887.xml"/><Relationship Id="rId573" Type="http://schemas.openxmlformats.org/officeDocument/2006/relationships/customXml" Target="../ink/ink1908.xml"/><Relationship Id="rId629" Type="http://schemas.openxmlformats.org/officeDocument/2006/relationships/customXml" Target="../ink/ink1936.xml"/><Relationship Id="rId170" Type="http://schemas.openxmlformats.org/officeDocument/2006/relationships/image" Target="../media/image1653.png"/><Relationship Id="rId226" Type="http://schemas.openxmlformats.org/officeDocument/2006/relationships/image" Target="../media/image1681.png"/><Relationship Id="rId433" Type="http://schemas.openxmlformats.org/officeDocument/2006/relationships/customXml" Target="../ink/ink1838.xml"/><Relationship Id="rId268" Type="http://schemas.openxmlformats.org/officeDocument/2006/relationships/image" Target="../media/image1702.png"/><Relationship Id="rId475" Type="http://schemas.openxmlformats.org/officeDocument/2006/relationships/customXml" Target="../ink/ink1859.xml"/><Relationship Id="rId32" Type="http://schemas.openxmlformats.org/officeDocument/2006/relationships/image" Target="../media/image1584.png"/><Relationship Id="rId74" Type="http://schemas.openxmlformats.org/officeDocument/2006/relationships/image" Target="../media/image1605.png"/><Relationship Id="rId128" Type="http://schemas.openxmlformats.org/officeDocument/2006/relationships/image" Target="../media/image1632.png"/><Relationship Id="rId335" Type="http://schemas.openxmlformats.org/officeDocument/2006/relationships/customXml" Target="../ink/ink1789.xml"/><Relationship Id="rId377" Type="http://schemas.openxmlformats.org/officeDocument/2006/relationships/customXml" Target="../ink/ink1810.xml"/><Relationship Id="rId500" Type="http://schemas.openxmlformats.org/officeDocument/2006/relationships/image" Target="../media/image1818.png"/><Relationship Id="rId542" Type="http://schemas.openxmlformats.org/officeDocument/2006/relationships/image" Target="../media/image1839.png"/><Relationship Id="rId584" Type="http://schemas.openxmlformats.org/officeDocument/2006/relationships/image" Target="../media/image1860.png"/><Relationship Id="rId5" Type="http://schemas.openxmlformats.org/officeDocument/2006/relationships/customXml" Target="../ink/ink1624.xml"/><Relationship Id="rId181" Type="http://schemas.openxmlformats.org/officeDocument/2006/relationships/customXml" Target="../ink/ink1712.xml"/><Relationship Id="rId237" Type="http://schemas.openxmlformats.org/officeDocument/2006/relationships/customXml" Target="../ink/ink1740.xml"/><Relationship Id="rId402" Type="http://schemas.openxmlformats.org/officeDocument/2006/relationships/image" Target="../media/image1769.png"/><Relationship Id="rId279" Type="http://schemas.openxmlformats.org/officeDocument/2006/relationships/customXml" Target="../ink/ink1761.xml"/><Relationship Id="rId444" Type="http://schemas.openxmlformats.org/officeDocument/2006/relationships/image" Target="../media/image1790.png"/><Relationship Id="rId486" Type="http://schemas.openxmlformats.org/officeDocument/2006/relationships/image" Target="../media/image1811.png"/><Relationship Id="rId43" Type="http://schemas.openxmlformats.org/officeDocument/2006/relationships/customXml" Target="../ink/ink1643.xml"/><Relationship Id="rId139" Type="http://schemas.openxmlformats.org/officeDocument/2006/relationships/customXml" Target="../ink/ink1691.xml"/><Relationship Id="rId290" Type="http://schemas.openxmlformats.org/officeDocument/2006/relationships/image" Target="../media/image1713.png"/><Relationship Id="rId304" Type="http://schemas.openxmlformats.org/officeDocument/2006/relationships/image" Target="../media/image1720.png"/><Relationship Id="rId346" Type="http://schemas.openxmlformats.org/officeDocument/2006/relationships/image" Target="../media/image1741.png"/><Relationship Id="rId388" Type="http://schemas.openxmlformats.org/officeDocument/2006/relationships/image" Target="../media/image1762.png"/><Relationship Id="rId511" Type="http://schemas.openxmlformats.org/officeDocument/2006/relationships/customXml" Target="../ink/ink1877.xml"/><Relationship Id="rId553" Type="http://schemas.openxmlformats.org/officeDocument/2006/relationships/customXml" Target="../ink/ink1898.xml"/><Relationship Id="rId609" Type="http://schemas.openxmlformats.org/officeDocument/2006/relationships/customXml" Target="../ink/ink1926.xml"/><Relationship Id="rId85" Type="http://schemas.openxmlformats.org/officeDocument/2006/relationships/customXml" Target="../ink/ink1664.xml"/><Relationship Id="rId150" Type="http://schemas.openxmlformats.org/officeDocument/2006/relationships/image" Target="../media/image1643.png"/><Relationship Id="rId192" Type="http://schemas.openxmlformats.org/officeDocument/2006/relationships/image" Target="../media/image1664.png"/><Relationship Id="rId206" Type="http://schemas.openxmlformats.org/officeDocument/2006/relationships/image" Target="../media/image1671.png"/><Relationship Id="rId413" Type="http://schemas.openxmlformats.org/officeDocument/2006/relationships/customXml" Target="../ink/ink1828.xml"/><Relationship Id="rId595" Type="http://schemas.openxmlformats.org/officeDocument/2006/relationships/customXml" Target="../ink/ink1919.xml"/><Relationship Id="rId248" Type="http://schemas.openxmlformats.org/officeDocument/2006/relationships/image" Target="../media/image1692.png"/><Relationship Id="rId455" Type="http://schemas.openxmlformats.org/officeDocument/2006/relationships/customXml" Target="../ink/ink1849.xml"/><Relationship Id="rId497" Type="http://schemas.openxmlformats.org/officeDocument/2006/relationships/customXml" Target="../ink/ink1870.xml"/><Relationship Id="rId620" Type="http://schemas.openxmlformats.org/officeDocument/2006/relationships/image" Target="../media/image1878.png"/><Relationship Id="rId12" Type="http://schemas.openxmlformats.org/officeDocument/2006/relationships/image" Target="../media/image1574.png"/><Relationship Id="rId108" Type="http://schemas.openxmlformats.org/officeDocument/2006/relationships/image" Target="../media/image1622.png"/><Relationship Id="rId315" Type="http://schemas.openxmlformats.org/officeDocument/2006/relationships/customXml" Target="../ink/ink1779.xml"/><Relationship Id="rId357" Type="http://schemas.openxmlformats.org/officeDocument/2006/relationships/customXml" Target="../ink/ink1800.xml"/><Relationship Id="rId522" Type="http://schemas.openxmlformats.org/officeDocument/2006/relationships/image" Target="../media/image1829.png"/><Relationship Id="rId54" Type="http://schemas.openxmlformats.org/officeDocument/2006/relationships/image" Target="../media/image1595.png"/><Relationship Id="rId96" Type="http://schemas.openxmlformats.org/officeDocument/2006/relationships/image" Target="../media/image1616.png"/><Relationship Id="rId161" Type="http://schemas.openxmlformats.org/officeDocument/2006/relationships/customXml" Target="../ink/ink1702.xml"/><Relationship Id="rId217" Type="http://schemas.openxmlformats.org/officeDocument/2006/relationships/customXml" Target="../ink/ink1730.xml"/><Relationship Id="rId399" Type="http://schemas.openxmlformats.org/officeDocument/2006/relationships/customXml" Target="../ink/ink1821.xml"/><Relationship Id="rId564" Type="http://schemas.openxmlformats.org/officeDocument/2006/relationships/image" Target="../media/image1850.png"/><Relationship Id="rId259" Type="http://schemas.openxmlformats.org/officeDocument/2006/relationships/customXml" Target="../ink/ink1751.xml"/><Relationship Id="rId424" Type="http://schemas.openxmlformats.org/officeDocument/2006/relationships/image" Target="../media/image1780.png"/><Relationship Id="rId466" Type="http://schemas.openxmlformats.org/officeDocument/2006/relationships/image" Target="../media/image1801.png"/><Relationship Id="rId23" Type="http://schemas.openxmlformats.org/officeDocument/2006/relationships/customXml" Target="../ink/ink1633.xml"/><Relationship Id="rId119" Type="http://schemas.openxmlformats.org/officeDocument/2006/relationships/customXml" Target="../ink/ink1681.xml"/><Relationship Id="rId270" Type="http://schemas.openxmlformats.org/officeDocument/2006/relationships/image" Target="../media/image1703.png"/><Relationship Id="rId326" Type="http://schemas.openxmlformats.org/officeDocument/2006/relationships/image" Target="../media/image1731.png"/><Relationship Id="rId533" Type="http://schemas.openxmlformats.org/officeDocument/2006/relationships/customXml" Target="../ink/ink1888.xml"/><Relationship Id="rId65" Type="http://schemas.openxmlformats.org/officeDocument/2006/relationships/customXml" Target="../ink/ink1654.xml"/><Relationship Id="rId130" Type="http://schemas.openxmlformats.org/officeDocument/2006/relationships/image" Target="../media/image1633.png"/><Relationship Id="rId368" Type="http://schemas.openxmlformats.org/officeDocument/2006/relationships/image" Target="../media/image1752.png"/><Relationship Id="rId575" Type="http://schemas.openxmlformats.org/officeDocument/2006/relationships/customXml" Target="../ink/ink1909.xml"/><Relationship Id="rId172" Type="http://schemas.openxmlformats.org/officeDocument/2006/relationships/image" Target="../media/image1654.png"/><Relationship Id="rId228" Type="http://schemas.openxmlformats.org/officeDocument/2006/relationships/image" Target="../media/image1682.png"/><Relationship Id="rId435" Type="http://schemas.openxmlformats.org/officeDocument/2006/relationships/customXml" Target="../ink/ink1839.xml"/><Relationship Id="rId477" Type="http://schemas.openxmlformats.org/officeDocument/2006/relationships/customXml" Target="../ink/ink1860.xml"/><Relationship Id="rId600" Type="http://schemas.openxmlformats.org/officeDocument/2006/relationships/image" Target="../media/image1868.png"/><Relationship Id="rId281" Type="http://schemas.openxmlformats.org/officeDocument/2006/relationships/customXml" Target="../ink/ink1762.xml"/><Relationship Id="rId337" Type="http://schemas.openxmlformats.org/officeDocument/2006/relationships/customXml" Target="../ink/ink1790.xml"/><Relationship Id="rId502" Type="http://schemas.openxmlformats.org/officeDocument/2006/relationships/image" Target="../media/image1819.png"/><Relationship Id="rId34" Type="http://schemas.openxmlformats.org/officeDocument/2006/relationships/image" Target="../media/image1585.png"/><Relationship Id="rId76" Type="http://schemas.openxmlformats.org/officeDocument/2006/relationships/image" Target="../media/image1606.png"/><Relationship Id="rId141" Type="http://schemas.openxmlformats.org/officeDocument/2006/relationships/customXml" Target="../ink/ink1692.xml"/><Relationship Id="rId379" Type="http://schemas.openxmlformats.org/officeDocument/2006/relationships/customXml" Target="../ink/ink1811.xml"/><Relationship Id="rId544" Type="http://schemas.openxmlformats.org/officeDocument/2006/relationships/image" Target="../media/image1840.png"/><Relationship Id="rId586" Type="http://schemas.openxmlformats.org/officeDocument/2006/relationships/image" Target="../media/image1861.png"/><Relationship Id="rId7" Type="http://schemas.openxmlformats.org/officeDocument/2006/relationships/customXml" Target="../ink/ink1625.xml"/><Relationship Id="rId183" Type="http://schemas.openxmlformats.org/officeDocument/2006/relationships/customXml" Target="../ink/ink1713.xml"/><Relationship Id="rId239" Type="http://schemas.openxmlformats.org/officeDocument/2006/relationships/customXml" Target="../ink/ink1741.xml"/><Relationship Id="rId390" Type="http://schemas.openxmlformats.org/officeDocument/2006/relationships/image" Target="../media/image1763.png"/><Relationship Id="rId404" Type="http://schemas.openxmlformats.org/officeDocument/2006/relationships/image" Target="../media/image1770.png"/><Relationship Id="rId446" Type="http://schemas.openxmlformats.org/officeDocument/2006/relationships/image" Target="../media/image1791.png"/><Relationship Id="rId611" Type="http://schemas.openxmlformats.org/officeDocument/2006/relationships/customXml" Target="../ink/ink1927.xml"/><Relationship Id="rId250" Type="http://schemas.openxmlformats.org/officeDocument/2006/relationships/image" Target="../media/image1693.png"/><Relationship Id="rId292" Type="http://schemas.openxmlformats.org/officeDocument/2006/relationships/image" Target="../media/image1714.png"/><Relationship Id="rId306" Type="http://schemas.openxmlformats.org/officeDocument/2006/relationships/image" Target="../media/image1721.png"/><Relationship Id="rId488" Type="http://schemas.openxmlformats.org/officeDocument/2006/relationships/image" Target="../media/image1812.png"/><Relationship Id="rId45" Type="http://schemas.openxmlformats.org/officeDocument/2006/relationships/customXml" Target="../ink/ink1644.xml"/><Relationship Id="rId87" Type="http://schemas.openxmlformats.org/officeDocument/2006/relationships/customXml" Target="../ink/ink1665.xml"/><Relationship Id="rId110" Type="http://schemas.openxmlformats.org/officeDocument/2006/relationships/image" Target="../media/image1623.png"/><Relationship Id="rId348" Type="http://schemas.openxmlformats.org/officeDocument/2006/relationships/image" Target="../media/image1742.png"/><Relationship Id="rId513" Type="http://schemas.openxmlformats.org/officeDocument/2006/relationships/customXml" Target="../ink/ink1878.xml"/><Relationship Id="rId555" Type="http://schemas.openxmlformats.org/officeDocument/2006/relationships/customXml" Target="../ink/ink1899.xml"/><Relationship Id="rId597" Type="http://schemas.openxmlformats.org/officeDocument/2006/relationships/customXml" Target="../ink/ink1920.xml"/><Relationship Id="rId152" Type="http://schemas.openxmlformats.org/officeDocument/2006/relationships/image" Target="../media/image1644.png"/><Relationship Id="rId194" Type="http://schemas.openxmlformats.org/officeDocument/2006/relationships/image" Target="../media/image1665.png"/><Relationship Id="rId208" Type="http://schemas.openxmlformats.org/officeDocument/2006/relationships/image" Target="../media/image1672.png"/><Relationship Id="rId415" Type="http://schemas.openxmlformats.org/officeDocument/2006/relationships/customXml" Target="../ink/ink1829.xml"/><Relationship Id="rId457" Type="http://schemas.openxmlformats.org/officeDocument/2006/relationships/customXml" Target="../ink/ink1850.xml"/><Relationship Id="rId622" Type="http://schemas.openxmlformats.org/officeDocument/2006/relationships/image" Target="../media/image1879.png"/><Relationship Id="rId261" Type="http://schemas.openxmlformats.org/officeDocument/2006/relationships/customXml" Target="../ink/ink1752.xml"/><Relationship Id="rId499" Type="http://schemas.openxmlformats.org/officeDocument/2006/relationships/customXml" Target="../ink/ink1871.xml"/><Relationship Id="rId14" Type="http://schemas.openxmlformats.org/officeDocument/2006/relationships/image" Target="../media/image1575.png"/><Relationship Id="rId56" Type="http://schemas.openxmlformats.org/officeDocument/2006/relationships/image" Target="../media/image1596.png"/><Relationship Id="rId317" Type="http://schemas.openxmlformats.org/officeDocument/2006/relationships/customXml" Target="../ink/ink1780.xml"/><Relationship Id="rId359" Type="http://schemas.openxmlformats.org/officeDocument/2006/relationships/customXml" Target="../ink/ink1801.xml"/><Relationship Id="rId524" Type="http://schemas.openxmlformats.org/officeDocument/2006/relationships/image" Target="../media/image1830.png"/><Relationship Id="rId566" Type="http://schemas.openxmlformats.org/officeDocument/2006/relationships/image" Target="../media/image1851.png"/><Relationship Id="rId98" Type="http://schemas.openxmlformats.org/officeDocument/2006/relationships/image" Target="../media/image1617.png"/><Relationship Id="rId121" Type="http://schemas.openxmlformats.org/officeDocument/2006/relationships/customXml" Target="../ink/ink1682.xml"/><Relationship Id="rId163" Type="http://schemas.openxmlformats.org/officeDocument/2006/relationships/customXml" Target="../ink/ink1703.xml"/><Relationship Id="rId219" Type="http://schemas.openxmlformats.org/officeDocument/2006/relationships/customXml" Target="../ink/ink1731.xml"/><Relationship Id="rId370" Type="http://schemas.openxmlformats.org/officeDocument/2006/relationships/image" Target="../media/image1753.png"/><Relationship Id="rId426" Type="http://schemas.openxmlformats.org/officeDocument/2006/relationships/image" Target="../media/image1781.png"/><Relationship Id="rId230" Type="http://schemas.openxmlformats.org/officeDocument/2006/relationships/image" Target="../media/image1683.png"/><Relationship Id="rId468" Type="http://schemas.openxmlformats.org/officeDocument/2006/relationships/image" Target="../media/image1802.png"/><Relationship Id="rId25" Type="http://schemas.openxmlformats.org/officeDocument/2006/relationships/customXml" Target="../ink/ink1634.xml"/><Relationship Id="rId67" Type="http://schemas.openxmlformats.org/officeDocument/2006/relationships/customXml" Target="../ink/ink1655.xml"/><Relationship Id="rId272" Type="http://schemas.openxmlformats.org/officeDocument/2006/relationships/image" Target="../media/image1704.png"/><Relationship Id="rId328" Type="http://schemas.openxmlformats.org/officeDocument/2006/relationships/image" Target="../media/image1732.png"/><Relationship Id="rId535" Type="http://schemas.openxmlformats.org/officeDocument/2006/relationships/customXml" Target="../ink/ink1889.xml"/><Relationship Id="rId577" Type="http://schemas.openxmlformats.org/officeDocument/2006/relationships/customXml" Target="../ink/ink1910.xml"/><Relationship Id="rId132" Type="http://schemas.openxmlformats.org/officeDocument/2006/relationships/image" Target="../media/image1634.png"/><Relationship Id="rId174" Type="http://schemas.openxmlformats.org/officeDocument/2006/relationships/image" Target="../media/image1655.png"/><Relationship Id="rId381" Type="http://schemas.openxmlformats.org/officeDocument/2006/relationships/customXml" Target="../ink/ink1812.xml"/><Relationship Id="rId602" Type="http://schemas.openxmlformats.org/officeDocument/2006/relationships/image" Target="../media/image1869.png"/><Relationship Id="rId241" Type="http://schemas.openxmlformats.org/officeDocument/2006/relationships/customXml" Target="../ink/ink1742.xml"/><Relationship Id="rId437" Type="http://schemas.openxmlformats.org/officeDocument/2006/relationships/customXml" Target="../ink/ink1840.xml"/><Relationship Id="rId479" Type="http://schemas.openxmlformats.org/officeDocument/2006/relationships/customXml" Target="../ink/ink1861.xml"/><Relationship Id="rId36" Type="http://schemas.openxmlformats.org/officeDocument/2006/relationships/image" Target="../media/image1586.png"/><Relationship Id="rId283" Type="http://schemas.openxmlformats.org/officeDocument/2006/relationships/customXml" Target="../ink/ink1763.xml"/><Relationship Id="rId339" Type="http://schemas.openxmlformats.org/officeDocument/2006/relationships/customXml" Target="../ink/ink1791.xml"/><Relationship Id="rId490" Type="http://schemas.openxmlformats.org/officeDocument/2006/relationships/image" Target="../media/image1813.png"/><Relationship Id="rId504" Type="http://schemas.openxmlformats.org/officeDocument/2006/relationships/image" Target="../media/image1820.png"/><Relationship Id="rId546" Type="http://schemas.openxmlformats.org/officeDocument/2006/relationships/image" Target="../media/image1841.png"/><Relationship Id="rId78" Type="http://schemas.openxmlformats.org/officeDocument/2006/relationships/image" Target="../media/image1607.png"/><Relationship Id="rId101" Type="http://schemas.openxmlformats.org/officeDocument/2006/relationships/customXml" Target="../ink/ink1672.xml"/><Relationship Id="rId143" Type="http://schemas.openxmlformats.org/officeDocument/2006/relationships/customXml" Target="../ink/ink1693.xml"/><Relationship Id="rId185" Type="http://schemas.openxmlformats.org/officeDocument/2006/relationships/customXml" Target="../ink/ink1714.xml"/><Relationship Id="rId350" Type="http://schemas.openxmlformats.org/officeDocument/2006/relationships/image" Target="../media/image1743.png"/><Relationship Id="rId406" Type="http://schemas.openxmlformats.org/officeDocument/2006/relationships/image" Target="../media/image1771.png"/><Relationship Id="rId588" Type="http://schemas.openxmlformats.org/officeDocument/2006/relationships/image" Target="../media/image1862.png"/><Relationship Id="rId9" Type="http://schemas.openxmlformats.org/officeDocument/2006/relationships/customXml" Target="../ink/ink1626.xml"/><Relationship Id="rId210" Type="http://schemas.openxmlformats.org/officeDocument/2006/relationships/image" Target="../media/image1673.png"/><Relationship Id="rId392" Type="http://schemas.openxmlformats.org/officeDocument/2006/relationships/image" Target="../media/image1764.png"/><Relationship Id="rId448" Type="http://schemas.openxmlformats.org/officeDocument/2006/relationships/image" Target="../media/image1792.png"/><Relationship Id="rId613" Type="http://schemas.openxmlformats.org/officeDocument/2006/relationships/customXml" Target="../ink/ink1928.xml"/><Relationship Id="rId252" Type="http://schemas.openxmlformats.org/officeDocument/2006/relationships/image" Target="../media/image1694.png"/><Relationship Id="rId294" Type="http://schemas.openxmlformats.org/officeDocument/2006/relationships/image" Target="../media/image1715.png"/><Relationship Id="rId308" Type="http://schemas.openxmlformats.org/officeDocument/2006/relationships/image" Target="../media/image1722.png"/><Relationship Id="rId515" Type="http://schemas.openxmlformats.org/officeDocument/2006/relationships/customXml" Target="../ink/ink1879.xml"/><Relationship Id="rId47" Type="http://schemas.openxmlformats.org/officeDocument/2006/relationships/customXml" Target="../ink/ink1645.xml"/><Relationship Id="rId89" Type="http://schemas.openxmlformats.org/officeDocument/2006/relationships/customXml" Target="../ink/ink1666.xml"/><Relationship Id="rId112" Type="http://schemas.openxmlformats.org/officeDocument/2006/relationships/image" Target="../media/image1624.png"/><Relationship Id="rId154" Type="http://schemas.openxmlformats.org/officeDocument/2006/relationships/image" Target="../media/image1645.png"/><Relationship Id="rId361" Type="http://schemas.openxmlformats.org/officeDocument/2006/relationships/customXml" Target="../ink/ink1802.xml"/><Relationship Id="rId557" Type="http://schemas.openxmlformats.org/officeDocument/2006/relationships/customXml" Target="../ink/ink1900.xml"/><Relationship Id="rId599" Type="http://schemas.openxmlformats.org/officeDocument/2006/relationships/customXml" Target="../ink/ink1921.xml"/><Relationship Id="rId196" Type="http://schemas.openxmlformats.org/officeDocument/2006/relationships/image" Target="../media/image1666.png"/><Relationship Id="rId417" Type="http://schemas.openxmlformats.org/officeDocument/2006/relationships/customXml" Target="../ink/ink1830.xml"/><Relationship Id="rId459" Type="http://schemas.openxmlformats.org/officeDocument/2006/relationships/customXml" Target="../ink/ink1851.xml"/><Relationship Id="rId624" Type="http://schemas.openxmlformats.org/officeDocument/2006/relationships/image" Target="../media/image1880.png"/><Relationship Id="rId16" Type="http://schemas.openxmlformats.org/officeDocument/2006/relationships/image" Target="../media/image1576.png"/><Relationship Id="rId221" Type="http://schemas.openxmlformats.org/officeDocument/2006/relationships/customXml" Target="../ink/ink1732.xml"/><Relationship Id="rId263" Type="http://schemas.openxmlformats.org/officeDocument/2006/relationships/customXml" Target="../ink/ink1753.xml"/><Relationship Id="rId319" Type="http://schemas.openxmlformats.org/officeDocument/2006/relationships/customXml" Target="../ink/ink1781.xml"/><Relationship Id="rId470" Type="http://schemas.openxmlformats.org/officeDocument/2006/relationships/image" Target="../media/image1803.png"/><Relationship Id="rId526" Type="http://schemas.openxmlformats.org/officeDocument/2006/relationships/image" Target="../media/image1831.png"/><Relationship Id="rId58" Type="http://schemas.openxmlformats.org/officeDocument/2006/relationships/image" Target="../media/image1597.png"/><Relationship Id="rId123" Type="http://schemas.openxmlformats.org/officeDocument/2006/relationships/customXml" Target="../ink/ink1683.xml"/><Relationship Id="rId330" Type="http://schemas.openxmlformats.org/officeDocument/2006/relationships/image" Target="../media/image1733.png"/><Relationship Id="rId568" Type="http://schemas.openxmlformats.org/officeDocument/2006/relationships/image" Target="../media/image1852.png"/><Relationship Id="rId165" Type="http://schemas.openxmlformats.org/officeDocument/2006/relationships/customXml" Target="../ink/ink1704.xml"/><Relationship Id="rId372" Type="http://schemas.openxmlformats.org/officeDocument/2006/relationships/image" Target="../media/image1754.png"/><Relationship Id="rId428" Type="http://schemas.openxmlformats.org/officeDocument/2006/relationships/image" Target="../media/image1782.png"/><Relationship Id="rId232" Type="http://schemas.openxmlformats.org/officeDocument/2006/relationships/image" Target="../media/image1684.png"/><Relationship Id="rId274" Type="http://schemas.openxmlformats.org/officeDocument/2006/relationships/image" Target="../media/image1705.png"/><Relationship Id="rId481" Type="http://schemas.openxmlformats.org/officeDocument/2006/relationships/customXml" Target="../ink/ink1862.xml"/><Relationship Id="rId27" Type="http://schemas.openxmlformats.org/officeDocument/2006/relationships/customXml" Target="../ink/ink1635.xml"/><Relationship Id="rId69" Type="http://schemas.openxmlformats.org/officeDocument/2006/relationships/customXml" Target="../ink/ink1656.xml"/><Relationship Id="rId134" Type="http://schemas.openxmlformats.org/officeDocument/2006/relationships/image" Target="../media/image1635.png"/><Relationship Id="rId537" Type="http://schemas.openxmlformats.org/officeDocument/2006/relationships/customXml" Target="../ink/ink1890.xml"/><Relationship Id="rId579" Type="http://schemas.openxmlformats.org/officeDocument/2006/relationships/customXml" Target="../ink/ink1911.xml"/><Relationship Id="rId80" Type="http://schemas.openxmlformats.org/officeDocument/2006/relationships/image" Target="../media/image1608.png"/><Relationship Id="rId176" Type="http://schemas.openxmlformats.org/officeDocument/2006/relationships/image" Target="../media/image1656.png"/><Relationship Id="rId341" Type="http://schemas.openxmlformats.org/officeDocument/2006/relationships/customXml" Target="../ink/ink1792.xml"/><Relationship Id="rId383" Type="http://schemas.openxmlformats.org/officeDocument/2006/relationships/customXml" Target="../ink/ink1813.xml"/><Relationship Id="rId439" Type="http://schemas.openxmlformats.org/officeDocument/2006/relationships/customXml" Target="../ink/ink1841.xml"/><Relationship Id="rId590" Type="http://schemas.openxmlformats.org/officeDocument/2006/relationships/image" Target="../media/image1863.png"/><Relationship Id="rId604" Type="http://schemas.openxmlformats.org/officeDocument/2006/relationships/image" Target="../media/image1870.png"/><Relationship Id="rId201" Type="http://schemas.openxmlformats.org/officeDocument/2006/relationships/customXml" Target="../ink/ink1722.xml"/><Relationship Id="rId222" Type="http://schemas.openxmlformats.org/officeDocument/2006/relationships/image" Target="../media/image1679.png"/><Relationship Id="rId243" Type="http://schemas.openxmlformats.org/officeDocument/2006/relationships/customXml" Target="../ink/ink1743.xml"/><Relationship Id="rId264" Type="http://schemas.openxmlformats.org/officeDocument/2006/relationships/image" Target="../media/image1700.png"/><Relationship Id="rId285" Type="http://schemas.openxmlformats.org/officeDocument/2006/relationships/customXml" Target="../ink/ink1764.xml"/><Relationship Id="rId450" Type="http://schemas.openxmlformats.org/officeDocument/2006/relationships/image" Target="../media/image1793.png"/><Relationship Id="rId471" Type="http://schemas.openxmlformats.org/officeDocument/2006/relationships/customXml" Target="../ink/ink1857.xml"/><Relationship Id="rId506" Type="http://schemas.openxmlformats.org/officeDocument/2006/relationships/image" Target="../media/image1821.png"/><Relationship Id="rId17" Type="http://schemas.openxmlformats.org/officeDocument/2006/relationships/customXml" Target="../ink/ink1630.xml"/><Relationship Id="rId38" Type="http://schemas.openxmlformats.org/officeDocument/2006/relationships/image" Target="../media/image1587.png"/><Relationship Id="rId59" Type="http://schemas.openxmlformats.org/officeDocument/2006/relationships/customXml" Target="../ink/ink1651.xml"/><Relationship Id="rId103" Type="http://schemas.openxmlformats.org/officeDocument/2006/relationships/customXml" Target="../ink/ink1673.xml"/><Relationship Id="rId124" Type="http://schemas.openxmlformats.org/officeDocument/2006/relationships/image" Target="../media/image1630.png"/><Relationship Id="rId310" Type="http://schemas.openxmlformats.org/officeDocument/2006/relationships/image" Target="../media/image1723.png"/><Relationship Id="rId492" Type="http://schemas.openxmlformats.org/officeDocument/2006/relationships/image" Target="../media/image1814.png"/><Relationship Id="rId527" Type="http://schemas.openxmlformats.org/officeDocument/2006/relationships/customXml" Target="../ink/ink1885.xml"/><Relationship Id="rId548" Type="http://schemas.openxmlformats.org/officeDocument/2006/relationships/image" Target="../media/image1842.png"/><Relationship Id="rId569" Type="http://schemas.openxmlformats.org/officeDocument/2006/relationships/customXml" Target="../ink/ink1906.xml"/><Relationship Id="rId70" Type="http://schemas.openxmlformats.org/officeDocument/2006/relationships/image" Target="../media/image1603.png"/><Relationship Id="rId91" Type="http://schemas.openxmlformats.org/officeDocument/2006/relationships/customXml" Target="../ink/ink1667.xml"/><Relationship Id="rId145" Type="http://schemas.openxmlformats.org/officeDocument/2006/relationships/customXml" Target="../ink/ink1694.xml"/><Relationship Id="rId166" Type="http://schemas.openxmlformats.org/officeDocument/2006/relationships/image" Target="../media/image1651.png"/><Relationship Id="rId187" Type="http://schemas.openxmlformats.org/officeDocument/2006/relationships/customXml" Target="../ink/ink1715.xml"/><Relationship Id="rId331" Type="http://schemas.openxmlformats.org/officeDocument/2006/relationships/customXml" Target="../ink/ink1787.xml"/><Relationship Id="rId352" Type="http://schemas.openxmlformats.org/officeDocument/2006/relationships/image" Target="../media/image1744.png"/><Relationship Id="rId373" Type="http://schemas.openxmlformats.org/officeDocument/2006/relationships/customXml" Target="../ink/ink1808.xml"/><Relationship Id="rId394" Type="http://schemas.openxmlformats.org/officeDocument/2006/relationships/image" Target="../media/image1765.png"/><Relationship Id="rId408" Type="http://schemas.openxmlformats.org/officeDocument/2006/relationships/image" Target="../media/image1772.png"/><Relationship Id="rId429" Type="http://schemas.openxmlformats.org/officeDocument/2006/relationships/customXml" Target="../ink/ink1836.xml"/><Relationship Id="rId580" Type="http://schemas.openxmlformats.org/officeDocument/2006/relationships/image" Target="../media/image1858.png"/><Relationship Id="rId615" Type="http://schemas.openxmlformats.org/officeDocument/2006/relationships/customXml" Target="../ink/ink1929.xml"/><Relationship Id="rId1" Type="http://schemas.openxmlformats.org/officeDocument/2006/relationships/slideLayout" Target="../slideLayouts/slideLayout2.xml"/><Relationship Id="rId212" Type="http://schemas.openxmlformats.org/officeDocument/2006/relationships/image" Target="../media/image1674.png"/><Relationship Id="rId233" Type="http://schemas.openxmlformats.org/officeDocument/2006/relationships/customXml" Target="../ink/ink1738.xml"/><Relationship Id="rId254" Type="http://schemas.openxmlformats.org/officeDocument/2006/relationships/image" Target="../media/image1695.png"/><Relationship Id="rId440" Type="http://schemas.openxmlformats.org/officeDocument/2006/relationships/image" Target="../media/image1788.png"/><Relationship Id="rId28" Type="http://schemas.openxmlformats.org/officeDocument/2006/relationships/image" Target="../media/image1582.png"/><Relationship Id="rId49" Type="http://schemas.openxmlformats.org/officeDocument/2006/relationships/customXml" Target="../ink/ink1646.xml"/><Relationship Id="rId114" Type="http://schemas.openxmlformats.org/officeDocument/2006/relationships/image" Target="../media/image1625.png"/><Relationship Id="rId275" Type="http://schemas.openxmlformats.org/officeDocument/2006/relationships/customXml" Target="../ink/ink1759.xml"/><Relationship Id="rId296" Type="http://schemas.openxmlformats.org/officeDocument/2006/relationships/image" Target="../media/image1716.png"/><Relationship Id="rId300" Type="http://schemas.openxmlformats.org/officeDocument/2006/relationships/image" Target="../media/image1718.png"/><Relationship Id="rId461" Type="http://schemas.openxmlformats.org/officeDocument/2006/relationships/customXml" Target="../ink/ink1852.xml"/><Relationship Id="rId482" Type="http://schemas.openxmlformats.org/officeDocument/2006/relationships/image" Target="../media/image1809.png"/><Relationship Id="rId517" Type="http://schemas.openxmlformats.org/officeDocument/2006/relationships/customXml" Target="../ink/ink1880.xml"/><Relationship Id="rId538" Type="http://schemas.openxmlformats.org/officeDocument/2006/relationships/image" Target="../media/image1837.png"/><Relationship Id="rId559" Type="http://schemas.openxmlformats.org/officeDocument/2006/relationships/customXml" Target="../ink/ink1901.xml"/><Relationship Id="rId60" Type="http://schemas.openxmlformats.org/officeDocument/2006/relationships/image" Target="../media/image1598.png"/><Relationship Id="rId81" Type="http://schemas.openxmlformats.org/officeDocument/2006/relationships/customXml" Target="../ink/ink1662.xml"/><Relationship Id="rId135" Type="http://schemas.openxmlformats.org/officeDocument/2006/relationships/customXml" Target="../ink/ink1689.xml"/><Relationship Id="rId156" Type="http://schemas.openxmlformats.org/officeDocument/2006/relationships/image" Target="../media/image1646.png"/><Relationship Id="rId177" Type="http://schemas.openxmlformats.org/officeDocument/2006/relationships/customXml" Target="../ink/ink1710.xml"/><Relationship Id="rId198" Type="http://schemas.openxmlformats.org/officeDocument/2006/relationships/image" Target="../media/image1667.png"/><Relationship Id="rId321" Type="http://schemas.openxmlformats.org/officeDocument/2006/relationships/customXml" Target="../ink/ink1782.xml"/><Relationship Id="rId342" Type="http://schemas.openxmlformats.org/officeDocument/2006/relationships/image" Target="../media/image1739.png"/><Relationship Id="rId363" Type="http://schemas.openxmlformats.org/officeDocument/2006/relationships/customXml" Target="../ink/ink1803.xml"/><Relationship Id="rId384" Type="http://schemas.openxmlformats.org/officeDocument/2006/relationships/image" Target="../media/image1760.png"/><Relationship Id="rId419" Type="http://schemas.openxmlformats.org/officeDocument/2006/relationships/customXml" Target="../ink/ink1831.xml"/><Relationship Id="rId570" Type="http://schemas.openxmlformats.org/officeDocument/2006/relationships/image" Target="../media/image1853.png"/><Relationship Id="rId591" Type="http://schemas.openxmlformats.org/officeDocument/2006/relationships/customXml" Target="../ink/ink1917.xml"/><Relationship Id="rId605" Type="http://schemas.openxmlformats.org/officeDocument/2006/relationships/customXml" Target="../ink/ink1924.xml"/><Relationship Id="rId626" Type="http://schemas.openxmlformats.org/officeDocument/2006/relationships/image" Target="../media/image1881.png"/><Relationship Id="rId202" Type="http://schemas.openxmlformats.org/officeDocument/2006/relationships/image" Target="../media/image1669.png"/><Relationship Id="rId223" Type="http://schemas.openxmlformats.org/officeDocument/2006/relationships/customXml" Target="../ink/ink1733.xml"/><Relationship Id="rId244" Type="http://schemas.openxmlformats.org/officeDocument/2006/relationships/image" Target="../media/image1690.png"/><Relationship Id="rId430" Type="http://schemas.openxmlformats.org/officeDocument/2006/relationships/image" Target="../media/image1783.png"/><Relationship Id="rId18" Type="http://schemas.openxmlformats.org/officeDocument/2006/relationships/image" Target="../media/image1577.png"/><Relationship Id="rId39" Type="http://schemas.openxmlformats.org/officeDocument/2006/relationships/customXml" Target="../ink/ink1641.xml"/><Relationship Id="rId265" Type="http://schemas.openxmlformats.org/officeDocument/2006/relationships/customXml" Target="../ink/ink1754.xml"/><Relationship Id="rId286" Type="http://schemas.openxmlformats.org/officeDocument/2006/relationships/image" Target="../media/image1711.png"/><Relationship Id="rId451" Type="http://schemas.openxmlformats.org/officeDocument/2006/relationships/customXml" Target="../ink/ink1847.xml"/><Relationship Id="rId472" Type="http://schemas.openxmlformats.org/officeDocument/2006/relationships/image" Target="../media/image1804.png"/><Relationship Id="rId493" Type="http://schemas.openxmlformats.org/officeDocument/2006/relationships/customXml" Target="../ink/ink1868.xml"/><Relationship Id="rId507" Type="http://schemas.openxmlformats.org/officeDocument/2006/relationships/customXml" Target="../ink/ink1875.xml"/><Relationship Id="rId528" Type="http://schemas.openxmlformats.org/officeDocument/2006/relationships/image" Target="../media/image1832.png"/><Relationship Id="rId549" Type="http://schemas.openxmlformats.org/officeDocument/2006/relationships/customXml" Target="../ink/ink1896.xml"/><Relationship Id="rId50" Type="http://schemas.openxmlformats.org/officeDocument/2006/relationships/image" Target="../media/image1593.png"/><Relationship Id="rId104" Type="http://schemas.openxmlformats.org/officeDocument/2006/relationships/image" Target="../media/image1620.png"/><Relationship Id="rId125" Type="http://schemas.openxmlformats.org/officeDocument/2006/relationships/customXml" Target="../ink/ink1684.xml"/><Relationship Id="rId146" Type="http://schemas.openxmlformats.org/officeDocument/2006/relationships/image" Target="../media/image1641.png"/><Relationship Id="rId167" Type="http://schemas.openxmlformats.org/officeDocument/2006/relationships/customXml" Target="../ink/ink1705.xml"/><Relationship Id="rId188" Type="http://schemas.openxmlformats.org/officeDocument/2006/relationships/image" Target="../media/image1662.png"/><Relationship Id="rId311" Type="http://schemas.openxmlformats.org/officeDocument/2006/relationships/customXml" Target="../ink/ink1777.xml"/><Relationship Id="rId332" Type="http://schemas.openxmlformats.org/officeDocument/2006/relationships/image" Target="../media/image1734.png"/><Relationship Id="rId353" Type="http://schemas.openxmlformats.org/officeDocument/2006/relationships/customXml" Target="../ink/ink1798.xml"/><Relationship Id="rId374" Type="http://schemas.openxmlformats.org/officeDocument/2006/relationships/image" Target="../media/image1755.png"/><Relationship Id="rId395" Type="http://schemas.openxmlformats.org/officeDocument/2006/relationships/customXml" Target="../ink/ink1819.xml"/><Relationship Id="rId409" Type="http://schemas.openxmlformats.org/officeDocument/2006/relationships/customXml" Target="../ink/ink1826.xml"/><Relationship Id="rId560" Type="http://schemas.openxmlformats.org/officeDocument/2006/relationships/image" Target="../media/image1848.png"/><Relationship Id="rId581" Type="http://schemas.openxmlformats.org/officeDocument/2006/relationships/customXml" Target="../ink/ink1912.xml"/><Relationship Id="rId71" Type="http://schemas.openxmlformats.org/officeDocument/2006/relationships/customXml" Target="../ink/ink1657.xml"/><Relationship Id="rId92" Type="http://schemas.openxmlformats.org/officeDocument/2006/relationships/image" Target="../media/image1614.png"/><Relationship Id="rId213" Type="http://schemas.openxmlformats.org/officeDocument/2006/relationships/customXml" Target="../ink/ink1728.xml"/><Relationship Id="rId234" Type="http://schemas.openxmlformats.org/officeDocument/2006/relationships/image" Target="../media/image1685.png"/><Relationship Id="rId420" Type="http://schemas.openxmlformats.org/officeDocument/2006/relationships/image" Target="../media/image1778.png"/><Relationship Id="rId616" Type="http://schemas.openxmlformats.org/officeDocument/2006/relationships/image" Target="../media/image1876.png"/><Relationship Id="rId2" Type="http://schemas.openxmlformats.org/officeDocument/2006/relationships/hyperlink" Target="https://www.image-net.org/challenges/LSVRC/" TargetMode="External"/><Relationship Id="rId29" Type="http://schemas.openxmlformats.org/officeDocument/2006/relationships/customXml" Target="../ink/ink1636.xml"/><Relationship Id="rId255" Type="http://schemas.openxmlformats.org/officeDocument/2006/relationships/customXml" Target="../ink/ink1749.xml"/><Relationship Id="rId276" Type="http://schemas.openxmlformats.org/officeDocument/2006/relationships/image" Target="../media/image1706.png"/><Relationship Id="rId297" Type="http://schemas.openxmlformats.org/officeDocument/2006/relationships/customXml" Target="../ink/ink1770.xml"/><Relationship Id="rId441" Type="http://schemas.openxmlformats.org/officeDocument/2006/relationships/customXml" Target="../ink/ink1842.xml"/><Relationship Id="rId462" Type="http://schemas.openxmlformats.org/officeDocument/2006/relationships/image" Target="../media/image1799.png"/><Relationship Id="rId483" Type="http://schemas.openxmlformats.org/officeDocument/2006/relationships/customXml" Target="../ink/ink1863.xml"/><Relationship Id="rId518" Type="http://schemas.openxmlformats.org/officeDocument/2006/relationships/image" Target="../media/image1827.png"/><Relationship Id="rId539" Type="http://schemas.openxmlformats.org/officeDocument/2006/relationships/customXml" Target="../ink/ink1891.xml"/><Relationship Id="rId40" Type="http://schemas.openxmlformats.org/officeDocument/2006/relationships/image" Target="../media/image1588.png"/><Relationship Id="rId115" Type="http://schemas.openxmlformats.org/officeDocument/2006/relationships/customXml" Target="../ink/ink1679.xml"/><Relationship Id="rId136" Type="http://schemas.openxmlformats.org/officeDocument/2006/relationships/image" Target="../media/image1636.png"/><Relationship Id="rId157" Type="http://schemas.openxmlformats.org/officeDocument/2006/relationships/customXml" Target="../ink/ink1700.xml"/><Relationship Id="rId178" Type="http://schemas.openxmlformats.org/officeDocument/2006/relationships/image" Target="../media/image1657.png"/><Relationship Id="rId301" Type="http://schemas.openxmlformats.org/officeDocument/2006/relationships/customXml" Target="../ink/ink1772.xml"/><Relationship Id="rId322" Type="http://schemas.openxmlformats.org/officeDocument/2006/relationships/image" Target="../media/image1729.png"/><Relationship Id="rId343" Type="http://schemas.openxmlformats.org/officeDocument/2006/relationships/customXml" Target="../ink/ink1793.xml"/><Relationship Id="rId364" Type="http://schemas.openxmlformats.org/officeDocument/2006/relationships/image" Target="../media/image1750.png"/><Relationship Id="rId550" Type="http://schemas.openxmlformats.org/officeDocument/2006/relationships/image" Target="../media/image1843.png"/><Relationship Id="rId61" Type="http://schemas.openxmlformats.org/officeDocument/2006/relationships/customXml" Target="../ink/ink1652.xml"/><Relationship Id="rId82" Type="http://schemas.openxmlformats.org/officeDocument/2006/relationships/image" Target="../media/image1609.png"/><Relationship Id="rId199" Type="http://schemas.openxmlformats.org/officeDocument/2006/relationships/customXml" Target="../ink/ink1721.xml"/><Relationship Id="rId203" Type="http://schemas.openxmlformats.org/officeDocument/2006/relationships/customXml" Target="../ink/ink1723.xml"/><Relationship Id="rId385" Type="http://schemas.openxmlformats.org/officeDocument/2006/relationships/customXml" Target="../ink/ink1814.xml"/><Relationship Id="rId571" Type="http://schemas.openxmlformats.org/officeDocument/2006/relationships/customXml" Target="../ink/ink1907.xml"/><Relationship Id="rId592" Type="http://schemas.openxmlformats.org/officeDocument/2006/relationships/image" Target="../media/image1864.png"/><Relationship Id="rId606" Type="http://schemas.openxmlformats.org/officeDocument/2006/relationships/image" Target="../media/image1871.png"/><Relationship Id="rId627" Type="http://schemas.openxmlformats.org/officeDocument/2006/relationships/customXml" Target="../ink/ink1935.xml"/><Relationship Id="rId19" Type="http://schemas.openxmlformats.org/officeDocument/2006/relationships/customXml" Target="../ink/ink1631.xml"/><Relationship Id="rId224" Type="http://schemas.openxmlformats.org/officeDocument/2006/relationships/image" Target="../media/image1680.png"/><Relationship Id="rId245" Type="http://schemas.openxmlformats.org/officeDocument/2006/relationships/customXml" Target="../ink/ink1744.xml"/><Relationship Id="rId266" Type="http://schemas.openxmlformats.org/officeDocument/2006/relationships/image" Target="../media/image1701.png"/><Relationship Id="rId287" Type="http://schemas.openxmlformats.org/officeDocument/2006/relationships/customXml" Target="../ink/ink1765.xml"/><Relationship Id="rId410" Type="http://schemas.openxmlformats.org/officeDocument/2006/relationships/image" Target="../media/image1773.png"/><Relationship Id="rId431" Type="http://schemas.openxmlformats.org/officeDocument/2006/relationships/customXml" Target="../ink/ink1837.xml"/><Relationship Id="rId452" Type="http://schemas.openxmlformats.org/officeDocument/2006/relationships/image" Target="../media/image1794.png"/><Relationship Id="rId473" Type="http://schemas.openxmlformats.org/officeDocument/2006/relationships/customXml" Target="../ink/ink1858.xml"/><Relationship Id="rId494" Type="http://schemas.openxmlformats.org/officeDocument/2006/relationships/image" Target="../media/image1815.png"/><Relationship Id="rId508" Type="http://schemas.openxmlformats.org/officeDocument/2006/relationships/image" Target="../media/image1822.png"/><Relationship Id="rId529" Type="http://schemas.openxmlformats.org/officeDocument/2006/relationships/customXml" Target="../ink/ink1886.xml"/><Relationship Id="rId30" Type="http://schemas.openxmlformats.org/officeDocument/2006/relationships/image" Target="../media/image1583.png"/><Relationship Id="rId105" Type="http://schemas.openxmlformats.org/officeDocument/2006/relationships/customXml" Target="../ink/ink1674.xml"/><Relationship Id="rId126" Type="http://schemas.openxmlformats.org/officeDocument/2006/relationships/image" Target="../media/image1631.png"/><Relationship Id="rId147" Type="http://schemas.openxmlformats.org/officeDocument/2006/relationships/customXml" Target="../ink/ink1695.xml"/><Relationship Id="rId168" Type="http://schemas.openxmlformats.org/officeDocument/2006/relationships/image" Target="../media/image1652.png"/><Relationship Id="rId312" Type="http://schemas.openxmlformats.org/officeDocument/2006/relationships/image" Target="../media/image1724.png"/><Relationship Id="rId333" Type="http://schemas.openxmlformats.org/officeDocument/2006/relationships/customXml" Target="../ink/ink1788.xml"/><Relationship Id="rId354" Type="http://schemas.openxmlformats.org/officeDocument/2006/relationships/image" Target="../media/image1745.png"/><Relationship Id="rId540" Type="http://schemas.openxmlformats.org/officeDocument/2006/relationships/image" Target="../media/image1838.png"/><Relationship Id="rId51" Type="http://schemas.openxmlformats.org/officeDocument/2006/relationships/customXml" Target="../ink/ink1647.xml"/><Relationship Id="rId72" Type="http://schemas.openxmlformats.org/officeDocument/2006/relationships/image" Target="../media/image1604.png"/><Relationship Id="rId93" Type="http://schemas.openxmlformats.org/officeDocument/2006/relationships/customXml" Target="../ink/ink1668.xml"/><Relationship Id="rId189" Type="http://schemas.openxmlformats.org/officeDocument/2006/relationships/customXml" Target="../ink/ink1716.xml"/><Relationship Id="rId375" Type="http://schemas.openxmlformats.org/officeDocument/2006/relationships/customXml" Target="../ink/ink1809.xml"/><Relationship Id="rId396" Type="http://schemas.openxmlformats.org/officeDocument/2006/relationships/image" Target="../media/image1766.png"/><Relationship Id="rId561" Type="http://schemas.openxmlformats.org/officeDocument/2006/relationships/customXml" Target="../ink/ink1902.xml"/><Relationship Id="rId582" Type="http://schemas.openxmlformats.org/officeDocument/2006/relationships/image" Target="../media/image1859.png"/><Relationship Id="rId617" Type="http://schemas.openxmlformats.org/officeDocument/2006/relationships/customXml" Target="../ink/ink1930.xml"/><Relationship Id="rId3" Type="http://schemas.openxmlformats.org/officeDocument/2006/relationships/customXml" Target="../ink/ink1623.xml"/><Relationship Id="rId214" Type="http://schemas.openxmlformats.org/officeDocument/2006/relationships/image" Target="../media/image1675.png"/><Relationship Id="rId235" Type="http://schemas.openxmlformats.org/officeDocument/2006/relationships/customXml" Target="../ink/ink1739.xml"/><Relationship Id="rId256" Type="http://schemas.openxmlformats.org/officeDocument/2006/relationships/image" Target="../media/image1696.png"/><Relationship Id="rId277" Type="http://schemas.openxmlformats.org/officeDocument/2006/relationships/customXml" Target="../ink/ink1760.xml"/><Relationship Id="rId298" Type="http://schemas.openxmlformats.org/officeDocument/2006/relationships/image" Target="../media/image1717.png"/><Relationship Id="rId400" Type="http://schemas.openxmlformats.org/officeDocument/2006/relationships/image" Target="../media/image1768.png"/><Relationship Id="rId421" Type="http://schemas.openxmlformats.org/officeDocument/2006/relationships/customXml" Target="../ink/ink1832.xml"/><Relationship Id="rId442" Type="http://schemas.openxmlformats.org/officeDocument/2006/relationships/image" Target="../media/image1789.png"/><Relationship Id="rId463" Type="http://schemas.openxmlformats.org/officeDocument/2006/relationships/customXml" Target="../ink/ink1853.xml"/><Relationship Id="rId484" Type="http://schemas.openxmlformats.org/officeDocument/2006/relationships/image" Target="../media/image1810.png"/><Relationship Id="rId519" Type="http://schemas.openxmlformats.org/officeDocument/2006/relationships/customXml" Target="../ink/ink1881.xml"/><Relationship Id="rId116" Type="http://schemas.openxmlformats.org/officeDocument/2006/relationships/image" Target="../media/image1626.png"/><Relationship Id="rId137" Type="http://schemas.openxmlformats.org/officeDocument/2006/relationships/customXml" Target="../ink/ink1690.xml"/><Relationship Id="rId158" Type="http://schemas.openxmlformats.org/officeDocument/2006/relationships/image" Target="../media/image1647.png"/><Relationship Id="rId302" Type="http://schemas.openxmlformats.org/officeDocument/2006/relationships/image" Target="../media/image1719.png"/><Relationship Id="rId323" Type="http://schemas.openxmlformats.org/officeDocument/2006/relationships/customXml" Target="../ink/ink1783.xml"/><Relationship Id="rId344" Type="http://schemas.openxmlformats.org/officeDocument/2006/relationships/image" Target="../media/image1740.png"/><Relationship Id="rId530" Type="http://schemas.openxmlformats.org/officeDocument/2006/relationships/image" Target="../media/image1833.png"/><Relationship Id="rId20" Type="http://schemas.openxmlformats.org/officeDocument/2006/relationships/image" Target="../media/image1578.png"/><Relationship Id="rId41" Type="http://schemas.openxmlformats.org/officeDocument/2006/relationships/customXml" Target="../ink/ink1642.xml"/><Relationship Id="rId62" Type="http://schemas.openxmlformats.org/officeDocument/2006/relationships/image" Target="../media/image1599.png"/><Relationship Id="rId83" Type="http://schemas.openxmlformats.org/officeDocument/2006/relationships/customXml" Target="../ink/ink1663.xml"/><Relationship Id="rId179" Type="http://schemas.openxmlformats.org/officeDocument/2006/relationships/customXml" Target="../ink/ink1711.xml"/><Relationship Id="rId365" Type="http://schemas.openxmlformats.org/officeDocument/2006/relationships/customXml" Target="../ink/ink1804.xml"/><Relationship Id="rId386" Type="http://schemas.openxmlformats.org/officeDocument/2006/relationships/image" Target="../media/image1761.png"/><Relationship Id="rId551" Type="http://schemas.openxmlformats.org/officeDocument/2006/relationships/customXml" Target="../ink/ink1897.xml"/><Relationship Id="rId572" Type="http://schemas.openxmlformats.org/officeDocument/2006/relationships/image" Target="../media/image1854.png"/><Relationship Id="rId593" Type="http://schemas.openxmlformats.org/officeDocument/2006/relationships/customXml" Target="../ink/ink1918.xml"/><Relationship Id="rId607" Type="http://schemas.openxmlformats.org/officeDocument/2006/relationships/customXml" Target="../ink/ink1925.xml"/><Relationship Id="rId628" Type="http://schemas.openxmlformats.org/officeDocument/2006/relationships/image" Target="../media/image1882.png"/><Relationship Id="rId190" Type="http://schemas.openxmlformats.org/officeDocument/2006/relationships/image" Target="../media/image1663.png"/><Relationship Id="rId204" Type="http://schemas.openxmlformats.org/officeDocument/2006/relationships/image" Target="../media/image1670.png"/><Relationship Id="rId225" Type="http://schemas.openxmlformats.org/officeDocument/2006/relationships/customXml" Target="../ink/ink1734.xml"/><Relationship Id="rId246" Type="http://schemas.openxmlformats.org/officeDocument/2006/relationships/image" Target="../media/image1691.png"/><Relationship Id="rId267" Type="http://schemas.openxmlformats.org/officeDocument/2006/relationships/customXml" Target="../ink/ink1755.xml"/><Relationship Id="rId288" Type="http://schemas.openxmlformats.org/officeDocument/2006/relationships/image" Target="../media/image1712.png"/><Relationship Id="rId411" Type="http://schemas.openxmlformats.org/officeDocument/2006/relationships/customXml" Target="../ink/ink1827.xml"/><Relationship Id="rId432" Type="http://schemas.openxmlformats.org/officeDocument/2006/relationships/image" Target="../media/image1784.png"/><Relationship Id="rId453" Type="http://schemas.openxmlformats.org/officeDocument/2006/relationships/customXml" Target="../ink/ink1848.xml"/><Relationship Id="rId474" Type="http://schemas.openxmlformats.org/officeDocument/2006/relationships/image" Target="../media/image1805.png"/><Relationship Id="rId509" Type="http://schemas.openxmlformats.org/officeDocument/2006/relationships/customXml" Target="../ink/ink1876.xml"/><Relationship Id="rId106" Type="http://schemas.openxmlformats.org/officeDocument/2006/relationships/image" Target="../media/image1621.png"/><Relationship Id="rId127" Type="http://schemas.openxmlformats.org/officeDocument/2006/relationships/customXml" Target="../ink/ink1685.xml"/><Relationship Id="rId313" Type="http://schemas.openxmlformats.org/officeDocument/2006/relationships/customXml" Target="../ink/ink1778.xml"/><Relationship Id="rId495" Type="http://schemas.openxmlformats.org/officeDocument/2006/relationships/customXml" Target="../ink/ink1869.xml"/><Relationship Id="rId10" Type="http://schemas.openxmlformats.org/officeDocument/2006/relationships/image" Target="../media/image1573.png"/><Relationship Id="rId31" Type="http://schemas.openxmlformats.org/officeDocument/2006/relationships/customXml" Target="../ink/ink1637.xml"/><Relationship Id="rId52" Type="http://schemas.openxmlformats.org/officeDocument/2006/relationships/image" Target="../media/image1594.png"/><Relationship Id="rId73" Type="http://schemas.openxmlformats.org/officeDocument/2006/relationships/customXml" Target="../ink/ink1658.xml"/><Relationship Id="rId94" Type="http://schemas.openxmlformats.org/officeDocument/2006/relationships/image" Target="../media/image1615.png"/><Relationship Id="rId148" Type="http://schemas.openxmlformats.org/officeDocument/2006/relationships/image" Target="../media/image1642.png"/><Relationship Id="rId169" Type="http://schemas.openxmlformats.org/officeDocument/2006/relationships/customXml" Target="../ink/ink1706.xml"/><Relationship Id="rId334" Type="http://schemas.openxmlformats.org/officeDocument/2006/relationships/image" Target="../media/image1735.png"/><Relationship Id="rId355" Type="http://schemas.openxmlformats.org/officeDocument/2006/relationships/customXml" Target="../ink/ink1799.xml"/><Relationship Id="rId376" Type="http://schemas.openxmlformats.org/officeDocument/2006/relationships/image" Target="../media/image1756.png"/><Relationship Id="rId397" Type="http://schemas.openxmlformats.org/officeDocument/2006/relationships/customXml" Target="../ink/ink1820.xml"/><Relationship Id="rId520" Type="http://schemas.openxmlformats.org/officeDocument/2006/relationships/image" Target="../media/image1828.png"/><Relationship Id="rId541" Type="http://schemas.openxmlformats.org/officeDocument/2006/relationships/customXml" Target="../ink/ink1892.xml"/><Relationship Id="rId562" Type="http://schemas.openxmlformats.org/officeDocument/2006/relationships/image" Target="../media/image1849.png"/><Relationship Id="rId583" Type="http://schemas.openxmlformats.org/officeDocument/2006/relationships/customXml" Target="../ink/ink1913.xml"/><Relationship Id="rId618" Type="http://schemas.openxmlformats.org/officeDocument/2006/relationships/image" Target="../media/image1877.png"/><Relationship Id="rId4" Type="http://schemas.openxmlformats.org/officeDocument/2006/relationships/image" Target="../media/image1570.png"/><Relationship Id="rId180" Type="http://schemas.openxmlformats.org/officeDocument/2006/relationships/image" Target="../media/image1658.png"/><Relationship Id="rId215" Type="http://schemas.openxmlformats.org/officeDocument/2006/relationships/customXml" Target="../ink/ink1729.xml"/><Relationship Id="rId236" Type="http://schemas.openxmlformats.org/officeDocument/2006/relationships/image" Target="../media/image1686.png"/><Relationship Id="rId257" Type="http://schemas.openxmlformats.org/officeDocument/2006/relationships/customXml" Target="../ink/ink1750.xml"/><Relationship Id="rId278" Type="http://schemas.openxmlformats.org/officeDocument/2006/relationships/image" Target="../media/image1707.png"/><Relationship Id="rId401" Type="http://schemas.openxmlformats.org/officeDocument/2006/relationships/customXml" Target="../ink/ink1822.xml"/><Relationship Id="rId422" Type="http://schemas.openxmlformats.org/officeDocument/2006/relationships/image" Target="../media/image1779.png"/><Relationship Id="rId443" Type="http://schemas.openxmlformats.org/officeDocument/2006/relationships/customXml" Target="../ink/ink1843.xml"/><Relationship Id="rId464" Type="http://schemas.openxmlformats.org/officeDocument/2006/relationships/image" Target="../media/image1800.png"/><Relationship Id="rId303" Type="http://schemas.openxmlformats.org/officeDocument/2006/relationships/customXml" Target="../ink/ink1773.xml"/><Relationship Id="rId485" Type="http://schemas.openxmlformats.org/officeDocument/2006/relationships/customXml" Target="../ink/ink1864.xml"/><Relationship Id="rId42" Type="http://schemas.openxmlformats.org/officeDocument/2006/relationships/image" Target="../media/image1589.png"/><Relationship Id="rId84" Type="http://schemas.openxmlformats.org/officeDocument/2006/relationships/image" Target="../media/image1610.png"/><Relationship Id="rId138" Type="http://schemas.openxmlformats.org/officeDocument/2006/relationships/image" Target="../media/image1637.png"/><Relationship Id="rId345" Type="http://schemas.openxmlformats.org/officeDocument/2006/relationships/customXml" Target="../ink/ink1794.xml"/><Relationship Id="rId387" Type="http://schemas.openxmlformats.org/officeDocument/2006/relationships/customXml" Target="../ink/ink1815.xml"/><Relationship Id="rId510" Type="http://schemas.openxmlformats.org/officeDocument/2006/relationships/image" Target="../media/image1823.png"/><Relationship Id="rId552" Type="http://schemas.openxmlformats.org/officeDocument/2006/relationships/image" Target="../media/image1844.png"/><Relationship Id="rId594" Type="http://schemas.openxmlformats.org/officeDocument/2006/relationships/image" Target="../media/image1865.png"/><Relationship Id="rId608" Type="http://schemas.openxmlformats.org/officeDocument/2006/relationships/image" Target="../media/image1872.png"/><Relationship Id="rId191" Type="http://schemas.openxmlformats.org/officeDocument/2006/relationships/customXml" Target="../ink/ink1717.xml"/><Relationship Id="rId205" Type="http://schemas.openxmlformats.org/officeDocument/2006/relationships/customXml" Target="../ink/ink1724.xml"/><Relationship Id="rId247" Type="http://schemas.openxmlformats.org/officeDocument/2006/relationships/customXml" Target="../ink/ink1745.xml"/><Relationship Id="rId412" Type="http://schemas.openxmlformats.org/officeDocument/2006/relationships/image" Target="../media/image1774.png"/><Relationship Id="rId107" Type="http://schemas.openxmlformats.org/officeDocument/2006/relationships/customXml" Target="../ink/ink1675.xml"/><Relationship Id="rId289" Type="http://schemas.openxmlformats.org/officeDocument/2006/relationships/customXml" Target="../ink/ink1766.xml"/><Relationship Id="rId454" Type="http://schemas.openxmlformats.org/officeDocument/2006/relationships/image" Target="../media/image1795.png"/><Relationship Id="rId496" Type="http://schemas.openxmlformats.org/officeDocument/2006/relationships/image" Target="../media/image1816.png"/><Relationship Id="rId11" Type="http://schemas.openxmlformats.org/officeDocument/2006/relationships/customXml" Target="../ink/ink1627.xml"/><Relationship Id="rId53" Type="http://schemas.openxmlformats.org/officeDocument/2006/relationships/customXml" Target="../ink/ink1648.xml"/><Relationship Id="rId149" Type="http://schemas.openxmlformats.org/officeDocument/2006/relationships/customXml" Target="../ink/ink1696.xml"/><Relationship Id="rId314" Type="http://schemas.openxmlformats.org/officeDocument/2006/relationships/image" Target="../media/image1725.png"/><Relationship Id="rId356" Type="http://schemas.openxmlformats.org/officeDocument/2006/relationships/image" Target="../media/image1746.png"/><Relationship Id="rId398" Type="http://schemas.openxmlformats.org/officeDocument/2006/relationships/image" Target="../media/image1767.png"/><Relationship Id="rId521" Type="http://schemas.openxmlformats.org/officeDocument/2006/relationships/customXml" Target="../ink/ink1882.xml"/><Relationship Id="rId563" Type="http://schemas.openxmlformats.org/officeDocument/2006/relationships/customXml" Target="../ink/ink1903.xml"/><Relationship Id="rId619" Type="http://schemas.openxmlformats.org/officeDocument/2006/relationships/customXml" Target="../ink/ink1931.xml"/><Relationship Id="rId95" Type="http://schemas.openxmlformats.org/officeDocument/2006/relationships/customXml" Target="../ink/ink1669.xml"/><Relationship Id="rId160" Type="http://schemas.openxmlformats.org/officeDocument/2006/relationships/image" Target="../media/image1648.png"/><Relationship Id="rId216" Type="http://schemas.openxmlformats.org/officeDocument/2006/relationships/image" Target="../media/image1676.png"/><Relationship Id="rId423" Type="http://schemas.openxmlformats.org/officeDocument/2006/relationships/customXml" Target="../ink/ink1833.xml"/><Relationship Id="rId258" Type="http://schemas.openxmlformats.org/officeDocument/2006/relationships/image" Target="../media/image1697.png"/><Relationship Id="rId465" Type="http://schemas.openxmlformats.org/officeDocument/2006/relationships/customXml" Target="../ink/ink1854.xml"/><Relationship Id="rId630" Type="http://schemas.openxmlformats.org/officeDocument/2006/relationships/image" Target="../media/image1883.png"/><Relationship Id="rId22" Type="http://schemas.openxmlformats.org/officeDocument/2006/relationships/image" Target="../media/image1579.png"/><Relationship Id="rId64" Type="http://schemas.openxmlformats.org/officeDocument/2006/relationships/image" Target="../media/image1600.png"/><Relationship Id="rId118" Type="http://schemas.openxmlformats.org/officeDocument/2006/relationships/image" Target="../media/image1627.png"/><Relationship Id="rId325" Type="http://schemas.openxmlformats.org/officeDocument/2006/relationships/customXml" Target="../ink/ink1784.xml"/><Relationship Id="rId367" Type="http://schemas.openxmlformats.org/officeDocument/2006/relationships/customXml" Target="../ink/ink1805.xml"/><Relationship Id="rId532" Type="http://schemas.openxmlformats.org/officeDocument/2006/relationships/image" Target="../media/image1834.png"/><Relationship Id="rId574" Type="http://schemas.openxmlformats.org/officeDocument/2006/relationships/image" Target="../media/image1855.png"/><Relationship Id="rId171" Type="http://schemas.openxmlformats.org/officeDocument/2006/relationships/customXml" Target="../ink/ink1707.xml"/><Relationship Id="rId227" Type="http://schemas.openxmlformats.org/officeDocument/2006/relationships/customXml" Target="../ink/ink1735.xml"/><Relationship Id="rId269" Type="http://schemas.openxmlformats.org/officeDocument/2006/relationships/customXml" Target="../ink/ink1756.xml"/><Relationship Id="rId434" Type="http://schemas.openxmlformats.org/officeDocument/2006/relationships/image" Target="../media/image1785.png"/><Relationship Id="rId476" Type="http://schemas.openxmlformats.org/officeDocument/2006/relationships/image" Target="../media/image1806.png"/><Relationship Id="rId33" Type="http://schemas.openxmlformats.org/officeDocument/2006/relationships/customXml" Target="../ink/ink1638.xml"/><Relationship Id="rId129" Type="http://schemas.openxmlformats.org/officeDocument/2006/relationships/customXml" Target="../ink/ink1686.xml"/><Relationship Id="rId280" Type="http://schemas.openxmlformats.org/officeDocument/2006/relationships/image" Target="../media/image1708.png"/><Relationship Id="rId336" Type="http://schemas.openxmlformats.org/officeDocument/2006/relationships/image" Target="../media/image1736.png"/><Relationship Id="rId501" Type="http://schemas.openxmlformats.org/officeDocument/2006/relationships/customXml" Target="../ink/ink1872.xml"/><Relationship Id="rId543" Type="http://schemas.openxmlformats.org/officeDocument/2006/relationships/customXml" Target="../ink/ink1893.xml"/><Relationship Id="rId75" Type="http://schemas.openxmlformats.org/officeDocument/2006/relationships/customXml" Target="../ink/ink1659.xml"/><Relationship Id="rId140" Type="http://schemas.openxmlformats.org/officeDocument/2006/relationships/image" Target="../media/image1638.png"/><Relationship Id="rId182" Type="http://schemas.openxmlformats.org/officeDocument/2006/relationships/image" Target="../media/image1659.png"/><Relationship Id="rId378" Type="http://schemas.openxmlformats.org/officeDocument/2006/relationships/image" Target="../media/image1757.png"/><Relationship Id="rId403" Type="http://schemas.openxmlformats.org/officeDocument/2006/relationships/customXml" Target="../ink/ink1823.xml"/><Relationship Id="rId585" Type="http://schemas.openxmlformats.org/officeDocument/2006/relationships/customXml" Target="../ink/ink1914.xml"/><Relationship Id="rId6" Type="http://schemas.openxmlformats.org/officeDocument/2006/relationships/image" Target="../media/image1571.png"/><Relationship Id="rId238" Type="http://schemas.openxmlformats.org/officeDocument/2006/relationships/image" Target="../media/image1687.png"/><Relationship Id="rId445" Type="http://schemas.openxmlformats.org/officeDocument/2006/relationships/customXml" Target="../ink/ink1844.xml"/><Relationship Id="rId487" Type="http://schemas.openxmlformats.org/officeDocument/2006/relationships/customXml" Target="../ink/ink1865.xml"/><Relationship Id="rId610" Type="http://schemas.openxmlformats.org/officeDocument/2006/relationships/image" Target="../media/image1873.png"/><Relationship Id="rId291" Type="http://schemas.openxmlformats.org/officeDocument/2006/relationships/customXml" Target="../ink/ink1767.xml"/><Relationship Id="rId305" Type="http://schemas.openxmlformats.org/officeDocument/2006/relationships/customXml" Target="../ink/ink1774.xml"/><Relationship Id="rId347" Type="http://schemas.openxmlformats.org/officeDocument/2006/relationships/customXml" Target="../ink/ink1795.xml"/><Relationship Id="rId512" Type="http://schemas.openxmlformats.org/officeDocument/2006/relationships/image" Target="../media/image1824.png"/><Relationship Id="rId44" Type="http://schemas.openxmlformats.org/officeDocument/2006/relationships/image" Target="../media/image1590.png"/><Relationship Id="rId86" Type="http://schemas.openxmlformats.org/officeDocument/2006/relationships/image" Target="../media/image1611.png"/><Relationship Id="rId151" Type="http://schemas.openxmlformats.org/officeDocument/2006/relationships/customXml" Target="../ink/ink1697.xml"/><Relationship Id="rId389" Type="http://schemas.openxmlformats.org/officeDocument/2006/relationships/customXml" Target="../ink/ink1816.xml"/><Relationship Id="rId554" Type="http://schemas.openxmlformats.org/officeDocument/2006/relationships/image" Target="../media/image1845.png"/><Relationship Id="rId596" Type="http://schemas.openxmlformats.org/officeDocument/2006/relationships/image" Target="../media/image1866.png"/><Relationship Id="rId193" Type="http://schemas.openxmlformats.org/officeDocument/2006/relationships/customXml" Target="../ink/ink1718.xml"/><Relationship Id="rId207" Type="http://schemas.openxmlformats.org/officeDocument/2006/relationships/customXml" Target="../ink/ink1725.xml"/><Relationship Id="rId249" Type="http://schemas.openxmlformats.org/officeDocument/2006/relationships/customXml" Target="../ink/ink1746.xml"/><Relationship Id="rId414" Type="http://schemas.openxmlformats.org/officeDocument/2006/relationships/image" Target="../media/image1775.png"/><Relationship Id="rId456" Type="http://schemas.openxmlformats.org/officeDocument/2006/relationships/image" Target="../media/image1796.png"/><Relationship Id="rId498" Type="http://schemas.openxmlformats.org/officeDocument/2006/relationships/image" Target="../media/image1817.png"/><Relationship Id="rId621" Type="http://schemas.openxmlformats.org/officeDocument/2006/relationships/customXml" Target="../ink/ink1932.xml"/><Relationship Id="rId13" Type="http://schemas.openxmlformats.org/officeDocument/2006/relationships/customXml" Target="../ink/ink1628.xml"/><Relationship Id="rId109" Type="http://schemas.openxmlformats.org/officeDocument/2006/relationships/customXml" Target="../ink/ink1676.xml"/><Relationship Id="rId260" Type="http://schemas.openxmlformats.org/officeDocument/2006/relationships/image" Target="../media/image1698.png"/><Relationship Id="rId316" Type="http://schemas.openxmlformats.org/officeDocument/2006/relationships/image" Target="../media/image1726.png"/><Relationship Id="rId523" Type="http://schemas.openxmlformats.org/officeDocument/2006/relationships/customXml" Target="../ink/ink1883.xml"/><Relationship Id="rId55" Type="http://schemas.openxmlformats.org/officeDocument/2006/relationships/customXml" Target="../ink/ink1649.xml"/><Relationship Id="rId97" Type="http://schemas.openxmlformats.org/officeDocument/2006/relationships/customXml" Target="../ink/ink1670.xml"/><Relationship Id="rId120" Type="http://schemas.openxmlformats.org/officeDocument/2006/relationships/image" Target="../media/image1628.png"/><Relationship Id="rId358" Type="http://schemas.openxmlformats.org/officeDocument/2006/relationships/image" Target="../media/image1747.png"/><Relationship Id="rId565" Type="http://schemas.openxmlformats.org/officeDocument/2006/relationships/customXml" Target="../ink/ink1904.xml"/><Relationship Id="rId162" Type="http://schemas.openxmlformats.org/officeDocument/2006/relationships/image" Target="../media/image1649.png"/><Relationship Id="rId218" Type="http://schemas.openxmlformats.org/officeDocument/2006/relationships/image" Target="../media/image1677.png"/><Relationship Id="rId425" Type="http://schemas.openxmlformats.org/officeDocument/2006/relationships/customXml" Target="../ink/ink1834.xml"/><Relationship Id="rId467" Type="http://schemas.openxmlformats.org/officeDocument/2006/relationships/customXml" Target="../ink/ink1855.xml"/><Relationship Id="rId271" Type="http://schemas.openxmlformats.org/officeDocument/2006/relationships/customXml" Target="../ink/ink1757.xml"/><Relationship Id="rId24" Type="http://schemas.openxmlformats.org/officeDocument/2006/relationships/image" Target="../media/image1580.png"/><Relationship Id="rId66" Type="http://schemas.openxmlformats.org/officeDocument/2006/relationships/image" Target="../media/image1601.png"/><Relationship Id="rId131" Type="http://schemas.openxmlformats.org/officeDocument/2006/relationships/customXml" Target="../ink/ink1687.xml"/><Relationship Id="rId327" Type="http://schemas.openxmlformats.org/officeDocument/2006/relationships/customXml" Target="../ink/ink1785.xml"/><Relationship Id="rId369" Type="http://schemas.openxmlformats.org/officeDocument/2006/relationships/customXml" Target="../ink/ink1806.xml"/><Relationship Id="rId534" Type="http://schemas.openxmlformats.org/officeDocument/2006/relationships/image" Target="../media/image1835.png"/><Relationship Id="rId576" Type="http://schemas.openxmlformats.org/officeDocument/2006/relationships/image" Target="../media/image1856.png"/><Relationship Id="rId173" Type="http://schemas.openxmlformats.org/officeDocument/2006/relationships/customXml" Target="../ink/ink1708.xml"/><Relationship Id="rId229" Type="http://schemas.openxmlformats.org/officeDocument/2006/relationships/customXml" Target="../ink/ink1736.xml"/><Relationship Id="rId380" Type="http://schemas.openxmlformats.org/officeDocument/2006/relationships/image" Target="../media/image1758.png"/><Relationship Id="rId436" Type="http://schemas.openxmlformats.org/officeDocument/2006/relationships/image" Target="../media/image1786.png"/><Relationship Id="rId601" Type="http://schemas.openxmlformats.org/officeDocument/2006/relationships/customXml" Target="../ink/ink1922.xml"/><Relationship Id="rId240" Type="http://schemas.openxmlformats.org/officeDocument/2006/relationships/image" Target="../media/image1688.png"/><Relationship Id="rId478" Type="http://schemas.openxmlformats.org/officeDocument/2006/relationships/image" Target="../media/image1807.png"/><Relationship Id="rId35" Type="http://schemas.openxmlformats.org/officeDocument/2006/relationships/customXml" Target="../ink/ink1639.xml"/><Relationship Id="rId77" Type="http://schemas.openxmlformats.org/officeDocument/2006/relationships/customXml" Target="../ink/ink1660.xml"/><Relationship Id="rId100" Type="http://schemas.openxmlformats.org/officeDocument/2006/relationships/image" Target="../media/image1618.png"/><Relationship Id="rId282" Type="http://schemas.openxmlformats.org/officeDocument/2006/relationships/image" Target="../media/image1709.png"/><Relationship Id="rId338" Type="http://schemas.openxmlformats.org/officeDocument/2006/relationships/image" Target="../media/image1737.png"/><Relationship Id="rId503" Type="http://schemas.openxmlformats.org/officeDocument/2006/relationships/customXml" Target="../ink/ink1873.xml"/><Relationship Id="rId545" Type="http://schemas.openxmlformats.org/officeDocument/2006/relationships/customXml" Target="../ink/ink1894.xml"/><Relationship Id="rId587" Type="http://schemas.openxmlformats.org/officeDocument/2006/relationships/customXml" Target="../ink/ink1915.xml"/><Relationship Id="rId8" Type="http://schemas.openxmlformats.org/officeDocument/2006/relationships/image" Target="../media/image1572.png"/><Relationship Id="rId142" Type="http://schemas.openxmlformats.org/officeDocument/2006/relationships/image" Target="../media/image1639.png"/><Relationship Id="rId184" Type="http://schemas.openxmlformats.org/officeDocument/2006/relationships/image" Target="../media/image1660.png"/><Relationship Id="rId391" Type="http://schemas.openxmlformats.org/officeDocument/2006/relationships/customXml" Target="../ink/ink1817.xml"/><Relationship Id="rId405" Type="http://schemas.openxmlformats.org/officeDocument/2006/relationships/customXml" Target="../ink/ink1824.xml"/><Relationship Id="rId447" Type="http://schemas.openxmlformats.org/officeDocument/2006/relationships/customXml" Target="../ink/ink1845.xml"/><Relationship Id="rId612" Type="http://schemas.openxmlformats.org/officeDocument/2006/relationships/image" Target="../media/image1874.png"/><Relationship Id="rId251" Type="http://schemas.openxmlformats.org/officeDocument/2006/relationships/customXml" Target="../ink/ink1747.xml"/><Relationship Id="rId489" Type="http://schemas.openxmlformats.org/officeDocument/2006/relationships/customXml" Target="../ink/ink1866.xml"/><Relationship Id="rId46" Type="http://schemas.openxmlformats.org/officeDocument/2006/relationships/image" Target="../media/image1591.png"/><Relationship Id="rId293" Type="http://schemas.openxmlformats.org/officeDocument/2006/relationships/customXml" Target="../ink/ink1768.xml"/><Relationship Id="rId307" Type="http://schemas.openxmlformats.org/officeDocument/2006/relationships/customXml" Target="../ink/ink1775.xml"/><Relationship Id="rId349" Type="http://schemas.openxmlformats.org/officeDocument/2006/relationships/customXml" Target="../ink/ink1796.xml"/><Relationship Id="rId514" Type="http://schemas.openxmlformats.org/officeDocument/2006/relationships/image" Target="../media/image1825.png"/><Relationship Id="rId556" Type="http://schemas.openxmlformats.org/officeDocument/2006/relationships/image" Target="../media/image1846.png"/><Relationship Id="rId88" Type="http://schemas.openxmlformats.org/officeDocument/2006/relationships/image" Target="../media/image1612.png"/><Relationship Id="rId111" Type="http://schemas.openxmlformats.org/officeDocument/2006/relationships/customXml" Target="../ink/ink1677.xml"/><Relationship Id="rId153" Type="http://schemas.openxmlformats.org/officeDocument/2006/relationships/customXml" Target="../ink/ink1698.xml"/><Relationship Id="rId195" Type="http://schemas.openxmlformats.org/officeDocument/2006/relationships/customXml" Target="../ink/ink1719.xml"/><Relationship Id="rId209" Type="http://schemas.openxmlformats.org/officeDocument/2006/relationships/customXml" Target="../ink/ink1726.xml"/><Relationship Id="rId360" Type="http://schemas.openxmlformats.org/officeDocument/2006/relationships/image" Target="../media/image1748.png"/><Relationship Id="rId416" Type="http://schemas.openxmlformats.org/officeDocument/2006/relationships/image" Target="../media/image1776.png"/><Relationship Id="rId598" Type="http://schemas.openxmlformats.org/officeDocument/2006/relationships/image" Target="../media/image1867.png"/><Relationship Id="rId220" Type="http://schemas.openxmlformats.org/officeDocument/2006/relationships/image" Target="../media/image1678.png"/><Relationship Id="rId458" Type="http://schemas.openxmlformats.org/officeDocument/2006/relationships/image" Target="../media/image1797.png"/><Relationship Id="rId623" Type="http://schemas.openxmlformats.org/officeDocument/2006/relationships/customXml" Target="../ink/ink1933.xml"/><Relationship Id="rId15" Type="http://schemas.openxmlformats.org/officeDocument/2006/relationships/customXml" Target="../ink/ink1629.xml"/><Relationship Id="rId57" Type="http://schemas.openxmlformats.org/officeDocument/2006/relationships/customXml" Target="../ink/ink1650.xml"/><Relationship Id="rId262" Type="http://schemas.openxmlformats.org/officeDocument/2006/relationships/image" Target="../media/image1699.png"/><Relationship Id="rId318" Type="http://schemas.openxmlformats.org/officeDocument/2006/relationships/image" Target="../media/image1727.png"/><Relationship Id="rId525" Type="http://schemas.openxmlformats.org/officeDocument/2006/relationships/customXml" Target="../ink/ink1884.xml"/><Relationship Id="rId567" Type="http://schemas.openxmlformats.org/officeDocument/2006/relationships/customXml" Target="../ink/ink1905.xml"/><Relationship Id="rId99" Type="http://schemas.openxmlformats.org/officeDocument/2006/relationships/customXml" Target="../ink/ink1671.xml"/><Relationship Id="rId122" Type="http://schemas.openxmlformats.org/officeDocument/2006/relationships/image" Target="../media/image1629.png"/><Relationship Id="rId164" Type="http://schemas.openxmlformats.org/officeDocument/2006/relationships/image" Target="../media/image1650.png"/><Relationship Id="rId371" Type="http://schemas.openxmlformats.org/officeDocument/2006/relationships/customXml" Target="../ink/ink1807.xml"/><Relationship Id="rId427" Type="http://schemas.openxmlformats.org/officeDocument/2006/relationships/customXml" Target="../ink/ink1835.xml"/><Relationship Id="rId469" Type="http://schemas.openxmlformats.org/officeDocument/2006/relationships/customXml" Target="../ink/ink1856.xml"/><Relationship Id="rId26" Type="http://schemas.openxmlformats.org/officeDocument/2006/relationships/image" Target="../media/image1581.png"/><Relationship Id="rId231" Type="http://schemas.openxmlformats.org/officeDocument/2006/relationships/customXml" Target="../ink/ink1737.xml"/><Relationship Id="rId273" Type="http://schemas.openxmlformats.org/officeDocument/2006/relationships/customXml" Target="../ink/ink1758.xml"/><Relationship Id="rId329" Type="http://schemas.openxmlformats.org/officeDocument/2006/relationships/customXml" Target="../ink/ink1786.xml"/><Relationship Id="rId480" Type="http://schemas.openxmlformats.org/officeDocument/2006/relationships/image" Target="../media/image1808.png"/><Relationship Id="rId536" Type="http://schemas.openxmlformats.org/officeDocument/2006/relationships/image" Target="../media/image1836.png"/><Relationship Id="rId68" Type="http://schemas.openxmlformats.org/officeDocument/2006/relationships/image" Target="../media/image1602.png"/><Relationship Id="rId133" Type="http://schemas.openxmlformats.org/officeDocument/2006/relationships/customXml" Target="../ink/ink1688.xml"/><Relationship Id="rId175" Type="http://schemas.openxmlformats.org/officeDocument/2006/relationships/customXml" Target="../ink/ink1709.xml"/><Relationship Id="rId340" Type="http://schemas.openxmlformats.org/officeDocument/2006/relationships/image" Target="../media/image1738.png"/><Relationship Id="rId578" Type="http://schemas.openxmlformats.org/officeDocument/2006/relationships/image" Target="../media/image1857.png"/><Relationship Id="rId200" Type="http://schemas.openxmlformats.org/officeDocument/2006/relationships/image" Target="../media/image1668.png"/><Relationship Id="rId382" Type="http://schemas.openxmlformats.org/officeDocument/2006/relationships/image" Target="../media/image1759.png"/><Relationship Id="rId438" Type="http://schemas.openxmlformats.org/officeDocument/2006/relationships/image" Target="../media/image1787.png"/><Relationship Id="rId603" Type="http://schemas.openxmlformats.org/officeDocument/2006/relationships/customXml" Target="../ink/ink1923.xml"/><Relationship Id="rId242" Type="http://schemas.openxmlformats.org/officeDocument/2006/relationships/image" Target="../media/image1689.png"/><Relationship Id="rId284" Type="http://schemas.openxmlformats.org/officeDocument/2006/relationships/image" Target="../media/image1710.png"/><Relationship Id="rId491" Type="http://schemas.openxmlformats.org/officeDocument/2006/relationships/customXml" Target="../ink/ink1867.xml"/><Relationship Id="rId505" Type="http://schemas.openxmlformats.org/officeDocument/2006/relationships/customXml" Target="../ink/ink1874.xml"/><Relationship Id="rId37" Type="http://schemas.openxmlformats.org/officeDocument/2006/relationships/customXml" Target="../ink/ink1640.xml"/><Relationship Id="rId79" Type="http://schemas.openxmlformats.org/officeDocument/2006/relationships/customXml" Target="../ink/ink1661.xml"/><Relationship Id="rId102" Type="http://schemas.openxmlformats.org/officeDocument/2006/relationships/image" Target="../media/image1619.png"/><Relationship Id="rId144" Type="http://schemas.openxmlformats.org/officeDocument/2006/relationships/image" Target="../media/image1640.png"/><Relationship Id="rId547" Type="http://schemas.openxmlformats.org/officeDocument/2006/relationships/customXml" Target="../ink/ink1895.xml"/><Relationship Id="rId589" Type="http://schemas.openxmlformats.org/officeDocument/2006/relationships/customXml" Target="../ink/ink1916.xml"/><Relationship Id="rId90" Type="http://schemas.openxmlformats.org/officeDocument/2006/relationships/image" Target="../media/image1613.png"/><Relationship Id="rId186" Type="http://schemas.openxmlformats.org/officeDocument/2006/relationships/image" Target="../media/image1661.png"/><Relationship Id="rId351" Type="http://schemas.openxmlformats.org/officeDocument/2006/relationships/customXml" Target="../ink/ink1797.xml"/><Relationship Id="rId393" Type="http://schemas.openxmlformats.org/officeDocument/2006/relationships/customXml" Target="../ink/ink1818.xml"/><Relationship Id="rId407" Type="http://schemas.openxmlformats.org/officeDocument/2006/relationships/customXml" Target="../ink/ink1825.xml"/><Relationship Id="rId449" Type="http://schemas.openxmlformats.org/officeDocument/2006/relationships/customXml" Target="../ink/ink1846.xml"/><Relationship Id="rId614" Type="http://schemas.openxmlformats.org/officeDocument/2006/relationships/image" Target="../media/image1875.png"/><Relationship Id="rId211" Type="http://schemas.openxmlformats.org/officeDocument/2006/relationships/customXml" Target="../ink/ink1727.xml"/><Relationship Id="rId253" Type="http://schemas.openxmlformats.org/officeDocument/2006/relationships/customXml" Target="../ink/ink1748.xml"/><Relationship Id="rId295" Type="http://schemas.openxmlformats.org/officeDocument/2006/relationships/customXml" Target="../ink/ink1769.xml"/><Relationship Id="rId309" Type="http://schemas.openxmlformats.org/officeDocument/2006/relationships/customXml" Target="../ink/ink1776.xml"/><Relationship Id="rId460" Type="http://schemas.openxmlformats.org/officeDocument/2006/relationships/image" Target="../media/image1798.png"/><Relationship Id="rId516" Type="http://schemas.openxmlformats.org/officeDocument/2006/relationships/image" Target="../media/image1826.png"/><Relationship Id="rId48" Type="http://schemas.openxmlformats.org/officeDocument/2006/relationships/image" Target="../media/image1592.png"/><Relationship Id="rId113" Type="http://schemas.openxmlformats.org/officeDocument/2006/relationships/customXml" Target="../ink/ink1678.xml"/><Relationship Id="rId320" Type="http://schemas.openxmlformats.org/officeDocument/2006/relationships/image" Target="../media/image1728.png"/><Relationship Id="rId558" Type="http://schemas.openxmlformats.org/officeDocument/2006/relationships/image" Target="../media/image1847.png"/><Relationship Id="rId155" Type="http://schemas.openxmlformats.org/officeDocument/2006/relationships/customXml" Target="../ink/ink1699.xml"/><Relationship Id="rId197" Type="http://schemas.openxmlformats.org/officeDocument/2006/relationships/customXml" Target="../ink/ink1720.xml"/><Relationship Id="rId362" Type="http://schemas.openxmlformats.org/officeDocument/2006/relationships/image" Target="../media/image1749.png"/><Relationship Id="rId418" Type="http://schemas.openxmlformats.org/officeDocument/2006/relationships/image" Target="../media/image1777.png"/><Relationship Id="rId625" Type="http://schemas.openxmlformats.org/officeDocument/2006/relationships/customXml" Target="../ink/ink1934.xml"/></Relationships>
</file>

<file path=ppt/slides/_rels/slide31.xml.rels><?xml version="1.0" encoding="UTF-8" standalone="yes"?>
<Relationships xmlns="http://schemas.openxmlformats.org/package/2006/relationships"><Relationship Id="rId117" Type="http://schemas.openxmlformats.org/officeDocument/2006/relationships/image" Target="../media/image1941.png"/><Relationship Id="rId299" Type="http://schemas.openxmlformats.org/officeDocument/2006/relationships/image" Target="../media/image2032.png"/><Relationship Id="rId671" Type="http://schemas.openxmlformats.org/officeDocument/2006/relationships/image" Target="../media/image2218.png"/><Relationship Id="rId21" Type="http://schemas.openxmlformats.org/officeDocument/2006/relationships/image" Target="../media/image1893.png"/><Relationship Id="rId63" Type="http://schemas.openxmlformats.org/officeDocument/2006/relationships/image" Target="../media/image1914.png"/><Relationship Id="rId159" Type="http://schemas.openxmlformats.org/officeDocument/2006/relationships/image" Target="../media/image1962.png"/><Relationship Id="rId324" Type="http://schemas.openxmlformats.org/officeDocument/2006/relationships/customXml" Target="../ink/ink2098.xml"/><Relationship Id="rId366" Type="http://schemas.openxmlformats.org/officeDocument/2006/relationships/customXml" Target="../ink/ink2119.xml"/><Relationship Id="rId531" Type="http://schemas.openxmlformats.org/officeDocument/2006/relationships/image" Target="../media/image2148.png"/><Relationship Id="rId573" Type="http://schemas.openxmlformats.org/officeDocument/2006/relationships/image" Target="../media/image2169.png"/><Relationship Id="rId629" Type="http://schemas.openxmlformats.org/officeDocument/2006/relationships/image" Target="../media/image2197.png"/><Relationship Id="rId170" Type="http://schemas.openxmlformats.org/officeDocument/2006/relationships/customXml" Target="../ink/ink2021.xml"/><Relationship Id="rId226" Type="http://schemas.openxmlformats.org/officeDocument/2006/relationships/customXml" Target="../ink/ink2049.xml"/><Relationship Id="rId433" Type="http://schemas.openxmlformats.org/officeDocument/2006/relationships/image" Target="../media/image2099.png"/><Relationship Id="rId268" Type="http://schemas.openxmlformats.org/officeDocument/2006/relationships/customXml" Target="../ink/ink2070.xml"/><Relationship Id="rId475" Type="http://schemas.openxmlformats.org/officeDocument/2006/relationships/image" Target="../media/image2120.png"/><Relationship Id="rId640" Type="http://schemas.openxmlformats.org/officeDocument/2006/relationships/customXml" Target="../ink/ink2256.xml"/><Relationship Id="rId682" Type="http://schemas.openxmlformats.org/officeDocument/2006/relationships/customXml" Target="../ink/ink2277.xml"/><Relationship Id="rId32" Type="http://schemas.openxmlformats.org/officeDocument/2006/relationships/customXml" Target="../ink/ink1952.xml"/><Relationship Id="rId74" Type="http://schemas.openxmlformats.org/officeDocument/2006/relationships/customXml" Target="../ink/ink1973.xml"/><Relationship Id="rId128" Type="http://schemas.openxmlformats.org/officeDocument/2006/relationships/customXml" Target="../ink/ink2000.xml"/><Relationship Id="rId335" Type="http://schemas.openxmlformats.org/officeDocument/2006/relationships/image" Target="../media/image2050.png"/><Relationship Id="rId377" Type="http://schemas.openxmlformats.org/officeDocument/2006/relationships/image" Target="../media/image2071.png"/><Relationship Id="rId500" Type="http://schemas.openxmlformats.org/officeDocument/2006/relationships/customXml" Target="../ink/ink2186.xml"/><Relationship Id="rId542" Type="http://schemas.openxmlformats.org/officeDocument/2006/relationships/customXml" Target="../ink/ink2207.xml"/><Relationship Id="rId584" Type="http://schemas.openxmlformats.org/officeDocument/2006/relationships/customXml" Target="../ink/ink2228.xml"/><Relationship Id="rId5" Type="http://schemas.openxmlformats.org/officeDocument/2006/relationships/image" Target="../media/image1885.png"/><Relationship Id="rId181" Type="http://schemas.openxmlformats.org/officeDocument/2006/relationships/image" Target="../media/image1973.png"/><Relationship Id="rId237" Type="http://schemas.openxmlformats.org/officeDocument/2006/relationships/image" Target="../media/image2001.png"/><Relationship Id="rId402" Type="http://schemas.openxmlformats.org/officeDocument/2006/relationships/customXml" Target="../ink/ink2137.xml"/><Relationship Id="rId279" Type="http://schemas.openxmlformats.org/officeDocument/2006/relationships/image" Target="../media/image2022.png"/><Relationship Id="rId444" Type="http://schemas.openxmlformats.org/officeDocument/2006/relationships/customXml" Target="../ink/ink2158.xml"/><Relationship Id="rId486" Type="http://schemas.openxmlformats.org/officeDocument/2006/relationships/customXml" Target="../ink/ink2179.xml"/><Relationship Id="rId651" Type="http://schemas.openxmlformats.org/officeDocument/2006/relationships/image" Target="../media/image2208.png"/><Relationship Id="rId693" Type="http://schemas.openxmlformats.org/officeDocument/2006/relationships/image" Target="../media/image2229.png"/><Relationship Id="rId707" Type="http://schemas.openxmlformats.org/officeDocument/2006/relationships/image" Target="../media/image2236.png"/><Relationship Id="rId43" Type="http://schemas.openxmlformats.org/officeDocument/2006/relationships/image" Target="../media/image1904.png"/><Relationship Id="rId139" Type="http://schemas.openxmlformats.org/officeDocument/2006/relationships/image" Target="../media/image1952.png"/><Relationship Id="rId290" Type="http://schemas.openxmlformats.org/officeDocument/2006/relationships/customXml" Target="../ink/ink2081.xml"/><Relationship Id="rId304" Type="http://schemas.openxmlformats.org/officeDocument/2006/relationships/customXml" Target="../ink/ink2088.xml"/><Relationship Id="rId346" Type="http://schemas.openxmlformats.org/officeDocument/2006/relationships/customXml" Target="../ink/ink2109.xml"/><Relationship Id="rId388" Type="http://schemas.openxmlformats.org/officeDocument/2006/relationships/customXml" Target="../ink/ink2130.xml"/><Relationship Id="rId511" Type="http://schemas.openxmlformats.org/officeDocument/2006/relationships/image" Target="../media/image2138.png"/><Relationship Id="rId553" Type="http://schemas.openxmlformats.org/officeDocument/2006/relationships/image" Target="../media/image2159.png"/><Relationship Id="rId609" Type="http://schemas.openxmlformats.org/officeDocument/2006/relationships/image" Target="../media/image2187.png"/><Relationship Id="rId85" Type="http://schemas.openxmlformats.org/officeDocument/2006/relationships/image" Target="../media/image1925.png"/><Relationship Id="rId150" Type="http://schemas.openxmlformats.org/officeDocument/2006/relationships/customXml" Target="../ink/ink2011.xml"/><Relationship Id="rId192" Type="http://schemas.openxmlformats.org/officeDocument/2006/relationships/customXml" Target="../ink/ink2032.xml"/><Relationship Id="rId206" Type="http://schemas.openxmlformats.org/officeDocument/2006/relationships/customXml" Target="../ink/ink2039.xml"/><Relationship Id="rId413" Type="http://schemas.openxmlformats.org/officeDocument/2006/relationships/image" Target="../media/image2089.png"/><Relationship Id="rId595" Type="http://schemas.openxmlformats.org/officeDocument/2006/relationships/image" Target="../media/image2180.png"/><Relationship Id="rId248" Type="http://schemas.openxmlformats.org/officeDocument/2006/relationships/customXml" Target="../ink/ink2060.xml"/><Relationship Id="rId455" Type="http://schemas.openxmlformats.org/officeDocument/2006/relationships/image" Target="../media/image2110.png"/><Relationship Id="rId497" Type="http://schemas.openxmlformats.org/officeDocument/2006/relationships/image" Target="../media/image2131.png"/><Relationship Id="rId620" Type="http://schemas.openxmlformats.org/officeDocument/2006/relationships/customXml" Target="../ink/ink2246.xml"/><Relationship Id="rId662" Type="http://schemas.openxmlformats.org/officeDocument/2006/relationships/customXml" Target="../ink/ink2267.xml"/><Relationship Id="rId12" Type="http://schemas.openxmlformats.org/officeDocument/2006/relationships/customXml" Target="../ink/ink1942.xml"/><Relationship Id="rId108" Type="http://schemas.openxmlformats.org/officeDocument/2006/relationships/customXml" Target="../ink/ink1990.xml"/><Relationship Id="rId315" Type="http://schemas.openxmlformats.org/officeDocument/2006/relationships/image" Target="../media/image2040.png"/><Relationship Id="rId357" Type="http://schemas.openxmlformats.org/officeDocument/2006/relationships/image" Target="../media/image2061.png"/><Relationship Id="rId522" Type="http://schemas.openxmlformats.org/officeDocument/2006/relationships/customXml" Target="../ink/ink2197.xml"/><Relationship Id="rId54" Type="http://schemas.openxmlformats.org/officeDocument/2006/relationships/customXml" Target="../ink/ink1963.xml"/><Relationship Id="rId96" Type="http://schemas.openxmlformats.org/officeDocument/2006/relationships/customXml" Target="../ink/ink1984.xml"/><Relationship Id="rId161" Type="http://schemas.openxmlformats.org/officeDocument/2006/relationships/image" Target="../media/image1963.png"/><Relationship Id="rId217" Type="http://schemas.openxmlformats.org/officeDocument/2006/relationships/image" Target="../media/image1991.png"/><Relationship Id="rId399" Type="http://schemas.openxmlformats.org/officeDocument/2006/relationships/image" Target="../media/image2082.png"/><Relationship Id="rId564" Type="http://schemas.openxmlformats.org/officeDocument/2006/relationships/customXml" Target="../ink/ink2218.xml"/><Relationship Id="rId259" Type="http://schemas.openxmlformats.org/officeDocument/2006/relationships/image" Target="../media/image2012.png"/><Relationship Id="rId424" Type="http://schemas.openxmlformats.org/officeDocument/2006/relationships/customXml" Target="../ink/ink2148.xml"/><Relationship Id="rId466" Type="http://schemas.openxmlformats.org/officeDocument/2006/relationships/customXml" Target="../ink/ink2169.xml"/><Relationship Id="rId631" Type="http://schemas.openxmlformats.org/officeDocument/2006/relationships/image" Target="../media/image2198.png"/><Relationship Id="rId673" Type="http://schemas.openxmlformats.org/officeDocument/2006/relationships/image" Target="../media/image2219.png"/><Relationship Id="rId23" Type="http://schemas.openxmlformats.org/officeDocument/2006/relationships/image" Target="../media/image1894.png"/><Relationship Id="rId119" Type="http://schemas.openxmlformats.org/officeDocument/2006/relationships/image" Target="../media/image1942.png"/><Relationship Id="rId270" Type="http://schemas.openxmlformats.org/officeDocument/2006/relationships/customXml" Target="../ink/ink2071.xml"/><Relationship Id="rId326" Type="http://schemas.openxmlformats.org/officeDocument/2006/relationships/customXml" Target="../ink/ink2099.xml"/><Relationship Id="rId533" Type="http://schemas.openxmlformats.org/officeDocument/2006/relationships/image" Target="../media/image2149.png"/><Relationship Id="rId65" Type="http://schemas.openxmlformats.org/officeDocument/2006/relationships/image" Target="../media/image1915.png"/><Relationship Id="rId130" Type="http://schemas.openxmlformats.org/officeDocument/2006/relationships/customXml" Target="../ink/ink2001.xml"/><Relationship Id="rId368" Type="http://schemas.openxmlformats.org/officeDocument/2006/relationships/customXml" Target="../ink/ink2120.xml"/><Relationship Id="rId575" Type="http://schemas.openxmlformats.org/officeDocument/2006/relationships/image" Target="../media/image2170.png"/><Relationship Id="rId172" Type="http://schemas.openxmlformats.org/officeDocument/2006/relationships/customXml" Target="../ink/ink2022.xml"/><Relationship Id="rId228" Type="http://schemas.openxmlformats.org/officeDocument/2006/relationships/customXml" Target="../ink/ink2050.xml"/><Relationship Id="rId435" Type="http://schemas.openxmlformats.org/officeDocument/2006/relationships/image" Target="../media/image2100.png"/><Relationship Id="rId477" Type="http://schemas.openxmlformats.org/officeDocument/2006/relationships/image" Target="../media/image2121.png"/><Relationship Id="rId600" Type="http://schemas.openxmlformats.org/officeDocument/2006/relationships/customXml" Target="../ink/ink2236.xml"/><Relationship Id="rId642" Type="http://schemas.openxmlformats.org/officeDocument/2006/relationships/customXml" Target="../ink/ink2257.xml"/><Relationship Id="rId684" Type="http://schemas.openxmlformats.org/officeDocument/2006/relationships/customXml" Target="../ink/ink2278.xml"/><Relationship Id="rId281" Type="http://schemas.openxmlformats.org/officeDocument/2006/relationships/image" Target="../media/image2023.png"/><Relationship Id="rId337" Type="http://schemas.openxmlformats.org/officeDocument/2006/relationships/image" Target="../media/image2051.png"/><Relationship Id="rId502" Type="http://schemas.openxmlformats.org/officeDocument/2006/relationships/customXml" Target="../ink/ink2187.xml"/><Relationship Id="rId34" Type="http://schemas.openxmlformats.org/officeDocument/2006/relationships/customXml" Target="../ink/ink1953.xml"/><Relationship Id="rId76" Type="http://schemas.openxmlformats.org/officeDocument/2006/relationships/customXml" Target="../ink/ink1974.xml"/><Relationship Id="rId141" Type="http://schemas.openxmlformats.org/officeDocument/2006/relationships/image" Target="../media/image1953.png"/><Relationship Id="rId379" Type="http://schemas.openxmlformats.org/officeDocument/2006/relationships/image" Target="../media/image2072.png"/><Relationship Id="rId544" Type="http://schemas.openxmlformats.org/officeDocument/2006/relationships/customXml" Target="../ink/ink2208.xml"/><Relationship Id="rId586" Type="http://schemas.openxmlformats.org/officeDocument/2006/relationships/customXml" Target="../ink/ink2229.xml"/><Relationship Id="rId7" Type="http://schemas.openxmlformats.org/officeDocument/2006/relationships/image" Target="../media/image1886.png"/><Relationship Id="rId183" Type="http://schemas.openxmlformats.org/officeDocument/2006/relationships/image" Target="../media/image1974.png"/><Relationship Id="rId239" Type="http://schemas.openxmlformats.org/officeDocument/2006/relationships/image" Target="../media/image2002.png"/><Relationship Id="rId390" Type="http://schemas.openxmlformats.org/officeDocument/2006/relationships/customXml" Target="../ink/ink2131.xml"/><Relationship Id="rId404" Type="http://schemas.openxmlformats.org/officeDocument/2006/relationships/customXml" Target="../ink/ink2138.xml"/><Relationship Id="rId446" Type="http://schemas.openxmlformats.org/officeDocument/2006/relationships/customXml" Target="../ink/ink2159.xml"/><Relationship Id="rId611" Type="http://schemas.openxmlformats.org/officeDocument/2006/relationships/image" Target="../media/image2188.png"/><Relationship Id="rId653" Type="http://schemas.openxmlformats.org/officeDocument/2006/relationships/image" Target="../media/image2209.png"/><Relationship Id="rId250" Type="http://schemas.openxmlformats.org/officeDocument/2006/relationships/customXml" Target="../ink/ink2061.xml"/><Relationship Id="rId292" Type="http://schemas.openxmlformats.org/officeDocument/2006/relationships/customXml" Target="../ink/ink2082.xml"/><Relationship Id="rId306" Type="http://schemas.openxmlformats.org/officeDocument/2006/relationships/customXml" Target="../ink/ink2089.xml"/><Relationship Id="rId488" Type="http://schemas.openxmlformats.org/officeDocument/2006/relationships/customXml" Target="../ink/ink2180.xml"/><Relationship Id="rId695" Type="http://schemas.openxmlformats.org/officeDocument/2006/relationships/image" Target="../media/image2230.png"/><Relationship Id="rId709" Type="http://schemas.openxmlformats.org/officeDocument/2006/relationships/image" Target="../media/image2237.png"/><Relationship Id="rId45" Type="http://schemas.openxmlformats.org/officeDocument/2006/relationships/image" Target="../media/image1905.png"/><Relationship Id="rId87" Type="http://schemas.openxmlformats.org/officeDocument/2006/relationships/image" Target="../media/image1926.png"/><Relationship Id="rId110" Type="http://schemas.openxmlformats.org/officeDocument/2006/relationships/customXml" Target="../ink/ink1991.xml"/><Relationship Id="rId348" Type="http://schemas.openxmlformats.org/officeDocument/2006/relationships/customXml" Target="../ink/ink2110.xml"/><Relationship Id="rId513" Type="http://schemas.openxmlformats.org/officeDocument/2006/relationships/image" Target="../media/image2139.png"/><Relationship Id="rId555" Type="http://schemas.openxmlformats.org/officeDocument/2006/relationships/image" Target="../media/image2160.png"/><Relationship Id="rId597" Type="http://schemas.openxmlformats.org/officeDocument/2006/relationships/image" Target="../media/image2181.png"/><Relationship Id="rId152" Type="http://schemas.openxmlformats.org/officeDocument/2006/relationships/customXml" Target="../ink/ink2012.xml"/><Relationship Id="rId194" Type="http://schemas.openxmlformats.org/officeDocument/2006/relationships/customXml" Target="../ink/ink2033.xml"/><Relationship Id="rId208" Type="http://schemas.openxmlformats.org/officeDocument/2006/relationships/customXml" Target="../ink/ink2040.xml"/><Relationship Id="rId415" Type="http://schemas.openxmlformats.org/officeDocument/2006/relationships/image" Target="../media/image2090.png"/><Relationship Id="rId457" Type="http://schemas.openxmlformats.org/officeDocument/2006/relationships/image" Target="../media/image2111.png"/><Relationship Id="rId622" Type="http://schemas.openxmlformats.org/officeDocument/2006/relationships/customXml" Target="../ink/ink2247.xml"/><Relationship Id="rId261" Type="http://schemas.openxmlformats.org/officeDocument/2006/relationships/image" Target="../media/image2013.png"/><Relationship Id="rId499" Type="http://schemas.openxmlformats.org/officeDocument/2006/relationships/image" Target="../media/image2132.png"/><Relationship Id="rId664" Type="http://schemas.openxmlformats.org/officeDocument/2006/relationships/customXml" Target="../ink/ink2268.xml"/><Relationship Id="rId14" Type="http://schemas.openxmlformats.org/officeDocument/2006/relationships/customXml" Target="../ink/ink1943.xml"/><Relationship Id="rId56" Type="http://schemas.openxmlformats.org/officeDocument/2006/relationships/customXml" Target="../ink/ink1964.xml"/><Relationship Id="rId317" Type="http://schemas.openxmlformats.org/officeDocument/2006/relationships/image" Target="../media/image2041.png"/><Relationship Id="rId359" Type="http://schemas.openxmlformats.org/officeDocument/2006/relationships/image" Target="../media/image2062.png"/><Relationship Id="rId524" Type="http://schemas.openxmlformats.org/officeDocument/2006/relationships/customXml" Target="../ink/ink2198.xml"/><Relationship Id="rId566" Type="http://schemas.openxmlformats.org/officeDocument/2006/relationships/customXml" Target="../ink/ink2219.xml"/><Relationship Id="rId98" Type="http://schemas.openxmlformats.org/officeDocument/2006/relationships/customXml" Target="../ink/ink1985.xml"/><Relationship Id="rId121" Type="http://schemas.openxmlformats.org/officeDocument/2006/relationships/image" Target="../media/image1943.png"/><Relationship Id="rId163" Type="http://schemas.openxmlformats.org/officeDocument/2006/relationships/image" Target="../media/image1964.png"/><Relationship Id="rId219" Type="http://schemas.openxmlformats.org/officeDocument/2006/relationships/image" Target="../media/image1992.png"/><Relationship Id="rId370" Type="http://schemas.openxmlformats.org/officeDocument/2006/relationships/customXml" Target="../ink/ink2121.xml"/><Relationship Id="rId426" Type="http://schemas.openxmlformats.org/officeDocument/2006/relationships/customXml" Target="../ink/ink2149.xml"/><Relationship Id="rId633" Type="http://schemas.openxmlformats.org/officeDocument/2006/relationships/image" Target="../media/image2199.png"/><Relationship Id="rId230" Type="http://schemas.openxmlformats.org/officeDocument/2006/relationships/customXml" Target="../ink/ink2051.xml"/><Relationship Id="rId468" Type="http://schemas.openxmlformats.org/officeDocument/2006/relationships/customXml" Target="../ink/ink2170.xml"/><Relationship Id="rId675" Type="http://schemas.openxmlformats.org/officeDocument/2006/relationships/image" Target="../media/image2220.png"/><Relationship Id="rId25" Type="http://schemas.openxmlformats.org/officeDocument/2006/relationships/image" Target="../media/image1895.png"/><Relationship Id="rId67" Type="http://schemas.openxmlformats.org/officeDocument/2006/relationships/image" Target="../media/image1916.png"/><Relationship Id="rId272" Type="http://schemas.openxmlformats.org/officeDocument/2006/relationships/customXml" Target="../ink/ink2072.xml"/><Relationship Id="rId328" Type="http://schemas.openxmlformats.org/officeDocument/2006/relationships/customXml" Target="../ink/ink2100.xml"/><Relationship Id="rId535" Type="http://schemas.openxmlformats.org/officeDocument/2006/relationships/image" Target="../media/image2150.png"/><Relationship Id="rId577" Type="http://schemas.openxmlformats.org/officeDocument/2006/relationships/image" Target="../media/image2171.png"/><Relationship Id="rId700" Type="http://schemas.openxmlformats.org/officeDocument/2006/relationships/customXml" Target="../ink/ink2286.xml"/><Relationship Id="rId132" Type="http://schemas.openxmlformats.org/officeDocument/2006/relationships/customXml" Target="../ink/ink2002.xml"/><Relationship Id="rId174" Type="http://schemas.openxmlformats.org/officeDocument/2006/relationships/customXml" Target="../ink/ink2023.xml"/><Relationship Id="rId381" Type="http://schemas.openxmlformats.org/officeDocument/2006/relationships/image" Target="../media/image2073.png"/><Relationship Id="rId602" Type="http://schemas.openxmlformats.org/officeDocument/2006/relationships/customXml" Target="../ink/ink2237.xml"/><Relationship Id="rId241" Type="http://schemas.openxmlformats.org/officeDocument/2006/relationships/image" Target="../media/image2003.png"/><Relationship Id="rId437" Type="http://schemas.openxmlformats.org/officeDocument/2006/relationships/image" Target="../media/image2101.png"/><Relationship Id="rId479" Type="http://schemas.openxmlformats.org/officeDocument/2006/relationships/image" Target="../media/image2122.png"/><Relationship Id="rId644" Type="http://schemas.openxmlformats.org/officeDocument/2006/relationships/customXml" Target="../ink/ink2258.xml"/><Relationship Id="rId686" Type="http://schemas.openxmlformats.org/officeDocument/2006/relationships/customXml" Target="../ink/ink2279.xml"/><Relationship Id="rId36" Type="http://schemas.openxmlformats.org/officeDocument/2006/relationships/customXml" Target="../ink/ink1954.xml"/><Relationship Id="rId283" Type="http://schemas.openxmlformats.org/officeDocument/2006/relationships/image" Target="../media/image2024.png"/><Relationship Id="rId339" Type="http://schemas.openxmlformats.org/officeDocument/2006/relationships/image" Target="../media/image2052.png"/><Relationship Id="rId490" Type="http://schemas.openxmlformats.org/officeDocument/2006/relationships/customXml" Target="../ink/ink2181.xml"/><Relationship Id="rId504" Type="http://schemas.openxmlformats.org/officeDocument/2006/relationships/customXml" Target="../ink/ink2188.xml"/><Relationship Id="rId546" Type="http://schemas.openxmlformats.org/officeDocument/2006/relationships/customXml" Target="../ink/ink2209.xml"/><Relationship Id="rId78" Type="http://schemas.openxmlformats.org/officeDocument/2006/relationships/customXml" Target="../ink/ink1975.xml"/><Relationship Id="rId101" Type="http://schemas.openxmlformats.org/officeDocument/2006/relationships/image" Target="../media/image1933.png"/><Relationship Id="rId143" Type="http://schemas.openxmlformats.org/officeDocument/2006/relationships/image" Target="../media/image1954.png"/><Relationship Id="rId185" Type="http://schemas.openxmlformats.org/officeDocument/2006/relationships/image" Target="../media/image1975.png"/><Relationship Id="rId350" Type="http://schemas.openxmlformats.org/officeDocument/2006/relationships/customXml" Target="../ink/ink2111.xml"/><Relationship Id="rId406" Type="http://schemas.openxmlformats.org/officeDocument/2006/relationships/customXml" Target="../ink/ink2139.xml"/><Relationship Id="rId588" Type="http://schemas.openxmlformats.org/officeDocument/2006/relationships/customXml" Target="../ink/ink2230.xml"/><Relationship Id="rId9" Type="http://schemas.openxmlformats.org/officeDocument/2006/relationships/image" Target="../media/image1887.png"/><Relationship Id="rId210" Type="http://schemas.openxmlformats.org/officeDocument/2006/relationships/customXml" Target="../ink/ink2041.xml"/><Relationship Id="rId392" Type="http://schemas.openxmlformats.org/officeDocument/2006/relationships/customXml" Target="../ink/ink2132.xml"/><Relationship Id="rId448" Type="http://schemas.openxmlformats.org/officeDocument/2006/relationships/customXml" Target="../ink/ink2160.xml"/><Relationship Id="rId613" Type="http://schemas.openxmlformats.org/officeDocument/2006/relationships/image" Target="../media/image2189.png"/><Relationship Id="rId655" Type="http://schemas.openxmlformats.org/officeDocument/2006/relationships/image" Target="../media/image2210.png"/><Relationship Id="rId697" Type="http://schemas.openxmlformats.org/officeDocument/2006/relationships/image" Target="../media/image2231.png"/><Relationship Id="rId252" Type="http://schemas.openxmlformats.org/officeDocument/2006/relationships/customXml" Target="../ink/ink2062.xml"/><Relationship Id="rId294" Type="http://schemas.openxmlformats.org/officeDocument/2006/relationships/customXml" Target="../ink/ink2083.xml"/><Relationship Id="rId308" Type="http://schemas.openxmlformats.org/officeDocument/2006/relationships/customXml" Target="../ink/ink2090.xml"/><Relationship Id="rId515" Type="http://schemas.openxmlformats.org/officeDocument/2006/relationships/image" Target="../media/image2140.png"/><Relationship Id="rId47" Type="http://schemas.openxmlformats.org/officeDocument/2006/relationships/image" Target="../media/image1906.png"/><Relationship Id="rId89" Type="http://schemas.openxmlformats.org/officeDocument/2006/relationships/image" Target="../media/image1927.png"/><Relationship Id="rId112" Type="http://schemas.openxmlformats.org/officeDocument/2006/relationships/customXml" Target="../ink/ink1992.xml"/><Relationship Id="rId154" Type="http://schemas.openxmlformats.org/officeDocument/2006/relationships/customXml" Target="../ink/ink2013.xml"/><Relationship Id="rId361" Type="http://schemas.openxmlformats.org/officeDocument/2006/relationships/image" Target="../media/image2063.png"/><Relationship Id="rId557" Type="http://schemas.openxmlformats.org/officeDocument/2006/relationships/image" Target="../media/image2161.png"/><Relationship Id="rId599" Type="http://schemas.openxmlformats.org/officeDocument/2006/relationships/image" Target="../media/image2182.png"/><Relationship Id="rId196" Type="http://schemas.openxmlformats.org/officeDocument/2006/relationships/customXml" Target="../ink/ink2034.xml"/><Relationship Id="rId417" Type="http://schemas.openxmlformats.org/officeDocument/2006/relationships/image" Target="../media/image2091.png"/><Relationship Id="rId459" Type="http://schemas.openxmlformats.org/officeDocument/2006/relationships/image" Target="../media/image2112.png"/><Relationship Id="rId624" Type="http://schemas.openxmlformats.org/officeDocument/2006/relationships/customXml" Target="../ink/ink2248.xml"/><Relationship Id="rId666" Type="http://schemas.openxmlformats.org/officeDocument/2006/relationships/customXml" Target="../ink/ink2269.xml"/><Relationship Id="rId16" Type="http://schemas.openxmlformats.org/officeDocument/2006/relationships/customXml" Target="../ink/ink1944.xml"/><Relationship Id="rId221" Type="http://schemas.openxmlformats.org/officeDocument/2006/relationships/image" Target="../media/image1993.png"/><Relationship Id="rId263" Type="http://schemas.openxmlformats.org/officeDocument/2006/relationships/image" Target="../media/image2014.png"/><Relationship Id="rId319" Type="http://schemas.openxmlformats.org/officeDocument/2006/relationships/image" Target="../media/image2042.png"/><Relationship Id="rId470" Type="http://schemas.openxmlformats.org/officeDocument/2006/relationships/customXml" Target="../ink/ink2171.xml"/><Relationship Id="rId526" Type="http://schemas.openxmlformats.org/officeDocument/2006/relationships/customXml" Target="../ink/ink2199.xml"/><Relationship Id="rId58" Type="http://schemas.openxmlformats.org/officeDocument/2006/relationships/customXml" Target="../ink/ink1965.xml"/><Relationship Id="rId123" Type="http://schemas.openxmlformats.org/officeDocument/2006/relationships/image" Target="../media/image1944.png"/><Relationship Id="rId330" Type="http://schemas.openxmlformats.org/officeDocument/2006/relationships/customXml" Target="../ink/ink2101.xml"/><Relationship Id="rId568" Type="http://schemas.openxmlformats.org/officeDocument/2006/relationships/customXml" Target="../ink/ink2220.xml"/><Relationship Id="rId165" Type="http://schemas.openxmlformats.org/officeDocument/2006/relationships/image" Target="../media/image1965.png"/><Relationship Id="rId372" Type="http://schemas.openxmlformats.org/officeDocument/2006/relationships/customXml" Target="../ink/ink2122.xml"/><Relationship Id="rId428" Type="http://schemas.openxmlformats.org/officeDocument/2006/relationships/customXml" Target="../ink/ink2150.xml"/><Relationship Id="rId635" Type="http://schemas.openxmlformats.org/officeDocument/2006/relationships/image" Target="../media/image2200.png"/><Relationship Id="rId677" Type="http://schemas.openxmlformats.org/officeDocument/2006/relationships/image" Target="../media/image2221.png"/><Relationship Id="rId232" Type="http://schemas.openxmlformats.org/officeDocument/2006/relationships/customXml" Target="../ink/ink2052.xml"/><Relationship Id="rId274" Type="http://schemas.openxmlformats.org/officeDocument/2006/relationships/customXml" Target="../ink/ink2073.xml"/><Relationship Id="rId481" Type="http://schemas.openxmlformats.org/officeDocument/2006/relationships/image" Target="../media/image2123.png"/><Relationship Id="rId702" Type="http://schemas.openxmlformats.org/officeDocument/2006/relationships/customXml" Target="../ink/ink2287.xml"/><Relationship Id="rId27" Type="http://schemas.openxmlformats.org/officeDocument/2006/relationships/image" Target="../media/image1896.png"/><Relationship Id="rId69" Type="http://schemas.openxmlformats.org/officeDocument/2006/relationships/image" Target="../media/image1917.png"/><Relationship Id="rId134" Type="http://schemas.openxmlformats.org/officeDocument/2006/relationships/customXml" Target="../ink/ink2003.xml"/><Relationship Id="rId537" Type="http://schemas.openxmlformats.org/officeDocument/2006/relationships/image" Target="../media/image2151.png"/><Relationship Id="rId579" Type="http://schemas.openxmlformats.org/officeDocument/2006/relationships/image" Target="../media/image2172.png"/><Relationship Id="rId80" Type="http://schemas.openxmlformats.org/officeDocument/2006/relationships/customXml" Target="../ink/ink1976.xml"/><Relationship Id="rId176" Type="http://schemas.openxmlformats.org/officeDocument/2006/relationships/customXml" Target="../ink/ink2024.xml"/><Relationship Id="rId341" Type="http://schemas.openxmlformats.org/officeDocument/2006/relationships/image" Target="../media/image2053.png"/><Relationship Id="rId383" Type="http://schemas.openxmlformats.org/officeDocument/2006/relationships/image" Target="../media/image2074.png"/><Relationship Id="rId439" Type="http://schemas.openxmlformats.org/officeDocument/2006/relationships/image" Target="../media/image2102.png"/><Relationship Id="rId590" Type="http://schemas.openxmlformats.org/officeDocument/2006/relationships/customXml" Target="../ink/ink2231.xml"/><Relationship Id="rId604" Type="http://schemas.openxmlformats.org/officeDocument/2006/relationships/customXml" Target="../ink/ink2238.xml"/><Relationship Id="rId646" Type="http://schemas.openxmlformats.org/officeDocument/2006/relationships/customXml" Target="../ink/ink2259.xml"/><Relationship Id="rId201" Type="http://schemas.openxmlformats.org/officeDocument/2006/relationships/image" Target="../media/image1983.png"/><Relationship Id="rId243" Type="http://schemas.openxmlformats.org/officeDocument/2006/relationships/image" Target="../media/image2004.png"/><Relationship Id="rId285" Type="http://schemas.openxmlformats.org/officeDocument/2006/relationships/image" Target="../media/image2025.png"/><Relationship Id="rId450" Type="http://schemas.openxmlformats.org/officeDocument/2006/relationships/customXml" Target="../ink/ink2161.xml"/><Relationship Id="rId506" Type="http://schemas.openxmlformats.org/officeDocument/2006/relationships/customXml" Target="../ink/ink2189.xml"/><Relationship Id="rId688" Type="http://schemas.openxmlformats.org/officeDocument/2006/relationships/customXml" Target="../ink/ink2280.xml"/><Relationship Id="rId38" Type="http://schemas.openxmlformats.org/officeDocument/2006/relationships/customXml" Target="../ink/ink1955.xml"/><Relationship Id="rId103" Type="http://schemas.openxmlformats.org/officeDocument/2006/relationships/image" Target="../media/image1934.png"/><Relationship Id="rId310" Type="http://schemas.openxmlformats.org/officeDocument/2006/relationships/customXml" Target="../ink/ink2091.xml"/><Relationship Id="rId492" Type="http://schemas.openxmlformats.org/officeDocument/2006/relationships/customXml" Target="../ink/ink2182.xml"/><Relationship Id="rId548" Type="http://schemas.openxmlformats.org/officeDocument/2006/relationships/customXml" Target="../ink/ink2210.xml"/><Relationship Id="rId91" Type="http://schemas.openxmlformats.org/officeDocument/2006/relationships/image" Target="../media/image1928.png"/><Relationship Id="rId145" Type="http://schemas.openxmlformats.org/officeDocument/2006/relationships/image" Target="../media/image1955.png"/><Relationship Id="rId187" Type="http://schemas.openxmlformats.org/officeDocument/2006/relationships/image" Target="../media/image1976.png"/><Relationship Id="rId352" Type="http://schemas.openxmlformats.org/officeDocument/2006/relationships/customXml" Target="../ink/ink2112.xml"/><Relationship Id="rId394" Type="http://schemas.openxmlformats.org/officeDocument/2006/relationships/customXml" Target="../ink/ink2133.xml"/><Relationship Id="rId408" Type="http://schemas.openxmlformats.org/officeDocument/2006/relationships/customXml" Target="../ink/ink2140.xml"/><Relationship Id="rId615" Type="http://schemas.openxmlformats.org/officeDocument/2006/relationships/image" Target="../media/image2190.png"/><Relationship Id="rId212" Type="http://schemas.openxmlformats.org/officeDocument/2006/relationships/customXml" Target="../ink/ink2042.xml"/><Relationship Id="rId254" Type="http://schemas.openxmlformats.org/officeDocument/2006/relationships/customXml" Target="../ink/ink2063.xml"/><Relationship Id="rId657" Type="http://schemas.openxmlformats.org/officeDocument/2006/relationships/image" Target="../media/image2211.png"/><Relationship Id="rId699" Type="http://schemas.openxmlformats.org/officeDocument/2006/relationships/image" Target="../media/image2232.png"/><Relationship Id="rId49" Type="http://schemas.openxmlformats.org/officeDocument/2006/relationships/image" Target="../media/image1907.png"/><Relationship Id="rId114" Type="http://schemas.openxmlformats.org/officeDocument/2006/relationships/customXml" Target="../ink/ink1993.xml"/><Relationship Id="rId296" Type="http://schemas.openxmlformats.org/officeDocument/2006/relationships/customXml" Target="../ink/ink2084.xml"/><Relationship Id="rId461" Type="http://schemas.openxmlformats.org/officeDocument/2006/relationships/image" Target="../media/image2113.png"/><Relationship Id="rId517" Type="http://schemas.openxmlformats.org/officeDocument/2006/relationships/image" Target="../media/image2141.png"/><Relationship Id="rId559" Type="http://schemas.openxmlformats.org/officeDocument/2006/relationships/image" Target="../media/image2162.png"/><Relationship Id="rId60" Type="http://schemas.openxmlformats.org/officeDocument/2006/relationships/customXml" Target="../ink/ink1966.xml"/><Relationship Id="rId156" Type="http://schemas.openxmlformats.org/officeDocument/2006/relationships/customXml" Target="../ink/ink2014.xml"/><Relationship Id="rId198" Type="http://schemas.openxmlformats.org/officeDocument/2006/relationships/customXml" Target="../ink/ink2035.xml"/><Relationship Id="rId321" Type="http://schemas.openxmlformats.org/officeDocument/2006/relationships/image" Target="../media/image2043.png"/><Relationship Id="rId363" Type="http://schemas.openxmlformats.org/officeDocument/2006/relationships/image" Target="../media/image2064.png"/><Relationship Id="rId419" Type="http://schemas.openxmlformats.org/officeDocument/2006/relationships/image" Target="../media/image2092.png"/><Relationship Id="rId570" Type="http://schemas.openxmlformats.org/officeDocument/2006/relationships/customXml" Target="../ink/ink2221.xml"/><Relationship Id="rId626" Type="http://schemas.openxmlformats.org/officeDocument/2006/relationships/customXml" Target="../ink/ink2249.xml"/><Relationship Id="rId223" Type="http://schemas.openxmlformats.org/officeDocument/2006/relationships/image" Target="../media/image1994.png"/><Relationship Id="rId430" Type="http://schemas.openxmlformats.org/officeDocument/2006/relationships/customXml" Target="../ink/ink2151.xml"/><Relationship Id="rId668" Type="http://schemas.openxmlformats.org/officeDocument/2006/relationships/customXml" Target="../ink/ink2270.xml"/><Relationship Id="rId18" Type="http://schemas.openxmlformats.org/officeDocument/2006/relationships/customXml" Target="../ink/ink1945.xml"/><Relationship Id="rId265" Type="http://schemas.openxmlformats.org/officeDocument/2006/relationships/image" Target="../media/image2015.png"/><Relationship Id="rId472" Type="http://schemas.openxmlformats.org/officeDocument/2006/relationships/customXml" Target="../ink/ink2172.xml"/><Relationship Id="rId528" Type="http://schemas.openxmlformats.org/officeDocument/2006/relationships/customXml" Target="../ink/ink2200.xml"/><Relationship Id="rId125" Type="http://schemas.openxmlformats.org/officeDocument/2006/relationships/image" Target="../media/image1945.png"/><Relationship Id="rId167" Type="http://schemas.openxmlformats.org/officeDocument/2006/relationships/image" Target="../media/image1966.png"/><Relationship Id="rId332" Type="http://schemas.openxmlformats.org/officeDocument/2006/relationships/customXml" Target="../ink/ink2102.xml"/><Relationship Id="rId374" Type="http://schemas.openxmlformats.org/officeDocument/2006/relationships/customXml" Target="../ink/ink2123.xml"/><Relationship Id="rId581" Type="http://schemas.openxmlformats.org/officeDocument/2006/relationships/image" Target="../media/image2173.png"/><Relationship Id="rId71" Type="http://schemas.openxmlformats.org/officeDocument/2006/relationships/image" Target="../media/image1918.png"/><Relationship Id="rId234" Type="http://schemas.openxmlformats.org/officeDocument/2006/relationships/customXml" Target="../ink/ink2053.xml"/><Relationship Id="rId637" Type="http://schemas.openxmlformats.org/officeDocument/2006/relationships/image" Target="../media/image2201.png"/><Relationship Id="rId679" Type="http://schemas.openxmlformats.org/officeDocument/2006/relationships/image" Target="../media/image2222.png"/><Relationship Id="rId2" Type="http://schemas.openxmlformats.org/officeDocument/2006/relationships/customXml" Target="../ink/ink1937.xml"/><Relationship Id="rId29" Type="http://schemas.openxmlformats.org/officeDocument/2006/relationships/image" Target="../media/image1897.png"/><Relationship Id="rId276" Type="http://schemas.openxmlformats.org/officeDocument/2006/relationships/customXml" Target="../ink/ink2074.xml"/><Relationship Id="rId441" Type="http://schemas.openxmlformats.org/officeDocument/2006/relationships/image" Target="../media/image2103.png"/><Relationship Id="rId483" Type="http://schemas.openxmlformats.org/officeDocument/2006/relationships/image" Target="../media/image2124.png"/><Relationship Id="rId539" Type="http://schemas.openxmlformats.org/officeDocument/2006/relationships/image" Target="../media/image2152.png"/><Relationship Id="rId690" Type="http://schemas.openxmlformats.org/officeDocument/2006/relationships/customXml" Target="../ink/ink2281.xml"/><Relationship Id="rId704" Type="http://schemas.openxmlformats.org/officeDocument/2006/relationships/customXml" Target="../ink/ink2288.xml"/><Relationship Id="rId40" Type="http://schemas.openxmlformats.org/officeDocument/2006/relationships/customXml" Target="../ink/ink1956.xml"/><Relationship Id="rId136" Type="http://schemas.openxmlformats.org/officeDocument/2006/relationships/customXml" Target="../ink/ink2004.xml"/><Relationship Id="rId178" Type="http://schemas.openxmlformats.org/officeDocument/2006/relationships/customXml" Target="../ink/ink2025.xml"/><Relationship Id="rId301" Type="http://schemas.openxmlformats.org/officeDocument/2006/relationships/image" Target="../media/image2033.png"/><Relationship Id="rId343" Type="http://schemas.openxmlformats.org/officeDocument/2006/relationships/image" Target="../media/image2054.png"/><Relationship Id="rId550" Type="http://schemas.openxmlformats.org/officeDocument/2006/relationships/customXml" Target="../ink/ink2211.xml"/><Relationship Id="rId82" Type="http://schemas.openxmlformats.org/officeDocument/2006/relationships/customXml" Target="../ink/ink1977.xml"/><Relationship Id="rId203" Type="http://schemas.openxmlformats.org/officeDocument/2006/relationships/image" Target="../media/image1984.png"/><Relationship Id="rId385" Type="http://schemas.openxmlformats.org/officeDocument/2006/relationships/image" Target="../media/image2075.png"/><Relationship Id="rId592" Type="http://schemas.openxmlformats.org/officeDocument/2006/relationships/customXml" Target="../ink/ink2232.xml"/><Relationship Id="rId606" Type="http://schemas.openxmlformats.org/officeDocument/2006/relationships/customXml" Target="../ink/ink2239.xml"/><Relationship Id="rId648" Type="http://schemas.openxmlformats.org/officeDocument/2006/relationships/customXml" Target="../ink/ink2260.xml"/><Relationship Id="rId245" Type="http://schemas.openxmlformats.org/officeDocument/2006/relationships/image" Target="../media/image2005.png"/><Relationship Id="rId287" Type="http://schemas.openxmlformats.org/officeDocument/2006/relationships/image" Target="../media/image2026.png"/><Relationship Id="rId410" Type="http://schemas.openxmlformats.org/officeDocument/2006/relationships/customXml" Target="../ink/ink2141.xml"/><Relationship Id="rId452" Type="http://schemas.openxmlformats.org/officeDocument/2006/relationships/customXml" Target="../ink/ink2162.xml"/><Relationship Id="rId494" Type="http://schemas.openxmlformats.org/officeDocument/2006/relationships/customXml" Target="../ink/ink2183.xml"/><Relationship Id="rId508" Type="http://schemas.openxmlformats.org/officeDocument/2006/relationships/customXml" Target="../ink/ink2190.xml"/><Relationship Id="rId30" Type="http://schemas.openxmlformats.org/officeDocument/2006/relationships/customXml" Target="../ink/ink1951.xml"/><Relationship Id="rId105" Type="http://schemas.openxmlformats.org/officeDocument/2006/relationships/image" Target="../media/image1935.png"/><Relationship Id="rId126" Type="http://schemas.openxmlformats.org/officeDocument/2006/relationships/customXml" Target="../ink/ink1999.xml"/><Relationship Id="rId147" Type="http://schemas.openxmlformats.org/officeDocument/2006/relationships/image" Target="../media/image1956.png"/><Relationship Id="rId168" Type="http://schemas.openxmlformats.org/officeDocument/2006/relationships/customXml" Target="../ink/ink2020.xml"/><Relationship Id="rId312" Type="http://schemas.openxmlformats.org/officeDocument/2006/relationships/customXml" Target="../ink/ink2092.xml"/><Relationship Id="rId333" Type="http://schemas.openxmlformats.org/officeDocument/2006/relationships/image" Target="../media/image2049.png"/><Relationship Id="rId354" Type="http://schemas.openxmlformats.org/officeDocument/2006/relationships/customXml" Target="../ink/ink2113.xml"/><Relationship Id="rId540" Type="http://schemas.openxmlformats.org/officeDocument/2006/relationships/customXml" Target="../ink/ink2206.xml"/><Relationship Id="rId51" Type="http://schemas.openxmlformats.org/officeDocument/2006/relationships/image" Target="../media/image1908.png"/><Relationship Id="rId72" Type="http://schemas.openxmlformats.org/officeDocument/2006/relationships/customXml" Target="../ink/ink1972.xml"/><Relationship Id="rId93" Type="http://schemas.openxmlformats.org/officeDocument/2006/relationships/image" Target="../media/image1929.png"/><Relationship Id="rId189" Type="http://schemas.openxmlformats.org/officeDocument/2006/relationships/image" Target="../media/image1977.png"/><Relationship Id="rId375" Type="http://schemas.openxmlformats.org/officeDocument/2006/relationships/image" Target="../media/image2070.png"/><Relationship Id="rId396" Type="http://schemas.openxmlformats.org/officeDocument/2006/relationships/customXml" Target="../ink/ink2134.xml"/><Relationship Id="rId561" Type="http://schemas.openxmlformats.org/officeDocument/2006/relationships/image" Target="../media/image2163.png"/><Relationship Id="rId582" Type="http://schemas.openxmlformats.org/officeDocument/2006/relationships/customXml" Target="../ink/ink2227.xml"/><Relationship Id="rId617" Type="http://schemas.openxmlformats.org/officeDocument/2006/relationships/image" Target="../media/image2191.png"/><Relationship Id="rId638" Type="http://schemas.openxmlformats.org/officeDocument/2006/relationships/customXml" Target="../ink/ink2255.xml"/><Relationship Id="rId659" Type="http://schemas.openxmlformats.org/officeDocument/2006/relationships/image" Target="../media/image2212.png"/><Relationship Id="rId3" Type="http://schemas.openxmlformats.org/officeDocument/2006/relationships/image" Target="../media/image1884.png"/><Relationship Id="rId214" Type="http://schemas.openxmlformats.org/officeDocument/2006/relationships/customXml" Target="../ink/ink2043.xml"/><Relationship Id="rId235" Type="http://schemas.openxmlformats.org/officeDocument/2006/relationships/image" Target="../media/image2000.png"/><Relationship Id="rId256" Type="http://schemas.openxmlformats.org/officeDocument/2006/relationships/customXml" Target="../ink/ink2064.xml"/><Relationship Id="rId277" Type="http://schemas.openxmlformats.org/officeDocument/2006/relationships/image" Target="../media/image2021.png"/><Relationship Id="rId298" Type="http://schemas.openxmlformats.org/officeDocument/2006/relationships/customXml" Target="../ink/ink2085.xml"/><Relationship Id="rId400" Type="http://schemas.openxmlformats.org/officeDocument/2006/relationships/customXml" Target="../ink/ink2136.xml"/><Relationship Id="rId421" Type="http://schemas.openxmlformats.org/officeDocument/2006/relationships/image" Target="../media/image2093.png"/><Relationship Id="rId442" Type="http://schemas.openxmlformats.org/officeDocument/2006/relationships/customXml" Target="../ink/ink2157.xml"/><Relationship Id="rId463" Type="http://schemas.openxmlformats.org/officeDocument/2006/relationships/image" Target="../media/image2114.png"/><Relationship Id="rId484" Type="http://schemas.openxmlformats.org/officeDocument/2006/relationships/customXml" Target="../ink/ink2178.xml"/><Relationship Id="rId519" Type="http://schemas.openxmlformats.org/officeDocument/2006/relationships/image" Target="../media/image2142.png"/><Relationship Id="rId670" Type="http://schemas.openxmlformats.org/officeDocument/2006/relationships/customXml" Target="../ink/ink2271.xml"/><Relationship Id="rId705" Type="http://schemas.openxmlformats.org/officeDocument/2006/relationships/image" Target="../media/image2235.png"/><Relationship Id="rId116" Type="http://schemas.openxmlformats.org/officeDocument/2006/relationships/customXml" Target="../ink/ink1994.xml"/><Relationship Id="rId137" Type="http://schemas.openxmlformats.org/officeDocument/2006/relationships/image" Target="../media/image1951.png"/><Relationship Id="rId158" Type="http://schemas.openxmlformats.org/officeDocument/2006/relationships/customXml" Target="../ink/ink2015.xml"/><Relationship Id="rId302" Type="http://schemas.openxmlformats.org/officeDocument/2006/relationships/customXml" Target="../ink/ink2087.xml"/><Relationship Id="rId323" Type="http://schemas.openxmlformats.org/officeDocument/2006/relationships/image" Target="../media/image2044.png"/><Relationship Id="rId344" Type="http://schemas.openxmlformats.org/officeDocument/2006/relationships/customXml" Target="../ink/ink2108.xml"/><Relationship Id="rId530" Type="http://schemas.openxmlformats.org/officeDocument/2006/relationships/customXml" Target="../ink/ink2201.xml"/><Relationship Id="rId691" Type="http://schemas.openxmlformats.org/officeDocument/2006/relationships/image" Target="../media/image2228.png"/><Relationship Id="rId20" Type="http://schemas.openxmlformats.org/officeDocument/2006/relationships/customXml" Target="../ink/ink1946.xml"/><Relationship Id="rId41" Type="http://schemas.openxmlformats.org/officeDocument/2006/relationships/image" Target="../media/image1903.png"/><Relationship Id="rId62" Type="http://schemas.openxmlformats.org/officeDocument/2006/relationships/customXml" Target="../ink/ink1967.xml"/><Relationship Id="rId83" Type="http://schemas.openxmlformats.org/officeDocument/2006/relationships/image" Target="../media/image1924.png"/><Relationship Id="rId179" Type="http://schemas.openxmlformats.org/officeDocument/2006/relationships/image" Target="../media/image1972.png"/><Relationship Id="rId365" Type="http://schemas.openxmlformats.org/officeDocument/2006/relationships/image" Target="../media/image2065.png"/><Relationship Id="rId386" Type="http://schemas.openxmlformats.org/officeDocument/2006/relationships/customXml" Target="../ink/ink2129.xml"/><Relationship Id="rId551" Type="http://schemas.openxmlformats.org/officeDocument/2006/relationships/image" Target="../media/image2158.png"/><Relationship Id="rId572" Type="http://schemas.openxmlformats.org/officeDocument/2006/relationships/customXml" Target="../ink/ink2222.xml"/><Relationship Id="rId593" Type="http://schemas.openxmlformats.org/officeDocument/2006/relationships/image" Target="../media/image2179.png"/><Relationship Id="rId607" Type="http://schemas.openxmlformats.org/officeDocument/2006/relationships/image" Target="../media/image2186.png"/><Relationship Id="rId628" Type="http://schemas.openxmlformats.org/officeDocument/2006/relationships/customXml" Target="../ink/ink2250.xml"/><Relationship Id="rId649" Type="http://schemas.openxmlformats.org/officeDocument/2006/relationships/image" Target="../media/image2207.png"/><Relationship Id="rId190" Type="http://schemas.openxmlformats.org/officeDocument/2006/relationships/customXml" Target="../ink/ink2031.xml"/><Relationship Id="rId204" Type="http://schemas.openxmlformats.org/officeDocument/2006/relationships/customXml" Target="../ink/ink2038.xml"/><Relationship Id="rId225" Type="http://schemas.openxmlformats.org/officeDocument/2006/relationships/image" Target="../media/image1995.png"/><Relationship Id="rId246" Type="http://schemas.openxmlformats.org/officeDocument/2006/relationships/customXml" Target="../ink/ink2059.xml"/><Relationship Id="rId267" Type="http://schemas.openxmlformats.org/officeDocument/2006/relationships/image" Target="../media/image2016.png"/><Relationship Id="rId288" Type="http://schemas.openxmlformats.org/officeDocument/2006/relationships/customXml" Target="../ink/ink2080.xml"/><Relationship Id="rId411" Type="http://schemas.openxmlformats.org/officeDocument/2006/relationships/image" Target="../media/image2088.png"/><Relationship Id="rId432" Type="http://schemas.openxmlformats.org/officeDocument/2006/relationships/customXml" Target="../ink/ink2152.xml"/><Relationship Id="rId453" Type="http://schemas.openxmlformats.org/officeDocument/2006/relationships/image" Target="../media/image2109.png"/><Relationship Id="rId474" Type="http://schemas.openxmlformats.org/officeDocument/2006/relationships/customXml" Target="../ink/ink2173.xml"/><Relationship Id="rId509" Type="http://schemas.openxmlformats.org/officeDocument/2006/relationships/image" Target="../media/image2137.png"/><Relationship Id="rId660" Type="http://schemas.openxmlformats.org/officeDocument/2006/relationships/customXml" Target="../ink/ink2266.xml"/><Relationship Id="rId106" Type="http://schemas.openxmlformats.org/officeDocument/2006/relationships/customXml" Target="../ink/ink1989.xml"/><Relationship Id="rId127" Type="http://schemas.openxmlformats.org/officeDocument/2006/relationships/image" Target="../media/image1946.png"/><Relationship Id="rId313" Type="http://schemas.openxmlformats.org/officeDocument/2006/relationships/image" Target="../media/image2039.png"/><Relationship Id="rId495" Type="http://schemas.openxmlformats.org/officeDocument/2006/relationships/image" Target="../media/image2130.png"/><Relationship Id="rId681" Type="http://schemas.openxmlformats.org/officeDocument/2006/relationships/image" Target="../media/image2223.png"/><Relationship Id="rId10" Type="http://schemas.openxmlformats.org/officeDocument/2006/relationships/customXml" Target="../ink/ink1941.xml"/><Relationship Id="rId31" Type="http://schemas.openxmlformats.org/officeDocument/2006/relationships/image" Target="../media/image1898.png"/><Relationship Id="rId52" Type="http://schemas.openxmlformats.org/officeDocument/2006/relationships/customXml" Target="../ink/ink1962.xml"/><Relationship Id="rId73" Type="http://schemas.openxmlformats.org/officeDocument/2006/relationships/image" Target="../media/image1919.png"/><Relationship Id="rId94" Type="http://schemas.openxmlformats.org/officeDocument/2006/relationships/customXml" Target="../ink/ink1983.xml"/><Relationship Id="rId148" Type="http://schemas.openxmlformats.org/officeDocument/2006/relationships/customXml" Target="../ink/ink2010.xml"/><Relationship Id="rId169" Type="http://schemas.openxmlformats.org/officeDocument/2006/relationships/image" Target="../media/image1967.png"/><Relationship Id="rId334" Type="http://schemas.openxmlformats.org/officeDocument/2006/relationships/customXml" Target="../ink/ink2103.xml"/><Relationship Id="rId355" Type="http://schemas.openxmlformats.org/officeDocument/2006/relationships/image" Target="../media/image2060.png"/><Relationship Id="rId376" Type="http://schemas.openxmlformats.org/officeDocument/2006/relationships/customXml" Target="../ink/ink2124.xml"/><Relationship Id="rId397" Type="http://schemas.openxmlformats.org/officeDocument/2006/relationships/image" Target="../media/image2081.png"/><Relationship Id="rId520" Type="http://schemas.openxmlformats.org/officeDocument/2006/relationships/customXml" Target="../ink/ink2196.xml"/><Relationship Id="rId541" Type="http://schemas.openxmlformats.org/officeDocument/2006/relationships/image" Target="../media/image2153.png"/><Relationship Id="rId562" Type="http://schemas.openxmlformats.org/officeDocument/2006/relationships/customXml" Target="../ink/ink2217.xml"/><Relationship Id="rId583" Type="http://schemas.openxmlformats.org/officeDocument/2006/relationships/image" Target="../media/image2174.png"/><Relationship Id="rId618" Type="http://schemas.openxmlformats.org/officeDocument/2006/relationships/customXml" Target="../ink/ink2245.xml"/><Relationship Id="rId639" Type="http://schemas.openxmlformats.org/officeDocument/2006/relationships/image" Target="../media/image2202.png"/><Relationship Id="rId4" Type="http://schemas.openxmlformats.org/officeDocument/2006/relationships/customXml" Target="../ink/ink1938.xml"/><Relationship Id="rId180" Type="http://schemas.openxmlformats.org/officeDocument/2006/relationships/customXml" Target="../ink/ink2026.xml"/><Relationship Id="rId215" Type="http://schemas.openxmlformats.org/officeDocument/2006/relationships/image" Target="../media/image1990.png"/><Relationship Id="rId236" Type="http://schemas.openxmlformats.org/officeDocument/2006/relationships/customXml" Target="../ink/ink2054.xml"/><Relationship Id="rId257" Type="http://schemas.openxmlformats.org/officeDocument/2006/relationships/image" Target="../media/image2011.png"/><Relationship Id="rId278" Type="http://schemas.openxmlformats.org/officeDocument/2006/relationships/customXml" Target="../ink/ink2075.xml"/><Relationship Id="rId401" Type="http://schemas.openxmlformats.org/officeDocument/2006/relationships/image" Target="../media/image2083.png"/><Relationship Id="rId422" Type="http://schemas.openxmlformats.org/officeDocument/2006/relationships/customXml" Target="../ink/ink2147.xml"/><Relationship Id="rId443" Type="http://schemas.openxmlformats.org/officeDocument/2006/relationships/image" Target="../media/image2104.png"/><Relationship Id="rId464" Type="http://schemas.openxmlformats.org/officeDocument/2006/relationships/customXml" Target="../ink/ink2168.xml"/><Relationship Id="rId650" Type="http://schemas.openxmlformats.org/officeDocument/2006/relationships/customXml" Target="../ink/ink2261.xml"/><Relationship Id="rId303" Type="http://schemas.openxmlformats.org/officeDocument/2006/relationships/image" Target="../media/image2034.png"/><Relationship Id="rId485" Type="http://schemas.openxmlformats.org/officeDocument/2006/relationships/image" Target="../media/image2125.png"/><Relationship Id="rId692" Type="http://schemas.openxmlformats.org/officeDocument/2006/relationships/customXml" Target="../ink/ink2282.xml"/><Relationship Id="rId706" Type="http://schemas.openxmlformats.org/officeDocument/2006/relationships/customXml" Target="../ink/ink2289.xml"/><Relationship Id="rId42" Type="http://schemas.openxmlformats.org/officeDocument/2006/relationships/customXml" Target="../ink/ink1957.xml"/><Relationship Id="rId84" Type="http://schemas.openxmlformats.org/officeDocument/2006/relationships/customXml" Target="../ink/ink1978.xml"/><Relationship Id="rId138" Type="http://schemas.openxmlformats.org/officeDocument/2006/relationships/customXml" Target="../ink/ink2005.xml"/><Relationship Id="rId345" Type="http://schemas.openxmlformats.org/officeDocument/2006/relationships/image" Target="../media/image2055.png"/><Relationship Id="rId387" Type="http://schemas.openxmlformats.org/officeDocument/2006/relationships/image" Target="../media/image2076.png"/><Relationship Id="rId510" Type="http://schemas.openxmlformats.org/officeDocument/2006/relationships/customXml" Target="../ink/ink2191.xml"/><Relationship Id="rId552" Type="http://schemas.openxmlformats.org/officeDocument/2006/relationships/customXml" Target="../ink/ink2212.xml"/><Relationship Id="rId594" Type="http://schemas.openxmlformats.org/officeDocument/2006/relationships/customXml" Target="../ink/ink2233.xml"/><Relationship Id="rId608" Type="http://schemas.openxmlformats.org/officeDocument/2006/relationships/customXml" Target="../ink/ink2240.xml"/><Relationship Id="rId191" Type="http://schemas.openxmlformats.org/officeDocument/2006/relationships/image" Target="../media/image1978.png"/><Relationship Id="rId205" Type="http://schemas.openxmlformats.org/officeDocument/2006/relationships/image" Target="../media/image1985.png"/><Relationship Id="rId247" Type="http://schemas.openxmlformats.org/officeDocument/2006/relationships/image" Target="../media/image2006.png"/><Relationship Id="rId412" Type="http://schemas.openxmlformats.org/officeDocument/2006/relationships/customXml" Target="../ink/ink2142.xml"/><Relationship Id="rId107" Type="http://schemas.openxmlformats.org/officeDocument/2006/relationships/image" Target="../media/image1936.png"/><Relationship Id="rId289" Type="http://schemas.openxmlformats.org/officeDocument/2006/relationships/image" Target="../media/image2027.png"/><Relationship Id="rId454" Type="http://schemas.openxmlformats.org/officeDocument/2006/relationships/customXml" Target="../ink/ink2163.xml"/><Relationship Id="rId496" Type="http://schemas.openxmlformats.org/officeDocument/2006/relationships/customXml" Target="../ink/ink2184.xml"/><Relationship Id="rId661" Type="http://schemas.openxmlformats.org/officeDocument/2006/relationships/image" Target="../media/image2213.png"/><Relationship Id="rId11" Type="http://schemas.openxmlformats.org/officeDocument/2006/relationships/image" Target="../media/image1888.png"/><Relationship Id="rId53" Type="http://schemas.openxmlformats.org/officeDocument/2006/relationships/image" Target="../media/image1909.png"/><Relationship Id="rId149" Type="http://schemas.openxmlformats.org/officeDocument/2006/relationships/image" Target="../media/image1957.png"/><Relationship Id="rId314" Type="http://schemas.openxmlformats.org/officeDocument/2006/relationships/customXml" Target="../ink/ink2093.xml"/><Relationship Id="rId356" Type="http://schemas.openxmlformats.org/officeDocument/2006/relationships/customXml" Target="../ink/ink2114.xml"/><Relationship Id="rId398" Type="http://schemas.openxmlformats.org/officeDocument/2006/relationships/customXml" Target="../ink/ink2135.xml"/><Relationship Id="rId521" Type="http://schemas.openxmlformats.org/officeDocument/2006/relationships/image" Target="../media/image2143.png"/><Relationship Id="rId563" Type="http://schemas.openxmlformats.org/officeDocument/2006/relationships/image" Target="../media/image2164.png"/><Relationship Id="rId619" Type="http://schemas.openxmlformats.org/officeDocument/2006/relationships/image" Target="../media/image2192.png"/><Relationship Id="rId95" Type="http://schemas.openxmlformats.org/officeDocument/2006/relationships/image" Target="../media/image1930.png"/><Relationship Id="rId160" Type="http://schemas.openxmlformats.org/officeDocument/2006/relationships/customXml" Target="../ink/ink2016.xml"/><Relationship Id="rId216" Type="http://schemas.openxmlformats.org/officeDocument/2006/relationships/customXml" Target="../ink/ink2044.xml"/><Relationship Id="rId423" Type="http://schemas.openxmlformats.org/officeDocument/2006/relationships/image" Target="../media/image2094.png"/><Relationship Id="rId258" Type="http://schemas.openxmlformats.org/officeDocument/2006/relationships/customXml" Target="../ink/ink2065.xml"/><Relationship Id="rId465" Type="http://schemas.openxmlformats.org/officeDocument/2006/relationships/image" Target="../media/image2115.png"/><Relationship Id="rId630" Type="http://schemas.openxmlformats.org/officeDocument/2006/relationships/customXml" Target="../ink/ink2251.xml"/><Relationship Id="rId672" Type="http://schemas.openxmlformats.org/officeDocument/2006/relationships/customXml" Target="../ink/ink2272.xml"/><Relationship Id="rId22" Type="http://schemas.openxmlformats.org/officeDocument/2006/relationships/customXml" Target="../ink/ink1947.xml"/><Relationship Id="rId64" Type="http://schemas.openxmlformats.org/officeDocument/2006/relationships/customXml" Target="../ink/ink1968.xml"/><Relationship Id="rId118" Type="http://schemas.openxmlformats.org/officeDocument/2006/relationships/customXml" Target="../ink/ink1995.xml"/><Relationship Id="rId325" Type="http://schemas.openxmlformats.org/officeDocument/2006/relationships/image" Target="../media/image2045.png"/><Relationship Id="rId367" Type="http://schemas.openxmlformats.org/officeDocument/2006/relationships/image" Target="../media/image2066.png"/><Relationship Id="rId532" Type="http://schemas.openxmlformats.org/officeDocument/2006/relationships/customXml" Target="../ink/ink2202.xml"/><Relationship Id="rId574" Type="http://schemas.openxmlformats.org/officeDocument/2006/relationships/customXml" Target="../ink/ink2223.xml"/><Relationship Id="rId171" Type="http://schemas.openxmlformats.org/officeDocument/2006/relationships/image" Target="../media/image1968.png"/><Relationship Id="rId227" Type="http://schemas.openxmlformats.org/officeDocument/2006/relationships/image" Target="../media/image1996.png"/><Relationship Id="rId269" Type="http://schemas.openxmlformats.org/officeDocument/2006/relationships/image" Target="../media/image2017.png"/><Relationship Id="rId434" Type="http://schemas.openxmlformats.org/officeDocument/2006/relationships/customXml" Target="../ink/ink2153.xml"/><Relationship Id="rId476" Type="http://schemas.openxmlformats.org/officeDocument/2006/relationships/customXml" Target="../ink/ink2174.xml"/><Relationship Id="rId641" Type="http://schemas.openxmlformats.org/officeDocument/2006/relationships/image" Target="../media/image2203.png"/><Relationship Id="rId683" Type="http://schemas.openxmlformats.org/officeDocument/2006/relationships/image" Target="../media/image2224.png"/><Relationship Id="rId33" Type="http://schemas.openxmlformats.org/officeDocument/2006/relationships/image" Target="../media/image1899.png"/><Relationship Id="rId129" Type="http://schemas.openxmlformats.org/officeDocument/2006/relationships/image" Target="../media/image1947.png"/><Relationship Id="rId280" Type="http://schemas.openxmlformats.org/officeDocument/2006/relationships/customXml" Target="../ink/ink2076.xml"/><Relationship Id="rId336" Type="http://schemas.openxmlformats.org/officeDocument/2006/relationships/customXml" Target="../ink/ink2104.xml"/><Relationship Id="rId501" Type="http://schemas.openxmlformats.org/officeDocument/2006/relationships/image" Target="../media/image2133.png"/><Relationship Id="rId543" Type="http://schemas.openxmlformats.org/officeDocument/2006/relationships/image" Target="../media/image2154.png"/><Relationship Id="rId75" Type="http://schemas.openxmlformats.org/officeDocument/2006/relationships/image" Target="../media/image1920.png"/><Relationship Id="rId140" Type="http://schemas.openxmlformats.org/officeDocument/2006/relationships/customXml" Target="../ink/ink2006.xml"/><Relationship Id="rId182" Type="http://schemas.openxmlformats.org/officeDocument/2006/relationships/customXml" Target="../ink/ink2027.xml"/><Relationship Id="rId378" Type="http://schemas.openxmlformats.org/officeDocument/2006/relationships/customXml" Target="../ink/ink2125.xml"/><Relationship Id="rId403" Type="http://schemas.openxmlformats.org/officeDocument/2006/relationships/image" Target="../media/image2084.png"/><Relationship Id="rId585" Type="http://schemas.openxmlformats.org/officeDocument/2006/relationships/image" Target="../media/image2175.png"/><Relationship Id="rId6" Type="http://schemas.openxmlformats.org/officeDocument/2006/relationships/customXml" Target="../ink/ink1939.xml"/><Relationship Id="rId238" Type="http://schemas.openxmlformats.org/officeDocument/2006/relationships/customXml" Target="../ink/ink2055.xml"/><Relationship Id="rId445" Type="http://schemas.openxmlformats.org/officeDocument/2006/relationships/image" Target="../media/image2105.png"/><Relationship Id="rId487" Type="http://schemas.openxmlformats.org/officeDocument/2006/relationships/image" Target="../media/image2126.png"/><Relationship Id="rId610" Type="http://schemas.openxmlformats.org/officeDocument/2006/relationships/customXml" Target="../ink/ink2241.xml"/><Relationship Id="rId652" Type="http://schemas.openxmlformats.org/officeDocument/2006/relationships/customXml" Target="../ink/ink2262.xml"/><Relationship Id="rId694" Type="http://schemas.openxmlformats.org/officeDocument/2006/relationships/customXml" Target="../ink/ink2283.xml"/><Relationship Id="rId708" Type="http://schemas.openxmlformats.org/officeDocument/2006/relationships/customXml" Target="../ink/ink2290.xml"/><Relationship Id="rId291" Type="http://schemas.openxmlformats.org/officeDocument/2006/relationships/image" Target="../media/image2028.png"/><Relationship Id="rId305" Type="http://schemas.openxmlformats.org/officeDocument/2006/relationships/image" Target="../media/image2035.png"/><Relationship Id="rId347" Type="http://schemas.openxmlformats.org/officeDocument/2006/relationships/image" Target="../media/image2056.png"/><Relationship Id="rId512" Type="http://schemas.openxmlformats.org/officeDocument/2006/relationships/customXml" Target="../ink/ink2192.xml"/><Relationship Id="rId44" Type="http://schemas.openxmlformats.org/officeDocument/2006/relationships/customXml" Target="../ink/ink1958.xml"/><Relationship Id="rId86" Type="http://schemas.openxmlformats.org/officeDocument/2006/relationships/customXml" Target="../ink/ink1979.xml"/><Relationship Id="rId151" Type="http://schemas.openxmlformats.org/officeDocument/2006/relationships/image" Target="../media/image1958.png"/><Relationship Id="rId389" Type="http://schemas.openxmlformats.org/officeDocument/2006/relationships/image" Target="../media/image2077.png"/><Relationship Id="rId554" Type="http://schemas.openxmlformats.org/officeDocument/2006/relationships/customXml" Target="../ink/ink2213.xml"/><Relationship Id="rId596" Type="http://schemas.openxmlformats.org/officeDocument/2006/relationships/customXml" Target="../ink/ink2234.xml"/><Relationship Id="rId193" Type="http://schemas.openxmlformats.org/officeDocument/2006/relationships/image" Target="../media/image1979.png"/><Relationship Id="rId207" Type="http://schemas.openxmlformats.org/officeDocument/2006/relationships/image" Target="../media/image1986.png"/><Relationship Id="rId249" Type="http://schemas.openxmlformats.org/officeDocument/2006/relationships/image" Target="../media/image2007.png"/><Relationship Id="rId414" Type="http://schemas.openxmlformats.org/officeDocument/2006/relationships/customXml" Target="../ink/ink2143.xml"/><Relationship Id="rId456" Type="http://schemas.openxmlformats.org/officeDocument/2006/relationships/customXml" Target="../ink/ink2164.xml"/><Relationship Id="rId498" Type="http://schemas.openxmlformats.org/officeDocument/2006/relationships/customXml" Target="../ink/ink2185.xml"/><Relationship Id="rId621" Type="http://schemas.openxmlformats.org/officeDocument/2006/relationships/image" Target="../media/image2193.png"/><Relationship Id="rId663" Type="http://schemas.openxmlformats.org/officeDocument/2006/relationships/image" Target="../media/image2214.png"/><Relationship Id="rId13" Type="http://schemas.openxmlformats.org/officeDocument/2006/relationships/image" Target="../media/image1889.png"/><Relationship Id="rId109" Type="http://schemas.openxmlformats.org/officeDocument/2006/relationships/image" Target="../media/image1937.png"/><Relationship Id="rId260" Type="http://schemas.openxmlformats.org/officeDocument/2006/relationships/customXml" Target="../ink/ink2066.xml"/><Relationship Id="rId316" Type="http://schemas.openxmlformats.org/officeDocument/2006/relationships/customXml" Target="../ink/ink2094.xml"/><Relationship Id="rId523" Type="http://schemas.openxmlformats.org/officeDocument/2006/relationships/image" Target="../media/image2144.png"/><Relationship Id="rId55" Type="http://schemas.openxmlformats.org/officeDocument/2006/relationships/image" Target="../media/image1910.png"/><Relationship Id="rId97" Type="http://schemas.openxmlformats.org/officeDocument/2006/relationships/image" Target="../media/image1931.png"/><Relationship Id="rId120" Type="http://schemas.openxmlformats.org/officeDocument/2006/relationships/customXml" Target="../ink/ink1996.xml"/><Relationship Id="rId358" Type="http://schemas.openxmlformats.org/officeDocument/2006/relationships/customXml" Target="../ink/ink2115.xml"/><Relationship Id="rId565" Type="http://schemas.openxmlformats.org/officeDocument/2006/relationships/image" Target="../media/image2165.png"/><Relationship Id="rId162" Type="http://schemas.openxmlformats.org/officeDocument/2006/relationships/customXml" Target="../ink/ink2017.xml"/><Relationship Id="rId218" Type="http://schemas.openxmlformats.org/officeDocument/2006/relationships/customXml" Target="../ink/ink2045.xml"/><Relationship Id="rId425" Type="http://schemas.openxmlformats.org/officeDocument/2006/relationships/image" Target="../media/image2095.png"/><Relationship Id="rId467" Type="http://schemas.openxmlformats.org/officeDocument/2006/relationships/image" Target="../media/image2116.png"/><Relationship Id="rId632" Type="http://schemas.openxmlformats.org/officeDocument/2006/relationships/customXml" Target="../ink/ink2252.xml"/><Relationship Id="rId271" Type="http://schemas.openxmlformats.org/officeDocument/2006/relationships/image" Target="../media/image2018.png"/><Relationship Id="rId674" Type="http://schemas.openxmlformats.org/officeDocument/2006/relationships/customXml" Target="../ink/ink2273.xml"/><Relationship Id="rId24" Type="http://schemas.openxmlformats.org/officeDocument/2006/relationships/customXml" Target="../ink/ink1948.xml"/><Relationship Id="rId66" Type="http://schemas.openxmlformats.org/officeDocument/2006/relationships/customXml" Target="../ink/ink1969.xml"/><Relationship Id="rId131" Type="http://schemas.openxmlformats.org/officeDocument/2006/relationships/image" Target="../media/image1948.png"/><Relationship Id="rId327" Type="http://schemas.openxmlformats.org/officeDocument/2006/relationships/image" Target="../media/image2046.png"/><Relationship Id="rId369" Type="http://schemas.openxmlformats.org/officeDocument/2006/relationships/image" Target="../media/image2067.png"/><Relationship Id="rId534" Type="http://schemas.openxmlformats.org/officeDocument/2006/relationships/customXml" Target="../ink/ink2203.xml"/><Relationship Id="rId576" Type="http://schemas.openxmlformats.org/officeDocument/2006/relationships/customXml" Target="../ink/ink2224.xml"/><Relationship Id="rId173" Type="http://schemas.openxmlformats.org/officeDocument/2006/relationships/image" Target="../media/image1969.png"/><Relationship Id="rId229" Type="http://schemas.openxmlformats.org/officeDocument/2006/relationships/image" Target="../media/image1997.png"/><Relationship Id="rId380" Type="http://schemas.openxmlformats.org/officeDocument/2006/relationships/customXml" Target="../ink/ink2126.xml"/><Relationship Id="rId436" Type="http://schemas.openxmlformats.org/officeDocument/2006/relationships/customXml" Target="../ink/ink2154.xml"/><Relationship Id="rId601" Type="http://schemas.openxmlformats.org/officeDocument/2006/relationships/image" Target="../media/image2183.png"/><Relationship Id="rId643" Type="http://schemas.openxmlformats.org/officeDocument/2006/relationships/image" Target="../media/image2204.png"/><Relationship Id="rId240" Type="http://schemas.openxmlformats.org/officeDocument/2006/relationships/customXml" Target="../ink/ink2056.xml"/><Relationship Id="rId478" Type="http://schemas.openxmlformats.org/officeDocument/2006/relationships/customXml" Target="../ink/ink2175.xml"/><Relationship Id="rId685" Type="http://schemas.openxmlformats.org/officeDocument/2006/relationships/image" Target="../media/image2225.png"/><Relationship Id="rId35" Type="http://schemas.openxmlformats.org/officeDocument/2006/relationships/image" Target="../media/image1900.png"/><Relationship Id="rId77" Type="http://schemas.openxmlformats.org/officeDocument/2006/relationships/image" Target="../media/image1921.png"/><Relationship Id="rId100" Type="http://schemas.openxmlformats.org/officeDocument/2006/relationships/customXml" Target="../ink/ink1986.xml"/><Relationship Id="rId282" Type="http://schemas.openxmlformats.org/officeDocument/2006/relationships/customXml" Target="../ink/ink2077.xml"/><Relationship Id="rId338" Type="http://schemas.openxmlformats.org/officeDocument/2006/relationships/customXml" Target="../ink/ink2105.xml"/><Relationship Id="rId503" Type="http://schemas.openxmlformats.org/officeDocument/2006/relationships/image" Target="../media/image2134.png"/><Relationship Id="rId545" Type="http://schemas.openxmlformats.org/officeDocument/2006/relationships/image" Target="../media/image2155.png"/><Relationship Id="rId587" Type="http://schemas.openxmlformats.org/officeDocument/2006/relationships/image" Target="../media/image2176.png"/><Relationship Id="rId8" Type="http://schemas.openxmlformats.org/officeDocument/2006/relationships/customXml" Target="../ink/ink1940.xml"/><Relationship Id="rId142" Type="http://schemas.openxmlformats.org/officeDocument/2006/relationships/customXml" Target="../ink/ink2007.xml"/><Relationship Id="rId184" Type="http://schemas.openxmlformats.org/officeDocument/2006/relationships/customXml" Target="../ink/ink2028.xml"/><Relationship Id="rId391" Type="http://schemas.openxmlformats.org/officeDocument/2006/relationships/image" Target="../media/image2078.png"/><Relationship Id="rId405" Type="http://schemas.openxmlformats.org/officeDocument/2006/relationships/image" Target="../media/image2085.png"/><Relationship Id="rId447" Type="http://schemas.openxmlformats.org/officeDocument/2006/relationships/image" Target="../media/image2106.png"/><Relationship Id="rId612" Type="http://schemas.openxmlformats.org/officeDocument/2006/relationships/customXml" Target="../ink/ink2242.xml"/><Relationship Id="rId251" Type="http://schemas.openxmlformats.org/officeDocument/2006/relationships/image" Target="../media/image2008.png"/><Relationship Id="rId489" Type="http://schemas.openxmlformats.org/officeDocument/2006/relationships/image" Target="../media/image2127.png"/><Relationship Id="rId654" Type="http://schemas.openxmlformats.org/officeDocument/2006/relationships/customXml" Target="../ink/ink2263.xml"/><Relationship Id="rId696" Type="http://schemas.openxmlformats.org/officeDocument/2006/relationships/customXml" Target="../ink/ink2284.xml"/><Relationship Id="rId46" Type="http://schemas.openxmlformats.org/officeDocument/2006/relationships/customXml" Target="../ink/ink1959.xml"/><Relationship Id="rId293" Type="http://schemas.openxmlformats.org/officeDocument/2006/relationships/image" Target="../media/image2029.png"/><Relationship Id="rId307" Type="http://schemas.openxmlformats.org/officeDocument/2006/relationships/image" Target="../media/image2036.png"/><Relationship Id="rId349" Type="http://schemas.openxmlformats.org/officeDocument/2006/relationships/image" Target="../media/image2057.png"/><Relationship Id="rId514" Type="http://schemas.openxmlformats.org/officeDocument/2006/relationships/customXml" Target="../ink/ink2193.xml"/><Relationship Id="rId556" Type="http://schemas.openxmlformats.org/officeDocument/2006/relationships/customXml" Target="../ink/ink2214.xml"/><Relationship Id="rId88" Type="http://schemas.openxmlformats.org/officeDocument/2006/relationships/customXml" Target="../ink/ink1980.xml"/><Relationship Id="rId111" Type="http://schemas.openxmlformats.org/officeDocument/2006/relationships/image" Target="../media/image1938.png"/><Relationship Id="rId153" Type="http://schemas.openxmlformats.org/officeDocument/2006/relationships/image" Target="../media/image1959.png"/><Relationship Id="rId195" Type="http://schemas.openxmlformats.org/officeDocument/2006/relationships/image" Target="../media/image1980.png"/><Relationship Id="rId209" Type="http://schemas.openxmlformats.org/officeDocument/2006/relationships/image" Target="../media/image1987.png"/><Relationship Id="rId360" Type="http://schemas.openxmlformats.org/officeDocument/2006/relationships/customXml" Target="../ink/ink2116.xml"/><Relationship Id="rId416" Type="http://schemas.openxmlformats.org/officeDocument/2006/relationships/customXml" Target="../ink/ink2144.xml"/><Relationship Id="rId598" Type="http://schemas.openxmlformats.org/officeDocument/2006/relationships/customXml" Target="../ink/ink2235.xml"/><Relationship Id="rId220" Type="http://schemas.openxmlformats.org/officeDocument/2006/relationships/customXml" Target="../ink/ink2046.xml"/><Relationship Id="rId458" Type="http://schemas.openxmlformats.org/officeDocument/2006/relationships/customXml" Target="../ink/ink2165.xml"/><Relationship Id="rId623" Type="http://schemas.openxmlformats.org/officeDocument/2006/relationships/image" Target="../media/image2194.png"/><Relationship Id="rId665" Type="http://schemas.openxmlformats.org/officeDocument/2006/relationships/image" Target="../media/image2215.png"/><Relationship Id="rId15" Type="http://schemas.openxmlformats.org/officeDocument/2006/relationships/image" Target="../media/image1890.png"/><Relationship Id="rId57" Type="http://schemas.openxmlformats.org/officeDocument/2006/relationships/image" Target="../media/image1911.png"/><Relationship Id="rId262" Type="http://schemas.openxmlformats.org/officeDocument/2006/relationships/customXml" Target="../ink/ink2067.xml"/><Relationship Id="rId318" Type="http://schemas.openxmlformats.org/officeDocument/2006/relationships/customXml" Target="../ink/ink2095.xml"/><Relationship Id="rId525" Type="http://schemas.openxmlformats.org/officeDocument/2006/relationships/image" Target="../media/image2145.png"/><Relationship Id="rId567" Type="http://schemas.openxmlformats.org/officeDocument/2006/relationships/image" Target="../media/image2166.png"/><Relationship Id="rId99" Type="http://schemas.openxmlformats.org/officeDocument/2006/relationships/image" Target="../media/image1932.png"/><Relationship Id="rId122" Type="http://schemas.openxmlformats.org/officeDocument/2006/relationships/customXml" Target="../ink/ink1997.xml"/><Relationship Id="rId164" Type="http://schemas.openxmlformats.org/officeDocument/2006/relationships/customXml" Target="../ink/ink2018.xml"/><Relationship Id="rId371" Type="http://schemas.openxmlformats.org/officeDocument/2006/relationships/image" Target="../media/image2068.png"/><Relationship Id="rId427" Type="http://schemas.openxmlformats.org/officeDocument/2006/relationships/image" Target="../media/image2096.png"/><Relationship Id="rId469" Type="http://schemas.openxmlformats.org/officeDocument/2006/relationships/image" Target="../media/image2117.png"/><Relationship Id="rId634" Type="http://schemas.openxmlformats.org/officeDocument/2006/relationships/customXml" Target="../ink/ink2253.xml"/><Relationship Id="rId676" Type="http://schemas.openxmlformats.org/officeDocument/2006/relationships/customXml" Target="../ink/ink2274.xml"/><Relationship Id="rId26" Type="http://schemas.openxmlformats.org/officeDocument/2006/relationships/customXml" Target="../ink/ink1949.xml"/><Relationship Id="rId231" Type="http://schemas.openxmlformats.org/officeDocument/2006/relationships/image" Target="../media/image1998.png"/><Relationship Id="rId273" Type="http://schemas.openxmlformats.org/officeDocument/2006/relationships/image" Target="../media/image2019.png"/><Relationship Id="rId329" Type="http://schemas.openxmlformats.org/officeDocument/2006/relationships/image" Target="../media/image2047.png"/><Relationship Id="rId480" Type="http://schemas.openxmlformats.org/officeDocument/2006/relationships/customXml" Target="../ink/ink2176.xml"/><Relationship Id="rId536" Type="http://schemas.openxmlformats.org/officeDocument/2006/relationships/customXml" Target="../ink/ink2204.xml"/><Relationship Id="rId701" Type="http://schemas.openxmlformats.org/officeDocument/2006/relationships/image" Target="../media/image2233.png"/><Relationship Id="rId68" Type="http://schemas.openxmlformats.org/officeDocument/2006/relationships/customXml" Target="../ink/ink1970.xml"/><Relationship Id="rId133" Type="http://schemas.openxmlformats.org/officeDocument/2006/relationships/image" Target="../media/image1949.png"/><Relationship Id="rId175" Type="http://schemas.openxmlformats.org/officeDocument/2006/relationships/image" Target="../media/image1970.png"/><Relationship Id="rId340" Type="http://schemas.openxmlformats.org/officeDocument/2006/relationships/customXml" Target="../ink/ink2106.xml"/><Relationship Id="rId578" Type="http://schemas.openxmlformats.org/officeDocument/2006/relationships/customXml" Target="../ink/ink2225.xml"/><Relationship Id="rId200" Type="http://schemas.openxmlformats.org/officeDocument/2006/relationships/customXml" Target="../ink/ink2036.xml"/><Relationship Id="rId382" Type="http://schemas.openxmlformats.org/officeDocument/2006/relationships/customXml" Target="../ink/ink2127.xml"/><Relationship Id="rId438" Type="http://schemas.openxmlformats.org/officeDocument/2006/relationships/customXml" Target="../ink/ink2155.xml"/><Relationship Id="rId603" Type="http://schemas.openxmlformats.org/officeDocument/2006/relationships/image" Target="../media/image2184.png"/><Relationship Id="rId645" Type="http://schemas.openxmlformats.org/officeDocument/2006/relationships/image" Target="../media/image2205.png"/><Relationship Id="rId687" Type="http://schemas.openxmlformats.org/officeDocument/2006/relationships/image" Target="../media/image2226.png"/><Relationship Id="rId242" Type="http://schemas.openxmlformats.org/officeDocument/2006/relationships/customXml" Target="../ink/ink2057.xml"/><Relationship Id="rId284" Type="http://schemas.openxmlformats.org/officeDocument/2006/relationships/customXml" Target="../ink/ink2078.xml"/><Relationship Id="rId491" Type="http://schemas.openxmlformats.org/officeDocument/2006/relationships/image" Target="../media/image2128.png"/><Relationship Id="rId505" Type="http://schemas.openxmlformats.org/officeDocument/2006/relationships/image" Target="../media/image2135.png"/><Relationship Id="rId37" Type="http://schemas.openxmlformats.org/officeDocument/2006/relationships/image" Target="../media/image1901.png"/><Relationship Id="rId79" Type="http://schemas.openxmlformats.org/officeDocument/2006/relationships/image" Target="../media/image1922.png"/><Relationship Id="rId102" Type="http://schemas.openxmlformats.org/officeDocument/2006/relationships/customXml" Target="../ink/ink1987.xml"/><Relationship Id="rId144" Type="http://schemas.openxmlformats.org/officeDocument/2006/relationships/customXml" Target="../ink/ink2008.xml"/><Relationship Id="rId547" Type="http://schemas.openxmlformats.org/officeDocument/2006/relationships/image" Target="../media/image2156.png"/><Relationship Id="rId589" Type="http://schemas.openxmlformats.org/officeDocument/2006/relationships/image" Target="../media/image2177.png"/><Relationship Id="rId90" Type="http://schemas.openxmlformats.org/officeDocument/2006/relationships/customXml" Target="../ink/ink1981.xml"/><Relationship Id="rId186" Type="http://schemas.openxmlformats.org/officeDocument/2006/relationships/customXml" Target="../ink/ink2029.xml"/><Relationship Id="rId351" Type="http://schemas.openxmlformats.org/officeDocument/2006/relationships/image" Target="../media/image2058.png"/><Relationship Id="rId393" Type="http://schemas.openxmlformats.org/officeDocument/2006/relationships/image" Target="../media/image2079.png"/><Relationship Id="rId407" Type="http://schemas.openxmlformats.org/officeDocument/2006/relationships/image" Target="../media/image2086.png"/><Relationship Id="rId449" Type="http://schemas.openxmlformats.org/officeDocument/2006/relationships/image" Target="../media/image2107.png"/><Relationship Id="rId614" Type="http://schemas.openxmlformats.org/officeDocument/2006/relationships/customXml" Target="../ink/ink2243.xml"/><Relationship Id="rId656" Type="http://schemas.openxmlformats.org/officeDocument/2006/relationships/customXml" Target="../ink/ink2264.xml"/><Relationship Id="rId211" Type="http://schemas.openxmlformats.org/officeDocument/2006/relationships/image" Target="../media/image1988.png"/><Relationship Id="rId253" Type="http://schemas.openxmlformats.org/officeDocument/2006/relationships/image" Target="../media/image2009.png"/><Relationship Id="rId295" Type="http://schemas.openxmlformats.org/officeDocument/2006/relationships/image" Target="../media/image2030.png"/><Relationship Id="rId309" Type="http://schemas.openxmlformats.org/officeDocument/2006/relationships/image" Target="../media/image2037.png"/><Relationship Id="rId460" Type="http://schemas.openxmlformats.org/officeDocument/2006/relationships/customXml" Target="../ink/ink2166.xml"/><Relationship Id="rId516" Type="http://schemas.openxmlformats.org/officeDocument/2006/relationships/customXml" Target="../ink/ink2194.xml"/><Relationship Id="rId698" Type="http://schemas.openxmlformats.org/officeDocument/2006/relationships/customXml" Target="../ink/ink2285.xml"/><Relationship Id="rId48" Type="http://schemas.openxmlformats.org/officeDocument/2006/relationships/customXml" Target="../ink/ink1960.xml"/><Relationship Id="rId113" Type="http://schemas.openxmlformats.org/officeDocument/2006/relationships/image" Target="../media/image1939.png"/><Relationship Id="rId320" Type="http://schemas.openxmlformats.org/officeDocument/2006/relationships/customXml" Target="../ink/ink2096.xml"/><Relationship Id="rId558" Type="http://schemas.openxmlformats.org/officeDocument/2006/relationships/customXml" Target="../ink/ink2215.xml"/><Relationship Id="rId155" Type="http://schemas.openxmlformats.org/officeDocument/2006/relationships/image" Target="../media/image1960.png"/><Relationship Id="rId197" Type="http://schemas.openxmlformats.org/officeDocument/2006/relationships/image" Target="../media/image1981.png"/><Relationship Id="rId362" Type="http://schemas.openxmlformats.org/officeDocument/2006/relationships/customXml" Target="../ink/ink2117.xml"/><Relationship Id="rId418" Type="http://schemas.openxmlformats.org/officeDocument/2006/relationships/customXml" Target="../ink/ink2145.xml"/><Relationship Id="rId625" Type="http://schemas.openxmlformats.org/officeDocument/2006/relationships/image" Target="../media/image2195.png"/><Relationship Id="rId222" Type="http://schemas.openxmlformats.org/officeDocument/2006/relationships/customXml" Target="../ink/ink2047.xml"/><Relationship Id="rId264" Type="http://schemas.openxmlformats.org/officeDocument/2006/relationships/customXml" Target="../ink/ink2068.xml"/><Relationship Id="rId471" Type="http://schemas.openxmlformats.org/officeDocument/2006/relationships/image" Target="../media/image2118.png"/><Relationship Id="rId667" Type="http://schemas.openxmlformats.org/officeDocument/2006/relationships/image" Target="../media/image2216.png"/><Relationship Id="rId17" Type="http://schemas.openxmlformats.org/officeDocument/2006/relationships/image" Target="../media/image1891.png"/><Relationship Id="rId59" Type="http://schemas.openxmlformats.org/officeDocument/2006/relationships/image" Target="../media/image1912.png"/><Relationship Id="rId124" Type="http://schemas.openxmlformats.org/officeDocument/2006/relationships/customXml" Target="../ink/ink1998.xml"/><Relationship Id="rId527" Type="http://schemas.openxmlformats.org/officeDocument/2006/relationships/image" Target="../media/image2146.png"/><Relationship Id="rId569" Type="http://schemas.openxmlformats.org/officeDocument/2006/relationships/image" Target="../media/image2167.png"/><Relationship Id="rId70" Type="http://schemas.openxmlformats.org/officeDocument/2006/relationships/customXml" Target="../ink/ink1971.xml"/><Relationship Id="rId166" Type="http://schemas.openxmlformats.org/officeDocument/2006/relationships/customXml" Target="../ink/ink2019.xml"/><Relationship Id="rId331" Type="http://schemas.openxmlformats.org/officeDocument/2006/relationships/image" Target="../media/image2048.png"/><Relationship Id="rId373" Type="http://schemas.openxmlformats.org/officeDocument/2006/relationships/image" Target="../media/image2069.png"/><Relationship Id="rId429" Type="http://schemas.openxmlformats.org/officeDocument/2006/relationships/image" Target="../media/image2097.png"/><Relationship Id="rId580" Type="http://schemas.openxmlformats.org/officeDocument/2006/relationships/customXml" Target="../ink/ink2226.xml"/><Relationship Id="rId636" Type="http://schemas.openxmlformats.org/officeDocument/2006/relationships/customXml" Target="../ink/ink2254.xml"/><Relationship Id="rId1" Type="http://schemas.openxmlformats.org/officeDocument/2006/relationships/slideLayout" Target="../slideLayouts/slideLayout2.xml"/><Relationship Id="rId233" Type="http://schemas.openxmlformats.org/officeDocument/2006/relationships/image" Target="../media/image1999.png"/><Relationship Id="rId440" Type="http://schemas.openxmlformats.org/officeDocument/2006/relationships/customXml" Target="../ink/ink2156.xml"/><Relationship Id="rId678" Type="http://schemas.openxmlformats.org/officeDocument/2006/relationships/customXml" Target="../ink/ink2275.xml"/><Relationship Id="rId28" Type="http://schemas.openxmlformats.org/officeDocument/2006/relationships/customXml" Target="../ink/ink1950.xml"/><Relationship Id="rId275" Type="http://schemas.openxmlformats.org/officeDocument/2006/relationships/image" Target="../media/image2020.png"/><Relationship Id="rId300" Type="http://schemas.openxmlformats.org/officeDocument/2006/relationships/customXml" Target="../ink/ink2086.xml"/><Relationship Id="rId482" Type="http://schemas.openxmlformats.org/officeDocument/2006/relationships/customXml" Target="../ink/ink2177.xml"/><Relationship Id="rId538" Type="http://schemas.openxmlformats.org/officeDocument/2006/relationships/customXml" Target="../ink/ink2205.xml"/><Relationship Id="rId703" Type="http://schemas.openxmlformats.org/officeDocument/2006/relationships/image" Target="../media/image2234.png"/><Relationship Id="rId81" Type="http://schemas.openxmlformats.org/officeDocument/2006/relationships/image" Target="../media/image1923.png"/><Relationship Id="rId135" Type="http://schemas.openxmlformats.org/officeDocument/2006/relationships/image" Target="../media/image1950.png"/><Relationship Id="rId177" Type="http://schemas.openxmlformats.org/officeDocument/2006/relationships/image" Target="../media/image1971.png"/><Relationship Id="rId342" Type="http://schemas.openxmlformats.org/officeDocument/2006/relationships/customXml" Target="../ink/ink2107.xml"/><Relationship Id="rId384" Type="http://schemas.openxmlformats.org/officeDocument/2006/relationships/customXml" Target="../ink/ink2128.xml"/><Relationship Id="rId591" Type="http://schemas.openxmlformats.org/officeDocument/2006/relationships/image" Target="../media/image2178.png"/><Relationship Id="rId605" Type="http://schemas.openxmlformats.org/officeDocument/2006/relationships/image" Target="../media/image2185.png"/><Relationship Id="rId202" Type="http://schemas.openxmlformats.org/officeDocument/2006/relationships/customXml" Target="../ink/ink2037.xml"/><Relationship Id="rId244" Type="http://schemas.openxmlformats.org/officeDocument/2006/relationships/customXml" Target="../ink/ink2058.xml"/><Relationship Id="rId647" Type="http://schemas.openxmlformats.org/officeDocument/2006/relationships/image" Target="../media/image2206.png"/><Relationship Id="rId689" Type="http://schemas.openxmlformats.org/officeDocument/2006/relationships/image" Target="../media/image2227.png"/><Relationship Id="rId39" Type="http://schemas.openxmlformats.org/officeDocument/2006/relationships/image" Target="../media/image1902.png"/><Relationship Id="rId286" Type="http://schemas.openxmlformats.org/officeDocument/2006/relationships/customXml" Target="../ink/ink2079.xml"/><Relationship Id="rId451" Type="http://schemas.openxmlformats.org/officeDocument/2006/relationships/image" Target="../media/image2108.png"/><Relationship Id="rId493" Type="http://schemas.openxmlformats.org/officeDocument/2006/relationships/image" Target="../media/image2129.png"/><Relationship Id="rId507" Type="http://schemas.openxmlformats.org/officeDocument/2006/relationships/image" Target="../media/image2136.png"/><Relationship Id="rId549" Type="http://schemas.openxmlformats.org/officeDocument/2006/relationships/image" Target="../media/image2157.png"/><Relationship Id="rId50" Type="http://schemas.openxmlformats.org/officeDocument/2006/relationships/customXml" Target="../ink/ink1961.xml"/><Relationship Id="rId104" Type="http://schemas.openxmlformats.org/officeDocument/2006/relationships/customXml" Target="../ink/ink1988.xml"/><Relationship Id="rId146" Type="http://schemas.openxmlformats.org/officeDocument/2006/relationships/customXml" Target="../ink/ink2009.xml"/><Relationship Id="rId188" Type="http://schemas.openxmlformats.org/officeDocument/2006/relationships/customXml" Target="../ink/ink2030.xml"/><Relationship Id="rId311" Type="http://schemas.openxmlformats.org/officeDocument/2006/relationships/image" Target="../media/image2038.png"/><Relationship Id="rId353" Type="http://schemas.openxmlformats.org/officeDocument/2006/relationships/image" Target="../media/image2059.png"/><Relationship Id="rId395" Type="http://schemas.openxmlformats.org/officeDocument/2006/relationships/image" Target="../media/image2080.png"/><Relationship Id="rId409" Type="http://schemas.openxmlformats.org/officeDocument/2006/relationships/image" Target="../media/image2087.png"/><Relationship Id="rId560" Type="http://schemas.openxmlformats.org/officeDocument/2006/relationships/customXml" Target="../ink/ink2216.xml"/><Relationship Id="rId92" Type="http://schemas.openxmlformats.org/officeDocument/2006/relationships/customXml" Target="../ink/ink1982.xml"/><Relationship Id="rId213" Type="http://schemas.openxmlformats.org/officeDocument/2006/relationships/image" Target="../media/image1989.png"/><Relationship Id="rId420" Type="http://schemas.openxmlformats.org/officeDocument/2006/relationships/customXml" Target="../ink/ink2146.xml"/><Relationship Id="rId616" Type="http://schemas.openxmlformats.org/officeDocument/2006/relationships/customXml" Target="../ink/ink2244.xml"/><Relationship Id="rId658" Type="http://schemas.openxmlformats.org/officeDocument/2006/relationships/customXml" Target="../ink/ink2265.xml"/><Relationship Id="rId255" Type="http://schemas.openxmlformats.org/officeDocument/2006/relationships/image" Target="../media/image2010.png"/><Relationship Id="rId297" Type="http://schemas.openxmlformats.org/officeDocument/2006/relationships/image" Target="../media/image2031.png"/><Relationship Id="rId462" Type="http://schemas.openxmlformats.org/officeDocument/2006/relationships/customXml" Target="../ink/ink2167.xml"/><Relationship Id="rId518" Type="http://schemas.openxmlformats.org/officeDocument/2006/relationships/customXml" Target="../ink/ink2195.xml"/><Relationship Id="rId115" Type="http://schemas.openxmlformats.org/officeDocument/2006/relationships/image" Target="../media/image1940.png"/><Relationship Id="rId157" Type="http://schemas.openxmlformats.org/officeDocument/2006/relationships/image" Target="../media/image1961.png"/><Relationship Id="rId322" Type="http://schemas.openxmlformats.org/officeDocument/2006/relationships/customXml" Target="../ink/ink2097.xml"/><Relationship Id="rId364" Type="http://schemas.openxmlformats.org/officeDocument/2006/relationships/customXml" Target="../ink/ink2118.xml"/><Relationship Id="rId61" Type="http://schemas.openxmlformats.org/officeDocument/2006/relationships/image" Target="../media/image1913.png"/><Relationship Id="rId199" Type="http://schemas.openxmlformats.org/officeDocument/2006/relationships/image" Target="../media/image1982.png"/><Relationship Id="rId571" Type="http://schemas.openxmlformats.org/officeDocument/2006/relationships/image" Target="../media/image2168.png"/><Relationship Id="rId627" Type="http://schemas.openxmlformats.org/officeDocument/2006/relationships/image" Target="../media/image2196.png"/><Relationship Id="rId669" Type="http://schemas.openxmlformats.org/officeDocument/2006/relationships/image" Target="../media/image2217.png"/><Relationship Id="rId19" Type="http://schemas.openxmlformats.org/officeDocument/2006/relationships/image" Target="../media/image1892.png"/><Relationship Id="rId224" Type="http://schemas.openxmlformats.org/officeDocument/2006/relationships/customXml" Target="../ink/ink2048.xml"/><Relationship Id="rId266" Type="http://schemas.openxmlformats.org/officeDocument/2006/relationships/customXml" Target="../ink/ink2069.xml"/><Relationship Id="rId431" Type="http://schemas.openxmlformats.org/officeDocument/2006/relationships/image" Target="../media/image2098.png"/><Relationship Id="rId473" Type="http://schemas.openxmlformats.org/officeDocument/2006/relationships/image" Target="../media/image2119.png"/><Relationship Id="rId529" Type="http://schemas.openxmlformats.org/officeDocument/2006/relationships/image" Target="../media/image2147.png"/><Relationship Id="rId680" Type="http://schemas.openxmlformats.org/officeDocument/2006/relationships/customXml" Target="../ink/ink2276.xml"/></Relationships>
</file>

<file path=ppt/slides/_rels/slide32.xml.rels><?xml version="1.0" encoding="UTF-8" standalone="yes"?>
<Relationships xmlns="http://schemas.openxmlformats.org/package/2006/relationships"><Relationship Id="rId3" Type="http://schemas.openxmlformats.org/officeDocument/2006/relationships/image" Target="../media/image2238.png"/><Relationship Id="rId2" Type="http://schemas.openxmlformats.org/officeDocument/2006/relationships/hyperlink" Target="https://proceedings.neurips.cc/paper_files/paper/2012/file/c399862d3b9d6b76c8436e924a68c45b-Paper.pdf"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39.jpeg"/><Relationship Id="rId2" Type="http://schemas.openxmlformats.org/officeDocument/2006/relationships/hyperlink" Target="https://proceedings.neurips.cc/paper_files/paper/2012/file/c399862d3b9d6b76c8436e924a68c45b-Paper.pdf" TargetMode="External"/><Relationship Id="rId1" Type="http://schemas.openxmlformats.org/officeDocument/2006/relationships/slideLayout" Target="../slideLayouts/slideLayout2.xml"/><Relationship Id="rId4" Type="http://schemas.openxmlformats.org/officeDocument/2006/relationships/image" Target="../media/image2240.png"/></Relationships>
</file>

<file path=ppt/slides/_rels/slide34.xml.rels><?xml version="1.0" encoding="UTF-8" standalone="yes"?>
<Relationships xmlns="http://schemas.openxmlformats.org/package/2006/relationships"><Relationship Id="rId2" Type="http://schemas.openxmlformats.org/officeDocument/2006/relationships/image" Target="../media/image22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keras.io/api/applications/" TargetMode="External"/><Relationship Id="rId2" Type="http://schemas.openxmlformats.org/officeDocument/2006/relationships/image" Target="../media/image22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44.png"/><Relationship Id="rId2" Type="http://schemas.openxmlformats.org/officeDocument/2006/relationships/image" Target="../media/image22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B2F76-FD0E-8284-48C5-01960897A395}"/>
              </a:ext>
            </a:extLst>
          </p:cNvPr>
          <p:cNvSpPr>
            <a:spLocks noGrp="1"/>
          </p:cNvSpPr>
          <p:nvPr>
            <p:ph type="ctrTitle"/>
          </p:nvPr>
        </p:nvSpPr>
        <p:spPr/>
        <p:txBody>
          <a:bodyPr>
            <a:normAutofit/>
          </a:bodyPr>
          <a:lstStyle/>
          <a:p>
            <a:r>
              <a:rPr lang="en-US" dirty="0"/>
              <a:t>Demystifying Convolutional Neural Networks (CNN)</a:t>
            </a:r>
            <a:endParaRPr lang="en-IN" dirty="0"/>
          </a:p>
        </p:txBody>
      </p:sp>
      <p:sp>
        <p:nvSpPr>
          <p:cNvPr id="3" name="Subtitle 2">
            <a:extLst>
              <a:ext uri="{FF2B5EF4-FFF2-40B4-BE49-F238E27FC236}">
                <a16:creationId xmlns:a16="http://schemas.microsoft.com/office/drawing/2014/main" id="{7EC1AC0B-55AF-D3F7-FEE1-546C3C7465A9}"/>
              </a:ext>
            </a:extLst>
          </p:cNvPr>
          <p:cNvSpPr>
            <a:spLocks noGrp="1"/>
          </p:cNvSpPr>
          <p:nvPr>
            <p:ph type="subTitle" idx="1"/>
          </p:nvPr>
        </p:nvSpPr>
        <p:spPr/>
        <p:txBody>
          <a:bodyPr/>
          <a:lstStyle/>
          <a:p>
            <a:r>
              <a:rPr lang="en-US" dirty="0"/>
              <a:t>The Brains Behind Computer Vision</a:t>
            </a:r>
            <a:endParaRPr lang="en-IN" dirty="0"/>
          </a:p>
        </p:txBody>
      </p:sp>
    </p:spTree>
    <p:extLst>
      <p:ext uri="{BB962C8B-B14F-4D97-AF65-F5344CB8AC3E}">
        <p14:creationId xmlns:p14="http://schemas.microsoft.com/office/powerpoint/2010/main" val="352814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5B44A-F0ED-773D-9315-C91243DABBA5}"/>
              </a:ext>
            </a:extLst>
          </p:cNvPr>
          <p:cNvSpPr>
            <a:spLocks noGrp="1"/>
          </p:cNvSpPr>
          <p:nvPr>
            <p:ph type="title"/>
          </p:nvPr>
        </p:nvSpPr>
        <p:spPr/>
        <p:txBody>
          <a:bodyPr/>
          <a:lstStyle/>
          <a:p>
            <a:r>
              <a:rPr lang="en-IN" dirty="0"/>
              <a:t>Learning Objective</a:t>
            </a:r>
          </a:p>
        </p:txBody>
      </p:sp>
      <p:sp>
        <p:nvSpPr>
          <p:cNvPr id="4" name="Rectangle 1">
            <a:extLst>
              <a:ext uri="{FF2B5EF4-FFF2-40B4-BE49-F238E27FC236}">
                <a16:creationId xmlns:a16="http://schemas.microsoft.com/office/drawing/2014/main" id="{02030B76-3011-4689-ABA0-3BE4A4604B7D}"/>
              </a:ext>
            </a:extLst>
          </p:cNvPr>
          <p:cNvSpPr>
            <a:spLocks noGrp="1" noChangeArrowheads="1"/>
          </p:cNvSpPr>
          <p:nvPr>
            <p:ph idx="1"/>
          </p:nvPr>
        </p:nvSpPr>
        <p:spPr bwMode="auto">
          <a:xfrm>
            <a:off x="1299796" y="1900923"/>
            <a:ext cx="9943027"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lnSpc>
                <a:spcPct val="100000"/>
              </a:lnSpc>
              <a:spcBef>
                <a:spcPct val="0"/>
              </a:spcBef>
              <a:spcAft>
                <a:spcPct val="0"/>
              </a:spcAft>
              <a:buClrTx/>
              <a:buSzTx/>
              <a:buFont typeface="+mj-lt"/>
              <a:buAutoNum type="arabicPeriod"/>
            </a:pPr>
            <a:r>
              <a:rPr kumimoji="0" lang="en-US" altLang="en-US" sz="3200" b="0" i="0" u="none" strike="noStrike" cap="none" normalizeH="0" baseline="0" dirty="0">
                <a:ln>
                  <a:noFill/>
                </a:ln>
                <a:solidFill>
                  <a:schemeClr val="tx1"/>
                </a:solidFill>
                <a:effectLst/>
                <a:latin typeface="+mj-lt"/>
              </a:rPr>
              <a:t>Understand the architecture of CNNs.</a:t>
            </a:r>
          </a:p>
          <a:p>
            <a:pPr marL="342900" indent="-342900" eaLnBrk="0" fontAlgn="base" hangingPunct="0">
              <a:lnSpc>
                <a:spcPct val="100000"/>
              </a:lnSpc>
              <a:spcBef>
                <a:spcPct val="0"/>
              </a:spcBef>
              <a:spcAft>
                <a:spcPct val="0"/>
              </a:spcAft>
              <a:buClrTx/>
              <a:buSzTx/>
              <a:buFont typeface="+mj-lt"/>
              <a:buAutoNum type="arabicPeriod"/>
            </a:pPr>
            <a:r>
              <a:rPr kumimoji="0" lang="en-US" altLang="en-US" sz="3200" b="0" i="0" u="none" strike="noStrike" cap="none" normalizeH="0" baseline="0" dirty="0">
                <a:ln>
                  <a:noFill/>
                </a:ln>
                <a:solidFill>
                  <a:schemeClr val="tx1"/>
                </a:solidFill>
                <a:effectLst/>
                <a:latin typeface="+mj-lt"/>
              </a:rPr>
              <a:t>Learn how CNNs process images</a:t>
            </a:r>
          </a:p>
          <a:p>
            <a:pPr marL="342900" indent="-342900" eaLnBrk="0" fontAlgn="base" hangingPunct="0">
              <a:lnSpc>
                <a:spcPct val="100000"/>
              </a:lnSpc>
              <a:spcBef>
                <a:spcPct val="0"/>
              </a:spcBef>
              <a:spcAft>
                <a:spcPct val="0"/>
              </a:spcAft>
              <a:buClrTx/>
              <a:buSzTx/>
              <a:buFont typeface="+mj-lt"/>
              <a:buAutoNum type="arabicPeriod"/>
            </a:pPr>
            <a:r>
              <a:rPr kumimoji="0" lang="en-US" altLang="en-US" sz="3200" b="0" i="0" u="none" strike="noStrike" cap="none" normalizeH="0" baseline="0" dirty="0">
                <a:ln>
                  <a:noFill/>
                </a:ln>
                <a:solidFill>
                  <a:schemeClr val="tx1"/>
                </a:solidFill>
                <a:effectLst/>
                <a:latin typeface="+mj-lt"/>
              </a:rPr>
              <a:t>Explore key layers (Conv, Pooling, Activation, Fully Connected)</a:t>
            </a:r>
          </a:p>
          <a:p>
            <a:pPr marL="342900" indent="-342900" eaLnBrk="0" fontAlgn="base" hangingPunct="0">
              <a:lnSpc>
                <a:spcPct val="100000"/>
              </a:lnSpc>
              <a:spcBef>
                <a:spcPct val="0"/>
              </a:spcBef>
              <a:spcAft>
                <a:spcPct val="0"/>
              </a:spcAft>
              <a:buClrTx/>
              <a:buSzTx/>
              <a:buFont typeface="+mj-lt"/>
              <a:buAutoNum type="arabicPeriod"/>
            </a:pPr>
            <a:r>
              <a:rPr kumimoji="0" lang="en-US" altLang="en-US" sz="3200" b="0" i="0" u="none" strike="noStrike" cap="none" normalizeH="0" baseline="0" dirty="0">
                <a:ln>
                  <a:noFill/>
                </a:ln>
                <a:solidFill>
                  <a:schemeClr val="tx1"/>
                </a:solidFill>
                <a:effectLst/>
                <a:latin typeface="+mj-lt"/>
              </a:rPr>
              <a:t>Implement a CNN using Python + TensorFlow/</a:t>
            </a:r>
            <a:r>
              <a:rPr kumimoji="0" lang="en-US" altLang="en-US" sz="3200" b="0" i="0" u="none" strike="noStrike" cap="none" normalizeH="0" baseline="0" dirty="0" err="1">
                <a:ln>
                  <a:noFill/>
                </a:ln>
                <a:solidFill>
                  <a:schemeClr val="tx1"/>
                </a:solidFill>
                <a:effectLst/>
                <a:latin typeface="+mj-lt"/>
              </a:rPr>
              <a:t>Keras</a:t>
            </a:r>
            <a:endParaRPr kumimoji="0" lang="en-US" altLang="en-US" sz="3200" b="0" i="0" u="none" strike="noStrike" cap="none" normalizeH="0" baseline="0" dirty="0">
              <a:ln>
                <a:noFill/>
              </a:ln>
              <a:solidFill>
                <a:schemeClr val="tx1"/>
              </a:solidFill>
              <a:effectLst/>
              <a:latin typeface="+mj-lt"/>
            </a:endParaRPr>
          </a:p>
          <a:p>
            <a:pPr marL="342900" indent="-342900" eaLnBrk="0" fontAlgn="base" hangingPunct="0">
              <a:lnSpc>
                <a:spcPct val="100000"/>
              </a:lnSpc>
              <a:spcBef>
                <a:spcPct val="0"/>
              </a:spcBef>
              <a:spcAft>
                <a:spcPct val="0"/>
              </a:spcAft>
              <a:buClrTx/>
              <a:buSzTx/>
              <a:buFont typeface="+mj-lt"/>
              <a:buAutoNum type="arabicPeriod"/>
            </a:pPr>
            <a:r>
              <a:rPr kumimoji="0" lang="en-US" altLang="en-US" sz="3200" b="0" i="0" u="none" strike="noStrike" cap="none" normalizeH="0" baseline="0" dirty="0">
                <a:ln>
                  <a:noFill/>
                </a:ln>
                <a:solidFill>
                  <a:schemeClr val="tx1"/>
                </a:solidFill>
                <a:effectLst/>
                <a:latin typeface="+mj-lt"/>
              </a:rPr>
              <a:t>Real-world applications of CNNs (medical, automotive, security, etc.)</a:t>
            </a:r>
          </a:p>
        </p:txBody>
      </p:sp>
    </p:spTree>
    <p:extLst>
      <p:ext uri="{BB962C8B-B14F-4D97-AF65-F5344CB8AC3E}">
        <p14:creationId xmlns:p14="http://schemas.microsoft.com/office/powerpoint/2010/main" val="1305686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C52B0-BB9D-AE45-1114-B45C68C0D883}"/>
              </a:ext>
            </a:extLst>
          </p:cNvPr>
          <p:cNvSpPr>
            <a:spLocks noGrp="1"/>
          </p:cNvSpPr>
          <p:nvPr>
            <p:ph type="title"/>
          </p:nvPr>
        </p:nvSpPr>
        <p:spPr/>
        <p:txBody>
          <a:bodyPr/>
          <a:lstStyle/>
          <a:p>
            <a:r>
              <a:rPr lang="en-IN" dirty="0"/>
              <a:t>Real-World Examples - DONE</a:t>
            </a:r>
          </a:p>
        </p:txBody>
      </p:sp>
      <p:pic>
        <p:nvPicPr>
          <p:cNvPr id="3074" name="Picture 2" descr="How Automated Face Recognition Works | ROC">
            <a:extLst>
              <a:ext uri="{FF2B5EF4-FFF2-40B4-BE49-F238E27FC236}">
                <a16:creationId xmlns:a16="http://schemas.microsoft.com/office/drawing/2014/main" id="{2F9015F7-DE97-64C9-9D22-BE1B13732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60" y="1807210"/>
            <a:ext cx="2716239" cy="135953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3B649E6-8B91-43DB-B471-418910529DDE}"/>
              </a:ext>
            </a:extLst>
          </p:cNvPr>
          <p:cNvSpPr txBox="1"/>
          <p:nvPr/>
        </p:nvSpPr>
        <p:spPr>
          <a:xfrm>
            <a:off x="3346450" y="3236594"/>
            <a:ext cx="3765550" cy="369332"/>
          </a:xfrm>
          <a:prstGeom prst="rect">
            <a:avLst/>
          </a:prstGeom>
          <a:noFill/>
        </p:spPr>
        <p:txBody>
          <a:bodyPr wrap="square" rtlCol="0">
            <a:spAutoFit/>
          </a:bodyPr>
          <a:lstStyle/>
          <a:p>
            <a:r>
              <a:rPr lang="en-IN" dirty="0"/>
              <a:t>Self-Driving or Autonomous Vehicle</a:t>
            </a:r>
          </a:p>
        </p:txBody>
      </p:sp>
      <p:pic>
        <p:nvPicPr>
          <p:cNvPr id="3076" name="Picture 4" descr="Self-driving vehicles – Department of Computer Science">
            <a:extLst>
              <a:ext uri="{FF2B5EF4-FFF2-40B4-BE49-F238E27FC236}">
                <a16:creationId xmlns:a16="http://schemas.microsoft.com/office/drawing/2014/main" id="{46B219DD-CF97-1B68-A50A-DCC5F69DA2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9850" y="1807210"/>
            <a:ext cx="2495550" cy="138087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5F7387E-9268-7CAB-5AB4-0A79EA5CAA23}"/>
              </a:ext>
            </a:extLst>
          </p:cNvPr>
          <p:cNvSpPr txBox="1"/>
          <p:nvPr/>
        </p:nvSpPr>
        <p:spPr>
          <a:xfrm>
            <a:off x="666750" y="3236594"/>
            <a:ext cx="1822450" cy="369332"/>
          </a:xfrm>
          <a:prstGeom prst="rect">
            <a:avLst/>
          </a:prstGeom>
          <a:noFill/>
        </p:spPr>
        <p:txBody>
          <a:bodyPr wrap="square" rtlCol="0">
            <a:spAutoFit/>
          </a:bodyPr>
          <a:lstStyle/>
          <a:p>
            <a:r>
              <a:rPr lang="en-IN" dirty="0"/>
              <a:t>Face Detection</a:t>
            </a:r>
          </a:p>
        </p:txBody>
      </p:sp>
      <p:pic>
        <p:nvPicPr>
          <p:cNvPr id="3078" name="Picture 6" descr="The Complete Guide to Object Detection ...">
            <a:extLst>
              <a:ext uri="{FF2B5EF4-FFF2-40B4-BE49-F238E27FC236}">
                <a16:creationId xmlns:a16="http://schemas.microsoft.com/office/drawing/2014/main" id="{DD68A515-96A1-4EEF-9171-1B9B031854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9775" y="1874663"/>
            <a:ext cx="1955851" cy="131341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78762DC-B57C-4078-FD5A-42D737DC54E0}"/>
              </a:ext>
            </a:extLst>
          </p:cNvPr>
          <p:cNvSpPr txBox="1"/>
          <p:nvPr/>
        </p:nvSpPr>
        <p:spPr>
          <a:xfrm>
            <a:off x="8547100" y="3236594"/>
            <a:ext cx="2794000" cy="369332"/>
          </a:xfrm>
          <a:prstGeom prst="rect">
            <a:avLst/>
          </a:prstGeom>
          <a:noFill/>
        </p:spPr>
        <p:txBody>
          <a:bodyPr wrap="square" rtlCol="0">
            <a:spAutoFit/>
          </a:bodyPr>
          <a:lstStyle/>
          <a:p>
            <a:r>
              <a:rPr lang="en-IN" dirty="0"/>
              <a:t>Object Detection</a:t>
            </a:r>
          </a:p>
        </p:txBody>
      </p:sp>
      <p:pic>
        <p:nvPicPr>
          <p:cNvPr id="3080" name="Picture 8" descr="Introduction to Emotion Recognition 2021 | RecFaces">
            <a:extLst>
              <a:ext uri="{FF2B5EF4-FFF2-40B4-BE49-F238E27FC236}">
                <a16:creationId xmlns:a16="http://schemas.microsoft.com/office/drawing/2014/main" id="{7F905181-034F-328B-A31D-1B8D77AFD6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0161" y="3837084"/>
            <a:ext cx="3013075" cy="179695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F07121A-39A6-E20D-AE93-324D2230F54B}"/>
              </a:ext>
            </a:extLst>
          </p:cNvPr>
          <p:cNvSpPr txBox="1"/>
          <p:nvPr/>
        </p:nvSpPr>
        <p:spPr>
          <a:xfrm>
            <a:off x="1448579" y="5634038"/>
            <a:ext cx="3765550" cy="369332"/>
          </a:xfrm>
          <a:prstGeom prst="rect">
            <a:avLst/>
          </a:prstGeom>
          <a:noFill/>
        </p:spPr>
        <p:txBody>
          <a:bodyPr wrap="square" rtlCol="0">
            <a:spAutoFit/>
          </a:bodyPr>
          <a:lstStyle/>
          <a:p>
            <a:r>
              <a:rPr lang="en-IN" dirty="0"/>
              <a:t>Facial Emotion Recognition</a:t>
            </a:r>
          </a:p>
        </p:txBody>
      </p:sp>
      <p:pic>
        <p:nvPicPr>
          <p:cNvPr id="3082" name="Picture 10" descr="Online X-Ray Report Analysis | Chest X-Ray - MyMeds247">
            <a:extLst>
              <a:ext uri="{FF2B5EF4-FFF2-40B4-BE49-F238E27FC236}">
                <a16:creationId xmlns:a16="http://schemas.microsoft.com/office/drawing/2014/main" id="{D2E9101A-AEAF-5EC3-C0AC-2A861E08B6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68900" y="3576638"/>
            <a:ext cx="2057400" cy="20574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BC72F63-B845-B266-AD32-6FEF4801783F}"/>
              </a:ext>
            </a:extLst>
          </p:cNvPr>
          <p:cNvSpPr txBox="1"/>
          <p:nvPr/>
        </p:nvSpPr>
        <p:spPr>
          <a:xfrm>
            <a:off x="5267325" y="5604750"/>
            <a:ext cx="3765550" cy="369332"/>
          </a:xfrm>
          <a:prstGeom prst="rect">
            <a:avLst/>
          </a:prstGeom>
          <a:noFill/>
        </p:spPr>
        <p:txBody>
          <a:bodyPr wrap="square" rtlCol="0">
            <a:spAutoFit/>
          </a:bodyPr>
          <a:lstStyle/>
          <a:p>
            <a:r>
              <a:rPr lang="en-IN" dirty="0"/>
              <a:t>x-ray image analysis</a:t>
            </a:r>
          </a:p>
        </p:txBody>
      </p:sp>
      <p:pic>
        <p:nvPicPr>
          <p:cNvPr id="3084" name="Picture 12" descr="GitHub - anandhkishan/Handwritten-Character-Recognition-using-CNN:  Recognizing handwritten character image using CNN with the CNN model  trained using EMNIST dataset. The work is extended by adding 12 more  characters from Tamil language to the dataset">
            <a:extLst>
              <a:ext uri="{FF2B5EF4-FFF2-40B4-BE49-F238E27FC236}">
                <a16:creationId xmlns:a16="http://schemas.microsoft.com/office/drawing/2014/main" id="{96F6E069-953A-8D30-1AEE-F91446268A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6768" y="3765472"/>
            <a:ext cx="3098413" cy="1536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342A261-4E20-5A34-7A77-942B4E6B472C}"/>
              </a:ext>
            </a:extLst>
          </p:cNvPr>
          <p:cNvSpPr txBox="1"/>
          <p:nvPr/>
        </p:nvSpPr>
        <p:spPr>
          <a:xfrm>
            <a:off x="8267700" y="5302172"/>
            <a:ext cx="3765550" cy="369332"/>
          </a:xfrm>
          <a:prstGeom prst="rect">
            <a:avLst/>
          </a:prstGeom>
          <a:noFill/>
        </p:spPr>
        <p:txBody>
          <a:bodyPr wrap="square" rtlCol="0">
            <a:spAutoFit/>
          </a:bodyPr>
          <a:lstStyle/>
          <a:p>
            <a:r>
              <a:rPr lang="en-IN" dirty="0"/>
              <a:t>Hand-written digit recognition</a:t>
            </a:r>
          </a:p>
        </p:txBody>
      </p:sp>
    </p:spTree>
    <p:extLst>
      <p:ext uri="{BB962C8B-B14F-4D97-AF65-F5344CB8AC3E}">
        <p14:creationId xmlns:p14="http://schemas.microsoft.com/office/powerpoint/2010/main" val="669612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B1B5E-C4BB-4C3C-12D2-64AC401FE216}"/>
              </a:ext>
            </a:extLst>
          </p:cNvPr>
          <p:cNvSpPr>
            <a:spLocks noGrp="1"/>
          </p:cNvSpPr>
          <p:nvPr>
            <p:ph type="title"/>
          </p:nvPr>
        </p:nvSpPr>
        <p:spPr/>
        <p:txBody>
          <a:bodyPr/>
          <a:lstStyle/>
          <a:p>
            <a:r>
              <a:rPr lang="en-IN" dirty="0"/>
              <a:t>What is CNN?</a:t>
            </a:r>
          </a:p>
        </p:txBody>
      </p:sp>
      <p:pic>
        <p:nvPicPr>
          <p:cNvPr id="4098" name="Picture 2" descr="Deep learning is a type of machine learning. A convolutional neural... |  Download Scientific Diagram">
            <a:extLst>
              <a:ext uri="{FF2B5EF4-FFF2-40B4-BE49-F238E27FC236}">
                <a16:creationId xmlns:a16="http://schemas.microsoft.com/office/drawing/2014/main" id="{BF36A77F-909A-5837-037D-9DFB9A5C0F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281" y="2230655"/>
            <a:ext cx="6558590" cy="33178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 4">
            <a:extLst>
              <a:ext uri="{FF2B5EF4-FFF2-40B4-BE49-F238E27FC236}">
                <a16:creationId xmlns:a16="http://schemas.microsoft.com/office/drawing/2014/main" id="{DAB3D913-A70D-59B5-2EE4-975BF0A5C724}"/>
              </a:ext>
            </a:extLst>
          </p:cNvPr>
          <p:cNvGraphicFramePr/>
          <p:nvPr>
            <p:extLst>
              <p:ext uri="{D42A27DB-BD31-4B8C-83A1-F6EECF244321}">
                <p14:modId xmlns:p14="http://schemas.microsoft.com/office/powerpoint/2010/main" val="3117957031"/>
              </p:ext>
            </p:extLst>
          </p:nvPr>
        </p:nvGraphicFramePr>
        <p:xfrm>
          <a:off x="6940550" y="2044700"/>
          <a:ext cx="4832350" cy="4159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37259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81B17-ACA9-7E3A-D2BB-CBF76045DC36}"/>
              </a:ext>
            </a:extLst>
          </p:cNvPr>
          <p:cNvSpPr>
            <a:spLocks noGrp="1"/>
          </p:cNvSpPr>
          <p:nvPr>
            <p:ph type="title"/>
          </p:nvPr>
        </p:nvSpPr>
        <p:spPr/>
        <p:txBody>
          <a:bodyPr>
            <a:normAutofit/>
          </a:bodyPr>
          <a:lstStyle/>
          <a:p>
            <a:r>
              <a:rPr lang="en-IN" dirty="0"/>
              <a:t>CNN Foundation - DONE</a:t>
            </a:r>
          </a:p>
        </p:txBody>
      </p:sp>
      <p:pic>
        <p:nvPicPr>
          <p:cNvPr id="5122" name="Picture 2">
            <a:extLst>
              <a:ext uri="{FF2B5EF4-FFF2-40B4-BE49-F238E27FC236}">
                <a16:creationId xmlns:a16="http://schemas.microsoft.com/office/drawing/2014/main" id="{EF857240-28F5-6804-457E-3DC8D67D903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38517" y="2482850"/>
            <a:ext cx="5776734" cy="299878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Diagram 3">
            <a:extLst>
              <a:ext uri="{FF2B5EF4-FFF2-40B4-BE49-F238E27FC236}">
                <a16:creationId xmlns:a16="http://schemas.microsoft.com/office/drawing/2014/main" id="{DD3D9E5A-0605-08D4-D949-0364EA863867}"/>
              </a:ext>
            </a:extLst>
          </p:cNvPr>
          <p:cNvGraphicFramePr/>
          <p:nvPr>
            <p:extLst>
              <p:ext uri="{D42A27DB-BD31-4B8C-83A1-F6EECF244321}">
                <p14:modId xmlns:p14="http://schemas.microsoft.com/office/powerpoint/2010/main" val="1741251069"/>
              </p:ext>
            </p:extLst>
          </p:nvPr>
        </p:nvGraphicFramePr>
        <p:xfrm>
          <a:off x="446266" y="2224617"/>
          <a:ext cx="5776734" cy="3649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125AFE6A-1274-941D-25FF-4C51E3107B0D}"/>
              </a:ext>
            </a:extLst>
          </p:cNvPr>
          <p:cNvSpPr txBox="1"/>
          <p:nvPr/>
        </p:nvSpPr>
        <p:spPr>
          <a:xfrm>
            <a:off x="6851650" y="2030568"/>
            <a:ext cx="6096000" cy="646331"/>
          </a:xfrm>
          <a:prstGeom prst="rect">
            <a:avLst/>
          </a:prstGeom>
          <a:noFill/>
        </p:spPr>
        <p:txBody>
          <a:bodyPr wrap="square">
            <a:spAutoFit/>
          </a:bodyPr>
          <a:lstStyle/>
          <a:p>
            <a:r>
              <a:rPr lang="en-US" sz="1800" b="1" i="0" dirty="0">
                <a:solidFill>
                  <a:srgbClr val="242424"/>
                </a:solidFill>
                <a:effectLst/>
              </a:rPr>
              <a:t>Hubel and Wiesel’s Experiments (1950s)</a:t>
            </a:r>
            <a:br>
              <a:rPr lang="en-US" sz="1800" b="1" i="0" dirty="0">
                <a:solidFill>
                  <a:srgbClr val="242424"/>
                </a:solidFill>
                <a:effectLst/>
              </a:rPr>
            </a:br>
            <a:endParaRPr lang="en-IN" b="1" dirty="0"/>
          </a:p>
        </p:txBody>
      </p:sp>
      <p:sp>
        <p:nvSpPr>
          <p:cNvPr id="8" name="TextBox 7">
            <a:extLst>
              <a:ext uri="{FF2B5EF4-FFF2-40B4-BE49-F238E27FC236}">
                <a16:creationId xmlns:a16="http://schemas.microsoft.com/office/drawing/2014/main" id="{22751535-CDB1-5BBD-50D1-C92A69EBCF57}"/>
              </a:ext>
            </a:extLst>
          </p:cNvPr>
          <p:cNvSpPr txBox="1"/>
          <p:nvPr/>
        </p:nvSpPr>
        <p:spPr>
          <a:xfrm>
            <a:off x="6303963" y="5210645"/>
            <a:ext cx="5494337" cy="1446550"/>
          </a:xfrm>
          <a:prstGeom prst="rect">
            <a:avLst/>
          </a:prstGeom>
          <a:noFill/>
        </p:spPr>
        <p:txBody>
          <a:bodyPr wrap="square">
            <a:spAutoFit/>
          </a:bodyPr>
          <a:lstStyle/>
          <a:p>
            <a:pPr algn="l">
              <a:lnSpc>
                <a:spcPts val="2400"/>
              </a:lnSpc>
              <a:buNone/>
            </a:pPr>
            <a:r>
              <a:rPr lang="en-US" sz="1400" b="0" i="0" dirty="0">
                <a:solidFill>
                  <a:srgbClr val="242424"/>
                </a:solidFill>
                <a:effectLst/>
                <a:latin typeface="source-serif-pro"/>
              </a:rPr>
              <a:t>Hubel and Wiesel’s work provided a fundamental understanding of how the brain processes visual information, inspiring the development of artificial neural networks designed to mimic this hierarchical structure.</a:t>
            </a:r>
          </a:p>
          <a:p>
            <a:pPr>
              <a:buNone/>
            </a:pPr>
            <a:br>
              <a:rPr lang="en-US" sz="1400" b="0" i="0" dirty="0">
                <a:effectLst/>
                <a:latin typeface="medium-content-sans-serif-font"/>
              </a:rPr>
            </a:br>
            <a:endParaRPr lang="en-IN" sz="1400" dirty="0"/>
          </a:p>
        </p:txBody>
      </p:sp>
    </p:spTree>
    <p:extLst>
      <p:ext uri="{BB962C8B-B14F-4D97-AF65-F5344CB8AC3E}">
        <p14:creationId xmlns:p14="http://schemas.microsoft.com/office/powerpoint/2010/main" val="3483410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B0C7A-2889-602B-71FC-53CCE7D24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1CFBE3-66E2-94D5-81FA-A8E7729D4A0D}"/>
              </a:ext>
            </a:extLst>
          </p:cNvPr>
          <p:cNvSpPr>
            <a:spLocks noGrp="1"/>
          </p:cNvSpPr>
          <p:nvPr>
            <p:ph type="title"/>
          </p:nvPr>
        </p:nvSpPr>
        <p:spPr/>
        <p:txBody>
          <a:bodyPr>
            <a:normAutofit/>
          </a:bodyPr>
          <a:lstStyle/>
          <a:p>
            <a:r>
              <a:rPr lang="en-IN" dirty="0"/>
              <a:t>CNN Foundation done…</a:t>
            </a:r>
          </a:p>
        </p:txBody>
      </p:sp>
      <p:sp>
        <p:nvSpPr>
          <p:cNvPr id="6" name="TextBox 5">
            <a:extLst>
              <a:ext uri="{FF2B5EF4-FFF2-40B4-BE49-F238E27FC236}">
                <a16:creationId xmlns:a16="http://schemas.microsoft.com/office/drawing/2014/main" id="{F5F80A1A-ADA5-1D33-F46D-E878D55655FD}"/>
              </a:ext>
            </a:extLst>
          </p:cNvPr>
          <p:cNvSpPr txBox="1"/>
          <p:nvPr/>
        </p:nvSpPr>
        <p:spPr>
          <a:xfrm>
            <a:off x="9384030" y="5346994"/>
            <a:ext cx="6096000" cy="646331"/>
          </a:xfrm>
          <a:prstGeom prst="rect">
            <a:avLst/>
          </a:prstGeom>
          <a:noFill/>
        </p:spPr>
        <p:txBody>
          <a:bodyPr wrap="square">
            <a:spAutoFit/>
          </a:bodyPr>
          <a:lstStyle/>
          <a:p>
            <a:r>
              <a:rPr lang="en-US" sz="1800" b="1" i="0" dirty="0">
                <a:solidFill>
                  <a:srgbClr val="242424"/>
                </a:solidFill>
                <a:effectLst/>
              </a:rPr>
              <a:t>Visual Cortex</a:t>
            </a:r>
            <a:br>
              <a:rPr lang="en-US" sz="1800" b="1" i="0" dirty="0">
                <a:solidFill>
                  <a:srgbClr val="242424"/>
                </a:solidFill>
                <a:effectLst/>
              </a:rPr>
            </a:br>
            <a:endParaRPr lang="en-IN" b="1" dirty="0"/>
          </a:p>
        </p:txBody>
      </p:sp>
      <p:pic>
        <p:nvPicPr>
          <p:cNvPr id="6146" name="Picture 2" descr="Higher-order visual pathways and the CVI brain – Perkins School for the  Blind">
            <a:extLst>
              <a:ext uri="{FF2B5EF4-FFF2-40B4-BE49-F238E27FC236}">
                <a16:creationId xmlns:a16="http://schemas.microsoft.com/office/drawing/2014/main" id="{70D27CFD-4175-C572-FFA1-785B70DE78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2180" y="2206890"/>
            <a:ext cx="3986399" cy="280828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C19ED74-9A9D-6DA9-6188-8AD41E70FE48}"/>
              </a:ext>
            </a:extLst>
          </p:cNvPr>
          <p:cNvSpPr txBox="1"/>
          <p:nvPr/>
        </p:nvSpPr>
        <p:spPr>
          <a:xfrm>
            <a:off x="679450" y="2009276"/>
            <a:ext cx="7447980" cy="4185761"/>
          </a:xfrm>
          <a:prstGeom prst="rect">
            <a:avLst/>
          </a:prstGeom>
          <a:noFill/>
        </p:spPr>
        <p:txBody>
          <a:bodyPr wrap="square">
            <a:spAutoFit/>
          </a:bodyPr>
          <a:lstStyle/>
          <a:p>
            <a:pPr>
              <a:buNone/>
            </a:pPr>
            <a:r>
              <a:rPr lang="en-US" sz="1400" dirty="0"/>
              <a:t>The </a:t>
            </a:r>
            <a:r>
              <a:rPr lang="en-US" sz="1400" b="1" dirty="0"/>
              <a:t>human visual system</a:t>
            </a:r>
            <a:r>
              <a:rPr lang="en-US" sz="1400" dirty="0"/>
              <a:t> is a highly complex network that processes visual information from the environment to help us perceive and understand what we see. </a:t>
            </a:r>
          </a:p>
          <a:p>
            <a:pPr>
              <a:buNone/>
            </a:pPr>
            <a:endParaRPr lang="en-US" sz="1400" dirty="0"/>
          </a:p>
          <a:p>
            <a:pPr marL="285750" indent="-285750">
              <a:buFont typeface="Arial" panose="020B0604020202020204" pitchFamily="34" charset="0"/>
              <a:buChar char="•"/>
            </a:pPr>
            <a:r>
              <a:rPr lang="en-US" sz="1400" b="1" dirty="0"/>
              <a:t>Light enters the eye</a:t>
            </a:r>
            <a:r>
              <a:rPr lang="en-US" sz="1400" dirty="0"/>
              <a:t> through the cornea and lens, focusing the image on the </a:t>
            </a:r>
            <a:r>
              <a:rPr lang="en-US" sz="1400" b="1" dirty="0"/>
              <a:t>retina</a:t>
            </a:r>
            <a:r>
              <a:rPr lang="en-US" sz="1400" dirty="0"/>
              <a:t>, which contains photoreceptor cells (</a:t>
            </a:r>
            <a:r>
              <a:rPr lang="en-US" sz="1400" b="1" dirty="0"/>
              <a:t>rods and cones</a:t>
            </a:r>
            <a:r>
              <a:rPr lang="en-US" sz="1400" dirty="0"/>
              <a:t>) that convert light into electrical signals.</a:t>
            </a:r>
          </a:p>
          <a:p>
            <a:pPr marL="285750" indent="-285750">
              <a:buFont typeface="Arial" panose="020B0604020202020204" pitchFamily="34" charset="0"/>
              <a:buChar char="•"/>
            </a:pPr>
            <a:r>
              <a:rPr lang="en-US" sz="1400" dirty="0"/>
              <a:t>These signals travel via the </a:t>
            </a:r>
            <a:r>
              <a:rPr lang="en-US" sz="1400" b="1" dirty="0"/>
              <a:t>optic nerve</a:t>
            </a:r>
            <a:r>
              <a:rPr lang="en-US" sz="1400" dirty="0"/>
              <a:t> to the </a:t>
            </a:r>
            <a:r>
              <a:rPr lang="en-US" sz="1400" b="1" dirty="0"/>
              <a:t>lateral geniculate nucleus (LGN)</a:t>
            </a:r>
            <a:r>
              <a:rPr lang="en-US" sz="1400" dirty="0"/>
              <a:t> in the thalamus, and then to the </a:t>
            </a:r>
            <a:r>
              <a:rPr lang="en-US" sz="1400" b="1" dirty="0"/>
              <a:t>primary visual cortex (V1)</a:t>
            </a:r>
            <a:r>
              <a:rPr lang="en-US" sz="1400" dirty="0"/>
              <a:t> located in the occipital lobe at the back of the brain.</a:t>
            </a:r>
          </a:p>
          <a:p>
            <a:pPr marL="285750" indent="-285750">
              <a:buFont typeface="Arial" panose="020B0604020202020204" pitchFamily="34" charset="0"/>
              <a:buChar char="•"/>
            </a:pPr>
            <a:r>
              <a:rPr lang="en-US" sz="1400" dirty="0"/>
              <a:t>In </a:t>
            </a:r>
            <a:r>
              <a:rPr lang="en-US" sz="1400" b="1" dirty="0"/>
              <a:t>V1</a:t>
            </a:r>
            <a:r>
              <a:rPr lang="en-US" sz="1400" dirty="0"/>
              <a:t>, basic features such as </a:t>
            </a:r>
            <a:r>
              <a:rPr lang="en-US" sz="1400" b="1" dirty="0"/>
              <a:t>edges, lines, and orientations</a:t>
            </a:r>
            <a:r>
              <a:rPr lang="en-US" sz="1400" dirty="0"/>
              <a:t> are detected. This information is then passed along two major pathways:</a:t>
            </a:r>
          </a:p>
          <a:p>
            <a:pPr marL="742950" lvl="1" indent="-285750">
              <a:buFont typeface="+mj-lt"/>
              <a:buAutoNum type="arabicPeriod"/>
            </a:pPr>
            <a:r>
              <a:rPr lang="en-US" sz="1400" dirty="0"/>
              <a:t>The </a:t>
            </a:r>
            <a:r>
              <a:rPr lang="en-US" sz="1400" b="1" dirty="0"/>
              <a:t>ventral stream</a:t>
            </a:r>
            <a:r>
              <a:rPr lang="en-US" sz="1400" dirty="0"/>
              <a:t> (the "what" pathway) processes object identity, color, and form, leading to the </a:t>
            </a:r>
            <a:r>
              <a:rPr lang="en-US" sz="1400" b="1" dirty="0"/>
              <a:t>inferior temporal cortex</a:t>
            </a:r>
            <a:r>
              <a:rPr lang="en-US" sz="1400" dirty="0"/>
              <a:t>.</a:t>
            </a:r>
          </a:p>
          <a:p>
            <a:pPr marL="742950" lvl="1" indent="-285750">
              <a:buFont typeface="+mj-lt"/>
              <a:buAutoNum type="arabicPeriod"/>
            </a:pPr>
            <a:r>
              <a:rPr lang="en-US" sz="1400" dirty="0"/>
              <a:t>The </a:t>
            </a:r>
            <a:r>
              <a:rPr lang="en-US" sz="1400" b="1" dirty="0"/>
              <a:t>dorsal stream</a:t>
            </a:r>
            <a:r>
              <a:rPr lang="en-US" sz="1400" dirty="0"/>
              <a:t> (the "where/how" pathway) handles motion and spatial awareness, leading to the </a:t>
            </a:r>
            <a:r>
              <a:rPr lang="en-US" sz="1400" b="1" dirty="0"/>
              <a:t>posterior parietal cortex</a:t>
            </a:r>
            <a:r>
              <a:rPr lang="en-US" sz="1400" dirty="0"/>
              <a:t>.</a:t>
            </a:r>
          </a:p>
          <a:p>
            <a:pPr marL="285750" indent="-285750">
              <a:buFont typeface="Arial" panose="020B0604020202020204" pitchFamily="34" charset="0"/>
              <a:buChar char="•"/>
            </a:pPr>
            <a:r>
              <a:rPr lang="en-US" sz="1400" dirty="0"/>
              <a:t>As visual information flows through these hierarchical stages, the brain integrates simple patterns into </a:t>
            </a:r>
            <a:r>
              <a:rPr lang="en-US" sz="1400" b="1" dirty="0"/>
              <a:t>complex perceptions</a:t>
            </a:r>
            <a:r>
              <a:rPr lang="en-US" sz="1400" dirty="0"/>
              <a:t> like faces, scenes, or motion.</a:t>
            </a:r>
          </a:p>
          <a:p>
            <a:pPr marL="285750" indent="-285750">
              <a:buFont typeface="Arial" panose="020B0604020202020204" pitchFamily="34" charset="0"/>
              <a:buChar char="•"/>
            </a:pPr>
            <a:endParaRPr lang="en-US" sz="1400" dirty="0"/>
          </a:p>
          <a:p>
            <a:endParaRPr lang="en-US" sz="1400" dirty="0"/>
          </a:p>
          <a:p>
            <a:r>
              <a:rPr lang="en-US" sz="1400" dirty="0"/>
              <a:t>This layered, feature-based approach in the human brain inspired the architecture of </a:t>
            </a:r>
            <a:r>
              <a:rPr lang="en-US" sz="1400" b="1" dirty="0"/>
              <a:t>Convolutional Neural Networks (CNNs)</a:t>
            </a:r>
            <a:r>
              <a:rPr lang="en-US" sz="1400" dirty="0"/>
              <a:t> in artificial vision systems.</a:t>
            </a:r>
          </a:p>
        </p:txBody>
      </p:sp>
    </p:spTree>
    <p:extLst>
      <p:ext uri="{BB962C8B-B14F-4D97-AF65-F5344CB8AC3E}">
        <p14:creationId xmlns:p14="http://schemas.microsoft.com/office/powerpoint/2010/main" val="1370573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41DBE-9F34-CB04-B844-A5C093348D4C}"/>
              </a:ext>
            </a:extLst>
          </p:cNvPr>
          <p:cNvSpPr>
            <a:spLocks noGrp="1"/>
          </p:cNvSpPr>
          <p:nvPr>
            <p:ph type="title"/>
          </p:nvPr>
        </p:nvSpPr>
        <p:spPr/>
        <p:txBody>
          <a:bodyPr/>
          <a:lstStyle/>
          <a:p>
            <a:r>
              <a:rPr lang="en-IN" dirty="0"/>
              <a:t>Why CNNs? done</a:t>
            </a:r>
          </a:p>
        </p:txBody>
      </p:sp>
      <p:sp>
        <p:nvSpPr>
          <p:cNvPr id="3" name="Content Placeholder 2">
            <a:extLst>
              <a:ext uri="{FF2B5EF4-FFF2-40B4-BE49-F238E27FC236}">
                <a16:creationId xmlns:a16="http://schemas.microsoft.com/office/drawing/2014/main" id="{B2871BAB-A46B-C25C-485E-06E966934926}"/>
              </a:ext>
            </a:extLst>
          </p:cNvPr>
          <p:cNvSpPr>
            <a:spLocks noGrp="1"/>
          </p:cNvSpPr>
          <p:nvPr>
            <p:ph idx="1"/>
          </p:nvPr>
        </p:nvSpPr>
        <p:spPr/>
        <p:txBody>
          <a:bodyPr/>
          <a:lstStyle/>
          <a:p>
            <a:pPr>
              <a:buFont typeface="Wingdings" panose="05000000000000000000" pitchFamily="2" charset="2"/>
              <a:buChar char="Ø"/>
            </a:pPr>
            <a:r>
              <a:rPr lang="en-US" dirty="0"/>
              <a:t>Why Traditional Neural Networks Fail for Images?</a:t>
            </a:r>
          </a:p>
          <a:p>
            <a:pPr>
              <a:buFont typeface="Wingdings" panose="05000000000000000000" pitchFamily="2" charset="2"/>
              <a:buChar char="Ø"/>
            </a:pPr>
            <a:r>
              <a:rPr lang="en-US" dirty="0"/>
              <a:t>Traditional neural networks, such as </a:t>
            </a:r>
            <a:r>
              <a:rPr lang="en-US" b="1" dirty="0"/>
              <a:t>fully connected feedforward networks (SLPs and MLPs)</a:t>
            </a:r>
            <a:r>
              <a:rPr lang="en-US" dirty="0"/>
              <a:t>, are not ideal for image processing.</a:t>
            </a:r>
          </a:p>
          <a:p>
            <a:pPr lvl="1">
              <a:buFont typeface="Wingdings" panose="05000000000000000000" pitchFamily="2" charset="2"/>
              <a:buChar char="Ø"/>
            </a:pPr>
            <a:r>
              <a:rPr lang="en-US" b="1" dirty="0"/>
              <a:t>High Dimensionality</a:t>
            </a:r>
            <a:r>
              <a:rPr lang="en-US" dirty="0"/>
              <a:t>: Leading it Computationally Expansive</a:t>
            </a:r>
          </a:p>
          <a:p>
            <a:pPr marL="201168" lvl="1"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76200EEE-D2FC-2FFF-C7E0-1C57B11524A3}"/>
                  </a:ext>
                </a:extLst>
              </p14:cNvPr>
              <p14:cNvContentPartPr/>
              <p14:nvPr/>
            </p14:nvContentPartPr>
            <p14:xfrm>
              <a:off x="8400839" y="3362782"/>
              <a:ext cx="1584360" cy="720"/>
            </p14:xfrm>
          </p:contentPart>
        </mc:Choice>
        <mc:Fallback xmlns="">
          <p:pic>
            <p:nvPicPr>
              <p:cNvPr id="5" name="Ink 4">
                <a:extLst>
                  <a:ext uri="{FF2B5EF4-FFF2-40B4-BE49-F238E27FC236}">
                    <a16:creationId xmlns:a16="http://schemas.microsoft.com/office/drawing/2014/main" id="{76200EEE-D2FC-2FFF-C7E0-1C57B11524A3}"/>
                  </a:ext>
                </a:extLst>
              </p:cNvPr>
              <p:cNvPicPr/>
              <p:nvPr/>
            </p:nvPicPr>
            <p:blipFill>
              <a:blip r:embed="rId3"/>
              <a:stretch>
                <a:fillRect/>
              </a:stretch>
            </p:blipFill>
            <p:spPr>
              <a:xfrm>
                <a:off x="8394719" y="3350542"/>
                <a:ext cx="15966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FA5C8178-AE85-12F8-4A77-FE048A50C938}"/>
                  </a:ext>
                </a:extLst>
              </p14:cNvPr>
              <p14:cNvContentPartPr/>
              <p14:nvPr/>
            </p14:nvContentPartPr>
            <p14:xfrm>
              <a:off x="8400839" y="3375022"/>
              <a:ext cx="6840" cy="1467360"/>
            </p14:xfrm>
          </p:contentPart>
        </mc:Choice>
        <mc:Fallback xmlns="">
          <p:pic>
            <p:nvPicPr>
              <p:cNvPr id="7" name="Ink 6">
                <a:extLst>
                  <a:ext uri="{FF2B5EF4-FFF2-40B4-BE49-F238E27FC236}">
                    <a16:creationId xmlns:a16="http://schemas.microsoft.com/office/drawing/2014/main" id="{FA5C8178-AE85-12F8-4A77-FE048A50C938}"/>
                  </a:ext>
                </a:extLst>
              </p:cNvPr>
              <p:cNvPicPr/>
              <p:nvPr/>
            </p:nvPicPr>
            <p:blipFill>
              <a:blip r:embed="rId5"/>
              <a:stretch>
                <a:fillRect/>
              </a:stretch>
            </p:blipFill>
            <p:spPr>
              <a:xfrm>
                <a:off x="8394719" y="3368902"/>
                <a:ext cx="19080" cy="1479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51FA9A5D-6AC8-0EFF-FCF2-7FAF5174854E}"/>
                  </a:ext>
                </a:extLst>
              </p14:cNvPr>
              <p14:cNvContentPartPr/>
              <p14:nvPr/>
            </p14:nvContentPartPr>
            <p14:xfrm>
              <a:off x="8376719" y="4860382"/>
              <a:ext cx="1608120" cy="6480"/>
            </p14:xfrm>
          </p:contentPart>
        </mc:Choice>
        <mc:Fallback xmlns="">
          <p:pic>
            <p:nvPicPr>
              <p:cNvPr id="10" name="Ink 9">
                <a:extLst>
                  <a:ext uri="{FF2B5EF4-FFF2-40B4-BE49-F238E27FC236}">
                    <a16:creationId xmlns:a16="http://schemas.microsoft.com/office/drawing/2014/main" id="{51FA9A5D-6AC8-0EFF-FCF2-7FAF5174854E}"/>
                  </a:ext>
                </a:extLst>
              </p:cNvPr>
              <p:cNvPicPr/>
              <p:nvPr/>
            </p:nvPicPr>
            <p:blipFill>
              <a:blip r:embed="rId7"/>
              <a:stretch>
                <a:fillRect/>
              </a:stretch>
            </p:blipFill>
            <p:spPr>
              <a:xfrm>
                <a:off x="8370599" y="4854262"/>
                <a:ext cx="16203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68EBADBF-19BB-B866-10CC-4CFCD19D3471}"/>
                  </a:ext>
                </a:extLst>
              </p14:cNvPr>
              <p14:cNvContentPartPr/>
              <p14:nvPr/>
            </p14:nvContentPartPr>
            <p14:xfrm>
              <a:off x="9990959" y="3375022"/>
              <a:ext cx="13320" cy="1502280"/>
            </p14:xfrm>
          </p:contentPart>
        </mc:Choice>
        <mc:Fallback xmlns="">
          <p:pic>
            <p:nvPicPr>
              <p:cNvPr id="12" name="Ink 11">
                <a:extLst>
                  <a:ext uri="{FF2B5EF4-FFF2-40B4-BE49-F238E27FC236}">
                    <a16:creationId xmlns:a16="http://schemas.microsoft.com/office/drawing/2014/main" id="{68EBADBF-19BB-B866-10CC-4CFCD19D3471}"/>
                  </a:ext>
                </a:extLst>
              </p:cNvPr>
              <p:cNvPicPr/>
              <p:nvPr/>
            </p:nvPicPr>
            <p:blipFill>
              <a:blip r:embed="rId9"/>
              <a:stretch>
                <a:fillRect/>
              </a:stretch>
            </p:blipFill>
            <p:spPr>
              <a:xfrm>
                <a:off x="9984839" y="3368902"/>
                <a:ext cx="25560" cy="1514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CC6AC335-C911-2A63-6BF5-27AF383603D8}"/>
                  </a:ext>
                </a:extLst>
              </p14:cNvPr>
              <p14:cNvContentPartPr/>
              <p14:nvPr/>
            </p14:nvContentPartPr>
            <p14:xfrm>
              <a:off x="8707919" y="3111502"/>
              <a:ext cx="720" cy="245880"/>
            </p14:xfrm>
          </p:contentPart>
        </mc:Choice>
        <mc:Fallback xmlns="">
          <p:pic>
            <p:nvPicPr>
              <p:cNvPr id="16" name="Ink 15">
                <a:extLst>
                  <a:ext uri="{FF2B5EF4-FFF2-40B4-BE49-F238E27FC236}">
                    <a16:creationId xmlns:a16="http://schemas.microsoft.com/office/drawing/2014/main" id="{CC6AC335-C911-2A63-6BF5-27AF383603D8}"/>
                  </a:ext>
                </a:extLst>
              </p:cNvPr>
              <p:cNvPicPr/>
              <p:nvPr/>
            </p:nvPicPr>
            <p:blipFill>
              <a:blip r:embed="rId11"/>
              <a:stretch>
                <a:fillRect/>
              </a:stretch>
            </p:blipFill>
            <p:spPr>
              <a:xfrm>
                <a:off x="8695679" y="3105382"/>
                <a:ext cx="2520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 name="Ink 17">
                <a:extLst>
                  <a:ext uri="{FF2B5EF4-FFF2-40B4-BE49-F238E27FC236}">
                    <a16:creationId xmlns:a16="http://schemas.microsoft.com/office/drawing/2014/main" id="{5E68248D-31EE-F470-5620-2310B4A3D5AD}"/>
                  </a:ext>
                </a:extLst>
              </p14:cNvPr>
              <p14:cNvContentPartPr/>
              <p14:nvPr/>
            </p14:nvContentPartPr>
            <p14:xfrm>
              <a:off x="8707919" y="3147862"/>
              <a:ext cx="1627200" cy="720"/>
            </p14:xfrm>
          </p:contentPart>
        </mc:Choice>
        <mc:Fallback xmlns="">
          <p:pic>
            <p:nvPicPr>
              <p:cNvPr id="18" name="Ink 17">
                <a:extLst>
                  <a:ext uri="{FF2B5EF4-FFF2-40B4-BE49-F238E27FC236}">
                    <a16:creationId xmlns:a16="http://schemas.microsoft.com/office/drawing/2014/main" id="{5E68248D-31EE-F470-5620-2310B4A3D5AD}"/>
                  </a:ext>
                </a:extLst>
              </p:cNvPr>
              <p:cNvPicPr/>
              <p:nvPr/>
            </p:nvPicPr>
            <p:blipFill>
              <a:blip r:embed="rId13"/>
              <a:stretch>
                <a:fillRect/>
              </a:stretch>
            </p:blipFill>
            <p:spPr>
              <a:xfrm>
                <a:off x="8701799" y="3135622"/>
                <a:ext cx="16394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1EDA094A-1577-4E88-555D-2093759C08D8}"/>
                  </a:ext>
                </a:extLst>
              </p14:cNvPr>
              <p14:cNvContentPartPr/>
              <p14:nvPr/>
            </p14:nvContentPartPr>
            <p14:xfrm>
              <a:off x="10340519" y="3172702"/>
              <a:ext cx="720" cy="1479600"/>
            </p14:xfrm>
          </p:contentPart>
        </mc:Choice>
        <mc:Fallback xmlns="">
          <p:pic>
            <p:nvPicPr>
              <p:cNvPr id="20" name="Ink 19">
                <a:extLst>
                  <a:ext uri="{FF2B5EF4-FFF2-40B4-BE49-F238E27FC236}">
                    <a16:creationId xmlns:a16="http://schemas.microsoft.com/office/drawing/2014/main" id="{1EDA094A-1577-4E88-555D-2093759C08D8}"/>
                  </a:ext>
                </a:extLst>
              </p:cNvPr>
              <p:cNvPicPr/>
              <p:nvPr/>
            </p:nvPicPr>
            <p:blipFill>
              <a:blip r:embed="rId15"/>
              <a:stretch>
                <a:fillRect/>
              </a:stretch>
            </p:blipFill>
            <p:spPr>
              <a:xfrm>
                <a:off x="10328279" y="3166582"/>
                <a:ext cx="25200" cy="1491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37F99409-FA80-AB2F-C521-1CB43FC329AF}"/>
                  </a:ext>
                </a:extLst>
              </p14:cNvPr>
              <p14:cNvContentPartPr/>
              <p14:nvPr/>
            </p14:nvContentPartPr>
            <p14:xfrm>
              <a:off x="10021559" y="4719262"/>
              <a:ext cx="344160" cy="720"/>
            </p14:xfrm>
          </p:contentPart>
        </mc:Choice>
        <mc:Fallback xmlns="">
          <p:pic>
            <p:nvPicPr>
              <p:cNvPr id="22" name="Ink 21">
                <a:extLst>
                  <a:ext uri="{FF2B5EF4-FFF2-40B4-BE49-F238E27FC236}">
                    <a16:creationId xmlns:a16="http://schemas.microsoft.com/office/drawing/2014/main" id="{37F99409-FA80-AB2F-C521-1CB43FC329AF}"/>
                  </a:ext>
                </a:extLst>
              </p:cNvPr>
              <p:cNvPicPr/>
              <p:nvPr/>
            </p:nvPicPr>
            <p:blipFill>
              <a:blip r:embed="rId17"/>
              <a:stretch>
                <a:fillRect/>
              </a:stretch>
            </p:blipFill>
            <p:spPr>
              <a:xfrm>
                <a:off x="10015439" y="4707022"/>
                <a:ext cx="3564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3" name="Ink 22">
                <a:extLst>
                  <a:ext uri="{FF2B5EF4-FFF2-40B4-BE49-F238E27FC236}">
                    <a16:creationId xmlns:a16="http://schemas.microsoft.com/office/drawing/2014/main" id="{A88D17BF-0B43-28F9-10CB-2AF31A55218D}"/>
                  </a:ext>
                </a:extLst>
              </p14:cNvPr>
              <p14:cNvContentPartPr/>
              <p14:nvPr/>
            </p14:nvContentPartPr>
            <p14:xfrm>
              <a:off x="10364999" y="4633222"/>
              <a:ext cx="360" cy="59040"/>
            </p14:xfrm>
          </p:contentPart>
        </mc:Choice>
        <mc:Fallback xmlns="">
          <p:pic>
            <p:nvPicPr>
              <p:cNvPr id="23" name="Ink 22">
                <a:extLst>
                  <a:ext uri="{FF2B5EF4-FFF2-40B4-BE49-F238E27FC236}">
                    <a16:creationId xmlns:a16="http://schemas.microsoft.com/office/drawing/2014/main" id="{A88D17BF-0B43-28F9-10CB-2AF31A55218D}"/>
                  </a:ext>
                </a:extLst>
              </p:cNvPr>
              <p:cNvPicPr/>
              <p:nvPr/>
            </p:nvPicPr>
            <p:blipFill>
              <a:blip r:embed="rId19"/>
              <a:stretch>
                <a:fillRect/>
              </a:stretch>
            </p:blipFill>
            <p:spPr>
              <a:xfrm>
                <a:off x="10358879" y="4627102"/>
                <a:ext cx="126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5" name="Ink 24">
                <a:extLst>
                  <a:ext uri="{FF2B5EF4-FFF2-40B4-BE49-F238E27FC236}">
                    <a16:creationId xmlns:a16="http://schemas.microsoft.com/office/drawing/2014/main" id="{CB8DB6E5-0ED9-2DC0-B519-D47401D50253}"/>
                  </a:ext>
                </a:extLst>
              </p14:cNvPr>
              <p14:cNvContentPartPr/>
              <p14:nvPr/>
            </p14:nvContentPartPr>
            <p14:xfrm>
              <a:off x="8965679" y="2933302"/>
              <a:ext cx="12600" cy="214920"/>
            </p14:xfrm>
          </p:contentPart>
        </mc:Choice>
        <mc:Fallback xmlns="">
          <p:pic>
            <p:nvPicPr>
              <p:cNvPr id="25" name="Ink 24">
                <a:extLst>
                  <a:ext uri="{FF2B5EF4-FFF2-40B4-BE49-F238E27FC236}">
                    <a16:creationId xmlns:a16="http://schemas.microsoft.com/office/drawing/2014/main" id="{CB8DB6E5-0ED9-2DC0-B519-D47401D50253}"/>
                  </a:ext>
                </a:extLst>
              </p:cNvPr>
              <p:cNvPicPr/>
              <p:nvPr/>
            </p:nvPicPr>
            <p:blipFill>
              <a:blip r:embed="rId21"/>
              <a:stretch>
                <a:fillRect/>
              </a:stretch>
            </p:blipFill>
            <p:spPr>
              <a:xfrm>
                <a:off x="8959559" y="2927182"/>
                <a:ext cx="2484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7" name="Ink 26">
                <a:extLst>
                  <a:ext uri="{FF2B5EF4-FFF2-40B4-BE49-F238E27FC236}">
                    <a16:creationId xmlns:a16="http://schemas.microsoft.com/office/drawing/2014/main" id="{14C68855-B151-311A-74B3-C21D12C61FF9}"/>
                  </a:ext>
                </a:extLst>
              </p14:cNvPr>
              <p14:cNvContentPartPr/>
              <p14:nvPr/>
            </p14:nvContentPartPr>
            <p14:xfrm>
              <a:off x="8977919" y="2939422"/>
              <a:ext cx="1553040" cy="360"/>
            </p14:xfrm>
          </p:contentPart>
        </mc:Choice>
        <mc:Fallback xmlns="">
          <p:pic>
            <p:nvPicPr>
              <p:cNvPr id="27" name="Ink 26">
                <a:extLst>
                  <a:ext uri="{FF2B5EF4-FFF2-40B4-BE49-F238E27FC236}">
                    <a16:creationId xmlns:a16="http://schemas.microsoft.com/office/drawing/2014/main" id="{14C68855-B151-311A-74B3-C21D12C61FF9}"/>
                  </a:ext>
                </a:extLst>
              </p:cNvPr>
              <p:cNvPicPr/>
              <p:nvPr/>
            </p:nvPicPr>
            <p:blipFill>
              <a:blip r:embed="rId23"/>
              <a:stretch>
                <a:fillRect/>
              </a:stretch>
            </p:blipFill>
            <p:spPr>
              <a:xfrm>
                <a:off x="8971799" y="2933302"/>
                <a:ext cx="15652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9" name="Ink 28">
                <a:extLst>
                  <a:ext uri="{FF2B5EF4-FFF2-40B4-BE49-F238E27FC236}">
                    <a16:creationId xmlns:a16="http://schemas.microsoft.com/office/drawing/2014/main" id="{5A3D4E04-7CB6-C904-A56F-E39C34BBA95F}"/>
                  </a:ext>
                </a:extLst>
              </p14:cNvPr>
              <p14:cNvContentPartPr/>
              <p14:nvPr/>
            </p14:nvContentPartPr>
            <p14:xfrm>
              <a:off x="10537079" y="2945182"/>
              <a:ext cx="36720" cy="1528560"/>
            </p14:xfrm>
          </p:contentPart>
        </mc:Choice>
        <mc:Fallback xmlns="">
          <p:pic>
            <p:nvPicPr>
              <p:cNvPr id="29" name="Ink 28">
                <a:extLst>
                  <a:ext uri="{FF2B5EF4-FFF2-40B4-BE49-F238E27FC236}">
                    <a16:creationId xmlns:a16="http://schemas.microsoft.com/office/drawing/2014/main" id="{5A3D4E04-7CB6-C904-A56F-E39C34BBA95F}"/>
                  </a:ext>
                </a:extLst>
              </p:cNvPr>
              <p:cNvPicPr/>
              <p:nvPr/>
            </p:nvPicPr>
            <p:blipFill>
              <a:blip r:embed="rId25"/>
              <a:stretch>
                <a:fillRect/>
              </a:stretch>
            </p:blipFill>
            <p:spPr>
              <a:xfrm>
                <a:off x="10530959" y="2939062"/>
                <a:ext cx="48960" cy="1540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0" name="Ink 29">
                <a:extLst>
                  <a:ext uri="{FF2B5EF4-FFF2-40B4-BE49-F238E27FC236}">
                    <a16:creationId xmlns:a16="http://schemas.microsoft.com/office/drawing/2014/main" id="{438095F1-7AEF-DF58-23E3-BD9D831A4E05}"/>
                  </a:ext>
                </a:extLst>
              </p14:cNvPr>
              <p14:cNvContentPartPr/>
              <p14:nvPr/>
            </p14:nvContentPartPr>
            <p14:xfrm>
              <a:off x="10364999" y="4479862"/>
              <a:ext cx="200880" cy="14400"/>
            </p14:xfrm>
          </p:contentPart>
        </mc:Choice>
        <mc:Fallback xmlns="">
          <p:pic>
            <p:nvPicPr>
              <p:cNvPr id="30" name="Ink 29">
                <a:extLst>
                  <a:ext uri="{FF2B5EF4-FFF2-40B4-BE49-F238E27FC236}">
                    <a16:creationId xmlns:a16="http://schemas.microsoft.com/office/drawing/2014/main" id="{438095F1-7AEF-DF58-23E3-BD9D831A4E05}"/>
                  </a:ext>
                </a:extLst>
              </p:cNvPr>
              <p:cNvPicPr/>
              <p:nvPr/>
            </p:nvPicPr>
            <p:blipFill>
              <a:blip r:embed="rId27"/>
              <a:stretch>
                <a:fillRect/>
              </a:stretch>
            </p:blipFill>
            <p:spPr>
              <a:xfrm>
                <a:off x="10358879" y="4473742"/>
                <a:ext cx="213120" cy="26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31" name="Ink 30">
                <a:extLst>
                  <a:ext uri="{FF2B5EF4-FFF2-40B4-BE49-F238E27FC236}">
                    <a16:creationId xmlns:a16="http://schemas.microsoft.com/office/drawing/2014/main" id="{88CA4A46-06C8-1337-E158-114632726A8F}"/>
                  </a:ext>
                </a:extLst>
              </p14:cNvPr>
              <p14:cNvContentPartPr/>
              <p14:nvPr/>
            </p14:nvContentPartPr>
            <p14:xfrm>
              <a:off x="8370599" y="5019862"/>
              <a:ext cx="6480" cy="232200"/>
            </p14:xfrm>
          </p:contentPart>
        </mc:Choice>
        <mc:Fallback xmlns="">
          <p:pic>
            <p:nvPicPr>
              <p:cNvPr id="31" name="Ink 30">
                <a:extLst>
                  <a:ext uri="{FF2B5EF4-FFF2-40B4-BE49-F238E27FC236}">
                    <a16:creationId xmlns:a16="http://schemas.microsoft.com/office/drawing/2014/main" id="{88CA4A46-06C8-1337-E158-114632726A8F}"/>
                  </a:ext>
                </a:extLst>
              </p:cNvPr>
              <p:cNvPicPr/>
              <p:nvPr/>
            </p:nvPicPr>
            <p:blipFill>
              <a:blip r:embed="rId29"/>
              <a:stretch>
                <a:fillRect/>
              </a:stretch>
            </p:blipFill>
            <p:spPr>
              <a:xfrm>
                <a:off x="8361599" y="5010862"/>
                <a:ext cx="24120" cy="249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33" name="Ink 32">
                <a:extLst>
                  <a:ext uri="{FF2B5EF4-FFF2-40B4-BE49-F238E27FC236}">
                    <a16:creationId xmlns:a16="http://schemas.microsoft.com/office/drawing/2014/main" id="{5E1EBAE7-464B-7BB4-2DFF-760A84A7D7FD}"/>
                  </a:ext>
                </a:extLst>
              </p14:cNvPr>
              <p14:cNvContentPartPr/>
              <p14:nvPr/>
            </p14:nvContentPartPr>
            <p14:xfrm>
              <a:off x="8382839" y="5093662"/>
              <a:ext cx="1700280" cy="49320"/>
            </p14:xfrm>
          </p:contentPart>
        </mc:Choice>
        <mc:Fallback xmlns="">
          <p:pic>
            <p:nvPicPr>
              <p:cNvPr id="33" name="Ink 32">
                <a:extLst>
                  <a:ext uri="{FF2B5EF4-FFF2-40B4-BE49-F238E27FC236}">
                    <a16:creationId xmlns:a16="http://schemas.microsoft.com/office/drawing/2014/main" id="{5E1EBAE7-464B-7BB4-2DFF-760A84A7D7FD}"/>
                  </a:ext>
                </a:extLst>
              </p:cNvPr>
              <p:cNvPicPr/>
              <p:nvPr/>
            </p:nvPicPr>
            <p:blipFill>
              <a:blip r:embed="rId31"/>
              <a:stretch>
                <a:fillRect/>
              </a:stretch>
            </p:blipFill>
            <p:spPr>
              <a:xfrm>
                <a:off x="8373839" y="5084662"/>
                <a:ext cx="1717920" cy="66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34" name="Ink 33">
                <a:extLst>
                  <a:ext uri="{FF2B5EF4-FFF2-40B4-BE49-F238E27FC236}">
                    <a16:creationId xmlns:a16="http://schemas.microsoft.com/office/drawing/2014/main" id="{5A996CF8-20A2-779C-9D46-E2BC39DEDDB6}"/>
                  </a:ext>
                </a:extLst>
              </p14:cNvPr>
              <p14:cNvContentPartPr/>
              <p14:nvPr/>
            </p14:nvContentPartPr>
            <p14:xfrm>
              <a:off x="10046039" y="5001142"/>
              <a:ext cx="360" cy="165240"/>
            </p14:xfrm>
          </p:contentPart>
        </mc:Choice>
        <mc:Fallback xmlns="">
          <p:pic>
            <p:nvPicPr>
              <p:cNvPr id="34" name="Ink 33">
                <a:extLst>
                  <a:ext uri="{FF2B5EF4-FFF2-40B4-BE49-F238E27FC236}">
                    <a16:creationId xmlns:a16="http://schemas.microsoft.com/office/drawing/2014/main" id="{5A996CF8-20A2-779C-9D46-E2BC39DEDDB6}"/>
                  </a:ext>
                </a:extLst>
              </p:cNvPr>
              <p:cNvPicPr/>
              <p:nvPr/>
            </p:nvPicPr>
            <p:blipFill>
              <a:blip r:embed="rId33"/>
              <a:stretch>
                <a:fillRect/>
              </a:stretch>
            </p:blipFill>
            <p:spPr>
              <a:xfrm>
                <a:off x="10037399" y="4992502"/>
                <a:ext cx="18000" cy="182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35" name="Ink 34">
                <a:extLst>
                  <a:ext uri="{FF2B5EF4-FFF2-40B4-BE49-F238E27FC236}">
                    <a16:creationId xmlns:a16="http://schemas.microsoft.com/office/drawing/2014/main" id="{8B45D8C1-1732-1C11-9186-B5A83BAC5412}"/>
                  </a:ext>
                </a:extLst>
              </p14:cNvPr>
              <p14:cNvContentPartPr/>
              <p14:nvPr/>
            </p14:nvContentPartPr>
            <p14:xfrm>
              <a:off x="8756879" y="5283742"/>
              <a:ext cx="19440" cy="150480"/>
            </p14:xfrm>
          </p:contentPart>
        </mc:Choice>
        <mc:Fallback xmlns="">
          <p:pic>
            <p:nvPicPr>
              <p:cNvPr id="35" name="Ink 34">
                <a:extLst>
                  <a:ext uri="{FF2B5EF4-FFF2-40B4-BE49-F238E27FC236}">
                    <a16:creationId xmlns:a16="http://schemas.microsoft.com/office/drawing/2014/main" id="{8B45D8C1-1732-1C11-9186-B5A83BAC5412}"/>
                  </a:ext>
                </a:extLst>
              </p:cNvPr>
              <p:cNvPicPr/>
              <p:nvPr/>
            </p:nvPicPr>
            <p:blipFill>
              <a:blip r:embed="rId35"/>
              <a:stretch>
                <a:fillRect/>
              </a:stretch>
            </p:blipFill>
            <p:spPr>
              <a:xfrm>
                <a:off x="8748239" y="5275102"/>
                <a:ext cx="37080" cy="168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
            <p14:nvContentPartPr>
              <p14:cNvPr id="36" name="Ink 35">
                <a:extLst>
                  <a:ext uri="{FF2B5EF4-FFF2-40B4-BE49-F238E27FC236}">
                    <a16:creationId xmlns:a16="http://schemas.microsoft.com/office/drawing/2014/main" id="{D23F1E27-58C7-DDF4-CE60-58FA91C99B42}"/>
                  </a:ext>
                </a:extLst>
              </p14:cNvPr>
              <p14:cNvContentPartPr/>
              <p14:nvPr/>
            </p14:nvContentPartPr>
            <p14:xfrm>
              <a:off x="8861279" y="5266102"/>
              <a:ext cx="214200" cy="215640"/>
            </p14:xfrm>
          </p:contentPart>
        </mc:Choice>
        <mc:Fallback xmlns="">
          <p:pic>
            <p:nvPicPr>
              <p:cNvPr id="36" name="Ink 35">
                <a:extLst>
                  <a:ext uri="{FF2B5EF4-FFF2-40B4-BE49-F238E27FC236}">
                    <a16:creationId xmlns:a16="http://schemas.microsoft.com/office/drawing/2014/main" id="{D23F1E27-58C7-DDF4-CE60-58FA91C99B42}"/>
                  </a:ext>
                </a:extLst>
              </p:cNvPr>
              <p:cNvPicPr/>
              <p:nvPr/>
            </p:nvPicPr>
            <p:blipFill>
              <a:blip r:embed="rId37"/>
              <a:stretch>
                <a:fillRect/>
              </a:stretch>
            </p:blipFill>
            <p:spPr>
              <a:xfrm>
                <a:off x="8852639" y="5257462"/>
                <a:ext cx="231840" cy="233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
            <p14:nvContentPartPr>
              <p14:cNvPr id="37" name="Ink 36">
                <a:extLst>
                  <a:ext uri="{FF2B5EF4-FFF2-40B4-BE49-F238E27FC236}">
                    <a16:creationId xmlns:a16="http://schemas.microsoft.com/office/drawing/2014/main" id="{197A9554-75B4-6534-85F0-8220D5055F9A}"/>
                  </a:ext>
                </a:extLst>
              </p14:cNvPr>
              <p14:cNvContentPartPr/>
              <p14:nvPr/>
            </p14:nvContentPartPr>
            <p14:xfrm>
              <a:off x="9093119" y="5271862"/>
              <a:ext cx="139320" cy="258840"/>
            </p14:xfrm>
          </p:contentPart>
        </mc:Choice>
        <mc:Fallback xmlns="">
          <p:pic>
            <p:nvPicPr>
              <p:cNvPr id="37" name="Ink 36">
                <a:extLst>
                  <a:ext uri="{FF2B5EF4-FFF2-40B4-BE49-F238E27FC236}">
                    <a16:creationId xmlns:a16="http://schemas.microsoft.com/office/drawing/2014/main" id="{197A9554-75B4-6534-85F0-8220D5055F9A}"/>
                  </a:ext>
                </a:extLst>
              </p:cNvPr>
              <p:cNvPicPr/>
              <p:nvPr/>
            </p:nvPicPr>
            <p:blipFill>
              <a:blip r:embed="rId39"/>
              <a:stretch>
                <a:fillRect/>
              </a:stretch>
            </p:blipFill>
            <p:spPr>
              <a:xfrm>
                <a:off x="9084479" y="5262862"/>
                <a:ext cx="156960" cy="276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
            <p14:nvContentPartPr>
              <p14:cNvPr id="38" name="Ink 37">
                <a:extLst>
                  <a:ext uri="{FF2B5EF4-FFF2-40B4-BE49-F238E27FC236}">
                    <a16:creationId xmlns:a16="http://schemas.microsoft.com/office/drawing/2014/main" id="{9436AB10-76AF-F166-D1BC-B7939850E663}"/>
                  </a:ext>
                </a:extLst>
              </p14:cNvPr>
              <p14:cNvContentPartPr/>
              <p14:nvPr/>
            </p14:nvContentPartPr>
            <p14:xfrm>
              <a:off x="7940759" y="3362782"/>
              <a:ext cx="232920" cy="6480"/>
            </p14:xfrm>
          </p:contentPart>
        </mc:Choice>
        <mc:Fallback xmlns="">
          <p:pic>
            <p:nvPicPr>
              <p:cNvPr id="38" name="Ink 37">
                <a:extLst>
                  <a:ext uri="{FF2B5EF4-FFF2-40B4-BE49-F238E27FC236}">
                    <a16:creationId xmlns:a16="http://schemas.microsoft.com/office/drawing/2014/main" id="{9436AB10-76AF-F166-D1BC-B7939850E663}"/>
                  </a:ext>
                </a:extLst>
              </p:cNvPr>
              <p:cNvPicPr/>
              <p:nvPr/>
            </p:nvPicPr>
            <p:blipFill>
              <a:blip r:embed="rId41"/>
              <a:stretch>
                <a:fillRect/>
              </a:stretch>
            </p:blipFill>
            <p:spPr>
              <a:xfrm>
                <a:off x="7932119" y="3353782"/>
                <a:ext cx="250560" cy="24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
            <p14:nvContentPartPr>
              <p14:cNvPr id="39" name="Ink 38">
                <a:extLst>
                  <a:ext uri="{FF2B5EF4-FFF2-40B4-BE49-F238E27FC236}">
                    <a16:creationId xmlns:a16="http://schemas.microsoft.com/office/drawing/2014/main" id="{38E92B08-2D95-96F9-3009-9BF1F94266C7}"/>
                  </a:ext>
                </a:extLst>
              </p14:cNvPr>
              <p14:cNvContentPartPr/>
              <p14:nvPr/>
            </p14:nvContentPartPr>
            <p14:xfrm>
              <a:off x="8076119" y="4878382"/>
              <a:ext cx="165240" cy="360"/>
            </p14:xfrm>
          </p:contentPart>
        </mc:Choice>
        <mc:Fallback xmlns="">
          <p:pic>
            <p:nvPicPr>
              <p:cNvPr id="39" name="Ink 38">
                <a:extLst>
                  <a:ext uri="{FF2B5EF4-FFF2-40B4-BE49-F238E27FC236}">
                    <a16:creationId xmlns:a16="http://schemas.microsoft.com/office/drawing/2014/main" id="{38E92B08-2D95-96F9-3009-9BF1F94266C7}"/>
                  </a:ext>
                </a:extLst>
              </p:cNvPr>
              <p:cNvPicPr/>
              <p:nvPr/>
            </p:nvPicPr>
            <p:blipFill>
              <a:blip r:embed="rId43"/>
              <a:stretch>
                <a:fillRect/>
              </a:stretch>
            </p:blipFill>
            <p:spPr>
              <a:xfrm>
                <a:off x="8067479" y="4869742"/>
                <a:ext cx="18288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
            <p14:nvContentPartPr>
              <p14:cNvPr id="40" name="Ink 39">
                <a:extLst>
                  <a:ext uri="{FF2B5EF4-FFF2-40B4-BE49-F238E27FC236}">
                    <a16:creationId xmlns:a16="http://schemas.microsoft.com/office/drawing/2014/main" id="{FB3DDF95-787F-40A6-6352-EEF2B2E8217B}"/>
                  </a:ext>
                </a:extLst>
              </p14:cNvPr>
              <p14:cNvContentPartPr/>
              <p14:nvPr/>
            </p14:nvContentPartPr>
            <p14:xfrm>
              <a:off x="8063519" y="3368902"/>
              <a:ext cx="360" cy="342720"/>
            </p14:xfrm>
          </p:contentPart>
        </mc:Choice>
        <mc:Fallback xmlns="">
          <p:pic>
            <p:nvPicPr>
              <p:cNvPr id="40" name="Ink 39">
                <a:extLst>
                  <a:ext uri="{FF2B5EF4-FFF2-40B4-BE49-F238E27FC236}">
                    <a16:creationId xmlns:a16="http://schemas.microsoft.com/office/drawing/2014/main" id="{FB3DDF95-787F-40A6-6352-EEF2B2E8217B}"/>
                  </a:ext>
                </a:extLst>
              </p:cNvPr>
              <p:cNvPicPr/>
              <p:nvPr/>
            </p:nvPicPr>
            <p:blipFill>
              <a:blip r:embed="rId45"/>
              <a:stretch>
                <a:fillRect/>
              </a:stretch>
            </p:blipFill>
            <p:spPr>
              <a:xfrm>
                <a:off x="8054879" y="3359902"/>
                <a:ext cx="18000" cy="360360"/>
              </a:xfrm>
              <a:prstGeom prst="rect">
                <a:avLst/>
              </a:prstGeom>
            </p:spPr>
          </p:pic>
        </mc:Fallback>
      </mc:AlternateContent>
      <p:grpSp>
        <p:nvGrpSpPr>
          <p:cNvPr id="43" name="Group 42">
            <a:extLst>
              <a:ext uri="{FF2B5EF4-FFF2-40B4-BE49-F238E27FC236}">
                <a16:creationId xmlns:a16="http://schemas.microsoft.com/office/drawing/2014/main" id="{0031B2B4-21E1-8869-099F-A133729205B8}"/>
              </a:ext>
            </a:extLst>
          </p:cNvPr>
          <p:cNvGrpSpPr/>
          <p:nvPr/>
        </p:nvGrpSpPr>
        <p:grpSpPr>
          <a:xfrm>
            <a:off x="7836719" y="3918622"/>
            <a:ext cx="290160" cy="290160"/>
            <a:chOff x="7836719" y="3918622"/>
            <a:chExt cx="290160" cy="290160"/>
          </a:xfrm>
        </p:grpSpPr>
        <mc:AlternateContent xmlns:mc="http://schemas.openxmlformats.org/markup-compatibility/2006" xmlns:p14="http://schemas.microsoft.com/office/powerpoint/2010/main" xmlns:aink="http://schemas.microsoft.com/office/drawing/2016/ink">
          <mc:Choice Requires="p14 aink">
            <p:contentPart p14:bwMode="auto" r:id="rId46">
              <p14:nvContentPartPr>
                <p14:cNvPr id="41" name="Ink 40">
                  <a:extLst>
                    <a:ext uri="{FF2B5EF4-FFF2-40B4-BE49-F238E27FC236}">
                      <a16:creationId xmlns:a16="http://schemas.microsoft.com/office/drawing/2014/main" id="{8BE63B2D-9424-8B6D-F52A-5AD9220C06C9}"/>
                    </a:ext>
                  </a:extLst>
                </p14:cNvPr>
                <p14:cNvContentPartPr/>
                <p14:nvPr/>
              </p14:nvContentPartPr>
              <p14:xfrm>
                <a:off x="7836719" y="3918622"/>
                <a:ext cx="130320" cy="266760"/>
              </p14:xfrm>
            </p:contentPart>
          </mc:Choice>
          <mc:Fallback xmlns="">
            <p:pic>
              <p:nvPicPr>
                <p:cNvPr id="41" name="Ink 40">
                  <a:extLst>
                    <a:ext uri="{FF2B5EF4-FFF2-40B4-BE49-F238E27FC236}">
                      <a16:creationId xmlns:a16="http://schemas.microsoft.com/office/drawing/2014/main" id="{8BE63B2D-9424-8B6D-F52A-5AD9220C06C9}"/>
                    </a:ext>
                  </a:extLst>
                </p:cNvPr>
                <p:cNvPicPr/>
                <p:nvPr/>
              </p:nvPicPr>
              <p:blipFill>
                <a:blip r:embed="rId47"/>
                <a:stretch>
                  <a:fillRect/>
                </a:stretch>
              </p:blipFill>
              <p:spPr>
                <a:xfrm>
                  <a:off x="7828079" y="3909622"/>
                  <a:ext cx="147960" cy="284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8">
              <p14:nvContentPartPr>
                <p14:cNvPr id="42" name="Ink 41">
                  <a:extLst>
                    <a:ext uri="{FF2B5EF4-FFF2-40B4-BE49-F238E27FC236}">
                      <a16:creationId xmlns:a16="http://schemas.microsoft.com/office/drawing/2014/main" id="{88180BC1-DCF9-FCA8-9BF1-D3537E81B24B}"/>
                    </a:ext>
                  </a:extLst>
                </p14:cNvPr>
                <p14:cNvContentPartPr/>
                <p14:nvPr/>
              </p14:nvContentPartPr>
              <p14:xfrm>
                <a:off x="8012759" y="3945982"/>
                <a:ext cx="114120" cy="262800"/>
              </p14:xfrm>
            </p:contentPart>
          </mc:Choice>
          <mc:Fallback xmlns="">
            <p:pic>
              <p:nvPicPr>
                <p:cNvPr id="42" name="Ink 41">
                  <a:extLst>
                    <a:ext uri="{FF2B5EF4-FFF2-40B4-BE49-F238E27FC236}">
                      <a16:creationId xmlns:a16="http://schemas.microsoft.com/office/drawing/2014/main" id="{88180BC1-DCF9-FCA8-9BF1-D3537E81B24B}"/>
                    </a:ext>
                  </a:extLst>
                </p:cNvPr>
                <p:cNvPicPr/>
                <p:nvPr/>
              </p:nvPicPr>
              <p:blipFill>
                <a:blip r:embed="rId49"/>
                <a:stretch>
                  <a:fillRect/>
                </a:stretch>
              </p:blipFill>
              <p:spPr>
                <a:xfrm>
                  <a:off x="8004119" y="3936982"/>
                  <a:ext cx="131760" cy="28044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50">
            <p14:nvContentPartPr>
              <p14:cNvPr id="44" name="Ink 43">
                <a:extLst>
                  <a:ext uri="{FF2B5EF4-FFF2-40B4-BE49-F238E27FC236}">
                    <a16:creationId xmlns:a16="http://schemas.microsoft.com/office/drawing/2014/main" id="{5DB83F70-598C-4A37-1192-0C51B22C1C00}"/>
                  </a:ext>
                </a:extLst>
              </p14:cNvPr>
              <p14:cNvContentPartPr/>
              <p14:nvPr/>
            </p14:nvContentPartPr>
            <p14:xfrm>
              <a:off x="7787399" y="3958222"/>
              <a:ext cx="6840" cy="182520"/>
            </p14:xfrm>
          </p:contentPart>
        </mc:Choice>
        <mc:Fallback xmlns="">
          <p:pic>
            <p:nvPicPr>
              <p:cNvPr id="44" name="Ink 43">
                <a:extLst>
                  <a:ext uri="{FF2B5EF4-FFF2-40B4-BE49-F238E27FC236}">
                    <a16:creationId xmlns:a16="http://schemas.microsoft.com/office/drawing/2014/main" id="{5DB83F70-598C-4A37-1192-0C51B22C1C00}"/>
                  </a:ext>
                </a:extLst>
              </p:cNvPr>
              <p:cNvPicPr/>
              <p:nvPr/>
            </p:nvPicPr>
            <p:blipFill>
              <a:blip r:embed="rId51"/>
              <a:stretch>
                <a:fillRect/>
              </a:stretch>
            </p:blipFill>
            <p:spPr>
              <a:xfrm>
                <a:off x="7778399" y="3949582"/>
                <a:ext cx="24480" cy="200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
            <p14:nvContentPartPr>
              <p14:cNvPr id="45" name="Ink 44">
                <a:extLst>
                  <a:ext uri="{FF2B5EF4-FFF2-40B4-BE49-F238E27FC236}">
                    <a16:creationId xmlns:a16="http://schemas.microsoft.com/office/drawing/2014/main" id="{C7AAA0ED-4655-EA96-457F-AB1EECB470E3}"/>
                  </a:ext>
                </a:extLst>
              </p14:cNvPr>
              <p14:cNvContentPartPr/>
              <p14:nvPr/>
            </p14:nvContentPartPr>
            <p14:xfrm>
              <a:off x="9235679" y="3577702"/>
              <a:ext cx="360" cy="165960"/>
            </p14:xfrm>
          </p:contentPart>
        </mc:Choice>
        <mc:Fallback xmlns="">
          <p:pic>
            <p:nvPicPr>
              <p:cNvPr id="45" name="Ink 44">
                <a:extLst>
                  <a:ext uri="{FF2B5EF4-FFF2-40B4-BE49-F238E27FC236}">
                    <a16:creationId xmlns:a16="http://schemas.microsoft.com/office/drawing/2014/main" id="{C7AAA0ED-4655-EA96-457F-AB1EECB470E3}"/>
                  </a:ext>
                </a:extLst>
              </p:cNvPr>
              <p:cNvPicPr/>
              <p:nvPr/>
            </p:nvPicPr>
            <p:blipFill>
              <a:blip r:embed="rId53"/>
              <a:stretch>
                <a:fillRect/>
              </a:stretch>
            </p:blipFill>
            <p:spPr>
              <a:xfrm>
                <a:off x="9227039" y="3568702"/>
                <a:ext cx="18000" cy="183600"/>
              </a:xfrm>
              <a:prstGeom prst="rect">
                <a:avLst/>
              </a:prstGeom>
            </p:spPr>
          </p:pic>
        </mc:Fallback>
      </mc:AlternateContent>
      <p:grpSp>
        <p:nvGrpSpPr>
          <p:cNvPr id="49" name="Group 48">
            <a:extLst>
              <a:ext uri="{FF2B5EF4-FFF2-40B4-BE49-F238E27FC236}">
                <a16:creationId xmlns:a16="http://schemas.microsoft.com/office/drawing/2014/main" id="{59B6171F-6B38-896D-3580-F1F0622F1A95}"/>
              </a:ext>
            </a:extLst>
          </p:cNvPr>
          <p:cNvGrpSpPr/>
          <p:nvPr/>
        </p:nvGrpSpPr>
        <p:grpSpPr>
          <a:xfrm>
            <a:off x="9327839" y="2988022"/>
            <a:ext cx="216360" cy="327600"/>
            <a:chOff x="9327839" y="2988022"/>
            <a:chExt cx="216360" cy="327600"/>
          </a:xfrm>
        </p:grpSpPr>
        <mc:AlternateContent xmlns:mc="http://schemas.openxmlformats.org/markup-compatibility/2006" xmlns:p14="http://schemas.microsoft.com/office/powerpoint/2010/main" xmlns:aink="http://schemas.microsoft.com/office/drawing/2016/ink">
          <mc:Choice Requires="p14 aink">
            <p:contentPart p14:bwMode="auto" r:id="rId54">
              <p14:nvContentPartPr>
                <p14:cNvPr id="46" name="Ink 45">
                  <a:extLst>
                    <a:ext uri="{FF2B5EF4-FFF2-40B4-BE49-F238E27FC236}">
                      <a16:creationId xmlns:a16="http://schemas.microsoft.com/office/drawing/2014/main" id="{84512711-B53D-3F3E-DFAF-B4CE6405B2FC}"/>
                    </a:ext>
                  </a:extLst>
                </p14:cNvPr>
                <p14:cNvContentPartPr/>
                <p14:nvPr/>
              </p14:nvContentPartPr>
              <p14:xfrm>
                <a:off x="9327839" y="3191062"/>
                <a:ext cx="122760" cy="124560"/>
              </p14:xfrm>
            </p:contentPart>
          </mc:Choice>
          <mc:Fallback xmlns="">
            <p:pic>
              <p:nvPicPr>
                <p:cNvPr id="46" name="Ink 45">
                  <a:extLst>
                    <a:ext uri="{FF2B5EF4-FFF2-40B4-BE49-F238E27FC236}">
                      <a16:creationId xmlns:a16="http://schemas.microsoft.com/office/drawing/2014/main" id="{84512711-B53D-3F3E-DFAF-B4CE6405B2FC}"/>
                    </a:ext>
                  </a:extLst>
                </p:cNvPr>
                <p:cNvPicPr/>
                <p:nvPr/>
              </p:nvPicPr>
              <p:blipFill>
                <a:blip r:embed="rId55"/>
                <a:stretch>
                  <a:fillRect/>
                </a:stretch>
              </p:blipFill>
              <p:spPr>
                <a:xfrm>
                  <a:off x="9319199" y="3182062"/>
                  <a:ext cx="140400" cy="142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6">
              <p14:nvContentPartPr>
                <p14:cNvPr id="47" name="Ink 46">
                  <a:extLst>
                    <a:ext uri="{FF2B5EF4-FFF2-40B4-BE49-F238E27FC236}">
                      <a16:creationId xmlns:a16="http://schemas.microsoft.com/office/drawing/2014/main" id="{AD44AD13-C9C4-77C8-D2F3-689CD98C90BE}"/>
                    </a:ext>
                  </a:extLst>
                </p14:cNvPr>
                <p14:cNvContentPartPr/>
                <p14:nvPr/>
              </p14:nvContentPartPr>
              <p14:xfrm>
                <a:off x="9468959" y="2988022"/>
                <a:ext cx="75240" cy="152280"/>
              </p14:xfrm>
            </p:contentPart>
          </mc:Choice>
          <mc:Fallback xmlns="">
            <p:pic>
              <p:nvPicPr>
                <p:cNvPr id="47" name="Ink 46">
                  <a:extLst>
                    <a:ext uri="{FF2B5EF4-FFF2-40B4-BE49-F238E27FC236}">
                      <a16:creationId xmlns:a16="http://schemas.microsoft.com/office/drawing/2014/main" id="{AD44AD13-C9C4-77C8-D2F3-689CD98C90BE}"/>
                    </a:ext>
                  </a:extLst>
                </p:cNvPr>
                <p:cNvPicPr/>
                <p:nvPr/>
              </p:nvPicPr>
              <p:blipFill>
                <a:blip r:embed="rId57"/>
                <a:stretch>
                  <a:fillRect/>
                </a:stretch>
              </p:blipFill>
              <p:spPr>
                <a:xfrm>
                  <a:off x="9459959" y="2979022"/>
                  <a:ext cx="92880" cy="1699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58">
            <p14:nvContentPartPr>
              <p14:cNvPr id="48" name="Ink 47">
                <a:extLst>
                  <a:ext uri="{FF2B5EF4-FFF2-40B4-BE49-F238E27FC236}">
                    <a16:creationId xmlns:a16="http://schemas.microsoft.com/office/drawing/2014/main" id="{5AF5B6C4-A689-0508-DC75-6CC16FC2898F}"/>
                  </a:ext>
                </a:extLst>
              </p14:cNvPr>
              <p14:cNvContentPartPr/>
              <p14:nvPr/>
            </p14:nvContentPartPr>
            <p14:xfrm>
              <a:off x="9424679" y="3580222"/>
              <a:ext cx="123840" cy="219240"/>
            </p14:xfrm>
          </p:contentPart>
        </mc:Choice>
        <mc:Fallback xmlns="">
          <p:pic>
            <p:nvPicPr>
              <p:cNvPr id="48" name="Ink 47">
                <a:extLst>
                  <a:ext uri="{FF2B5EF4-FFF2-40B4-BE49-F238E27FC236}">
                    <a16:creationId xmlns:a16="http://schemas.microsoft.com/office/drawing/2014/main" id="{5AF5B6C4-A689-0508-DC75-6CC16FC2898F}"/>
                  </a:ext>
                </a:extLst>
              </p:cNvPr>
              <p:cNvPicPr/>
              <p:nvPr/>
            </p:nvPicPr>
            <p:blipFill>
              <a:blip r:embed="rId59"/>
              <a:stretch>
                <a:fillRect/>
              </a:stretch>
            </p:blipFill>
            <p:spPr>
              <a:xfrm>
                <a:off x="9415679" y="3571582"/>
                <a:ext cx="141480" cy="236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
            <p14:nvContentPartPr>
              <p14:cNvPr id="50" name="Ink 49">
                <a:extLst>
                  <a:ext uri="{FF2B5EF4-FFF2-40B4-BE49-F238E27FC236}">
                    <a16:creationId xmlns:a16="http://schemas.microsoft.com/office/drawing/2014/main" id="{BB3411BF-53EA-722D-FF8A-F6E6F09D4ED9}"/>
                  </a:ext>
                </a:extLst>
              </p14:cNvPr>
              <p14:cNvContentPartPr/>
              <p14:nvPr/>
            </p14:nvContentPartPr>
            <p14:xfrm>
              <a:off x="9607919" y="3196822"/>
              <a:ext cx="89640" cy="158040"/>
            </p14:xfrm>
          </p:contentPart>
        </mc:Choice>
        <mc:Fallback xmlns="">
          <p:pic>
            <p:nvPicPr>
              <p:cNvPr id="50" name="Ink 49">
                <a:extLst>
                  <a:ext uri="{FF2B5EF4-FFF2-40B4-BE49-F238E27FC236}">
                    <a16:creationId xmlns:a16="http://schemas.microsoft.com/office/drawing/2014/main" id="{BB3411BF-53EA-722D-FF8A-F6E6F09D4ED9}"/>
                  </a:ext>
                </a:extLst>
              </p:cNvPr>
              <p:cNvPicPr/>
              <p:nvPr/>
            </p:nvPicPr>
            <p:blipFill>
              <a:blip r:embed="rId61"/>
              <a:stretch>
                <a:fillRect/>
              </a:stretch>
            </p:blipFill>
            <p:spPr>
              <a:xfrm>
                <a:off x="9599279" y="3188182"/>
                <a:ext cx="107280" cy="175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2">
            <p14:nvContentPartPr>
              <p14:cNvPr id="52" name="Ink 51">
                <a:extLst>
                  <a:ext uri="{FF2B5EF4-FFF2-40B4-BE49-F238E27FC236}">
                    <a16:creationId xmlns:a16="http://schemas.microsoft.com/office/drawing/2014/main" id="{C49C9A3E-B989-630B-6C34-FB6277F60E8F}"/>
                  </a:ext>
                </a:extLst>
              </p14:cNvPr>
              <p14:cNvContentPartPr/>
              <p14:nvPr/>
            </p14:nvContentPartPr>
            <p14:xfrm>
              <a:off x="9769919" y="2958142"/>
              <a:ext cx="61560" cy="129240"/>
            </p14:xfrm>
          </p:contentPart>
        </mc:Choice>
        <mc:Fallback xmlns="">
          <p:pic>
            <p:nvPicPr>
              <p:cNvPr id="52" name="Ink 51">
                <a:extLst>
                  <a:ext uri="{FF2B5EF4-FFF2-40B4-BE49-F238E27FC236}">
                    <a16:creationId xmlns:a16="http://schemas.microsoft.com/office/drawing/2014/main" id="{C49C9A3E-B989-630B-6C34-FB6277F60E8F}"/>
                  </a:ext>
                </a:extLst>
              </p:cNvPr>
              <p:cNvPicPr/>
              <p:nvPr/>
            </p:nvPicPr>
            <p:blipFill>
              <a:blip r:embed="rId63"/>
              <a:stretch>
                <a:fillRect/>
              </a:stretch>
            </p:blipFill>
            <p:spPr>
              <a:xfrm>
                <a:off x="9760919" y="2949142"/>
                <a:ext cx="79200" cy="146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4">
            <p14:nvContentPartPr>
              <p14:cNvPr id="53" name="Ink 52">
                <a:extLst>
                  <a:ext uri="{FF2B5EF4-FFF2-40B4-BE49-F238E27FC236}">
                    <a16:creationId xmlns:a16="http://schemas.microsoft.com/office/drawing/2014/main" id="{D2B3A3AD-EC2F-6397-29AD-F4871D34EF5F}"/>
                  </a:ext>
                </a:extLst>
              </p14:cNvPr>
              <p14:cNvContentPartPr/>
              <p14:nvPr/>
            </p14:nvContentPartPr>
            <p14:xfrm>
              <a:off x="9795839" y="3018262"/>
              <a:ext cx="99000" cy="138960"/>
            </p14:xfrm>
          </p:contentPart>
        </mc:Choice>
        <mc:Fallback xmlns="">
          <p:pic>
            <p:nvPicPr>
              <p:cNvPr id="53" name="Ink 52">
                <a:extLst>
                  <a:ext uri="{FF2B5EF4-FFF2-40B4-BE49-F238E27FC236}">
                    <a16:creationId xmlns:a16="http://schemas.microsoft.com/office/drawing/2014/main" id="{D2B3A3AD-EC2F-6397-29AD-F4871D34EF5F}"/>
                  </a:ext>
                </a:extLst>
              </p:cNvPr>
              <p:cNvPicPr/>
              <p:nvPr/>
            </p:nvPicPr>
            <p:blipFill>
              <a:blip r:embed="rId65"/>
              <a:stretch>
                <a:fillRect/>
              </a:stretch>
            </p:blipFill>
            <p:spPr>
              <a:xfrm>
                <a:off x="9786839" y="3009622"/>
                <a:ext cx="116640" cy="156600"/>
              </a:xfrm>
              <a:prstGeom prst="rect">
                <a:avLst/>
              </a:prstGeom>
            </p:spPr>
          </p:pic>
        </mc:Fallback>
      </mc:AlternateContent>
      <p:grpSp>
        <p:nvGrpSpPr>
          <p:cNvPr id="60" name="Group 59">
            <a:extLst>
              <a:ext uri="{FF2B5EF4-FFF2-40B4-BE49-F238E27FC236}">
                <a16:creationId xmlns:a16="http://schemas.microsoft.com/office/drawing/2014/main" id="{47C2C7B9-EE00-3559-FBD0-8498BCA2AE68}"/>
              </a:ext>
            </a:extLst>
          </p:cNvPr>
          <p:cNvGrpSpPr/>
          <p:nvPr/>
        </p:nvGrpSpPr>
        <p:grpSpPr>
          <a:xfrm>
            <a:off x="8334599" y="3039142"/>
            <a:ext cx="282240" cy="526680"/>
            <a:chOff x="8334599" y="3039142"/>
            <a:chExt cx="282240" cy="526680"/>
          </a:xfrm>
        </p:grpSpPr>
        <mc:AlternateContent xmlns:mc="http://schemas.openxmlformats.org/markup-compatibility/2006" xmlns:p14="http://schemas.microsoft.com/office/powerpoint/2010/main">
          <mc:Choice Requires="p14">
            <p:contentPart p14:bwMode="auto" r:id="rId66">
              <p14:nvContentPartPr>
                <p14:cNvPr id="54" name="Ink 53">
                  <a:extLst>
                    <a:ext uri="{FF2B5EF4-FFF2-40B4-BE49-F238E27FC236}">
                      <a16:creationId xmlns:a16="http://schemas.microsoft.com/office/drawing/2014/main" id="{A5F7D598-F198-940B-4134-9FED85710D4D}"/>
                    </a:ext>
                  </a:extLst>
                </p14:cNvPr>
                <p14:cNvContentPartPr/>
                <p14:nvPr/>
              </p14:nvContentPartPr>
              <p14:xfrm>
                <a:off x="8487239" y="3442702"/>
                <a:ext cx="1440" cy="360"/>
              </p14:xfrm>
            </p:contentPart>
          </mc:Choice>
          <mc:Fallback xmlns="">
            <p:pic>
              <p:nvPicPr>
                <p:cNvPr id="54" name="Ink 53">
                  <a:extLst>
                    <a:ext uri="{FF2B5EF4-FFF2-40B4-BE49-F238E27FC236}">
                      <a16:creationId xmlns:a16="http://schemas.microsoft.com/office/drawing/2014/main" id="{A5F7D598-F198-940B-4134-9FED85710D4D}"/>
                    </a:ext>
                  </a:extLst>
                </p:cNvPr>
                <p:cNvPicPr/>
                <p:nvPr/>
              </p:nvPicPr>
              <p:blipFill>
                <a:blip r:embed="rId67"/>
                <a:stretch>
                  <a:fillRect/>
                </a:stretch>
              </p:blipFill>
              <p:spPr>
                <a:xfrm>
                  <a:off x="8481119" y="3436582"/>
                  <a:ext cx="136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5" name="Ink 54">
                  <a:extLst>
                    <a:ext uri="{FF2B5EF4-FFF2-40B4-BE49-F238E27FC236}">
                      <a16:creationId xmlns:a16="http://schemas.microsoft.com/office/drawing/2014/main" id="{D5A48FC0-C4C9-BF08-1757-2B37AD3A81C6}"/>
                    </a:ext>
                  </a:extLst>
                </p14:cNvPr>
                <p14:cNvContentPartPr/>
                <p14:nvPr/>
              </p14:nvContentPartPr>
              <p14:xfrm>
                <a:off x="8334599" y="3039142"/>
                <a:ext cx="159120" cy="403920"/>
              </p14:xfrm>
            </p:contentPart>
          </mc:Choice>
          <mc:Fallback xmlns="">
            <p:pic>
              <p:nvPicPr>
                <p:cNvPr id="55" name="Ink 54">
                  <a:extLst>
                    <a:ext uri="{FF2B5EF4-FFF2-40B4-BE49-F238E27FC236}">
                      <a16:creationId xmlns:a16="http://schemas.microsoft.com/office/drawing/2014/main" id="{D5A48FC0-C4C9-BF08-1757-2B37AD3A81C6}"/>
                    </a:ext>
                  </a:extLst>
                </p:cNvPr>
                <p:cNvPicPr/>
                <p:nvPr/>
              </p:nvPicPr>
              <p:blipFill>
                <a:blip r:embed="rId69"/>
                <a:stretch>
                  <a:fillRect/>
                </a:stretch>
              </p:blipFill>
              <p:spPr>
                <a:xfrm>
                  <a:off x="8328479" y="3033022"/>
                  <a:ext cx="17136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7" name="Ink 56">
                  <a:extLst>
                    <a:ext uri="{FF2B5EF4-FFF2-40B4-BE49-F238E27FC236}">
                      <a16:creationId xmlns:a16="http://schemas.microsoft.com/office/drawing/2014/main" id="{AE3936D5-40EC-10DB-773A-525814C36612}"/>
                    </a:ext>
                  </a:extLst>
                </p14:cNvPr>
                <p14:cNvContentPartPr/>
                <p14:nvPr/>
              </p14:nvContentPartPr>
              <p14:xfrm>
                <a:off x="8401199" y="3480502"/>
                <a:ext cx="215640" cy="17640"/>
              </p14:xfrm>
            </p:contentPart>
          </mc:Choice>
          <mc:Fallback xmlns="">
            <p:pic>
              <p:nvPicPr>
                <p:cNvPr id="57" name="Ink 56">
                  <a:extLst>
                    <a:ext uri="{FF2B5EF4-FFF2-40B4-BE49-F238E27FC236}">
                      <a16:creationId xmlns:a16="http://schemas.microsoft.com/office/drawing/2014/main" id="{AE3936D5-40EC-10DB-773A-525814C36612}"/>
                    </a:ext>
                  </a:extLst>
                </p:cNvPr>
                <p:cNvPicPr/>
                <p:nvPr/>
              </p:nvPicPr>
              <p:blipFill>
                <a:blip r:embed="rId71"/>
                <a:stretch>
                  <a:fillRect/>
                </a:stretch>
              </p:blipFill>
              <p:spPr>
                <a:xfrm>
                  <a:off x="8395079" y="3474382"/>
                  <a:ext cx="2278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9" name="Ink 58">
                  <a:extLst>
                    <a:ext uri="{FF2B5EF4-FFF2-40B4-BE49-F238E27FC236}">
                      <a16:creationId xmlns:a16="http://schemas.microsoft.com/office/drawing/2014/main" id="{489255B4-AA89-3EAB-517A-252798CC008E}"/>
                    </a:ext>
                  </a:extLst>
                </p14:cNvPr>
                <p14:cNvContentPartPr/>
                <p14:nvPr/>
              </p14:nvContentPartPr>
              <p14:xfrm>
                <a:off x="8554559" y="3399862"/>
                <a:ext cx="360" cy="165960"/>
              </p14:xfrm>
            </p:contentPart>
          </mc:Choice>
          <mc:Fallback xmlns="">
            <p:pic>
              <p:nvPicPr>
                <p:cNvPr id="59" name="Ink 58">
                  <a:extLst>
                    <a:ext uri="{FF2B5EF4-FFF2-40B4-BE49-F238E27FC236}">
                      <a16:creationId xmlns:a16="http://schemas.microsoft.com/office/drawing/2014/main" id="{489255B4-AA89-3EAB-517A-252798CC008E}"/>
                    </a:ext>
                  </a:extLst>
                </p:cNvPr>
                <p:cNvPicPr/>
                <p:nvPr/>
              </p:nvPicPr>
              <p:blipFill>
                <a:blip r:embed="rId73"/>
                <a:stretch>
                  <a:fillRect/>
                </a:stretch>
              </p:blipFill>
              <p:spPr>
                <a:xfrm>
                  <a:off x="8548439" y="3393742"/>
                  <a:ext cx="12600" cy="178200"/>
                </a:xfrm>
                <a:prstGeom prst="rect">
                  <a:avLst/>
                </a:prstGeom>
              </p:spPr>
            </p:pic>
          </mc:Fallback>
        </mc:AlternateContent>
      </p:grpSp>
      <p:grpSp>
        <p:nvGrpSpPr>
          <p:cNvPr id="68" name="Group 67">
            <a:extLst>
              <a:ext uri="{FF2B5EF4-FFF2-40B4-BE49-F238E27FC236}">
                <a16:creationId xmlns:a16="http://schemas.microsoft.com/office/drawing/2014/main" id="{01C1F660-0004-905D-F51C-45A2C3D82D61}"/>
              </a:ext>
            </a:extLst>
          </p:cNvPr>
          <p:cNvGrpSpPr/>
          <p:nvPr/>
        </p:nvGrpSpPr>
        <p:grpSpPr>
          <a:xfrm>
            <a:off x="7907639" y="2662942"/>
            <a:ext cx="659880" cy="368640"/>
            <a:chOff x="7907639" y="2662942"/>
            <a:chExt cx="659880" cy="368640"/>
          </a:xfrm>
        </p:grpSpPr>
        <mc:AlternateContent xmlns:mc="http://schemas.openxmlformats.org/markup-compatibility/2006" xmlns:p14="http://schemas.microsoft.com/office/powerpoint/2010/main">
          <mc:Choice Requires="p14">
            <p:contentPart p14:bwMode="auto" r:id="rId74">
              <p14:nvContentPartPr>
                <p14:cNvPr id="61" name="Ink 60">
                  <a:extLst>
                    <a:ext uri="{FF2B5EF4-FFF2-40B4-BE49-F238E27FC236}">
                      <a16:creationId xmlns:a16="http://schemas.microsoft.com/office/drawing/2014/main" id="{DA458777-844B-F65A-54A1-7DFD83B2B01A}"/>
                    </a:ext>
                  </a:extLst>
                </p14:cNvPr>
                <p14:cNvContentPartPr/>
                <p14:nvPr/>
              </p14:nvContentPartPr>
              <p14:xfrm>
                <a:off x="7907639" y="2853742"/>
                <a:ext cx="7920" cy="146160"/>
              </p14:xfrm>
            </p:contentPart>
          </mc:Choice>
          <mc:Fallback xmlns="">
            <p:pic>
              <p:nvPicPr>
                <p:cNvPr id="61" name="Ink 60">
                  <a:extLst>
                    <a:ext uri="{FF2B5EF4-FFF2-40B4-BE49-F238E27FC236}">
                      <a16:creationId xmlns:a16="http://schemas.microsoft.com/office/drawing/2014/main" id="{DA458777-844B-F65A-54A1-7DFD83B2B01A}"/>
                    </a:ext>
                  </a:extLst>
                </p:cNvPr>
                <p:cNvPicPr/>
                <p:nvPr/>
              </p:nvPicPr>
              <p:blipFill>
                <a:blip r:embed="rId75"/>
                <a:stretch>
                  <a:fillRect/>
                </a:stretch>
              </p:blipFill>
              <p:spPr>
                <a:xfrm>
                  <a:off x="7901519" y="2847622"/>
                  <a:ext cx="2016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2" name="Ink 61">
                  <a:extLst>
                    <a:ext uri="{FF2B5EF4-FFF2-40B4-BE49-F238E27FC236}">
                      <a16:creationId xmlns:a16="http://schemas.microsoft.com/office/drawing/2014/main" id="{50DE00B1-931B-7B2B-FEAE-FD3FDA28DEEF}"/>
                    </a:ext>
                  </a:extLst>
                </p14:cNvPr>
                <p14:cNvContentPartPr/>
                <p14:nvPr/>
              </p14:nvContentPartPr>
              <p14:xfrm>
                <a:off x="8002319" y="2797222"/>
                <a:ext cx="152280" cy="196560"/>
              </p14:xfrm>
            </p:contentPart>
          </mc:Choice>
          <mc:Fallback xmlns="">
            <p:pic>
              <p:nvPicPr>
                <p:cNvPr id="62" name="Ink 61">
                  <a:extLst>
                    <a:ext uri="{FF2B5EF4-FFF2-40B4-BE49-F238E27FC236}">
                      <a16:creationId xmlns:a16="http://schemas.microsoft.com/office/drawing/2014/main" id="{50DE00B1-931B-7B2B-FEAE-FD3FDA28DEEF}"/>
                    </a:ext>
                  </a:extLst>
                </p:cNvPr>
                <p:cNvPicPr/>
                <p:nvPr/>
              </p:nvPicPr>
              <p:blipFill>
                <a:blip r:embed="rId77"/>
                <a:stretch>
                  <a:fillRect/>
                </a:stretch>
              </p:blipFill>
              <p:spPr>
                <a:xfrm>
                  <a:off x="7996199" y="2791102"/>
                  <a:ext cx="16452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3" name="Ink 62">
                  <a:extLst>
                    <a:ext uri="{FF2B5EF4-FFF2-40B4-BE49-F238E27FC236}">
                      <a16:creationId xmlns:a16="http://schemas.microsoft.com/office/drawing/2014/main" id="{A63E5E6B-F52C-3A68-13F8-C5CD3A24D29B}"/>
                    </a:ext>
                  </a:extLst>
                </p14:cNvPr>
                <p14:cNvContentPartPr/>
                <p14:nvPr/>
              </p14:nvContentPartPr>
              <p14:xfrm>
                <a:off x="8161799" y="2850862"/>
                <a:ext cx="138240" cy="101160"/>
              </p14:xfrm>
            </p:contentPart>
          </mc:Choice>
          <mc:Fallback xmlns="">
            <p:pic>
              <p:nvPicPr>
                <p:cNvPr id="63" name="Ink 62">
                  <a:extLst>
                    <a:ext uri="{FF2B5EF4-FFF2-40B4-BE49-F238E27FC236}">
                      <a16:creationId xmlns:a16="http://schemas.microsoft.com/office/drawing/2014/main" id="{A63E5E6B-F52C-3A68-13F8-C5CD3A24D29B}"/>
                    </a:ext>
                  </a:extLst>
                </p:cNvPr>
                <p:cNvPicPr/>
                <p:nvPr/>
              </p:nvPicPr>
              <p:blipFill>
                <a:blip r:embed="rId79"/>
                <a:stretch>
                  <a:fillRect/>
                </a:stretch>
              </p:blipFill>
              <p:spPr>
                <a:xfrm>
                  <a:off x="8155679" y="2844742"/>
                  <a:ext cx="15048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4" name="Ink 63">
                  <a:extLst>
                    <a:ext uri="{FF2B5EF4-FFF2-40B4-BE49-F238E27FC236}">
                      <a16:creationId xmlns:a16="http://schemas.microsoft.com/office/drawing/2014/main" id="{E35FAACB-BB17-E60E-9EEC-A52E46E689F6}"/>
                    </a:ext>
                  </a:extLst>
                </p14:cNvPr>
                <p14:cNvContentPartPr/>
                <p14:nvPr/>
              </p14:nvContentPartPr>
              <p14:xfrm>
                <a:off x="8235599" y="2891902"/>
                <a:ext cx="48240" cy="139680"/>
              </p14:xfrm>
            </p:contentPart>
          </mc:Choice>
          <mc:Fallback xmlns="">
            <p:pic>
              <p:nvPicPr>
                <p:cNvPr id="64" name="Ink 63">
                  <a:extLst>
                    <a:ext uri="{FF2B5EF4-FFF2-40B4-BE49-F238E27FC236}">
                      <a16:creationId xmlns:a16="http://schemas.microsoft.com/office/drawing/2014/main" id="{E35FAACB-BB17-E60E-9EEC-A52E46E689F6}"/>
                    </a:ext>
                  </a:extLst>
                </p:cNvPr>
                <p:cNvPicPr/>
                <p:nvPr/>
              </p:nvPicPr>
              <p:blipFill>
                <a:blip r:embed="rId81"/>
                <a:stretch>
                  <a:fillRect/>
                </a:stretch>
              </p:blipFill>
              <p:spPr>
                <a:xfrm>
                  <a:off x="8229479" y="2885782"/>
                  <a:ext cx="604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5" name="Ink 64">
                  <a:extLst>
                    <a:ext uri="{FF2B5EF4-FFF2-40B4-BE49-F238E27FC236}">
                      <a16:creationId xmlns:a16="http://schemas.microsoft.com/office/drawing/2014/main" id="{42B36B8E-B2E3-40F2-FD4E-35C586825CC9}"/>
                    </a:ext>
                  </a:extLst>
                </p14:cNvPr>
                <p14:cNvContentPartPr/>
                <p14:nvPr/>
              </p14:nvContentPartPr>
              <p14:xfrm>
                <a:off x="8407319" y="2737102"/>
                <a:ext cx="7920" cy="141120"/>
              </p14:xfrm>
            </p:contentPart>
          </mc:Choice>
          <mc:Fallback xmlns="">
            <p:pic>
              <p:nvPicPr>
                <p:cNvPr id="65" name="Ink 64">
                  <a:extLst>
                    <a:ext uri="{FF2B5EF4-FFF2-40B4-BE49-F238E27FC236}">
                      <a16:creationId xmlns:a16="http://schemas.microsoft.com/office/drawing/2014/main" id="{42B36B8E-B2E3-40F2-FD4E-35C586825CC9}"/>
                    </a:ext>
                  </a:extLst>
                </p:cNvPr>
                <p:cNvPicPr/>
                <p:nvPr/>
              </p:nvPicPr>
              <p:blipFill>
                <a:blip r:embed="rId83"/>
                <a:stretch>
                  <a:fillRect/>
                </a:stretch>
              </p:blipFill>
              <p:spPr>
                <a:xfrm>
                  <a:off x="8401199" y="2730982"/>
                  <a:ext cx="2016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6" name="Ink 65">
                  <a:extLst>
                    <a:ext uri="{FF2B5EF4-FFF2-40B4-BE49-F238E27FC236}">
                      <a16:creationId xmlns:a16="http://schemas.microsoft.com/office/drawing/2014/main" id="{480E1533-0DBC-EB37-6270-CC80048CDA66}"/>
                    </a:ext>
                  </a:extLst>
                </p14:cNvPr>
                <p14:cNvContentPartPr/>
                <p14:nvPr/>
              </p14:nvContentPartPr>
              <p14:xfrm>
                <a:off x="8496959" y="2662942"/>
                <a:ext cx="70560" cy="333720"/>
              </p14:xfrm>
            </p:contentPart>
          </mc:Choice>
          <mc:Fallback xmlns="">
            <p:pic>
              <p:nvPicPr>
                <p:cNvPr id="66" name="Ink 65">
                  <a:extLst>
                    <a:ext uri="{FF2B5EF4-FFF2-40B4-BE49-F238E27FC236}">
                      <a16:creationId xmlns:a16="http://schemas.microsoft.com/office/drawing/2014/main" id="{480E1533-0DBC-EB37-6270-CC80048CDA66}"/>
                    </a:ext>
                  </a:extLst>
                </p:cNvPr>
                <p:cNvPicPr/>
                <p:nvPr/>
              </p:nvPicPr>
              <p:blipFill>
                <a:blip r:embed="rId85"/>
                <a:stretch>
                  <a:fillRect/>
                </a:stretch>
              </p:blipFill>
              <p:spPr>
                <a:xfrm>
                  <a:off x="8490839" y="2656822"/>
                  <a:ext cx="8280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7" name="Ink 66">
                  <a:extLst>
                    <a:ext uri="{FF2B5EF4-FFF2-40B4-BE49-F238E27FC236}">
                      <a16:creationId xmlns:a16="http://schemas.microsoft.com/office/drawing/2014/main" id="{7E84A521-1DB4-7E4C-7C00-714F17877EF7}"/>
                    </a:ext>
                  </a:extLst>
                </p14:cNvPr>
                <p14:cNvContentPartPr/>
                <p14:nvPr/>
              </p14:nvContentPartPr>
              <p14:xfrm>
                <a:off x="8505599" y="2791102"/>
                <a:ext cx="52560" cy="56880"/>
              </p14:xfrm>
            </p:contentPart>
          </mc:Choice>
          <mc:Fallback xmlns="">
            <p:pic>
              <p:nvPicPr>
                <p:cNvPr id="67" name="Ink 66">
                  <a:extLst>
                    <a:ext uri="{FF2B5EF4-FFF2-40B4-BE49-F238E27FC236}">
                      <a16:creationId xmlns:a16="http://schemas.microsoft.com/office/drawing/2014/main" id="{7E84A521-1DB4-7E4C-7C00-714F17877EF7}"/>
                    </a:ext>
                  </a:extLst>
                </p:cNvPr>
                <p:cNvPicPr/>
                <p:nvPr/>
              </p:nvPicPr>
              <p:blipFill>
                <a:blip r:embed="rId87"/>
                <a:stretch>
                  <a:fillRect/>
                </a:stretch>
              </p:blipFill>
              <p:spPr>
                <a:xfrm>
                  <a:off x="8499479" y="2784982"/>
                  <a:ext cx="64800" cy="69120"/>
                </a:xfrm>
                <a:prstGeom prst="rect">
                  <a:avLst/>
                </a:prstGeom>
              </p:spPr>
            </p:pic>
          </mc:Fallback>
        </mc:AlternateContent>
      </p:grpSp>
      <p:grpSp>
        <p:nvGrpSpPr>
          <p:cNvPr id="83" name="Group 82">
            <a:extLst>
              <a:ext uri="{FF2B5EF4-FFF2-40B4-BE49-F238E27FC236}">
                <a16:creationId xmlns:a16="http://schemas.microsoft.com/office/drawing/2014/main" id="{1524E5FD-350F-857E-D94D-0FE25D463C55}"/>
              </a:ext>
            </a:extLst>
          </p:cNvPr>
          <p:cNvGrpSpPr/>
          <p:nvPr/>
        </p:nvGrpSpPr>
        <p:grpSpPr>
          <a:xfrm>
            <a:off x="1558679" y="3482662"/>
            <a:ext cx="1839600" cy="527400"/>
            <a:chOff x="1558679" y="3482662"/>
            <a:chExt cx="1839600" cy="527400"/>
          </a:xfrm>
        </p:grpSpPr>
        <mc:AlternateContent xmlns:mc="http://schemas.openxmlformats.org/markup-compatibility/2006" xmlns:p14="http://schemas.microsoft.com/office/powerpoint/2010/main">
          <mc:Choice Requires="p14">
            <p:contentPart p14:bwMode="auto" r:id="rId88">
              <p14:nvContentPartPr>
                <p14:cNvPr id="69" name="Ink 68">
                  <a:extLst>
                    <a:ext uri="{FF2B5EF4-FFF2-40B4-BE49-F238E27FC236}">
                      <a16:creationId xmlns:a16="http://schemas.microsoft.com/office/drawing/2014/main" id="{565CE754-FF0A-0F15-7DB8-1BA8F4C2A409}"/>
                    </a:ext>
                  </a:extLst>
                </p14:cNvPr>
                <p14:cNvContentPartPr/>
                <p14:nvPr/>
              </p14:nvContentPartPr>
              <p14:xfrm>
                <a:off x="1558679" y="3638902"/>
                <a:ext cx="360" cy="371160"/>
              </p14:xfrm>
            </p:contentPart>
          </mc:Choice>
          <mc:Fallback xmlns="">
            <p:pic>
              <p:nvPicPr>
                <p:cNvPr id="69" name="Ink 68">
                  <a:extLst>
                    <a:ext uri="{FF2B5EF4-FFF2-40B4-BE49-F238E27FC236}">
                      <a16:creationId xmlns:a16="http://schemas.microsoft.com/office/drawing/2014/main" id="{565CE754-FF0A-0F15-7DB8-1BA8F4C2A409}"/>
                    </a:ext>
                  </a:extLst>
                </p:cNvPr>
                <p:cNvPicPr/>
                <p:nvPr/>
              </p:nvPicPr>
              <p:blipFill>
                <a:blip r:embed="rId89"/>
                <a:stretch>
                  <a:fillRect/>
                </a:stretch>
              </p:blipFill>
              <p:spPr>
                <a:xfrm>
                  <a:off x="1552559" y="3632782"/>
                  <a:ext cx="1260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0" name="Ink 69">
                  <a:extLst>
                    <a:ext uri="{FF2B5EF4-FFF2-40B4-BE49-F238E27FC236}">
                      <a16:creationId xmlns:a16="http://schemas.microsoft.com/office/drawing/2014/main" id="{CE06C7AF-0082-1ECC-0CF4-05F290E9DA4D}"/>
                    </a:ext>
                  </a:extLst>
                </p14:cNvPr>
                <p14:cNvContentPartPr/>
                <p14:nvPr/>
              </p14:nvContentPartPr>
              <p14:xfrm>
                <a:off x="1723919" y="3482662"/>
                <a:ext cx="177480" cy="317160"/>
              </p14:xfrm>
            </p:contentPart>
          </mc:Choice>
          <mc:Fallback xmlns="">
            <p:pic>
              <p:nvPicPr>
                <p:cNvPr id="70" name="Ink 69">
                  <a:extLst>
                    <a:ext uri="{FF2B5EF4-FFF2-40B4-BE49-F238E27FC236}">
                      <a16:creationId xmlns:a16="http://schemas.microsoft.com/office/drawing/2014/main" id="{CE06C7AF-0082-1ECC-0CF4-05F290E9DA4D}"/>
                    </a:ext>
                  </a:extLst>
                </p:cNvPr>
                <p:cNvPicPr/>
                <p:nvPr/>
              </p:nvPicPr>
              <p:blipFill>
                <a:blip r:embed="rId91"/>
                <a:stretch>
                  <a:fillRect/>
                </a:stretch>
              </p:blipFill>
              <p:spPr>
                <a:xfrm>
                  <a:off x="1717799" y="3476542"/>
                  <a:ext cx="18972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1" name="Ink 70">
                  <a:extLst>
                    <a:ext uri="{FF2B5EF4-FFF2-40B4-BE49-F238E27FC236}">
                      <a16:creationId xmlns:a16="http://schemas.microsoft.com/office/drawing/2014/main" id="{3A7F4DB3-C7B8-38B8-5770-8136BE108B6A}"/>
                    </a:ext>
                  </a:extLst>
                </p14:cNvPr>
                <p14:cNvContentPartPr/>
                <p14:nvPr/>
              </p14:nvContentPartPr>
              <p14:xfrm>
                <a:off x="2017319" y="3553942"/>
                <a:ext cx="106920" cy="351720"/>
              </p14:xfrm>
            </p:contentPart>
          </mc:Choice>
          <mc:Fallback xmlns="">
            <p:pic>
              <p:nvPicPr>
                <p:cNvPr id="71" name="Ink 70">
                  <a:extLst>
                    <a:ext uri="{FF2B5EF4-FFF2-40B4-BE49-F238E27FC236}">
                      <a16:creationId xmlns:a16="http://schemas.microsoft.com/office/drawing/2014/main" id="{3A7F4DB3-C7B8-38B8-5770-8136BE108B6A}"/>
                    </a:ext>
                  </a:extLst>
                </p:cNvPr>
                <p:cNvPicPr/>
                <p:nvPr/>
              </p:nvPicPr>
              <p:blipFill>
                <a:blip r:embed="rId93"/>
                <a:stretch>
                  <a:fillRect/>
                </a:stretch>
              </p:blipFill>
              <p:spPr>
                <a:xfrm>
                  <a:off x="2011199" y="3547822"/>
                  <a:ext cx="119160" cy="363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2" name="Ink 71">
                  <a:extLst>
                    <a:ext uri="{FF2B5EF4-FFF2-40B4-BE49-F238E27FC236}">
                      <a16:creationId xmlns:a16="http://schemas.microsoft.com/office/drawing/2014/main" id="{1A57A228-66C8-AFF4-6370-29457760BE00}"/>
                    </a:ext>
                  </a:extLst>
                </p14:cNvPr>
                <p14:cNvContentPartPr/>
                <p14:nvPr/>
              </p14:nvContentPartPr>
              <p14:xfrm>
                <a:off x="2323319" y="3585982"/>
                <a:ext cx="113400" cy="112680"/>
              </p14:xfrm>
            </p:contentPart>
          </mc:Choice>
          <mc:Fallback xmlns="">
            <p:pic>
              <p:nvPicPr>
                <p:cNvPr id="72" name="Ink 71">
                  <a:extLst>
                    <a:ext uri="{FF2B5EF4-FFF2-40B4-BE49-F238E27FC236}">
                      <a16:creationId xmlns:a16="http://schemas.microsoft.com/office/drawing/2014/main" id="{1A57A228-66C8-AFF4-6370-29457760BE00}"/>
                    </a:ext>
                  </a:extLst>
                </p:cNvPr>
                <p:cNvPicPr/>
                <p:nvPr/>
              </p:nvPicPr>
              <p:blipFill>
                <a:blip r:embed="rId95"/>
                <a:stretch>
                  <a:fillRect/>
                </a:stretch>
              </p:blipFill>
              <p:spPr>
                <a:xfrm>
                  <a:off x="2317199" y="3579862"/>
                  <a:ext cx="1256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3" name="Ink 72">
                  <a:extLst>
                    <a:ext uri="{FF2B5EF4-FFF2-40B4-BE49-F238E27FC236}">
                      <a16:creationId xmlns:a16="http://schemas.microsoft.com/office/drawing/2014/main" id="{32DFE1A9-5528-4439-E78E-7F61DC6764C4}"/>
                    </a:ext>
                  </a:extLst>
                </p14:cNvPr>
                <p14:cNvContentPartPr/>
                <p14:nvPr/>
              </p14:nvContentPartPr>
              <p14:xfrm>
                <a:off x="2288759" y="3561502"/>
                <a:ext cx="131760" cy="153000"/>
              </p14:xfrm>
            </p:contentPart>
          </mc:Choice>
          <mc:Fallback xmlns="">
            <p:pic>
              <p:nvPicPr>
                <p:cNvPr id="73" name="Ink 72">
                  <a:extLst>
                    <a:ext uri="{FF2B5EF4-FFF2-40B4-BE49-F238E27FC236}">
                      <a16:creationId xmlns:a16="http://schemas.microsoft.com/office/drawing/2014/main" id="{32DFE1A9-5528-4439-E78E-7F61DC6764C4}"/>
                    </a:ext>
                  </a:extLst>
                </p:cNvPr>
                <p:cNvPicPr/>
                <p:nvPr/>
              </p:nvPicPr>
              <p:blipFill>
                <a:blip r:embed="rId97"/>
                <a:stretch>
                  <a:fillRect/>
                </a:stretch>
              </p:blipFill>
              <p:spPr>
                <a:xfrm>
                  <a:off x="2282639" y="3555382"/>
                  <a:ext cx="1440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5" name="Ink 74">
                  <a:extLst>
                    <a:ext uri="{FF2B5EF4-FFF2-40B4-BE49-F238E27FC236}">
                      <a16:creationId xmlns:a16="http://schemas.microsoft.com/office/drawing/2014/main" id="{CB1C83BB-4870-487E-A702-0B22FF7F3092}"/>
                    </a:ext>
                  </a:extLst>
                </p14:cNvPr>
                <p14:cNvContentPartPr/>
                <p14:nvPr/>
              </p14:nvContentPartPr>
              <p14:xfrm>
                <a:off x="2601239" y="3547102"/>
                <a:ext cx="25560" cy="228240"/>
              </p14:xfrm>
            </p:contentPart>
          </mc:Choice>
          <mc:Fallback xmlns="">
            <p:pic>
              <p:nvPicPr>
                <p:cNvPr id="75" name="Ink 74">
                  <a:extLst>
                    <a:ext uri="{FF2B5EF4-FFF2-40B4-BE49-F238E27FC236}">
                      <a16:creationId xmlns:a16="http://schemas.microsoft.com/office/drawing/2014/main" id="{CB1C83BB-4870-487E-A702-0B22FF7F3092}"/>
                    </a:ext>
                  </a:extLst>
                </p:cNvPr>
                <p:cNvPicPr/>
                <p:nvPr/>
              </p:nvPicPr>
              <p:blipFill>
                <a:blip r:embed="rId99"/>
                <a:stretch>
                  <a:fillRect/>
                </a:stretch>
              </p:blipFill>
              <p:spPr>
                <a:xfrm>
                  <a:off x="2595119" y="3540982"/>
                  <a:ext cx="3780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6" name="Ink 75">
                  <a:extLst>
                    <a:ext uri="{FF2B5EF4-FFF2-40B4-BE49-F238E27FC236}">
                      <a16:creationId xmlns:a16="http://schemas.microsoft.com/office/drawing/2014/main" id="{DAA85B6B-CDA8-2DBA-0C0A-A600F5413EAF}"/>
                    </a:ext>
                  </a:extLst>
                </p14:cNvPr>
                <p14:cNvContentPartPr/>
                <p14:nvPr/>
              </p14:nvContentPartPr>
              <p14:xfrm>
                <a:off x="2749199" y="3568342"/>
                <a:ext cx="224280" cy="343440"/>
              </p14:xfrm>
            </p:contentPart>
          </mc:Choice>
          <mc:Fallback xmlns="">
            <p:pic>
              <p:nvPicPr>
                <p:cNvPr id="76" name="Ink 75">
                  <a:extLst>
                    <a:ext uri="{FF2B5EF4-FFF2-40B4-BE49-F238E27FC236}">
                      <a16:creationId xmlns:a16="http://schemas.microsoft.com/office/drawing/2014/main" id="{DAA85B6B-CDA8-2DBA-0C0A-A600F5413EAF}"/>
                    </a:ext>
                  </a:extLst>
                </p:cNvPr>
                <p:cNvPicPr/>
                <p:nvPr/>
              </p:nvPicPr>
              <p:blipFill>
                <a:blip r:embed="rId101"/>
                <a:stretch>
                  <a:fillRect/>
                </a:stretch>
              </p:blipFill>
              <p:spPr>
                <a:xfrm>
                  <a:off x="2743079" y="3562222"/>
                  <a:ext cx="23652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7" name="Ink 76">
                  <a:extLst>
                    <a:ext uri="{FF2B5EF4-FFF2-40B4-BE49-F238E27FC236}">
                      <a16:creationId xmlns:a16="http://schemas.microsoft.com/office/drawing/2014/main" id="{A19FACA8-82DC-AB76-4013-B3B94EDDA256}"/>
                    </a:ext>
                  </a:extLst>
                </p14:cNvPr>
                <p14:cNvContentPartPr/>
                <p14:nvPr/>
              </p14:nvContentPartPr>
              <p14:xfrm>
                <a:off x="2992919" y="3571582"/>
                <a:ext cx="145440" cy="354240"/>
              </p14:xfrm>
            </p:contentPart>
          </mc:Choice>
          <mc:Fallback xmlns="">
            <p:pic>
              <p:nvPicPr>
                <p:cNvPr id="77" name="Ink 76">
                  <a:extLst>
                    <a:ext uri="{FF2B5EF4-FFF2-40B4-BE49-F238E27FC236}">
                      <a16:creationId xmlns:a16="http://schemas.microsoft.com/office/drawing/2014/main" id="{A19FACA8-82DC-AB76-4013-B3B94EDDA256}"/>
                    </a:ext>
                  </a:extLst>
                </p:cNvPr>
                <p:cNvPicPr/>
                <p:nvPr/>
              </p:nvPicPr>
              <p:blipFill>
                <a:blip r:embed="rId103"/>
                <a:stretch>
                  <a:fillRect/>
                </a:stretch>
              </p:blipFill>
              <p:spPr>
                <a:xfrm>
                  <a:off x="2986799" y="3565462"/>
                  <a:ext cx="15768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8" name="Ink 77">
                  <a:extLst>
                    <a:ext uri="{FF2B5EF4-FFF2-40B4-BE49-F238E27FC236}">
                      <a16:creationId xmlns:a16="http://schemas.microsoft.com/office/drawing/2014/main" id="{9439A06B-1FBC-CD02-4660-233B1C37B6C9}"/>
                    </a:ext>
                  </a:extLst>
                </p14:cNvPr>
                <p14:cNvContentPartPr/>
                <p14:nvPr/>
              </p14:nvContentPartPr>
              <p14:xfrm>
                <a:off x="3268679" y="3593542"/>
                <a:ext cx="100800" cy="135360"/>
              </p14:xfrm>
            </p:contentPart>
          </mc:Choice>
          <mc:Fallback xmlns="">
            <p:pic>
              <p:nvPicPr>
                <p:cNvPr id="78" name="Ink 77">
                  <a:extLst>
                    <a:ext uri="{FF2B5EF4-FFF2-40B4-BE49-F238E27FC236}">
                      <a16:creationId xmlns:a16="http://schemas.microsoft.com/office/drawing/2014/main" id="{9439A06B-1FBC-CD02-4660-233B1C37B6C9}"/>
                    </a:ext>
                  </a:extLst>
                </p:cNvPr>
                <p:cNvPicPr/>
                <p:nvPr/>
              </p:nvPicPr>
              <p:blipFill>
                <a:blip r:embed="rId105"/>
                <a:stretch>
                  <a:fillRect/>
                </a:stretch>
              </p:blipFill>
              <p:spPr>
                <a:xfrm>
                  <a:off x="3262559" y="3587422"/>
                  <a:ext cx="1130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9" name="Ink 78">
                  <a:extLst>
                    <a:ext uri="{FF2B5EF4-FFF2-40B4-BE49-F238E27FC236}">
                      <a16:creationId xmlns:a16="http://schemas.microsoft.com/office/drawing/2014/main" id="{BDE8FF4D-6CD8-B8F5-F2CF-B6D439522F0E}"/>
                    </a:ext>
                  </a:extLst>
                </p14:cNvPr>
                <p14:cNvContentPartPr/>
                <p14:nvPr/>
              </p14:nvContentPartPr>
              <p14:xfrm>
                <a:off x="3190919" y="3559342"/>
                <a:ext cx="207360" cy="256320"/>
              </p14:xfrm>
            </p:contentPart>
          </mc:Choice>
          <mc:Fallback xmlns="">
            <p:pic>
              <p:nvPicPr>
                <p:cNvPr id="79" name="Ink 78">
                  <a:extLst>
                    <a:ext uri="{FF2B5EF4-FFF2-40B4-BE49-F238E27FC236}">
                      <a16:creationId xmlns:a16="http://schemas.microsoft.com/office/drawing/2014/main" id="{BDE8FF4D-6CD8-B8F5-F2CF-B6D439522F0E}"/>
                    </a:ext>
                  </a:extLst>
                </p:cNvPr>
                <p:cNvPicPr/>
                <p:nvPr/>
              </p:nvPicPr>
              <p:blipFill>
                <a:blip r:embed="rId107"/>
                <a:stretch>
                  <a:fillRect/>
                </a:stretch>
              </p:blipFill>
              <p:spPr>
                <a:xfrm>
                  <a:off x="3184799" y="3553222"/>
                  <a:ext cx="219600" cy="268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8">
            <p14:nvContentPartPr>
              <p14:cNvPr id="80" name="Ink 79">
                <a:extLst>
                  <a:ext uri="{FF2B5EF4-FFF2-40B4-BE49-F238E27FC236}">
                    <a16:creationId xmlns:a16="http://schemas.microsoft.com/office/drawing/2014/main" id="{25BA93D3-63D2-4D83-FED6-88A0C299C82D}"/>
                  </a:ext>
                </a:extLst>
              </p14:cNvPr>
              <p14:cNvContentPartPr/>
              <p14:nvPr/>
            </p14:nvContentPartPr>
            <p14:xfrm>
              <a:off x="3618599" y="3534862"/>
              <a:ext cx="250920" cy="334080"/>
            </p14:xfrm>
          </p:contentPart>
        </mc:Choice>
        <mc:Fallback xmlns="">
          <p:pic>
            <p:nvPicPr>
              <p:cNvPr id="80" name="Ink 79">
                <a:extLst>
                  <a:ext uri="{FF2B5EF4-FFF2-40B4-BE49-F238E27FC236}">
                    <a16:creationId xmlns:a16="http://schemas.microsoft.com/office/drawing/2014/main" id="{25BA93D3-63D2-4D83-FED6-88A0C299C82D}"/>
                  </a:ext>
                </a:extLst>
              </p:cNvPr>
              <p:cNvPicPr/>
              <p:nvPr/>
            </p:nvPicPr>
            <p:blipFill>
              <a:blip r:embed="rId109"/>
              <a:stretch>
                <a:fillRect/>
              </a:stretch>
            </p:blipFill>
            <p:spPr>
              <a:xfrm>
                <a:off x="3612479" y="3528742"/>
                <a:ext cx="263160" cy="3463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1" name="Ink 80">
                <a:extLst>
                  <a:ext uri="{FF2B5EF4-FFF2-40B4-BE49-F238E27FC236}">
                    <a16:creationId xmlns:a16="http://schemas.microsoft.com/office/drawing/2014/main" id="{4E22586C-4D56-72B3-2A38-0F495FB6184B}"/>
                  </a:ext>
                </a:extLst>
              </p14:cNvPr>
              <p14:cNvContentPartPr/>
              <p14:nvPr/>
            </p14:nvContentPartPr>
            <p14:xfrm>
              <a:off x="4062479" y="3730702"/>
              <a:ext cx="153360" cy="31320"/>
            </p14:xfrm>
          </p:contentPart>
        </mc:Choice>
        <mc:Fallback xmlns="">
          <p:pic>
            <p:nvPicPr>
              <p:cNvPr id="81" name="Ink 80">
                <a:extLst>
                  <a:ext uri="{FF2B5EF4-FFF2-40B4-BE49-F238E27FC236}">
                    <a16:creationId xmlns:a16="http://schemas.microsoft.com/office/drawing/2014/main" id="{4E22586C-4D56-72B3-2A38-0F495FB6184B}"/>
                  </a:ext>
                </a:extLst>
              </p:cNvPr>
              <p:cNvPicPr/>
              <p:nvPr/>
            </p:nvPicPr>
            <p:blipFill>
              <a:blip r:embed="rId111"/>
              <a:stretch>
                <a:fillRect/>
              </a:stretch>
            </p:blipFill>
            <p:spPr>
              <a:xfrm>
                <a:off x="4056359" y="3724582"/>
                <a:ext cx="1656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2" name="Ink 81">
                <a:extLst>
                  <a:ext uri="{FF2B5EF4-FFF2-40B4-BE49-F238E27FC236}">
                    <a16:creationId xmlns:a16="http://schemas.microsoft.com/office/drawing/2014/main" id="{6D0E04E8-7055-A790-6FF7-2C95477982E9}"/>
                  </a:ext>
                </a:extLst>
              </p14:cNvPr>
              <p14:cNvContentPartPr/>
              <p14:nvPr/>
            </p14:nvContentPartPr>
            <p14:xfrm>
              <a:off x="4105319" y="3906382"/>
              <a:ext cx="198720" cy="27720"/>
            </p14:xfrm>
          </p:contentPart>
        </mc:Choice>
        <mc:Fallback xmlns="">
          <p:pic>
            <p:nvPicPr>
              <p:cNvPr id="82" name="Ink 81">
                <a:extLst>
                  <a:ext uri="{FF2B5EF4-FFF2-40B4-BE49-F238E27FC236}">
                    <a16:creationId xmlns:a16="http://schemas.microsoft.com/office/drawing/2014/main" id="{6D0E04E8-7055-A790-6FF7-2C95477982E9}"/>
                  </a:ext>
                </a:extLst>
              </p:cNvPr>
              <p:cNvPicPr/>
              <p:nvPr/>
            </p:nvPicPr>
            <p:blipFill>
              <a:blip r:embed="rId113"/>
              <a:stretch>
                <a:fillRect/>
              </a:stretch>
            </p:blipFill>
            <p:spPr>
              <a:xfrm>
                <a:off x="4099199" y="3900262"/>
                <a:ext cx="210960" cy="39960"/>
              </a:xfrm>
              <a:prstGeom prst="rect">
                <a:avLst/>
              </a:prstGeom>
            </p:spPr>
          </p:pic>
        </mc:Fallback>
      </mc:AlternateContent>
      <p:grpSp>
        <p:nvGrpSpPr>
          <p:cNvPr id="92" name="Group 91">
            <a:extLst>
              <a:ext uri="{FF2B5EF4-FFF2-40B4-BE49-F238E27FC236}">
                <a16:creationId xmlns:a16="http://schemas.microsoft.com/office/drawing/2014/main" id="{F3FD1D3D-2ADD-888D-EAFA-A7121ADEDFEB}"/>
              </a:ext>
            </a:extLst>
          </p:cNvPr>
          <p:cNvGrpSpPr/>
          <p:nvPr/>
        </p:nvGrpSpPr>
        <p:grpSpPr>
          <a:xfrm>
            <a:off x="4561079" y="3596422"/>
            <a:ext cx="1094040" cy="427680"/>
            <a:chOff x="4561079" y="3596422"/>
            <a:chExt cx="1094040" cy="427680"/>
          </a:xfrm>
        </p:grpSpPr>
        <mc:AlternateContent xmlns:mc="http://schemas.openxmlformats.org/markup-compatibility/2006" xmlns:p14="http://schemas.microsoft.com/office/powerpoint/2010/main">
          <mc:Choice Requires="p14">
            <p:contentPart p14:bwMode="auto" r:id="rId114">
              <p14:nvContentPartPr>
                <p14:cNvPr id="84" name="Ink 83">
                  <a:extLst>
                    <a:ext uri="{FF2B5EF4-FFF2-40B4-BE49-F238E27FC236}">
                      <a16:creationId xmlns:a16="http://schemas.microsoft.com/office/drawing/2014/main" id="{989D984B-87EE-330A-D5D1-73986062C665}"/>
                    </a:ext>
                  </a:extLst>
                </p14:cNvPr>
                <p14:cNvContentPartPr/>
                <p14:nvPr/>
              </p14:nvContentPartPr>
              <p14:xfrm>
                <a:off x="4561079" y="3602182"/>
                <a:ext cx="191520" cy="386640"/>
              </p14:xfrm>
            </p:contentPart>
          </mc:Choice>
          <mc:Fallback xmlns="">
            <p:pic>
              <p:nvPicPr>
                <p:cNvPr id="84" name="Ink 83">
                  <a:extLst>
                    <a:ext uri="{FF2B5EF4-FFF2-40B4-BE49-F238E27FC236}">
                      <a16:creationId xmlns:a16="http://schemas.microsoft.com/office/drawing/2014/main" id="{989D984B-87EE-330A-D5D1-73986062C665}"/>
                    </a:ext>
                  </a:extLst>
                </p:cNvPr>
                <p:cNvPicPr/>
                <p:nvPr/>
              </p:nvPicPr>
              <p:blipFill>
                <a:blip r:embed="rId115"/>
                <a:stretch>
                  <a:fillRect/>
                </a:stretch>
              </p:blipFill>
              <p:spPr>
                <a:xfrm>
                  <a:off x="4554959" y="3596062"/>
                  <a:ext cx="20376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5" name="Ink 84">
                  <a:extLst>
                    <a:ext uri="{FF2B5EF4-FFF2-40B4-BE49-F238E27FC236}">
                      <a16:creationId xmlns:a16="http://schemas.microsoft.com/office/drawing/2014/main" id="{7F98EF6E-DF27-5BB7-59BD-2624A1622F90}"/>
                    </a:ext>
                  </a:extLst>
                </p14:cNvPr>
                <p14:cNvContentPartPr/>
                <p14:nvPr/>
              </p14:nvContentPartPr>
              <p14:xfrm>
                <a:off x="4838279" y="3596422"/>
                <a:ext cx="157320" cy="333720"/>
              </p14:xfrm>
            </p:contentPart>
          </mc:Choice>
          <mc:Fallback xmlns="">
            <p:pic>
              <p:nvPicPr>
                <p:cNvPr id="85" name="Ink 84">
                  <a:extLst>
                    <a:ext uri="{FF2B5EF4-FFF2-40B4-BE49-F238E27FC236}">
                      <a16:creationId xmlns:a16="http://schemas.microsoft.com/office/drawing/2014/main" id="{7F98EF6E-DF27-5BB7-59BD-2624A1622F90}"/>
                    </a:ext>
                  </a:extLst>
                </p:cNvPr>
                <p:cNvPicPr/>
                <p:nvPr/>
              </p:nvPicPr>
              <p:blipFill>
                <a:blip r:embed="rId117"/>
                <a:stretch>
                  <a:fillRect/>
                </a:stretch>
              </p:blipFill>
              <p:spPr>
                <a:xfrm>
                  <a:off x="4832159" y="3590302"/>
                  <a:ext cx="169560"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7" name="Ink 86">
                  <a:extLst>
                    <a:ext uri="{FF2B5EF4-FFF2-40B4-BE49-F238E27FC236}">
                      <a16:creationId xmlns:a16="http://schemas.microsoft.com/office/drawing/2014/main" id="{7B3F46BA-7636-518A-28CB-00CA31DB56F2}"/>
                    </a:ext>
                  </a:extLst>
                </p14:cNvPr>
                <p14:cNvContentPartPr/>
                <p14:nvPr/>
              </p14:nvContentPartPr>
              <p14:xfrm>
                <a:off x="5087039" y="3638182"/>
                <a:ext cx="42840" cy="236160"/>
              </p14:xfrm>
            </p:contentPart>
          </mc:Choice>
          <mc:Fallback xmlns="">
            <p:pic>
              <p:nvPicPr>
                <p:cNvPr id="87" name="Ink 86">
                  <a:extLst>
                    <a:ext uri="{FF2B5EF4-FFF2-40B4-BE49-F238E27FC236}">
                      <a16:creationId xmlns:a16="http://schemas.microsoft.com/office/drawing/2014/main" id="{7B3F46BA-7636-518A-28CB-00CA31DB56F2}"/>
                    </a:ext>
                  </a:extLst>
                </p:cNvPr>
                <p:cNvPicPr/>
                <p:nvPr/>
              </p:nvPicPr>
              <p:blipFill>
                <a:blip r:embed="rId119"/>
                <a:stretch>
                  <a:fillRect/>
                </a:stretch>
              </p:blipFill>
              <p:spPr>
                <a:xfrm>
                  <a:off x="5080919" y="3632062"/>
                  <a:ext cx="5508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8" name="Ink 87">
                  <a:extLst>
                    <a:ext uri="{FF2B5EF4-FFF2-40B4-BE49-F238E27FC236}">
                      <a16:creationId xmlns:a16="http://schemas.microsoft.com/office/drawing/2014/main" id="{2B282BB0-A112-2205-199B-5B928E171BD8}"/>
                    </a:ext>
                  </a:extLst>
                </p14:cNvPr>
                <p14:cNvContentPartPr/>
                <p14:nvPr/>
              </p14:nvContentPartPr>
              <p14:xfrm>
                <a:off x="5074799" y="3933382"/>
                <a:ext cx="12600" cy="90720"/>
              </p14:xfrm>
            </p:contentPart>
          </mc:Choice>
          <mc:Fallback xmlns="">
            <p:pic>
              <p:nvPicPr>
                <p:cNvPr id="88" name="Ink 87">
                  <a:extLst>
                    <a:ext uri="{FF2B5EF4-FFF2-40B4-BE49-F238E27FC236}">
                      <a16:creationId xmlns:a16="http://schemas.microsoft.com/office/drawing/2014/main" id="{2B282BB0-A112-2205-199B-5B928E171BD8}"/>
                    </a:ext>
                  </a:extLst>
                </p:cNvPr>
                <p:cNvPicPr/>
                <p:nvPr/>
              </p:nvPicPr>
              <p:blipFill>
                <a:blip r:embed="rId121"/>
                <a:stretch>
                  <a:fillRect/>
                </a:stretch>
              </p:blipFill>
              <p:spPr>
                <a:xfrm>
                  <a:off x="5068679" y="3927262"/>
                  <a:ext cx="248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0" name="Ink 89">
                  <a:extLst>
                    <a:ext uri="{FF2B5EF4-FFF2-40B4-BE49-F238E27FC236}">
                      <a16:creationId xmlns:a16="http://schemas.microsoft.com/office/drawing/2014/main" id="{EF9BE61C-FB53-A52C-45A6-FD11D21E5CDF}"/>
                    </a:ext>
                  </a:extLst>
                </p14:cNvPr>
                <p14:cNvContentPartPr/>
                <p14:nvPr/>
              </p14:nvContentPartPr>
              <p14:xfrm>
                <a:off x="5225639" y="3645742"/>
                <a:ext cx="206280" cy="258840"/>
              </p14:xfrm>
            </p:contentPart>
          </mc:Choice>
          <mc:Fallback xmlns="">
            <p:pic>
              <p:nvPicPr>
                <p:cNvPr id="90" name="Ink 89">
                  <a:extLst>
                    <a:ext uri="{FF2B5EF4-FFF2-40B4-BE49-F238E27FC236}">
                      <a16:creationId xmlns:a16="http://schemas.microsoft.com/office/drawing/2014/main" id="{EF9BE61C-FB53-A52C-45A6-FD11D21E5CDF}"/>
                    </a:ext>
                  </a:extLst>
                </p:cNvPr>
                <p:cNvPicPr/>
                <p:nvPr/>
              </p:nvPicPr>
              <p:blipFill>
                <a:blip r:embed="rId123"/>
                <a:stretch>
                  <a:fillRect/>
                </a:stretch>
              </p:blipFill>
              <p:spPr>
                <a:xfrm>
                  <a:off x="5219519" y="3639622"/>
                  <a:ext cx="21852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1" name="Ink 90">
                  <a:extLst>
                    <a:ext uri="{FF2B5EF4-FFF2-40B4-BE49-F238E27FC236}">
                      <a16:creationId xmlns:a16="http://schemas.microsoft.com/office/drawing/2014/main" id="{2BA04C4F-902F-C9CC-41CB-6BC246BEFD3A}"/>
                    </a:ext>
                  </a:extLst>
                </p14:cNvPr>
                <p14:cNvContentPartPr/>
                <p14:nvPr/>
              </p14:nvContentPartPr>
              <p14:xfrm>
                <a:off x="5528759" y="3630982"/>
                <a:ext cx="126360" cy="340200"/>
              </p14:xfrm>
            </p:contentPart>
          </mc:Choice>
          <mc:Fallback xmlns="">
            <p:pic>
              <p:nvPicPr>
                <p:cNvPr id="91" name="Ink 90">
                  <a:extLst>
                    <a:ext uri="{FF2B5EF4-FFF2-40B4-BE49-F238E27FC236}">
                      <a16:creationId xmlns:a16="http://schemas.microsoft.com/office/drawing/2014/main" id="{2BA04C4F-902F-C9CC-41CB-6BC246BEFD3A}"/>
                    </a:ext>
                  </a:extLst>
                </p:cNvPr>
                <p:cNvPicPr/>
                <p:nvPr/>
              </p:nvPicPr>
              <p:blipFill>
                <a:blip r:embed="rId125"/>
                <a:stretch>
                  <a:fillRect/>
                </a:stretch>
              </p:blipFill>
              <p:spPr>
                <a:xfrm>
                  <a:off x="5522639" y="3624862"/>
                  <a:ext cx="138600" cy="352440"/>
                </a:xfrm>
                <a:prstGeom prst="rect">
                  <a:avLst/>
                </a:prstGeom>
              </p:spPr>
            </p:pic>
          </mc:Fallback>
        </mc:AlternateContent>
      </p:grpSp>
      <p:grpSp>
        <p:nvGrpSpPr>
          <p:cNvPr id="104" name="Group 103">
            <a:extLst>
              <a:ext uri="{FF2B5EF4-FFF2-40B4-BE49-F238E27FC236}">
                <a16:creationId xmlns:a16="http://schemas.microsoft.com/office/drawing/2014/main" id="{FF041E2E-D46F-DF3C-CFF9-AFD685E0BC31}"/>
              </a:ext>
            </a:extLst>
          </p:cNvPr>
          <p:cNvGrpSpPr/>
          <p:nvPr/>
        </p:nvGrpSpPr>
        <p:grpSpPr>
          <a:xfrm>
            <a:off x="5952839" y="3497782"/>
            <a:ext cx="1077120" cy="604800"/>
            <a:chOff x="5952839" y="3497782"/>
            <a:chExt cx="1077120" cy="604800"/>
          </a:xfrm>
        </p:grpSpPr>
        <mc:AlternateContent xmlns:mc="http://schemas.openxmlformats.org/markup-compatibility/2006" xmlns:p14="http://schemas.microsoft.com/office/powerpoint/2010/main">
          <mc:Choice Requires="p14">
            <p:contentPart p14:bwMode="auto" r:id="rId126">
              <p14:nvContentPartPr>
                <p14:cNvPr id="93" name="Ink 92">
                  <a:extLst>
                    <a:ext uri="{FF2B5EF4-FFF2-40B4-BE49-F238E27FC236}">
                      <a16:creationId xmlns:a16="http://schemas.microsoft.com/office/drawing/2014/main" id="{604AAE55-E54A-0824-A13C-D0CDF85AF218}"/>
                    </a:ext>
                  </a:extLst>
                </p14:cNvPr>
                <p14:cNvContentPartPr/>
                <p14:nvPr/>
              </p14:nvContentPartPr>
              <p14:xfrm>
                <a:off x="5962919" y="3663382"/>
                <a:ext cx="96120" cy="439200"/>
              </p14:xfrm>
            </p:contentPart>
          </mc:Choice>
          <mc:Fallback xmlns="">
            <p:pic>
              <p:nvPicPr>
                <p:cNvPr id="93" name="Ink 92">
                  <a:extLst>
                    <a:ext uri="{FF2B5EF4-FFF2-40B4-BE49-F238E27FC236}">
                      <a16:creationId xmlns:a16="http://schemas.microsoft.com/office/drawing/2014/main" id="{604AAE55-E54A-0824-A13C-D0CDF85AF218}"/>
                    </a:ext>
                  </a:extLst>
                </p:cNvPr>
                <p:cNvPicPr/>
                <p:nvPr/>
              </p:nvPicPr>
              <p:blipFill>
                <a:blip r:embed="rId127"/>
                <a:stretch>
                  <a:fillRect/>
                </a:stretch>
              </p:blipFill>
              <p:spPr>
                <a:xfrm>
                  <a:off x="5956799" y="3657262"/>
                  <a:ext cx="108360"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4" name="Ink 93">
                  <a:extLst>
                    <a:ext uri="{FF2B5EF4-FFF2-40B4-BE49-F238E27FC236}">
                      <a16:creationId xmlns:a16="http://schemas.microsoft.com/office/drawing/2014/main" id="{BDC68C19-AF5E-9687-C787-763DAF32567C}"/>
                    </a:ext>
                  </a:extLst>
                </p14:cNvPr>
                <p14:cNvContentPartPr/>
                <p14:nvPr/>
              </p14:nvContentPartPr>
              <p14:xfrm>
                <a:off x="5952839" y="3958942"/>
                <a:ext cx="97920" cy="30240"/>
              </p14:xfrm>
            </p:contentPart>
          </mc:Choice>
          <mc:Fallback xmlns="">
            <p:pic>
              <p:nvPicPr>
                <p:cNvPr id="94" name="Ink 93">
                  <a:extLst>
                    <a:ext uri="{FF2B5EF4-FFF2-40B4-BE49-F238E27FC236}">
                      <a16:creationId xmlns:a16="http://schemas.microsoft.com/office/drawing/2014/main" id="{BDC68C19-AF5E-9687-C787-763DAF32567C}"/>
                    </a:ext>
                  </a:extLst>
                </p:cNvPr>
                <p:cNvPicPr/>
                <p:nvPr/>
              </p:nvPicPr>
              <p:blipFill>
                <a:blip r:embed="rId129"/>
                <a:stretch>
                  <a:fillRect/>
                </a:stretch>
              </p:blipFill>
              <p:spPr>
                <a:xfrm>
                  <a:off x="5946719" y="3952822"/>
                  <a:ext cx="1101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5" name="Ink 94">
                  <a:extLst>
                    <a:ext uri="{FF2B5EF4-FFF2-40B4-BE49-F238E27FC236}">
                      <a16:creationId xmlns:a16="http://schemas.microsoft.com/office/drawing/2014/main" id="{5D15D16B-E2C6-5C04-2629-C6DAF358D93B}"/>
                    </a:ext>
                  </a:extLst>
                </p14:cNvPr>
                <p14:cNvContentPartPr/>
                <p14:nvPr/>
              </p14:nvContentPartPr>
              <p14:xfrm>
                <a:off x="6172799" y="3845902"/>
                <a:ext cx="120600" cy="211680"/>
              </p14:xfrm>
            </p:contentPart>
          </mc:Choice>
          <mc:Fallback xmlns="">
            <p:pic>
              <p:nvPicPr>
                <p:cNvPr id="95" name="Ink 94">
                  <a:extLst>
                    <a:ext uri="{FF2B5EF4-FFF2-40B4-BE49-F238E27FC236}">
                      <a16:creationId xmlns:a16="http://schemas.microsoft.com/office/drawing/2014/main" id="{5D15D16B-E2C6-5C04-2629-C6DAF358D93B}"/>
                    </a:ext>
                  </a:extLst>
                </p:cNvPr>
                <p:cNvPicPr/>
                <p:nvPr/>
              </p:nvPicPr>
              <p:blipFill>
                <a:blip r:embed="rId131"/>
                <a:stretch>
                  <a:fillRect/>
                </a:stretch>
              </p:blipFill>
              <p:spPr>
                <a:xfrm>
                  <a:off x="6166679" y="3839782"/>
                  <a:ext cx="13284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6" name="Ink 95">
                  <a:extLst>
                    <a:ext uri="{FF2B5EF4-FFF2-40B4-BE49-F238E27FC236}">
                      <a16:creationId xmlns:a16="http://schemas.microsoft.com/office/drawing/2014/main" id="{9DF8DA94-0BEE-F84B-52BF-49EFFAFC4FBD}"/>
                    </a:ext>
                  </a:extLst>
                </p14:cNvPr>
                <p14:cNvContentPartPr/>
                <p14:nvPr/>
              </p14:nvContentPartPr>
              <p14:xfrm>
                <a:off x="6319319" y="3800182"/>
                <a:ext cx="82800" cy="137160"/>
              </p14:xfrm>
            </p:contentPart>
          </mc:Choice>
          <mc:Fallback xmlns="">
            <p:pic>
              <p:nvPicPr>
                <p:cNvPr id="96" name="Ink 95">
                  <a:extLst>
                    <a:ext uri="{FF2B5EF4-FFF2-40B4-BE49-F238E27FC236}">
                      <a16:creationId xmlns:a16="http://schemas.microsoft.com/office/drawing/2014/main" id="{9DF8DA94-0BEE-F84B-52BF-49EFFAFC4FBD}"/>
                    </a:ext>
                  </a:extLst>
                </p:cNvPr>
                <p:cNvPicPr/>
                <p:nvPr/>
              </p:nvPicPr>
              <p:blipFill>
                <a:blip r:embed="rId133"/>
                <a:stretch>
                  <a:fillRect/>
                </a:stretch>
              </p:blipFill>
              <p:spPr>
                <a:xfrm>
                  <a:off x="6313199" y="3794062"/>
                  <a:ext cx="950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7" name="Ink 96">
                  <a:extLst>
                    <a:ext uri="{FF2B5EF4-FFF2-40B4-BE49-F238E27FC236}">
                      <a16:creationId xmlns:a16="http://schemas.microsoft.com/office/drawing/2014/main" id="{43D8C3AD-DE68-2F9D-6976-D3F2486CC55B}"/>
                    </a:ext>
                  </a:extLst>
                </p14:cNvPr>
                <p14:cNvContentPartPr/>
                <p14:nvPr/>
              </p14:nvContentPartPr>
              <p14:xfrm>
                <a:off x="6492839" y="3497782"/>
                <a:ext cx="33840" cy="466560"/>
              </p14:xfrm>
            </p:contentPart>
          </mc:Choice>
          <mc:Fallback xmlns="">
            <p:pic>
              <p:nvPicPr>
                <p:cNvPr id="97" name="Ink 96">
                  <a:extLst>
                    <a:ext uri="{FF2B5EF4-FFF2-40B4-BE49-F238E27FC236}">
                      <a16:creationId xmlns:a16="http://schemas.microsoft.com/office/drawing/2014/main" id="{43D8C3AD-DE68-2F9D-6976-D3F2486CC55B}"/>
                    </a:ext>
                  </a:extLst>
                </p:cNvPr>
                <p:cNvPicPr/>
                <p:nvPr/>
              </p:nvPicPr>
              <p:blipFill>
                <a:blip r:embed="rId135"/>
                <a:stretch>
                  <a:fillRect/>
                </a:stretch>
              </p:blipFill>
              <p:spPr>
                <a:xfrm>
                  <a:off x="6486719" y="3491662"/>
                  <a:ext cx="46080" cy="4788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8" name="Ink 97">
                  <a:extLst>
                    <a:ext uri="{FF2B5EF4-FFF2-40B4-BE49-F238E27FC236}">
                      <a16:creationId xmlns:a16="http://schemas.microsoft.com/office/drawing/2014/main" id="{45FFC40F-5FAE-2DD7-7EB0-F3BB307CA128}"/>
                    </a:ext>
                  </a:extLst>
                </p14:cNvPr>
                <p14:cNvContentPartPr/>
                <p14:nvPr/>
              </p14:nvContentPartPr>
              <p14:xfrm>
                <a:off x="6412919" y="3761302"/>
                <a:ext cx="151920" cy="25560"/>
              </p14:xfrm>
            </p:contentPart>
          </mc:Choice>
          <mc:Fallback xmlns="">
            <p:pic>
              <p:nvPicPr>
                <p:cNvPr id="98" name="Ink 97">
                  <a:extLst>
                    <a:ext uri="{FF2B5EF4-FFF2-40B4-BE49-F238E27FC236}">
                      <a16:creationId xmlns:a16="http://schemas.microsoft.com/office/drawing/2014/main" id="{45FFC40F-5FAE-2DD7-7EB0-F3BB307CA128}"/>
                    </a:ext>
                  </a:extLst>
                </p:cNvPr>
                <p:cNvPicPr/>
                <p:nvPr/>
              </p:nvPicPr>
              <p:blipFill>
                <a:blip r:embed="rId137"/>
                <a:stretch>
                  <a:fillRect/>
                </a:stretch>
              </p:blipFill>
              <p:spPr>
                <a:xfrm>
                  <a:off x="6406799" y="3755182"/>
                  <a:ext cx="164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9" name="Ink 98">
                  <a:extLst>
                    <a:ext uri="{FF2B5EF4-FFF2-40B4-BE49-F238E27FC236}">
                      <a16:creationId xmlns:a16="http://schemas.microsoft.com/office/drawing/2014/main" id="{A2507714-3131-8A08-45E7-2CBE21B0E2BF}"/>
                    </a:ext>
                  </a:extLst>
                </p14:cNvPr>
                <p14:cNvContentPartPr/>
                <p14:nvPr/>
              </p14:nvContentPartPr>
              <p14:xfrm>
                <a:off x="6597239" y="3755542"/>
                <a:ext cx="60840" cy="167400"/>
              </p14:xfrm>
            </p:contentPart>
          </mc:Choice>
          <mc:Fallback xmlns="">
            <p:pic>
              <p:nvPicPr>
                <p:cNvPr id="99" name="Ink 98">
                  <a:extLst>
                    <a:ext uri="{FF2B5EF4-FFF2-40B4-BE49-F238E27FC236}">
                      <a16:creationId xmlns:a16="http://schemas.microsoft.com/office/drawing/2014/main" id="{A2507714-3131-8A08-45E7-2CBE21B0E2BF}"/>
                    </a:ext>
                  </a:extLst>
                </p:cNvPr>
                <p:cNvPicPr/>
                <p:nvPr/>
              </p:nvPicPr>
              <p:blipFill>
                <a:blip r:embed="rId139"/>
                <a:stretch>
                  <a:fillRect/>
                </a:stretch>
              </p:blipFill>
              <p:spPr>
                <a:xfrm>
                  <a:off x="6591119" y="3749422"/>
                  <a:ext cx="7308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0" name="Ink 99">
                  <a:extLst>
                    <a:ext uri="{FF2B5EF4-FFF2-40B4-BE49-F238E27FC236}">
                      <a16:creationId xmlns:a16="http://schemas.microsoft.com/office/drawing/2014/main" id="{8B135591-86F8-9234-7BFF-A7AE7DB12BF4}"/>
                    </a:ext>
                  </a:extLst>
                </p14:cNvPr>
                <p14:cNvContentPartPr/>
                <p14:nvPr/>
              </p14:nvContentPartPr>
              <p14:xfrm>
                <a:off x="6584639" y="3740422"/>
                <a:ext cx="192960" cy="260280"/>
              </p14:xfrm>
            </p:contentPart>
          </mc:Choice>
          <mc:Fallback xmlns="">
            <p:pic>
              <p:nvPicPr>
                <p:cNvPr id="100" name="Ink 99">
                  <a:extLst>
                    <a:ext uri="{FF2B5EF4-FFF2-40B4-BE49-F238E27FC236}">
                      <a16:creationId xmlns:a16="http://schemas.microsoft.com/office/drawing/2014/main" id="{8B135591-86F8-9234-7BFF-A7AE7DB12BF4}"/>
                    </a:ext>
                  </a:extLst>
                </p:cNvPr>
                <p:cNvPicPr/>
                <p:nvPr/>
              </p:nvPicPr>
              <p:blipFill>
                <a:blip r:embed="rId141"/>
                <a:stretch>
                  <a:fillRect/>
                </a:stretch>
              </p:blipFill>
              <p:spPr>
                <a:xfrm>
                  <a:off x="6578519" y="3734302"/>
                  <a:ext cx="20520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1" name="Ink 100">
                  <a:extLst>
                    <a:ext uri="{FF2B5EF4-FFF2-40B4-BE49-F238E27FC236}">
                      <a16:creationId xmlns:a16="http://schemas.microsoft.com/office/drawing/2014/main" id="{1063BBCC-2E25-FA9E-4888-865AC176D096}"/>
                    </a:ext>
                  </a:extLst>
                </p14:cNvPr>
                <p14:cNvContentPartPr/>
                <p14:nvPr/>
              </p14:nvContentPartPr>
              <p14:xfrm>
                <a:off x="6764639" y="3638902"/>
                <a:ext cx="139680" cy="320400"/>
              </p14:xfrm>
            </p:contentPart>
          </mc:Choice>
          <mc:Fallback xmlns="">
            <p:pic>
              <p:nvPicPr>
                <p:cNvPr id="101" name="Ink 100">
                  <a:extLst>
                    <a:ext uri="{FF2B5EF4-FFF2-40B4-BE49-F238E27FC236}">
                      <a16:creationId xmlns:a16="http://schemas.microsoft.com/office/drawing/2014/main" id="{1063BBCC-2E25-FA9E-4888-865AC176D096}"/>
                    </a:ext>
                  </a:extLst>
                </p:cNvPr>
                <p:cNvPicPr/>
                <p:nvPr/>
              </p:nvPicPr>
              <p:blipFill>
                <a:blip r:embed="rId143"/>
                <a:stretch>
                  <a:fillRect/>
                </a:stretch>
              </p:blipFill>
              <p:spPr>
                <a:xfrm>
                  <a:off x="6758519" y="3632782"/>
                  <a:ext cx="15192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3" name="Ink 102">
                  <a:extLst>
                    <a:ext uri="{FF2B5EF4-FFF2-40B4-BE49-F238E27FC236}">
                      <a16:creationId xmlns:a16="http://schemas.microsoft.com/office/drawing/2014/main" id="{9FB3545B-CB5F-F667-4BB0-54EF9F7E45E6}"/>
                    </a:ext>
                  </a:extLst>
                </p14:cNvPr>
                <p14:cNvContentPartPr/>
                <p14:nvPr/>
              </p14:nvContentPartPr>
              <p14:xfrm>
                <a:off x="6865799" y="3681382"/>
                <a:ext cx="164160" cy="170640"/>
              </p14:xfrm>
            </p:contentPart>
          </mc:Choice>
          <mc:Fallback xmlns="">
            <p:pic>
              <p:nvPicPr>
                <p:cNvPr id="103" name="Ink 102">
                  <a:extLst>
                    <a:ext uri="{FF2B5EF4-FFF2-40B4-BE49-F238E27FC236}">
                      <a16:creationId xmlns:a16="http://schemas.microsoft.com/office/drawing/2014/main" id="{9FB3545B-CB5F-F667-4BB0-54EF9F7E45E6}"/>
                    </a:ext>
                  </a:extLst>
                </p:cNvPr>
                <p:cNvPicPr/>
                <p:nvPr/>
              </p:nvPicPr>
              <p:blipFill>
                <a:blip r:embed="rId145"/>
                <a:stretch>
                  <a:fillRect/>
                </a:stretch>
              </p:blipFill>
              <p:spPr>
                <a:xfrm>
                  <a:off x="6859679" y="3675262"/>
                  <a:ext cx="176400" cy="182880"/>
                </a:xfrm>
                <a:prstGeom prst="rect">
                  <a:avLst/>
                </a:prstGeom>
              </p:spPr>
            </p:pic>
          </mc:Fallback>
        </mc:AlternateContent>
      </p:grpSp>
      <p:sp>
        <p:nvSpPr>
          <p:cNvPr id="105" name="Rectangle 1">
            <a:extLst>
              <a:ext uri="{FF2B5EF4-FFF2-40B4-BE49-F238E27FC236}">
                <a16:creationId xmlns:a16="http://schemas.microsoft.com/office/drawing/2014/main" id="{FD3B75C0-769D-0503-A231-D34CE6F019C6}"/>
              </a:ext>
            </a:extLst>
          </p:cNvPr>
          <p:cNvSpPr>
            <a:spLocks noChangeArrowheads="1"/>
          </p:cNvSpPr>
          <p:nvPr/>
        </p:nvSpPr>
        <p:spPr bwMode="auto">
          <a:xfrm>
            <a:off x="943172" y="4974140"/>
            <a:ext cx="644588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An image (e.g., 128x128x3 RGB image) has </a:t>
            </a:r>
            <a:r>
              <a:rPr kumimoji="0" lang="en-US" altLang="en-US" sz="1400" b="1" i="0" u="none" strike="noStrike" cap="none" normalizeH="0" baseline="0" dirty="0">
                <a:ln>
                  <a:noFill/>
                </a:ln>
                <a:solidFill>
                  <a:schemeClr val="tx1"/>
                </a:solidFill>
                <a:effectLst/>
                <a:latin typeface="Arial" panose="020B0604020202020204" pitchFamily="34" charset="0"/>
              </a:rPr>
              <a:t>49,152 input features</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 fully connected layer would require </a:t>
            </a:r>
            <a:r>
              <a:rPr kumimoji="0" lang="en-US" altLang="en-US" sz="1400" b="1" i="0" u="none" strike="noStrike" cap="none" normalizeH="0" baseline="0" dirty="0">
                <a:ln>
                  <a:noFill/>
                </a:ln>
                <a:solidFill>
                  <a:schemeClr val="tx1"/>
                </a:solidFill>
                <a:effectLst/>
                <a:latin typeface="Arial" panose="020B0604020202020204" pitchFamily="34" charset="0"/>
              </a:rPr>
              <a:t>a huge number of parameters</a:t>
            </a:r>
            <a:r>
              <a:rPr kumimoji="0" lang="en-US" altLang="en-US" sz="1400" b="0" i="0" u="none" strike="noStrike" cap="none" normalizeH="0" baseline="0" dirty="0">
                <a:ln>
                  <a:noFill/>
                </a:ln>
                <a:solidFill>
                  <a:schemeClr val="tx1"/>
                </a:solidFill>
                <a:effectLst/>
                <a:latin typeface="Arial" panose="020B0604020202020204" pitchFamily="34" charset="0"/>
              </a:rPr>
              <a:t> just in the first layer, making the model: </a:t>
            </a:r>
            <a:r>
              <a:rPr kumimoji="0" lang="en-US" altLang="en-US" sz="1400" b="1" i="0" u="none" strike="noStrike" cap="none" normalizeH="0" baseline="0" dirty="0">
                <a:ln>
                  <a:noFill/>
                </a:ln>
                <a:solidFill>
                  <a:schemeClr val="tx1"/>
                </a:solidFill>
                <a:effectLst/>
                <a:latin typeface="Arial" panose="020B0604020202020204" pitchFamily="34" charset="0"/>
              </a:rPr>
              <a:t>Computationally expensive</a:t>
            </a:r>
          </a:p>
        </p:txBody>
      </p:sp>
    </p:spTree>
    <p:extLst>
      <p:ext uri="{BB962C8B-B14F-4D97-AF65-F5344CB8AC3E}">
        <p14:creationId xmlns:p14="http://schemas.microsoft.com/office/powerpoint/2010/main" val="301998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D0BC8-A903-1005-D398-3C6215ECD4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2B2B6-2DEB-865A-D9CF-D45E36CE14EB}"/>
              </a:ext>
            </a:extLst>
          </p:cNvPr>
          <p:cNvSpPr>
            <a:spLocks noGrp="1"/>
          </p:cNvSpPr>
          <p:nvPr>
            <p:ph type="title"/>
          </p:nvPr>
        </p:nvSpPr>
        <p:spPr/>
        <p:txBody>
          <a:bodyPr/>
          <a:lstStyle/>
          <a:p>
            <a:r>
              <a:rPr lang="en-IN" dirty="0"/>
              <a:t>Why CNNs? done</a:t>
            </a:r>
          </a:p>
        </p:txBody>
      </p:sp>
      <p:sp>
        <p:nvSpPr>
          <p:cNvPr id="3" name="Content Placeholder 2">
            <a:extLst>
              <a:ext uri="{FF2B5EF4-FFF2-40B4-BE49-F238E27FC236}">
                <a16:creationId xmlns:a16="http://schemas.microsoft.com/office/drawing/2014/main" id="{C79B56B0-E300-B12B-9B78-65A5E9CD8F8A}"/>
              </a:ext>
            </a:extLst>
          </p:cNvPr>
          <p:cNvSpPr>
            <a:spLocks noGrp="1"/>
          </p:cNvSpPr>
          <p:nvPr>
            <p:ph idx="1"/>
          </p:nvPr>
        </p:nvSpPr>
        <p:spPr/>
        <p:txBody>
          <a:bodyPr/>
          <a:lstStyle/>
          <a:p>
            <a:pPr>
              <a:buFont typeface="Wingdings" panose="05000000000000000000" pitchFamily="2" charset="2"/>
              <a:buChar char="Ø"/>
            </a:pPr>
            <a:r>
              <a:rPr lang="en-US" dirty="0"/>
              <a:t>Why Traditional Neural Networks Fail for Images?</a:t>
            </a:r>
          </a:p>
          <a:p>
            <a:pPr>
              <a:buFont typeface="Wingdings" panose="05000000000000000000" pitchFamily="2" charset="2"/>
              <a:buChar char="Ø"/>
            </a:pPr>
            <a:r>
              <a:rPr lang="en-US" dirty="0"/>
              <a:t>Traditional neural networks, such as </a:t>
            </a:r>
            <a:r>
              <a:rPr lang="en-US" b="1" dirty="0"/>
              <a:t>fully connected feedforward networks (MLPs)</a:t>
            </a:r>
            <a:r>
              <a:rPr lang="en-US" dirty="0"/>
              <a:t>, are not ideal for image processing.</a:t>
            </a:r>
          </a:p>
          <a:p>
            <a:pPr lvl="1">
              <a:buFont typeface="Wingdings" panose="05000000000000000000" pitchFamily="2" charset="2"/>
              <a:buChar char="Ø"/>
            </a:pPr>
            <a:r>
              <a:rPr lang="en-US" b="1" dirty="0"/>
              <a:t>Overfitting</a:t>
            </a:r>
            <a:r>
              <a:rPr lang="en-US" dirty="0"/>
              <a:t>:</a:t>
            </a:r>
          </a:p>
          <a:p>
            <a:pPr marL="201168" lvl="1"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019109CB-AD3A-1BB9-A0F4-F4A3CED14BC8}"/>
                  </a:ext>
                </a:extLst>
              </p14:cNvPr>
              <p14:cNvContentPartPr/>
              <p14:nvPr/>
            </p14:nvContentPartPr>
            <p14:xfrm>
              <a:off x="8400839" y="3362782"/>
              <a:ext cx="1584360" cy="720"/>
            </p14:xfrm>
          </p:contentPart>
        </mc:Choice>
        <mc:Fallback xmlns="">
          <p:pic>
            <p:nvPicPr>
              <p:cNvPr id="5" name="Ink 4">
                <a:extLst>
                  <a:ext uri="{FF2B5EF4-FFF2-40B4-BE49-F238E27FC236}">
                    <a16:creationId xmlns:a16="http://schemas.microsoft.com/office/drawing/2014/main" id="{019109CB-AD3A-1BB9-A0F4-F4A3CED14BC8}"/>
                  </a:ext>
                </a:extLst>
              </p:cNvPr>
              <p:cNvPicPr/>
              <p:nvPr/>
            </p:nvPicPr>
            <p:blipFill>
              <a:blip r:embed="rId3"/>
              <a:stretch>
                <a:fillRect/>
              </a:stretch>
            </p:blipFill>
            <p:spPr>
              <a:xfrm>
                <a:off x="8394718" y="3350542"/>
                <a:ext cx="1596603"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F9F48F7C-0EEE-5BB7-7772-EB9A0F4BDF17}"/>
                  </a:ext>
                </a:extLst>
              </p14:cNvPr>
              <p14:cNvContentPartPr/>
              <p14:nvPr/>
            </p14:nvContentPartPr>
            <p14:xfrm>
              <a:off x="8400839" y="3375022"/>
              <a:ext cx="6840" cy="1467360"/>
            </p14:xfrm>
          </p:contentPart>
        </mc:Choice>
        <mc:Fallback xmlns="">
          <p:pic>
            <p:nvPicPr>
              <p:cNvPr id="7" name="Ink 6">
                <a:extLst>
                  <a:ext uri="{FF2B5EF4-FFF2-40B4-BE49-F238E27FC236}">
                    <a16:creationId xmlns:a16="http://schemas.microsoft.com/office/drawing/2014/main" id="{F9F48F7C-0EEE-5BB7-7772-EB9A0F4BDF17}"/>
                  </a:ext>
                </a:extLst>
              </p:cNvPr>
              <p:cNvPicPr/>
              <p:nvPr/>
            </p:nvPicPr>
            <p:blipFill>
              <a:blip r:embed="rId5"/>
              <a:stretch>
                <a:fillRect/>
              </a:stretch>
            </p:blipFill>
            <p:spPr>
              <a:xfrm>
                <a:off x="8394719" y="3368900"/>
                <a:ext cx="19080" cy="1479603"/>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24083262-AD6C-C39E-8A45-783E469175A1}"/>
                  </a:ext>
                </a:extLst>
              </p14:cNvPr>
              <p14:cNvContentPartPr/>
              <p14:nvPr/>
            </p14:nvContentPartPr>
            <p14:xfrm>
              <a:off x="8376719" y="4860382"/>
              <a:ext cx="1608120" cy="6480"/>
            </p14:xfrm>
          </p:contentPart>
        </mc:Choice>
        <mc:Fallback xmlns="">
          <p:pic>
            <p:nvPicPr>
              <p:cNvPr id="10" name="Ink 9">
                <a:extLst>
                  <a:ext uri="{FF2B5EF4-FFF2-40B4-BE49-F238E27FC236}">
                    <a16:creationId xmlns:a16="http://schemas.microsoft.com/office/drawing/2014/main" id="{24083262-AD6C-C39E-8A45-783E469175A1}"/>
                  </a:ext>
                </a:extLst>
              </p:cNvPr>
              <p:cNvPicPr/>
              <p:nvPr/>
            </p:nvPicPr>
            <p:blipFill>
              <a:blip r:embed="rId7"/>
              <a:stretch>
                <a:fillRect/>
              </a:stretch>
            </p:blipFill>
            <p:spPr>
              <a:xfrm>
                <a:off x="8370599" y="4854262"/>
                <a:ext cx="16203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BAD4BFA2-E51A-868B-D52D-6AFFE45CD560}"/>
                  </a:ext>
                </a:extLst>
              </p14:cNvPr>
              <p14:cNvContentPartPr/>
              <p14:nvPr/>
            </p14:nvContentPartPr>
            <p14:xfrm>
              <a:off x="9990959" y="3375022"/>
              <a:ext cx="13320" cy="1502280"/>
            </p14:xfrm>
          </p:contentPart>
        </mc:Choice>
        <mc:Fallback xmlns="">
          <p:pic>
            <p:nvPicPr>
              <p:cNvPr id="12" name="Ink 11">
                <a:extLst>
                  <a:ext uri="{FF2B5EF4-FFF2-40B4-BE49-F238E27FC236}">
                    <a16:creationId xmlns:a16="http://schemas.microsoft.com/office/drawing/2014/main" id="{BAD4BFA2-E51A-868B-D52D-6AFFE45CD560}"/>
                  </a:ext>
                </a:extLst>
              </p:cNvPr>
              <p:cNvPicPr/>
              <p:nvPr/>
            </p:nvPicPr>
            <p:blipFill>
              <a:blip r:embed="rId9"/>
              <a:stretch>
                <a:fillRect/>
              </a:stretch>
            </p:blipFill>
            <p:spPr>
              <a:xfrm>
                <a:off x="9984839" y="3368902"/>
                <a:ext cx="25560" cy="1514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CA95517C-548B-569B-6530-7C6C072DFAE1}"/>
                  </a:ext>
                </a:extLst>
              </p14:cNvPr>
              <p14:cNvContentPartPr/>
              <p14:nvPr/>
            </p14:nvContentPartPr>
            <p14:xfrm>
              <a:off x="8707919" y="3111502"/>
              <a:ext cx="720" cy="245880"/>
            </p14:xfrm>
          </p:contentPart>
        </mc:Choice>
        <mc:Fallback xmlns="">
          <p:pic>
            <p:nvPicPr>
              <p:cNvPr id="16" name="Ink 15">
                <a:extLst>
                  <a:ext uri="{FF2B5EF4-FFF2-40B4-BE49-F238E27FC236}">
                    <a16:creationId xmlns:a16="http://schemas.microsoft.com/office/drawing/2014/main" id="{CA95517C-548B-569B-6530-7C6C072DFAE1}"/>
                  </a:ext>
                </a:extLst>
              </p:cNvPr>
              <p:cNvPicPr/>
              <p:nvPr/>
            </p:nvPicPr>
            <p:blipFill>
              <a:blip r:embed="rId11"/>
              <a:stretch>
                <a:fillRect/>
              </a:stretch>
            </p:blipFill>
            <p:spPr>
              <a:xfrm>
                <a:off x="8695679" y="3105382"/>
                <a:ext cx="2520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 name="Ink 17">
                <a:extLst>
                  <a:ext uri="{FF2B5EF4-FFF2-40B4-BE49-F238E27FC236}">
                    <a16:creationId xmlns:a16="http://schemas.microsoft.com/office/drawing/2014/main" id="{1450A3C3-FA2C-6C97-A8ED-B1343FB35763}"/>
                  </a:ext>
                </a:extLst>
              </p14:cNvPr>
              <p14:cNvContentPartPr/>
              <p14:nvPr/>
            </p14:nvContentPartPr>
            <p14:xfrm>
              <a:off x="8707919" y="3147862"/>
              <a:ext cx="1627200" cy="720"/>
            </p14:xfrm>
          </p:contentPart>
        </mc:Choice>
        <mc:Fallback xmlns="">
          <p:pic>
            <p:nvPicPr>
              <p:cNvPr id="18" name="Ink 17">
                <a:extLst>
                  <a:ext uri="{FF2B5EF4-FFF2-40B4-BE49-F238E27FC236}">
                    <a16:creationId xmlns:a16="http://schemas.microsoft.com/office/drawing/2014/main" id="{1450A3C3-FA2C-6C97-A8ED-B1343FB35763}"/>
                  </a:ext>
                </a:extLst>
              </p:cNvPr>
              <p:cNvPicPr/>
              <p:nvPr/>
            </p:nvPicPr>
            <p:blipFill>
              <a:blip r:embed="rId13"/>
              <a:stretch>
                <a:fillRect/>
              </a:stretch>
            </p:blipFill>
            <p:spPr>
              <a:xfrm>
                <a:off x="8701800" y="3135622"/>
                <a:ext cx="1639437"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E7433ADB-D046-2DA5-B933-E918EB79A801}"/>
                  </a:ext>
                </a:extLst>
              </p14:cNvPr>
              <p14:cNvContentPartPr/>
              <p14:nvPr/>
            </p14:nvContentPartPr>
            <p14:xfrm>
              <a:off x="10340519" y="3172702"/>
              <a:ext cx="720" cy="1479600"/>
            </p14:xfrm>
          </p:contentPart>
        </mc:Choice>
        <mc:Fallback xmlns="">
          <p:pic>
            <p:nvPicPr>
              <p:cNvPr id="20" name="Ink 19">
                <a:extLst>
                  <a:ext uri="{FF2B5EF4-FFF2-40B4-BE49-F238E27FC236}">
                    <a16:creationId xmlns:a16="http://schemas.microsoft.com/office/drawing/2014/main" id="{E7433ADB-D046-2DA5-B933-E918EB79A801}"/>
                  </a:ext>
                </a:extLst>
              </p:cNvPr>
              <p:cNvPicPr/>
              <p:nvPr/>
            </p:nvPicPr>
            <p:blipFill>
              <a:blip r:embed="rId15"/>
              <a:stretch>
                <a:fillRect/>
              </a:stretch>
            </p:blipFill>
            <p:spPr>
              <a:xfrm>
                <a:off x="10328279" y="3166582"/>
                <a:ext cx="25200" cy="1491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E288B22C-9CDE-103E-C6EA-9AC8C1D78743}"/>
                  </a:ext>
                </a:extLst>
              </p14:cNvPr>
              <p14:cNvContentPartPr/>
              <p14:nvPr/>
            </p14:nvContentPartPr>
            <p14:xfrm>
              <a:off x="10021559" y="4719262"/>
              <a:ext cx="344160" cy="720"/>
            </p14:xfrm>
          </p:contentPart>
        </mc:Choice>
        <mc:Fallback xmlns="">
          <p:pic>
            <p:nvPicPr>
              <p:cNvPr id="22" name="Ink 21">
                <a:extLst>
                  <a:ext uri="{FF2B5EF4-FFF2-40B4-BE49-F238E27FC236}">
                    <a16:creationId xmlns:a16="http://schemas.microsoft.com/office/drawing/2014/main" id="{E288B22C-9CDE-103E-C6EA-9AC8C1D78743}"/>
                  </a:ext>
                </a:extLst>
              </p:cNvPr>
              <p:cNvPicPr/>
              <p:nvPr/>
            </p:nvPicPr>
            <p:blipFill>
              <a:blip r:embed="rId17"/>
              <a:stretch>
                <a:fillRect/>
              </a:stretch>
            </p:blipFill>
            <p:spPr>
              <a:xfrm>
                <a:off x="10015439" y="4707022"/>
                <a:ext cx="3564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3" name="Ink 22">
                <a:extLst>
                  <a:ext uri="{FF2B5EF4-FFF2-40B4-BE49-F238E27FC236}">
                    <a16:creationId xmlns:a16="http://schemas.microsoft.com/office/drawing/2014/main" id="{81AB22CF-54E0-BAE9-3739-4CCF68A7892B}"/>
                  </a:ext>
                </a:extLst>
              </p14:cNvPr>
              <p14:cNvContentPartPr/>
              <p14:nvPr/>
            </p14:nvContentPartPr>
            <p14:xfrm>
              <a:off x="10364999" y="4633222"/>
              <a:ext cx="360" cy="59040"/>
            </p14:xfrm>
          </p:contentPart>
        </mc:Choice>
        <mc:Fallback xmlns="">
          <p:pic>
            <p:nvPicPr>
              <p:cNvPr id="23" name="Ink 22">
                <a:extLst>
                  <a:ext uri="{FF2B5EF4-FFF2-40B4-BE49-F238E27FC236}">
                    <a16:creationId xmlns:a16="http://schemas.microsoft.com/office/drawing/2014/main" id="{81AB22CF-54E0-BAE9-3739-4CCF68A7892B}"/>
                  </a:ext>
                </a:extLst>
              </p:cNvPr>
              <p:cNvPicPr/>
              <p:nvPr/>
            </p:nvPicPr>
            <p:blipFill>
              <a:blip r:embed="rId19"/>
              <a:stretch>
                <a:fillRect/>
              </a:stretch>
            </p:blipFill>
            <p:spPr>
              <a:xfrm>
                <a:off x="10358879" y="4627139"/>
                <a:ext cx="12600" cy="71206"/>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5" name="Ink 24">
                <a:extLst>
                  <a:ext uri="{FF2B5EF4-FFF2-40B4-BE49-F238E27FC236}">
                    <a16:creationId xmlns:a16="http://schemas.microsoft.com/office/drawing/2014/main" id="{BA1C7ED0-2A28-8A46-3D4F-E0AF8C209605}"/>
                  </a:ext>
                </a:extLst>
              </p14:cNvPr>
              <p14:cNvContentPartPr/>
              <p14:nvPr/>
            </p14:nvContentPartPr>
            <p14:xfrm>
              <a:off x="8965679" y="2933302"/>
              <a:ext cx="12600" cy="214920"/>
            </p14:xfrm>
          </p:contentPart>
        </mc:Choice>
        <mc:Fallback xmlns="">
          <p:pic>
            <p:nvPicPr>
              <p:cNvPr id="25" name="Ink 24">
                <a:extLst>
                  <a:ext uri="{FF2B5EF4-FFF2-40B4-BE49-F238E27FC236}">
                    <a16:creationId xmlns:a16="http://schemas.microsoft.com/office/drawing/2014/main" id="{BA1C7ED0-2A28-8A46-3D4F-E0AF8C209605}"/>
                  </a:ext>
                </a:extLst>
              </p:cNvPr>
              <p:cNvPicPr/>
              <p:nvPr/>
            </p:nvPicPr>
            <p:blipFill>
              <a:blip r:embed="rId21"/>
              <a:stretch>
                <a:fillRect/>
              </a:stretch>
            </p:blipFill>
            <p:spPr>
              <a:xfrm>
                <a:off x="8959729" y="2927192"/>
                <a:ext cx="24500" cy="2271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7" name="Ink 26">
                <a:extLst>
                  <a:ext uri="{FF2B5EF4-FFF2-40B4-BE49-F238E27FC236}">
                    <a16:creationId xmlns:a16="http://schemas.microsoft.com/office/drawing/2014/main" id="{AA2DE1E9-77B1-5374-E7A0-5D0BF15C5436}"/>
                  </a:ext>
                </a:extLst>
              </p14:cNvPr>
              <p14:cNvContentPartPr/>
              <p14:nvPr/>
            </p14:nvContentPartPr>
            <p14:xfrm>
              <a:off x="8977919" y="2939422"/>
              <a:ext cx="1553040" cy="360"/>
            </p14:xfrm>
          </p:contentPart>
        </mc:Choice>
        <mc:Fallback xmlns="">
          <p:pic>
            <p:nvPicPr>
              <p:cNvPr id="27" name="Ink 26">
                <a:extLst>
                  <a:ext uri="{FF2B5EF4-FFF2-40B4-BE49-F238E27FC236}">
                    <a16:creationId xmlns:a16="http://schemas.microsoft.com/office/drawing/2014/main" id="{AA2DE1E9-77B1-5374-E7A0-5D0BF15C5436}"/>
                  </a:ext>
                </a:extLst>
              </p:cNvPr>
              <p:cNvPicPr/>
              <p:nvPr/>
            </p:nvPicPr>
            <p:blipFill>
              <a:blip r:embed="rId23"/>
              <a:stretch>
                <a:fillRect/>
              </a:stretch>
            </p:blipFill>
            <p:spPr>
              <a:xfrm>
                <a:off x="8971800" y="2933302"/>
                <a:ext cx="1565277"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9" name="Ink 28">
                <a:extLst>
                  <a:ext uri="{FF2B5EF4-FFF2-40B4-BE49-F238E27FC236}">
                    <a16:creationId xmlns:a16="http://schemas.microsoft.com/office/drawing/2014/main" id="{58082B2B-E484-D6A9-3A28-EE2E5B83F137}"/>
                  </a:ext>
                </a:extLst>
              </p14:cNvPr>
              <p14:cNvContentPartPr/>
              <p14:nvPr/>
            </p14:nvContentPartPr>
            <p14:xfrm>
              <a:off x="10537079" y="2945182"/>
              <a:ext cx="36720" cy="1528560"/>
            </p14:xfrm>
          </p:contentPart>
        </mc:Choice>
        <mc:Fallback xmlns="">
          <p:pic>
            <p:nvPicPr>
              <p:cNvPr id="29" name="Ink 28">
                <a:extLst>
                  <a:ext uri="{FF2B5EF4-FFF2-40B4-BE49-F238E27FC236}">
                    <a16:creationId xmlns:a16="http://schemas.microsoft.com/office/drawing/2014/main" id="{58082B2B-E484-D6A9-3A28-EE2E5B83F137}"/>
                  </a:ext>
                </a:extLst>
              </p:cNvPr>
              <p:cNvPicPr/>
              <p:nvPr/>
            </p:nvPicPr>
            <p:blipFill>
              <a:blip r:embed="rId25"/>
              <a:stretch>
                <a:fillRect/>
              </a:stretch>
            </p:blipFill>
            <p:spPr>
              <a:xfrm>
                <a:off x="10530959" y="2939061"/>
                <a:ext cx="48960" cy="1540803"/>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0" name="Ink 29">
                <a:extLst>
                  <a:ext uri="{FF2B5EF4-FFF2-40B4-BE49-F238E27FC236}">
                    <a16:creationId xmlns:a16="http://schemas.microsoft.com/office/drawing/2014/main" id="{C6D0C0F7-F94A-D2F3-6D62-7BA35FCF118D}"/>
                  </a:ext>
                </a:extLst>
              </p14:cNvPr>
              <p14:cNvContentPartPr/>
              <p14:nvPr/>
            </p14:nvContentPartPr>
            <p14:xfrm>
              <a:off x="10364999" y="4479862"/>
              <a:ext cx="200880" cy="14400"/>
            </p14:xfrm>
          </p:contentPart>
        </mc:Choice>
        <mc:Fallback xmlns="">
          <p:pic>
            <p:nvPicPr>
              <p:cNvPr id="30" name="Ink 29">
                <a:extLst>
                  <a:ext uri="{FF2B5EF4-FFF2-40B4-BE49-F238E27FC236}">
                    <a16:creationId xmlns:a16="http://schemas.microsoft.com/office/drawing/2014/main" id="{C6D0C0F7-F94A-D2F3-6D62-7BA35FCF118D}"/>
                  </a:ext>
                </a:extLst>
              </p:cNvPr>
              <p:cNvPicPr/>
              <p:nvPr/>
            </p:nvPicPr>
            <p:blipFill>
              <a:blip r:embed="rId27"/>
              <a:stretch>
                <a:fillRect/>
              </a:stretch>
            </p:blipFill>
            <p:spPr>
              <a:xfrm>
                <a:off x="10358879" y="4473742"/>
                <a:ext cx="213120" cy="26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31" name="Ink 30">
                <a:extLst>
                  <a:ext uri="{FF2B5EF4-FFF2-40B4-BE49-F238E27FC236}">
                    <a16:creationId xmlns:a16="http://schemas.microsoft.com/office/drawing/2014/main" id="{F89D5B37-B9E5-07C1-F194-006E0EE0A55C}"/>
                  </a:ext>
                </a:extLst>
              </p14:cNvPr>
              <p14:cNvContentPartPr/>
              <p14:nvPr/>
            </p14:nvContentPartPr>
            <p14:xfrm>
              <a:off x="8370599" y="5019862"/>
              <a:ext cx="6480" cy="232200"/>
            </p14:xfrm>
          </p:contentPart>
        </mc:Choice>
        <mc:Fallback xmlns="">
          <p:pic>
            <p:nvPicPr>
              <p:cNvPr id="31" name="Ink 30">
                <a:extLst>
                  <a:ext uri="{FF2B5EF4-FFF2-40B4-BE49-F238E27FC236}">
                    <a16:creationId xmlns:a16="http://schemas.microsoft.com/office/drawing/2014/main" id="{F89D5B37-B9E5-07C1-F194-006E0EE0A55C}"/>
                  </a:ext>
                </a:extLst>
              </p:cNvPr>
              <p:cNvPicPr/>
              <p:nvPr/>
            </p:nvPicPr>
            <p:blipFill>
              <a:blip r:embed="rId29"/>
              <a:stretch>
                <a:fillRect/>
              </a:stretch>
            </p:blipFill>
            <p:spPr>
              <a:xfrm>
                <a:off x="8362073" y="5010862"/>
                <a:ext cx="23192" cy="249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33" name="Ink 32">
                <a:extLst>
                  <a:ext uri="{FF2B5EF4-FFF2-40B4-BE49-F238E27FC236}">
                    <a16:creationId xmlns:a16="http://schemas.microsoft.com/office/drawing/2014/main" id="{E80B0C93-E9F6-BE91-2174-E62DDC44C38B}"/>
                  </a:ext>
                </a:extLst>
              </p14:cNvPr>
              <p14:cNvContentPartPr/>
              <p14:nvPr/>
            </p14:nvContentPartPr>
            <p14:xfrm>
              <a:off x="8382839" y="5093662"/>
              <a:ext cx="1700280" cy="49320"/>
            </p14:xfrm>
          </p:contentPart>
        </mc:Choice>
        <mc:Fallback xmlns="">
          <p:pic>
            <p:nvPicPr>
              <p:cNvPr id="33" name="Ink 32">
                <a:extLst>
                  <a:ext uri="{FF2B5EF4-FFF2-40B4-BE49-F238E27FC236}">
                    <a16:creationId xmlns:a16="http://schemas.microsoft.com/office/drawing/2014/main" id="{E80B0C93-E9F6-BE91-2174-E62DDC44C38B}"/>
                  </a:ext>
                </a:extLst>
              </p:cNvPr>
              <p:cNvPicPr/>
              <p:nvPr/>
            </p:nvPicPr>
            <p:blipFill>
              <a:blip r:embed="rId31"/>
              <a:stretch>
                <a:fillRect/>
              </a:stretch>
            </p:blipFill>
            <p:spPr>
              <a:xfrm>
                <a:off x="8373839" y="5084662"/>
                <a:ext cx="1717920" cy="66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34" name="Ink 33">
                <a:extLst>
                  <a:ext uri="{FF2B5EF4-FFF2-40B4-BE49-F238E27FC236}">
                    <a16:creationId xmlns:a16="http://schemas.microsoft.com/office/drawing/2014/main" id="{19A4F8DE-FF2D-5E59-A527-337461CB824F}"/>
                  </a:ext>
                </a:extLst>
              </p14:cNvPr>
              <p14:cNvContentPartPr/>
              <p14:nvPr/>
            </p14:nvContentPartPr>
            <p14:xfrm>
              <a:off x="10046039" y="5001142"/>
              <a:ext cx="360" cy="165240"/>
            </p14:xfrm>
          </p:contentPart>
        </mc:Choice>
        <mc:Fallback xmlns="">
          <p:pic>
            <p:nvPicPr>
              <p:cNvPr id="34" name="Ink 33">
                <a:extLst>
                  <a:ext uri="{FF2B5EF4-FFF2-40B4-BE49-F238E27FC236}">
                    <a16:creationId xmlns:a16="http://schemas.microsoft.com/office/drawing/2014/main" id="{19A4F8DE-FF2D-5E59-A527-337461CB824F}"/>
                  </a:ext>
                </a:extLst>
              </p:cNvPr>
              <p:cNvPicPr/>
              <p:nvPr/>
            </p:nvPicPr>
            <p:blipFill>
              <a:blip r:embed="rId33"/>
              <a:stretch>
                <a:fillRect/>
              </a:stretch>
            </p:blipFill>
            <p:spPr>
              <a:xfrm>
                <a:off x="10037039" y="4992122"/>
                <a:ext cx="18000" cy="182919"/>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35" name="Ink 34">
                <a:extLst>
                  <a:ext uri="{FF2B5EF4-FFF2-40B4-BE49-F238E27FC236}">
                    <a16:creationId xmlns:a16="http://schemas.microsoft.com/office/drawing/2014/main" id="{FD9D007B-BB77-1022-E5AF-4145B5EC0EAF}"/>
                  </a:ext>
                </a:extLst>
              </p14:cNvPr>
              <p14:cNvContentPartPr/>
              <p14:nvPr/>
            </p14:nvContentPartPr>
            <p14:xfrm>
              <a:off x="8756879" y="5283742"/>
              <a:ext cx="19440" cy="150480"/>
            </p14:xfrm>
          </p:contentPart>
        </mc:Choice>
        <mc:Fallback xmlns="">
          <p:pic>
            <p:nvPicPr>
              <p:cNvPr id="35" name="Ink 34">
                <a:extLst>
                  <a:ext uri="{FF2B5EF4-FFF2-40B4-BE49-F238E27FC236}">
                    <a16:creationId xmlns:a16="http://schemas.microsoft.com/office/drawing/2014/main" id="{FD9D007B-BB77-1022-E5AF-4145B5EC0EAF}"/>
                  </a:ext>
                </a:extLst>
              </p:cNvPr>
              <p:cNvPicPr/>
              <p:nvPr/>
            </p:nvPicPr>
            <p:blipFill>
              <a:blip r:embed="rId35"/>
              <a:stretch>
                <a:fillRect/>
              </a:stretch>
            </p:blipFill>
            <p:spPr>
              <a:xfrm>
                <a:off x="8747879" y="5274742"/>
                <a:ext cx="37080" cy="168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
            <p14:nvContentPartPr>
              <p14:cNvPr id="36" name="Ink 35">
                <a:extLst>
                  <a:ext uri="{FF2B5EF4-FFF2-40B4-BE49-F238E27FC236}">
                    <a16:creationId xmlns:a16="http://schemas.microsoft.com/office/drawing/2014/main" id="{D3219C44-4DD1-A6A1-73ED-6B6196C2F45B}"/>
                  </a:ext>
                </a:extLst>
              </p14:cNvPr>
              <p14:cNvContentPartPr/>
              <p14:nvPr/>
            </p14:nvContentPartPr>
            <p14:xfrm>
              <a:off x="8861279" y="5266102"/>
              <a:ext cx="214200" cy="215640"/>
            </p14:xfrm>
          </p:contentPart>
        </mc:Choice>
        <mc:Fallback xmlns="">
          <p:pic>
            <p:nvPicPr>
              <p:cNvPr id="36" name="Ink 35">
                <a:extLst>
                  <a:ext uri="{FF2B5EF4-FFF2-40B4-BE49-F238E27FC236}">
                    <a16:creationId xmlns:a16="http://schemas.microsoft.com/office/drawing/2014/main" id="{D3219C44-4DD1-A6A1-73ED-6B6196C2F45B}"/>
                  </a:ext>
                </a:extLst>
              </p:cNvPr>
              <p:cNvPicPr/>
              <p:nvPr/>
            </p:nvPicPr>
            <p:blipFill>
              <a:blip r:embed="rId37"/>
              <a:stretch>
                <a:fillRect/>
              </a:stretch>
            </p:blipFill>
            <p:spPr>
              <a:xfrm>
                <a:off x="8852279" y="5257102"/>
                <a:ext cx="231840" cy="233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
            <p14:nvContentPartPr>
              <p14:cNvPr id="37" name="Ink 36">
                <a:extLst>
                  <a:ext uri="{FF2B5EF4-FFF2-40B4-BE49-F238E27FC236}">
                    <a16:creationId xmlns:a16="http://schemas.microsoft.com/office/drawing/2014/main" id="{B25BD31E-6D0F-6B1C-57D0-48B9DACB9382}"/>
                  </a:ext>
                </a:extLst>
              </p14:cNvPr>
              <p14:cNvContentPartPr/>
              <p14:nvPr/>
            </p14:nvContentPartPr>
            <p14:xfrm>
              <a:off x="9093119" y="5271862"/>
              <a:ext cx="139320" cy="258840"/>
            </p14:xfrm>
          </p:contentPart>
        </mc:Choice>
        <mc:Fallback xmlns="">
          <p:pic>
            <p:nvPicPr>
              <p:cNvPr id="37" name="Ink 36">
                <a:extLst>
                  <a:ext uri="{FF2B5EF4-FFF2-40B4-BE49-F238E27FC236}">
                    <a16:creationId xmlns:a16="http://schemas.microsoft.com/office/drawing/2014/main" id="{B25BD31E-6D0F-6B1C-57D0-48B9DACB9382}"/>
                  </a:ext>
                </a:extLst>
              </p:cNvPr>
              <p:cNvPicPr/>
              <p:nvPr/>
            </p:nvPicPr>
            <p:blipFill>
              <a:blip r:embed="rId39"/>
              <a:stretch>
                <a:fillRect/>
              </a:stretch>
            </p:blipFill>
            <p:spPr>
              <a:xfrm>
                <a:off x="9084119" y="5262874"/>
                <a:ext cx="156960" cy="27645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
            <p14:nvContentPartPr>
              <p14:cNvPr id="38" name="Ink 37">
                <a:extLst>
                  <a:ext uri="{FF2B5EF4-FFF2-40B4-BE49-F238E27FC236}">
                    <a16:creationId xmlns:a16="http://schemas.microsoft.com/office/drawing/2014/main" id="{BFDB72C8-5B62-2AA8-81D5-E46BB1402282}"/>
                  </a:ext>
                </a:extLst>
              </p14:cNvPr>
              <p14:cNvContentPartPr/>
              <p14:nvPr/>
            </p14:nvContentPartPr>
            <p14:xfrm>
              <a:off x="7940759" y="3362782"/>
              <a:ext cx="232920" cy="6480"/>
            </p14:xfrm>
          </p:contentPart>
        </mc:Choice>
        <mc:Fallback xmlns="">
          <p:pic>
            <p:nvPicPr>
              <p:cNvPr id="38" name="Ink 37">
                <a:extLst>
                  <a:ext uri="{FF2B5EF4-FFF2-40B4-BE49-F238E27FC236}">
                    <a16:creationId xmlns:a16="http://schemas.microsoft.com/office/drawing/2014/main" id="{BFDB72C8-5B62-2AA8-81D5-E46BB1402282}"/>
                  </a:ext>
                </a:extLst>
              </p:cNvPr>
              <p:cNvPicPr/>
              <p:nvPr/>
            </p:nvPicPr>
            <p:blipFill>
              <a:blip r:embed="rId41"/>
              <a:stretch>
                <a:fillRect/>
              </a:stretch>
            </p:blipFill>
            <p:spPr>
              <a:xfrm>
                <a:off x="7931759" y="3353782"/>
                <a:ext cx="250560" cy="24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
            <p14:nvContentPartPr>
              <p14:cNvPr id="39" name="Ink 38">
                <a:extLst>
                  <a:ext uri="{FF2B5EF4-FFF2-40B4-BE49-F238E27FC236}">
                    <a16:creationId xmlns:a16="http://schemas.microsoft.com/office/drawing/2014/main" id="{52F09D1B-C8F0-1E4D-B645-707FA33AF9C1}"/>
                  </a:ext>
                </a:extLst>
              </p14:cNvPr>
              <p14:cNvContentPartPr/>
              <p14:nvPr/>
            </p14:nvContentPartPr>
            <p14:xfrm>
              <a:off x="8076119" y="4878382"/>
              <a:ext cx="165240" cy="360"/>
            </p14:xfrm>
          </p:contentPart>
        </mc:Choice>
        <mc:Fallback xmlns="">
          <p:pic>
            <p:nvPicPr>
              <p:cNvPr id="39" name="Ink 38">
                <a:extLst>
                  <a:ext uri="{FF2B5EF4-FFF2-40B4-BE49-F238E27FC236}">
                    <a16:creationId xmlns:a16="http://schemas.microsoft.com/office/drawing/2014/main" id="{52F09D1B-C8F0-1E4D-B645-707FA33AF9C1}"/>
                  </a:ext>
                </a:extLst>
              </p:cNvPr>
              <p:cNvPicPr/>
              <p:nvPr/>
            </p:nvPicPr>
            <p:blipFill>
              <a:blip r:embed="rId43"/>
              <a:stretch>
                <a:fillRect/>
              </a:stretch>
            </p:blipFill>
            <p:spPr>
              <a:xfrm>
                <a:off x="8067099" y="4869382"/>
                <a:ext cx="182919"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
            <p14:nvContentPartPr>
              <p14:cNvPr id="40" name="Ink 39">
                <a:extLst>
                  <a:ext uri="{FF2B5EF4-FFF2-40B4-BE49-F238E27FC236}">
                    <a16:creationId xmlns:a16="http://schemas.microsoft.com/office/drawing/2014/main" id="{A4323FED-E7F4-55C2-0306-95CA3789DDCC}"/>
                  </a:ext>
                </a:extLst>
              </p14:cNvPr>
              <p14:cNvContentPartPr/>
              <p14:nvPr/>
            </p14:nvContentPartPr>
            <p14:xfrm>
              <a:off x="8063519" y="3368902"/>
              <a:ext cx="360" cy="342720"/>
            </p14:xfrm>
          </p:contentPart>
        </mc:Choice>
        <mc:Fallback xmlns="">
          <p:pic>
            <p:nvPicPr>
              <p:cNvPr id="40" name="Ink 39">
                <a:extLst>
                  <a:ext uri="{FF2B5EF4-FFF2-40B4-BE49-F238E27FC236}">
                    <a16:creationId xmlns:a16="http://schemas.microsoft.com/office/drawing/2014/main" id="{A4323FED-E7F4-55C2-0306-95CA3789DDCC}"/>
                  </a:ext>
                </a:extLst>
              </p:cNvPr>
              <p:cNvPicPr/>
              <p:nvPr/>
            </p:nvPicPr>
            <p:blipFill>
              <a:blip r:embed="rId45"/>
              <a:stretch>
                <a:fillRect/>
              </a:stretch>
            </p:blipFill>
            <p:spPr>
              <a:xfrm>
                <a:off x="8054519" y="3359902"/>
                <a:ext cx="18000" cy="360360"/>
              </a:xfrm>
              <a:prstGeom prst="rect">
                <a:avLst/>
              </a:prstGeom>
            </p:spPr>
          </p:pic>
        </mc:Fallback>
      </mc:AlternateContent>
      <p:grpSp>
        <p:nvGrpSpPr>
          <p:cNvPr id="43" name="Group 42">
            <a:extLst>
              <a:ext uri="{FF2B5EF4-FFF2-40B4-BE49-F238E27FC236}">
                <a16:creationId xmlns:a16="http://schemas.microsoft.com/office/drawing/2014/main" id="{FC7B1F3B-A6DA-1FAA-1C3A-D89DA723BC91}"/>
              </a:ext>
            </a:extLst>
          </p:cNvPr>
          <p:cNvGrpSpPr/>
          <p:nvPr/>
        </p:nvGrpSpPr>
        <p:grpSpPr>
          <a:xfrm>
            <a:off x="7836719" y="3918622"/>
            <a:ext cx="290160" cy="290160"/>
            <a:chOff x="7836719" y="3918622"/>
            <a:chExt cx="290160" cy="290160"/>
          </a:xfrm>
        </p:grpSpPr>
        <mc:AlternateContent xmlns:mc="http://schemas.openxmlformats.org/markup-compatibility/2006" xmlns:p14="http://schemas.microsoft.com/office/powerpoint/2010/main" xmlns:aink="http://schemas.microsoft.com/office/drawing/2016/ink">
          <mc:Choice Requires="p14 aink">
            <p:contentPart p14:bwMode="auto" r:id="rId46">
              <p14:nvContentPartPr>
                <p14:cNvPr id="41" name="Ink 40">
                  <a:extLst>
                    <a:ext uri="{FF2B5EF4-FFF2-40B4-BE49-F238E27FC236}">
                      <a16:creationId xmlns:a16="http://schemas.microsoft.com/office/drawing/2014/main" id="{B4D972F2-A0A1-96FB-5ABB-5AEC3B739923}"/>
                    </a:ext>
                  </a:extLst>
                </p14:cNvPr>
                <p14:cNvContentPartPr/>
                <p14:nvPr/>
              </p14:nvContentPartPr>
              <p14:xfrm>
                <a:off x="7836719" y="3918622"/>
                <a:ext cx="130320" cy="266760"/>
              </p14:xfrm>
            </p:contentPart>
          </mc:Choice>
          <mc:Fallback xmlns="">
            <p:pic>
              <p:nvPicPr>
                <p:cNvPr id="41" name="Ink 40">
                  <a:extLst>
                    <a:ext uri="{FF2B5EF4-FFF2-40B4-BE49-F238E27FC236}">
                      <a16:creationId xmlns:a16="http://schemas.microsoft.com/office/drawing/2014/main" id="{B4D972F2-A0A1-96FB-5ABB-5AEC3B739923}"/>
                    </a:ext>
                  </a:extLst>
                </p:cNvPr>
                <p:cNvPicPr/>
                <p:nvPr/>
              </p:nvPicPr>
              <p:blipFill>
                <a:blip r:embed="rId47"/>
                <a:stretch>
                  <a:fillRect/>
                </a:stretch>
              </p:blipFill>
              <p:spPr>
                <a:xfrm>
                  <a:off x="7827719" y="3909622"/>
                  <a:ext cx="147960" cy="284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8">
              <p14:nvContentPartPr>
                <p14:cNvPr id="42" name="Ink 41">
                  <a:extLst>
                    <a:ext uri="{FF2B5EF4-FFF2-40B4-BE49-F238E27FC236}">
                      <a16:creationId xmlns:a16="http://schemas.microsoft.com/office/drawing/2014/main" id="{A7105121-9D04-DF14-F3B9-23E93AE65DC1}"/>
                    </a:ext>
                  </a:extLst>
                </p14:cNvPr>
                <p14:cNvContentPartPr/>
                <p14:nvPr/>
              </p14:nvContentPartPr>
              <p14:xfrm>
                <a:off x="8012759" y="3945982"/>
                <a:ext cx="114120" cy="262800"/>
              </p14:xfrm>
            </p:contentPart>
          </mc:Choice>
          <mc:Fallback xmlns="">
            <p:pic>
              <p:nvPicPr>
                <p:cNvPr id="42" name="Ink 41">
                  <a:extLst>
                    <a:ext uri="{FF2B5EF4-FFF2-40B4-BE49-F238E27FC236}">
                      <a16:creationId xmlns:a16="http://schemas.microsoft.com/office/drawing/2014/main" id="{A7105121-9D04-DF14-F3B9-23E93AE65DC1}"/>
                    </a:ext>
                  </a:extLst>
                </p:cNvPr>
                <p:cNvPicPr/>
                <p:nvPr/>
              </p:nvPicPr>
              <p:blipFill>
                <a:blip r:embed="rId49"/>
                <a:stretch>
                  <a:fillRect/>
                </a:stretch>
              </p:blipFill>
              <p:spPr>
                <a:xfrm>
                  <a:off x="8003759" y="3936982"/>
                  <a:ext cx="131760" cy="28044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50">
            <p14:nvContentPartPr>
              <p14:cNvPr id="44" name="Ink 43">
                <a:extLst>
                  <a:ext uri="{FF2B5EF4-FFF2-40B4-BE49-F238E27FC236}">
                    <a16:creationId xmlns:a16="http://schemas.microsoft.com/office/drawing/2014/main" id="{B42E0DF5-AA95-4CDA-E0DD-513FEDCC3E32}"/>
                  </a:ext>
                </a:extLst>
              </p14:cNvPr>
              <p14:cNvContentPartPr/>
              <p14:nvPr/>
            </p14:nvContentPartPr>
            <p14:xfrm>
              <a:off x="7787399" y="3958222"/>
              <a:ext cx="6840" cy="182520"/>
            </p14:xfrm>
          </p:contentPart>
        </mc:Choice>
        <mc:Fallback xmlns="">
          <p:pic>
            <p:nvPicPr>
              <p:cNvPr id="44" name="Ink 43">
                <a:extLst>
                  <a:ext uri="{FF2B5EF4-FFF2-40B4-BE49-F238E27FC236}">
                    <a16:creationId xmlns:a16="http://schemas.microsoft.com/office/drawing/2014/main" id="{B42E0DF5-AA95-4CDA-E0DD-513FEDCC3E32}"/>
                  </a:ext>
                </a:extLst>
              </p:cNvPr>
              <p:cNvPicPr/>
              <p:nvPr/>
            </p:nvPicPr>
            <p:blipFill>
              <a:blip r:embed="rId51"/>
              <a:stretch>
                <a:fillRect/>
              </a:stretch>
            </p:blipFill>
            <p:spPr>
              <a:xfrm>
                <a:off x="7778849" y="3949204"/>
                <a:ext cx="23598" cy="20019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
            <p14:nvContentPartPr>
              <p14:cNvPr id="45" name="Ink 44">
                <a:extLst>
                  <a:ext uri="{FF2B5EF4-FFF2-40B4-BE49-F238E27FC236}">
                    <a16:creationId xmlns:a16="http://schemas.microsoft.com/office/drawing/2014/main" id="{5BAD76D6-D56C-F528-25F7-A75E78815975}"/>
                  </a:ext>
                </a:extLst>
              </p14:cNvPr>
              <p14:cNvContentPartPr/>
              <p14:nvPr/>
            </p14:nvContentPartPr>
            <p14:xfrm>
              <a:off x="9235679" y="3577702"/>
              <a:ext cx="360" cy="165960"/>
            </p14:xfrm>
          </p:contentPart>
        </mc:Choice>
        <mc:Fallback xmlns="">
          <p:pic>
            <p:nvPicPr>
              <p:cNvPr id="45" name="Ink 44">
                <a:extLst>
                  <a:ext uri="{FF2B5EF4-FFF2-40B4-BE49-F238E27FC236}">
                    <a16:creationId xmlns:a16="http://schemas.microsoft.com/office/drawing/2014/main" id="{5BAD76D6-D56C-F528-25F7-A75E78815975}"/>
                  </a:ext>
                </a:extLst>
              </p:cNvPr>
              <p:cNvPicPr/>
              <p:nvPr/>
            </p:nvPicPr>
            <p:blipFill>
              <a:blip r:embed="rId53"/>
              <a:stretch>
                <a:fillRect/>
              </a:stretch>
            </p:blipFill>
            <p:spPr>
              <a:xfrm>
                <a:off x="9226679" y="3568702"/>
                <a:ext cx="18000" cy="183600"/>
              </a:xfrm>
              <a:prstGeom prst="rect">
                <a:avLst/>
              </a:prstGeom>
            </p:spPr>
          </p:pic>
        </mc:Fallback>
      </mc:AlternateContent>
      <p:grpSp>
        <p:nvGrpSpPr>
          <p:cNvPr id="49" name="Group 48">
            <a:extLst>
              <a:ext uri="{FF2B5EF4-FFF2-40B4-BE49-F238E27FC236}">
                <a16:creationId xmlns:a16="http://schemas.microsoft.com/office/drawing/2014/main" id="{C583B9F6-6CF2-9CEC-A131-DAB8DB7F88AB}"/>
              </a:ext>
            </a:extLst>
          </p:cNvPr>
          <p:cNvGrpSpPr/>
          <p:nvPr/>
        </p:nvGrpSpPr>
        <p:grpSpPr>
          <a:xfrm>
            <a:off x="9327839" y="2988022"/>
            <a:ext cx="216360" cy="327600"/>
            <a:chOff x="9327839" y="2988022"/>
            <a:chExt cx="216360" cy="327600"/>
          </a:xfrm>
        </p:grpSpPr>
        <mc:AlternateContent xmlns:mc="http://schemas.openxmlformats.org/markup-compatibility/2006" xmlns:p14="http://schemas.microsoft.com/office/powerpoint/2010/main" xmlns:aink="http://schemas.microsoft.com/office/drawing/2016/ink">
          <mc:Choice Requires="p14 aink">
            <p:contentPart p14:bwMode="auto" r:id="rId54">
              <p14:nvContentPartPr>
                <p14:cNvPr id="46" name="Ink 45">
                  <a:extLst>
                    <a:ext uri="{FF2B5EF4-FFF2-40B4-BE49-F238E27FC236}">
                      <a16:creationId xmlns:a16="http://schemas.microsoft.com/office/drawing/2014/main" id="{A24B2A0F-8837-CA68-8AA6-353B0E737E28}"/>
                    </a:ext>
                  </a:extLst>
                </p14:cNvPr>
                <p14:cNvContentPartPr/>
                <p14:nvPr/>
              </p14:nvContentPartPr>
              <p14:xfrm>
                <a:off x="9327839" y="3191062"/>
                <a:ext cx="122760" cy="124560"/>
              </p14:xfrm>
            </p:contentPart>
          </mc:Choice>
          <mc:Fallback xmlns="">
            <p:pic>
              <p:nvPicPr>
                <p:cNvPr id="46" name="Ink 45">
                  <a:extLst>
                    <a:ext uri="{FF2B5EF4-FFF2-40B4-BE49-F238E27FC236}">
                      <a16:creationId xmlns:a16="http://schemas.microsoft.com/office/drawing/2014/main" id="{A24B2A0F-8837-CA68-8AA6-353B0E737E28}"/>
                    </a:ext>
                  </a:extLst>
                </p:cNvPr>
                <p:cNvPicPr/>
                <p:nvPr/>
              </p:nvPicPr>
              <p:blipFill>
                <a:blip r:embed="rId55"/>
                <a:stretch>
                  <a:fillRect/>
                </a:stretch>
              </p:blipFill>
              <p:spPr>
                <a:xfrm>
                  <a:off x="9318839" y="3182062"/>
                  <a:ext cx="140400" cy="142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6">
              <p14:nvContentPartPr>
                <p14:cNvPr id="47" name="Ink 46">
                  <a:extLst>
                    <a:ext uri="{FF2B5EF4-FFF2-40B4-BE49-F238E27FC236}">
                      <a16:creationId xmlns:a16="http://schemas.microsoft.com/office/drawing/2014/main" id="{FBFBE421-AD07-2871-DCD9-189A4E2A92D1}"/>
                    </a:ext>
                  </a:extLst>
                </p14:cNvPr>
                <p14:cNvContentPartPr/>
                <p14:nvPr/>
              </p14:nvContentPartPr>
              <p14:xfrm>
                <a:off x="9468959" y="2988022"/>
                <a:ext cx="75240" cy="152280"/>
              </p14:xfrm>
            </p:contentPart>
          </mc:Choice>
          <mc:Fallback xmlns="">
            <p:pic>
              <p:nvPicPr>
                <p:cNvPr id="47" name="Ink 46">
                  <a:extLst>
                    <a:ext uri="{FF2B5EF4-FFF2-40B4-BE49-F238E27FC236}">
                      <a16:creationId xmlns:a16="http://schemas.microsoft.com/office/drawing/2014/main" id="{FBFBE421-AD07-2871-DCD9-189A4E2A92D1}"/>
                    </a:ext>
                  </a:extLst>
                </p:cNvPr>
                <p:cNvPicPr/>
                <p:nvPr/>
              </p:nvPicPr>
              <p:blipFill>
                <a:blip r:embed="rId57"/>
                <a:stretch>
                  <a:fillRect/>
                </a:stretch>
              </p:blipFill>
              <p:spPr>
                <a:xfrm>
                  <a:off x="9459959" y="2979022"/>
                  <a:ext cx="92880" cy="1699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58">
            <p14:nvContentPartPr>
              <p14:cNvPr id="48" name="Ink 47">
                <a:extLst>
                  <a:ext uri="{FF2B5EF4-FFF2-40B4-BE49-F238E27FC236}">
                    <a16:creationId xmlns:a16="http://schemas.microsoft.com/office/drawing/2014/main" id="{819F6475-E23F-88CF-062A-2625CDBC6F28}"/>
                  </a:ext>
                </a:extLst>
              </p14:cNvPr>
              <p14:cNvContentPartPr/>
              <p14:nvPr/>
            </p14:nvContentPartPr>
            <p14:xfrm>
              <a:off x="9424679" y="3580222"/>
              <a:ext cx="123840" cy="219240"/>
            </p14:xfrm>
          </p:contentPart>
        </mc:Choice>
        <mc:Fallback xmlns="">
          <p:pic>
            <p:nvPicPr>
              <p:cNvPr id="48" name="Ink 47">
                <a:extLst>
                  <a:ext uri="{FF2B5EF4-FFF2-40B4-BE49-F238E27FC236}">
                    <a16:creationId xmlns:a16="http://schemas.microsoft.com/office/drawing/2014/main" id="{819F6475-E23F-88CF-062A-2625CDBC6F28}"/>
                  </a:ext>
                </a:extLst>
              </p:cNvPr>
              <p:cNvPicPr/>
              <p:nvPr/>
            </p:nvPicPr>
            <p:blipFill>
              <a:blip r:embed="rId59"/>
              <a:stretch>
                <a:fillRect/>
              </a:stretch>
            </p:blipFill>
            <p:spPr>
              <a:xfrm>
                <a:off x="9415679" y="3571222"/>
                <a:ext cx="141480" cy="236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
            <p14:nvContentPartPr>
              <p14:cNvPr id="50" name="Ink 49">
                <a:extLst>
                  <a:ext uri="{FF2B5EF4-FFF2-40B4-BE49-F238E27FC236}">
                    <a16:creationId xmlns:a16="http://schemas.microsoft.com/office/drawing/2014/main" id="{A6A5DC57-B794-416E-2BCB-4885BEC85A1F}"/>
                  </a:ext>
                </a:extLst>
              </p14:cNvPr>
              <p14:cNvContentPartPr/>
              <p14:nvPr/>
            </p14:nvContentPartPr>
            <p14:xfrm>
              <a:off x="9607919" y="3196822"/>
              <a:ext cx="89640" cy="158040"/>
            </p14:xfrm>
          </p:contentPart>
        </mc:Choice>
        <mc:Fallback xmlns="">
          <p:pic>
            <p:nvPicPr>
              <p:cNvPr id="50" name="Ink 49">
                <a:extLst>
                  <a:ext uri="{FF2B5EF4-FFF2-40B4-BE49-F238E27FC236}">
                    <a16:creationId xmlns:a16="http://schemas.microsoft.com/office/drawing/2014/main" id="{A6A5DC57-B794-416E-2BCB-4885BEC85A1F}"/>
                  </a:ext>
                </a:extLst>
              </p:cNvPr>
              <p:cNvPicPr/>
              <p:nvPr/>
            </p:nvPicPr>
            <p:blipFill>
              <a:blip r:embed="rId61"/>
              <a:stretch>
                <a:fillRect/>
              </a:stretch>
            </p:blipFill>
            <p:spPr>
              <a:xfrm>
                <a:off x="9598919" y="3187801"/>
                <a:ext cx="107280" cy="175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2">
            <p14:nvContentPartPr>
              <p14:cNvPr id="52" name="Ink 51">
                <a:extLst>
                  <a:ext uri="{FF2B5EF4-FFF2-40B4-BE49-F238E27FC236}">
                    <a16:creationId xmlns:a16="http://schemas.microsoft.com/office/drawing/2014/main" id="{C3A45ECF-A758-0790-5DF5-F6BA941A12DC}"/>
                  </a:ext>
                </a:extLst>
              </p14:cNvPr>
              <p14:cNvContentPartPr/>
              <p14:nvPr/>
            </p14:nvContentPartPr>
            <p14:xfrm>
              <a:off x="9769919" y="2958142"/>
              <a:ext cx="61560" cy="129240"/>
            </p14:xfrm>
          </p:contentPart>
        </mc:Choice>
        <mc:Fallback xmlns="">
          <p:pic>
            <p:nvPicPr>
              <p:cNvPr id="52" name="Ink 51">
                <a:extLst>
                  <a:ext uri="{FF2B5EF4-FFF2-40B4-BE49-F238E27FC236}">
                    <a16:creationId xmlns:a16="http://schemas.microsoft.com/office/drawing/2014/main" id="{C3A45ECF-A758-0790-5DF5-F6BA941A12DC}"/>
                  </a:ext>
                </a:extLst>
              </p:cNvPr>
              <p:cNvPicPr/>
              <p:nvPr/>
            </p:nvPicPr>
            <p:blipFill>
              <a:blip r:embed="rId63"/>
              <a:stretch>
                <a:fillRect/>
              </a:stretch>
            </p:blipFill>
            <p:spPr>
              <a:xfrm>
                <a:off x="9760919" y="2949142"/>
                <a:ext cx="79200" cy="146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4">
            <p14:nvContentPartPr>
              <p14:cNvPr id="53" name="Ink 52">
                <a:extLst>
                  <a:ext uri="{FF2B5EF4-FFF2-40B4-BE49-F238E27FC236}">
                    <a16:creationId xmlns:a16="http://schemas.microsoft.com/office/drawing/2014/main" id="{F79AC623-6FF5-D94F-A7E4-BA27D885057E}"/>
                  </a:ext>
                </a:extLst>
              </p14:cNvPr>
              <p14:cNvContentPartPr/>
              <p14:nvPr/>
            </p14:nvContentPartPr>
            <p14:xfrm>
              <a:off x="9795839" y="3018262"/>
              <a:ext cx="99000" cy="138960"/>
            </p14:xfrm>
          </p:contentPart>
        </mc:Choice>
        <mc:Fallback xmlns="">
          <p:pic>
            <p:nvPicPr>
              <p:cNvPr id="53" name="Ink 52">
                <a:extLst>
                  <a:ext uri="{FF2B5EF4-FFF2-40B4-BE49-F238E27FC236}">
                    <a16:creationId xmlns:a16="http://schemas.microsoft.com/office/drawing/2014/main" id="{F79AC623-6FF5-D94F-A7E4-BA27D885057E}"/>
                  </a:ext>
                </a:extLst>
              </p:cNvPr>
              <p:cNvPicPr/>
              <p:nvPr/>
            </p:nvPicPr>
            <p:blipFill>
              <a:blip r:embed="rId65"/>
              <a:stretch>
                <a:fillRect/>
              </a:stretch>
            </p:blipFill>
            <p:spPr>
              <a:xfrm>
                <a:off x="9786839" y="3009262"/>
                <a:ext cx="116640" cy="156600"/>
              </a:xfrm>
              <a:prstGeom prst="rect">
                <a:avLst/>
              </a:prstGeom>
            </p:spPr>
          </p:pic>
        </mc:Fallback>
      </mc:AlternateContent>
      <p:grpSp>
        <p:nvGrpSpPr>
          <p:cNvPr id="60" name="Group 59">
            <a:extLst>
              <a:ext uri="{FF2B5EF4-FFF2-40B4-BE49-F238E27FC236}">
                <a16:creationId xmlns:a16="http://schemas.microsoft.com/office/drawing/2014/main" id="{3DF36074-CC7F-8EA1-4A86-7C9B76F84B03}"/>
              </a:ext>
            </a:extLst>
          </p:cNvPr>
          <p:cNvGrpSpPr/>
          <p:nvPr/>
        </p:nvGrpSpPr>
        <p:grpSpPr>
          <a:xfrm>
            <a:off x="8334599" y="3039142"/>
            <a:ext cx="282240" cy="526680"/>
            <a:chOff x="8334599" y="3039142"/>
            <a:chExt cx="282240" cy="526680"/>
          </a:xfrm>
        </p:grpSpPr>
        <mc:AlternateContent xmlns:mc="http://schemas.openxmlformats.org/markup-compatibility/2006" xmlns:p14="http://schemas.microsoft.com/office/powerpoint/2010/main">
          <mc:Choice Requires="p14">
            <p:contentPart p14:bwMode="auto" r:id="rId66">
              <p14:nvContentPartPr>
                <p14:cNvPr id="54" name="Ink 53">
                  <a:extLst>
                    <a:ext uri="{FF2B5EF4-FFF2-40B4-BE49-F238E27FC236}">
                      <a16:creationId xmlns:a16="http://schemas.microsoft.com/office/drawing/2014/main" id="{63529A3C-1E18-4848-A91B-49DC52867F63}"/>
                    </a:ext>
                  </a:extLst>
                </p14:cNvPr>
                <p14:cNvContentPartPr/>
                <p14:nvPr/>
              </p14:nvContentPartPr>
              <p14:xfrm>
                <a:off x="8487239" y="3442702"/>
                <a:ext cx="1440" cy="360"/>
              </p14:xfrm>
            </p:contentPart>
          </mc:Choice>
          <mc:Fallback xmlns="">
            <p:pic>
              <p:nvPicPr>
                <p:cNvPr id="54" name="Ink 53">
                  <a:extLst>
                    <a:ext uri="{FF2B5EF4-FFF2-40B4-BE49-F238E27FC236}">
                      <a16:creationId xmlns:a16="http://schemas.microsoft.com/office/drawing/2014/main" id="{63529A3C-1E18-4848-A91B-49DC52867F63}"/>
                    </a:ext>
                  </a:extLst>
                </p:cNvPr>
                <p:cNvPicPr/>
                <p:nvPr/>
              </p:nvPicPr>
              <p:blipFill>
                <a:blip r:embed="rId67"/>
                <a:stretch>
                  <a:fillRect/>
                </a:stretch>
              </p:blipFill>
              <p:spPr>
                <a:xfrm>
                  <a:off x="8481119" y="3436582"/>
                  <a:ext cx="136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5" name="Ink 54">
                  <a:extLst>
                    <a:ext uri="{FF2B5EF4-FFF2-40B4-BE49-F238E27FC236}">
                      <a16:creationId xmlns:a16="http://schemas.microsoft.com/office/drawing/2014/main" id="{B500BDB7-276A-12EA-F3BB-3C2BACC56801}"/>
                    </a:ext>
                  </a:extLst>
                </p14:cNvPr>
                <p14:cNvContentPartPr/>
                <p14:nvPr/>
              </p14:nvContentPartPr>
              <p14:xfrm>
                <a:off x="8334599" y="3039142"/>
                <a:ext cx="159120" cy="403920"/>
              </p14:xfrm>
            </p:contentPart>
          </mc:Choice>
          <mc:Fallback xmlns="">
            <p:pic>
              <p:nvPicPr>
                <p:cNvPr id="55" name="Ink 54">
                  <a:extLst>
                    <a:ext uri="{FF2B5EF4-FFF2-40B4-BE49-F238E27FC236}">
                      <a16:creationId xmlns:a16="http://schemas.microsoft.com/office/drawing/2014/main" id="{B500BDB7-276A-12EA-F3BB-3C2BACC56801}"/>
                    </a:ext>
                  </a:extLst>
                </p:cNvPr>
                <p:cNvPicPr/>
                <p:nvPr/>
              </p:nvPicPr>
              <p:blipFill>
                <a:blip r:embed="rId69"/>
                <a:stretch>
                  <a:fillRect/>
                </a:stretch>
              </p:blipFill>
              <p:spPr>
                <a:xfrm>
                  <a:off x="8328479" y="3033017"/>
                  <a:ext cx="171360" cy="416171"/>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7" name="Ink 56">
                  <a:extLst>
                    <a:ext uri="{FF2B5EF4-FFF2-40B4-BE49-F238E27FC236}">
                      <a16:creationId xmlns:a16="http://schemas.microsoft.com/office/drawing/2014/main" id="{07BEE0B3-C357-87A9-CFE8-3E41A6E16942}"/>
                    </a:ext>
                  </a:extLst>
                </p14:cNvPr>
                <p14:cNvContentPartPr/>
                <p14:nvPr/>
              </p14:nvContentPartPr>
              <p14:xfrm>
                <a:off x="8401199" y="3480502"/>
                <a:ext cx="215640" cy="17640"/>
              </p14:xfrm>
            </p:contentPart>
          </mc:Choice>
          <mc:Fallback xmlns="">
            <p:pic>
              <p:nvPicPr>
                <p:cNvPr id="57" name="Ink 56">
                  <a:extLst>
                    <a:ext uri="{FF2B5EF4-FFF2-40B4-BE49-F238E27FC236}">
                      <a16:creationId xmlns:a16="http://schemas.microsoft.com/office/drawing/2014/main" id="{07BEE0B3-C357-87A9-CFE8-3E41A6E16942}"/>
                    </a:ext>
                  </a:extLst>
                </p:cNvPr>
                <p:cNvPicPr/>
                <p:nvPr/>
              </p:nvPicPr>
              <p:blipFill>
                <a:blip r:embed="rId71"/>
                <a:stretch>
                  <a:fillRect/>
                </a:stretch>
              </p:blipFill>
              <p:spPr>
                <a:xfrm>
                  <a:off x="8395079" y="3474382"/>
                  <a:ext cx="2278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9" name="Ink 58">
                  <a:extLst>
                    <a:ext uri="{FF2B5EF4-FFF2-40B4-BE49-F238E27FC236}">
                      <a16:creationId xmlns:a16="http://schemas.microsoft.com/office/drawing/2014/main" id="{6396A5C6-A262-36F5-D320-61AC1E4F7D9F}"/>
                    </a:ext>
                  </a:extLst>
                </p14:cNvPr>
                <p14:cNvContentPartPr/>
                <p14:nvPr/>
              </p14:nvContentPartPr>
              <p14:xfrm>
                <a:off x="8554559" y="3399862"/>
                <a:ext cx="360" cy="165960"/>
              </p14:xfrm>
            </p:contentPart>
          </mc:Choice>
          <mc:Fallback xmlns="">
            <p:pic>
              <p:nvPicPr>
                <p:cNvPr id="59" name="Ink 58">
                  <a:extLst>
                    <a:ext uri="{FF2B5EF4-FFF2-40B4-BE49-F238E27FC236}">
                      <a16:creationId xmlns:a16="http://schemas.microsoft.com/office/drawing/2014/main" id="{6396A5C6-A262-36F5-D320-61AC1E4F7D9F}"/>
                    </a:ext>
                  </a:extLst>
                </p:cNvPr>
                <p:cNvPicPr/>
                <p:nvPr/>
              </p:nvPicPr>
              <p:blipFill>
                <a:blip r:embed="rId73"/>
                <a:stretch>
                  <a:fillRect/>
                </a:stretch>
              </p:blipFill>
              <p:spPr>
                <a:xfrm>
                  <a:off x="8548439" y="3393742"/>
                  <a:ext cx="12600" cy="178200"/>
                </a:xfrm>
                <a:prstGeom prst="rect">
                  <a:avLst/>
                </a:prstGeom>
              </p:spPr>
            </p:pic>
          </mc:Fallback>
        </mc:AlternateContent>
      </p:grpSp>
      <p:grpSp>
        <p:nvGrpSpPr>
          <p:cNvPr id="68" name="Group 67">
            <a:extLst>
              <a:ext uri="{FF2B5EF4-FFF2-40B4-BE49-F238E27FC236}">
                <a16:creationId xmlns:a16="http://schemas.microsoft.com/office/drawing/2014/main" id="{D09850E8-1D42-868B-36B5-97BF4899E211}"/>
              </a:ext>
            </a:extLst>
          </p:cNvPr>
          <p:cNvGrpSpPr/>
          <p:nvPr/>
        </p:nvGrpSpPr>
        <p:grpSpPr>
          <a:xfrm>
            <a:off x="7907639" y="2662942"/>
            <a:ext cx="659880" cy="368640"/>
            <a:chOff x="7907639" y="2662942"/>
            <a:chExt cx="659880" cy="368640"/>
          </a:xfrm>
        </p:grpSpPr>
        <mc:AlternateContent xmlns:mc="http://schemas.openxmlformats.org/markup-compatibility/2006" xmlns:p14="http://schemas.microsoft.com/office/powerpoint/2010/main">
          <mc:Choice Requires="p14">
            <p:contentPart p14:bwMode="auto" r:id="rId74">
              <p14:nvContentPartPr>
                <p14:cNvPr id="61" name="Ink 60">
                  <a:extLst>
                    <a:ext uri="{FF2B5EF4-FFF2-40B4-BE49-F238E27FC236}">
                      <a16:creationId xmlns:a16="http://schemas.microsoft.com/office/drawing/2014/main" id="{15FCB4CB-85E7-3795-A0B0-434FE83FD0B4}"/>
                    </a:ext>
                  </a:extLst>
                </p14:cNvPr>
                <p14:cNvContentPartPr/>
                <p14:nvPr/>
              </p14:nvContentPartPr>
              <p14:xfrm>
                <a:off x="7907639" y="2853742"/>
                <a:ext cx="7920" cy="146160"/>
              </p14:xfrm>
            </p:contentPart>
          </mc:Choice>
          <mc:Fallback xmlns="">
            <p:pic>
              <p:nvPicPr>
                <p:cNvPr id="61" name="Ink 60">
                  <a:extLst>
                    <a:ext uri="{FF2B5EF4-FFF2-40B4-BE49-F238E27FC236}">
                      <a16:creationId xmlns:a16="http://schemas.microsoft.com/office/drawing/2014/main" id="{15FCB4CB-85E7-3795-A0B0-434FE83FD0B4}"/>
                    </a:ext>
                  </a:extLst>
                </p:cNvPr>
                <p:cNvPicPr/>
                <p:nvPr/>
              </p:nvPicPr>
              <p:blipFill>
                <a:blip r:embed="rId75"/>
                <a:stretch>
                  <a:fillRect/>
                </a:stretch>
              </p:blipFill>
              <p:spPr>
                <a:xfrm>
                  <a:off x="7901785" y="2847622"/>
                  <a:ext cx="19628"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2" name="Ink 61">
                  <a:extLst>
                    <a:ext uri="{FF2B5EF4-FFF2-40B4-BE49-F238E27FC236}">
                      <a16:creationId xmlns:a16="http://schemas.microsoft.com/office/drawing/2014/main" id="{D8AF7BF6-73EE-C2D4-68C7-5B5B141D9BC0}"/>
                    </a:ext>
                  </a:extLst>
                </p14:cNvPr>
                <p14:cNvContentPartPr/>
                <p14:nvPr/>
              </p14:nvContentPartPr>
              <p14:xfrm>
                <a:off x="8002319" y="2797222"/>
                <a:ext cx="152280" cy="196560"/>
              </p14:xfrm>
            </p:contentPart>
          </mc:Choice>
          <mc:Fallback xmlns="">
            <p:pic>
              <p:nvPicPr>
                <p:cNvPr id="62" name="Ink 61">
                  <a:extLst>
                    <a:ext uri="{FF2B5EF4-FFF2-40B4-BE49-F238E27FC236}">
                      <a16:creationId xmlns:a16="http://schemas.microsoft.com/office/drawing/2014/main" id="{D8AF7BF6-73EE-C2D4-68C7-5B5B141D9BC0}"/>
                    </a:ext>
                  </a:extLst>
                </p:cNvPr>
                <p:cNvPicPr/>
                <p:nvPr/>
              </p:nvPicPr>
              <p:blipFill>
                <a:blip r:embed="rId77"/>
                <a:stretch>
                  <a:fillRect/>
                </a:stretch>
              </p:blipFill>
              <p:spPr>
                <a:xfrm>
                  <a:off x="7996199" y="2791102"/>
                  <a:ext cx="16452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3" name="Ink 62">
                  <a:extLst>
                    <a:ext uri="{FF2B5EF4-FFF2-40B4-BE49-F238E27FC236}">
                      <a16:creationId xmlns:a16="http://schemas.microsoft.com/office/drawing/2014/main" id="{78E718A1-7A95-AE7B-9526-0ABE326ECABA}"/>
                    </a:ext>
                  </a:extLst>
                </p14:cNvPr>
                <p14:cNvContentPartPr/>
                <p14:nvPr/>
              </p14:nvContentPartPr>
              <p14:xfrm>
                <a:off x="8161799" y="2850862"/>
                <a:ext cx="138240" cy="101160"/>
              </p14:xfrm>
            </p:contentPart>
          </mc:Choice>
          <mc:Fallback xmlns="">
            <p:pic>
              <p:nvPicPr>
                <p:cNvPr id="63" name="Ink 62">
                  <a:extLst>
                    <a:ext uri="{FF2B5EF4-FFF2-40B4-BE49-F238E27FC236}">
                      <a16:creationId xmlns:a16="http://schemas.microsoft.com/office/drawing/2014/main" id="{78E718A1-7A95-AE7B-9526-0ABE326ECABA}"/>
                    </a:ext>
                  </a:extLst>
                </p:cNvPr>
                <p:cNvPicPr/>
                <p:nvPr/>
              </p:nvPicPr>
              <p:blipFill>
                <a:blip r:embed="rId79"/>
                <a:stretch>
                  <a:fillRect/>
                </a:stretch>
              </p:blipFill>
              <p:spPr>
                <a:xfrm>
                  <a:off x="8155679" y="2844742"/>
                  <a:ext cx="15048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4" name="Ink 63">
                  <a:extLst>
                    <a:ext uri="{FF2B5EF4-FFF2-40B4-BE49-F238E27FC236}">
                      <a16:creationId xmlns:a16="http://schemas.microsoft.com/office/drawing/2014/main" id="{05B48AC6-DA8D-1F0D-7F7D-200AEFBC3535}"/>
                    </a:ext>
                  </a:extLst>
                </p14:cNvPr>
                <p14:cNvContentPartPr/>
                <p14:nvPr/>
              </p14:nvContentPartPr>
              <p14:xfrm>
                <a:off x="8235599" y="2891902"/>
                <a:ext cx="48240" cy="139680"/>
              </p14:xfrm>
            </p:contentPart>
          </mc:Choice>
          <mc:Fallback xmlns="">
            <p:pic>
              <p:nvPicPr>
                <p:cNvPr id="64" name="Ink 63">
                  <a:extLst>
                    <a:ext uri="{FF2B5EF4-FFF2-40B4-BE49-F238E27FC236}">
                      <a16:creationId xmlns:a16="http://schemas.microsoft.com/office/drawing/2014/main" id="{05B48AC6-DA8D-1F0D-7F7D-200AEFBC3535}"/>
                    </a:ext>
                  </a:extLst>
                </p:cNvPr>
                <p:cNvPicPr/>
                <p:nvPr/>
              </p:nvPicPr>
              <p:blipFill>
                <a:blip r:embed="rId81"/>
                <a:stretch>
                  <a:fillRect/>
                </a:stretch>
              </p:blipFill>
              <p:spPr>
                <a:xfrm>
                  <a:off x="8229479" y="2885798"/>
                  <a:ext cx="60480" cy="151889"/>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5" name="Ink 64">
                  <a:extLst>
                    <a:ext uri="{FF2B5EF4-FFF2-40B4-BE49-F238E27FC236}">
                      <a16:creationId xmlns:a16="http://schemas.microsoft.com/office/drawing/2014/main" id="{AF3E7022-1C4B-8AB8-1E6E-ABDC4D35FBDE}"/>
                    </a:ext>
                  </a:extLst>
                </p14:cNvPr>
                <p14:cNvContentPartPr/>
                <p14:nvPr/>
              </p14:nvContentPartPr>
              <p14:xfrm>
                <a:off x="8407319" y="2737102"/>
                <a:ext cx="7920" cy="141120"/>
              </p14:xfrm>
            </p:contentPart>
          </mc:Choice>
          <mc:Fallback xmlns="">
            <p:pic>
              <p:nvPicPr>
                <p:cNvPr id="65" name="Ink 64">
                  <a:extLst>
                    <a:ext uri="{FF2B5EF4-FFF2-40B4-BE49-F238E27FC236}">
                      <a16:creationId xmlns:a16="http://schemas.microsoft.com/office/drawing/2014/main" id="{AF3E7022-1C4B-8AB8-1E6E-ABDC4D35FBDE}"/>
                    </a:ext>
                  </a:extLst>
                </p:cNvPr>
                <p:cNvPicPr/>
                <p:nvPr/>
              </p:nvPicPr>
              <p:blipFill>
                <a:blip r:embed="rId83"/>
                <a:stretch>
                  <a:fillRect/>
                </a:stretch>
              </p:blipFill>
              <p:spPr>
                <a:xfrm>
                  <a:off x="8400908" y="2730998"/>
                  <a:ext cx="20743" cy="153329"/>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6" name="Ink 65">
                  <a:extLst>
                    <a:ext uri="{FF2B5EF4-FFF2-40B4-BE49-F238E27FC236}">
                      <a16:creationId xmlns:a16="http://schemas.microsoft.com/office/drawing/2014/main" id="{46C59A55-B825-BBEE-B4B1-20D10A4900DB}"/>
                    </a:ext>
                  </a:extLst>
                </p14:cNvPr>
                <p14:cNvContentPartPr/>
                <p14:nvPr/>
              </p14:nvContentPartPr>
              <p14:xfrm>
                <a:off x="8496959" y="2662942"/>
                <a:ext cx="70560" cy="333720"/>
              </p14:xfrm>
            </p:contentPart>
          </mc:Choice>
          <mc:Fallback xmlns="">
            <p:pic>
              <p:nvPicPr>
                <p:cNvPr id="66" name="Ink 65">
                  <a:extLst>
                    <a:ext uri="{FF2B5EF4-FFF2-40B4-BE49-F238E27FC236}">
                      <a16:creationId xmlns:a16="http://schemas.microsoft.com/office/drawing/2014/main" id="{46C59A55-B825-BBEE-B4B1-20D10A4900DB}"/>
                    </a:ext>
                  </a:extLst>
                </p:cNvPr>
                <p:cNvPicPr/>
                <p:nvPr/>
              </p:nvPicPr>
              <p:blipFill>
                <a:blip r:embed="rId85"/>
                <a:stretch>
                  <a:fillRect/>
                </a:stretch>
              </p:blipFill>
              <p:spPr>
                <a:xfrm>
                  <a:off x="8490808" y="2656822"/>
                  <a:ext cx="82863"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7" name="Ink 66">
                  <a:extLst>
                    <a:ext uri="{FF2B5EF4-FFF2-40B4-BE49-F238E27FC236}">
                      <a16:creationId xmlns:a16="http://schemas.microsoft.com/office/drawing/2014/main" id="{28E0776D-5AF4-AD2E-7AB6-FB91D1079E8A}"/>
                    </a:ext>
                  </a:extLst>
                </p14:cNvPr>
                <p14:cNvContentPartPr/>
                <p14:nvPr/>
              </p14:nvContentPartPr>
              <p14:xfrm>
                <a:off x="8505599" y="2791102"/>
                <a:ext cx="52560" cy="56880"/>
              </p14:xfrm>
            </p:contentPart>
          </mc:Choice>
          <mc:Fallback xmlns="">
            <p:pic>
              <p:nvPicPr>
                <p:cNvPr id="67" name="Ink 66">
                  <a:extLst>
                    <a:ext uri="{FF2B5EF4-FFF2-40B4-BE49-F238E27FC236}">
                      <a16:creationId xmlns:a16="http://schemas.microsoft.com/office/drawing/2014/main" id="{28E0776D-5AF4-AD2E-7AB6-FB91D1079E8A}"/>
                    </a:ext>
                  </a:extLst>
                </p:cNvPr>
                <p:cNvPicPr/>
                <p:nvPr/>
              </p:nvPicPr>
              <p:blipFill>
                <a:blip r:embed="rId87"/>
                <a:stretch>
                  <a:fillRect/>
                </a:stretch>
              </p:blipFill>
              <p:spPr>
                <a:xfrm>
                  <a:off x="8499479" y="2784982"/>
                  <a:ext cx="64800" cy="69120"/>
                </a:xfrm>
                <a:prstGeom prst="rect">
                  <a:avLst/>
                </a:prstGeom>
              </p:spPr>
            </p:pic>
          </mc:Fallback>
        </mc:AlternateContent>
      </p:grpSp>
      <p:grpSp>
        <p:nvGrpSpPr>
          <p:cNvPr id="83" name="Group 82">
            <a:extLst>
              <a:ext uri="{FF2B5EF4-FFF2-40B4-BE49-F238E27FC236}">
                <a16:creationId xmlns:a16="http://schemas.microsoft.com/office/drawing/2014/main" id="{427A2EB8-46DC-2710-76FD-A10CCFFB8A56}"/>
              </a:ext>
            </a:extLst>
          </p:cNvPr>
          <p:cNvGrpSpPr/>
          <p:nvPr/>
        </p:nvGrpSpPr>
        <p:grpSpPr>
          <a:xfrm>
            <a:off x="1558679" y="3482662"/>
            <a:ext cx="1839600" cy="527400"/>
            <a:chOff x="1558679" y="3482662"/>
            <a:chExt cx="1839600" cy="527400"/>
          </a:xfrm>
        </p:grpSpPr>
        <mc:AlternateContent xmlns:mc="http://schemas.openxmlformats.org/markup-compatibility/2006" xmlns:p14="http://schemas.microsoft.com/office/powerpoint/2010/main">
          <mc:Choice Requires="p14">
            <p:contentPart p14:bwMode="auto" r:id="rId88">
              <p14:nvContentPartPr>
                <p14:cNvPr id="69" name="Ink 68">
                  <a:extLst>
                    <a:ext uri="{FF2B5EF4-FFF2-40B4-BE49-F238E27FC236}">
                      <a16:creationId xmlns:a16="http://schemas.microsoft.com/office/drawing/2014/main" id="{38902F2B-60F7-3EE8-3F3F-5BBF6A2526B3}"/>
                    </a:ext>
                  </a:extLst>
                </p14:cNvPr>
                <p14:cNvContentPartPr/>
                <p14:nvPr/>
              </p14:nvContentPartPr>
              <p14:xfrm>
                <a:off x="1558679" y="3638902"/>
                <a:ext cx="360" cy="371160"/>
              </p14:xfrm>
            </p:contentPart>
          </mc:Choice>
          <mc:Fallback xmlns="">
            <p:pic>
              <p:nvPicPr>
                <p:cNvPr id="69" name="Ink 68">
                  <a:extLst>
                    <a:ext uri="{FF2B5EF4-FFF2-40B4-BE49-F238E27FC236}">
                      <a16:creationId xmlns:a16="http://schemas.microsoft.com/office/drawing/2014/main" id="{38902F2B-60F7-3EE8-3F3F-5BBF6A2526B3}"/>
                    </a:ext>
                  </a:extLst>
                </p:cNvPr>
                <p:cNvPicPr/>
                <p:nvPr/>
              </p:nvPicPr>
              <p:blipFill>
                <a:blip r:embed="rId89"/>
                <a:stretch>
                  <a:fillRect/>
                </a:stretch>
              </p:blipFill>
              <p:spPr>
                <a:xfrm>
                  <a:off x="1552559" y="3632782"/>
                  <a:ext cx="1260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0" name="Ink 69">
                  <a:extLst>
                    <a:ext uri="{FF2B5EF4-FFF2-40B4-BE49-F238E27FC236}">
                      <a16:creationId xmlns:a16="http://schemas.microsoft.com/office/drawing/2014/main" id="{28778BA8-269E-CB84-F9D4-9E9D06CF0C52}"/>
                    </a:ext>
                  </a:extLst>
                </p14:cNvPr>
                <p14:cNvContentPartPr/>
                <p14:nvPr/>
              </p14:nvContentPartPr>
              <p14:xfrm>
                <a:off x="1723919" y="3482662"/>
                <a:ext cx="177480" cy="317160"/>
              </p14:xfrm>
            </p:contentPart>
          </mc:Choice>
          <mc:Fallback xmlns="">
            <p:pic>
              <p:nvPicPr>
                <p:cNvPr id="70" name="Ink 69">
                  <a:extLst>
                    <a:ext uri="{FF2B5EF4-FFF2-40B4-BE49-F238E27FC236}">
                      <a16:creationId xmlns:a16="http://schemas.microsoft.com/office/drawing/2014/main" id="{28778BA8-269E-CB84-F9D4-9E9D06CF0C52}"/>
                    </a:ext>
                  </a:extLst>
                </p:cNvPr>
                <p:cNvPicPr/>
                <p:nvPr/>
              </p:nvPicPr>
              <p:blipFill>
                <a:blip r:embed="rId91"/>
                <a:stretch>
                  <a:fillRect/>
                </a:stretch>
              </p:blipFill>
              <p:spPr>
                <a:xfrm>
                  <a:off x="1717799" y="3476535"/>
                  <a:ext cx="189720" cy="329414"/>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1" name="Ink 70">
                  <a:extLst>
                    <a:ext uri="{FF2B5EF4-FFF2-40B4-BE49-F238E27FC236}">
                      <a16:creationId xmlns:a16="http://schemas.microsoft.com/office/drawing/2014/main" id="{A8FEB8AC-EC96-3568-F1C8-DBB9E4E58826}"/>
                    </a:ext>
                  </a:extLst>
                </p14:cNvPr>
                <p14:cNvContentPartPr/>
                <p14:nvPr/>
              </p14:nvContentPartPr>
              <p14:xfrm>
                <a:off x="2017319" y="3553942"/>
                <a:ext cx="106920" cy="351720"/>
              </p14:xfrm>
            </p:contentPart>
          </mc:Choice>
          <mc:Fallback xmlns="">
            <p:pic>
              <p:nvPicPr>
                <p:cNvPr id="71" name="Ink 70">
                  <a:extLst>
                    <a:ext uri="{FF2B5EF4-FFF2-40B4-BE49-F238E27FC236}">
                      <a16:creationId xmlns:a16="http://schemas.microsoft.com/office/drawing/2014/main" id="{A8FEB8AC-EC96-3568-F1C8-DBB9E4E58826}"/>
                    </a:ext>
                  </a:extLst>
                </p:cNvPr>
                <p:cNvPicPr/>
                <p:nvPr/>
              </p:nvPicPr>
              <p:blipFill>
                <a:blip r:embed="rId93"/>
                <a:stretch>
                  <a:fillRect/>
                </a:stretch>
              </p:blipFill>
              <p:spPr>
                <a:xfrm>
                  <a:off x="2011199" y="3547816"/>
                  <a:ext cx="119160" cy="363973"/>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2" name="Ink 71">
                  <a:extLst>
                    <a:ext uri="{FF2B5EF4-FFF2-40B4-BE49-F238E27FC236}">
                      <a16:creationId xmlns:a16="http://schemas.microsoft.com/office/drawing/2014/main" id="{9AAAC908-28C3-CF12-255E-0B80DA25357B}"/>
                    </a:ext>
                  </a:extLst>
                </p14:cNvPr>
                <p14:cNvContentPartPr/>
                <p14:nvPr/>
              </p14:nvContentPartPr>
              <p14:xfrm>
                <a:off x="2323319" y="3585982"/>
                <a:ext cx="113400" cy="112680"/>
              </p14:xfrm>
            </p:contentPart>
          </mc:Choice>
          <mc:Fallback xmlns="">
            <p:pic>
              <p:nvPicPr>
                <p:cNvPr id="72" name="Ink 71">
                  <a:extLst>
                    <a:ext uri="{FF2B5EF4-FFF2-40B4-BE49-F238E27FC236}">
                      <a16:creationId xmlns:a16="http://schemas.microsoft.com/office/drawing/2014/main" id="{9AAAC908-28C3-CF12-255E-0B80DA25357B}"/>
                    </a:ext>
                  </a:extLst>
                </p:cNvPr>
                <p:cNvPicPr/>
                <p:nvPr/>
              </p:nvPicPr>
              <p:blipFill>
                <a:blip r:embed="rId95"/>
                <a:stretch>
                  <a:fillRect/>
                </a:stretch>
              </p:blipFill>
              <p:spPr>
                <a:xfrm>
                  <a:off x="2317199" y="3579862"/>
                  <a:ext cx="1256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3" name="Ink 72">
                  <a:extLst>
                    <a:ext uri="{FF2B5EF4-FFF2-40B4-BE49-F238E27FC236}">
                      <a16:creationId xmlns:a16="http://schemas.microsoft.com/office/drawing/2014/main" id="{5149004B-90A7-31C7-6532-AC648BDDC0AE}"/>
                    </a:ext>
                  </a:extLst>
                </p14:cNvPr>
                <p14:cNvContentPartPr/>
                <p14:nvPr/>
              </p14:nvContentPartPr>
              <p14:xfrm>
                <a:off x="2288759" y="3561502"/>
                <a:ext cx="131760" cy="153000"/>
              </p14:xfrm>
            </p:contentPart>
          </mc:Choice>
          <mc:Fallback xmlns="">
            <p:pic>
              <p:nvPicPr>
                <p:cNvPr id="73" name="Ink 72">
                  <a:extLst>
                    <a:ext uri="{FF2B5EF4-FFF2-40B4-BE49-F238E27FC236}">
                      <a16:creationId xmlns:a16="http://schemas.microsoft.com/office/drawing/2014/main" id="{5149004B-90A7-31C7-6532-AC648BDDC0AE}"/>
                    </a:ext>
                  </a:extLst>
                </p:cNvPr>
                <p:cNvPicPr/>
                <p:nvPr/>
              </p:nvPicPr>
              <p:blipFill>
                <a:blip r:embed="rId97"/>
                <a:stretch>
                  <a:fillRect/>
                </a:stretch>
              </p:blipFill>
              <p:spPr>
                <a:xfrm>
                  <a:off x="2282622" y="3555382"/>
                  <a:ext cx="144034"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5" name="Ink 74">
                  <a:extLst>
                    <a:ext uri="{FF2B5EF4-FFF2-40B4-BE49-F238E27FC236}">
                      <a16:creationId xmlns:a16="http://schemas.microsoft.com/office/drawing/2014/main" id="{5DD128D5-E5CE-B3B1-3C99-5E7CD040C98C}"/>
                    </a:ext>
                  </a:extLst>
                </p14:cNvPr>
                <p14:cNvContentPartPr/>
                <p14:nvPr/>
              </p14:nvContentPartPr>
              <p14:xfrm>
                <a:off x="2601239" y="3547102"/>
                <a:ext cx="25560" cy="228240"/>
              </p14:xfrm>
            </p:contentPart>
          </mc:Choice>
          <mc:Fallback xmlns="">
            <p:pic>
              <p:nvPicPr>
                <p:cNvPr id="75" name="Ink 74">
                  <a:extLst>
                    <a:ext uri="{FF2B5EF4-FFF2-40B4-BE49-F238E27FC236}">
                      <a16:creationId xmlns:a16="http://schemas.microsoft.com/office/drawing/2014/main" id="{5DD128D5-E5CE-B3B1-3C99-5E7CD040C98C}"/>
                    </a:ext>
                  </a:extLst>
                </p:cNvPr>
                <p:cNvPicPr/>
                <p:nvPr/>
              </p:nvPicPr>
              <p:blipFill>
                <a:blip r:embed="rId99"/>
                <a:stretch>
                  <a:fillRect/>
                </a:stretch>
              </p:blipFill>
              <p:spPr>
                <a:xfrm>
                  <a:off x="2595119" y="3540982"/>
                  <a:ext cx="3780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6" name="Ink 75">
                  <a:extLst>
                    <a:ext uri="{FF2B5EF4-FFF2-40B4-BE49-F238E27FC236}">
                      <a16:creationId xmlns:a16="http://schemas.microsoft.com/office/drawing/2014/main" id="{D1C90BBA-0DFE-6B06-A6C7-9DF99AA13C2F}"/>
                    </a:ext>
                  </a:extLst>
                </p14:cNvPr>
                <p14:cNvContentPartPr/>
                <p14:nvPr/>
              </p14:nvContentPartPr>
              <p14:xfrm>
                <a:off x="2749199" y="3568342"/>
                <a:ext cx="224280" cy="343440"/>
              </p14:xfrm>
            </p:contentPart>
          </mc:Choice>
          <mc:Fallback xmlns="">
            <p:pic>
              <p:nvPicPr>
                <p:cNvPr id="76" name="Ink 75">
                  <a:extLst>
                    <a:ext uri="{FF2B5EF4-FFF2-40B4-BE49-F238E27FC236}">
                      <a16:creationId xmlns:a16="http://schemas.microsoft.com/office/drawing/2014/main" id="{D1C90BBA-0DFE-6B06-A6C7-9DF99AA13C2F}"/>
                    </a:ext>
                  </a:extLst>
                </p:cNvPr>
                <p:cNvPicPr/>
                <p:nvPr/>
              </p:nvPicPr>
              <p:blipFill>
                <a:blip r:embed="rId101"/>
                <a:stretch>
                  <a:fillRect/>
                </a:stretch>
              </p:blipFill>
              <p:spPr>
                <a:xfrm>
                  <a:off x="2743079" y="3562222"/>
                  <a:ext cx="23652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7" name="Ink 76">
                  <a:extLst>
                    <a:ext uri="{FF2B5EF4-FFF2-40B4-BE49-F238E27FC236}">
                      <a16:creationId xmlns:a16="http://schemas.microsoft.com/office/drawing/2014/main" id="{9E29180C-FB3F-1108-73EE-9640274B2992}"/>
                    </a:ext>
                  </a:extLst>
                </p14:cNvPr>
                <p14:cNvContentPartPr/>
                <p14:nvPr/>
              </p14:nvContentPartPr>
              <p14:xfrm>
                <a:off x="2992919" y="3571582"/>
                <a:ext cx="145440" cy="354240"/>
              </p14:xfrm>
            </p:contentPart>
          </mc:Choice>
          <mc:Fallback xmlns="">
            <p:pic>
              <p:nvPicPr>
                <p:cNvPr id="77" name="Ink 76">
                  <a:extLst>
                    <a:ext uri="{FF2B5EF4-FFF2-40B4-BE49-F238E27FC236}">
                      <a16:creationId xmlns:a16="http://schemas.microsoft.com/office/drawing/2014/main" id="{9E29180C-FB3F-1108-73EE-9640274B2992}"/>
                    </a:ext>
                  </a:extLst>
                </p:cNvPr>
                <p:cNvPicPr/>
                <p:nvPr/>
              </p:nvPicPr>
              <p:blipFill>
                <a:blip r:embed="rId103"/>
                <a:stretch>
                  <a:fillRect/>
                </a:stretch>
              </p:blipFill>
              <p:spPr>
                <a:xfrm>
                  <a:off x="2986799" y="3565462"/>
                  <a:ext cx="15768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8" name="Ink 77">
                  <a:extLst>
                    <a:ext uri="{FF2B5EF4-FFF2-40B4-BE49-F238E27FC236}">
                      <a16:creationId xmlns:a16="http://schemas.microsoft.com/office/drawing/2014/main" id="{9BBE53BE-152E-814F-FD4C-1298EF605EC6}"/>
                    </a:ext>
                  </a:extLst>
                </p14:cNvPr>
                <p14:cNvContentPartPr/>
                <p14:nvPr/>
              </p14:nvContentPartPr>
              <p14:xfrm>
                <a:off x="3268679" y="3593542"/>
                <a:ext cx="100800" cy="135360"/>
              </p14:xfrm>
            </p:contentPart>
          </mc:Choice>
          <mc:Fallback xmlns="">
            <p:pic>
              <p:nvPicPr>
                <p:cNvPr id="78" name="Ink 77">
                  <a:extLst>
                    <a:ext uri="{FF2B5EF4-FFF2-40B4-BE49-F238E27FC236}">
                      <a16:creationId xmlns:a16="http://schemas.microsoft.com/office/drawing/2014/main" id="{9BBE53BE-152E-814F-FD4C-1298EF605EC6}"/>
                    </a:ext>
                  </a:extLst>
                </p:cNvPr>
                <p:cNvPicPr/>
                <p:nvPr/>
              </p:nvPicPr>
              <p:blipFill>
                <a:blip r:embed="rId105"/>
                <a:stretch>
                  <a:fillRect/>
                </a:stretch>
              </p:blipFill>
              <p:spPr>
                <a:xfrm>
                  <a:off x="3262559" y="3587406"/>
                  <a:ext cx="113040" cy="147633"/>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9" name="Ink 78">
                  <a:extLst>
                    <a:ext uri="{FF2B5EF4-FFF2-40B4-BE49-F238E27FC236}">
                      <a16:creationId xmlns:a16="http://schemas.microsoft.com/office/drawing/2014/main" id="{49ECA7EB-34DF-4C03-0A1F-71184A0183E8}"/>
                    </a:ext>
                  </a:extLst>
                </p14:cNvPr>
                <p14:cNvContentPartPr/>
                <p14:nvPr/>
              </p14:nvContentPartPr>
              <p14:xfrm>
                <a:off x="3190919" y="3559342"/>
                <a:ext cx="207360" cy="256320"/>
              </p14:xfrm>
            </p:contentPart>
          </mc:Choice>
          <mc:Fallback xmlns="">
            <p:pic>
              <p:nvPicPr>
                <p:cNvPr id="79" name="Ink 78">
                  <a:extLst>
                    <a:ext uri="{FF2B5EF4-FFF2-40B4-BE49-F238E27FC236}">
                      <a16:creationId xmlns:a16="http://schemas.microsoft.com/office/drawing/2014/main" id="{49ECA7EB-34DF-4C03-0A1F-71184A0183E8}"/>
                    </a:ext>
                  </a:extLst>
                </p:cNvPr>
                <p:cNvPicPr/>
                <p:nvPr/>
              </p:nvPicPr>
              <p:blipFill>
                <a:blip r:embed="rId107"/>
                <a:stretch>
                  <a:fillRect/>
                </a:stretch>
              </p:blipFill>
              <p:spPr>
                <a:xfrm>
                  <a:off x="3184799" y="3553222"/>
                  <a:ext cx="219600" cy="268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8">
            <p14:nvContentPartPr>
              <p14:cNvPr id="80" name="Ink 79">
                <a:extLst>
                  <a:ext uri="{FF2B5EF4-FFF2-40B4-BE49-F238E27FC236}">
                    <a16:creationId xmlns:a16="http://schemas.microsoft.com/office/drawing/2014/main" id="{E0568A35-6316-82FD-199B-A487718253F4}"/>
                  </a:ext>
                </a:extLst>
              </p14:cNvPr>
              <p14:cNvContentPartPr/>
              <p14:nvPr/>
            </p14:nvContentPartPr>
            <p14:xfrm>
              <a:off x="3618599" y="3534862"/>
              <a:ext cx="250920" cy="334080"/>
            </p14:xfrm>
          </p:contentPart>
        </mc:Choice>
        <mc:Fallback xmlns="">
          <p:pic>
            <p:nvPicPr>
              <p:cNvPr id="80" name="Ink 79">
                <a:extLst>
                  <a:ext uri="{FF2B5EF4-FFF2-40B4-BE49-F238E27FC236}">
                    <a16:creationId xmlns:a16="http://schemas.microsoft.com/office/drawing/2014/main" id="{E0568A35-6316-82FD-199B-A487718253F4}"/>
                  </a:ext>
                </a:extLst>
              </p:cNvPr>
              <p:cNvPicPr/>
              <p:nvPr/>
            </p:nvPicPr>
            <p:blipFill>
              <a:blip r:embed="rId109"/>
              <a:stretch>
                <a:fillRect/>
              </a:stretch>
            </p:blipFill>
            <p:spPr>
              <a:xfrm>
                <a:off x="3612479" y="3528749"/>
                <a:ext cx="263160" cy="346307"/>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1" name="Ink 80">
                <a:extLst>
                  <a:ext uri="{FF2B5EF4-FFF2-40B4-BE49-F238E27FC236}">
                    <a16:creationId xmlns:a16="http://schemas.microsoft.com/office/drawing/2014/main" id="{E35CD783-9D68-BB2A-1704-EA75E0A36917}"/>
                  </a:ext>
                </a:extLst>
              </p14:cNvPr>
              <p14:cNvContentPartPr/>
              <p14:nvPr/>
            </p14:nvContentPartPr>
            <p14:xfrm>
              <a:off x="4062479" y="3730702"/>
              <a:ext cx="153360" cy="31320"/>
            </p14:xfrm>
          </p:contentPart>
        </mc:Choice>
        <mc:Fallback xmlns="">
          <p:pic>
            <p:nvPicPr>
              <p:cNvPr id="81" name="Ink 80">
                <a:extLst>
                  <a:ext uri="{FF2B5EF4-FFF2-40B4-BE49-F238E27FC236}">
                    <a16:creationId xmlns:a16="http://schemas.microsoft.com/office/drawing/2014/main" id="{E35CD783-9D68-BB2A-1704-EA75E0A36917}"/>
                  </a:ext>
                </a:extLst>
              </p:cNvPr>
              <p:cNvPicPr/>
              <p:nvPr/>
            </p:nvPicPr>
            <p:blipFill>
              <a:blip r:embed="rId111"/>
              <a:stretch>
                <a:fillRect/>
              </a:stretch>
            </p:blipFill>
            <p:spPr>
              <a:xfrm>
                <a:off x="4056359" y="3724652"/>
                <a:ext cx="165600" cy="43421"/>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2" name="Ink 81">
                <a:extLst>
                  <a:ext uri="{FF2B5EF4-FFF2-40B4-BE49-F238E27FC236}">
                    <a16:creationId xmlns:a16="http://schemas.microsoft.com/office/drawing/2014/main" id="{1365F73A-9203-694E-2177-5591A3401812}"/>
                  </a:ext>
                </a:extLst>
              </p14:cNvPr>
              <p14:cNvContentPartPr/>
              <p14:nvPr/>
            </p14:nvContentPartPr>
            <p14:xfrm>
              <a:off x="4105319" y="3906382"/>
              <a:ext cx="198720" cy="27720"/>
            </p14:xfrm>
          </p:contentPart>
        </mc:Choice>
        <mc:Fallback xmlns="">
          <p:pic>
            <p:nvPicPr>
              <p:cNvPr id="82" name="Ink 81">
                <a:extLst>
                  <a:ext uri="{FF2B5EF4-FFF2-40B4-BE49-F238E27FC236}">
                    <a16:creationId xmlns:a16="http://schemas.microsoft.com/office/drawing/2014/main" id="{1365F73A-9203-694E-2177-5591A3401812}"/>
                  </a:ext>
                </a:extLst>
              </p:cNvPr>
              <p:cNvPicPr/>
              <p:nvPr/>
            </p:nvPicPr>
            <p:blipFill>
              <a:blip r:embed="rId113"/>
              <a:stretch>
                <a:fillRect/>
              </a:stretch>
            </p:blipFill>
            <p:spPr>
              <a:xfrm>
                <a:off x="4099210" y="3900262"/>
                <a:ext cx="210938" cy="39960"/>
              </a:xfrm>
              <a:prstGeom prst="rect">
                <a:avLst/>
              </a:prstGeom>
            </p:spPr>
          </p:pic>
        </mc:Fallback>
      </mc:AlternateContent>
      <p:grpSp>
        <p:nvGrpSpPr>
          <p:cNvPr id="92" name="Group 91">
            <a:extLst>
              <a:ext uri="{FF2B5EF4-FFF2-40B4-BE49-F238E27FC236}">
                <a16:creationId xmlns:a16="http://schemas.microsoft.com/office/drawing/2014/main" id="{F6524831-1258-0CF1-C468-7C9C64539DB7}"/>
              </a:ext>
            </a:extLst>
          </p:cNvPr>
          <p:cNvGrpSpPr/>
          <p:nvPr/>
        </p:nvGrpSpPr>
        <p:grpSpPr>
          <a:xfrm>
            <a:off x="4561079" y="3596422"/>
            <a:ext cx="1094040" cy="427680"/>
            <a:chOff x="4561079" y="3596422"/>
            <a:chExt cx="1094040" cy="427680"/>
          </a:xfrm>
        </p:grpSpPr>
        <mc:AlternateContent xmlns:mc="http://schemas.openxmlformats.org/markup-compatibility/2006" xmlns:p14="http://schemas.microsoft.com/office/powerpoint/2010/main">
          <mc:Choice Requires="p14">
            <p:contentPart p14:bwMode="auto" r:id="rId114">
              <p14:nvContentPartPr>
                <p14:cNvPr id="84" name="Ink 83">
                  <a:extLst>
                    <a:ext uri="{FF2B5EF4-FFF2-40B4-BE49-F238E27FC236}">
                      <a16:creationId xmlns:a16="http://schemas.microsoft.com/office/drawing/2014/main" id="{3EC84CB9-C9A2-A95F-405A-F3860FC28E49}"/>
                    </a:ext>
                  </a:extLst>
                </p14:cNvPr>
                <p14:cNvContentPartPr/>
                <p14:nvPr/>
              </p14:nvContentPartPr>
              <p14:xfrm>
                <a:off x="4561079" y="3602182"/>
                <a:ext cx="191520" cy="386640"/>
              </p14:xfrm>
            </p:contentPart>
          </mc:Choice>
          <mc:Fallback xmlns="">
            <p:pic>
              <p:nvPicPr>
                <p:cNvPr id="84" name="Ink 83">
                  <a:extLst>
                    <a:ext uri="{FF2B5EF4-FFF2-40B4-BE49-F238E27FC236}">
                      <a16:creationId xmlns:a16="http://schemas.microsoft.com/office/drawing/2014/main" id="{3EC84CB9-C9A2-A95F-405A-F3860FC28E49}"/>
                    </a:ext>
                  </a:extLst>
                </p:cNvPr>
                <p:cNvPicPr/>
                <p:nvPr/>
              </p:nvPicPr>
              <p:blipFill>
                <a:blip r:embed="rId115"/>
                <a:stretch>
                  <a:fillRect/>
                </a:stretch>
              </p:blipFill>
              <p:spPr>
                <a:xfrm>
                  <a:off x="4554959" y="3596062"/>
                  <a:ext cx="20376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5" name="Ink 84">
                  <a:extLst>
                    <a:ext uri="{FF2B5EF4-FFF2-40B4-BE49-F238E27FC236}">
                      <a16:creationId xmlns:a16="http://schemas.microsoft.com/office/drawing/2014/main" id="{0D550561-73F8-3187-0228-5DB5EA665299}"/>
                    </a:ext>
                  </a:extLst>
                </p14:cNvPr>
                <p14:cNvContentPartPr/>
                <p14:nvPr/>
              </p14:nvContentPartPr>
              <p14:xfrm>
                <a:off x="4838279" y="3596422"/>
                <a:ext cx="157320" cy="333720"/>
              </p14:xfrm>
            </p:contentPart>
          </mc:Choice>
          <mc:Fallback xmlns="">
            <p:pic>
              <p:nvPicPr>
                <p:cNvPr id="85" name="Ink 84">
                  <a:extLst>
                    <a:ext uri="{FF2B5EF4-FFF2-40B4-BE49-F238E27FC236}">
                      <a16:creationId xmlns:a16="http://schemas.microsoft.com/office/drawing/2014/main" id="{0D550561-73F8-3187-0228-5DB5EA665299}"/>
                    </a:ext>
                  </a:extLst>
                </p:cNvPr>
                <p:cNvPicPr/>
                <p:nvPr/>
              </p:nvPicPr>
              <p:blipFill>
                <a:blip r:embed="rId117"/>
                <a:stretch>
                  <a:fillRect/>
                </a:stretch>
              </p:blipFill>
              <p:spPr>
                <a:xfrm>
                  <a:off x="4832173" y="3590302"/>
                  <a:ext cx="169532" cy="3459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7" name="Ink 86">
                  <a:extLst>
                    <a:ext uri="{FF2B5EF4-FFF2-40B4-BE49-F238E27FC236}">
                      <a16:creationId xmlns:a16="http://schemas.microsoft.com/office/drawing/2014/main" id="{40E6EEF6-A267-9552-7C3F-E7E96A7BB8F6}"/>
                    </a:ext>
                  </a:extLst>
                </p14:cNvPr>
                <p14:cNvContentPartPr/>
                <p14:nvPr/>
              </p14:nvContentPartPr>
              <p14:xfrm>
                <a:off x="5087039" y="3638182"/>
                <a:ext cx="42840" cy="236160"/>
              </p14:xfrm>
            </p:contentPart>
          </mc:Choice>
          <mc:Fallback xmlns="">
            <p:pic>
              <p:nvPicPr>
                <p:cNvPr id="87" name="Ink 86">
                  <a:extLst>
                    <a:ext uri="{FF2B5EF4-FFF2-40B4-BE49-F238E27FC236}">
                      <a16:creationId xmlns:a16="http://schemas.microsoft.com/office/drawing/2014/main" id="{40E6EEF6-A267-9552-7C3F-E7E96A7BB8F6}"/>
                    </a:ext>
                  </a:extLst>
                </p:cNvPr>
                <p:cNvPicPr/>
                <p:nvPr/>
              </p:nvPicPr>
              <p:blipFill>
                <a:blip r:embed="rId119"/>
                <a:stretch>
                  <a:fillRect/>
                </a:stretch>
              </p:blipFill>
              <p:spPr>
                <a:xfrm>
                  <a:off x="5080919" y="3632062"/>
                  <a:ext cx="5508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8" name="Ink 87">
                  <a:extLst>
                    <a:ext uri="{FF2B5EF4-FFF2-40B4-BE49-F238E27FC236}">
                      <a16:creationId xmlns:a16="http://schemas.microsoft.com/office/drawing/2014/main" id="{0C4DF8BC-2E00-F960-3C80-EBE65B34B5C3}"/>
                    </a:ext>
                  </a:extLst>
                </p14:cNvPr>
                <p14:cNvContentPartPr/>
                <p14:nvPr/>
              </p14:nvContentPartPr>
              <p14:xfrm>
                <a:off x="5074799" y="3933382"/>
                <a:ext cx="12600" cy="90720"/>
              </p14:xfrm>
            </p:contentPart>
          </mc:Choice>
          <mc:Fallback xmlns="">
            <p:pic>
              <p:nvPicPr>
                <p:cNvPr id="88" name="Ink 87">
                  <a:extLst>
                    <a:ext uri="{FF2B5EF4-FFF2-40B4-BE49-F238E27FC236}">
                      <a16:creationId xmlns:a16="http://schemas.microsoft.com/office/drawing/2014/main" id="{0C4DF8BC-2E00-F960-3C80-EBE65B34B5C3}"/>
                    </a:ext>
                  </a:extLst>
                </p:cNvPr>
                <p:cNvPicPr/>
                <p:nvPr/>
              </p:nvPicPr>
              <p:blipFill>
                <a:blip r:embed="rId121"/>
                <a:stretch>
                  <a:fillRect/>
                </a:stretch>
              </p:blipFill>
              <p:spPr>
                <a:xfrm>
                  <a:off x="5068679" y="3927262"/>
                  <a:ext cx="248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0" name="Ink 89">
                  <a:extLst>
                    <a:ext uri="{FF2B5EF4-FFF2-40B4-BE49-F238E27FC236}">
                      <a16:creationId xmlns:a16="http://schemas.microsoft.com/office/drawing/2014/main" id="{A68F465D-4B40-712F-78DB-778C84276996}"/>
                    </a:ext>
                  </a:extLst>
                </p14:cNvPr>
                <p14:cNvContentPartPr/>
                <p14:nvPr/>
              </p14:nvContentPartPr>
              <p14:xfrm>
                <a:off x="5225639" y="3645742"/>
                <a:ext cx="206280" cy="258840"/>
              </p14:xfrm>
            </p:contentPart>
          </mc:Choice>
          <mc:Fallback xmlns="">
            <p:pic>
              <p:nvPicPr>
                <p:cNvPr id="90" name="Ink 89">
                  <a:extLst>
                    <a:ext uri="{FF2B5EF4-FFF2-40B4-BE49-F238E27FC236}">
                      <a16:creationId xmlns:a16="http://schemas.microsoft.com/office/drawing/2014/main" id="{A68F465D-4B40-712F-78DB-778C84276996}"/>
                    </a:ext>
                  </a:extLst>
                </p:cNvPr>
                <p:cNvPicPr/>
                <p:nvPr/>
              </p:nvPicPr>
              <p:blipFill>
                <a:blip r:embed="rId123"/>
                <a:stretch>
                  <a:fillRect/>
                </a:stretch>
              </p:blipFill>
              <p:spPr>
                <a:xfrm>
                  <a:off x="5219519" y="3639622"/>
                  <a:ext cx="21852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1" name="Ink 90">
                  <a:extLst>
                    <a:ext uri="{FF2B5EF4-FFF2-40B4-BE49-F238E27FC236}">
                      <a16:creationId xmlns:a16="http://schemas.microsoft.com/office/drawing/2014/main" id="{AAEF004B-154F-5698-1432-4F2A5B91A880}"/>
                    </a:ext>
                  </a:extLst>
                </p14:cNvPr>
                <p14:cNvContentPartPr/>
                <p14:nvPr/>
              </p14:nvContentPartPr>
              <p14:xfrm>
                <a:off x="5528759" y="3630982"/>
                <a:ext cx="126360" cy="340200"/>
              </p14:xfrm>
            </p:contentPart>
          </mc:Choice>
          <mc:Fallback xmlns="">
            <p:pic>
              <p:nvPicPr>
                <p:cNvPr id="91" name="Ink 90">
                  <a:extLst>
                    <a:ext uri="{FF2B5EF4-FFF2-40B4-BE49-F238E27FC236}">
                      <a16:creationId xmlns:a16="http://schemas.microsoft.com/office/drawing/2014/main" id="{AAEF004B-154F-5698-1432-4F2A5B91A880}"/>
                    </a:ext>
                  </a:extLst>
                </p:cNvPr>
                <p:cNvPicPr/>
                <p:nvPr/>
              </p:nvPicPr>
              <p:blipFill>
                <a:blip r:embed="rId125"/>
                <a:stretch>
                  <a:fillRect/>
                </a:stretch>
              </p:blipFill>
              <p:spPr>
                <a:xfrm>
                  <a:off x="5522639" y="3624862"/>
                  <a:ext cx="138600" cy="352440"/>
                </a:xfrm>
                <a:prstGeom prst="rect">
                  <a:avLst/>
                </a:prstGeom>
              </p:spPr>
            </p:pic>
          </mc:Fallback>
        </mc:AlternateContent>
      </p:grpSp>
      <p:grpSp>
        <p:nvGrpSpPr>
          <p:cNvPr id="104" name="Group 103">
            <a:extLst>
              <a:ext uri="{FF2B5EF4-FFF2-40B4-BE49-F238E27FC236}">
                <a16:creationId xmlns:a16="http://schemas.microsoft.com/office/drawing/2014/main" id="{F2D8DD46-13FF-BDF0-DE2A-86382031472E}"/>
              </a:ext>
            </a:extLst>
          </p:cNvPr>
          <p:cNvGrpSpPr/>
          <p:nvPr/>
        </p:nvGrpSpPr>
        <p:grpSpPr>
          <a:xfrm>
            <a:off x="5952839" y="3497782"/>
            <a:ext cx="1077120" cy="604800"/>
            <a:chOff x="5952839" y="3497782"/>
            <a:chExt cx="1077120" cy="604800"/>
          </a:xfrm>
        </p:grpSpPr>
        <mc:AlternateContent xmlns:mc="http://schemas.openxmlformats.org/markup-compatibility/2006" xmlns:p14="http://schemas.microsoft.com/office/powerpoint/2010/main">
          <mc:Choice Requires="p14">
            <p:contentPart p14:bwMode="auto" r:id="rId126">
              <p14:nvContentPartPr>
                <p14:cNvPr id="93" name="Ink 92">
                  <a:extLst>
                    <a:ext uri="{FF2B5EF4-FFF2-40B4-BE49-F238E27FC236}">
                      <a16:creationId xmlns:a16="http://schemas.microsoft.com/office/drawing/2014/main" id="{1F65C84C-1093-D3ED-B1A1-ED7DDC689A9D}"/>
                    </a:ext>
                  </a:extLst>
                </p14:cNvPr>
                <p14:cNvContentPartPr/>
                <p14:nvPr/>
              </p14:nvContentPartPr>
              <p14:xfrm>
                <a:off x="5962919" y="3663382"/>
                <a:ext cx="96120" cy="439200"/>
              </p14:xfrm>
            </p:contentPart>
          </mc:Choice>
          <mc:Fallback xmlns="">
            <p:pic>
              <p:nvPicPr>
                <p:cNvPr id="93" name="Ink 92">
                  <a:extLst>
                    <a:ext uri="{FF2B5EF4-FFF2-40B4-BE49-F238E27FC236}">
                      <a16:creationId xmlns:a16="http://schemas.microsoft.com/office/drawing/2014/main" id="{1F65C84C-1093-D3ED-B1A1-ED7DDC689A9D}"/>
                    </a:ext>
                  </a:extLst>
                </p:cNvPr>
                <p:cNvPicPr/>
                <p:nvPr/>
              </p:nvPicPr>
              <p:blipFill>
                <a:blip r:embed="rId127"/>
                <a:stretch>
                  <a:fillRect/>
                </a:stretch>
              </p:blipFill>
              <p:spPr>
                <a:xfrm>
                  <a:off x="5956799" y="3657262"/>
                  <a:ext cx="108360"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4" name="Ink 93">
                  <a:extLst>
                    <a:ext uri="{FF2B5EF4-FFF2-40B4-BE49-F238E27FC236}">
                      <a16:creationId xmlns:a16="http://schemas.microsoft.com/office/drawing/2014/main" id="{ED5C8B76-4769-1F33-7BAF-ED7F55ACF79F}"/>
                    </a:ext>
                  </a:extLst>
                </p14:cNvPr>
                <p14:cNvContentPartPr/>
                <p14:nvPr/>
              </p14:nvContentPartPr>
              <p14:xfrm>
                <a:off x="5952839" y="3958942"/>
                <a:ext cx="97920" cy="30240"/>
              </p14:xfrm>
            </p:contentPart>
          </mc:Choice>
          <mc:Fallback xmlns="">
            <p:pic>
              <p:nvPicPr>
                <p:cNvPr id="94" name="Ink 93">
                  <a:extLst>
                    <a:ext uri="{FF2B5EF4-FFF2-40B4-BE49-F238E27FC236}">
                      <a16:creationId xmlns:a16="http://schemas.microsoft.com/office/drawing/2014/main" id="{ED5C8B76-4769-1F33-7BAF-ED7F55ACF79F}"/>
                    </a:ext>
                  </a:extLst>
                </p:cNvPr>
                <p:cNvPicPr/>
                <p:nvPr/>
              </p:nvPicPr>
              <p:blipFill>
                <a:blip r:embed="rId129"/>
                <a:stretch>
                  <a:fillRect/>
                </a:stretch>
              </p:blipFill>
              <p:spPr>
                <a:xfrm>
                  <a:off x="5946719" y="3952894"/>
                  <a:ext cx="110160" cy="42336"/>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5" name="Ink 94">
                  <a:extLst>
                    <a:ext uri="{FF2B5EF4-FFF2-40B4-BE49-F238E27FC236}">
                      <a16:creationId xmlns:a16="http://schemas.microsoft.com/office/drawing/2014/main" id="{859CCD6C-3AF2-8F98-56C1-81EB0B1D814B}"/>
                    </a:ext>
                  </a:extLst>
                </p14:cNvPr>
                <p14:cNvContentPartPr/>
                <p14:nvPr/>
              </p14:nvContentPartPr>
              <p14:xfrm>
                <a:off x="6172799" y="3845902"/>
                <a:ext cx="120600" cy="211680"/>
              </p14:xfrm>
            </p:contentPart>
          </mc:Choice>
          <mc:Fallback xmlns="">
            <p:pic>
              <p:nvPicPr>
                <p:cNvPr id="95" name="Ink 94">
                  <a:extLst>
                    <a:ext uri="{FF2B5EF4-FFF2-40B4-BE49-F238E27FC236}">
                      <a16:creationId xmlns:a16="http://schemas.microsoft.com/office/drawing/2014/main" id="{859CCD6C-3AF2-8F98-56C1-81EB0B1D814B}"/>
                    </a:ext>
                  </a:extLst>
                </p:cNvPr>
                <p:cNvPicPr/>
                <p:nvPr/>
              </p:nvPicPr>
              <p:blipFill>
                <a:blip r:embed="rId131"/>
                <a:stretch>
                  <a:fillRect/>
                </a:stretch>
              </p:blipFill>
              <p:spPr>
                <a:xfrm>
                  <a:off x="6166679" y="3839772"/>
                  <a:ext cx="132840" cy="223941"/>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6" name="Ink 95">
                  <a:extLst>
                    <a:ext uri="{FF2B5EF4-FFF2-40B4-BE49-F238E27FC236}">
                      <a16:creationId xmlns:a16="http://schemas.microsoft.com/office/drawing/2014/main" id="{41BEB3B9-F39C-8137-695B-034480DF121E}"/>
                    </a:ext>
                  </a:extLst>
                </p14:cNvPr>
                <p14:cNvContentPartPr/>
                <p14:nvPr/>
              </p14:nvContentPartPr>
              <p14:xfrm>
                <a:off x="6319319" y="3800182"/>
                <a:ext cx="82800" cy="137160"/>
              </p14:xfrm>
            </p:contentPart>
          </mc:Choice>
          <mc:Fallback xmlns="">
            <p:pic>
              <p:nvPicPr>
                <p:cNvPr id="96" name="Ink 95">
                  <a:extLst>
                    <a:ext uri="{FF2B5EF4-FFF2-40B4-BE49-F238E27FC236}">
                      <a16:creationId xmlns:a16="http://schemas.microsoft.com/office/drawing/2014/main" id="{41BEB3B9-F39C-8137-695B-034480DF121E}"/>
                    </a:ext>
                  </a:extLst>
                </p:cNvPr>
                <p:cNvPicPr/>
                <p:nvPr/>
              </p:nvPicPr>
              <p:blipFill>
                <a:blip r:embed="rId133"/>
                <a:stretch>
                  <a:fillRect/>
                </a:stretch>
              </p:blipFill>
              <p:spPr>
                <a:xfrm>
                  <a:off x="6313225" y="3794078"/>
                  <a:ext cx="94987" cy="149368"/>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7" name="Ink 96">
                  <a:extLst>
                    <a:ext uri="{FF2B5EF4-FFF2-40B4-BE49-F238E27FC236}">
                      <a16:creationId xmlns:a16="http://schemas.microsoft.com/office/drawing/2014/main" id="{F9F34CFA-C8DA-D45E-FFE4-2875A4943789}"/>
                    </a:ext>
                  </a:extLst>
                </p14:cNvPr>
                <p14:cNvContentPartPr/>
                <p14:nvPr/>
              </p14:nvContentPartPr>
              <p14:xfrm>
                <a:off x="6492839" y="3497782"/>
                <a:ext cx="33840" cy="466560"/>
              </p14:xfrm>
            </p:contentPart>
          </mc:Choice>
          <mc:Fallback xmlns="">
            <p:pic>
              <p:nvPicPr>
                <p:cNvPr id="97" name="Ink 96">
                  <a:extLst>
                    <a:ext uri="{FF2B5EF4-FFF2-40B4-BE49-F238E27FC236}">
                      <a16:creationId xmlns:a16="http://schemas.microsoft.com/office/drawing/2014/main" id="{F9F34CFA-C8DA-D45E-FFE4-2875A4943789}"/>
                    </a:ext>
                  </a:extLst>
                </p:cNvPr>
                <p:cNvPicPr/>
                <p:nvPr/>
              </p:nvPicPr>
              <p:blipFill>
                <a:blip r:embed="rId135"/>
                <a:stretch>
                  <a:fillRect/>
                </a:stretch>
              </p:blipFill>
              <p:spPr>
                <a:xfrm>
                  <a:off x="6486783" y="3491662"/>
                  <a:ext cx="45951" cy="4788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8" name="Ink 97">
                  <a:extLst>
                    <a:ext uri="{FF2B5EF4-FFF2-40B4-BE49-F238E27FC236}">
                      <a16:creationId xmlns:a16="http://schemas.microsoft.com/office/drawing/2014/main" id="{13735695-F1B8-1A22-5D70-B9F784E02356}"/>
                    </a:ext>
                  </a:extLst>
                </p14:cNvPr>
                <p14:cNvContentPartPr/>
                <p14:nvPr/>
              </p14:nvContentPartPr>
              <p14:xfrm>
                <a:off x="6412919" y="3761302"/>
                <a:ext cx="151920" cy="25560"/>
              </p14:xfrm>
            </p:contentPart>
          </mc:Choice>
          <mc:Fallback xmlns="">
            <p:pic>
              <p:nvPicPr>
                <p:cNvPr id="98" name="Ink 97">
                  <a:extLst>
                    <a:ext uri="{FF2B5EF4-FFF2-40B4-BE49-F238E27FC236}">
                      <a16:creationId xmlns:a16="http://schemas.microsoft.com/office/drawing/2014/main" id="{13735695-F1B8-1A22-5D70-B9F784E02356}"/>
                    </a:ext>
                  </a:extLst>
                </p:cNvPr>
                <p:cNvPicPr/>
                <p:nvPr/>
              </p:nvPicPr>
              <p:blipFill>
                <a:blip r:embed="rId137"/>
                <a:stretch>
                  <a:fillRect/>
                </a:stretch>
              </p:blipFill>
              <p:spPr>
                <a:xfrm>
                  <a:off x="6406799" y="3755182"/>
                  <a:ext cx="164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9" name="Ink 98">
                  <a:extLst>
                    <a:ext uri="{FF2B5EF4-FFF2-40B4-BE49-F238E27FC236}">
                      <a16:creationId xmlns:a16="http://schemas.microsoft.com/office/drawing/2014/main" id="{51CD4C83-AE2A-1A37-F64E-385D00F346B9}"/>
                    </a:ext>
                  </a:extLst>
                </p14:cNvPr>
                <p14:cNvContentPartPr/>
                <p14:nvPr/>
              </p14:nvContentPartPr>
              <p14:xfrm>
                <a:off x="6597239" y="3755542"/>
                <a:ext cx="60840" cy="167400"/>
              </p14:xfrm>
            </p:contentPart>
          </mc:Choice>
          <mc:Fallback xmlns="">
            <p:pic>
              <p:nvPicPr>
                <p:cNvPr id="99" name="Ink 98">
                  <a:extLst>
                    <a:ext uri="{FF2B5EF4-FFF2-40B4-BE49-F238E27FC236}">
                      <a16:creationId xmlns:a16="http://schemas.microsoft.com/office/drawing/2014/main" id="{51CD4C83-AE2A-1A37-F64E-385D00F346B9}"/>
                    </a:ext>
                  </a:extLst>
                </p:cNvPr>
                <p:cNvPicPr/>
                <p:nvPr/>
              </p:nvPicPr>
              <p:blipFill>
                <a:blip r:embed="rId139"/>
                <a:stretch>
                  <a:fillRect/>
                </a:stretch>
              </p:blipFill>
              <p:spPr>
                <a:xfrm>
                  <a:off x="6591119" y="3749435"/>
                  <a:ext cx="73080" cy="179614"/>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0" name="Ink 99">
                  <a:extLst>
                    <a:ext uri="{FF2B5EF4-FFF2-40B4-BE49-F238E27FC236}">
                      <a16:creationId xmlns:a16="http://schemas.microsoft.com/office/drawing/2014/main" id="{ADE1DFB7-70C0-1DC0-9343-336A7807B0A0}"/>
                    </a:ext>
                  </a:extLst>
                </p14:cNvPr>
                <p14:cNvContentPartPr/>
                <p14:nvPr/>
              </p14:nvContentPartPr>
              <p14:xfrm>
                <a:off x="6584639" y="3740422"/>
                <a:ext cx="192960" cy="260280"/>
              </p14:xfrm>
            </p:contentPart>
          </mc:Choice>
          <mc:Fallback xmlns="">
            <p:pic>
              <p:nvPicPr>
                <p:cNvPr id="100" name="Ink 99">
                  <a:extLst>
                    <a:ext uri="{FF2B5EF4-FFF2-40B4-BE49-F238E27FC236}">
                      <a16:creationId xmlns:a16="http://schemas.microsoft.com/office/drawing/2014/main" id="{ADE1DFB7-70C0-1DC0-9343-336A7807B0A0}"/>
                    </a:ext>
                  </a:extLst>
                </p:cNvPr>
                <p:cNvPicPr/>
                <p:nvPr/>
              </p:nvPicPr>
              <p:blipFill>
                <a:blip r:embed="rId141"/>
                <a:stretch>
                  <a:fillRect/>
                </a:stretch>
              </p:blipFill>
              <p:spPr>
                <a:xfrm>
                  <a:off x="6578519" y="3734302"/>
                  <a:ext cx="20520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1" name="Ink 100">
                  <a:extLst>
                    <a:ext uri="{FF2B5EF4-FFF2-40B4-BE49-F238E27FC236}">
                      <a16:creationId xmlns:a16="http://schemas.microsoft.com/office/drawing/2014/main" id="{0D6560AD-229D-E838-3AFF-31129FBC40A7}"/>
                    </a:ext>
                  </a:extLst>
                </p14:cNvPr>
                <p14:cNvContentPartPr/>
                <p14:nvPr/>
              </p14:nvContentPartPr>
              <p14:xfrm>
                <a:off x="6764639" y="3638902"/>
                <a:ext cx="139680" cy="320400"/>
              </p14:xfrm>
            </p:contentPart>
          </mc:Choice>
          <mc:Fallback xmlns="">
            <p:pic>
              <p:nvPicPr>
                <p:cNvPr id="101" name="Ink 100">
                  <a:extLst>
                    <a:ext uri="{FF2B5EF4-FFF2-40B4-BE49-F238E27FC236}">
                      <a16:creationId xmlns:a16="http://schemas.microsoft.com/office/drawing/2014/main" id="{0D6560AD-229D-E838-3AFF-31129FBC40A7}"/>
                    </a:ext>
                  </a:extLst>
                </p:cNvPr>
                <p:cNvPicPr/>
                <p:nvPr/>
              </p:nvPicPr>
              <p:blipFill>
                <a:blip r:embed="rId143"/>
                <a:stretch>
                  <a:fillRect/>
                </a:stretch>
              </p:blipFill>
              <p:spPr>
                <a:xfrm>
                  <a:off x="6758535" y="3632782"/>
                  <a:ext cx="151889"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3" name="Ink 102">
                  <a:extLst>
                    <a:ext uri="{FF2B5EF4-FFF2-40B4-BE49-F238E27FC236}">
                      <a16:creationId xmlns:a16="http://schemas.microsoft.com/office/drawing/2014/main" id="{FEA8E842-B7CB-2DB3-26D6-B7849972AF18}"/>
                    </a:ext>
                  </a:extLst>
                </p14:cNvPr>
                <p14:cNvContentPartPr/>
                <p14:nvPr/>
              </p14:nvContentPartPr>
              <p14:xfrm>
                <a:off x="6865799" y="3681382"/>
                <a:ext cx="164160" cy="170640"/>
              </p14:xfrm>
            </p:contentPart>
          </mc:Choice>
          <mc:Fallback xmlns="">
            <p:pic>
              <p:nvPicPr>
                <p:cNvPr id="103" name="Ink 102">
                  <a:extLst>
                    <a:ext uri="{FF2B5EF4-FFF2-40B4-BE49-F238E27FC236}">
                      <a16:creationId xmlns:a16="http://schemas.microsoft.com/office/drawing/2014/main" id="{FEA8E842-B7CB-2DB3-26D6-B7849972AF18}"/>
                    </a:ext>
                  </a:extLst>
                </p:cNvPr>
                <p:cNvPicPr/>
                <p:nvPr/>
              </p:nvPicPr>
              <p:blipFill>
                <a:blip r:embed="rId145"/>
                <a:stretch>
                  <a:fillRect/>
                </a:stretch>
              </p:blipFill>
              <p:spPr>
                <a:xfrm>
                  <a:off x="6859679" y="3675249"/>
                  <a:ext cx="176400" cy="182906"/>
                </a:xfrm>
                <a:prstGeom prst="rect">
                  <a:avLst/>
                </a:prstGeom>
              </p:spPr>
            </p:pic>
          </mc:Fallback>
        </mc:AlternateContent>
      </p:grpSp>
      <p:sp>
        <p:nvSpPr>
          <p:cNvPr id="105" name="Rectangle 1">
            <a:extLst>
              <a:ext uri="{FF2B5EF4-FFF2-40B4-BE49-F238E27FC236}">
                <a16:creationId xmlns:a16="http://schemas.microsoft.com/office/drawing/2014/main" id="{10C4A568-C2BF-76EA-139A-C48B2225B301}"/>
              </a:ext>
            </a:extLst>
          </p:cNvPr>
          <p:cNvSpPr>
            <a:spLocks noChangeArrowheads="1"/>
          </p:cNvSpPr>
          <p:nvPr/>
        </p:nvSpPr>
        <p:spPr bwMode="auto">
          <a:xfrm>
            <a:off x="1341512" y="4790361"/>
            <a:ext cx="644588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mj-lt"/>
              </a:rPr>
              <a:t>Each pixel will go in each neuron and this will lead to the overfitting. Will perform good while training but with unseen imag</a:t>
            </a:r>
            <a:r>
              <a:rPr lang="en-US" altLang="en-US" dirty="0">
                <a:latin typeface="+mj-lt"/>
              </a:rPr>
              <a:t>e accuracy will be low.</a:t>
            </a:r>
            <a:endParaRPr kumimoji="0" lang="en-US" altLang="en-US" b="1"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00683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43CCB-32DF-F78E-0218-08B0520EB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2AB25-8461-AE8F-B5C2-93322E7177A9}"/>
              </a:ext>
            </a:extLst>
          </p:cNvPr>
          <p:cNvSpPr>
            <a:spLocks noGrp="1"/>
          </p:cNvSpPr>
          <p:nvPr>
            <p:ph type="title"/>
          </p:nvPr>
        </p:nvSpPr>
        <p:spPr/>
        <p:txBody>
          <a:bodyPr/>
          <a:lstStyle/>
          <a:p>
            <a:r>
              <a:rPr lang="en-IN" dirty="0"/>
              <a:t>Why CNNs? done</a:t>
            </a:r>
          </a:p>
        </p:txBody>
      </p:sp>
      <p:sp>
        <p:nvSpPr>
          <p:cNvPr id="3" name="Content Placeholder 2">
            <a:extLst>
              <a:ext uri="{FF2B5EF4-FFF2-40B4-BE49-F238E27FC236}">
                <a16:creationId xmlns:a16="http://schemas.microsoft.com/office/drawing/2014/main" id="{1F04AE7E-CF59-570F-A9C4-E4F815C13D0E}"/>
              </a:ext>
            </a:extLst>
          </p:cNvPr>
          <p:cNvSpPr>
            <a:spLocks noGrp="1"/>
          </p:cNvSpPr>
          <p:nvPr>
            <p:ph idx="1"/>
          </p:nvPr>
        </p:nvSpPr>
        <p:spPr/>
        <p:txBody>
          <a:bodyPr/>
          <a:lstStyle/>
          <a:p>
            <a:pPr>
              <a:buFont typeface="Wingdings" panose="05000000000000000000" pitchFamily="2" charset="2"/>
              <a:buChar char="Ø"/>
            </a:pPr>
            <a:r>
              <a:rPr lang="en-US" dirty="0"/>
              <a:t>Why Traditional Neural Networks Fail for Images?</a:t>
            </a:r>
          </a:p>
          <a:p>
            <a:pPr>
              <a:buFont typeface="Wingdings" panose="05000000000000000000" pitchFamily="2" charset="2"/>
              <a:buChar char="Ø"/>
            </a:pPr>
            <a:r>
              <a:rPr lang="en-US" dirty="0"/>
              <a:t>Traditional neural networks, such as </a:t>
            </a:r>
            <a:r>
              <a:rPr lang="en-US" b="1" dirty="0"/>
              <a:t>fully connected feedforward networks (MLPs)</a:t>
            </a:r>
            <a:r>
              <a:rPr lang="en-US" dirty="0"/>
              <a:t>, are not ideal for image processing.</a:t>
            </a:r>
          </a:p>
          <a:p>
            <a:pPr>
              <a:buFont typeface="Wingdings" panose="05000000000000000000" pitchFamily="2" charset="2"/>
              <a:buChar char="Ø"/>
            </a:pPr>
            <a:r>
              <a:rPr lang="en-US" b="1" dirty="0"/>
              <a:t>No Spatial Hierarchy</a:t>
            </a:r>
          </a:p>
          <a:p>
            <a:pPr lvl="1">
              <a:buFont typeface="Wingdings" panose="05000000000000000000" pitchFamily="2" charset="2"/>
              <a:buChar char="Ø"/>
            </a:pPr>
            <a:r>
              <a:rPr lang="en-US" dirty="0"/>
              <a:t>MLPs treat every pixel independently — they </a:t>
            </a:r>
            <a:r>
              <a:rPr lang="en-US" b="1" dirty="0"/>
              <a:t>do not understand locality</a:t>
            </a:r>
            <a:r>
              <a:rPr lang="en-US" dirty="0"/>
              <a:t>.</a:t>
            </a:r>
          </a:p>
          <a:p>
            <a:pPr lvl="1">
              <a:buFont typeface="Wingdings" panose="05000000000000000000" pitchFamily="2" charset="2"/>
              <a:buChar char="Ø"/>
            </a:pPr>
            <a:r>
              <a:rPr lang="en-US" dirty="0"/>
              <a:t>There’s </a:t>
            </a:r>
            <a:r>
              <a:rPr lang="en-US" b="1" dirty="0"/>
              <a:t>no mechanism to capture edges, textures, patterns</a:t>
            </a:r>
            <a:r>
              <a:rPr lang="en-US" dirty="0"/>
              <a:t>, or how one part of an image relates to its neighboring pixels.</a:t>
            </a:r>
          </a:p>
          <a:p>
            <a:pPr marL="201168" lvl="1"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54" name="Ink 53">
                <a:extLst>
                  <a:ext uri="{FF2B5EF4-FFF2-40B4-BE49-F238E27FC236}">
                    <a16:creationId xmlns:a16="http://schemas.microsoft.com/office/drawing/2014/main" id="{5EBE7C7A-3113-0DE7-2223-881D269E3B4A}"/>
                  </a:ext>
                </a:extLst>
              </p14:cNvPr>
              <p14:cNvContentPartPr/>
              <p14:nvPr/>
            </p14:nvContentPartPr>
            <p14:xfrm>
              <a:off x="8487239" y="3442702"/>
              <a:ext cx="1440" cy="360"/>
            </p14:xfrm>
          </p:contentPart>
        </mc:Choice>
        <mc:Fallback xmlns="">
          <p:pic>
            <p:nvPicPr>
              <p:cNvPr id="54" name="Ink 53">
                <a:extLst>
                  <a:ext uri="{FF2B5EF4-FFF2-40B4-BE49-F238E27FC236}">
                    <a16:creationId xmlns:a16="http://schemas.microsoft.com/office/drawing/2014/main" id="{5EBE7C7A-3113-0DE7-2223-881D269E3B4A}"/>
                  </a:ext>
                </a:extLst>
              </p:cNvPr>
              <p:cNvPicPr/>
              <p:nvPr/>
            </p:nvPicPr>
            <p:blipFill>
              <a:blip r:embed="rId3"/>
              <a:stretch>
                <a:fillRect/>
              </a:stretch>
            </p:blipFill>
            <p:spPr>
              <a:xfrm>
                <a:off x="8481119" y="3436582"/>
                <a:ext cx="13680" cy="12600"/>
              </a:xfrm>
              <a:prstGeom prst="rect">
                <a:avLst/>
              </a:prstGeom>
            </p:spPr>
          </p:pic>
        </mc:Fallback>
      </mc:AlternateContent>
      <p:sp>
        <p:nvSpPr>
          <p:cNvPr id="6" name="TextBox 5">
            <a:extLst>
              <a:ext uri="{FF2B5EF4-FFF2-40B4-BE49-F238E27FC236}">
                <a16:creationId xmlns:a16="http://schemas.microsoft.com/office/drawing/2014/main" id="{8157588D-9C8F-3CAE-A813-B8395BC7A7F6}"/>
              </a:ext>
            </a:extLst>
          </p:cNvPr>
          <p:cNvSpPr txBox="1"/>
          <p:nvPr/>
        </p:nvSpPr>
        <p:spPr>
          <a:xfrm>
            <a:off x="1295400" y="4412107"/>
            <a:ext cx="6096000" cy="1615186"/>
          </a:xfrm>
          <a:prstGeom prst="rect">
            <a:avLst/>
          </a:prstGeom>
          <a:noFill/>
        </p:spPr>
        <p:txBody>
          <a:bodyPr wrap="square">
            <a:spAutoFit/>
          </a:bodyPr>
          <a:lstStyle/>
          <a:p>
            <a:pPr algn="l">
              <a:lnSpc>
                <a:spcPts val="2400"/>
              </a:lnSpc>
              <a:buFont typeface="Arial" panose="020B0604020202020204" pitchFamily="34" charset="0"/>
              <a:buChar char="•"/>
            </a:pPr>
            <a:r>
              <a:rPr lang="en-US" b="0" i="0" dirty="0">
                <a:solidFill>
                  <a:srgbClr val="242424"/>
                </a:solidFill>
                <a:effectLst/>
                <a:latin typeface="source-serif-pro"/>
              </a:rPr>
              <a:t>To use MLPs with images, we need to flatten the image. If we do so, spatial information (relationships between the nearby pixels) will be lost. So, accuracy will be reduced significantly. CNNs can retain spatial information as they take the images in the original format.</a:t>
            </a:r>
          </a:p>
        </p:txBody>
      </p:sp>
    </p:spTree>
    <p:extLst>
      <p:ext uri="{BB962C8B-B14F-4D97-AF65-F5344CB8AC3E}">
        <p14:creationId xmlns:p14="http://schemas.microsoft.com/office/powerpoint/2010/main" val="2802910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33B84-07C6-204E-96F4-660CDC4EF4A5}"/>
              </a:ext>
            </a:extLst>
          </p:cNvPr>
          <p:cNvSpPr>
            <a:spLocks noGrp="1"/>
          </p:cNvSpPr>
          <p:nvPr>
            <p:ph type="title"/>
          </p:nvPr>
        </p:nvSpPr>
        <p:spPr/>
        <p:txBody>
          <a:bodyPr/>
          <a:lstStyle/>
          <a:p>
            <a:r>
              <a:rPr lang="en-US" b="1" i="0" dirty="0">
                <a:solidFill>
                  <a:srgbClr val="242424"/>
                </a:solidFill>
                <a:effectLst/>
                <a:latin typeface="sohne"/>
              </a:rPr>
              <a:t>How do computers see images? - done</a:t>
            </a:r>
            <a:endParaRPr lang="en-IN" dirty="0"/>
          </a:p>
        </p:txBody>
      </p:sp>
      <p:sp>
        <p:nvSpPr>
          <p:cNvPr id="3" name="Content Placeholder 2">
            <a:extLst>
              <a:ext uri="{FF2B5EF4-FFF2-40B4-BE49-F238E27FC236}">
                <a16:creationId xmlns:a16="http://schemas.microsoft.com/office/drawing/2014/main" id="{C3F085B3-8E00-1518-97AF-AA6175E37B15}"/>
              </a:ext>
            </a:extLst>
          </p:cNvPr>
          <p:cNvSpPr>
            <a:spLocks noGrp="1"/>
          </p:cNvSpPr>
          <p:nvPr>
            <p:ph idx="1"/>
          </p:nvPr>
        </p:nvSpPr>
        <p:spPr>
          <a:xfrm>
            <a:off x="1097280" y="1845734"/>
            <a:ext cx="10058400" cy="766738"/>
          </a:xfrm>
        </p:spPr>
        <p:txBody>
          <a:bodyPr>
            <a:normAutofit/>
          </a:bodyPr>
          <a:lstStyle/>
          <a:p>
            <a:r>
              <a:rPr lang="en-US" sz="4000" b="0" i="0" dirty="0">
                <a:solidFill>
                  <a:srgbClr val="6B6B6B"/>
                </a:solidFill>
                <a:effectLst/>
                <a:latin typeface="sohne"/>
              </a:rPr>
              <a:t>“Well to a computer ,images are just numbers” </a:t>
            </a:r>
            <a:endParaRPr lang="en-IN" sz="4000" dirty="0"/>
          </a:p>
        </p:txBody>
      </p:sp>
      <p:pic>
        <p:nvPicPr>
          <p:cNvPr id="1026" name="Picture 2">
            <a:extLst>
              <a:ext uri="{FF2B5EF4-FFF2-40B4-BE49-F238E27FC236}">
                <a16:creationId xmlns:a16="http://schemas.microsoft.com/office/drawing/2014/main" id="{47481FD8-A30A-F505-230D-9FA53E254A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737" y="2612472"/>
            <a:ext cx="3204697" cy="28977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5B4072-5749-4879-F959-703B16A14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9120" y="2680231"/>
            <a:ext cx="6705600" cy="2762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4423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2C248-8A49-6DE1-A550-BD781C3BFAB2}"/>
              </a:ext>
            </a:extLst>
          </p:cNvPr>
          <p:cNvSpPr>
            <a:spLocks noGrp="1"/>
          </p:cNvSpPr>
          <p:nvPr>
            <p:ph type="title"/>
          </p:nvPr>
        </p:nvSpPr>
        <p:spPr/>
        <p:txBody>
          <a:bodyPr/>
          <a:lstStyle/>
          <a:p>
            <a:r>
              <a:rPr lang="en-US" b="0" i="0" dirty="0">
                <a:solidFill>
                  <a:srgbClr val="242424"/>
                </a:solidFill>
                <a:effectLst/>
                <a:latin typeface="source-code-pro"/>
              </a:rPr>
              <a:t>Difference between Grayscale and </a:t>
            </a:r>
            <a:r>
              <a:rPr lang="en-US" b="0" i="0">
                <a:solidFill>
                  <a:srgbClr val="242424"/>
                </a:solidFill>
                <a:effectLst/>
                <a:latin typeface="source-code-pro"/>
              </a:rPr>
              <a:t>RGB Image - done</a:t>
            </a:r>
            <a:endParaRPr lang="en-IN" dirty="0"/>
          </a:p>
        </p:txBody>
      </p:sp>
      <p:pic>
        <p:nvPicPr>
          <p:cNvPr id="7170" name="Picture 2" descr="Fully Understand Convolutional Neural Networks Components | by Amit Chauhan  | Towards AI">
            <a:extLst>
              <a:ext uri="{FF2B5EF4-FFF2-40B4-BE49-F238E27FC236}">
                <a16:creationId xmlns:a16="http://schemas.microsoft.com/office/drawing/2014/main" id="{04643580-FF98-85EA-6E87-553A591D17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1113" y="2257425"/>
            <a:ext cx="9248775" cy="27622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5B08D4D3-2737-5C5F-DB9A-C935B4F0D5F3}"/>
                  </a:ext>
                </a:extLst>
              </p14:cNvPr>
              <p14:cNvContentPartPr/>
              <p14:nvPr/>
            </p14:nvContentPartPr>
            <p14:xfrm>
              <a:off x="1173570" y="2603910"/>
              <a:ext cx="362880" cy="272160"/>
            </p14:xfrm>
          </p:contentPart>
        </mc:Choice>
        <mc:Fallback xmlns="">
          <p:pic>
            <p:nvPicPr>
              <p:cNvPr id="4" name="Ink 3">
                <a:extLst>
                  <a:ext uri="{FF2B5EF4-FFF2-40B4-BE49-F238E27FC236}">
                    <a16:creationId xmlns:a16="http://schemas.microsoft.com/office/drawing/2014/main" id="{5B08D4D3-2737-5C5F-DB9A-C935B4F0D5F3}"/>
                  </a:ext>
                </a:extLst>
              </p:cNvPr>
              <p:cNvPicPr/>
              <p:nvPr/>
            </p:nvPicPr>
            <p:blipFill>
              <a:blip r:embed="rId4"/>
              <a:stretch>
                <a:fillRect/>
              </a:stretch>
            </p:blipFill>
            <p:spPr>
              <a:xfrm>
                <a:off x="1167450" y="2597790"/>
                <a:ext cx="375120" cy="284400"/>
              </a:xfrm>
              <a:prstGeom prst="rect">
                <a:avLst/>
              </a:prstGeom>
            </p:spPr>
          </p:pic>
        </mc:Fallback>
      </mc:AlternateContent>
      <p:grpSp>
        <p:nvGrpSpPr>
          <p:cNvPr id="17" name="Group 16">
            <a:extLst>
              <a:ext uri="{FF2B5EF4-FFF2-40B4-BE49-F238E27FC236}">
                <a16:creationId xmlns:a16="http://schemas.microsoft.com/office/drawing/2014/main" id="{CD4A6035-D697-1957-6E38-6B4E4F3B0617}"/>
              </a:ext>
            </a:extLst>
          </p:cNvPr>
          <p:cNvGrpSpPr/>
          <p:nvPr/>
        </p:nvGrpSpPr>
        <p:grpSpPr>
          <a:xfrm>
            <a:off x="301650" y="2412030"/>
            <a:ext cx="713160" cy="469800"/>
            <a:chOff x="301650" y="2412030"/>
            <a:chExt cx="713160" cy="469800"/>
          </a:xfrm>
        </p:grpSpPr>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D377ECD5-43D1-1543-4BB3-592875ADB3B8}"/>
                    </a:ext>
                  </a:extLst>
                </p14:cNvPr>
                <p14:cNvContentPartPr/>
                <p14:nvPr/>
              </p14:nvContentPartPr>
              <p14:xfrm>
                <a:off x="324330" y="2486550"/>
                <a:ext cx="37440" cy="395280"/>
              </p14:xfrm>
            </p:contentPart>
          </mc:Choice>
          <mc:Fallback xmlns="">
            <p:pic>
              <p:nvPicPr>
                <p:cNvPr id="10" name="Ink 9">
                  <a:extLst>
                    <a:ext uri="{FF2B5EF4-FFF2-40B4-BE49-F238E27FC236}">
                      <a16:creationId xmlns:a16="http://schemas.microsoft.com/office/drawing/2014/main" id="{D377ECD5-43D1-1543-4BB3-592875ADB3B8}"/>
                    </a:ext>
                  </a:extLst>
                </p:cNvPr>
                <p:cNvPicPr/>
                <p:nvPr/>
              </p:nvPicPr>
              <p:blipFill>
                <a:blip r:embed="rId6"/>
                <a:stretch>
                  <a:fillRect/>
                </a:stretch>
              </p:blipFill>
              <p:spPr>
                <a:xfrm>
                  <a:off x="318210" y="2480430"/>
                  <a:ext cx="4968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62C9FB58-3F80-1EE9-5815-CFF84D3C2CB3}"/>
                    </a:ext>
                  </a:extLst>
                </p14:cNvPr>
                <p14:cNvContentPartPr/>
                <p14:nvPr/>
              </p14:nvContentPartPr>
              <p14:xfrm>
                <a:off x="301650" y="2412030"/>
                <a:ext cx="262080" cy="195840"/>
              </p14:xfrm>
            </p:contentPart>
          </mc:Choice>
          <mc:Fallback xmlns="">
            <p:pic>
              <p:nvPicPr>
                <p:cNvPr id="11" name="Ink 10">
                  <a:extLst>
                    <a:ext uri="{FF2B5EF4-FFF2-40B4-BE49-F238E27FC236}">
                      <a16:creationId xmlns:a16="http://schemas.microsoft.com/office/drawing/2014/main" id="{62C9FB58-3F80-1EE9-5815-CFF84D3C2CB3}"/>
                    </a:ext>
                  </a:extLst>
                </p:cNvPr>
                <p:cNvPicPr/>
                <p:nvPr/>
              </p:nvPicPr>
              <p:blipFill>
                <a:blip r:embed="rId8"/>
                <a:stretch>
                  <a:fillRect/>
                </a:stretch>
              </p:blipFill>
              <p:spPr>
                <a:xfrm>
                  <a:off x="295530" y="2405910"/>
                  <a:ext cx="2743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F8FEF418-8226-0C36-70F4-014419FD6DF1}"/>
                    </a:ext>
                  </a:extLst>
                </p14:cNvPr>
                <p14:cNvContentPartPr/>
                <p14:nvPr/>
              </p14:nvContentPartPr>
              <p14:xfrm>
                <a:off x="505050" y="2664030"/>
                <a:ext cx="33840" cy="152280"/>
              </p14:xfrm>
            </p:contentPart>
          </mc:Choice>
          <mc:Fallback xmlns="">
            <p:pic>
              <p:nvPicPr>
                <p:cNvPr id="12" name="Ink 11">
                  <a:extLst>
                    <a:ext uri="{FF2B5EF4-FFF2-40B4-BE49-F238E27FC236}">
                      <a16:creationId xmlns:a16="http://schemas.microsoft.com/office/drawing/2014/main" id="{F8FEF418-8226-0C36-70F4-014419FD6DF1}"/>
                    </a:ext>
                  </a:extLst>
                </p:cNvPr>
                <p:cNvPicPr/>
                <p:nvPr/>
              </p:nvPicPr>
              <p:blipFill>
                <a:blip r:embed="rId10"/>
                <a:stretch>
                  <a:fillRect/>
                </a:stretch>
              </p:blipFill>
              <p:spPr>
                <a:xfrm>
                  <a:off x="498930" y="2657910"/>
                  <a:ext cx="4608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655A9AC2-B8E6-8857-F35D-12FF88CA2078}"/>
                    </a:ext>
                  </a:extLst>
                </p14:cNvPr>
                <p14:cNvContentPartPr/>
                <p14:nvPr/>
              </p14:nvContentPartPr>
              <p14:xfrm>
                <a:off x="523050" y="2559270"/>
                <a:ext cx="47880" cy="39960"/>
              </p14:xfrm>
            </p:contentPart>
          </mc:Choice>
          <mc:Fallback xmlns="">
            <p:pic>
              <p:nvPicPr>
                <p:cNvPr id="13" name="Ink 12">
                  <a:extLst>
                    <a:ext uri="{FF2B5EF4-FFF2-40B4-BE49-F238E27FC236}">
                      <a16:creationId xmlns:a16="http://schemas.microsoft.com/office/drawing/2014/main" id="{655A9AC2-B8E6-8857-F35D-12FF88CA2078}"/>
                    </a:ext>
                  </a:extLst>
                </p:cNvPr>
                <p:cNvPicPr/>
                <p:nvPr/>
              </p:nvPicPr>
              <p:blipFill>
                <a:blip r:embed="rId12"/>
                <a:stretch>
                  <a:fillRect/>
                </a:stretch>
              </p:blipFill>
              <p:spPr>
                <a:xfrm>
                  <a:off x="516930" y="2553150"/>
                  <a:ext cx="6012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1545007B-7EF6-285A-6925-E309E955C043}"/>
                    </a:ext>
                  </a:extLst>
                </p14:cNvPr>
                <p14:cNvContentPartPr/>
                <p14:nvPr/>
              </p14:nvContentPartPr>
              <p14:xfrm>
                <a:off x="614490" y="2627310"/>
                <a:ext cx="131760" cy="137160"/>
              </p14:xfrm>
            </p:contentPart>
          </mc:Choice>
          <mc:Fallback xmlns="">
            <p:pic>
              <p:nvPicPr>
                <p:cNvPr id="14" name="Ink 13">
                  <a:extLst>
                    <a:ext uri="{FF2B5EF4-FFF2-40B4-BE49-F238E27FC236}">
                      <a16:creationId xmlns:a16="http://schemas.microsoft.com/office/drawing/2014/main" id="{1545007B-7EF6-285A-6925-E309E955C043}"/>
                    </a:ext>
                  </a:extLst>
                </p:cNvPr>
                <p:cNvPicPr/>
                <p:nvPr/>
              </p:nvPicPr>
              <p:blipFill>
                <a:blip r:embed="rId14"/>
                <a:stretch>
                  <a:fillRect/>
                </a:stretch>
              </p:blipFill>
              <p:spPr>
                <a:xfrm>
                  <a:off x="608370" y="2621190"/>
                  <a:ext cx="1440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6BD0EA89-B981-B4CB-7B6E-C366DE89096D}"/>
                    </a:ext>
                  </a:extLst>
                </p14:cNvPr>
                <p14:cNvContentPartPr/>
                <p14:nvPr/>
              </p14:nvContentPartPr>
              <p14:xfrm>
                <a:off x="598650" y="2638830"/>
                <a:ext cx="206640" cy="96480"/>
              </p14:xfrm>
            </p:contentPart>
          </mc:Choice>
          <mc:Fallback xmlns="">
            <p:pic>
              <p:nvPicPr>
                <p:cNvPr id="15" name="Ink 14">
                  <a:extLst>
                    <a:ext uri="{FF2B5EF4-FFF2-40B4-BE49-F238E27FC236}">
                      <a16:creationId xmlns:a16="http://schemas.microsoft.com/office/drawing/2014/main" id="{6BD0EA89-B981-B4CB-7B6E-C366DE89096D}"/>
                    </a:ext>
                  </a:extLst>
                </p:cNvPr>
                <p:cNvPicPr/>
                <p:nvPr/>
              </p:nvPicPr>
              <p:blipFill>
                <a:blip r:embed="rId16"/>
                <a:stretch>
                  <a:fillRect/>
                </a:stretch>
              </p:blipFill>
              <p:spPr>
                <a:xfrm>
                  <a:off x="592530" y="2632710"/>
                  <a:ext cx="21888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3F34A76F-0E09-333B-3964-9DFB9711CF09}"/>
                    </a:ext>
                  </a:extLst>
                </p14:cNvPr>
                <p14:cNvContentPartPr/>
                <p14:nvPr/>
              </p14:nvContentPartPr>
              <p14:xfrm>
                <a:off x="773610" y="2425710"/>
                <a:ext cx="241200" cy="315360"/>
              </p14:xfrm>
            </p:contentPart>
          </mc:Choice>
          <mc:Fallback xmlns="">
            <p:pic>
              <p:nvPicPr>
                <p:cNvPr id="16" name="Ink 15">
                  <a:extLst>
                    <a:ext uri="{FF2B5EF4-FFF2-40B4-BE49-F238E27FC236}">
                      <a16:creationId xmlns:a16="http://schemas.microsoft.com/office/drawing/2014/main" id="{3F34A76F-0E09-333B-3964-9DFB9711CF09}"/>
                    </a:ext>
                  </a:extLst>
                </p:cNvPr>
                <p:cNvPicPr/>
                <p:nvPr/>
              </p:nvPicPr>
              <p:blipFill>
                <a:blip r:embed="rId18"/>
                <a:stretch>
                  <a:fillRect/>
                </a:stretch>
              </p:blipFill>
              <p:spPr>
                <a:xfrm>
                  <a:off x="767490" y="2419590"/>
                  <a:ext cx="253440" cy="327600"/>
                </a:xfrm>
                <a:prstGeom prst="rect">
                  <a:avLst/>
                </a:prstGeom>
              </p:spPr>
            </p:pic>
          </mc:Fallback>
        </mc:AlternateContent>
      </p:grpSp>
      <p:grpSp>
        <p:nvGrpSpPr>
          <p:cNvPr id="41" name="Group 40">
            <a:extLst>
              <a:ext uri="{FF2B5EF4-FFF2-40B4-BE49-F238E27FC236}">
                <a16:creationId xmlns:a16="http://schemas.microsoft.com/office/drawing/2014/main" id="{8E1818B5-13E2-0EC5-15E5-29294A68B971}"/>
              </a:ext>
            </a:extLst>
          </p:cNvPr>
          <p:cNvGrpSpPr/>
          <p:nvPr/>
        </p:nvGrpSpPr>
        <p:grpSpPr>
          <a:xfrm>
            <a:off x="2135490" y="4664550"/>
            <a:ext cx="815760" cy="239040"/>
            <a:chOff x="2135490" y="4664550"/>
            <a:chExt cx="815760" cy="239040"/>
          </a:xfrm>
        </p:grpSpPr>
        <mc:AlternateContent xmlns:mc="http://schemas.openxmlformats.org/markup-compatibility/2006" xmlns:p14="http://schemas.microsoft.com/office/powerpoint/2010/main">
          <mc:Choice Requires="p14">
            <p:contentPart p14:bwMode="auto" r:id="rId19">
              <p14:nvContentPartPr>
                <p14:cNvPr id="36" name="Ink 35">
                  <a:extLst>
                    <a:ext uri="{FF2B5EF4-FFF2-40B4-BE49-F238E27FC236}">
                      <a16:creationId xmlns:a16="http://schemas.microsoft.com/office/drawing/2014/main" id="{B4B7B944-6D01-7E16-86FC-312D33CB8C71}"/>
                    </a:ext>
                  </a:extLst>
                </p14:cNvPr>
                <p14:cNvContentPartPr/>
                <p14:nvPr/>
              </p14:nvContentPartPr>
              <p14:xfrm>
                <a:off x="2135490" y="4664550"/>
                <a:ext cx="275040" cy="228960"/>
              </p14:xfrm>
            </p:contentPart>
          </mc:Choice>
          <mc:Fallback xmlns="">
            <p:pic>
              <p:nvPicPr>
                <p:cNvPr id="36" name="Ink 35">
                  <a:extLst>
                    <a:ext uri="{FF2B5EF4-FFF2-40B4-BE49-F238E27FC236}">
                      <a16:creationId xmlns:a16="http://schemas.microsoft.com/office/drawing/2014/main" id="{B4B7B944-6D01-7E16-86FC-312D33CB8C71}"/>
                    </a:ext>
                  </a:extLst>
                </p:cNvPr>
                <p:cNvPicPr/>
                <p:nvPr/>
              </p:nvPicPr>
              <p:blipFill>
                <a:blip r:embed="rId20"/>
                <a:stretch>
                  <a:fillRect/>
                </a:stretch>
              </p:blipFill>
              <p:spPr>
                <a:xfrm>
                  <a:off x="2129370" y="4658430"/>
                  <a:ext cx="28728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7" name="Ink 36">
                  <a:extLst>
                    <a:ext uri="{FF2B5EF4-FFF2-40B4-BE49-F238E27FC236}">
                      <a16:creationId xmlns:a16="http://schemas.microsoft.com/office/drawing/2014/main" id="{6CDCE74C-C2F3-E4B3-70AA-5B2C37D6D8E3}"/>
                    </a:ext>
                  </a:extLst>
                </p14:cNvPr>
                <p14:cNvContentPartPr/>
                <p14:nvPr/>
              </p14:nvContentPartPr>
              <p14:xfrm>
                <a:off x="2464890" y="4781550"/>
                <a:ext cx="118440" cy="111240"/>
              </p14:xfrm>
            </p:contentPart>
          </mc:Choice>
          <mc:Fallback xmlns="">
            <p:pic>
              <p:nvPicPr>
                <p:cNvPr id="37" name="Ink 36">
                  <a:extLst>
                    <a:ext uri="{FF2B5EF4-FFF2-40B4-BE49-F238E27FC236}">
                      <a16:creationId xmlns:a16="http://schemas.microsoft.com/office/drawing/2014/main" id="{6CDCE74C-C2F3-E4B3-70AA-5B2C37D6D8E3}"/>
                    </a:ext>
                  </a:extLst>
                </p:cNvPr>
                <p:cNvPicPr/>
                <p:nvPr/>
              </p:nvPicPr>
              <p:blipFill>
                <a:blip r:embed="rId22"/>
                <a:stretch>
                  <a:fillRect/>
                </a:stretch>
              </p:blipFill>
              <p:spPr>
                <a:xfrm>
                  <a:off x="2458770" y="4775430"/>
                  <a:ext cx="13068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8" name="Ink 37">
                  <a:extLst>
                    <a:ext uri="{FF2B5EF4-FFF2-40B4-BE49-F238E27FC236}">
                      <a16:creationId xmlns:a16="http://schemas.microsoft.com/office/drawing/2014/main" id="{49F0D3B2-3FA7-4433-063F-30D6660BF3B4}"/>
                    </a:ext>
                  </a:extLst>
                </p14:cNvPr>
                <p14:cNvContentPartPr/>
                <p14:nvPr/>
              </p14:nvContentPartPr>
              <p14:xfrm>
                <a:off x="2451930" y="4779750"/>
                <a:ext cx="172080" cy="80280"/>
              </p14:xfrm>
            </p:contentPart>
          </mc:Choice>
          <mc:Fallback xmlns="">
            <p:pic>
              <p:nvPicPr>
                <p:cNvPr id="38" name="Ink 37">
                  <a:extLst>
                    <a:ext uri="{FF2B5EF4-FFF2-40B4-BE49-F238E27FC236}">
                      <a16:creationId xmlns:a16="http://schemas.microsoft.com/office/drawing/2014/main" id="{49F0D3B2-3FA7-4433-063F-30D6660BF3B4}"/>
                    </a:ext>
                  </a:extLst>
                </p:cNvPr>
                <p:cNvPicPr/>
                <p:nvPr/>
              </p:nvPicPr>
              <p:blipFill>
                <a:blip r:embed="rId24"/>
                <a:stretch>
                  <a:fillRect/>
                </a:stretch>
              </p:blipFill>
              <p:spPr>
                <a:xfrm>
                  <a:off x="2445810" y="4773630"/>
                  <a:ext cx="18432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9" name="Ink 38">
                  <a:extLst>
                    <a:ext uri="{FF2B5EF4-FFF2-40B4-BE49-F238E27FC236}">
                      <a16:creationId xmlns:a16="http://schemas.microsoft.com/office/drawing/2014/main" id="{52892991-DA67-04B8-0374-8D9DF93F052A}"/>
                    </a:ext>
                  </a:extLst>
                </p14:cNvPr>
                <p14:cNvContentPartPr/>
                <p14:nvPr/>
              </p14:nvContentPartPr>
              <p14:xfrm>
                <a:off x="2701770" y="4727190"/>
                <a:ext cx="215640" cy="176400"/>
              </p14:xfrm>
            </p:contentPart>
          </mc:Choice>
          <mc:Fallback xmlns="">
            <p:pic>
              <p:nvPicPr>
                <p:cNvPr id="39" name="Ink 38">
                  <a:extLst>
                    <a:ext uri="{FF2B5EF4-FFF2-40B4-BE49-F238E27FC236}">
                      <a16:creationId xmlns:a16="http://schemas.microsoft.com/office/drawing/2014/main" id="{52892991-DA67-04B8-0374-8D9DF93F052A}"/>
                    </a:ext>
                  </a:extLst>
                </p:cNvPr>
                <p:cNvPicPr/>
                <p:nvPr/>
              </p:nvPicPr>
              <p:blipFill>
                <a:blip r:embed="rId26"/>
                <a:stretch>
                  <a:fillRect/>
                </a:stretch>
              </p:blipFill>
              <p:spPr>
                <a:xfrm>
                  <a:off x="2695650" y="4721070"/>
                  <a:ext cx="22788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0" name="Ink 39">
                  <a:extLst>
                    <a:ext uri="{FF2B5EF4-FFF2-40B4-BE49-F238E27FC236}">
                      <a16:creationId xmlns:a16="http://schemas.microsoft.com/office/drawing/2014/main" id="{E395B5A2-3089-592A-27C0-F7B8548D3860}"/>
                    </a:ext>
                  </a:extLst>
                </p14:cNvPr>
                <p14:cNvContentPartPr/>
                <p14:nvPr/>
              </p14:nvContentPartPr>
              <p14:xfrm>
                <a:off x="2770530" y="4723230"/>
                <a:ext cx="180720" cy="51120"/>
              </p14:xfrm>
            </p:contentPart>
          </mc:Choice>
          <mc:Fallback xmlns="">
            <p:pic>
              <p:nvPicPr>
                <p:cNvPr id="40" name="Ink 39">
                  <a:extLst>
                    <a:ext uri="{FF2B5EF4-FFF2-40B4-BE49-F238E27FC236}">
                      <a16:creationId xmlns:a16="http://schemas.microsoft.com/office/drawing/2014/main" id="{E395B5A2-3089-592A-27C0-F7B8548D3860}"/>
                    </a:ext>
                  </a:extLst>
                </p:cNvPr>
                <p:cNvPicPr/>
                <p:nvPr/>
              </p:nvPicPr>
              <p:blipFill>
                <a:blip r:embed="rId28"/>
                <a:stretch>
                  <a:fillRect/>
                </a:stretch>
              </p:blipFill>
              <p:spPr>
                <a:xfrm>
                  <a:off x="2764410" y="4717110"/>
                  <a:ext cx="192960" cy="63360"/>
                </a:xfrm>
                <a:prstGeom prst="rect">
                  <a:avLst/>
                </a:prstGeom>
              </p:spPr>
            </p:pic>
          </mc:Fallback>
        </mc:AlternateContent>
      </p:grpSp>
      <p:grpSp>
        <p:nvGrpSpPr>
          <p:cNvPr id="52" name="Group 51">
            <a:extLst>
              <a:ext uri="{FF2B5EF4-FFF2-40B4-BE49-F238E27FC236}">
                <a16:creationId xmlns:a16="http://schemas.microsoft.com/office/drawing/2014/main" id="{830BB4C7-89C6-1FED-3BFF-F4395E74BC41}"/>
              </a:ext>
            </a:extLst>
          </p:cNvPr>
          <p:cNvGrpSpPr/>
          <p:nvPr/>
        </p:nvGrpSpPr>
        <p:grpSpPr>
          <a:xfrm>
            <a:off x="5582850" y="1963470"/>
            <a:ext cx="1806840" cy="1094040"/>
            <a:chOff x="5582850" y="1963470"/>
            <a:chExt cx="1806840" cy="1094040"/>
          </a:xfrm>
        </p:grpSpPr>
        <mc:AlternateContent xmlns:mc="http://schemas.openxmlformats.org/markup-compatibility/2006" xmlns:p14="http://schemas.microsoft.com/office/powerpoint/2010/main">
          <mc:Choice Requires="p14">
            <p:contentPart p14:bwMode="auto" r:id="rId29">
              <p14:nvContentPartPr>
                <p14:cNvPr id="42" name="Ink 41">
                  <a:extLst>
                    <a:ext uri="{FF2B5EF4-FFF2-40B4-BE49-F238E27FC236}">
                      <a16:creationId xmlns:a16="http://schemas.microsoft.com/office/drawing/2014/main" id="{442D4BA9-4C55-05F0-B679-9234B13395C7}"/>
                    </a:ext>
                  </a:extLst>
                </p14:cNvPr>
                <p14:cNvContentPartPr/>
                <p14:nvPr/>
              </p14:nvContentPartPr>
              <p14:xfrm>
                <a:off x="5883090" y="2955630"/>
                <a:ext cx="187920" cy="101880"/>
              </p14:xfrm>
            </p:contentPart>
          </mc:Choice>
          <mc:Fallback xmlns="">
            <p:pic>
              <p:nvPicPr>
                <p:cNvPr id="42" name="Ink 41">
                  <a:extLst>
                    <a:ext uri="{FF2B5EF4-FFF2-40B4-BE49-F238E27FC236}">
                      <a16:creationId xmlns:a16="http://schemas.microsoft.com/office/drawing/2014/main" id="{442D4BA9-4C55-05F0-B679-9234B13395C7}"/>
                    </a:ext>
                  </a:extLst>
                </p:cNvPr>
                <p:cNvPicPr/>
                <p:nvPr/>
              </p:nvPicPr>
              <p:blipFill>
                <a:blip r:embed="rId30"/>
                <a:stretch>
                  <a:fillRect/>
                </a:stretch>
              </p:blipFill>
              <p:spPr>
                <a:xfrm>
                  <a:off x="5876970" y="2949510"/>
                  <a:ext cx="2001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3" name="Ink 42">
                  <a:extLst>
                    <a:ext uri="{FF2B5EF4-FFF2-40B4-BE49-F238E27FC236}">
                      <a16:creationId xmlns:a16="http://schemas.microsoft.com/office/drawing/2014/main" id="{05B51F60-5CA9-29A9-519B-07E50961E5A4}"/>
                    </a:ext>
                  </a:extLst>
                </p14:cNvPr>
                <p14:cNvContentPartPr/>
                <p14:nvPr/>
              </p14:nvContentPartPr>
              <p14:xfrm>
                <a:off x="5582850" y="2734950"/>
                <a:ext cx="256680" cy="221400"/>
              </p14:xfrm>
            </p:contentPart>
          </mc:Choice>
          <mc:Fallback xmlns="">
            <p:pic>
              <p:nvPicPr>
                <p:cNvPr id="43" name="Ink 42">
                  <a:extLst>
                    <a:ext uri="{FF2B5EF4-FFF2-40B4-BE49-F238E27FC236}">
                      <a16:creationId xmlns:a16="http://schemas.microsoft.com/office/drawing/2014/main" id="{05B51F60-5CA9-29A9-519B-07E50961E5A4}"/>
                    </a:ext>
                  </a:extLst>
                </p:cNvPr>
                <p:cNvPicPr/>
                <p:nvPr/>
              </p:nvPicPr>
              <p:blipFill>
                <a:blip r:embed="rId32"/>
                <a:stretch>
                  <a:fillRect/>
                </a:stretch>
              </p:blipFill>
              <p:spPr>
                <a:xfrm>
                  <a:off x="5576730" y="2728830"/>
                  <a:ext cx="26892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4" name="Ink 43">
                  <a:extLst>
                    <a:ext uri="{FF2B5EF4-FFF2-40B4-BE49-F238E27FC236}">
                      <a16:creationId xmlns:a16="http://schemas.microsoft.com/office/drawing/2014/main" id="{5E3AAF2F-F04B-84F8-A72F-6F14FA4FBE7B}"/>
                    </a:ext>
                  </a:extLst>
                </p14:cNvPr>
                <p14:cNvContentPartPr/>
                <p14:nvPr/>
              </p14:nvContentPartPr>
              <p14:xfrm>
                <a:off x="5995410" y="2658630"/>
                <a:ext cx="212760" cy="266040"/>
              </p14:xfrm>
            </p:contentPart>
          </mc:Choice>
          <mc:Fallback xmlns="">
            <p:pic>
              <p:nvPicPr>
                <p:cNvPr id="44" name="Ink 43">
                  <a:extLst>
                    <a:ext uri="{FF2B5EF4-FFF2-40B4-BE49-F238E27FC236}">
                      <a16:creationId xmlns:a16="http://schemas.microsoft.com/office/drawing/2014/main" id="{5E3AAF2F-F04B-84F8-A72F-6F14FA4FBE7B}"/>
                    </a:ext>
                  </a:extLst>
                </p:cNvPr>
                <p:cNvPicPr/>
                <p:nvPr/>
              </p:nvPicPr>
              <p:blipFill>
                <a:blip r:embed="rId34"/>
                <a:stretch>
                  <a:fillRect/>
                </a:stretch>
              </p:blipFill>
              <p:spPr>
                <a:xfrm>
                  <a:off x="5989290" y="2652510"/>
                  <a:ext cx="22500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5" name="Ink 44">
                  <a:extLst>
                    <a:ext uri="{FF2B5EF4-FFF2-40B4-BE49-F238E27FC236}">
                      <a16:creationId xmlns:a16="http://schemas.microsoft.com/office/drawing/2014/main" id="{B06A33FC-7909-76FD-B1F7-C744A6034CAB}"/>
                    </a:ext>
                  </a:extLst>
                </p14:cNvPr>
                <p14:cNvContentPartPr/>
                <p14:nvPr/>
              </p14:nvContentPartPr>
              <p14:xfrm>
                <a:off x="5701650" y="2402670"/>
                <a:ext cx="272520" cy="214560"/>
              </p14:xfrm>
            </p:contentPart>
          </mc:Choice>
          <mc:Fallback xmlns="">
            <p:pic>
              <p:nvPicPr>
                <p:cNvPr id="45" name="Ink 44">
                  <a:extLst>
                    <a:ext uri="{FF2B5EF4-FFF2-40B4-BE49-F238E27FC236}">
                      <a16:creationId xmlns:a16="http://schemas.microsoft.com/office/drawing/2014/main" id="{B06A33FC-7909-76FD-B1F7-C744A6034CAB}"/>
                    </a:ext>
                  </a:extLst>
                </p:cNvPr>
                <p:cNvPicPr/>
                <p:nvPr/>
              </p:nvPicPr>
              <p:blipFill>
                <a:blip r:embed="rId36"/>
                <a:stretch>
                  <a:fillRect/>
                </a:stretch>
              </p:blipFill>
              <p:spPr>
                <a:xfrm>
                  <a:off x="5695530" y="2396550"/>
                  <a:ext cx="28476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6" name="Ink 45">
                  <a:extLst>
                    <a:ext uri="{FF2B5EF4-FFF2-40B4-BE49-F238E27FC236}">
                      <a16:creationId xmlns:a16="http://schemas.microsoft.com/office/drawing/2014/main" id="{DF0C4BA3-0EDB-4A64-3043-A3F22C2B130A}"/>
                    </a:ext>
                  </a:extLst>
                </p14:cNvPr>
                <p14:cNvContentPartPr/>
                <p14:nvPr/>
              </p14:nvContentPartPr>
              <p14:xfrm>
                <a:off x="6261090" y="2550990"/>
                <a:ext cx="185040" cy="182160"/>
              </p14:xfrm>
            </p:contentPart>
          </mc:Choice>
          <mc:Fallback xmlns="">
            <p:pic>
              <p:nvPicPr>
                <p:cNvPr id="46" name="Ink 45">
                  <a:extLst>
                    <a:ext uri="{FF2B5EF4-FFF2-40B4-BE49-F238E27FC236}">
                      <a16:creationId xmlns:a16="http://schemas.microsoft.com/office/drawing/2014/main" id="{DF0C4BA3-0EDB-4A64-3043-A3F22C2B130A}"/>
                    </a:ext>
                  </a:extLst>
                </p:cNvPr>
                <p:cNvPicPr/>
                <p:nvPr/>
              </p:nvPicPr>
              <p:blipFill>
                <a:blip r:embed="rId38"/>
                <a:stretch>
                  <a:fillRect/>
                </a:stretch>
              </p:blipFill>
              <p:spPr>
                <a:xfrm>
                  <a:off x="6254970" y="2544870"/>
                  <a:ext cx="19728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7" name="Ink 46">
                  <a:extLst>
                    <a:ext uri="{FF2B5EF4-FFF2-40B4-BE49-F238E27FC236}">
                      <a16:creationId xmlns:a16="http://schemas.microsoft.com/office/drawing/2014/main" id="{F038FD04-BBD9-2B55-2225-D746AF9E66B5}"/>
                    </a:ext>
                  </a:extLst>
                </p14:cNvPr>
                <p14:cNvContentPartPr/>
                <p14:nvPr/>
              </p14:nvContentPartPr>
              <p14:xfrm>
                <a:off x="6188730" y="2353710"/>
                <a:ext cx="182520" cy="146880"/>
              </p14:xfrm>
            </p:contentPart>
          </mc:Choice>
          <mc:Fallback xmlns="">
            <p:pic>
              <p:nvPicPr>
                <p:cNvPr id="47" name="Ink 46">
                  <a:extLst>
                    <a:ext uri="{FF2B5EF4-FFF2-40B4-BE49-F238E27FC236}">
                      <a16:creationId xmlns:a16="http://schemas.microsoft.com/office/drawing/2014/main" id="{F038FD04-BBD9-2B55-2225-D746AF9E66B5}"/>
                    </a:ext>
                  </a:extLst>
                </p:cNvPr>
                <p:cNvPicPr/>
                <p:nvPr/>
              </p:nvPicPr>
              <p:blipFill>
                <a:blip r:embed="rId40"/>
                <a:stretch>
                  <a:fillRect/>
                </a:stretch>
              </p:blipFill>
              <p:spPr>
                <a:xfrm>
                  <a:off x="6182610" y="2347590"/>
                  <a:ext cx="1947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8" name="Ink 47">
                  <a:extLst>
                    <a:ext uri="{FF2B5EF4-FFF2-40B4-BE49-F238E27FC236}">
                      <a16:creationId xmlns:a16="http://schemas.microsoft.com/office/drawing/2014/main" id="{34B18F4E-EF4C-21C4-9D45-BAD2094E9AB8}"/>
                    </a:ext>
                  </a:extLst>
                </p14:cNvPr>
                <p14:cNvContentPartPr/>
                <p14:nvPr/>
              </p14:nvContentPartPr>
              <p14:xfrm>
                <a:off x="6329850" y="2076870"/>
                <a:ext cx="500400" cy="193320"/>
              </p14:xfrm>
            </p:contentPart>
          </mc:Choice>
          <mc:Fallback xmlns="">
            <p:pic>
              <p:nvPicPr>
                <p:cNvPr id="48" name="Ink 47">
                  <a:extLst>
                    <a:ext uri="{FF2B5EF4-FFF2-40B4-BE49-F238E27FC236}">
                      <a16:creationId xmlns:a16="http://schemas.microsoft.com/office/drawing/2014/main" id="{34B18F4E-EF4C-21C4-9D45-BAD2094E9AB8}"/>
                    </a:ext>
                  </a:extLst>
                </p:cNvPr>
                <p:cNvPicPr/>
                <p:nvPr/>
              </p:nvPicPr>
              <p:blipFill>
                <a:blip r:embed="rId42"/>
                <a:stretch>
                  <a:fillRect/>
                </a:stretch>
              </p:blipFill>
              <p:spPr>
                <a:xfrm>
                  <a:off x="6323730" y="2070750"/>
                  <a:ext cx="5126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9" name="Ink 48">
                  <a:extLst>
                    <a:ext uri="{FF2B5EF4-FFF2-40B4-BE49-F238E27FC236}">
                      <a16:creationId xmlns:a16="http://schemas.microsoft.com/office/drawing/2014/main" id="{6ED2FC04-7BF7-17C5-6B88-5D5F6CB5BF29}"/>
                    </a:ext>
                  </a:extLst>
                </p14:cNvPr>
                <p14:cNvContentPartPr/>
                <p14:nvPr/>
              </p14:nvContentPartPr>
              <p14:xfrm>
                <a:off x="6829530" y="2123670"/>
                <a:ext cx="159840" cy="97200"/>
              </p14:xfrm>
            </p:contentPart>
          </mc:Choice>
          <mc:Fallback xmlns="">
            <p:pic>
              <p:nvPicPr>
                <p:cNvPr id="49" name="Ink 48">
                  <a:extLst>
                    <a:ext uri="{FF2B5EF4-FFF2-40B4-BE49-F238E27FC236}">
                      <a16:creationId xmlns:a16="http://schemas.microsoft.com/office/drawing/2014/main" id="{6ED2FC04-7BF7-17C5-6B88-5D5F6CB5BF29}"/>
                    </a:ext>
                  </a:extLst>
                </p:cNvPr>
                <p:cNvPicPr/>
                <p:nvPr/>
              </p:nvPicPr>
              <p:blipFill>
                <a:blip r:embed="rId44"/>
                <a:stretch>
                  <a:fillRect/>
                </a:stretch>
              </p:blipFill>
              <p:spPr>
                <a:xfrm>
                  <a:off x="6823410" y="2117550"/>
                  <a:ext cx="17208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0" name="Ink 49">
                  <a:extLst>
                    <a:ext uri="{FF2B5EF4-FFF2-40B4-BE49-F238E27FC236}">
                      <a16:creationId xmlns:a16="http://schemas.microsoft.com/office/drawing/2014/main" id="{6676A543-EFA3-D47E-0D02-5ADFA8AEF94B}"/>
                    </a:ext>
                  </a:extLst>
                </p14:cNvPr>
                <p14:cNvContentPartPr/>
                <p14:nvPr/>
              </p14:nvContentPartPr>
              <p14:xfrm>
                <a:off x="6995490" y="2102790"/>
                <a:ext cx="191160" cy="93600"/>
              </p14:xfrm>
            </p:contentPart>
          </mc:Choice>
          <mc:Fallback xmlns="">
            <p:pic>
              <p:nvPicPr>
                <p:cNvPr id="50" name="Ink 49">
                  <a:extLst>
                    <a:ext uri="{FF2B5EF4-FFF2-40B4-BE49-F238E27FC236}">
                      <a16:creationId xmlns:a16="http://schemas.microsoft.com/office/drawing/2014/main" id="{6676A543-EFA3-D47E-0D02-5ADFA8AEF94B}"/>
                    </a:ext>
                  </a:extLst>
                </p:cNvPr>
                <p:cNvPicPr/>
                <p:nvPr/>
              </p:nvPicPr>
              <p:blipFill>
                <a:blip r:embed="rId46"/>
                <a:stretch>
                  <a:fillRect/>
                </a:stretch>
              </p:blipFill>
              <p:spPr>
                <a:xfrm>
                  <a:off x="6989370" y="2096670"/>
                  <a:ext cx="20340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1" name="Ink 50">
                  <a:extLst>
                    <a:ext uri="{FF2B5EF4-FFF2-40B4-BE49-F238E27FC236}">
                      <a16:creationId xmlns:a16="http://schemas.microsoft.com/office/drawing/2014/main" id="{4ACCEBAE-5B9D-E227-61A2-713574837C21}"/>
                    </a:ext>
                  </a:extLst>
                </p14:cNvPr>
                <p14:cNvContentPartPr/>
                <p14:nvPr/>
              </p14:nvContentPartPr>
              <p14:xfrm>
                <a:off x="7201770" y="1963470"/>
                <a:ext cx="187920" cy="254160"/>
              </p14:xfrm>
            </p:contentPart>
          </mc:Choice>
          <mc:Fallback xmlns="">
            <p:pic>
              <p:nvPicPr>
                <p:cNvPr id="51" name="Ink 50">
                  <a:extLst>
                    <a:ext uri="{FF2B5EF4-FFF2-40B4-BE49-F238E27FC236}">
                      <a16:creationId xmlns:a16="http://schemas.microsoft.com/office/drawing/2014/main" id="{4ACCEBAE-5B9D-E227-61A2-713574837C21}"/>
                    </a:ext>
                  </a:extLst>
                </p:cNvPr>
                <p:cNvPicPr/>
                <p:nvPr/>
              </p:nvPicPr>
              <p:blipFill>
                <a:blip r:embed="rId48"/>
                <a:stretch>
                  <a:fillRect/>
                </a:stretch>
              </p:blipFill>
              <p:spPr>
                <a:xfrm>
                  <a:off x="7195650" y="1957350"/>
                  <a:ext cx="200160" cy="266400"/>
                </a:xfrm>
                <a:prstGeom prst="rect">
                  <a:avLst/>
                </a:prstGeom>
              </p:spPr>
            </p:pic>
          </mc:Fallback>
        </mc:AlternateContent>
      </p:grpSp>
      <p:grpSp>
        <p:nvGrpSpPr>
          <p:cNvPr id="57" name="Group 56">
            <a:extLst>
              <a:ext uri="{FF2B5EF4-FFF2-40B4-BE49-F238E27FC236}">
                <a16:creationId xmlns:a16="http://schemas.microsoft.com/office/drawing/2014/main" id="{1EB6CF9C-48AD-1CCF-5979-E4B80C66D8BC}"/>
              </a:ext>
            </a:extLst>
          </p:cNvPr>
          <p:cNvGrpSpPr/>
          <p:nvPr/>
        </p:nvGrpSpPr>
        <p:grpSpPr>
          <a:xfrm>
            <a:off x="1797810" y="1773390"/>
            <a:ext cx="3071160" cy="1049400"/>
            <a:chOff x="1797810" y="1773390"/>
            <a:chExt cx="3071160" cy="1049400"/>
          </a:xfrm>
        </p:grpSpPr>
        <mc:AlternateContent xmlns:mc="http://schemas.openxmlformats.org/markup-compatibility/2006" xmlns:p14="http://schemas.microsoft.com/office/powerpoint/2010/main">
          <mc:Choice Requires="p14">
            <p:contentPart p14:bwMode="auto" r:id="rId49">
              <p14:nvContentPartPr>
                <p14:cNvPr id="18" name="Ink 17">
                  <a:extLst>
                    <a:ext uri="{FF2B5EF4-FFF2-40B4-BE49-F238E27FC236}">
                      <a16:creationId xmlns:a16="http://schemas.microsoft.com/office/drawing/2014/main" id="{B8B1276C-427D-C6EB-7934-F10967043278}"/>
                    </a:ext>
                  </a:extLst>
                </p14:cNvPr>
                <p14:cNvContentPartPr/>
                <p14:nvPr/>
              </p14:nvContentPartPr>
              <p14:xfrm>
                <a:off x="3408810" y="2414910"/>
                <a:ext cx="68400" cy="203040"/>
              </p14:xfrm>
            </p:contentPart>
          </mc:Choice>
          <mc:Fallback xmlns="">
            <p:pic>
              <p:nvPicPr>
                <p:cNvPr id="18" name="Ink 17">
                  <a:extLst>
                    <a:ext uri="{FF2B5EF4-FFF2-40B4-BE49-F238E27FC236}">
                      <a16:creationId xmlns:a16="http://schemas.microsoft.com/office/drawing/2014/main" id="{B8B1276C-427D-C6EB-7934-F10967043278}"/>
                    </a:ext>
                  </a:extLst>
                </p:cNvPr>
                <p:cNvPicPr/>
                <p:nvPr/>
              </p:nvPicPr>
              <p:blipFill>
                <a:blip r:embed="rId50"/>
                <a:stretch>
                  <a:fillRect/>
                </a:stretch>
              </p:blipFill>
              <p:spPr>
                <a:xfrm>
                  <a:off x="3402690" y="2408790"/>
                  <a:ext cx="8064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9" name="Ink 18">
                  <a:extLst>
                    <a:ext uri="{FF2B5EF4-FFF2-40B4-BE49-F238E27FC236}">
                      <a16:creationId xmlns:a16="http://schemas.microsoft.com/office/drawing/2014/main" id="{A4FD18DD-1D83-EECB-1F26-DBD0E6A97072}"/>
                    </a:ext>
                  </a:extLst>
                </p14:cNvPr>
                <p14:cNvContentPartPr/>
                <p14:nvPr/>
              </p14:nvContentPartPr>
              <p14:xfrm>
                <a:off x="3328170" y="2584470"/>
                <a:ext cx="146160" cy="90360"/>
              </p14:xfrm>
            </p:contentPart>
          </mc:Choice>
          <mc:Fallback xmlns="">
            <p:pic>
              <p:nvPicPr>
                <p:cNvPr id="19" name="Ink 18">
                  <a:extLst>
                    <a:ext uri="{FF2B5EF4-FFF2-40B4-BE49-F238E27FC236}">
                      <a16:creationId xmlns:a16="http://schemas.microsoft.com/office/drawing/2014/main" id="{A4FD18DD-1D83-EECB-1F26-DBD0E6A97072}"/>
                    </a:ext>
                  </a:extLst>
                </p:cNvPr>
                <p:cNvPicPr/>
                <p:nvPr/>
              </p:nvPicPr>
              <p:blipFill>
                <a:blip r:embed="rId52"/>
                <a:stretch>
                  <a:fillRect/>
                </a:stretch>
              </p:blipFill>
              <p:spPr>
                <a:xfrm>
                  <a:off x="3322050" y="2578350"/>
                  <a:ext cx="1584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1" name="Ink 20">
                  <a:extLst>
                    <a:ext uri="{FF2B5EF4-FFF2-40B4-BE49-F238E27FC236}">
                      <a16:creationId xmlns:a16="http://schemas.microsoft.com/office/drawing/2014/main" id="{068E3715-AEB9-1A22-2BBC-27F40647BA55}"/>
                    </a:ext>
                  </a:extLst>
                </p14:cNvPr>
                <p14:cNvContentPartPr/>
                <p14:nvPr/>
              </p14:nvContentPartPr>
              <p14:xfrm>
                <a:off x="3564690" y="2102070"/>
                <a:ext cx="205920" cy="318600"/>
              </p14:xfrm>
            </p:contentPart>
          </mc:Choice>
          <mc:Fallback xmlns="">
            <p:pic>
              <p:nvPicPr>
                <p:cNvPr id="21" name="Ink 20">
                  <a:extLst>
                    <a:ext uri="{FF2B5EF4-FFF2-40B4-BE49-F238E27FC236}">
                      <a16:creationId xmlns:a16="http://schemas.microsoft.com/office/drawing/2014/main" id="{068E3715-AEB9-1A22-2BBC-27F40647BA55}"/>
                    </a:ext>
                  </a:extLst>
                </p:cNvPr>
                <p:cNvPicPr/>
                <p:nvPr/>
              </p:nvPicPr>
              <p:blipFill>
                <a:blip r:embed="rId54"/>
                <a:stretch>
                  <a:fillRect/>
                </a:stretch>
              </p:blipFill>
              <p:spPr>
                <a:xfrm>
                  <a:off x="3558570" y="2095950"/>
                  <a:ext cx="21816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2" name="Ink 21">
                  <a:extLst>
                    <a:ext uri="{FF2B5EF4-FFF2-40B4-BE49-F238E27FC236}">
                      <a16:creationId xmlns:a16="http://schemas.microsoft.com/office/drawing/2014/main" id="{B17CD11F-A3A9-03D4-15CE-5B7A02656F93}"/>
                    </a:ext>
                  </a:extLst>
                </p14:cNvPr>
                <p14:cNvContentPartPr/>
                <p14:nvPr/>
              </p14:nvContentPartPr>
              <p14:xfrm>
                <a:off x="3808050" y="2279550"/>
                <a:ext cx="37800" cy="91800"/>
              </p14:xfrm>
            </p:contentPart>
          </mc:Choice>
          <mc:Fallback xmlns="">
            <p:pic>
              <p:nvPicPr>
                <p:cNvPr id="22" name="Ink 21">
                  <a:extLst>
                    <a:ext uri="{FF2B5EF4-FFF2-40B4-BE49-F238E27FC236}">
                      <a16:creationId xmlns:a16="http://schemas.microsoft.com/office/drawing/2014/main" id="{B17CD11F-A3A9-03D4-15CE-5B7A02656F93}"/>
                    </a:ext>
                  </a:extLst>
                </p:cNvPr>
                <p:cNvPicPr/>
                <p:nvPr/>
              </p:nvPicPr>
              <p:blipFill>
                <a:blip r:embed="rId56"/>
                <a:stretch>
                  <a:fillRect/>
                </a:stretch>
              </p:blipFill>
              <p:spPr>
                <a:xfrm>
                  <a:off x="3801930" y="2273430"/>
                  <a:ext cx="500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23" name="Ink 22">
                  <a:extLst>
                    <a:ext uri="{FF2B5EF4-FFF2-40B4-BE49-F238E27FC236}">
                      <a16:creationId xmlns:a16="http://schemas.microsoft.com/office/drawing/2014/main" id="{8C57F90B-79A5-6E76-F937-BFD80EEC8BD2}"/>
                    </a:ext>
                  </a:extLst>
                </p14:cNvPr>
                <p14:cNvContentPartPr/>
                <p14:nvPr/>
              </p14:nvContentPartPr>
              <p14:xfrm>
                <a:off x="3851970" y="2210070"/>
                <a:ext cx="15840" cy="3960"/>
              </p14:xfrm>
            </p:contentPart>
          </mc:Choice>
          <mc:Fallback xmlns="">
            <p:pic>
              <p:nvPicPr>
                <p:cNvPr id="23" name="Ink 22">
                  <a:extLst>
                    <a:ext uri="{FF2B5EF4-FFF2-40B4-BE49-F238E27FC236}">
                      <a16:creationId xmlns:a16="http://schemas.microsoft.com/office/drawing/2014/main" id="{8C57F90B-79A5-6E76-F937-BFD80EEC8BD2}"/>
                    </a:ext>
                  </a:extLst>
                </p:cNvPr>
                <p:cNvPicPr/>
                <p:nvPr/>
              </p:nvPicPr>
              <p:blipFill>
                <a:blip r:embed="rId58"/>
                <a:stretch>
                  <a:fillRect/>
                </a:stretch>
              </p:blipFill>
              <p:spPr>
                <a:xfrm>
                  <a:off x="3845850" y="2203950"/>
                  <a:ext cx="2808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24" name="Ink 23">
                  <a:extLst>
                    <a:ext uri="{FF2B5EF4-FFF2-40B4-BE49-F238E27FC236}">
                      <a16:creationId xmlns:a16="http://schemas.microsoft.com/office/drawing/2014/main" id="{0049B6E1-7C2D-9B8C-EF1B-51148B4C5AAB}"/>
                    </a:ext>
                  </a:extLst>
                </p14:cNvPr>
                <p14:cNvContentPartPr/>
                <p14:nvPr/>
              </p14:nvContentPartPr>
              <p14:xfrm>
                <a:off x="3786090" y="2260110"/>
                <a:ext cx="266400" cy="127080"/>
              </p14:xfrm>
            </p:contentPart>
          </mc:Choice>
          <mc:Fallback xmlns="">
            <p:pic>
              <p:nvPicPr>
                <p:cNvPr id="24" name="Ink 23">
                  <a:extLst>
                    <a:ext uri="{FF2B5EF4-FFF2-40B4-BE49-F238E27FC236}">
                      <a16:creationId xmlns:a16="http://schemas.microsoft.com/office/drawing/2014/main" id="{0049B6E1-7C2D-9B8C-EF1B-51148B4C5AAB}"/>
                    </a:ext>
                  </a:extLst>
                </p:cNvPr>
                <p:cNvPicPr/>
                <p:nvPr/>
              </p:nvPicPr>
              <p:blipFill>
                <a:blip r:embed="rId60"/>
                <a:stretch>
                  <a:fillRect/>
                </a:stretch>
              </p:blipFill>
              <p:spPr>
                <a:xfrm>
                  <a:off x="3779970" y="2253990"/>
                  <a:ext cx="2786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25" name="Ink 24">
                  <a:extLst>
                    <a:ext uri="{FF2B5EF4-FFF2-40B4-BE49-F238E27FC236}">
                      <a16:creationId xmlns:a16="http://schemas.microsoft.com/office/drawing/2014/main" id="{F6AB6C40-D419-D46D-6E86-925E4E147A6A}"/>
                    </a:ext>
                  </a:extLst>
                </p14:cNvPr>
                <p14:cNvContentPartPr/>
                <p14:nvPr/>
              </p14:nvContentPartPr>
              <p14:xfrm>
                <a:off x="3986250" y="2203590"/>
                <a:ext cx="47160" cy="10080"/>
              </p14:xfrm>
            </p:contentPart>
          </mc:Choice>
          <mc:Fallback xmlns="">
            <p:pic>
              <p:nvPicPr>
                <p:cNvPr id="25" name="Ink 24">
                  <a:extLst>
                    <a:ext uri="{FF2B5EF4-FFF2-40B4-BE49-F238E27FC236}">
                      <a16:creationId xmlns:a16="http://schemas.microsoft.com/office/drawing/2014/main" id="{F6AB6C40-D419-D46D-6E86-925E4E147A6A}"/>
                    </a:ext>
                  </a:extLst>
                </p:cNvPr>
                <p:cNvPicPr/>
                <p:nvPr/>
              </p:nvPicPr>
              <p:blipFill>
                <a:blip r:embed="rId62"/>
                <a:stretch>
                  <a:fillRect/>
                </a:stretch>
              </p:blipFill>
              <p:spPr>
                <a:xfrm>
                  <a:off x="3980130" y="2197470"/>
                  <a:ext cx="5940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26" name="Ink 25">
                  <a:extLst>
                    <a:ext uri="{FF2B5EF4-FFF2-40B4-BE49-F238E27FC236}">
                      <a16:creationId xmlns:a16="http://schemas.microsoft.com/office/drawing/2014/main" id="{7309D270-0A11-FC91-23F8-D58C46C77C74}"/>
                    </a:ext>
                  </a:extLst>
                </p14:cNvPr>
                <p14:cNvContentPartPr/>
                <p14:nvPr/>
              </p14:nvContentPartPr>
              <p14:xfrm>
                <a:off x="4111170" y="2109270"/>
                <a:ext cx="194040" cy="235800"/>
              </p14:xfrm>
            </p:contentPart>
          </mc:Choice>
          <mc:Fallback xmlns="">
            <p:pic>
              <p:nvPicPr>
                <p:cNvPr id="26" name="Ink 25">
                  <a:extLst>
                    <a:ext uri="{FF2B5EF4-FFF2-40B4-BE49-F238E27FC236}">
                      <a16:creationId xmlns:a16="http://schemas.microsoft.com/office/drawing/2014/main" id="{7309D270-0A11-FC91-23F8-D58C46C77C74}"/>
                    </a:ext>
                  </a:extLst>
                </p:cNvPr>
                <p:cNvPicPr/>
                <p:nvPr/>
              </p:nvPicPr>
              <p:blipFill>
                <a:blip r:embed="rId64"/>
                <a:stretch>
                  <a:fillRect/>
                </a:stretch>
              </p:blipFill>
              <p:spPr>
                <a:xfrm>
                  <a:off x="4105050" y="2103150"/>
                  <a:ext cx="20628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27" name="Ink 26">
                  <a:extLst>
                    <a:ext uri="{FF2B5EF4-FFF2-40B4-BE49-F238E27FC236}">
                      <a16:creationId xmlns:a16="http://schemas.microsoft.com/office/drawing/2014/main" id="{937FD88A-8BFA-E42E-F5D2-9A00A42D5737}"/>
                    </a:ext>
                  </a:extLst>
                </p14:cNvPr>
                <p14:cNvContentPartPr/>
                <p14:nvPr/>
              </p14:nvContentPartPr>
              <p14:xfrm>
                <a:off x="4433010" y="2129070"/>
                <a:ext cx="259560" cy="358200"/>
              </p14:xfrm>
            </p:contentPart>
          </mc:Choice>
          <mc:Fallback xmlns="">
            <p:pic>
              <p:nvPicPr>
                <p:cNvPr id="27" name="Ink 26">
                  <a:extLst>
                    <a:ext uri="{FF2B5EF4-FFF2-40B4-BE49-F238E27FC236}">
                      <a16:creationId xmlns:a16="http://schemas.microsoft.com/office/drawing/2014/main" id="{937FD88A-8BFA-E42E-F5D2-9A00A42D5737}"/>
                    </a:ext>
                  </a:extLst>
                </p:cNvPr>
                <p:cNvPicPr/>
                <p:nvPr/>
              </p:nvPicPr>
              <p:blipFill>
                <a:blip r:embed="rId66"/>
                <a:stretch>
                  <a:fillRect/>
                </a:stretch>
              </p:blipFill>
              <p:spPr>
                <a:xfrm>
                  <a:off x="4426890" y="2122950"/>
                  <a:ext cx="27180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28" name="Ink 27">
                  <a:extLst>
                    <a:ext uri="{FF2B5EF4-FFF2-40B4-BE49-F238E27FC236}">
                      <a16:creationId xmlns:a16="http://schemas.microsoft.com/office/drawing/2014/main" id="{3FBF7A41-87E9-5268-A07F-36EF611986FB}"/>
                    </a:ext>
                  </a:extLst>
                </p14:cNvPr>
                <p14:cNvContentPartPr/>
                <p14:nvPr/>
              </p14:nvContentPartPr>
              <p14:xfrm>
                <a:off x="4382610" y="2334630"/>
                <a:ext cx="188280" cy="86400"/>
              </p14:xfrm>
            </p:contentPart>
          </mc:Choice>
          <mc:Fallback xmlns="">
            <p:pic>
              <p:nvPicPr>
                <p:cNvPr id="28" name="Ink 27">
                  <a:extLst>
                    <a:ext uri="{FF2B5EF4-FFF2-40B4-BE49-F238E27FC236}">
                      <a16:creationId xmlns:a16="http://schemas.microsoft.com/office/drawing/2014/main" id="{3FBF7A41-87E9-5268-A07F-36EF611986FB}"/>
                    </a:ext>
                  </a:extLst>
                </p:cNvPr>
                <p:cNvPicPr/>
                <p:nvPr/>
              </p:nvPicPr>
              <p:blipFill>
                <a:blip r:embed="rId68"/>
                <a:stretch>
                  <a:fillRect/>
                </a:stretch>
              </p:blipFill>
              <p:spPr>
                <a:xfrm>
                  <a:off x="4376490" y="2328510"/>
                  <a:ext cx="2005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29" name="Ink 28">
                  <a:extLst>
                    <a:ext uri="{FF2B5EF4-FFF2-40B4-BE49-F238E27FC236}">
                      <a16:creationId xmlns:a16="http://schemas.microsoft.com/office/drawing/2014/main" id="{F2127B07-684A-81D1-955B-C4311FB16C3F}"/>
                    </a:ext>
                  </a:extLst>
                </p14:cNvPr>
                <p14:cNvContentPartPr/>
                <p14:nvPr/>
              </p14:nvContentPartPr>
              <p14:xfrm>
                <a:off x="4004970" y="2468910"/>
                <a:ext cx="203040" cy="270360"/>
              </p14:xfrm>
            </p:contentPart>
          </mc:Choice>
          <mc:Fallback xmlns="">
            <p:pic>
              <p:nvPicPr>
                <p:cNvPr id="29" name="Ink 28">
                  <a:extLst>
                    <a:ext uri="{FF2B5EF4-FFF2-40B4-BE49-F238E27FC236}">
                      <a16:creationId xmlns:a16="http://schemas.microsoft.com/office/drawing/2014/main" id="{F2127B07-684A-81D1-955B-C4311FB16C3F}"/>
                    </a:ext>
                  </a:extLst>
                </p:cNvPr>
                <p:cNvPicPr/>
                <p:nvPr/>
              </p:nvPicPr>
              <p:blipFill>
                <a:blip r:embed="rId70"/>
                <a:stretch>
                  <a:fillRect/>
                </a:stretch>
              </p:blipFill>
              <p:spPr>
                <a:xfrm>
                  <a:off x="3998850" y="2462790"/>
                  <a:ext cx="21528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0" name="Ink 29">
                  <a:extLst>
                    <a:ext uri="{FF2B5EF4-FFF2-40B4-BE49-F238E27FC236}">
                      <a16:creationId xmlns:a16="http://schemas.microsoft.com/office/drawing/2014/main" id="{F0C4F5CB-4D6A-6C86-3E83-6B95BD0E88E1}"/>
                    </a:ext>
                  </a:extLst>
                </p14:cNvPr>
                <p14:cNvContentPartPr/>
                <p14:nvPr/>
              </p14:nvContentPartPr>
              <p14:xfrm>
                <a:off x="4199370" y="2543430"/>
                <a:ext cx="52920" cy="119520"/>
              </p14:xfrm>
            </p:contentPart>
          </mc:Choice>
          <mc:Fallback xmlns="">
            <p:pic>
              <p:nvPicPr>
                <p:cNvPr id="30" name="Ink 29">
                  <a:extLst>
                    <a:ext uri="{FF2B5EF4-FFF2-40B4-BE49-F238E27FC236}">
                      <a16:creationId xmlns:a16="http://schemas.microsoft.com/office/drawing/2014/main" id="{F0C4F5CB-4D6A-6C86-3E83-6B95BD0E88E1}"/>
                    </a:ext>
                  </a:extLst>
                </p:cNvPr>
                <p:cNvPicPr/>
                <p:nvPr/>
              </p:nvPicPr>
              <p:blipFill>
                <a:blip r:embed="rId72"/>
                <a:stretch>
                  <a:fillRect/>
                </a:stretch>
              </p:blipFill>
              <p:spPr>
                <a:xfrm>
                  <a:off x="4193250" y="2537310"/>
                  <a:ext cx="651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1" name="Ink 30">
                  <a:extLst>
                    <a:ext uri="{FF2B5EF4-FFF2-40B4-BE49-F238E27FC236}">
                      <a16:creationId xmlns:a16="http://schemas.microsoft.com/office/drawing/2014/main" id="{A2B89FB5-E5B6-6731-ACBE-3E7FFA3D49B8}"/>
                    </a:ext>
                  </a:extLst>
                </p14:cNvPr>
                <p14:cNvContentPartPr/>
                <p14:nvPr/>
              </p14:nvContentPartPr>
              <p14:xfrm>
                <a:off x="4323570" y="2477190"/>
                <a:ext cx="22320" cy="10080"/>
              </p14:xfrm>
            </p:contentPart>
          </mc:Choice>
          <mc:Fallback xmlns="">
            <p:pic>
              <p:nvPicPr>
                <p:cNvPr id="31" name="Ink 30">
                  <a:extLst>
                    <a:ext uri="{FF2B5EF4-FFF2-40B4-BE49-F238E27FC236}">
                      <a16:creationId xmlns:a16="http://schemas.microsoft.com/office/drawing/2014/main" id="{A2B89FB5-E5B6-6731-ACBE-3E7FFA3D49B8}"/>
                    </a:ext>
                  </a:extLst>
                </p:cNvPr>
                <p:cNvPicPr/>
                <p:nvPr/>
              </p:nvPicPr>
              <p:blipFill>
                <a:blip r:embed="rId74"/>
                <a:stretch>
                  <a:fillRect/>
                </a:stretch>
              </p:blipFill>
              <p:spPr>
                <a:xfrm>
                  <a:off x="4317450" y="2471070"/>
                  <a:ext cx="3456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32" name="Ink 31">
                  <a:extLst>
                    <a:ext uri="{FF2B5EF4-FFF2-40B4-BE49-F238E27FC236}">
                      <a16:creationId xmlns:a16="http://schemas.microsoft.com/office/drawing/2014/main" id="{24577D7B-4C9A-D776-FA8E-A0C548CD7CA2}"/>
                    </a:ext>
                  </a:extLst>
                </p14:cNvPr>
                <p14:cNvContentPartPr/>
                <p14:nvPr/>
              </p14:nvContentPartPr>
              <p14:xfrm>
                <a:off x="4330050" y="2537670"/>
                <a:ext cx="141120" cy="127440"/>
              </p14:xfrm>
            </p:contentPart>
          </mc:Choice>
          <mc:Fallback xmlns="">
            <p:pic>
              <p:nvPicPr>
                <p:cNvPr id="32" name="Ink 31">
                  <a:extLst>
                    <a:ext uri="{FF2B5EF4-FFF2-40B4-BE49-F238E27FC236}">
                      <a16:creationId xmlns:a16="http://schemas.microsoft.com/office/drawing/2014/main" id="{24577D7B-4C9A-D776-FA8E-A0C548CD7CA2}"/>
                    </a:ext>
                  </a:extLst>
                </p:cNvPr>
                <p:cNvPicPr/>
                <p:nvPr/>
              </p:nvPicPr>
              <p:blipFill>
                <a:blip r:embed="rId76"/>
                <a:stretch>
                  <a:fillRect/>
                </a:stretch>
              </p:blipFill>
              <p:spPr>
                <a:xfrm>
                  <a:off x="4323930" y="2531550"/>
                  <a:ext cx="15336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33" name="Ink 32">
                  <a:extLst>
                    <a:ext uri="{FF2B5EF4-FFF2-40B4-BE49-F238E27FC236}">
                      <a16:creationId xmlns:a16="http://schemas.microsoft.com/office/drawing/2014/main" id="{798A5A2A-B06A-9412-22BF-BD894E4F59DB}"/>
                    </a:ext>
                  </a:extLst>
                </p14:cNvPr>
                <p14:cNvContentPartPr/>
                <p14:nvPr/>
              </p14:nvContentPartPr>
              <p14:xfrm>
                <a:off x="4513290" y="2427150"/>
                <a:ext cx="355680" cy="288360"/>
              </p14:xfrm>
            </p:contentPart>
          </mc:Choice>
          <mc:Fallback xmlns="">
            <p:pic>
              <p:nvPicPr>
                <p:cNvPr id="33" name="Ink 32">
                  <a:extLst>
                    <a:ext uri="{FF2B5EF4-FFF2-40B4-BE49-F238E27FC236}">
                      <a16:creationId xmlns:a16="http://schemas.microsoft.com/office/drawing/2014/main" id="{798A5A2A-B06A-9412-22BF-BD894E4F59DB}"/>
                    </a:ext>
                  </a:extLst>
                </p:cNvPr>
                <p:cNvPicPr/>
                <p:nvPr/>
              </p:nvPicPr>
              <p:blipFill>
                <a:blip r:embed="rId78"/>
                <a:stretch>
                  <a:fillRect/>
                </a:stretch>
              </p:blipFill>
              <p:spPr>
                <a:xfrm>
                  <a:off x="4507170" y="2421030"/>
                  <a:ext cx="36792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34" name="Ink 33">
                  <a:extLst>
                    <a:ext uri="{FF2B5EF4-FFF2-40B4-BE49-F238E27FC236}">
                      <a16:creationId xmlns:a16="http://schemas.microsoft.com/office/drawing/2014/main" id="{7281F418-8EA3-0694-ABA8-69F961D2621E}"/>
                    </a:ext>
                  </a:extLst>
                </p14:cNvPr>
                <p14:cNvContentPartPr/>
                <p14:nvPr/>
              </p14:nvContentPartPr>
              <p14:xfrm>
                <a:off x="4101810" y="2742510"/>
                <a:ext cx="409680" cy="80280"/>
              </p14:xfrm>
            </p:contentPart>
          </mc:Choice>
          <mc:Fallback xmlns="">
            <p:pic>
              <p:nvPicPr>
                <p:cNvPr id="34" name="Ink 33">
                  <a:extLst>
                    <a:ext uri="{FF2B5EF4-FFF2-40B4-BE49-F238E27FC236}">
                      <a16:creationId xmlns:a16="http://schemas.microsoft.com/office/drawing/2014/main" id="{7281F418-8EA3-0694-ABA8-69F961D2621E}"/>
                    </a:ext>
                  </a:extLst>
                </p:cNvPr>
                <p:cNvPicPr/>
                <p:nvPr/>
              </p:nvPicPr>
              <p:blipFill>
                <a:blip r:embed="rId80"/>
                <a:stretch>
                  <a:fillRect/>
                </a:stretch>
              </p:blipFill>
              <p:spPr>
                <a:xfrm>
                  <a:off x="4095690" y="2736390"/>
                  <a:ext cx="42192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3" name="Ink 52">
                  <a:extLst>
                    <a:ext uri="{FF2B5EF4-FFF2-40B4-BE49-F238E27FC236}">
                      <a16:creationId xmlns:a16="http://schemas.microsoft.com/office/drawing/2014/main" id="{EB615AED-81C0-B638-1663-27A7E5597FE7}"/>
                    </a:ext>
                  </a:extLst>
                </p14:cNvPr>
                <p14:cNvContentPartPr/>
                <p14:nvPr/>
              </p14:nvContentPartPr>
              <p14:xfrm>
                <a:off x="1797810" y="1862310"/>
                <a:ext cx="1272960" cy="313200"/>
              </p14:xfrm>
            </p:contentPart>
          </mc:Choice>
          <mc:Fallback xmlns="">
            <p:pic>
              <p:nvPicPr>
                <p:cNvPr id="53" name="Ink 52">
                  <a:extLst>
                    <a:ext uri="{FF2B5EF4-FFF2-40B4-BE49-F238E27FC236}">
                      <a16:creationId xmlns:a16="http://schemas.microsoft.com/office/drawing/2014/main" id="{EB615AED-81C0-B638-1663-27A7E5597FE7}"/>
                    </a:ext>
                  </a:extLst>
                </p:cNvPr>
                <p:cNvPicPr/>
                <p:nvPr/>
              </p:nvPicPr>
              <p:blipFill>
                <a:blip r:embed="rId82"/>
                <a:stretch>
                  <a:fillRect/>
                </a:stretch>
              </p:blipFill>
              <p:spPr>
                <a:xfrm>
                  <a:off x="1791690" y="1856190"/>
                  <a:ext cx="128520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4" name="Ink 53">
                  <a:extLst>
                    <a:ext uri="{FF2B5EF4-FFF2-40B4-BE49-F238E27FC236}">
                      <a16:creationId xmlns:a16="http://schemas.microsoft.com/office/drawing/2014/main" id="{66463E94-EF69-74AF-E62D-D8A59410EA4B}"/>
                    </a:ext>
                  </a:extLst>
                </p14:cNvPr>
                <p14:cNvContentPartPr/>
                <p14:nvPr/>
              </p14:nvContentPartPr>
              <p14:xfrm>
                <a:off x="3183090" y="1918470"/>
                <a:ext cx="162720" cy="94320"/>
              </p14:xfrm>
            </p:contentPart>
          </mc:Choice>
          <mc:Fallback xmlns="">
            <p:pic>
              <p:nvPicPr>
                <p:cNvPr id="54" name="Ink 53">
                  <a:extLst>
                    <a:ext uri="{FF2B5EF4-FFF2-40B4-BE49-F238E27FC236}">
                      <a16:creationId xmlns:a16="http://schemas.microsoft.com/office/drawing/2014/main" id="{66463E94-EF69-74AF-E62D-D8A59410EA4B}"/>
                    </a:ext>
                  </a:extLst>
                </p:cNvPr>
                <p:cNvPicPr/>
                <p:nvPr/>
              </p:nvPicPr>
              <p:blipFill>
                <a:blip r:embed="rId84"/>
                <a:stretch>
                  <a:fillRect/>
                </a:stretch>
              </p:blipFill>
              <p:spPr>
                <a:xfrm>
                  <a:off x="3176970" y="1912350"/>
                  <a:ext cx="17496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5" name="Ink 54">
                  <a:extLst>
                    <a:ext uri="{FF2B5EF4-FFF2-40B4-BE49-F238E27FC236}">
                      <a16:creationId xmlns:a16="http://schemas.microsoft.com/office/drawing/2014/main" id="{5664114E-705E-5616-3BD3-B24F3290BC4A}"/>
                    </a:ext>
                  </a:extLst>
                </p14:cNvPr>
                <p14:cNvContentPartPr/>
                <p14:nvPr/>
              </p14:nvContentPartPr>
              <p14:xfrm>
                <a:off x="3517530" y="1773390"/>
                <a:ext cx="97560" cy="160920"/>
              </p14:xfrm>
            </p:contentPart>
          </mc:Choice>
          <mc:Fallback xmlns="">
            <p:pic>
              <p:nvPicPr>
                <p:cNvPr id="55" name="Ink 54">
                  <a:extLst>
                    <a:ext uri="{FF2B5EF4-FFF2-40B4-BE49-F238E27FC236}">
                      <a16:creationId xmlns:a16="http://schemas.microsoft.com/office/drawing/2014/main" id="{5664114E-705E-5616-3BD3-B24F3290BC4A}"/>
                    </a:ext>
                  </a:extLst>
                </p:cNvPr>
                <p:cNvPicPr/>
                <p:nvPr/>
              </p:nvPicPr>
              <p:blipFill>
                <a:blip r:embed="rId86"/>
                <a:stretch>
                  <a:fillRect/>
                </a:stretch>
              </p:blipFill>
              <p:spPr>
                <a:xfrm>
                  <a:off x="3511410" y="1767270"/>
                  <a:ext cx="10980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6" name="Ink 55">
                  <a:extLst>
                    <a:ext uri="{FF2B5EF4-FFF2-40B4-BE49-F238E27FC236}">
                      <a16:creationId xmlns:a16="http://schemas.microsoft.com/office/drawing/2014/main" id="{C13DC44D-DA1A-17B6-2A56-0C9C0B5C3847}"/>
                    </a:ext>
                  </a:extLst>
                </p14:cNvPr>
                <p14:cNvContentPartPr/>
                <p14:nvPr/>
              </p14:nvContentPartPr>
              <p14:xfrm>
                <a:off x="3554970" y="1902990"/>
                <a:ext cx="153360" cy="29520"/>
              </p14:xfrm>
            </p:contentPart>
          </mc:Choice>
          <mc:Fallback xmlns="">
            <p:pic>
              <p:nvPicPr>
                <p:cNvPr id="56" name="Ink 55">
                  <a:extLst>
                    <a:ext uri="{FF2B5EF4-FFF2-40B4-BE49-F238E27FC236}">
                      <a16:creationId xmlns:a16="http://schemas.microsoft.com/office/drawing/2014/main" id="{C13DC44D-DA1A-17B6-2A56-0C9C0B5C3847}"/>
                    </a:ext>
                  </a:extLst>
                </p:cNvPr>
                <p:cNvPicPr/>
                <p:nvPr/>
              </p:nvPicPr>
              <p:blipFill>
                <a:blip r:embed="rId88"/>
                <a:stretch>
                  <a:fillRect/>
                </a:stretch>
              </p:blipFill>
              <p:spPr>
                <a:xfrm>
                  <a:off x="3548850" y="1896870"/>
                  <a:ext cx="165600" cy="41760"/>
                </a:xfrm>
                <a:prstGeom prst="rect">
                  <a:avLst/>
                </a:prstGeom>
              </p:spPr>
            </p:pic>
          </mc:Fallback>
        </mc:AlternateContent>
      </p:grpSp>
      <p:grpSp>
        <p:nvGrpSpPr>
          <p:cNvPr id="7189" name="Group 7188">
            <a:extLst>
              <a:ext uri="{FF2B5EF4-FFF2-40B4-BE49-F238E27FC236}">
                <a16:creationId xmlns:a16="http://schemas.microsoft.com/office/drawing/2014/main" id="{8BB5E495-9299-171C-D1B9-F621705B30A0}"/>
              </a:ext>
            </a:extLst>
          </p:cNvPr>
          <p:cNvGrpSpPr/>
          <p:nvPr/>
        </p:nvGrpSpPr>
        <p:grpSpPr>
          <a:xfrm>
            <a:off x="6967770" y="4842390"/>
            <a:ext cx="1033920" cy="330120"/>
            <a:chOff x="6967770" y="4842390"/>
            <a:chExt cx="1033920" cy="330120"/>
          </a:xfrm>
        </p:grpSpPr>
        <mc:AlternateContent xmlns:mc="http://schemas.openxmlformats.org/markup-compatibility/2006" xmlns:p14="http://schemas.microsoft.com/office/powerpoint/2010/main">
          <mc:Choice Requires="p14">
            <p:contentPart p14:bwMode="auto" r:id="rId89">
              <p14:nvContentPartPr>
                <p14:cNvPr id="58" name="Ink 57">
                  <a:extLst>
                    <a:ext uri="{FF2B5EF4-FFF2-40B4-BE49-F238E27FC236}">
                      <a16:creationId xmlns:a16="http://schemas.microsoft.com/office/drawing/2014/main" id="{22555458-1C32-6034-88B6-C1B2A47355D1}"/>
                    </a:ext>
                  </a:extLst>
                </p14:cNvPr>
                <p14:cNvContentPartPr/>
                <p14:nvPr/>
              </p14:nvContentPartPr>
              <p14:xfrm>
                <a:off x="7786050" y="4842390"/>
                <a:ext cx="215640" cy="92160"/>
              </p14:xfrm>
            </p:contentPart>
          </mc:Choice>
          <mc:Fallback xmlns="">
            <p:pic>
              <p:nvPicPr>
                <p:cNvPr id="58" name="Ink 57">
                  <a:extLst>
                    <a:ext uri="{FF2B5EF4-FFF2-40B4-BE49-F238E27FC236}">
                      <a16:creationId xmlns:a16="http://schemas.microsoft.com/office/drawing/2014/main" id="{22555458-1C32-6034-88B6-C1B2A47355D1}"/>
                    </a:ext>
                  </a:extLst>
                </p:cNvPr>
                <p:cNvPicPr/>
                <p:nvPr/>
              </p:nvPicPr>
              <p:blipFill>
                <a:blip r:embed="rId90"/>
                <a:stretch>
                  <a:fillRect/>
                </a:stretch>
              </p:blipFill>
              <p:spPr>
                <a:xfrm>
                  <a:off x="7779930" y="4836270"/>
                  <a:ext cx="22788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9" name="Ink 58">
                  <a:extLst>
                    <a:ext uri="{FF2B5EF4-FFF2-40B4-BE49-F238E27FC236}">
                      <a16:creationId xmlns:a16="http://schemas.microsoft.com/office/drawing/2014/main" id="{DC69EED6-A0A9-5D92-BD85-08BA6D1887C6}"/>
                    </a:ext>
                  </a:extLst>
                </p14:cNvPr>
                <p14:cNvContentPartPr/>
                <p14:nvPr/>
              </p14:nvContentPartPr>
              <p14:xfrm>
                <a:off x="6967770" y="5053710"/>
                <a:ext cx="88560" cy="118800"/>
              </p14:xfrm>
            </p:contentPart>
          </mc:Choice>
          <mc:Fallback xmlns="">
            <p:pic>
              <p:nvPicPr>
                <p:cNvPr id="59" name="Ink 58">
                  <a:extLst>
                    <a:ext uri="{FF2B5EF4-FFF2-40B4-BE49-F238E27FC236}">
                      <a16:creationId xmlns:a16="http://schemas.microsoft.com/office/drawing/2014/main" id="{DC69EED6-A0A9-5D92-BD85-08BA6D1887C6}"/>
                    </a:ext>
                  </a:extLst>
                </p:cNvPr>
                <p:cNvPicPr/>
                <p:nvPr/>
              </p:nvPicPr>
              <p:blipFill>
                <a:blip r:embed="rId92"/>
                <a:stretch>
                  <a:fillRect/>
                </a:stretch>
              </p:blipFill>
              <p:spPr>
                <a:xfrm>
                  <a:off x="6961650" y="5047590"/>
                  <a:ext cx="10080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0" name="Ink 59">
                  <a:extLst>
                    <a:ext uri="{FF2B5EF4-FFF2-40B4-BE49-F238E27FC236}">
                      <a16:creationId xmlns:a16="http://schemas.microsoft.com/office/drawing/2014/main" id="{208FCDA3-AC71-E1FB-F29D-CE47A0F474FC}"/>
                    </a:ext>
                  </a:extLst>
                </p14:cNvPr>
                <p14:cNvContentPartPr/>
                <p14:nvPr/>
              </p14:nvContentPartPr>
              <p14:xfrm>
                <a:off x="6995490" y="5051190"/>
                <a:ext cx="178560" cy="27720"/>
              </p14:xfrm>
            </p:contentPart>
          </mc:Choice>
          <mc:Fallback xmlns="">
            <p:pic>
              <p:nvPicPr>
                <p:cNvPr id="60" name="Ink 59">
                  <a:extLst>
                    <a:ext uri="{FF2B5EF4-FFF2-40B4-BE49-F238E27FC236}">
                      <a16:creationId xmlns:a16="http://schemas.microsoft.com/office/drawing/2014/main" id="{208FCDA3-AC71-E1FB-F29D-CE47A0F474FC}"/>
                    </a:ext>
                  </a:extLst>
                </p:cNvPr>
                <p:cNvPicPr/>
                <p:nvPr/>
              </p:nvPicPr>
              <p:blipFill>
                <a:blip r:embed="rId94"/>
                <a:stretch>
                  <a:fillRect/>
                </a:stretch>
              </p:blipFill>
              <p:spPr>
                <a:xfrm>
                  <a:off x="6989370" y="5045070"/>
                  <a:ext cx="19080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1" name="Ink 60">
                  <a:extLst>
                    <a:ext uri="{FF2B5EF4-FFF2-40B4-BE49-F238E27FC236}">
                      <a16:creationId xmlns:a16="http://schemas.microsoft.com/office/drawing/2014/main" id="{6DD8591D-81F9-0E07-03D2-A0D653D31742}"/>
                    </a:ext>
                  </a:extLst>
                </p14:cNvPr>
                <p14:cNvContentPartPr/>
                <p14:nvPr/>
              </p14:nvContentPartPr>
              <p14:xfrm>
                <a:off x="7192410" y="5064870"/>
                <a:ext cx="103320" cy="78480"/>
              </p14:xfrm>
            </p:contentPart>
          </mc:Choice>
          <mc:Fallback xmlns="">
            <p:pic>
              <p:nvPicPr>
                <p:cNvPr id="61" name="Ink 60">
                  <a:extLst>
                    <a:ext uri="{FF2B5EF4-FFF2-40B4-BE49-F238E27FC236}">
                      <a16:creationId xmlns:a16="http://schemas.microsoft.com/office/drawing/2014/main" id="{6DD8591D-81F9-0E07-03D2-A0D653D31742}"/>
                    </a:ext>
                  </a:extLst>
                </p:cNvPr>
                <p:cNvPicPr/>
                <p:nvPr/>
              </p:nvPicPr>
              <p:blipFill>
                <a:blip r:embed="rId96"/>
                <a:stretch>
                  <a:fillRect/>
                </a:stretch>
              </p:blipFill>
              <p:spPr>
                <a:xfrm>
                  <a:off x="7186290" y="5058750"/>
                  <a:ext cx="11556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2" name="Ink 61">
                  <a:extLst>
                    <a:ext uri="{FF2B5EF4-FFF2-40B4-BE49-F238E27FC236}">
                      <a16:creationId xmlns:a16="http://schemas.microsoft.com/office/drawing/2014/main" id="{5AFF50D7-4761-5F6C-4F18-9412E222C46A}"/>
                    </a:ext>
                  </a:extLst>
                </p14:cNvPr>
                <p14:cNvContentPartPr/>
                <p14:nvPr/>
              </p14:nvContentPartPr>
              <p14:xfrm>
                <a:off x="7161090" y="5072790"/>
                <a:ext cx="197280" cy="33840"/>
              </p14:xfrm>
            </p:contentPart>
          </mc:Choice>
          <mc:Fallback xmlns="">
            <p:pic>
              <p:nvPicPr>
                <p:cNvPr id="62" name="Ink 61">
                  <a:extLst>
                    <a:ext uri="{FF2B5EF4-FFF2-40B4-BE49-F238E27FC236}">
                      <a16:creationId xmlns:a16="http://schemas.microsoft.com/office/drawing/2014/main" id="{5AFF50D7-4761-5F6C-4F18-9412E222C46A}"/>
                    </a:ext>
                  </a:extLst>
                </p:cNvPr>
                <p:cNvPicPr/>
                <p:nvPr/>
              </p:nvPicPr>
              <p:blipFill>
                <a:blip r:embed="rId98"/>
                <a:stretch>
                  <a:fillRect/>
                </a:stretch>
              </p:blipFill>
              <p:spPr>
                <a:xfrm>
                  <a:off x="7154970" y="5066670"/>
                  <a:ext cx="20952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3" name="Ink 62">
                  <a:extLst>
                    <a:ext uri="{FF2B5EF4-FFF2-40B4-BE49-F238E27FC236}">
                      <a16:creationId xmlns:a16="http://schemas.microsoft.com/office/drawing/2014/main" id="{D73CD7A0-70BA-EDA4-8624-EA14A86392F0}"/>
                    </a:ext>
                  </a:extLst>
                </p14:cNvPr>
                <p14:cNvContentPartPr/>
                <p14:nvPr/>
              </p14:nvContentPartPr>
              <p14:xfrm>
                <a:off x="7476810" y="5018070"/>
                <a:ext cx="178560" cy="118080"/>
              </p14:xfrm>
            </p:contentPart>
          </mc:Choice>
          <mc:Fallback xmlns="">
            <p:pic>
              <p:nvPicPr>
                <p:cNvPr id="63" name="Ink 62">
                  <a:extLst>
                    <a:ext uri="{FF2B5EF4-FFF2-40B4-BE49-F238E27FC236}">
                      <a16:creationId xmlns:a16="http://schemas.microsoft.com/office/drawing/2014/main" id="{D73CD7A0-70BA-EDA4-8624-EA14A86392F0}"/>
                    </a:ext>
                  </a:extLst>
                </p:cNvPr>
                <p:cNvPicPr/>
                <p:nvPr/>
              </p:nvPicPr>
              <p:blipFill>
                <a:blip r:embed="rId100"/>
                <a:stretch>
                  <a:fillRect/>
                </a:stretch>
              </p:blipFill>
              <p:spPr>
                <a:xfrm>
                  <a:off x="7470690" y="5011950"/>
                  <a:ext cx="19080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168" name="Ink 7167">
                  <a:extLst>
                    <a:ext uri="{FF2B5EF4-FFF2-40B4-BE49-F238E27FC236}">
                      <a16:creationId xmlns:a16="http://schemas.microsoft.com/office/drawing/2014/main" id="{714A7F74-B134-48F4-F8FA-1A018990EADC}"/>
                    </a:ext>
                  </a:extLst>
                </p14:cNvPr>
                <p14:cNvContentPartPr/>
                <p14:nvPr/>
              </p14:nvContentPartPr>
              <p14:xfrm>
                <a:off x="7567530" y="4996470"/>
                <a:ext cx="191160" cy="33480"/>
              </p14:xfrm>
            </p:contentPart>
          </mc:Choice>
          <mc:Fallback xmlns="">
            <p:pic>
              <p:nvPicPr>
                <p:cNvPr id="7168" name="Ink 7167">
                  <a:extLst>
                    <a:ext uri="{FF2B5EF4-FFF2-40B4-BE49-F238E27FC236}">
                      <a16:creationId xmlns:a16="http://schemas.microsoft.com/office/drawing/2014/main" id="{714A7F74-B134-48F4-F8FA-1A018990EADC}"/>
                    </a:ext>
                  </a:extLst>
                </p:cNvPr>
                <p:cNvPicPr/>
                <p:nvPr/>
              </p:nvPicPr>
              <p:blipFill>
                <a:blip r:embed="rId102"/>
                <a:stretch>
                  <a:fillRect/>
                </a:stretch>
              </p:blipFill>
              <p:spPr>
                <a:xfrm>
                  <a:off x="7561410" y="4990350"/>
                  <a:ext cx="203400" cy="45720"/>
                </a:xfrm>
                <a:prstGeom prst="rect">
                  <a:avLst/>
                </a:prstGeom>
              </p:spPr>
            </p:pic>
          </mc:Fallback>
        </mc:AlternateContent>
      </p:grpSp>
      <p:grpSp>
        <p:nvGrpSpPr>
          <p:cNvPr id="7188" name="Group 7187">
            <a:extLst>
              <a:ext uri="{FF2B5EF4-FFF2-40B4-BE49-F238E27FC236}">
                <a16:creationId xmlns:a16="http://schemas.microsoft.com/office/drawing/2014/main" id="{8E6E4602-0574-7186-19C4-91AC86169D07}"/>
              </a:ext>
            </a:extLst>
          </p:cNvPr>
          <p:cNvGrpSpPr/>
          <p:nvPr/>
        </p:nvGrpSpPr>
        <p:grpSpPr>
          <a:xfrm>
            <a:off x="8295450" y="4480950"/>
            <a:ext cx="1253520" cy="573120"/>
            <a:chOff x="8295450" y="4480950"/>
            <a:chExt cx="1253520" cy="573120"/>
          </a:xfrm>
        </p:grpSpPr>
        <mc:AlternateContent xmlns:mc="http://schemas.openxmlformats.org/markup-compatibility/2006" xmlns:p14="http://schemas.microsoft.com/office/powerpoint/2010/main">
          <mc:Choice Requires="p14">
            <p:contentPart p14:bwMode="auto" r:id="rId103">
              <p14:nvContentPartPr>
                <p14:cNvPr id="7169" name="Ink 7168">
                  <a:extLst>
                    <a:ext uri="{FF2B5EF4-FFF2-40B4-BE49-F238E27FC236}">
                      <a16:creationId xmlns:a16="http://schemas.microsoft.com/office/drawing/2014/main" id="{4A3C18B7-370A-29EF-CF7D-4C648F7E2811}"/>
                    </a:ext>
                  </a:extLst>
                </p14:cNvPr>
                <p14:cNvContentPartPr/>
                <p14:nvPr/>
              </p14:nvContentPartPr>
              <p14:xfrm>
                <a:off x="8360970" y="4664550"/>
                <a:ext cx="75240" cy="164520"/>
              </p14:xfrm>
            </p:contentPart>
          </mc:Choice>
          <mc:Fallback xmlns="">
            <p:pic>
              <p:nvPicPr>
                <p:cNvPr id="7169" name="Ink 7168">
                  <a:extLst>
                    <a:ext uri="{FF2B5EF4-FFF2-40B4-BE49-F238E27FC236}">
                      <a16:creationId xmlns:a16="http://schemas.microsoft.com/office/drawing/2014/main" id="{4A3C18B7-370A-29EF-CF7D-4C648F7E2811}"/>
                    </a:ext>
                  </a:extLst>
                </p:cNvPr>
                <p:cNvPicPr/>
                <p:nvPr/>
              </p:nvPicPr>
              <p:blipFill>
                <a:blip r:embed="rId104"/>
                <a:stretch>
                  <a:fillRect/>
                </a:stretch>
              </p:blipFill>
              <p:spPr>
                <a:xfrm>
                  <a:off x="8354850" y="4658430"/>
                  <a:ext cx="8748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171" name="Ink 7170">
                  <a:extLst>
                    <a:ext uri="{FF2B5EF4-FFF2-40B4-BE49-F238E27FC236}">
                      <a16:creationId xmlns:a16="http://schemas.microsoft.com/office/drawing/2014/main" id="{D6D0B269-87F6-B6F0-4555-409C38D08E85}"/>
                    </a:ext>
                  </a:extLst>
                </p14:cNvPr>
                <p14:cNvContentPartPr/>
                <p14:nvPr/>
              </p14:nvContentPartPr>
              <p14:xfrm>
                <a:off x="8295450" y="4910790"/>
                <a:ext cx="153360" cy="119880"/>
              </p14:xfrm>
            </p:contentPart>
          </mc:Choice>
          <mc:Fallback xmlns="">
            <p:pic>
              <p:nvPicPr>
                <p:cNvPr id="7171" name="Ink 7170">
                  <a:extLst>
                    <a:ext uri="{FF2B5EF4-FFF2-40B4-BE49-F238E27FC236}">
                      <a16:creationId xmlns:a16="http://schemas.microsoft.com/office/drawing/2014/main" id="{D6D0B269-87F6-B6F0-4555-409C38D08E85}"/>
                    </a:ext>
                  </a:extLst>
                </p:cNvPr>
                <p:cNvPicPr/>
                <p:nvPr/>
              </p:nvPicPr>
              <p:blipFill>
                <a:blip r:embed="rId106"/>
                <a:stretch>
                  <a:fillRect/>
                </a:stretch>
              </p:blipFill>
              <p:spPr>
                <a:xfrm>
                  <a:off x="8289330" y="4904670"/>
                  <a:ext cx="1656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172" name="Ink 7171">
                  <a:extLst>
                    <a:ext uri="{FF2B5EF4-FFF2-40B4-BE49-F238E27FC236}">
                      <a16:creationId xmlns:a16="http://schemas.microsoft.com/office/drawing/2014/main" id="{ACEF201C-5174-2C65-F70A-81BB28652F45}"/>
                    </a:ext>
                  </a:extLst>
                </p14:cNvPr>
                <p14:cNvContentPartPr/>
                <p14:nvPr/>
              </p14:nvContentPartPr>
              <p14:xfrm>
                <a:off x="8304810" y="4916550"/>
                <a:ext cx="147240" cy="23760"/>
              </p14:xfrm>
            </p:contentPart>
          </mc:Choice>
          <mc:Fallback xmlns="">
            <p:pic>
              <p:nvPicPr>
                <p:cNvPr id="7172" name="Ink 7171">
                  <a:extLst>
                    <a:ext uri="{FF2B5EF4-FFF2-40B4-BE49-F238E27FC236}">
                      <a16:creationId xmlns:a16="http://schemas.microsoft.com/office/drawing/2014/main" id="{ACEF201C-5174-2C65-F70A-81BB28652F45}"/>
                    </a:ext>
                  </a:extLst>
                </p:cNvPr>
                <p:cNvPicPr/>
                <p:nvPr/>
              </p:nvPicPr>
              <p:blipFill>
                <a:blip r:embed="rId108"/>
                <a:stretch>
                  <a:fillRect/>
                </a:stretch>
              </p:blipFill>
              <p:spPr>
                <a:xfrm>
                  <a:off x="8298690" y="4910430"/>
                  <a:ext cx="159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173" name="Ink 7172">
                  <a:extLst>
                    <a:ext uri="{FF2B5EF4-FFF2-40B4-BE49-F238E27FC236}">
                      <a16:creationId xmlns:a16="http://schemas.microsoft.com/office/drawing/2014/main" id="{3C2FBB64-3F4E-EA54-7794-7E7D7F863F34}"/>
                    </a:ext>
                  </a:extLst>
                </p14:cNvPr>
                <p14:cNvContentPartPr/>
                <p14:nvPr/>
              </p14:nvContentPartPr>
              <p14:xfrm>
                <a:off x="8432970" y="4926270"/>
                <a:ext cx="60480" cy="88920"/>
              </p14:xfrm>
            </p:contentPart>
          </mc:Choice>
          <mc:Fallback xmlns="">
            <p:pic>
              <p:nvPicPr>
                <p:cNvPr id="7173" name="Ink 7172">
                  <a:extLst>
                    <a:ext uri="{FF2B5EF4-FFF2-40B4-BE49-F238E27FC236}">
                      <a16:creationId xmlns:a16="http://schemas.microsoft.com/office/drawing/2014/main" id="{3C2FBB64-3F4E-EA54-7794-7E7D7F863F34}"/>
                    </a:ext>
                  </a:extLst>
                </p:cNvPr>
                <p:cNvPicPr/>
                <p:nvPr/>
              </p:nvPicPr>
              <p:blipFill>
                <a:blip r:embed="rId110"/>
                <a:stretch>
                  <a:fillRect/>
                </a:stretch>
              </p:blipFill>
              <p:spPr>
                <a:xfrm>
                  <a:off x="8426850" y="4920150"/>
                  <a:ext cx="727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174" name="Ink 7173">
                  <a:extLst>
                    <a:ext uri="{FF2B5EF4-FFF2-40B4-BE49-F238E27FC236}">
                      <a16:creationId xmlns:a16="http://schemas.microsoft.com/office/drawing/2014/main" id="{E7C74040-8C93-26CD-C591-B1E0C37DA034}"/>
                    </a:ext>
                  </a:extLst>
                </p14:cNvPr>
                <p14:cNvContentPartPr/>
                <p14:nvPr/>
              </p14:nvContentPartPr>
              <p14:xfrm>
                <a:off x="8398770" y="4941750"/>
                <a:ext cx="128520" cy="34200"/>
              </p14:xfrm>
            </p:contentPart>
          </mc:Choice>
          <mc:Fallback xmlns="">
            <p:pic>
              <p:nvPicPr>
                <p:cNvPr id="7174" name="Ink 7173">
                  <a:extLst>
                    <a:ext uri="{FF2B5EF4-FFF2-40B4-BE49-F238E27FC236}">
                      <a16:creationId xmlns:a16="http://schemas.microsoft.com/office/drawing/2014/main" id="{E7C74040-8C93-26CD-C591-B1E0C37DA034}"/>
                    </a:ext>
                  </a:extLst>
                </p:cNvPr>
                <p:cNvPicPr/>
                <p:nvPr/>
              </p:nvPicPr>
              <p:blipFill>
                <a:blip r:embed="rId112"/>
                <a:stretch>
                  <a:fillRect/>
                </a:stretch>
              </p:blipFill>
              <p:spPr>
                <a:xfrm>
                  <a:off x="8392650" y="4935630"/>
                  <a:ext cx="1407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175" name="Ink 7174">
                  <a:extLst>
                    <a:ext uri="{FF2B5EF4-FFF2-40B4-BE49-F238E27FC236}">
                      <a16:creationId xmlns:a16="http://schemas.microsoft.com/office/drawing/2014/main" id="{F44B4BFE-BF98-F8B1-4A1E-1EDAEE6CE45A}"/>
                    </a:ext>
                  </a:extLst>
                </p14:cNvPr>
                <p14:cNvContentPartPr/>
                <p14:nvPr/>
              </p14:nvContentPartPr>
              <p14:xfrm>
                <a:off x="8564370" y="4899270"/>
                <a:ext cx="141120" cy="154800"/>
              </p14:xfrm>
            </p:contentPart>
          </mc:Choice>
          <mc:Fallback xmlns="">
            <p:pic>
              <p:nvPicPr>
                <p:cNvPr id="7175" name="Ink 7174">
                  <a:extLst>
                    <a:ext uri="{FF2B5EF4-FFF2-40B4-BE49-F238E27FC236}">
                      <a16:creationId xmlns:a16="http://schemas.microsoft.com/office/drawing/2014/main" id="{F44B4BFE-BF98-F8B1-4A1E-1EDAEE6CE45A}"/>
                    </a:ext>
                  </a:extLst>
                </p:cNvPr>
                <p:cNvPicPr/>
                <p:nvPr/>
              </p:nvPicPr>
              <p:blipFill>
                <a:blip r:embed="rId114"/>
                <a:stretch>
                  <a:fillRect/>
                </a:stretch>
              </p:blipFill>
              <p:spPr>
                <a:xfrm>
                  <a:off x="8558250" y="4893150"/>
                  <a:ext cx="15336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176" name="Ink 7175">
                  <a:extLst>
                    <a:ext uri="{FF2B5EF4-FFF2-40B4-BE49-F238E27FC236}">
                      <a16:creationId xmlns:a16="http://schemas.microsoft.com/office/drawing/2014/main" id="{3BED131E-79B6-F721-8B98-6676C7861975}"/>
                    </a:ext>
                  </a:extLst>
                </p14:cNvPr>
                <p14:cNvContentPartPr/>
                <p14:nvPr/>
              </p14:nvContentPartPr>
              <p14:xfrm>
                <a:off x="8625930" y="4861830"/>
                <a:ext cx="163800" cy="52920"/>
              </p14:xfrm>
            </p:contentPart>
          </mc:Choice>
          <mc:Fallback xmlns="">
            <p:pic>
              <p:nvPicPr>
                <p:cNvPr id="7176" name="Ink 7175">
                  <a:extLst>
                    <a:ext uri="{FF2B5EF4-FFF2-40B4-BE49-F238E27FC236}">
                      <a16:creationId xmlns:a16="http://schemas.microsoft.com/office/drawing/2014/main" id="{3BED131E-79B6-F721-8B98-6676C7861975}"/>
                    </a:ext>
                  </a:extLst>
                </p:cNvPr>
                <p:cNvPicPr/>
                <p:nvPr/>
              </p:nvPicPr>
              <p:blipFill>
                <a:blip r:embed="rId116"/>
                <a:stretch>
                  <a:fillRect/>
                </a:stretch>
              </p:blipFill>
              <p:spPr>
                <a:xfrm>
                  <a:off x="8619810" y="4855710"/>
                  <a:ext cx="1760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177" name="Ink 7176">
                  <a:extLst>
                    <a:ext uri="{FF2B5EF4-FFF2-40B4-BE49-F238E27FC236}">
                      <a16:creationId xmlns:a16="http://schemas.microsoft.com/office/drawing/2014/main" id="{2505DB2C-029D-B1F8-13CF-36EA106299A1}"/>
                    </a:ext>
                  </a:extLst>
                </p14:cNvPr>
                <p14:cNvContentPartPr/>
                <p14:nvPr/>
              </p14:nvContentPartPr>
              <p14:xfrm>
                <a:off x="8629170" y="4480950"/>
                <a:ext cx="250920" cy="135000"/>
              </p14:xfrm>
            </p:contentPart>
          </mc:Choice>
          <mc:Fallback xmlns="">
            <p:pic>
              <p:nvPicPr>
                <p:cNvPr id="7177" name="Ink 7176">
                  <a:extLst>
                    <a:ext uri="{FF2B5EF4-FFF2-40B4-BE49-F238E27FC236}">
                      <a16:creationId xmlns:a16="http://schemas.microsoft.com/office/drawing/2014/main" id="{2505DB2C-029D-B1F8-13CF-36EA106299A1}"/>
                    </a:ext>
                  </a:extLst>
                </p:cNvPr>
                <p:cNvPicPr/>
                <p:nvPr/>
              </p:nvPicPr>
              <p:blipFill>
                <a:blip r:embed="rId118"/>
                <a:stretch>
                  <a:fillRect/>
                </a:stretch>
              </p:blipFill>
              <p:spPr>
                <a:xfrm>
                  <a:off x="8623050" y="4474830"/>
                  <a:ext cx="26316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178" name="Ink 7177">
                  <a:extLst>
                    <a:ext uri="{FF2B5EF4-FFF2-40B4-BE49-F238E27FC236}">
                      <a16:creationId xmlns:a16="http://schemas.microsoft.com/office/drawing/2014/main" id="{BFAFCDE6-A9C2-A9B0-4137-C45E29A7B224}"/>
                    </a:ext>
                  </a:extLst>
                </p14:cNvPr>
                <p14:cNvContentPartPr/>
                <p14:nvPr/>
              </p14:nvContentPartPr>
              <p14:xfrm>
                <a:off x="8998530" y="4631070"/>
                <a:ext cx="165960" cy="146880"/>
              </p14:xfrm>
            </p:contentPart>
          </mc:Choice>
          <mc:Fallback xmlns="">
            <p:pic>
              <p:nvPicPr>
                <p:cNvPr id="7178" name="Ink 7177">
                  <a:extLst>
                    <a:ext uri="{FF2B5EF4-FFF2-40B4-BE49-F238E27FC236}">
                      <a16:creationId xmlns:a16="http://schemas.microsoft.com/office/drawing/2014/main" id="{BFAFCDE6-A9C2-A9B0-4137-C45E29A7B224}"/>
                    </a:ext>
                  </a:extLst>
                </p:cNvPr>
                <p:cNvPicPr/>
                <p:nvPr/>
              </p:nvPicPr>
              <p:blipFill>
                <a:blip r:embed="rId120"/>
                <a:stretch>
                  <a:fillRect/>
                </a:stretch>
              </p:blipFill>
              <p:spPr>
                <a:xfrm>
                  <a:off x="8992410" y="4624950"/>
                  <a:ext cx="17820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179" name="Ink 7178">
                  <a:extLst>
                    <a:ext uri="{FF2B5EF4-FFF2-40B4-BE49-F238E27FC236}">
                      <a16:creationId xmlns:a16="http://schemas.microsoft.com/office/drawing/2014/main" id="{E483A9AF-BEB6-3FEB-2986-2363FFD10EB3}"/>
                    </a:ext>
                  </a:extLst>
                </p14:cNvPr>
                <p14:cNvContentPartPr/>
                <p14:nvPr/>
              </p14:nvContentPartPr>
              <p14:xfrm>
                <a:off x="8995290" y="4631430"/>
                <a:ext cx="237960" cy="27720"/>
              </p14:xfrm>
            </p:contentPart>
          </mc:Choice>
          <mc:Fallback xmlns="">
            <p:pic>
              <p:nvPicPr>
                <p:cNvPr id="7179" name="Ink 7178">
                  <a:extLst>
                    <a:ext uri="{FF2B5EF4-FFF2-40B4-BE49-F238E27FC236}">
                      <a16:creationId xmlns:a16="http://schemas.microsoft.com/office/drawing/2014/main" id="{E483A9AF-BEB6-3FEB-2986-2363FFD10EB3}"/>
                    </a:ext>
                  </a:extLst>
                </p:cNvPr>
                <p:cNvPicPr/>
                <p:nvPr/>
              </p:nvPicPr>
              <p:blipFill>
                <a:blip r:embed="rId122"/>
                <a:stretch>
                  <a:fillRect/>
                </a:stretch>
              </p:blipFill>
              <p:spPr>
                <a:xfrm>
                  <a:off x="8989170" y="4625310"/>
                  <a:ext cx="25020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180" name="Ink 7179">
                  <a:extLst>
                    <a:ext uri="{FF2B5EF4-FFF2-40B4-BE49-F238E27FC236}">
                      <a16:creationId xmlns:a16="http://schemas.microsoft.com/office/drawing/2014/main" id="{6D38185B-A0EA-CC5E-0727-4B315A909A97}"/>
                    </a:ext>
                  </a:extLst>
                </p14:cNvPr>
                <p14:cNvContentPartPr/>
                <p14:nvPr/>
              </p14:nvContentPartPr>
              <p14:xfrm>
                <a:off x="9182850" y="4623510"/>
                <a:ext cx="112680" cy="111600"/>
              </p14:xfrm>
            </p:contentPart>
          </mc:Choice>
          <mc:Fallback xmlns="">
            <p:pic>
              <p:nvPicPr>
                <p:cNvPr id="7180" name="Ink 7179">
                  <a:extLst>
                    <a:ext uri="{FF2B5EF4-FFF2-40B4-BE49-F238E27FC236}">
                      <a16:creationId xmlns:a16="http://schemas.microsoft.com/office/drawing/2014/main" id="{6D38185B-A0EA-CC5E-0727-4B315A909A97}"/>
                    </a:ext>
                  </a:extLst>
                </p:cNvPr>
                <p:cNvPicPr/>
                <p:nvPr/>
              </p:nvPicPr>
              <p:blipFill>
                <a:blip r:embed="rId124"/>
                <a:stretch>
                  <a:fillRect/>
                </a:stretch>
              </p:blipFill>
              <p:spPr>
                <a:xfrm>
                  <a:off x="9176730" y="4617390"/>
                  <a:ext cx="12492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181" name="Ink 7180">
                  <a:extLst>
                    <a:ext uri="{FF2B5EF4-FFF2-40B4-BE49-F238E27FC236}">
                      <a16:creationId xmlns:a16="http://schemas.microsoft.com/office/drawing/2014/main" id="{8AAC03B5-CD13-B8C7-B329-5D0C86401E86}"/>
                    </a:ext>
                  </a:extLst>
                </p14:cNvPr>
                <p14:cNvContentPartPr/>
                <p14:nvPr/>
              </p14:nvContentPartPr>
              <p14:xfrm>
                <a:off x="9173490" y="4646550"/>
                <a:ext cx="153720" cy="66960"/>
              </p14:xfrm>
            </p:contentPart>
          </mc:Choice>
          <mc:Fallback xmlns="">
            <p:pic>
              <p:nvPicPr>
                <p:cNvPr id="7181" name="Ink 7180">
                  <a:extLst>
                    <a:ext uri="{FF2B5EF4-FFF2-40B4-BE49-F238E27FC236}">
                      <a16:creationId xmlns:a16="http://schemas.microsoft.com/office/drawing/2014/main" id="{8AAC03B5-CD13-B8C7-B329-5D0C86401E86}"/>
                    </a:ext>
                  </a:extLst>
                </p:cNvPr>
                <p:cNvPicPr/>
                <p:nvPr/>
              </p:nvPicPr>
              <p:blipFill>
                <a:blip r:embed="rId126"/>
                <a:stretch>
                  <a:fillRect/>
                </a:stretch>
              </p:blipFill>
              <p:spPr>
                <a:xfrm>
                  <a:off x="9167370" y="4640430"/>
                  <a:ext cx="16596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182" name="Ink 7181">
                  <a:extLst>
                    <a:ext uri="{FF2B5EF4-FFF2-40B4-BE49-F238E27FC236}">
                      <a16:creationId xmlns:a16="http://schemas.microsoft.com/office/drawing/2014/main" id="{9BA3C306-31B3-2FAC-12D4-E72F2AF6B4F8}"/>
                    </a:ext>
                  </a:extLst>
                </p14:cNvPr>
                <p14:cNvContentPartPr/>
                <p14:nvPr/>
              </p14:nvContentPartPr>
              <p14:xfrm>
                <a:off x="9383010" y="4623870"/>
                <a:ext cx="100800" cy="127800"/>
              </p14:xfrm>
            </p:contentPart>
          </mc:Choice>
          <mc:Fallback xmlns="">
            <p:pic>
              <p:nvPicPr>
                <p:cNvPr id="7182" name="Ink 7181">
                  <a:extLst>
                    <a:ext uri="{FF2B5EF4-FFF2-40B4-BE49-F238E27FC236}">
                      <a16:creationId xmlns:a16="http://schemas.microsoft.com/office/drawing/2014/main" id="{9BA3C306-31B3-2FAC-12D4-E72F2AF6B4F8}"/>
                    </a:ext>
                  </a:extLst>
                </p:cNvPr>
                <p:cNvPicPr/>
                <p:nvPr/>
              </p:nvPicPr>
              <p:blipFill>
                <a:blip r:embed="rId128"/>
                <a:stretch>
                  <a:fillRect/>
                </a:stretch>
              </p:blipFill>
              <p:spPr>
                <a:xfrm>
                  <a:off x="9376890" y="4617750"/>
                  <a:ext cx="11304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183" name="Ink 7182">
                  <a:extLst>
                    <a:ext uri="{FF2B5EF4-FFF2-40B4-BE49-F238E27FC236}">
                      <a16:creationId xmlns:a16="http://schemas.microsoft.com/office/drawing/2014/main" id="{335C582A-07AD-BC9F-6D2B-AD1BA9050169}"/>
                    </a:ext>
                  </a:extLst>
                </p14:cNvPr>
                <p14:cNvContentPartPr/>
                <p14:nvPr/>
              </p14:nvContentPartPr>
              <p14:xfrm>
                <a:off x="9401730" y="4609830"/>
                <a:ext cx="147240" cy="31680"/>
              </p14:xfrm>
            </p:contentPart>
          </mc:Choice>
          <mc:Fallback xmlns="">
            <p:pic>
              <p:nvPicPr>
                <p:cNvPr id="7183" name="Ink 7182">
                  <a:extLst>
                    <a:ext uri="{FF2B5EF4-FFF2-40B4-BE49-F238E27FC236}">
                      <a16:creationId xmlns:a16="http://schemas.microsoft.com/office/drawing/2014/main" id="{335C582A-07AD-BC9F-6D2B-AD1BA9050169}"/>
                    </a:ext>
                  </a:extLst>
                </p:cNvPr>
                <p:cNvPicPr/>
                <p:nvPr/>
              </p:nvPicPr>
              <p:blipFill>
                <a:blip r:embed="rId130"/>
                <a:stretch>
                  <a:fillRect/>
                </a:stretch>
              </p:blipFill>
              <p:spPr>
                <a:xfrm>
                  <a:off x="9395610" y="4603710"/>
                  <a:ext cx="159480" cy="43920"/>
                </a:xfrm>
                <a:prstGeom prst="rect">
                  <a:avLst/>
                </a:prstGeom>
              </p:spPr>
            </p:pic>
          </mc:Fallback>
        </mc:AlternateContent>
      </p:grpSp>
      <p:grpSp>
        <p:nvGrpSpPr>
          <p:cNvPr id="7206" name="Group 7205">
            <a:extLst>
              <a:ext uri="{FF2B5EF4-FFF2-40B4-BE49-F238E27FC236}">
                <a16:creationId xmlns:a16="http://schemas.microsoft.com/office/drawing/2014/main" id="{D69206BE-288C-6A8C-7D93-47F56D138C1A}"/>
              </a:ext>
            </a:extLst>
          </p:cNvPr>
          <p:cNvGrpSpPr/>
          <p:nvPr/>
        </p:nvGrpSpPr>
        <p:grpSpPr>
          <a:xfrm>
            <a:off x="7289250" y="5334510"/>
            <a:ext cx="3031200" cy="400680"/>
            <a:chOff x="7289250" y="5334510"/>
            <a:chExt cx="3031200" cy="400680"/>
          </a:xfrm>
        </p:grpSpPr>
        <mc:AlternateContent xmlns:mc="http://schemas.openxmlformats.org/markup-compatibility/2006" xmlns:p14="http://schemas.microsoft.com/office/powerpoint/2010/main">
          <mc:Choice Requires="p14">
            <p:contentPart p14:bwMode="auto" r:id="rId131">
              <p14:nvContentPartPr>
                <p14:cNvPr id="7184" name="Ink 7183">
                  <a:extLst>
                    <a:ext uri="{FF2B5EF4-FFF2-40B4-BE49-F238E27FC236}">
                      <a16:creationId xmlns:a16="http://schemas.microsoft.com/office/drawing/2014/main" id="{C51973B3-C13F-0EAA-3358-0B25F9832ECC}"/>
                    </a:ext>
                  </a:extLst>
                </p14:cNvPr>
                <p14:cNvContentPartPr/>
                <p14:nvPr/>
              </p14:nvContentPartPr>
              <p14:xfrm>
                <a:off x="7289250" y="5590470"/>
                <a:ext cx="289080" cy="144720"/>
              </p14:xfrm>
            </p:contentPart>
          </mc:Choice>
          <mc:Fallback xmlns="">
            <p:pic>
              <p:nvPicPr>
                <p:cNvPr id="7184" name="Ink 7183">
                  <a:extLst>
                    <a:ext uri="{FF2B5EF4-FFF2-40B4-BE49-F238E27FC236}">
                      <a16:creationId xmlns:a16="http://schemas.microsoft.com/office/drawing/2014/main" id="{C51973B3-C13F-0EAA-3358-0B25F9832ECC}"/>
                    </a:ext>
                  </a:extLst>
                </p:cNvPr>
                <p:cNvPicPr/>
                <p:nvPr/>
              </p:nvPicPr>
              <p:blipFill>
                <a:blip r:embed="rId132"/>
                <a:stretch>
                  <a:fillRect/>
                </a:stretch>
              </p:blipFill>
              <p:spPr>
                <a:xfrm>
                  <a:off x="7283130" y="5584350"/>
                  <a:ext cx="3013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185" name="Ink 7184">
                  <a:extLst>
                    <a:ext uri="{FF2B5EF4-FFF2-40B4-BE49-F238E27FC236}">
                      <a16:creationId xmlns:a16="http://schemas.microsoft.com/office/drawing/2014/main" id="{136B939C-D5E9-DF9A-541E-31ACD5ADBECF}"/>
                    </a:ext>
                  </a:extLst>
                </p14:cNvPr>
                <p14:cNvContentPartPr/>
                <p14:nvPr/>
              </p14:nvContentPartPr>
              <p14:xfrm>
                <a:off x="7692810" y="5601630"/>
                <a:ext cx="490320" cy="122760"/>
              </p14:xfrm>
            </p:contentPart>
          </mc:Choice>
          <mc:Fallback xmlns="">
            <p:pic>
              <p:nvPicPr>
                <p:cNvPr id="7185" name="Ink 7184">
                  <a:extLst>
                    <a:ext uri="{FF2B5EF4-FFF2-40B4-BE49-F238E27FC236}">
                      <a16:creationId xmlns:a16="http://schemas.microsoft.com/office/drawing/2014/main" id="{136B939C-D5E9-DF9A-541E-31ACD5ADBECF}"/>
                    </a:ext>
                  </a:extLst>
                </p:cNvPr>
                <p:cNvPicPr/>
                <p:nvPr/>
              </p:nvPicPr>
              <p:blipFill>
                <a:blip r:embed="rId134"/>
                <a:stretch>
                  <a:fillRect/>
                </a:stretch>
              </p:blipFill>
              <p:spPr>
                <a:xfrm>
                  <a:off x="7686690" y="5595510"/>
                  <a:ext cx="5025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190" name="Ink 7189">
                  <a:extLst>
                    <a:ext uri="{FF2B5EF4-FFF2-40B4-BE49-F238E27FC236}">
                      <a16:creationId xmlns:a16="http://schemas.microsoft.com/office/drawing/2014/main" id="{F1D290D2-F4B6-2D23-47D4-6E4955E225FB}"/>
                    </a:ext>
                  </a:extLst>
                </p14:cNvPr>
                <p14:cNvContentPartPr/>
                <p14:nvPr/>
              </p14:nvContentPartPr>
              <p14:xfrm>
                <a:off x="8386170" y="5577870"/>
                <a:ext cx="162360" cy="132840"/>
              </p14:xfrm>
            </p:contentPart>
          </mc:Choice>
          <mc:Fallback xmlns="">
            <p:pic>
              <p:nvPicPr>
                <p:cNvPr id="7190" name="Ink 7189">
                  <a:extLst>
                    <a:ext uri="{FF2B5EF4-FFF2-40B4-BE49-F238E27FC236}">
                      <a16:creationId xmlns:a16="http://schemas.microsoft.com/office/drawing/2014/main" id="{F1D290D2-F4B6-2D23-47D4-6E4955E225FB}"/>
                    </a:ext>
                  </a:extLst>
                </p:cNvPr>
                <p:cNvPicPr/>
                <p:nvPr/>
              </p:nvPicPr>
              <p:blipFill>
                <a:blip r:embed="rId136"/>
                <a:stretch>
                  <a:fillRect/>
                </a:stretch>
              </p:blipFill>
              <p:spPr>
                <a:xfrm>
                  <a:off x="8380050" y="5571750"/>
                  <a:ext cx="1746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192" name="Ink 7191">
                  <a:extLst>
                    <a:ext uri="{FF2B5EF4-FFF2-40B4-BE49-F238E27FC236}">
                      <a16:creationId xmlns:a16="http://schemas.microsoft.com/office/drawing/2014/main" id="{7F26BF10-F58D-D8C2-E530-48F59ED91C96}"/>
                    </a:ext>
                  </a:extLst>
                </p14:cNvPr>
                <p14:cNvContentPartPr/>
                <p14:nvPr/>
              </p14:nvContentPartPr>
              <p14:xfrm>
                <a:off x="8645370" y="5592270"/>
                <a:ext cx="3600" cy="4320"/>
              </p14:xfrm>
            </p:contentPart>
          </mc:Choice>
          <mc:Fallback xmlns="">
            <p:pic>
              <p:nvPicPr>
                <p:cNvPr id="7192" name="Ink 7191">
                  <a:extLst>
                    <a:ext uri="{FF2B5EF4-FFF2-40B4-BE49-F238E27FC236}">
                      <a16:creationId xmlns:a16="http://schemas.microsoft.com/office/drawing/2014/main" id="{7F26BF10-F58D-D8C2-E530-48F59ED91C96}"/>
                    </a:ext>
                  </a:extLst>
                </p:cNvPr>
                <p:cNvPicPr/>
                <p:nvPr/>
              </p:nvPicPr>
              <p:blipFill>
                <a:blip r:embed="rId138"/>
                <a:stretch>
                  <a:fillRect/>
                </a:stretch>
              </p:blipFill>
              <p:spPr>
                <a:xfrm>
                  <a:off x="8639250" y="5586150"/>
                  <a:ext cx="1584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7193" name="Ink 7192">
                  <a:extLst>
                    <a:ext uri="{FF2B5EF4-FFF2-40B4-BE49-F238E27FC236}">
                      <a16:creationId xmlns:a16="http://schemas.microsoft.com/office/drawing/2014/main" id="{1D221327-2078-EC45-AFC8-2774BA9CDBBC}"/>
                    </a:ext>
                  </a:extLst>
                </p14:cNvPr>
                <p14:cNvContentPartPr/>
                <p14:nvPr/>
              </p14:nvContentPartPr>
              <p14:xfrm>
                <a:off x="8573730" y="5593710"/>
                <a:ext cx="75240" cy="73800"/>
              </p14:xfrm>
            </p:contentPart>
          </mc:Choice>
          <mc:Fallback xmlns="">
            <p:pic>
              <p:nvPicPr>
                <p:cNvPr id="7193" name="Ink 7192">
                  <a:extLst>
                    <a:ext uri="{FF2B5EF4-FFF2-40B4-BE49-F238E27FC236}">
                      <a16:creationId xmlns:a16="http://schemas.microsoft.com/office/drawing/2014/main" id="{1D221327-2078-EC45-AFC8-2774BA9CDBBC}"/>
                    </a:ext>
                  </a:extLst>
                </p:cNvPr>
                <p:cNvPicPr/>
                <p:nvPr/>
              </p:nvPicPr>
              <p:blipFill>
                <a:blip r:embed="rId140"/>
                <a:stretch>
                  <a:fillRect/>
                </a:stretch>
              </p:blipFill>
              <p:spPr>
                <a:xfrm>
                  <a:off x="8567610" y="5587590"/>
                  <a:ext cx="8748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7194" name="Ink 7193">
                  <a:extLst>
                    <a:ext uri="{FF2B5EF4-FFF2-40B4-BE49-F238E27FC236}">
                      <a16:creationId xmlns:a16="http://schemas.microsoft.com/office/drawing/2014/main" id="{7EA7C51F-AF9D-0AC4-ED4E-BE5B4D0C3736}"/>
                    </a:ext>
                  </a:extLst>
                </p14:cNvPr>
                <p14:cNvContentPartPr/>
                <p14:nvPr/>
              </p14:nvContentPartPr>
              <p14:xfrm>
                <a:off x="8722410" y="5475630"/>
                <a:ext cx="267120" cy="181440"/>
              </p14:xfrm>
            </p:contentPart>
          </mc:Choice>
          <mc:Fallback xmlns="">
            <p:pic>
              <p:nvPicPr>
                <p:cNvPr id="7194" name="Ink 7193">
                  <a:extLst>
                    <a:ext uri="{FF2B5EF4-FFF2-40B4-BE49-F238E27FC236}">
                      <a16:creationId xmlns:a16="http://schemas.microsoft.com/office/drawing/2014/main" id="{7EA7C51F-AF9D-0AC4-ED4E-BE5B4D0C3736}"/>
                    </a:ext>
                  </a:extLst>
                </p:cNvPr>
                <p:cNvPicPr/>
                <p:nvPr/>
              </p:nvPicPr>
              <p:blipFill>
                <a:blip r:embed="rId142"/>
                <a:stretch>
                  <a:fillRect/>
                </a:stretch>
              </p:blipFill>
              <p:spPr>
                <a:xfrm>
                  <a:off x="8716290" y="5469510"/>
                  <a:ext cx="27936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7195" name="Ink 7194">
                  <a:extLst>
                    <a:ext uri="{FF2B5EF4-FFF2-40B4-BE49-F238E27FC236}">
                      <a16:creationId xmlns:a16="http://schemas.microsoft.com/office/drawing/2014/main" id="{E2926371-E650-0644-B75E-65F4F14611A1}"/>
                    </a:ext>
                  </a:extLst>
                </p14:cNvPr>
                <p14:cNvContentPartPr/>
                <p14:nvPr/>
              </p14:nvContentPartPr>
              <p14:xfrm>
                <a:off x="9179970" y="5503350"/>
                <a:ext cx="135360" cy="170640"/>
              </p14:xfrm>
            </p:contentPart>
          </mc:Choice>
          <mc:Fallback xmlns="">
            <p:pic>
              <p:nvPicPr>
                <p:cNvPr id="7195" name="Ink 7194">
                  <a:extLst>
                    <a:ext uri="{FF2B5EF4-FFF2-40B4-BE49-F238E27FC236}">
                      <a16:creationId xmlns:a16="http://schemas.microsoft.com/office/drawing/2014/main" id="{E2926371-E650-0644-B75E-65F4F14611A1}"/>
                    </a:ext>
                  </a:extLst>
                </p:cNvPr>
                <p:cNvPicPr/>
                <p:nvPr/>
              </p:nvPicPr>
              <p:blipFill>
                <a:blip r:embed="rId144"/>
                <a:stretch>
                  <a:fillRect/>
                </a:stretch>
              </p:blipFill>
              <p:spPr>
                <a:xfrm>
                  <a:off x="9173850" y="5497230"/>
                  <a:ext cx="14760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7196" name="Ink 7195">
                  <a:extLst>
                    <a:ext uri="{FF2B5EF4-FFF2-40B4-BE49-F238E27FC236}">
                      <a16:creationId xmlns:a16="http://schemas.microsoft.com/office/drawing/2014/main" id="{D68E70DE-9E92-C2B1-367A-E4EF70037675}"/>
                    </a:ext>
                  </a:extLst>
                </p14:cNvPr>
                <p14:cNvContentPartPr/>
                <p14:nvPr/>
              </p14:nvContentPartPr>
              <p14:xfrm>
                <a:off x="9321090" y="5504430"/>
                <a:ext cx="49680" cy="88920"/>
              </p14:xfrm>
            </p:contentPart>
          </mc:Choice>
          <mc:Fallback xmlns="">
            <p:pic>
              <p:nvPicPr>
                <p:cNvPr id="7196" name="Ink 7195">
                  <a:extLst>
                    <a:ext uri="{FF2B5EF4-FFF2-40B4-BE49-F238E27FC236}">
                      <a16:creationId xmlns:a16="http://schemas.microsoft.com/office/drawing/2014/main" id="{D68E70DE-9E92-C2B1-367A-E4EF70037675}"/>
                    </a:ext>
                  </a:extLst>
                </p:cNvPr>
                <p:cNvPicPr/>
                <p:nvPr/>
              </p:nvPicPr>
              <p:blipFill>
                <a:blip r:embed="rId146"/>
                <a:stretch>
                  <a:fillRect/>
                </a:stretch>
              </p:blipFill>
              <p:spPr>
                <a:xfrm>
                  <a:off x="9314970" y="5498310"/>
                  <a:ext cx="619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7197" name="Ink 7196">
                  <a:extLst>
                    <a:ext uri="{FF2B5EF4-FFF2-40B4-BE49-F238E27FC236}">
                      <a16:creationId xmlns:a16="http://schemas.microsoft.com/office/drawing/2014/main" id="{E9059B81-B220-0D7A-BD25-D14FACF80BD9}"/>
                    </a:ext>
                  </a:extLst>
                </p14:cNvPr>
                <p14:cNvContentPartPr/>
                <p14:nvPr/>
              </p14:nvContentPartPr>
              <p14:xfrm>
                <a:off x="9358170" y="5433150"/>
                <a:ext cx="37800" cy="12960"/>
              </p14:xfrm>
            </p:contentPart>
          </mc:Choice>
          <mc:Fallback xmlns="">
            <p:pic>
              <p:nvPicPr>
                <p:cNvPr id="7197" name="Ink 7196">
                  <a:extLst>
                    <a:ext uri="{FF2B5EF4-FFF2-40B4-BE49-F238E27FC236}">
                      <a16:creationId xmlns:a16="http://schemas.microsoft.com/office/drawing/2014/main" id="{E9059B81-B220-0D7A-BD25-D14FACF80BD9}"/>
                    </a:ext>
                  </a:extLst>
                </p:cNvPr>
                <p:cNvPicPr/>
                <p:nvPr/>
              </p:nvPicPr>
              <p:blipFill>
                <a:blip r:embed="rId148"/>
                <a:stretch>
                  <a:fillRect/>
                </a:stretch>
              </p:blipFill>
              <p:spPr>
                <a:xfrm>
                  <a:off x="9352050" y="5427030"/>
                  <a:ext cx="500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7198" name="Ink 7197">
                  <a:extLst>
                    <a:ext uri="{FF2B5EF4-FFF2-40B4-BE49-F238E27FC236}">
                      <a16:creationId xmlns:a16="http://schemas.microsoft.com/office/drawing/2014/main" id="{2E1486A5-81A1-FBFE-6BDF-BBCD77C4F17D}"/>
                    </a:ext>
                  </a:extLst>
                </p14:cNvPr>
                <p14:cNvContentPartPr/>
                <p14:nvPr/>
              </p14:nvContentPartPr>
              <p14:xfrm>
                <a:off x="9367170" y="5500470"/>
                <a:ext cx="150480" cy="95400"/>
              </p14:xfrm>
            </p:contentPart>
          </mc:Choice>
          <mc:Fallback xmlns="">
            <p:pic>
              <p:nvPicPr>
                <p:cNvPr id="7198" name="Ink 7197">
                  <a:extLst>
                    <a:ext uri="{FF2B5EF4-FFF2-40B4-BE49-F238E27FC236}">
                      <a16:creationId xmlns:a16="http://schemas.microsoft.com/office/drawing/2014/main" id="{2E1486A5-81A1-FBFE-6BDF-BBCD77C4F17D}"/>
                    </a:ext>
                  </a:extLst>
                </p:cNvPr>
                <p:cNvPicPr/>
                <p:nvPr/>
              </p:nvPicPr>
              <p:blipFill>
                <a:blip r:embed="rId150"/>
                <a:stretch>
                  <a:fillRect/>
                </a:stretch>
              </p:blipFill>
              <p:spPr>
                <a:xfrm>
                  <a:off x="9361050" y="5494350"/>
                  <a:ext cx="1627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7199" name="Ink 7198">
                  <a:extLst>
                    <a:ext uri="{FF2B5EF4-FFF2-40B4-BE49-F238E27FC236}">
                      <a16:creationId xmlns:a16="http://schemas.microsoft.com/office/drawing/2014/main" id="{D64B045A-DEDA-ECEE-0A65-D471E4B5AD39}"/>
                    </a:ext>
                  </a:extLst>
                </p14:cNvPr>
                <p14:cNvContentPartPr/>
                <p14:nvPr/>
              </p14:nvContentPartPr>
              <p14:xfrm>
                <a:off x="9533490" y="5390670"/>
                <a:ext cx="178200" cy="168480"/>
              </p14:xfrm>
            </p:contentPart>
          </mc:Choice>
          <mc:Fallback xmlns="">
            <p:pic>
              <p:nvPicPr>
                <p:cNvPr id="7199" name="Ink 7198">
                  <a:extLst>
                    <a:ext uri="{FF2B5EF4-FFF2-40B4-BE49-F238E27FC236}">
                      <a16:creationId xmlns:a16="http://schemas.microsoft.com/office/drawing/2014/main" id="{D64B045A-DEDA-ECEE-0A65-D471E4B5AD39}"/>
                    </a:ext>
                  </a:extLst>
                </p:cNvPr>
                <p:cNvPicPr/>
                <p:nvPr/>
              </p:nvPicPr>
              <p:blipFill>
                <a:blip r:embed="rId152"/>
                <a:stretch>
                  <a:fillRect/>
                </a:stretch>
              </p:blipFill>
              <p:spPr>
                <a:xfrm>
                  <a:off x="9527370" y="5384550"/>
                  <a:ext cx="1904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7200" name="Ink 7199">
                  <a:extLst>
                    <a:ext uri="{FF2B5EF4-FFF2-40B4-BE49-F238E27FC236}">
                      <a16:creationId xmlns:a16="http://schemas.microsoft.com/office/drawing/2014/main" id="{3269EB39-D5E7-B5C8-1ACA-04E7930B56E3}"/>
                    </a:ext>
                  </a:extLst>
                </p14:cNvPr>
                <p14:cNvContentPartPr/>
                <p14:nvPr/>
              </p14:nvContentPartPr>
              <p14:xfrm>
                <a:off x="9911130" y="5334510"/>
                <a:ext cx="409320" cy="205920"/>
              </p14:xfrm>
            </p:contentPart>
          </mc:Choice>
          <mc:Fallback xmlns="">
            <p:pic>
              <p:nvPicPr>
                <p:cNvPr id="7200" name="Ink 7199">
                  <a:extLst>
                    <a:ext uri="{FF2B5EF4-FFF2-40B4-BE49-F238E27FC236}">
                      <a16:creationId xmlns:a16="http://schemas.microsoft.com/office/drawing/2014/main" id="{3269EB39-D5E7-B5C8-1ACA-04E7930B56E3}"/>
                    </a:ext>
                  </a:extLst>
                </p:cNvPr>
                <p:cNvPicPr/>
                <p:nvPr/>
              </p:nvPicPr>
              <p:blipFill>
                <a:blip r:embed="rId154"/>
                <a:stretch>
                  <a:fillRect/>
                </a:stretch>
              </p:blipFill>
              <p:spPr>
                <a:xfrm>
                  <a:off x="9905010" y="5328390"/>
                  <a:ext cx="421560" cy="218160"/>
                </a:xfrm>
                <a:prstGeom prst="rect">
                  <a:avLst/>
                </a:prstGeom>
              </p:spPr>
            </p:pic>
          </mc:Fallback>
        </mc:AlternateContent>
      </p:grpSp>
      <p:grpSp>
        <p:nvGrpSpPr>
          <p:cNvPr id="7205" name="Group 7204">
            <a:extLst>
              <a:ext uri="{FF2B5EF4-FFF2-40B4-BE49-F238E27FC236}">
                <a16:creationId xmlns:a16="http://schemas.microsoft.com/office/drawing/2014/main" id="{ED355728-42EA-3FDD-5189-E5B9DD7F708E}"/>
              </a:ext>
            </a:extLst>
          </p:cNvPr>
          <p:cNvGrpSpPr/>
          <p:nvPr/>
        </p:nvGrpSpPr>
        <p:grpSpPr>
          <a:xfrm>
            <a:off x="10657770" y="5153430"/>
            <a:ext cx="1125360" cy="472320"/>
            <a:chOff x="10657770" y="5153430"/>
            <a:chExt cx="1125360" cy="472320"/>
          </a:xfrm>
        </p:grpSpPr>
        <mc:AlternateContent xmlns:mc="http://schemas.openxmlformats.org/markup-compatibility/2006" xmlns:p14="http://schemas.microsoft.com/office/powerpoint/2010/main">
          <mc:Choice Requires="p14">
            <p:contentPart p14:bwMode="auto" r:id="rId155">
              <p14:nvContentPartPr>
                <p14:cNvPr id="7201" name="Ink 7200">
                  <a:extLst>
                    <a:ext uri="{FF2B5EF4-FFF2-40B4-BE49-F238E27FC236}">
                      <a16:creationId xmlns:a16="http://schemas.microsoft.com/office/drawing/2014/main" id="{5E1D321C-9D3D-C3A5-EC21-84839E405742}"/>
                    </a:ext>
                  </a:extLst>
                </p14:cNvPr>
                <p14:cNvContentPartPr/>
                <p14:nvPr/>
              </p14:nvContentPartPr>
              <p14:xfrm>
                <a:off x="10657770" y="5339190"/>
                <a:ext cx="235080" cy="195120"/>
              </p14:xfrm>
            </p:contentPart>
          </mc:Choice>
          <mc:Fallback xmlns="">
            <p:pic>
              <p:nvPicPr>
                <p:cNvPr id="7201" name="Ink 7200">
                  <a:extLst>
                    <a:ext uri="{FF2B5EF4-FFF2-40B4-BE49-F238E27FC236}">
                      <a16:creationId xmlns:a16="http://schemas.microsoft.com/office/drawing/2014/main" id="{5E1D321C-9D3D-C3A5-EC21-84839E405742}"/>
                    </a:ext>
                  </a:extLst>
                </p:cNvPr>
                <p:cNvPicPr/>
                <p:nvPr/>
              </p:nvPicPr>
              <p:blipFill>
                <a:blip r:embed="rId156"/>
                <a:stretch>
                  <a:fillRect/>
                </a:stretch>
              </p:blipFill>
              <p:spPr>
                <a:xfrm>
                  <a:off x="10651650" y="5333070"/>
                  <a:ext cx="24732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7202" name="Ink 7201">
                  <a:extLst>
                    <a:ext uri="{FF2B5EF4-FFF2-40B4-BE49-F238E27FC236}">
                      <a16:creationId xmlns:a16="http://schemas.microsoft.com/office/drawing/2014/main" id="{B0629871-87D1-58A2-1A10-DB58FE9F54AB}"/>
                    </a:ext>
                  </a:extLst>
                </p14:cNvPr>
                <p14:cNvContentPartPr/>
                <p14:nvPr/>
              </p14:nvContentPartPr>
              <p14:xfrm>
                <a:off x="10974210" y="5328390"/>
                <a:ext cx="159120" cy="110160"/>
              </p14:xfrm>
            </p:contentPart>
          </mc:Choice>
          <mc:Fallback xmlns="">
            <p:pic>
              <p:nvPicPr>
                <p:cNvPr id="7202" name="Ink 7201">
                  <a:extLst>
                    <a:ext uri="{FF2B5EF4-FFF2-40B4-BE49-F238E27FC236}">
                      <a16:creationId xmlns:a16="http://schemas.microsoft.com/office/drawing/2014/main" id="{B0629871-87D1-58A2-1A10-DB58FE9F54AB}"/>
                    </a:ext>
                  </a:extLst>
                </p:cNvPr>
                <p:cNvPicPr/>
                <p:nvPr/>
              </p:nvPicPr>
              <p:blipFill>
                <a:blip r:embed="rId158"/>
                <a:stretch>
                  <a:fillRect/>
                </a:stretch>
              </p:blipFill>
              <p:spPr>
                <a:xfrm>
                  <a:off x="10968090" y="5322270"/>
                  <a:ext cx="1713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7203" name="Ink 7202">
                  <a:extLst>
                    <a:ext uri="{FF2B5EF4-FFF2-40B4-BE49-F238E27FC236}">
                      <a16:creationId xmlns:a16="http://schemas.microsoft.com/office/drawing/2014/main" id="{79E4A24E-218A-96D9-C985-4D5E3CDC5011}"/>
                    </a:ext>
                  </a:extLst>
                </p14:cNvPr>
                <p14:cNvContentPartPr/>
                <p14:nvPr/>
              </p14:nvContentPartPr>
              <p14:xfrm>
                <a:off x="11173290" y="5153430"/>
                <a:ext cx="609840" cy="252360"/>
              </p14:xfrm>
            </p:contentPart>
          </mc:Choice>
          <mc:Fallback xmlns="">
            <p:pic>
              <p:nvPicPr>
                <p:cNvPr id="7203" name="Ink 7202">
                  <a:extLst>
                    <a:ext uri="{FF2B5EF4-FFF2-40B4-BE49-F238E27FC236}">
                      <a16:creationId xmlns:a16="http://schemas.microsoft.com/office/drawing/2014/main" id="{79E4A24E-218A-96D9-C985-4D5E3CDC5011}"/>
                    </a:ext>
                  </a:extLst>
                </p:cNvPr>
                <p:cNvPicPr/>
                <p:nvPr/>
              </p:nvPicPr>
              <p:blipFill>
                <a:blip r:embed="rId160"/>
                <a:stretch>
                  <a:fillRect/>
                </a:stretch>
              </p:blipFill>
              <p:spPr>
                <a:xfrm>
                  <a:off x="11167170" y="5147310"/>
                  <a:ext cx="6220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7204" name="Ink 7203">
                  <a:extLst>
                    <a:ext uri="{FF2B5EF4-FFF2-40B4-BE49-F238E27FC236}">
                      <a16:creationId xmlns:a16="http://schemas.microsoft.com/office/drawing/2014/main" id="{B4CCCDF3-BE93-BC52-595D-3F45E94A920D}"/>
                    </a:ext>
                  </a:extLst>
                </p14:cNvPr>
                <p14:cNvContentPartPr/>
                <p14:nvPr/>
              </p14:nvContentPartPr>
              <p14:xfrm>
                <a:off x="10905450" y="5498310"/>
                <a:ext cx="745560" cy="127440"/>
              </p14:xfrm>
            </p:contentPart>
          </mc:Choice>
          <mc:Fallback xmlns="">
            <p:pic>
              <p:nvPicPr>
                <p:cNvPr id="7204" name="Ink 7203">
                  <a:extLst>
                    <a:ext uri="{FF2B5EF4-FFF2-40B4-BE49-F238E27FC236}">
                      <a16:creationId xmlns:a16="http://schemas.microsoft.com/office/drawing/2014/main" id="{B4CCCDF3-BE93-BC52-595D-3F45E94A920D}"/>
                    </a:ext>
                  </a:extLst>
                </p:cNvPr>
                <p:cNvPicPr/>
                <p:nvPr/>
              </p:nvPicPr>
              <p:blipFill>
                <a:blip r:embed="rId162"/>
                <a:stretch>
                  <a:fillRect/>
                </a:stretch>
              </p:blipFill>
              <p:spPr>
                <a:xfrm>
                  <a:off x="10899330" y="5492190"/>
                  <a:ext cx="757800" cy="139680"/>
                </a:xfrm>
                <a:prstGeom prst="rect">
                  <a:avLst/>
                </a:prstGeom>
              </p:spPr>
            </p:pic>
          </mc:Fallback>
        </mc:AlternateContent>
      </p:grpSp>
      <p:grpSp>
        <p:nvGrpSpPr>
          <p:cNvPr id="7220" name="Group 7219">
            <a:extLst>
              <a:ext uri="{FF2B5EF4-FFF2-40B4-BE49-F238E27FC236}">
                <a16:creationId xmlns:a16="http://schemas.microsoft.com/office/drawing/2014/main" id="{7226269B-1736-D33A-531A-9FD2E32679FE}"/>
              </a:ext>
            </a:extLst>
          </p:cNvPr>
          <p:cNvGrpSpPr/>
          <p:nvPr/>
        </p:nvGrpSpPr>
        <p:grpSpPr>
          <a:xfrm>
            <a:off x="358530" y="5289510"/>
            <a:ext cx="865080" cy="312840"/>
            <a:chOff x="358530" y="5289510"/>
            <a:chExt cx="865080" cy="312840"/>
          </a:xfrm>
        </p:grpSpPr>
        <mc:AlternateContent xmlns:mc="http://schemas.openxmlformats.org/markup-compatibility/2006" xmlns:p14="http://schemas.microsoft.com/office/powerpoint/2010/main">
          <mc:Choice Requires="p14">
            <p:contentPart p14:bwMode="auto" r:id="rId163">
              <p14:nvContentPartPr>
                <p14:cNvPr id="7207" name="Ink 7206">
                  <a:extLst>
                    <a:ext uri="{FF2B5EF4-FFF2-40B4-BE49-F238E27FC236}">
                      <a16:creationId xmlns:a16="http://schemas.microsoft.com/office/drawing/2014/main" id="{EACAF9CE-6728-C0DB-FCDB-ECEAEAA8C555}"/>
                    </a:ext>
                  </a:extLst>
                </p14:cNvPr>
                <p14:cNvContentPartPr/>
                <p14:nvPr/>
              </p14:nvContentPartPr>
              <p14:xfrm>
                <a:off x="358530" y="5473470"/>
                <a:ext cx="424800" cy="128880"/>
              </p14:xfrm>
            </p:contentPart>
          </mc:Choice>
          <mc:Fallback xmlns="">
            <p:pic>
              <p:nvPicPr>
                <p:cNvPr id="7207" name="Ink 7206">
                  <a:extLst>
                    <a:ext uri="{FF2B5EF4-FFF2-40B4-BE49-F238E27FC236}">
                      <a16:creationId xmlns:a16="http://schemas.microsoft.com/office/drawing/2014/main" id="{EACAF9CE-6728-C0DB-FCDB-ECEAEAA8C555}"/>
                    </a:ext>
                  </a:extLst>
                </p:cNvPr>
                <p:cNvPicPr/>
                <p:nvPr/>
              </p:nvPicPr>
              <p:blipFill>
                <a:blip r:embed="rId164"/>
                <a:stretch>
                  <a:fillRect/>
                </a:stretch>
              </p:blipFill>
              <p:spPr>
                <a:xfrm>
                  <a:off x="352410" y="5467350"/>
                  <a:ext cx="4370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7208" name="Ink 7207">
                  <a:extLst>
                    <a:ext uri="{FF2B5EF4-FFF2-40B4-BE49-F238E27FC236}">
                      <a16:creationId xmlns:a16="http://schemas.microsoft.com/office/drawing/2014/main" id="{43F6A7B0-75FA-6F93-8BFC-54E08756810F}"/>
                    </a:ext>
                  </a:extLst>
                </p14:cNvPr>
                <p14:cNvContentPartPr/>
                <p14:nvPr/>
              </p14:nvContentPartPr>
              <p14:xfrm>
                <a:off x="883050" y="5289510"/>
                <a:ext cx="340560" cy="225000"/>
              </p14:xfrm>
            </p:contentPart>
          </mc:Choice>
          <mc:Fallback xmlns="">
            <p:pic>
              <p:nvPicPr>
                <p:cNvPr id="7208" name="Ink 7207">
                  <a:extLst>
                    <a:ext uri="{FF2B5EF4-FFF2-40B4-BE49-F238E27FC236}">
                      <a16:creationId xmlns:a16="http://schemas.microsoft.com/office/drawing/2014/main" id="{43F6A7B0-75FA-6F93-8BFC-54E08756810F}"/>
                    </a:ext>
                  </a:extLst>
                </p:cNvPr>
                <p:cNvPicPr/>
                <p:nvPr/>
              </p:nvPicPr>
              <p:blipFill>
                <a:blip r:embed="rId166"/>
                <a:stretch>
                  <a:fillRect/>
                </a:stretch>
              </p:blipFill>
              <p:spPr>
                <a:xfrm>
                  <a:off x="876930" y="5283390"/>
                  <a:ext cx="352800" cy="237240"/>
                </a:xfrm>
                <a:prstGeom prst="rect">
                  <a:avLst/>
                </a:prstGeom>
              </p:spPr>
            </p:pic>
          </mc:Fallback>
        </mc:AlternateContent>
      </p:grpSp>
      <p:grpSp>
        <p:nvGrpSpPr>
          <p:cNvPr id="7219" name="Group 7218">
            <a:extLst>
              <a:ext uri="{FF2B5EF4-FFF2-40B4-BE49-F238E27FC236}">
                <a16:creationId xmlns:a16="http://schemas.microsoft.com/office/drawing/2014/main" id="{AFEAA057-E65D-BE1E-FD22-E524DB517234}"/>
              </a:ext>
            </a:extLst>
          </p:cNvPr>
          <p:cNvGrpSpPr/>
          <p:nvPr/>
        </p:nvGrpSpPr>
        <p:grpSpPr>
          <a:xfrm>
            <a:off x="1523130" y="5026350"/>
            <a:ext cx="2381040" cy="907920"/>
            <a:chOff x="1523130" y="5026350"/>
            <a:chExt cx="2381040" cy="907920"/>
          </a:xfrm>
        </p:grpSpPr>
        <mc:AlternateContent xmlns:mc="http://schemas.openxmlformats.org/markup-compatibility/2006" xmlns:p14="http://schemas.microsoft.com/office/powerpoint/2010/main">
          <mc:Choice Requires="p14">
            <p:contentPart p14:bwMode="auto" r:id="rId167">
              <p14:nvContentPartPr>
                <p14:cNvPr id="7209" name="Ink 7208">
                  <a:extLst>
                    <a:ext uri="{FF2B5EF4-FFF2-40B4-BE49-F238E27FC236}">
                      <a16:creationId xmlns:a16="http://schemas.microsoft.com/office/drawing/2014/main" id="{F05637C8-B7B0-74D6-9E03-B351543CEEF9}"/>
                    </a:ext>
                  </a:extLst>
                </p14:cNvPr>
                <p14:cNvContentPartPr/>
                <p14:nvPr/>
              </p14:nvContentPartPr>
              <p14:xfrm>
                <a:off x="1523130" y="5348190"/>
                <a:ext cx="119880" cy="234720"/>
              </p14:xfrm>
            </p:contentPart>
          </mc:Choice>
          <mc:Fallback xmlns="">
            <p:pic>
              <p:nvPicPr>
                <p:cNvPr id="7209" name="Ink 7208">
                  <a:extLst>
                    <a:ext uri="{FF2B5EF4-FFF2-40B4-BE49-F238E27FC236}">
                      <a16:creationId xmlns:a16="http://schemas.microsoft.com/office/drawing/2014/main" id="{F05637C8-B7B0-74D6-9E03-B351543CEEF9}"/>
                    </a:ext>
                  </a:extLst>
                </p:cNvPr>
                <p:cNvPicPr/>
                <p:nvPr/>
              </p:nvPicPr>
              <p:blipFill>
                <a:blip r:embed="rId168"/>
                <a:stretch>
                  <a:fillRect/>
                </a:stretch>
              </p:blipFill>
              <p:spPr>
                <a:xfrm>
                  <a:off x="1517010" y="5342070"/>
                  <a:ext cx="13212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7210" name="Ink 7209">
                  <a:extLst>
                    <a:ext uri="{FF2B5EF4-FFF2-40B4-BE49-F238E27FC236}">
                      <a16:creationId xmlns:a16="http://schemas.microsoft.com/office/drawing/2014/main" id="{8ECE665F-119F-6B29-35A3-B8331CDB0960}"/>
                    </a:ext>
                  </a:extLst>
                </p14:cNvPr>
                <p14:cNvContentPartPr/>
                <p14:nvPr/>
              </p14:nvContentPartPr>
              <p14:xfrm>
                <a:off x="1689090" y="5276910"/>
                <a:ext cx="56880" cy="200160"/>
              </p14:xfrm>
            </p:contentPart>
          </mc:Choice>
          <mc:Fallback xmlns="">
            <p:pic>
              <p:nvPicPr>
                <p:cNvPr id="7210" name="Ink 7209">
                  <a:extLst>
                    <a:ext uri="{FF2B5EF4-FFF2-40B4-BE49-F238E27FC236}">
                      <a16:creationId xmlns:a16="http://schemas.microsoft.com/office/drawing/2014/main" id="{8ECE665F-119F-6B29-35A3-B8331CDB0960}"/>
                    </a:ext>
                  </a:extLst>
                </p:cNvPr>
                <p:cNvPicPr/>
                <p:nvPr/>
              </p:nvPicPr>
              <p:blipFill>
                <a:blip r:embed="rId170"/>
                <a:stretch>
                  <a:fillRect/>
                </a:stretch>
              </p:blipFill>
              <p:spPr>
                <a:xfrm>
                  <a:off x="1682970" y="5270790"/>
                  <a:ext cx="6912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7211" name="Ink 7210">
                  <a:extLst>
                    <a:ext uri="{FF2B5EF4-FFF2-40B4-BE49-F238E27FC236}">
                      <a16:creationId xmlns:a16="http://schemas.microsoft.com/office/drawing/2014/main" id="{506ECC4C-BD13-BC41-F517-F28C2B17F258}"/>
                    </a:ext>
                  </a:extLst>
                </p14:cNvPr>
                <p14:cNvContentPartPr/>
                <p14:nvPr/>
              </p14:nvContentPartPr>
              <p14:xfrm>
                <a:off x="1832370" y="5324790"/>
                <a:ext cx="172800" cy="92160"/>
              </p14:xfrm>
            </p:contentPart>
          </mc:Choice>
          <mc:Fallback xmlns="">
            <p:pic>
              <p:nvPicPr>
                <p:cNvPr id="7211" name="Ink 7210">
                  <a:extLst>
                    <a:ext uri="{FF2B5EF4-FFF2-40B4-BE49-F238E27FC236}">
                      <a16:creationId xmlns:a16="http://schemas.microsoft.com/office/drawing/2014/main" id="{506ECC4C-BD13-BC41-F517-F28C2B17F258}"/>
                    </a:ext>
                  </a:extLst>
                </p:cNvPr>
                <p:cNvPicPr/>
                <p:nvPr/>
              </p:nvPicPr>
              <p:blipFill>
                <a:blip r:embed="rId172"/>
                <a:stretch>
                  <a:fillRect/>
                </a:stretch>
              </p:blipFill>
              <p:spPr>
                <a:xfrm>
                  <a:off x="1826250" y="5318670"/>
                  <a:ext cx="18504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7212" name="Ink 7211">
                  <a:extLst>
                    <a:ext uri="{FF2B5EF4-FFF2-40B4-BE49-F238E27FC236}">
                      <a16:creationId xmlns:a16="http://schemas.microsoft.com/office/drawing/2014/main" id="{76C1C06C-493B-01D1-72A9-C749E36F8FCF}"/>
                    </a:ext>
                  </a:extLst>
                </p14:cNvPr>
                <p14:cNvContentPartPr/>
                <p14:nvPr/>
              </p14:nvContentPartPr>
              <p14:xfrm>
                <a:off x="2004810" y="5242350"/>
                <a:ext cx="181080" cy="163080"/>
              </p14:xfrm>
            </p:contentPart>
          </mc:Choice>
          <mc:Fallback xmlns="">
            <p:pic>
              <p:nvPicPr>
                <p:cNvPr id="7212" name="Ink 7211">
                  <a:extLst>
                    <a:ext uri="{FF2B5EF4-FFF2-40B4-BE49-F238E27FC236}">
                      <a16:creationId xmlns:a16="http://schemas.microsoft.com/office/drawing/2014/main" id="{76C1C06C-493B-01D1-72A9-C749E36F8FCF}"/>
                    </a:ext>
                  </a:extLst>
                </p:cNvPr>
                <p:cNvPicPr/>
                <p:nvPr/>
              </p:nvPicPr>
              <p:blipFill>
                <a:blip r:embed="rId174"/>
                <a:stretch>
                  <a:fillRect/>
                </a:stretch>
              </p:blipFill>
              <p:spPr>
                <a:xfrm>
                  <a:off x="1998690" y="5236230"/>
                  <a:ext cx="1933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7213" name="Ink 7212">
                  <a:extLst>
                    <a:ext uri="{FF2B5EF4-FFF2-40B4-BE49-F238E27FC236}">
                      <a16:creationId xmlns:a16="http://schemas.microsoft.com/office/drawing/2014/main" id="{320F9806-AD93-371E-75B8-DE74CF696321}"/>
                    </a:ext>
                  </a:extLst>
                </p14:cNvPr>
                <p14:cNvContentPartPr/>
                <p14:nvPr/>
              </p14:nvContentPartPr>
              <p14:xfrm>
                <a:off x="2279850" y="5182590"/>
                <a:ext cx="546480" cy="208800"/>
              </p14:xfrm>
            </p:contentPart>
          </mc:Choice>
          <mc:Fallback xmlns="">
            <p:pic>
              <p:nvPicPr>
                <p:cNvPr id="7213" name="Ink 7212">
                  <a:extLst>
                    <a:ext uri="{FF2B5EF4-FFF2-40B4-BE49-F238E27FC236}">
                      <a16:creationId xmlns:a16="http://schemas.microsoft.com/office/drawing/2014/main" id="{320F9806-AD93-371E-75B8-DE74CF696321}"/>
                    </a:ext>
                  </a:extLst>
                </p:cNvPr>
                <p:cNvPicPr/>
                <p:nvPr/>
              </p:nvPicPr>
              <p:blipFill>
                <a:blip r:embed="rId176"/>
                <a:stretch>
                  <a:fillRect/>
                </a:stretch>
              </p:blipFill>
              <p:spPr>
                <a:xfrm>
                  <a:off x="2273730" y="5176470"/>
                  <a:ext cx="55872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7214" name="Ink 7213">
                  <a:extLst>
                    <a:ext uri="{FF2B5EF4-FFF2-40B4-BE49-F238E27FC236}">
                      <a16:creationId xmlns:a16="http://schemas.microsoft.com/office/drawing/2014/main" id="{948736BF-B921-69CF-89BC-2AB1F707A654}"/>
                    </a:ext>
                  </a:extLst>
                </p14:cNvPr>
                <p14:cNvContentPartPr/>
                <p14:nvPr/>
              </p14:nvContentPartPr>
              <p14:xfrm>
                <a:off x="2943330" y="5029950"/>
                <a:ext cx="455760" cy="342000"/>
              </p14:xfrm>
            </p:contentPart>
          </mc:Choice>
          <mc:Fallback xmlns="">
            <p:pic>
              <p:nvPicPr>
                <p:cNvPr id="7214" name="Ink 7213">
                  <a:extLst>
                    <a:ext uri="{FF2B5EF4-FFF2-40B4-BE49-F238E27FC236}">
                      <a16:creationId xmlns:a16="http://schemas.microsoft.com/office/drawing/2014/main" id="{948736BF-B921-69CF-89BC-2AB1F707A654}"/>
                    </a:ext>
                  </a:extLst>
                </p:cNvPr>
                <p:cNvPicPr/>
                <p:nvPr/>
              </p:nvPicPr>
              <p:blipFill>
                <a:blip r:embed="rId178"/>
                <a:stretch>
                  <a:fillRect/>
                </a:stretch>
              </p:blipFill>
              <p:spPr>
                <a:xfrm>
                  <a:off x="2937210" y="5023830"/>
                  <a:ext cx="46800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7215" name="Ink 7214">
                  <a:extLst>
                    <a:ext uri="{FF2B5EF4-FFF2-40B4-BE49-F238E27FC236}">
                      <a16:creationId xmlns:a16="http://schemas.microsoft.com/office/drawing/2014/main" id="{8E2EE5F2-D167-E848-C663-35D207161103}"/>
                    </a:ext>
                  </a:extLst>
                </p14:cNvPr>
                <p14:cNvContentPartPr/>
                <p14:nvPr/>
              </p14:nvContentPartPr>
              <p14:xfrm>
                <a:off x="3535530" y="5026350"/>
                <a:ext cx="368640" cy="193680"/>
              </p14:xfrm>
            </p:contentPart>
          </mc:Choice>
          <mc:Fallback xmlns="">
            <p:pic>
              <p:nvPicPr>
                <p:cNvPr id="7215" name="Ink 7214">
                  <a:extLst>
                    <a:ext uri="{FF2B5EF4-FFF2-40B4-BE49-F238E27FC236}">
                      <a16:creationId xmlns:a16="http://schemas.microsoft.com/office/drawing/2014/main" id="{8E2EE5F2-D167-E848-C663-35D207161103}"/>
                    </a:ext>
                  </a:extLst>
                </p:cNvPr>
                <p:cNvPicPr/>
                <p:nvPr/>
              </p:nvPicPr>
              <p:blipFill>
                <a:blip r:embed="rId180"/>
                <a:stretch>
                  <a:fillRect/>
                </a:stretch>
              </p:blipFill>
              <p:spPr>
                <a:xfrm>
                  <a:off x="3529410" y="5020230"/>
                  <a:ext cx="38088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7216" name="Ink 7215">
                  <a:extLst>
                    <a:ext uri="{FF2B5EF4-FFF2-40B4-BE49-F238E27FC236}">
                      <a16:creationId xmlns:a16="http://schemas.microsoft.com/office/drawing/2014/main" id="{901D2514-5126-BAF0-BCB0-CDE0F6698128}"/>
                    </a:ext>
                  </a:extLst>
                </p14:cNvPr>
                <p14:cNvContentPartPr/>
                <p14:nvPr/>
              </p14:nvContentPartPr>
              <p14:xfrm>
                <a:off x="1532850" y="5767590"/>
                <a:ext cx="307080" cy="166680"/>
              </p14:xfrm>
            </p:contentPart>
          </mc:Choice>
          <mc:Fallback xmlns="">
            <p:pic>
              <p:nvPicPr>
                <p:cNvPr id="7216" name="Ink 7215">
                  <a:extLst>
                    <a:ext uri="{FF2B5EF4-FFF2-40B4-BE49-F238E27FC236}">
                      <a16:creationId xmlns:a16="http://schemas.microsoft.com/office/drawing/2014/main" id="{901D2514-5126-BAF0-BCB0-CDE0F6698128}"/>
                    </a:ext>
                  </a:extLst>
                </p:cNvPr>
                <p:cNvPicPr/>
                <p:nvPr/>
              </p:nvPicPr>
              <p:blipFill>
                <a:blip r:embed="rId182"/>
                <a:stretch>
                  <a:fillRect/>
                </a:stretch>
              </p:blipFill>
              <p:spPr>
                <a:xfrm>
                  <a:off x="1526730" y="5761470"/>
                  <a:ext cx="31932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7217" name="Ink 7216">
                  <a:extLst>
                    <a:ext uri="{FF2B5EF4-FFF2-40B4-BE49-F238E27FC236}">
                      <a16:creationId xmlns:a16="http://schemas.microsoft.com/office/drawing/2014/main" id="{63A07663-5E74-EFAB-9851-C1323E66A967}"/>
                    </a:ext>
                  </a:extLst>
                </p14:cNvPr>
                <p14:cNvContentPartPr/>
                <p14:nvPr/>
              </p14:nvContentPartPr>
              <p14:xfrm>
                <a:off x="1855050" y="5619990"/>
                <a:ext cx="547200" cy="252000"/>
              </p14:xfrm>
            </p:contentPart>
          </mc:Choice>
          <mc:Fallback xmlns="">
            <p:pic>
              <p:nvPicPr>
                <p:cNvPr id="7217" name="Ink 7216">
                  <a:extLst>
                    <a:ext uri="{FF2B5EF4-FFF2-40B4-BE49-F238E27FC236}">
                      <a16:creationId xmlns:a16="http://schemas.microsoft.com/office/drawing/2014/main" id="{63A07663-5E74-EFAB-9851-C1323E66A967}"/>
                    </a:ext>
                  </a:extLst>
                </p:cNvPr>
                <p:cNvPicPr/>
                <p:nvPr/>
              </p:nvPicPr>
              <p:blipFill>
                <a:blip r:embed="rId184"/>
                <a:stretch>
                  <a:fillRect/>
                </a:stretch>
              </p:blipFill>
              <p:spPr>
                <a:xfrm>
                  <a:off x="1848930" y="5613870"/>
                  <a:ext cx="559440" cy="264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5">
            <p14:nvContentPartPr>
              <p14:cNvPr id="7221" name="Ink 7220">
                <a:extLst>
                  <a:ext uri="{FF2B5EF4-FFF2-40B4-BE49-F238E27FC236}">
                    <a16:creationId xmlns:a16="http://schemas.microsoft.com/office/drawing/2014/main" id="{AC70E0EC-0B9A-2550-8DAB-556D1E6523A4}"/>
                  </a:ext>
                </a:extLst>
              </p14:cNvPr>
              <p14:cNvContentPartPr/>
              <p14:nvPr/>
            </p14:nvContentPartPr>
            <p14:xfrm>
              <a:off x="314250" y="3002790"/>
              <a:ext cx="106560" cy="148320"/>
            </p14:xfrm>
          </p:contentPart>
        </mc:Choice>
        <mc:Fallback xmlns="">
          <p:pic>
            <p:nvPicPr>
              <p:cNvPr id="7221" name="Ink 7220">
                <a:extLst>
                  <a:ext uri="{FF2B5EF4-FFF2-40B4-BE49-F238E27FC236}">
                    <a16:creationId xmlns:a16="http://schemas.microsoft.com/office/drawing/2014/main" id="{AC70E0EC-0B9A-2550-8DAB-556D1E6523A4}"/>
                  </a:ext>
                </a:extLst>
              </p:cNvPr>
              <p:cNvPicPr/>
              <p:nvPr/>
            </p:nvPicPr>
            <p:blipFill>
              <a:blip r:embed="rId186"/>
              <a:stretch>
                <a:fillRect/>
              </a:stretch>
            </p:blipFill>
            <p:spPr>
              <a:xfrm>
                <a:off x="308130" y="2996670"/>
                <a:ext cx="1188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7222" name="Ink 7221">
                <a:extLst>
                  <a:ext uri="{FF2B5EF4-FFF2-40B4-BE49-F238E27FC236}">
                    <a16:creationId xmlns:a16="http://schemas.microsoft.com/office/drawing/2014/main" id="{F32E8D5F-1D42-8D0E-1269-5B0B6D1B8DA4}"/>
                  </a:ext>
                </a:extLst>
              </p14:cNvPr>
              <p14:cNvContentPartPr/>
              <p14:nvPr/>
            </p14:nvContentPartPr>
            <p14:xfrm>
              <a:off x="49290" y="3461430"/>
              <a:ext cx="174600" cy="120600"/>
            </p14:xfrm>
          </p:contentPart>
        </mc:Choice>
        <mc:Fallback xmlns="">
          <p:pic>
            <p:nvPicPr>
              <p:cNvPr id="7222" name="Ink 7221">
                <a:extLst>
                  <a:ext uri="{FF2B5EF4-FFF2-40B4-BE49-F238E27FC236}">
                    <a16:creationId xmlns:a16="http://schemas.microsoft.com/office/drawing/2014/main" id="{F32E8D5F-1D42-8D0E-1269-5B0B6D1B8DA4}"/>
                  </a:ext>
                </a:extLst>
              </p:cNvPr>
              <p:cNvPicPr/>
              <p:nvPr/>
            </p:nvPicPr>
            <p:blipFill>
              <a:blip r:embed="rId188"/>
              <a:stretch>
                <a:fillRect/>
              </a:stretch>
            </p:blipFill>
            <p:spPr>
              <a:xfrm>
                <a:off x="43170" y="3455310"/>
                <a:ext cx="1868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7223" name="Ink 7222">
                <a:extLst>
                  <a:ext uri="{FF2B5EF4-FFF2-40B4-BE49-F238E27FC236}">
                    <a16:creationId xmlns:a16="http://schemas.microsoft.com/office/drawing/2014/main" id="{F67B5E00-9139-E197-3C30-7CA21D05F978}"/>
                  </a:ext>
                </a:extLst>
              </p14:cNvPr>
              <p14:cNvContentPartPr/>
              <p14:nvPr/>
            </p14:nvContentPartPr>
            <p14:xfrm>
              <a:off x="252330" y="3438030"/>
              <a:ext cx="156240" cy="45360"/>
            </p14:xfrm>
          </p:contentPart>
        </mc:Choice>
        <mc:Fallback xmlns="">
          <p:pic>
            <p:nvPicPr>
              <p:cNvPr id="7223" name="Ink 7222">
                <a:extLst>
                  <a:ext uri="{FF2B5EF4-FFF2-40B4-BE49-F238E27FC236}">
                    <a16:creationId xmlns:a16="http://schemas.microsoft.com/office/drawing/2014/main" id="{F67B5E00-9139-E197-3C30-7CA21D05F978}"/>
                  </a:ext>
                </a:extLst>
              </p:cNvPr>
              <p:cNvPicPr/>
              <p:nvPr/>
            </p:nvPicPr>
            <p:blipFill>
              <a:blip r:embed="rId190"/>
              <a:stretch>
                <a:fillRect/>
              </a:stretch>
            </p:blipFill>
            <p:spPr>
              <a:xfrm>
                <a:off x="246210" y="3431910"/>
                <a:ext cx="16848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7224" name="Ink 7223">
                <a:extLst>
                  <a:ext uri="{FF2B5EF4-FFF2-40B4-BE49-F238E27FC236}">
                    <a16:creationId xmlns:a16="http://schemas.microsoft.com/office/drawing/2014/main" id="{3B097F3F-758B-DF5A-6285-EA1A2273EEFC}"/>
                  </a:ext>
                </a:extLst>
              </p14:cNvPr>
              <p14:cNvContentPartPr/>
              <p14:nvPr/>
            </p14:nvContentPartPr>
            <p14:xfrm>
              <a:off x="479130" y="3312030"/>
              <a:ext cx="207720" cy="156600"/>
            </p14:xfrm>
          </p:contentPart>
        </mc:Choice>
        <mc:Fallback xmlns="">
          <p:pic>
            <p:nvPicPr>
              <p:cNvPr id="7224" name="Ink 7223">
                <a:extLst>
                  <a:ext uri="{FF2B5EF4-FFF2-40B4-BE49-F238E27FC236}">
                    <a16:creationId xmlns:a16="http://schemas.microsoft.com/office/drawing/2014/main" id="{3B097F3F-758B-DF5A-6285-EA1A2273EEFC}"/>
                  </a:ext>
                </a:extLst>
              </p:cNvPr>
              <p:cNvPicPr/>
              <p:nvPr/>
            </p:nvPicPr>
            <p:blipFill>
              <a:blip r:embed="rId192"/>
              <a:stretch>
                <a:fillRect/>
              </a:stretch>
            </p:blipFill>
            <p:spPr>
              <a:xfrm>
                <a:off x="473010" y="3305910"/>
                <a:ext cx="21996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7225" name="Ink 7224">
                <a:extLst>
                  <a:ext uri="{FF2B5EF4-FFF2-40B4-BE49-F238E27FC236}">
                    <a16:creationId xmlns:a16="http://schemas.microsoft.com/office/drawing/2014/main" id="{DF4651DB-E823-D0A9-E2B0-1AF44E5B27D8}"/>
                  </a:ext>
                </a:extLst>
              </p14:cNvPr>
              <p14:cNvContentPartPr/>
              <p14:nvPr/>
            </p14:nvContentPartPr>
            <p14:xfrm>
              <a:off x="730050" y="3299430"/>
              <a:ext cx="225360" cy="112320"/>
            </p14:xfrm>
          </p:contentPart>
        </mc:Choice>
        <mc:Fallback xmlns="">
          <p:pic>
            <p:nvPicPr>
              <p:cNvPr id="7225" name="Ink 7224">
                <a:extLst>
                  <a:ext uri="{FF2B5EF4-FFF2-40B4-BE49-F238E27FC236}">
                    <a16:creationId xmlns:a16="http://schemas.microsoft.com/office/drawing/2014/main" id="{DF4651DB-E823-D0A9-E2B0-1AF44E5B27D8}"/>
                  </a:ext>
                </a:extLst>
              </p:cNvPr>
              <p:cNvPicPr/>
              <p:nvPr/>
            </p:nvPicPr>
            <p:blipFill>
              <a:blip r:embed="rId194"/>
              <a:stretch>
                <a:fillRect/>
              </a:stretch>
            </p:blipFill>
            <p:spPr>
              <a:xfrm>
                <a:off x="723930" y="3293310"/>
                <a:ext cx="23760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7226" name="Ink 7225">
                <a:extLst>
                  <a:ext uri="{FF2B5EF4-FFF2-40B4-BE49-F238E27FC236}">
                    <a16:creationId xmlns:a16="http://schemas.microsoft.com/office/drawing/2014/main" id="{974F4568-0038-A398-C524-7F5D99B6E731}"/>
                  </a:ext>
                </a:extLst>
              </p14:cNvPr>
              <p14:cNvContentPartPr/>
              <p14:nvPr/>
            </p14:nvContentPartPr>
            <p14:xfrm>
              <a:off x="780090" y="3236790"/>
              <a:ext cx="191160" cy="55080"/>
            </p14:xfrm>
          </p:contentPart>
        </mc:Choice>
        <mc:Fallback xmlns="">
          <p:pic>
            <p:nvPicPr>
              <p:cNvPr id="7226" name="Ink 7225">
                <a:extLst>
                  <a:ext uri="{FF2B5EF4-FFF2-40B4-BE49-F238E27FC236}">
                    <a16:creationId xmlns:a16="http://schemas.microsoft.com/office/drawing/2014/main" id="{974F4568-0038-A398-C524-7F5D99B6E731}"/>
                  </a:ext>
                </a:extLst>
              </p:cNvPr>
              <p:cNvPicPr/>
              <p:nvPr/>
            </p:nvPicPr>
            <p:blipFill>
              <a:blip r:embed="rId196"/>
              <a:stretch>
                <a:fillRect/>
              </a:stretch>
            </p:blipFill>
            <p:spPr>
              <a:xfrm>
                <a:off x="773970" y="3230670"/>
                <a:ext cx="2034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7227" name="Ink 7226">
                <a:extLst>
                  <a:ext uri="{FF2B5EF4-FFF2-40B4-BE49-F238E27FC236}">
                    <a16:creationId xmlns:a16="http://schemas.microsoft.com/office/drawing/2014/main" id="{DFD9B890-9A20-6F9B-06A0-97F118EB6972}"/>
                  </a:ext>
                </a:extLst>
              </p14:cNvPr>
              <p14:cNvContentPartPr/>
              <p14:nvPr/>
            </p14:nvContentPartPr>
            <p14:xfrm>
              <a:off x="982410" y="3217350"/>
              <a:ext cx="191520" cy="120600"/>
            </p14:xfrm>
          </p:contentPart>
        </mc:Choice>
        <mc:Fallback xmlns="">
          <p:pic>
            <p:nvPicPr>
              <p:cNvPr id="7227" name="Ink 7226">
                <a:extLst>
                  <a:ext uri="{FF2B5EF4-FFF2-40B4-BE49-F238E27FC236}">
                    <a16:creationId xmlns:a16="http://schemas.microsoft.com/office/drawing/2014/main" id="{DFD9B890-9A20-6F9B-06A0-97F118EB6972}"/>
                  </a:ext>
                </a:extLst>
              </p:cNvPr>
              <p:cNvPicPr/>
              <p:nvPr/>
            </p:nvPicPr>
            <p:blipFill>
              <a:blip r:embed="rId198"/>
              <a:stretch>
                <a:fillRect/>
              </a:stretch>
            </p:blipFill>
            <p:spPr>
              <a:xfrm>
                <a:off x="976290" y="3211230"/>
                <a:ext cx="2037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7228" name="Ink 7227">
                <a:extLst>
                  <a:ext uri="{FF2B5EF4-FFF2-40B4-BE49-F238E27FC236}">
                    <a16:creationId xmlns:a16="http://schemas.microsoft.com/office/drawing/2014/main" id="{C20E4178-212B-18DA-85B8-F0B6925D4413}"/>
                  </a:ext>
                </a:extLst>
              </p14:cNvPr>
              <p14:cNvContentPartPr/>
              <p14:nvPr/>
            </p14:nvContentPartPr>
            <p14:xfrm>
              <a:off x="1051890" y="3147150"/>
              <a:ext cx="122400" cy="47160"/>
            </p14:xfrm>
          </p:contentPart>
        </mc:Choice>
        <mc:Fallback xmlns="">
          <p:pic>
            <p:nvPicPr>
              <p:cNvPr id="7228" name="Ink 7227">
                <a:extLst>
                  <a:ext uri="{FF2B5EF4-FFF2-40B4-BE49-F238E27FC236}">
                    <a16:creationId xmlns:a16="http://schemas.microsoft.com/office/drawing/2014/main" id="{C20E4178-212B-18DA-85B8-F0B6925D4413}"/>
                  </a:ext>
                </a:extLst>
              </p:cNvPr>
              <p:cNvPicPr/>
              <p:nvPr/>
            </p:nvPicPr>
            <p:blipFill>
              <a:blip r:embed="rId200"/>
              <a:stretch>
                <a:fillRect/>
              </a:stretch>
            </p:blipFill>
            <p:spPr>
              <a:xfrm>
                <a:off x="1045770" y="3141030"/>
                <a:ext cx="134640" cy="59400"/>
              </a:xfrm>
              <a:prstGeom prst="rect">
                <a:avLst/>
              </a:prstGeom>
            </p:spPr>
          </p:pic>
        </mc:Fallback>
      </mc:AlternateContent>
      <p:grpSp>
        <p:nvGrpSpPr>
          <p:cNvPr id="7236" name="Group 7235">
            <a:extLst>
              <a:ext uri="{FF2B5EF4-FFF2-40B4-BE49-F238E27FC236}">
                <a16:creationId xmlns:a16="http://schemas.microsoft.com/office/drawing/2014/main" id="{A19CBFFE-A764-F3E7-7EF2-293A85A0BCAD}"/>
              </a:ext>
            </a:extLst>
          </p:cNvPr>
          <p:cNvGrpSpPr/>
          <p:nvPr/>
        </p:nvGrpSpPr>
        <p:grpSpPr>
          <a:xfrm>
            <a:off x="11130" y="3617670"/>
            <a:ext cx="1031760" cy="586080"/>
            <a:chOff x="11130" y="3617670"/>
            <a:chExt cx="1031760" cy="586080"/>
          </a:xfrm>
        </p:grpSpPr>
        <mc:AlternateContent xmlns:mc="http://schemas.openxmlformats.org/markup-compatibility/2006" xmlns:p14="http://schemas.microsoft.com/office/powerpoint/2010/main">
          <mc:Choice Requires="p14">
            <p:contentPart p14:bwMode="auto" r:id="rId201">
              <p14:nvContentPartPr>
                <p14:cNvPr id="7229" name="Ink 7228">
                  <a:extLst>
                    <a:ext uri="{FF2B5EF4-FFF2-40B4-BE49-F238E27FC236}">
                      <a16:creationId xmlns:a16="http://schemas.microsoft.com/office/drawing/2014/main" id="{02CEBA4B-171B-B7A4-6E91-EFB3FA9AC602}"/>
                    </a:ext>
                  </a:extLst>
                </p14:cNvPr>
                <p14:cNvContentPartPr/>
                <p14:nvPr/>
              </p14:nvContentPartPr>
              <p14:xfrm>
                <a:off x="158010" y="3654750"/>
                <a:ext cx="34560" cy="131400"/>
              </p14:xfrm>
            </p:contentPart>
          </mc:Choice>
          <mc:Fallback xmlns="">
            <p:pic>
              <p:nvPicPr>
                <p:cNvPr id="7229" name="Ink 7228">
                  <a:extLst>
                    <a:ext uri="{FF2B5EF4-FFF2-40B4-BE49-F238E27FC236}">
                      <a16:creationId xmlns:a16="http://schemas.microsoft.com/office/drawing/2014/main" id="{02CEBA4B-171B-B7A4-6E91-EFB3FA9AC602}"/>
                    </a:ext>
                  </a:extLst>
                </p:cNvPr>
                <p:cNvPicPr/>
                <p:nvPr/>
              </p:nvPicPr>
              <p:blipFill>
                <a:blip r:embed="rId202"/>
                <a:stretch>
                  <a:fillRect/>
                </a:stretch>
              </p:blipFill>
              <p:spPr>
                <a:xfrm>
                  <a:off x="151890" y="3648630"/>
                  <a:ext cx="468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7231" name="Ink 7230">
                  <a:extLst>
                    <a:ext uri="{FF2B5EF4-FFF2-40B4-BE49-F238E27FC236}">
                      <a16:creationId xmlns:a16="http://schemas.microsoft.com/office/drawing/2014/main" id="{2A26A328-5F5D-02B2-6902-40852CFAE24C}"/>
                    </a:ext>
                  </a:extLst>
                </p14:cNvPr>
                <p14:cNvContentPartPr/>
                <p14:nvPr/>
              </p14:nvContentPartPr>
              <p14:xfrm>
                <a:off x="11130" y="4020510"/>
                <a:ext cx="141120" cy="138600"/>
              </p14:xfrm>
            </p:contentPart>
          </mc:Choice>
          <mc:Fallback xmlns="">
            <p:pic>
              <p:nvPicPr>
                <p:cNvPr id="7231" name="Ink 7230">
                  <a:extLst>
                    <a:ext uri="{FF2B5EF4-FFF2-40B4-BE49-F238E27FC236}">
                      <a16:creationId xmlns:a16="http://schemas.microsoft.com/office/drawing/2014/main" id="{2A26A328-5F5D-02B2-6902-40852CFAE24C}"/>
                    </a:ext>
                  </a:extLst>
                </p:cNvPr>
                <p:cNvPicPr/>
                <p:nvPr/>
              </p:nvPicPr>
              <p:blipFill>
                <a:blip r:embed="rId204"/>
                <a:stretch>
                  <a:fillRect/>
                </a:stretch>
              </p:blipFill>
              <p:spPr>
                <a:xfrm>
                  <a:off x="5010" y="4014390"/>
                  <a:ext cx="15336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7232" name="Ink 7231">
                  <a:extLst>
                    <a:ext uri="{FF2B5EF4-FFF2-40B4-BE49-F238E27FC236}">
                      <a16:creationId xmlns:a16="http://schemas.microsoft.com/office/drawing/2014/main" id="{DD8748B6-64EC-6526-FD46-8C435396189D}"/>
                    </a:ext>
                  </a:extLst>
                </p14:cNvPr>
                <p14:cNvContentPartPr/>
                <p14:nvPr/>
              </p14:nvContentPartPr>
              <p14:xfrm>
                <a:off x="186090" y="3988110"/>
                <a:ext cx="250560" cy="122400"/>
              </p14:xfrm>
            </p:contentPart>
          </mc:Choice>
          <mc:Fallback xmlns="">
            <p:pic>
              <p:nvPicPr>
                <p:cNvPr id="7232" name="Ink 7231">
                  <a:extLst>
                    <a:ext uri="{FF2B5EF4-FFF2-40B4-BE49-F238E27FC236}">
                      <a16:creationId xmlns:a16="http://schemas.microsoft.com/office/drawing/2014/main" id="{DD8748B6-64EC-6526-FD46-8C435396189D}"/>
                    </a:ext>
                  </a:extLst>
                </p:cNvPr>
                <p:cNvPicPr/>
                <p:nvPr/>
              </p:nvPicPr>
              <p:blipFill>
                <a:blip r:embed="rId206"/>
                <a:stretch>
                  <a:fillRect/>
                </a:stretch>
              </p:blipFill>
              <p:spPr>
                <a:xfrm>
                  <a:off x="179970" y="3981990"/>
                  <a:ext cx="26280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7233" name="Ink 7232">
                  <a:extLst>
                    <a:ext uri="{FF2B5EF4-FFF2-40B4-BE49-F238E27FC236}">
                      <a16:creationId xmlns:a16="http://schemas.microsoft.com/office/drawing/2014/main" id="{F2D20652-2C87-1493-0B9F-ADA7FFD44330}"/>
                    </a:ext>
                  </a:extLst>
                </p14:cNvPr>
                <p14:cNvContentPartPr/>
                <p14:nvPr/>
              </p14:nvContentPartPr>
              <p14:xfrm>
                <a:off x="411810" y="3885150"/>
                <a:ext cx="193680" cy="156240"/>
              </p14:xfrm>
            </p:contentPart>
          </mc:Choice>
          <mc:Fallback xmlns="">
            <p:pic>
              <p:nvPicPr>
                <p:cNvPr id="7233" name="Ink 7232">
                  <a:extLst>
                    <a:ext uri="{FF2B5EF4-FFF2-40B4-BE49-F238E27FC236}">
                      <a16:creationId xmlns:a16="http://schemas.microsoft.com/office/drawing/2014/main" id="{F2D20652-2C87-1493-0B9F-ADA7FFD44330}"/>
                    </a:ext>
                  </a:extLst>
                </p:cNvPr>
                <p:cNvPicPr/>
                <p:nvPr/>
              </p:nvPicPr>
              <p:blipFill>
                <a:blip r:embed="rId208"/>
                <a:stretch>
                  <a:fillRect/>
                </a:stretch>
              </p:blipFill>
              <p:spPr>
                <a:xfrm>
                  <a:off x="405690" y="3879030"/>
                  <a:ext cx="20592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7234" name="Ink 7233">
                  <a:extLst>
                    <a:ext uri="{FF2B5EF4-FFF2-40B4-BE49-F238E27FC236}">
                      <a16:creationId xmlns:a16="http://schemas.microsoft.com/office/drawing/2014/main" id="{64533B9C-AFF8-533B-0893-F961276C209C}"/>
                    </a:ext>
                  </a:extLst>
                </p14:cNvPr>
                <p14:cNvContentPartPr/>
                <p14:nvPr/>
              </p14:nvContentPartPr>
              <p14:xfrm>
                <a:off x="564810" y="3869670"/>
                <a:ext cx="259200" cy="108000"/>
              </p14:xfrm>
            </p:contentPart>
          </mc:Choice>
          <mc:Fallback xmlns="">
            <p:pic>
              <p:nvPicPr>
                <p:cNvPr id="7234" name="Ink 7233">
                  <a:extLst>
                    <a:ext uri="{FF2B5EF4-FFF2-40B4-BE49-F238E27FC236}">
                      <a16:creationId xmlns:a16="http://schemas.microsoft.com/office/drawing/2014/main" id="{64533B9C-AFF8-533B-0893-F961276C209C}"/>
                    </a:ext>
                  </a:extLst>
                </p:cNvPr>
                <p:cNvPicPr/>
                <p:nvPr/>
              </p:nvPicPr>
              <p:blipFill>
                <a:blip r:embed="rId210"/>
                <a:stretch>
                  <a:fillRect/>
                </a:stretch>
              </p:blipFill>
              <p:spPr>
                <a:xfrm>
                  <a:off x="558690" y="3863550"/>
                  <a:ext cx="27144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7235" name="Ink 7234">
                  <a:extLst>
                    <a:ext uri="{FF2B5EF4-FFF2-40B4-BE49-F238E27FC236}">
                      <a16:creationId xmlns:a16="http://schemas.microsoft.com/office/drawing/2014/main" id="{90888766-59C2-01DD-2BAD-B3468D079C0D}"/>
                    </a:ext>
                  </a:extLst>
                </p14:cNvPr>
                <p14:cNvContentPartPr/>
                <p14:nvPr/>
              </p14:nvContentPartPr>
              <p14:xfrm>
                <a:off x="901050" y="3617670"/>
                <a:ext cx="141840" cy="586080"/>
              </p14:xfrm>
            </p:contentPart>
          </mc:Choice>
          <mc:Fallback xmlns="">
            <p:pic>
              <p:nvPicPr>
                <p:cNvPr id="7235" name="Ink 7234">
                  <a:extLst>
                    <a:ext uri="{FF2B5EF4-FFF2-40B4-BE49-F238E27FC236}">
                      <a16:creationId xmlns:a16="http://schemas.microsoft.com/office/drawing/2014/main" id="{90888766-59C2-01DD-2BAD-B3468D079C0D}"/>
                    </a:ext>
                  </a:extLst>
                </p:cNvPr>
                <p:cNvPicPr/>
                <p:nvPr/>
              </p:nvPicPr>
              <p:blipFill>
                <a:blip r:embed="rId212"/>
                <a:stretch>
                  <a:fillRect/>
                </a:stretch>
              </p:blipFill>
              <p:spPr>
                <a:xfrm>
                  <a:off x="894930" y="3611550"/>
                  <a:ext cx="154080" cy="598320"/>
                </a:xfrm>
                <a:prstGeom prst="rect">
                  <a:avLst/>
                </a:prstGeom>
              </p:spPr>
            </p:pic>
          </mc:Fallback>
        </mc:AlternateContent>
      </p:grpSp>
      <p:grpSp>
        <p:nvGrpSpPr>
          <p:cNvPr id="7241" name="Group 7240">
            <a:extLst>
              <a:ext uri="{FF2B5EF4-FFF2-40B4-BE49-F238E27FC236}">
                <a16:creationId xmlns:a16="http://schemas.microsoft.com/office/drawing/2014/main" id="{D26E694D-DE04-5661-F933-4954F2894E9F}"/>
              </a:ext>
            </a:extLst>
          </p:cNvPr>
          <p:cNvGrpSpPr/>
          <p:nvPr/>
        </p:nvGrpSpPr>
        <p:grpSpPr>
          <a:xfrm>
            <a:off x="117330" y="4297710"/>
            <a:ext cx="716040" cy="447840"/>
            <a:chOff x="117330" y="4297710"/>
            <a:chExt cx="716040" cy="447840"/>
          </a:xfrm>
        </p:grpSpPr>
        <mc:AlternateContent xmlns:mc="http://schemas.openxmlformats.org/markup-compatibility/2006" xmlns:p14="http://schemas.microsoft.com/office/powerpoint/2010/main">
          <mc:Choice Requires="p14">
            <p:contentPart p14:bwMode="auto" r:id="rId213">
              <p14:nvContentPartPr>
                <p14:cNvPr id="7237" name="Ink 7236">
                  <a:extLst>
                    <a:ext uri="{FF2B5EF4-FFF2-40B4-BE49-F238E27FC236}">
                      <a16:creationId xmlns:a16="http://schemas.microsoft.com/office/drawing/2014/main" id="{6FA13800-5A9F-4774-4A8D-C97E41490CDA}"/>
                    </a:ext>
                  </a:extLst>
                </p14:cNvPr>
                <p14:cNvContentPartPr/>
                <p14:nvPr/>
              </p14:nvContentPartPr>
              <p14:xfrm>
                <a:off x="117330" y="4307790"/>
                <a:ext cx="428760" cy="409320"/>
              </p14:xfrm>
            </p:contentPart>
          </mc:Choice>
          <mc:Fallback xmlns="">
            <p:pic>
              <p:nvPicPr>
                <p:cNvPr id="7237" name="Ink 7236">
                  <a:extLst>
                    <a:ext uri="{FF2B5EF4-FFF2-40B4-BE49-F238E27FC236}">
                      <a16:creationId xmlns:a16="http://schemas.microsoft.com/office/drawing/2014/main" id="{6FA13800-5A9F-4774-4A8D-C97E41490CDA}"/>
                    </a:ext>
                  </a:extLst>
                </p:cNvPr>
                <p:cNvPicPr/>
                <p:nvPr/>
              </p:nvPicPr>
              <p:blipFill>
                <a:blip r:embed="rId214"/>
                <a:stretch>
                  <a:fillRect/>
                </a:stretch>
              </p:blipFill>
              <p:spPr>
                <a:xfrm>
                  <a:off x="111210" y="4301670"/>
                  <a:ext cx="441000" cy="4215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7238" name="Ink 7237">
                  <a:extLst>
                    <a:ext uri="{FF2B5EF4-FFF2-40B4-BE49-F238E27FC236}">
                      <a16:creationId xmlns:a16="http://schemas.microsoft.com/office/drawing/2014/main" id="{FB1E1EEC-E0C0-208F-DDFE-6D06A6C197FE}"/>
                    </a:ext>
                  </a:extLst>
                </p14:cNvPr>
                <p14:cNvContentPartPr/>
                <p14:nvPr/>
              </p14:nvContentPartPr>
              <p14:xfrm>
                <a:off x="473730" y="4420470"/>
                <a:ext cx="56520" cy="29520"/>
              </p14:xfrm>
            </p:contentPart>
          </mc:Choice>
          <mc:Fallback xmlns="">
            <p:pic>
              <p:nvPicPr>
                <p:cNvPr id="7238" name="Ink 7237">
                  <a:extLst>
                    <a:ext uri="{FF2B5EF4-FFF2-40B4-BE49-F238E27FC236}">
                      <a16:creationId xmlns:a16="http://schemas.microsoft.com/office/drawing/2014/main" id="{FB1E1EEC-E0C0-208F-DDFE-6D06A6C197FE}"/>
                    </a:ext>
                  </a:extLst>
                </p:cNvPr>
                <p:cNvPicPr/>
                <p:nvPr/>
              </p:nvPicPr>
              <p:blipFill>
                <a:blip r:embed="rId216"/>
                <a:stretch>
                  <a:fillRect/>
                </a:stretch>
              </p:blipFill>
              <p:spPr>
                <a:xfrm>
                  <a:off x="467610" y="4414350"/>
                  <a:ext cx="687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7239" name="Ink 7238">
                  <a:extLst>
                    <a:ext uri="{FF2B5EF4-FFF2-40B4-BE49-F238E27FC236}">
                      <a16:creationId xmlns:a16="http://schemas.microsoft.com/office/drawing/2014/main" id="{F6F340AA-A134-B8AE-7F44-49C69C31DF9E}"/>
                    </a:ext>
                  </a:extLst>
                </p14:cNvPr>
                <p14:cNvContentPartPr/>
                <p14:nvPr/>
              </p14:nvContentPartPr>
              <p14:xfrm>
                <a:off x="629970" y="4297710"/>
                <a:ext cx="203400" cy="244440"/>
              </p14:xfrm>
            </p:contentPart>
          </mc:Choice>
          <mc:Fallback xmlns="">
            <p:pic>
              <p:nvPicPr>
                <p:cNvPr id="7239" name="Ink 7238">
                  <a:extLst>
                    <a:ext uri="{FF2B5EF4-FFF2-40B4-BE49-F238E27FC236}">
                      <a16:creationId xmlns:a16="http://schemas.microsoft.com/office/drawing/2014/main" id="{F6F340AA-A134-B8AE-7F44-49C69C31DF9E}"/>
                    </a:ext>
                  </a:extLst>
                </p:cNvPr>
                <p:cNvPicPr/>
                <p:nvPr/>
              </p:nvPicPr>
              <p:blipFill>
                <a:blip r:embed="rId218"/>
                <a:stretch>
                  <a:fillRect/>
                </a:stretch>
              </p:blipFill>
              <p:spPr>
                <a:xfrm>
                  <a:off x="623850" y="4291590"/>
                  <a:ext cx="21564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7240" name="Ink 7239">
                  <a:extLst>
                    <a:ext uri="{FF2B5EF4-FFF2-40B4-BE49-F238E27FC236}">
                      <a16:creationId xmlns:a16="http://schemas.microsoft.com/office/drawing/2014/main" id="{F8773688-4A06-3230-513C-617EAE6CAE6B}"/>
                    </a:ext>
                  </a:extLst>
                </p14:cNvPr>
                <p14:cNvContentPartPr/>
                <p14:nvPr/>
              </p14:nvContentPartPr>
              <p14:xfrm>
                <a:off x="332610" y="4627470"/>
                <a:ext cx="470520" cy="118080"/>
              </p14:xfrm>
            </p:contentPart>
          </mc:Choice>
          <mc:Fallback xmlns="">
            <p:pic>
              <p:nvPicPr>
                <p:cNvPr id="7240" name="Ink 7239">
                  <a:extLst>
                    <a:ext uri="{FF2B5EF4-FFF2-40B4-BE49-F238E27FC236}">
                      <a16:creationId xmlns:a16="http://schemas.microsoft.com/office/drawing/2014/main" id="{F8773688-4A06-3230-513C-617EAE6CAE6B}"/>
                    </a:ext>
                  </a:extLst>
                </p:cNvPr>
                <p:cNvPicPr/>
                <p:nvPr/>
              </p:nvPicPr>
              <p:blipFill>
                <a:blip r:embed="rId220"/>
                <a:stretch>
                  <a:fillRect/>
                </a:stretch>
              </p:blipFill>
              <p:spPr>
                <a:xfrm>
                  <a:off x="326490" y="4621350"/>
                  <a:ext cx="482760" cy="130320"/>
                </a:xfrm>
                <a:prstGeom prst="rect">
                  <a:avLst/>
                </a:prstGeom>
              </p:spPr>
            </p:pic>
          </mc:Fallback>
        </mc:AlternateContent>
      </p:grpSp>
      <p:sp>
        <p:nvSpPr>
          <p:cNvPr id="7242" name="Rectangle 3">
            <a:extLst>
              <a:ext uri="{FF2B5EF4-FFF2-40B4-BE49-F238E27FC236}">
                <a16:creationId xmlns:a16="http://schemas.microsoft.com/office/drawing/2014/main" id="{8232CF94-14FB-8491-DFCB-0D99F047C673}"/>
              </a:ext>
            </a:extLst>
          </p:cNvPr>
          <p:cNvSpPr>
            <a:spLocks noChangeArrowheads="1"/>
          </p:cNvSpPr>
          <p:nvPr/>
        </p:nvSpPr>
        <p:spPr bwMode="auto">
          <a:xfrm>
            <a:off x="0" y="5965062"/>
            <a:ext cx="4991100" cy="723275"/>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242424"/>
                </a:solidFill>
                <a:effectLst/>
                <a:latin typeface="source-serif-pro"/>
              </a:rPr>
              <a:t>There is only one color channel in a grayscale image. So, a grayscale image is represented as </a:t>
            </a:r>
            <a:r>
              <a:rPr kumimoji="0" lang="en-US" altLang="en-US" sz="1100" b="0" i="0" u="none" strike="noStrike" cap="none" normalizeH="0" baseline="0">
                <a:ln>
                  <a:noFill/>
                </a:ln>
                <a:solidFill>
                  <a:srgbClr val="242424"/>
                </a:solidFill>
                <a:effectLst/>
                <a:latin typeface="source-code-pro"/>
              </a:rPr>
              <a:t>(height, width, 1)</a:t>
            </a:r>
            <a:r>
              <a:rPr kumimoji="0" lang="en-US" altLang="en-US" sz="1500" b="0" i="0" u="none" strike="noStrike" cap="none" normalizeH="0" baseline="0">
                <a:ln>
                  <a:noFill/>
                </a:ln>
                <a:solidFill>
                  <a:srgbClr val="242424"/>
                </a:solidFill>
                <a:effectLst/>
                <a:latin typeface="source-serif-pro"/>
              </a:rPr>
              <a:t>or simply </a:t>
            </a:r>
            <a:r>
              <a:rPr kumimoji="0" lang="en-US" altLang="en-US" sz="1100" b="0" i="0" u="none" strike="noStrike" cap="none" normalizeH="0" baseline="0">
                <a:ln>
                  <a:noFill/>
                </a:ln>
                <a:solidFill>
                  <a:srgbClr val="242424"/>
                </a:solidFill>
                <a:effectLst/>
                <a:latin typeface="source-code-pro"/>
              </a:rPr>
              <a:t>(height, width)</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43" name="Rectangle 4">
            <a:extLst>
              <a:ext uri="{FF2B5EF4-FFF2-40B4-BE49-F238E27FC236}">
                <a16:creationId xmlns:a16="http://schemas.microsoft.com/office/drawing/2014/main" id="{257F7067-A373-DBA5-7A72-A7A5FB29D935}"/>
              </a:ext>
            </a:extLst>
          </p:cNvPr>
          <p:cNvSpPr>
            <a:spLocks noChangeArrowheads="1"/>
          </p:cNvSpPr>
          <p:nvPr/>
        </p:nvSpPr>
        <p:spPr bwMode="auto">
          <a:xfrm>
            <a:off x="5479750" y="5965062"/>
            <a:ext cx="6515400" cy="784830"/>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242424"/>
                </a:solidFill>
                <a:effectLst/>
                <a:latin typeface="source-serif-pro"/>
              </a:rPr>
              <a:t>There are three color channels (</a:t>
            </a:r>
            <a:r>
              <a:rPr kumimoji="0" lang="en-US" altLang="en-US" sz="1500" b="1" i="0" u="none" strike="noStrike" cap="none" normalizeH="0" baseline="0">
                <a:ln>
                  <a:noFill/>
                </a:ln>
                <a:solidFill>
                  <a:srgbClr val="242424"/>
                </a:solidFill>
                <a:effectLst/>
                <a:latin typeface="source-serif-pro"/>
              </a:rPr>
              <a:t>R</a:t>
            </a:r>
            <a:r>
              <a:rPr kumimoji="0" lang="en-US" altLang="en-US" sz="1500" b="0" i="0" u="none" strike="noStrike" cap="none" normalizeH="0" baseline="0">
                <a:ln>
                  <a:noFill/>
                </a:ln>
                <a:solidFill>
                  <a:srgbClr val="242424"/>
                </a:solidFill>
                <a:effectLst/>
                <a:latin typeface="source-serif-pro"/>
              </a:rPr>
              <a:t>ed, </a:t>
            </a:r>
            <a:r>
              <a:rPr kumimoji="0" lang="en-US" altLang="en-US" sz="1500" b="1" i="0" u="none" strike="noStrike" cap="none" normalizeH="0" baseline="0">
                <a:ln>
                  <a:noFill/>
                </a:ln>
                <a:solidFill>
                  <a:srgbClr val="242424"/>
                </a:solidFill>
                <a:effectLst/>
                <a:latin typeface="source-serif-pro"/>
              </a:rPr>
              <a:t>G</a:t>
            </a:r>
            <a:r>
              <a:rPr kumimoji="0" lang="en-US" altLang="en-US" sz="1500" b="0" i="0" u="none" strike="noStrike" cap="none" normalizeH="0" baseline="0">
                <a:ln>
                  <a:noFill/>
                </a:ln>
                <a:solidFill>
                  <a:srgbClr val="242424"/>
                </a:solidFill>
                <a:effectLst/>
                <a:latin typeface="source-serif-pro"/>
              </a:rPr>
              <a:t>reen and </a:t>
            </a:r>
            <a:r>
              <a:rPr kumimoji="0" lang="en-US" altLang="en-US" sz="1500" b="1" i="0" u="none" strike="noStrike" cap="none" normalizeH="0" baseline="0">
                <a:ln>
                  <a:noFill/>
                </a:ln>
                <a:solidFill>
                  <a:srgbClr val="242424"/>
                </a:solidFill>
                <a:effectLst/>
                <a:latin typeface="source-serif-pro"/>
              </a:rPr>
              <a:t>B</a:t>
            </a:r>
            <a:r>
              <a:rPr kumimoji="0" lang="en-US" altLang="en-US" sz="1500" b="0" i="0" u="none" strike="noStrike" cap="none" normalizeH="0" baseline="0">
                <a:ln>
                  <a:noFill/>
                </a:ln>
                <a:solidFill>
                  <a:srgbClr val="242424"/>
                </a:solidFill>
                <a:effectLst/>
                <a:latin typeface="source-serif-pro"/>
              </a:rPr>
              <a:t>lue) in an RGB image. So, an RGB image is represented as </a:t>
            </a:r>
            <a:r>
              <a:rPr kumimoji="0" lang="en-US" altLang="en-US" sz="1100" b="0" i="0" u="none" strike="noStrike" cap="none" normalizeH="0" baseline="0">
                <a:ln>
                  <a:noFill/>
                </a:ln>
                <a:solidFill>
                  <a:srgbClr val="242424"/>
                </a:solidFill>
                <a:effectLst/>
                <a:latin typeface="source-code-pro"/>
              </a:rPr>
              <a:t>(height, width, 3)</a:t>
            </a:r>
            <a:r>
              <a:rPr kumimoji="0" lang="en-US" altLang="en-US" sz="1500" b="0" i="0" u="none" strike="noStrike" cap="none" normalizeH="0" baseline="0">
                <a:ln>
                  <a:noFill/>
                </a:ln>
                <a:solidFill>
                  <a:srgbClr val="242424"/>
                </a:solidFill>
                <a:effectLst/>
                <a:latin typeface="source-serif-pro"/>
              </a:rPr>
              <a:t>. The third dimension denotes the number of color channels in the image.</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53905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84399-5ACB-F0C6-69C4-437226C9234D}"/>
              </a:ext>
            </a:extLst>
          </p:cNvPr>
          <p:cNvSpPr>
            <a:spLocks noGrp="1"/>
          </p:cNvSpPr>
          <p:nvPr>
            <p:ph type="title"/>
          </p:nvPr>
        </p:nvSpPr>
        <p:spPr/>
        <p:txBody>
          <a:bodyPr/>
          <a:lstStyle/>
          <a:p>
            <a:r>
              <a:rPr lang="en-IN" dirty="0"/>
              <a:t>CNN Architecture - done</a:t>
            </a:r>
          </a:p>
        </p:txBody>
      </p:sp>
      <p:pic>
        <p:nvPicPr>
          <p:cNvPr id="8194" name="Picture 2">
            <a:extLst>
              <a:ext uri="{FF2B5EF4-FFF2-40B4-BE49-F238E27FC236}">
                <a16:creationId xmlns:a16="http://schemas.microsoft.com/office/drawing/2014/main" id="{98D16605-8BCA-001B-E513-256EF8B9EB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430" y="2049463"/>
            <a:ext cx="10001250" cy="33813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C1AEA40-98F2-7BCA-450D-3AA0470881F7}"/>
              </a:ext>
            </a:extLst>
          </p:cNvPr>
          <p:cNvSpPr txBox="1"/>
          <p:nvPr/>
        </p:nvSpPr>
        <p:spPr>
          <a:xfrm>
            <a:off x="508000" y="5655786"/>
            <a:ext cx="11506200" cy="584775"/>
          </a:xfrm>
          <a:prstGeom prst="rect">
            <a:avLst/>
          </a:prstGeom>
          <a:noFill/>
        </p:spPr>
        <p:txBody>
          <a:bodyPr wrap="square">
            <a:spAutoFit/>
          </a:bodyPr>
          <a:lstStyle/>
          <a:p>
            <a:r>
              <a:rPr lang="en-US" sz="1600" b="0" i="0" dirty="0">
                <a:solidFill>
                  <a:srgbClr val="242424"/>
                </a:solidFill>
                <a:effectLst/>
                <a:latin typeface="+mj-lt"/>
              </a:rPr>
              <a:t>Technically, deep learning CNN models to train and test, each input image will pass it through a series of convolution layers with filters (</a:t>
            </a:r>
            <a:r>
              <a:rPr lang="en-US" sz="1600" b="0" i="0" dirty="0" err="1">
                <a:solidFill>
                  <a:srgbClr val="242424"/>
                </a:solidFill>
                <a:effectLst/>
                <a:latin typeface="+mj-lt"/>
              </a:rPr>
              <a:t>Kernals</a:t>
            </a:r>
            <a:r>
              <a:rPr lang="en-US" sz="1600" b="0" i="0" dirty="0">
                <a:solidFill>
                  <a:srgbClr val="242424"/>
                </a:solidFill>
                <a:effectLst/>
                <a:latin typeface="+mj-lt"/>
              </a:rPr>
              <a:t>), Pooling, fully connected layers (FC) and apply </a:t>
            </a:r>
            <a:r>
              <a:rPr lang="en-US" sz="1600" b="0" i="0" dirty="0" err="1">
                <a:solidFill>
                  <a:srgbClr val="242424"/>
                </a:solidFill>
                <a:effectLst/>
                <a:latin typeface="+mj-lt"/>
              </a:rPr>
              <a:t>Softmax</a:t>
            </a:r>
            <a:r>
              <a:rPr lang="en-US" sz="1600" b="0" i="0" dirty="0">
                <a:solidFill>
                  <a:srgbClr val="242424"/>
                </a:solidFill>
                <a:effectLst/>
                <a:latin typeface="+mj-lt"/>
              </a:rPr>
              <a:t> function to classify an object with probabilistic values between 0 and 1.</a:t>
            </a:r>
            <a:endParaRPr lang="en-IN" sz="1600" dirty="0">
              <a:latin typeface="+mj-lt"/>
            </a:endParaRPr>
          </a:p>
        </p:txBody>
      </p:sp>
      <p:sp>
        <p:nvSpPr>
          <p:cNvPr id="3" name="TextBox 2">
            <a:extLst>
              <a:ext uri="{FF2B5EF4-FFF2-40B4-BE49-F238E27FC236}">
                <a16:creationId xmlns:a16="http://schemas.microsoft.com/office/drawing/2014/main" id="{3351E182-4E21-D7E8-A41C-7D49B75F6B57}"/>
              </a:ext>
            </a:extLst>
          </p:cNvPr>
          <p:cNvSpPr txBox="1"/>
          <p:nvPr/>
        </p:nvSpPr>
        <p:spPr>
          <a:xfrm>
            <a:off x="9260601" y="601417"/>
            <a:ext cx="1626282" cy="369332"/>
          </a:xfrm>
          <a:prstGeom prst="rect">
            <a:avLst/>
          </a:prstGeom>
          <a:noFill/>
        </p:spPr>
        <p:txBody>
          <a:bodyPr wrap="square" rtlCol="0">
            <a:spAutoFit/>
          </a:bodyPr>
          <a:lstStyle/>
          <a:p>
            <a:r>
              <a:rPr lang="en-IN" dirty="0" err="1">
                <a:hlinkClick r:id="rId3"/>
              </a:rPr>
              <a:t>cnn</a:t>
            </a:r>
            <a:r>
              <a:rPr lang="en-IN" dirty="0">
                <a:hlinkClick r:id="rId3"/>
              </a:rPr>
              <a:t>-explainer</a:t>
            </a:r>
            <a:endParaRPr lang="en-IN" dirty="0"/>
          </a:p>
        </p:txBody>
      </p:sp>
    </p:spTree>
    <p:extLst>
      <p:ext uri="{BB962C8B-B14F-4D97-AF65-F5344CB8AC3E}">
        <p14:creationId xmlns:p14="http://schemas.microsoft.com/office/powerpoint/2010/main" val="2876729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A7978-6459-6B58-16CE-398538C5C083}"/>
              </a:ext>
            </a:extLst>
          </p:cNvPr>
          <p:cNvSpPr>
            <a:spLocks noGrp="1"/>
          </p:cNvSpPr>
          <p:nvPr>
            <p:ph type="title"/>
          </p:nvPr>
        </p:nvSpPr>
        <p:spPr/>
        <p:txBody>
          <a:bodyPr/>
          <a:lstStyle/>
          <a:p>
            <a:r>
              <a:rPr lang="en-IN" dirty="0"/>
              <a:t>Convolution Layer – done ??</a:t>
            </a:r>
          </a:p>
        </p:txBody>
      </p:sp>
      <p:sp>
        <p:nvSpPr>
          <p:cNvPr id="5" name="TextBox 4">
            <a:extLst>
              <a:ext uri="{FF2B5EF4-FFF2-40B4-BE49-F238E27FC236}">
                <a16:creationId xmlns:a16="http://schemas.microsoft.com/office/drawing/2014/main" id="{549D0783-FE7A-A048-DB7E-76B52A478804}"/>
              </a:ext>
            </a:extLst>
          </p:cNvPr>
          <p:cNvSpPr txBox="1"/>
          <p:nvPr/>
        </p:nvSpPr>
        <p:spPr>
          <a:xfrm>
            <a:off x="1097280" y="1890236"/>
            <a:ext cx="10129520" cy="923330"/>
          </a:xfrm>
          <a:prstGeom prst="rect">
            <a:avLst/>
          </a:prstGeom>
          <a:noFill/>
        </p:spPr>
        <p:txBody>
          <a:bodyPr wrap="square">
            <a:spAutoFit/>
          </a:bodyPr>
          <a:lstStyle/>
          <a:p>
            <a:pPr algn="just"/>
            <a:r>
              <a:rPr lang="en-US" b="0" i="0" dirty="0">
                <a:solidFill>
                  <a:srgbClr val="242424"/>
                </a:solidFill>
                <a:effectLst/>
                <a:latin typeface="source-serif-pro"/>
              </a:rPr>
              <a:t>Convolution is the first layer to extract features from an input image. Convolution preserves the relationship between pixels by learning image features using small squares of input data. It is a mathematical operation that tak</a:t>
            </a:r>
            <a:r>
              <a:rPr lang="en-US" dirty="0"/>
              <a:t>es two inputs such as image matrix and a filter or kernel</a:t>
            </a:r>
            <a:r>
              <a:rPr lang="en-US" b="0" i="0" dirty="0">
                <a:solidFill>
                  <a:srgbClr val="242424"/>
                </a:solidFill>
                <a:effectLst/>
                <a:latin typeface="source-serif-pro"/>
              </a:rPr>
              <a:t>.</a:t>
            </a:r>
            <a:endParaRPr lang="en-IN"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24CF6535-FE8A-3CD2-B8AE-6A70400AB3D2}"/>
                  </a:ext>
                </a:extLst>
              </p14:cNvPr>
              <p14:cNvContentPartPr/>
              <p14:nvPr/>
            </p14:nvContentPartPr>
            <p14:xfrm>
              <a:off x="1310010" y="3510390"/>
              <a:ext cx="2001600" cy="81360"/>
            </p14:xfrm>
          </p:contentPart>
        </mc:Choice>
        <mc:Fallback xmlns="">
          <p:pic>
            <p:nvPicPr>
              <p:cNvPr id="8" name="Ink 7">
                <a:extLst>
                  <a:ext uri="{FF2B5EF4-FFF2-40B4-BE49-F238E27FC236}">
                    <a16:creationId xmlns:a16="http://schemas.microsoft.com/office/drawing/2014/main" id="{24CF6535-FE8A-3CD2-B8AE-6A70400AB3D2}"/>
                  </a:ext>
                </a:extLst>
              </p:cNvPr>
              <p:cNvPicPr/>
              <p:nvPr/>
            </p:nvPicPr>
            <p:blipFill>
              <a:blip r:embed="rId3"/>
              <a:stretch>
                <a:fillRect/>
              </a:stretch>
            </p:blipFill>
            <p:spPr>
              <a:xfrm>
                <a:off x="1303890" y="3504270"/>
                <a:ext cx="201384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2" name="Ink 31">
                <a:extLst>
                  <a:ext uri="{FF2B5EF4-FFF2-40B4-BE49-F238E27FC236}">
                    <a16:creationId xmlns:a16="http://schemas.microsoft.com/office/drawing/2014/main" id="{9A76BFF0-F89A-9992-A746-8021B6A6D512}"/>
                  </a:ext>
                </a:extLst>
              </p14:cNvPr>
              <p14:cNvContentPartPr/>
              <p14:nvPr/>
            </p14:nvContentPartPr>
            <p14:xfrm>
              <a:off x="1302090" y="4695870"/>
              <a:ext cx="2206080" cy="100080"/>
            </p14:xfrm>
          </p:contentPart>
        </mc:Choice>
        <mc:Fallback xmlns="">
          <p:pic>
            <p:nvPicPr>
              <p:cNvPr id="32" name="Ink 31">
                <a:extLst>
                  <a:ext uri="{FF2B5EF4-FFF2-40B4-BE49-F238E27FC236}">
                    <a16:creationId xmlns:a16="http://schemas.microsoft.com/office/drawing/2014/main" id="{9A76BFF0-F89A-9992-A746-8021B6A6D512}"/>
                  </a:ext>
                </a:extLst>
              </p:cNvPr>
              <p:cNvPicPr/>
              <p:nvPr/>
            </p:nvPicPr>
            <p:blipFill>
              <a:blip r:embed="rId5"/>
              <a:stretch>
                <a:fillRect/>
              </a:stretch>
            </p:blipFill>
            <p:spPr>
              <a:xfrm>
                <a:off x="1295970" y="4689750"/>
                <a:ext cx="2218320" cy="112320"/>
              </a:xfrm>
              <a:prstGeom prst="rect">
                <a:avLst/>
              </a:prstGeom>
            </p:spPr>
          </p:pic>
        </mc:Fallback>
      </mc:AlternateContent>
      <p:grpSp>
        <p:nvGrpSpPr>
          <p:cNvPr id="55" name="Group 54">
            <a:extLst>
              <a:ext uri="{FF2B5EF4-FFF2-40B4-BE49-F238E27FC236}">
                <a16:creationId xmlns:a16="http://schemas.microsoft.com/office/drawing/2014/main" id="{385787ED-5ACB-C6C2-16D2-C51918187FB0}"/>
              </a:ext>
            </a:extLst>
          </p:cNvPr>
          <p:cNvGrpSpPr/>
          <p:nvPr/>
        </p:nvGrpSpPr>
        <p:grpSpPr>
          <a:xfrm>
            <a:off x="149010" y="3537030"/>
            <a:ext cx="3418920" cy="2346480"/>
            <a:chOff x="149010" y="3537030"/>
            <a:chExt cx="3418920" cy="234648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35B4CF57-A2DE-56FF-9B99-7EC6601BBDCE}"/>
                    </a:ext>
                  </a:extLst>
                </p14:cNvPr>
                <p14:cNvContentPartPr/>
                <p14:nvPr/>
              </p14:nvContentPartPr>
              <p14:xfrm>
                <a:off x="1198770" y="3600030"/>
                <a:ext cx="157680" cy="1443960"/>
              </p14:xfrm>
            </p:contentPart>
          </mc:Choice>
          <mc:Fallback xmlns="">
            <p:pic>
              <p:nvPicPr>
                <p:cNvPr id="9" name="Ink 8">
                  <a:extLst>
                    <a:ext uri="{FF2B5EF4-FFF2-40B4-BE49-F238E27FC236}">
                      <a16:creationId xmlns:a16="http://schemas.microsoft.com/office/drawing/2014/main" id="{35B4CF57-A2DE-56FF-9B99-7EC6601BBDCE}"/>
                    </a:ext>
                  </a:extLst>
                </p:cNvPr>
                <p:cNvPicPr/>
                <p:nvPr/>
              </p:nvPicPr>
              <p:blipFill>
                <a:blip r:embed="rId7"/>
                <a:stretch>
                  <a:fillRect/>
                </a:stretch>
              </p:blipFill>
              <p:spPr>
                <a:xfrm>
                  <a:off x="1192650" y="3593910"/>
                  <a:ext cx="169920" cy="1456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90670CD2-DF9C-6F5A-1AD9-39FED580EF2F}"/>
                    </a:ext>
                  </a:extLst>
                </p14:cNvPr>
                <p14:cNvContentPartPr/>
                <p14:nvPr/>
              </p14:nvContentPartPr>
              <p14:xfrm>
                <a:off x="1226850" y="4982790"/>
                <a:ext cx="1977840" cy="102240"/>
              </p14:xfrm>
            </p:contentPart>
          </mc:Choice>
          <mc:Fallback xmlns="">
            <p:pic>
              <p:nvPicPr>
                <p:cNvPr id="10" name="Ink 9">
                  <a:extLst>
                    <a:ext uri="{FF2B5EF4-FFF2-40B4-BE49-F238E27FC236}">
                      <a16:creationId xmlns:a16="http://schemas.microsoft.com/office/drawing/2014/main" id="{90670CD2-DF9C-6F5A-1AD9-39FED580EF2F}"/>
                    </a:ext>
                  </a:extLst>
                </p:cNvPr>
                <p:cNvPicPr/>
                <p:nvPr/>
              </p:nvPicPr>
              <p:blipFill>
                <a:blip r:embed="rId9"/>
                <a:stretch>
                  <a:fillRect/>
                </a:stretch>
              </p:blipFill>
              <p:spPr>
                <a:xfrm>
                  <a:off x="1220730" y="4976670"/>
                  <a:ext cx="19900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77E9ED05-EA0E-8558-72C2-8B5C4958C91F}"/>
                    </a:ext>
                  </a:extLst>
                </p14:cNvPr>
                <p14:cNvContentPartPr/>
                <p14:nvPr/>
              </p14:nvContentPartPr>
              <p14:xfrm>
                <a:off x="3083010" y="3549270"/>
                <a:ext cx="237240" cy="1369440"/>
              </p14:xfrm>
            </p:contentPart>
          </mc:Choice>
          <mc:Fallback xmlns="">
            <p:pic>
              <p:nvPicPr>
                <p:cNvPr id="12" name="Ink 11">
                  <a:extLst>
                    <a:ext uri="{FF2B5EF4-FFF2-40B4-BE49-F238E27FC236}">
                      <a16:creationId xmlns:a16="http://schemas.microsoft.com/office/drawing/2014/main" id="{77E9ED05-EA0E-8558-72C2-8B5C4958C91F}"/>
                    </a:ext>
                  </a:extLst>
                </p:cNvPr>
                <p:cNvPicPr/>
                <p:nvPr/>
              </p:nvPicPr>
              <p:blipFill>
                <a:blip r:embed="rId11"/>
                <a:stretch>
                  <a:fillRect/>
                </a:stretch>
              </p:blipFill>
              <p:spPr>
                <a:xfrm>
                  <a:off x="3076890" y="3543150"/>
                  <a:ext cx="249480" cy="1381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9985F003-FF3B-4C83-97BB-54929922AEDE}"/>
                    </a:ext>
                  </a:extLst>
                </p14:cNvPr>
                <p14:cNvContentPartPr/>
                <p14:nvPr/>
              </p14:nvContentPartPr>
              <p14:xfrm>
                <a:off x="1457970" y="3598230"/>
                <a:ext cx="251640" cy="1376640"/>
              </p14:xfrm>
            </p:contentPart>
          </mc:Choice>
          <mc:Fallback xmlns="">
            <p:pic>
              <p:nvPicPr>
                <p:cNvPr id="14" name="Ink 13">
                  <a:extLst>
                    <a:ext uri="{FF2B5EF4-FFF2-40B4-BE49-F238E27FC236}">
                      <a16:creationId xmlns:a16="http://schemas.microsoft.com/office/drawing/2014/main" id="{9985F003-FF3B-4C83-97BB-54929922AEDE}"/>
                    </a:ext>
                  </a:extLst>
                </p:cNvPr>
                <p:cNvPicPr/>
                <p:nvPr/>
              </p:nvPicPr>
              <p:blipFill>
                <a:blip r:embed="rId13"/>
                <a:stretch>
                  <a:fillRect/>
                </a:stretch>
              </p:blipFill>
              <p:spPr>
                <a:xfrm>
                  <a:off x="1451850" y="3592110"/>
                  <a:ext cx="263880" cy="1388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CF13F97D-E8D8-ED4B-484A-A70C5DDF4D3B}"/>
                    </a:ext>
                  </a:extLst>
                </p14:cNvPr>
                <p14:cNvContentPartPr/>
                <p14:nvPr/>
              </p14:nvContentPartPr>
              <p14:xfrm>
                <a:off x="1786290" y="3607950"/>
                <a:ext cx="322200" cy="1361520"/>
              </p14:xfrm>
            </p:contentPart>
          </mc:Choice>
          <mc:Fallback xmlns="">
            <p:pic>
              <p:nvPicPr>
                <p:cNvPr id="15" name="Ink 14">
                  <a:extLst>
                    <a:ext uri="{FF2B5EF4-FFF2-40B4-BE49-F238E27FC236}">
                      <a16:creationId xmlns:a16="http://schemas.microsoft.com/office/drawing/2014/main" id="{CF13F97D-E8D8-ED4B-484A-A70C5DDF4D3B}"/>
                    </a:ext>
                  </a:extLst>
                </p:cNvPr>
                <p:cNvPicPr/>
                <p:nvPr/>
              </p:nvPicPr>
              <p:blipFill>
                <a:blip r:embed="rId15"/>
                <a:stretch>
                  <a:fillRect/>
                </a:stretch>
              </p:blipFill>
              <p:spPr>
                <a:xfrm>
                  <a:off x="1780170" y="3601830"/>
                  <a:ext cx="334440" cy="1373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195833FF-7846-D155-9A29-E3541C37E557}"/>
                    </a:ext>
                  </a:extLst>
                </p14:cNvPr>
                <p14:cNvContentPartPr/>
                <p14:nvPr/>
              </p14:nvContentPartPr>
              <p14:xfrm>
                <a:off x="2242410" y="3636750"/>
                <a:ext cx="269280" cy="1291680"/>
              </p14:xfrm>
            </p:contentPart>
          </mc:Choice>
          <mc:Fallback xmlns="">
            <p:pic>
              <p:nvPicPr>
                <p:cNvPr id="16" name="Ink 15">
                  <a:extLst>
                    <a:ext uri="{FF2B5EF4-FFF2-40B4-BE49-F238E27FC236}">
                      <a16:creationId xmlns:a16="http://schemas.microsoft.com/office/drawing/2014/main" id="{195833FF-7846-D155-9A29-E3541C37E557}"/>
                    </a:ext>
                  </a:extLst>
                </p:cNvPr>
                <p:cNvPicPr/>
                <p:nvPr/>
              </p:nvPicPr>
              <p:blipFill>
                <a:blip r:embed="rId17"/>
                <a:stretch>
                  <a:fillRect/>
                </a:stretch>
              </p:blipFill>
              <p:spPr>
                <a:xfrm>
                  <a:off x="2236290" y="3630630"/>
                  <a:ext cx="281520" cy="1303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395896AB-7625-06AB-2514-C7D9C1F2310A}"/>
                    </a:ext>
                  </a:extLst>
                </p14:cNvPr>
                <p14:cNvContentPartPr/>
                <p14:nvPr/>
              </p14:nvContentPartPr>
              <p14:xfrm>
                <a:off x="2658210" y="3603990"/>
                <a:ext cx="216000" cy="1342080"/>
              </p14:xfrm>
            </p:contentPart>
          </mc:Choice>
          <mc:Fallback xmlns="">
            <p:pic>
              <p:nvPicPr>
                <p:cNvPr id="18" name="Ink 17">
                  <a:extLst>
                    <a:ext uri="{FF2B5EF4-FFF2-40B4-BE49-F238E27FC236}">
                      <a16:creationId xmlns:a16="http://schemas.microsoft.com/office/drawing/2014/main" id="{395896AB-7625-06AB-2514-C7D9C1F2310A}"/>
                    </a:ext>
                  </a:extLst>
                </p:cNvPr>
                <p:cNvPicPr/>
                <p:nvPr/>
              </p:nvPicPr>
              <p:blipFill>
                <a:blip r:embed="rId19"/>
                <a:stretch>
                  <a:fillRect/>
                </a:stretch>
              </p:blipFill>
              <p:spPr>
                <a:xfrm>
                  <a:off x="2652090" y="3597870"/>
                  <a:ext cx="228240" cy="1354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E5C8245B-8430-1056-A9D3-27A8D22CFF05}"/>
                    </a:ext>
                  </a:extLst>
                </p14:cNvPr>
                <p14:cNvContentPartPr/>
                <p14:nvPr/>
              </p14:nvContentPartPr>
              <p14:xfrm>
                <a:off x="3049170" y="3537030"/>
                <a:ext cx="518760" cy="1445400"/>
              </p14:xfrm>
            </p:contentPart>
          </mc:Choice>
          <mc:Fallback xmlns="">
            <p:pic>
              <p:nvPicPr>
                <p:cNvPr id="20" name="Ink 19">
                  <a:extLst>
                    <a:ext uri="{FF2B5EF4-FFF2-40B4-BE49-F238E27FC236}">
                      <a16:creationId xmlns:a16="http://schemas.microsoft.com/office/drawing/2014/main" id="{E5C8245B-8430-1056-A9D3-27A8D22CFF05}"/>
                    </a:ext>
                  </a:extLst>
                </p:cNvPr>
                <p:cNvPicPr/>
                <p:nvPr/>
              </p:nvPicPr>
              <p:blipFill>
                <a:blip r:embed="rId21"/>
                <a:stretch>
                  <a:fillRect/>
                </a:stretch>
              </p:blipFill>
              <p:spPr>
                <a:xfrm>
                  <a:off x="3043050" y="3530910"/>
                  <a:ext cx="531000" cy="1457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27C769C6-80CA-B8DA-B12F-BD267B31E0A5}"/>
                    </a:ext>
                  </a:extLst>
                </p14:cNvPr>
                <p14:cNvContentPartPr/>
                <p14:nvPr/>
              </p14:nvContentPartPr>
              <p14:xfrm>
                <a:off x="3011370" y="4875510"/>
                <a:ext cx="59760" cy="119880"/>
              </p14:xfrm>
            </p:contentPart>
          </mc:Choice>
          <mc:Fallback xmlns="">
            <p:pic>
              <p:nvPicPr>
                <p:cNvPr id="21" name="Ink 20">
                  <a:extLst>
                    <a:ext uri="{FF2B5EF4-FFF2-40B4-BE49-F238E27FC236}">
                      <a16:creationId xmlns:a16="http://schemas.microsoft.com/office/drawing/2014/main" id="{27C769C6-80CA-B8DA-B12F-BD267B31E0A5}"/>
                    </a:ext>
                  </a:extLst>
                </p:cNvPr>
                <p:cNvPicPr/>
                <p:nvPr/>
              </p:nvPicPr>
              <p:blipFill>
                <a:blip r:embed="rId23"/>
                <a:stretch>
                  <a:fillRect/>
                </a:stretch>
              </p:blipFill>
              <p:spPr>
                <a:xfrm>
                  <a:off x="3005250" y="4869390"/>
                  <a:ext cx="72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DBBE9405-BF1A-49D5-CE50-6037D301D3E9}"/>
                    </a:ext>
                  </a:extLst>
                </p14:cNvPr>
                <p14:cNvContentPartPr/>
                <p14:nvPr/>
              </p14:nvContentPartPr>
              <p14:xfrm>
                <a:off x="2664330" y="4912590"/>
                <a:ext cx="88200" cy="107640"/>
              </p14:xfrm>
            </p:contentPart>
          </mc:Choice>
          <mc:Fallback xmlns="">
            <p:pic>
              <p:nvPicPr>
                <p:cNvPr id="22" name="Ink 21">
                  <a:extLst>
                    <a:ext uri="{FF2B5EF4-FFF2-40B4-BE49-F238E27FC236}">
                      <a16:creationId xmlns:a16="http://schemas.microsoft.com/office/drawing/2014/main" id="{DBBE9405-BF1A-49D5-CE50-6037D301D3E9}"/>
                    </a:ext>
                  </a:extLst>
                </p:cNvPr>
                <p:cNvPicPr/>
                <p:nvPr/>
              </p:nvPicPr>
              <p:blipFill>
                <a:blip r:embed="rId25"/>
                <a:stretch>
                  <a:fillRect/>
                </a:stretch>
              </p:blipFill>
              <p:spPr>
                <a:xfrm>
                  <a:off x="2658210" y="4906470"/>
                  <a:ext cx="10044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EF6DE33C-FB5C-6398-3571-305FD988AA6D}"/>
                    </a:ext>
                  </a:extLst>
                </p14:cNvPr>
                <p14:cNvContentPartPr/>
                <p14:nvPr/>
              </p14:nvContentPartPr>
              <p14:xfrm>
                <a:off x="2267610" y="4915830"/>
                <a:ext cx="122400" cy="107280"/>
              </p14:xfrm>
            </p:contentPart>
          </mc:Choice>
          <mc:Fallback xmlns="">
            <p:pic>
              <p:nvPicPr>
                <p:cNvPr id="23" name="Ink 22">
                  <a:extLst>
                    <a:ext uri="{FF2B5EF4-FFF2-40B4-BE49-F238E27FC236}">
                      <a16:creationId xmlns:a16="http://schemas.microsoft.com/office/drawing/2014/main" id="{EF6DE33C-FB5C-6398-3571-305FD988AA6D}"/>
                    </a:ext>
                  </a:extLst>
                </p:cNvPr>
                <p:cNvPicPr/>
                <p:nvPr/>
              </p:nvPicPr>
              <p:blipFill>
                <a:blip r:embed="rId27"/>
                <a:stretch>
                  <a:fillRect/>
                </a:stretch>
              </p:blipFill>
              <p:spPr>
                <a:xfrm>
                  <a:off x="2261490" y="4909710"/>
                  <a:ext cx="13464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AFCE93E6-A8A9-4E2C-86E4-C58B8FA487F5}"/>
                    </a:ext>
                  </a:extLst>
                </p14:cNvPr>
                <p14:cNvContentPartPr/>
                <p14:nvPr/>
              </p14:nvContentPartPr>
              <p14:xfrm>
                <a:off x="1858290" y="4969110"/>
                <a:ext cx="93960" cy="113760"/>
              </p14:xfrm>
            </p:contentPart>
          </mc:Choice>
          <mc:Fallback xmlns="">
            <p:pic>
              <p:nvPicPr>
                <p:cNvPr id="24" name="Ink 23">
                  <a:extLst>
                    <a:ext uri="{FF2B5EF4-FFF2-40B4-BE49-F238E27FC236}">
                      <a16:creationId xmlns:a16="http://schemas.microsoft.com/office/drawing/2014/main" id="{AFCE93E6-A8A9-4E2C-86E4-C58B8FA487F5}"/>
                    </a:ext>
                  </a:extLst>
                </p:cNvPr>
                <p:cNvPicPr/>
                <p:nvPr/>
              </p:nvPicPr>
              <p:blipFill>
                <a:blip r:embed="rId29"/>
                <a:stretch>
                  <a:fillRect/>
                </a:stretch>
              </p:blipFill>
              <p:spPr>
                <a:xfrm>
                  <a:off x="1852170" y="4962990"/>
                  <a:ext cx="1062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5E12AC92-E416-1841-DD81-607BD1CF5460}"/>
                    </a:ext>
                  </a:extLst>
                </p14:cNvPr>
                <p14:cNvContentPartPr/>
                <p14:nvPr/>
              </p14:nvContentPartPr>
              <p14:xfrm>
                <a:off x="1511250" y="4992510"/>
                <a:ext cx="28440" cy="89640"/>
              </p14:xfrm>
            </p:contentPart>
          </mc:Choice>
          <mc:Fallback xmlns="">
            <p:pic>
              <p:nvPicPr>
                <p:cNvPr id="25" name="Ink 24">
                  <a:extLst>
                    <a:ext uri="{FF2B5EF4-FFF2-40B4-BE49-F238E27FC236}">
                      <a16:creationId xmlns:a16="http://schemas.microsoft.com/office/drawing/2014/main" id="{5E12AC92-E416-1841-DD81-607BD1CF5460}"/>
                    </a:ext>
                  </a:extLst>
                </p:cNvPr>
                <p:cNvPicPr/>
                <p:nvPr/>
              </p:nvPicPr>
              <p:blipFill>
                <a:blip r:embed="rId31"/>
                <a:stretch>
                  <a:fillRect/>
                </a:stretch>
              </p:blipFill>
              <p:spPr>
                <a:xfrm>
                  <a:off x="1505130" y="4986390"/>
                  <a:ext cx="4068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C6FB1941-48B9-69A0-9A1A-B8A57E03472B}"/>
                    </a:ext>
                  </a:extLst>
                </p14:cNvPr>
                <p14:cNvContentPartPr/>
                <p14:nvPr/>
              </p14:nvContentPartPr>
              <p14:xfrm>
                <a:off x="1336290" y="3824670"/>
                <a:ext cx="2109600" cy="39600"/>
              </p14:xfrm>
            </p:contentPart>
          </mc:Choice>
          <mc:Fallback xmlns="">
            <p:pic>
              <p:nvPicPr>
                <p:cNvPr id="27" name="Ink 26">
                  <a:extLst>
                    <a:ext uri="{FF2B5EF4-FFF2-40B4-BE49-F238E27FC236}">
                      <a16:creationId xmlns:a16="http://schemas.microsoft.com/office/drawing/2014/main" id="{C6FB1941-48B9-69A0-9A1A-B8A57E03472B}"/>
                    </a:ext>
                  </a:extLst>
                </p:cNvPr>
                <p:cNvPicPr/>
                <p:nvPr/>
              </p:nvPicPr>
              <p:blipFill>
                <a:blip r:embed="rId33"/>
                <a:stretch>
                  <a:fillRect/>
                </a:stretch>
              </p:blipFill>
              <p:spPr>
                <a:xfrm>
                  <a:off x="1330170" y="3818550"/>
                  <a:ext cx="21218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DE0D4E21-577E-4CF8-A1AD-A279759BD370}"/>
                    </a:ext>
                  </a:extLst>
                </p14:cNvPr>
                <p14:cNvContentPartPr/>
                <p14:nvPr/>
              </p14:nvContentPartPr>
              <p14:xfrm>
                <a:off x="1280130" y="4088190"/>
                <a:ext cx="2111760" cy="33480"/>
              </p14:xfrm>
            </p:contentPart>
          </mc:Choice>
          <mc:Fallback xmlns="">
            <p:pic>
              <p:nvPicPr>
                <p:cNvPr id="28" name="Ink 27">
                  <a:extLst>
                    <a:ext uri="{FF2B5EF4-FFF2-40B4-BE49-F238E27FC236}">
                      <a16:creationId xmlns:a16="http://schemas.microsoft.com/office/drawing/2014/main" id="{DE0D4E21-577E-4CF8-A1AD-A279759BD370}"/>
                    </a:ext>
                  </a:extLst>
                </p:cNvPr>
                <p:cNvPicPr/>
                <p:nvPr/>
              </p:nvPicPr>
              <p:blipFill>
                <a:blip r:embed="rId35"/>
                <a:stretch>
                  <a:fillRect/>
                </a:stretch>
              </p:blipFill>
              <p:spPr>
                <a:xfrm>
                  <a:off x="1274010" y="4082070"/>
                  <a:ext cx="212400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Ink 29">
                  <a:extLst>
                    <a:ext uri="{FF2B5EF4-FFF2-40B4-BE49-F238E27FC236}">
                      <a16:creationId xmlns:a16="http://schemas.microsoft.com/office/drawing/2014/main" id="{88B05A5D-3D0E-139C-830C-DD4BB2599D16}"/>
                    </a:ext>
                  </a:extLst>
                </p14:cNvPr>
                <p14:cNvContentPartPr/>
                <p14:nvPr/>
              </p14:nvContentPartPr>
              <p14:xfrm>
                <a:off x="1273650" y="4360710"/>
                <a:ext cx="2162880" cy="60120"/>
              </p14:xfrm>
            </p:contentPart>
          </mc:Choice>
          <mc:Fallback xmlns="">
            <p:pic>
              <p:nvPicPr>
                <p:cNvPr id="30" name="Ink 29">
                  <a:extLst>
                    <a:ext uri="{FF2B5EF4-FFF2-40B4-BE49-F238E27FC236}">
                      <a16:creationId xmlns:a16="http://schemas.microsoft.com/office/drawing/2014/main" id="{88B05A5D-3D0E-139C-830C-DD4BB2599D16}"/>
                    </a:ext>
                  </a:extLst>
                </p:cNvPr>
                <p:cNvPicPr/>
                <p:nvPr/>
              </p:nvPicPr>
              <p:blipFill>
                <a:blip r:embed="rId37"/>
                <a:stretch>
                  <a:fillRect/>
                </a:stretch>
              </p:blipFill>
              <p:spPr>
                <a:xfrm>
                  <a:off x="1267530" y="4354590"/>
                  <a:ext cx="217512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4" name="Ink 33">
                  <a:extLst>
                    <a:ext uri="{FF2B5EF4-FFF2-40B4-BE49-F238E27FC236}">
                      <a16:creationId xmlns:a16="http://schemas.microsoft.com/office/drawing/2014/main" id="{A8E1CD38-5CAB-F581-B373-58B101DF11E4}"/>
                    </a:ext>
                  </a:extLst>
                </p14:cNvPr>
                <p14:cNvContentPartPr/>
                <p14:nvPr/>
              </p14:nvContentPartPr>
              <p14:xfrm>
                <a:off x="1217490" y="4953630"/>
                <a:ext cx="2241000" cy="433800"/>
              </p14:xfrm>
            </p:contentPart>
          </mc:Choice>
          <mc:Fallback xmlns="">
            <p:pic>
              <p:nvPicPr>
                <p:cNvPr id="34" name="Ink 33">
                  <a:extLst>
                    <a:ext uri="{FF2B5EF4-FFF2-40B4-BE49-F238E27FC236}">
                      <a16:creationId xmlns:a16="http://schemas.microsoft.com/office/drawing/2014/main" id="{A8E1CD38-5CAB-F581-B373-58B101DF11E4}"/>
                    </a:ext>
                  </a:extLst>
                </p:cNvPr>
                <p:cNvPicPr/>
                <p:nvPr/>
              </p:nvPicPr>
              <p:blipFill>
                <a:blip r:embed="rId39"/>
                <a:stretch>
                  <a:fillRect/>
                </a:stretch>
              </p:blipFill>
              <p:spPr>
                <a:xfrm>
                  <a:off x="1211370" y="4947510"/>
                  <a:ext cx="2253240" cy="446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5" name="Ink 34">
                  <a:extLst>
                    <a:ext uri="{FF2B5EF4-FFF2-40B4-BE49-F238E27FC236}">
                      <a16:creationId xmlns:a16="http://schemas.microsoft.com/office/drawing/2014/main" id="{470242D1-001E-7CCB-3867-69CCD224E509}"/>
                    </a:ext>
                  </a:extLst>
                </p14:cNvPr>
                <p14:cNvContentPartPr/>
                <p14:nvPr/>
              </p14:nvContentPartPr>
              <p14:xfrm>
                <a:off x="2989410" y="4928070"/>
                <a:ext cx="141120" cy="387720"/>
              </p14:xfrm>
            </p:contentPart>
          </mc:Choice>
          <mc:Fallback xmlns="">
            <p:pic>
              <p:nvPicPr>
                <p:cNvPr id="35" name="Ink 34">
                  <a:extLst>
                    <a:ext uri="{FF2B5EF4-FFF2-40B4-BE49-F238E27FC236}">
                      <a16:creationId xmlns:a16="http://schemas.microsoft.com/office/drawing/2014/main" id="{470242D1-001E-7CCB-3867-69CCD224E509}"/>
                    </a:ext>
                  </a:extLst>
                </p:cNvPr>
                <p:cNvPicPr/>
                <p:nvPr/>
              </p:nvPicPr>
              <p:blipFill>
                <a:blip r:embed="rId41"/>
                <a:stretch>
                  <a:fillRect/>
                </a:stretch>
              </p:blipFill>
              <p:spPr>
                <a:xfrm>
                  <a:off x="2983290" y="4921950"/>
                  <a:ext cx="15336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6" name="Ink 35">
                  <a:extLst>
                    <a:ext uri="{FF2B5EF4-FFF2-40B4-BE49-F238E27FC236}">
                      <a16:creationId xmlns:a16="http://schemas.microsoft.com/office/drawing/2014/main" id="{39B56EA7-73C9-603C-640B-B8A0002B7E68}"/>
                    </a:ext>
                  </a:extLst>
                </p14:cNvPr>
                <p14:cNvContentPartPr/>
                <p14:nvPr/>
              </p14:nvContentPartPr>
              <p14:xfrm>
                <a:off x="2614290" y="5020590"/>
                <a:ext cx="91800" cy="289440"/>
              </p14:xfrm>
            </p:contentPart>
          </mc:Choice>
          <mc:Fallback xmlns="">
            <p:pic>
              <p:nvPicPr>
                <p:cNvPr id="36" name="Ink 35">
                  <a:extLst>
                    <a:ext uri="{FF2B5EF4-FFF2-40B4-BE49-F238E27FC236}">
                      <a16:creationId xmlns:a16="http://schemas.microsoft.com/office/drawing/2014/main" id="{39B56EA7-73C9-603C-640B-B8A0002B7E68}"/>
                    </a:ext>
                  </a:extLst>
                </p:cNvPr>
                <p:cNvPicPr/>
                <p:nvPr/>
              </p:nvPicPr>
              <p:blipFill>
                <a:blip r:embed="rId43"/>
                <a:stretch>
                  <a:fillRect/>
                </a:stretch>
              </p:blipFill>
              <p:spPr>
                <a:xfrm>
                  <a:off x="2608170" y="5014470"/>
                  <a:ext cx="10404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7" name="Ink 36">
                  <a:extLst>
                    <a:ext uri="{FF2B5EF4-FFF2-40B4-BE49-F238E27FC236}">
                      <a16:creationId xmlns:a16="http://schemas.microsoft.com/office/drawing/2014/main" id="{F0FD5020-9158-D1DB-AF58-D7025F7E085D}"/>
                    </a:ext>
                  </a:extLst>
                </p14:cNvPr>
                <p14:cNvContentPartPr/>
                <p14:nvPr/>
              </p14:nvContentPartPr>
              <p14:xfrm>
                <a:off x="2253570" y="5039670"/>
                <a:ext cx="76680" cy="320760"/>
              </p14:xfrm>
            </p:contentPart>
          </mc:Choice>
          <mc:Fallback xmlns="">
            <p:pic>
              <p:nvPicPr>
                <p:cNvPr id="37" name="Ink 36">
                  <a:extLst>
                    <a:ext uri="{FF2B5EF4-FFF2-40B4-BE49-F238E27FC236}">
                      <a16:creationId xmlns:a16="http://schemas.microsoft.com/office/drawing/2014/main" id="{F0FD5020-9158-D1DB-AF58-D7025F7E085D}"/>
                    </a:ext>
                  </a:extLst>
                </p:cNvPr>
                <p:cNvPicPr/>
                <p:nvPr/>
              </p:nvPicPr>
              <p:blipFill>
                <a:blip r:embed="rId45"/>
                <a:stretch>
                  <a:fillRect/>
                </a:stretch>
              </p:blipFill>
              <p:spPr>
                <a:xfrm>
                  <a:off x="2247450" y="5033550"/>
                  <a:ext cx="8892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8" name="Ink 37">
                  <a:extLst>
                    <a:ext uri="{FF2B5EF4-FFF2-40B4-BE49-F238E27FC236}">
                      <a16:creationId xmlns:a16="http://schemas.microsoft.com/office/drawing/2014/main" id="{4F926191-D376-48C9-2457-DC69149239AA}"/>
                    </a:ext>
                  </a:extLst>
                </p14:cNvPr>
                <p14:cNvContentPartPr/>
                <p14:nvPr/>
              </p14:nvContentPartPr>
              <p14:xfrm>
                <a:off x="1895730" y="5100150"/>
                <a:ext cx="93960" cy="325080"/>
              </p14:xfrm>
            </p:contentPart>
          </mc:Choice>
          <mc:Fallback xmlns="">
            <p:pic>
              <p:nvPicPr>
                <p:cNvPr id="38" name="Ink 37">
                  <a:extLst>
                    <a:ext uri="{FF2B5EF4-FFF2-40B4-BE49-F238E27FC236}">
                      <a16:creationId xmlns:a16="http://schemas.microsoft.com/office/drawing/2014/main" id="{4F926191-D376-48C9-2457-DC69149239AA}"/>
                    </a:ext>
                  </a:extLst>
                </p:cNvPr>
                <p:cNvPicPr/>
                <p:nvPr/>
              </p:nvPicPr>
              <p:blipFill>
                <a:blip r:embed="rId47"/>
                <a:stretch>
                  <a:fillRect/>
                </a:stretch>
              </p:blipFill>
              <p:spPr>
                <a:xfrm>
                  <a:off x="1889610" y="5094030"/>
                  <a:ext cx="10620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9561E505-CED5-7C5D-FC68-80075CD56E59}"/>
                    </a:ext>
                  </a:extLst>
                </p14:cNvPr>
                <p14:cNvContentPartPr/>
                <p14:nvPr/>
              </p14:nvContentPartPr>
              <p14:xfrm>
                <a:off x="1504770" y="5047230"/>
                <a:ext cx="38160" cy="278280"/>
              </p14:xfrm>
            </p:contentPart>
          </mc:Choice>
          <mc:Fallback xmlns="">
            <p:pic>
              <p:nvPicPr>
                <p:cNvPr id="39" name="Ink 38">
                  <a:extLst>
                    <a:ext uri="{FF2B5EF4-FFF2-40B4-BE49-F238E27FC236}">
                      <a16:creationId xmlns:a16="http://schemas.microsoft.com/office/drawing/2014/main" id="{9561E505-CED5-7C5D-FC68-80075CD56E59}"/>
                    </a:ext>
                  </a:extLst>
                </p:cNvPr>
                <p:cNvPicPr/>
                <p:nvPr/>
              </p:nvPicPr>
              <p:blipFill>
                <a:blip r:embed="rId49"/>
                <a:stretch>
                  <a:fillRect/>
                </a:stretch>
              </p:blipFill>
              <p:spPr>
                <a:xfrm>
                  <a:off x="1498650" y="5041110"/>
                  <a:ext cx="5040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1" name="Ink 40">
                  <a:extLst>
                    <a:ext uri="{FF2B5EF4-FFF2-40B4-BE49-F238E27FC236}">
                      <a16:creationId xmlns:a16="http://schemas.microsoft.com/office/drawing/2014/main" id="{0EE90836-F208-5791-F48C-09D3A3188C1F}"/>
                    </a:ext>
                  </a:extLst>
                </p14:cNvPr>
                <p14:cNvContentPartPr/>
                <p14:nvPr/>
              </p14:nvContentPartPr>
              <p14:xfrm>
                <a:off x="1730490" y="5556990"/>
                <a:ext cx="115920" cy="126360"/>
              </p14:xfrm>
            </p:contentPart>
          </mc:Choice>
          <mc:Fallback xmlns="">
            <p:pic>
              <p:nvPicPr>
                <p:cNvPr id="41" name="Ink 40">
                  <a:extLst>
                    <a:ext uri="{FF2B5EF4-FFF2-40B4-BE49-F238E27FC236}">
                      <a16:creationId xmlns:a16="http://schemas.microsoft.com/office/drawing/2014/main" id="{0EE90836-F208-5791-F48C-09D3A3188C1F}"/>
                    </a:ext>
                  </a:extLst>
                </p:cNvPr>
                <p:cNvPicPr/>
                <p:nvPr/>
              </p:nvPicPr>
              <p:blipFill>
                <a:blip r:embed="rId51"/>
                <a:stretch>
                  <a:fillRect/>
                </a:stretch>
              </p:blipFill>
              <p:spPr>
                <a:xfrm>
                  <a:off x="1724370" y="5550870"/>
                  <a:ext cx="1281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2" name="Ink 41">
                  <a:extLst>
                    <a:ext uri="{FF2B5EF4-FFF2-40B4-BE49-F238E27FC236}">
                      <a16:creationId xmlns:a16="http://schemas.microsoft.com/office/drawing/2014/main" id="{32AF82B4-0536-035B-E8C9-7A2C056D60D8}"/>
                    </a:ext>
                  </a:extLst>
                </p14:cNvPr>
                <p14:cNvContentPartPr/>
                <p14:nvPr/>
              </p14:nvContentPartPr>
              <p14:xfrm>
                <a:off x="1976730" y="5599470"/>
                <a:ext cx="78120" cy="64440"/>
              </p14:xfrm>
            </p:contentPart>
          </mc:Choice>
          <mc:Fallback xmlns="">
            <p:pic>
              <p:nvPicPr>
                <p:cNvPr id="42" name="Ink 41">
                  <a:extLst>
                    <a:ext uri="{FF2B5EF4-FFF2-40B4-BE49-F238E27FC236}">
                      <a16:creationId xmlns:a16="http://schemas.microsoft.com/office/drawing/2014/main" id="{32AF82B4-0536-035B-E8C9-7A2C056D60D8}"/>
                    </a:ext>
                  </a:extLst>
                </p:cNvPr>
                <p:cNvPicPr/>
                <p:nvPr/>
              </p:nvPicPr>
              <p:blipFill>
                <a:blip r:embed="rId53"/>
                <a:stretch>
                  <a:fillRect/>
                </a:stretch>
              </p:blipFill>
              <p:spPr>
                <a:xfrm>
                  <a:off x="1970610" y="5593350"/>
                  <a:ext cx="9036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F55650D0-A2FE-6718-E096-770890C9487C}"/>
                    </a:ext>
                  </a:extLst>
                </p14:cNvPr>
                <p14:cNvContentPartPr/>
                <p14:nvPr/>
              </p14:nvContentPartPr>
              <p14:xfrm>
                <a:off x="1951530" y="5592270"/>
                <a:ext cx="97560" cy="54000"/>
              </p14:xfrm>
            </p:contentPart>
          </mc:Choice>
          <mc:Fallback xmlns="">
            <p:pic>
              <p:nvPicPr>
                <p:cNvPr id="43" name="Ink 42">
                  <a:extLst>
                    <a:ext uri="{FF2B5EF4-FFF2-40B4-BE49-F238E27FC236}">
                      <a16:creationId xmlns:a16="http://schemas.microsoft.com/office/drawing/2014/main" id="{F55650D0-A2FE-6718-E096-770890C9487C}"/>
                    </a:ext>
                  </a:extLst>
                </p:cNvPr>
                <p:cNvPicPr/>
                <p:nvPr/>
              </p:nvPicPr>
              <p:blipFill>
                <a:blip r:embed="rId55"/>
                <a:stretch>
                  <a:fillRect/>
                </a:stretch>
              </p:blipFill>
              <p:spPr>
                <a:xfrm>
                  <a:off x="1945410" y="5586150"/>
                  <a:ext cx="1098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4" name="Ink 43">
                  <a:extLst>
                    <a:ext uri="{FF2B5EF4-FFF2-40B4-BE49-F238E27FC236}">
                      <a16:creationId xmlns:a16="http://schemas.microsoft.com/office/drawing/2014/main" id="{6CBAE653-8952-1559-3DB2-5DA59506BEE6}"/>
                    </a:ext>
                  </a:extLst>
                </p14:cNvPr>
                <p14:cNvContentPartPr/>
                <p14:nvPr/>
              </p14:nvContentPartPr>
              <p14:xfrm>
                <a:off x="2136210" y="5556630"/>
                <a:ext cx="131040" cy="84960"/>
              </p14:xfrm>
            </p:contentPart>
          </mc:Choice>
          <mc:Fallback xmlns="">
            <p:pic>
              <p:nvPicPr>
                <p:cNvPr id="44" name="Ink 43">
                  <a:extLst>
                    <a:ext uri="{FF2B5EF4-FFF2-40B4-BE49-F238E27FC236}">
                      <a16:creationId xmlns:a16="http://schemas.microsoft.com/office/drawing/2014/main" id="{6CBAE653-8952-1559-3DB2-5DA59506BEE6}"/>
                    </a:ext>
                  </a:extLst>
                </p:cNvPr>
                <p:cNvPicPr/>
                <p:nvPr/>
              </p:nvPicPr>
              <p:blipFill>
                <a:blip r:embed="rId57"/>
                <a:stretch>
                  <a:fillRect/>
                </a:stretch>
              </p:blipFill>
              <p:spPr>
                <a:xfrm>
                  <a:off x="2130090" y="5550510"/>
                  <a:ext cx="1432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3B183714-821F-7C06-8688-E90E7FF6C449}"/>
                    </a:ext>
                  </a:extLst>
                </p14:cNvPr>
                <p14:cNvContentPartPr/>
                <p14:nvPr/>
              </p14:nvContentPartPr>
              <p14:xfrm>
                <a:off x="149010" y="4945710"/>
                <a:ext cx="178200" cy="275760"/>
              </p14:xfrm>
            </p:contentPart>
          </mc:Choice>
          <mc:Fallback xmlns="">
            <p:pic>
              <p:nvPicPr>
                <p:cNvPr id="46" name="Ink 45">
                  <a:extLst>
                    <a:ext uri="{FF2B5EF4-FFF2-40B4-BE49-F238E27FC236}">
                      <a16:creationId xmlns:a16="http://schemas.microsoft.com/office/drawing/2014/main" id="{3B183714-821F-7C06-8688-E90E7FF6C449}"/>
                    </a:ext>
                  </a:extLst>
                </p:cNvPr>
                <p:cNvPicPr/>
                <p:nvPr/>
              </p:nvPicPr>
              <p:blipFill>
                <a:blip r:embed="rId59"/>
                <a:stretch>
                  <a:fillRect/>
                </a:stretch>
              </p:blipFill>
              <p:spPr>
                <a:xfrm>
                  <a:off x="142890" y="4939590"/>
                  <a:ext cx="19044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Ink 46">
                  <a:extLst>
                    <a:ext uri="{FF2B5EF4-FFF2-40B4-BE49-F238E27FC236}">
                      <a16:creationId xmlns:a16="http://schemas.microsoft.com/office/drawing/2014/main" id="{5781E161-70D6-447E-D36B-DF6F93B864CD}"/>
                    </a:ext>
                  </a:extLst>
                </p14:cNvPr>
                <p14:cNvContentPartPr/>
                <p14:nvPr/>
              </p14:nvContentPartPr>
              <p14:xfrm>
                <a:off x="308130" y="5049390"/>
                <a:ext cx="165960" cy="88200"/>
              </p14:xfrm>
            </p:contentPart>
          </mc:Choice>
          <mc:Fallback xmlns="">
            <p:pic>
              <p:nvPicPr>
                <p:cNvPr id="47" name="Ink 46">
                  <a:extLst>
                    <a:ext uri="{FF2B5EF4-FFF2-40B4-BE49-F238E27FC236}">
                      <a16:creationId xmlns:a16="http://schemas.microsoft.com/office/drawing/2014/main" id="{5781E161-70D6-447E-D36B-DF6F93B864CD}"/>
                    </a:ext>
                  </a:extLst>
                </p:cNvPr>
                <p:cNvPicPr/>
                <p:nvPr/>
              </p:nvPicPr>
              <p:blipFill>
                <a:blip r:embed="rId61"/>
                <a:stretch>
                  <a:fillRect/>
                </a:stretch>
              </p:blipFill>
              <p:spPr>
                <a:xfrm>
                  <a:off x="302010" y="5043270"/>
                  <a:ext cx="1782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8" name="Ink 47">
                  <a:extLst>
                    <a:ext uri="{FF2B5EF4-FFF2-40B4-BE49-F238E27FC236}">
                      <a16:creationId xmlns:a16="http://schemas.microsoft.com/office/drawing/2014/main" id="{E2614D21-66E1-EA0B-AC89-895684F69D85}"/>
                    </a:ext>
                  </a:extLst>
                </p14:cNvPr>
                <p14:cNvContentPartPr/>
                <p14:nvPr/>
              </p14:nvContentPartPr>
              <p14:xfrm>
                <a:off x="432690" y="5026710"/>
                <a:ext cx="207000" cy="237600"/>
              </p14:xfrm>
            </p:contentPart>
          </mc:Choice>
          <mc:Fallback xmlns="">
            <p:pic>
              <p:nvPicPr>
                <p:cNvPr id="48" name="Ink 47">
                  <a:extLst>
                    <a:ext uri="{FF2B5EF4-FFF2-40B4-BE49-F238E27FC236}">
                      <a16:creationId xmlns:a16="http://schemas.microsoft.com/office/drawing/2014/main" id="{E2614D21-66E1-EA0B-AC89-895684F69D85}"/>
                    </a:ext>
                  </a:extLst>
                </p:cNvPr>
                <p:cNvPicPr/>
                <p:nvPr/>
              </p:nvPicPr>
              <p:blipFill>
                <a:blip r:embed="rId63"/>
                <a:stretch>
                  <a:fillRect/>
                </a:stretch>
              </p:blipFill>
              <p:spPr>
                <a:xfrm>
                  <a:off x="426570" y="5020590"/>
                  <a:ext cx="21924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Ink 48">
                  <a:extLst>
                    <a:ext uri="{FF2B5EF4-FFF2-40B4-BE49-F238E27FC236}">
                      <a16:creationId xmlns:a16="http://schemas.microsoft.com/office/drawing/2014/main" id="{A6C39D63-AF73-84DE-78D0-0908DCD96BE5}"/>
                    </a:ext>
                  </a:extLst>
                </p14:cNvPr>
                <p14:cNvContentPartPr/>
                <p14:nvPr/>
              </p14:nvContentPartPr>
              <p14:xfrm>
                <a:off x="179970" y="5463030"/>
                <a:ext cx="97560" cy="101160"/>
              </p14:xfrm>
            </p:contentPart>
          </mc:Choice>
          <mc:Fallback xmlns="">
            <p:pic>
              <p:nvPicPr>
                <p:cNvPr id="49" name="Ink 48">
                  <a:extLst>
                    <a:ext uri="{FF2B5EF4-FFF2-40B4-BE49-F238E27FC236}">
                      <a16:creationId xmlns:a16="http://schemas.microsoft.com/office/drawing/2014/main" id="{A6C39D63-AF73-84DE-78D0-0908DCD96BE5}"/>
                    </a:ext>
                  </a:extLst>
                </p:cNvPr>
                <p:cNvPicPr/>
                <p:nvPr/>
              </p:nvPicPr>
              <p:blipFill>
                <a:blip r:embed="rId65"/>
                <a:stretch>
                  <a:fillRect/>
                </a:stretch>
              </p:blipFill>
              <p:spPr>
                <a:xfrm>
                  <a:off x="173850" y="5456910"/>
                  <a:ext cx="10980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0" name="Ink 49">
                  <a:extLst>
                    <a:ext uri="{FF2B5EF4-FFF2-40B4-BE49-F238E27FC236}">
                      <a16:creationId xmlns:a16="http://schemas.microsoft.com/office/drawing/2014/main" id="{68028959-A5AE-6B0B-E8CA-2BA697C78751}"/>
                    </a:ext>
                  </a:extLst>
                </p14:cNvPr>
                <p14:cNvContentPartPr/>
                <p14:nvPr/>
              </p14:nvContentPartPr>
              <p14:xfrm>
                <a:off x="308130" y="5370870"/>
                <a:ext cx="375480" cy="173160"/>
              </p14:xfrm>
            </p:contentPart>
          </mc:Choice>
          <mc:Fallback xmlns="">
            <p:pic>
              <p:nvPicPr>
                <p:cNvPr id="50" name="Ink 49">
                  <a:extLst>
                    <a:ext uri="{FF2B5EF4-FFF2-40B4-BE49-F238E27FC236}">
                      <a16:creationId xmlns:a16="http://schemas.microsoft.com/office/drawing/2014/main" id="{68028959-A5AE-6B0B-E8CA-2BA697C78751}"/>
                    </a:ext>
                  </a:extLst>
                </p:cNvPr>
                <p:cNvPicPr/>
                <p:nvPr/>
              </p:nvPicPr>
              <p:blipFill>
                <a:blip r:embed="rId67"/>
                <a:stretch>
                  <a:fillRect/>
                </a:stretch>
              </p:blipFill>
              <p:spPr>
                <a:xfrm>
                  <a:off x="302010" y="5364750"/>
                  <a:ext cx="3877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1" name="Ink 50">
                  <a:extLst>
                    <a:ext uri="{FF2B5EF4-FFF2-40B4-BE49-F238E27FC236}">
                      <a16:creationId xmlns:a16="http://schemas.microsoft.com/office/drawing/2014/main" id="{927AE623-1D47-555C-5810-BB286028AFAC}"/>
                    </a:ext>
                  </a:extLst>
                </p14:cNvPr>
                <p14:cNvContentPartPr/>
                <p14:nvPr/>
              </p14:nvContentPartPr>
              <p14:xfrm>
                <a:off x="348810" y="5787750"/>
                <a:ext cx="40680" cy="77760"/>
              </p14:xfrm>
            </p:contentPart>
          </mc:Choice>
          <mc:Fallback xmlns="">
            <p:pic>
              <p:nvPicPr>
                <p:cNvPr id="51" name="Ink 50">
                  <a:extLst>
                    <a:ext uri="{FF2B5EF4-FFF2-40B4-BE49-F238E27FC236}">
                      <a16:creationId xmlns:a16="http://schemas.microsoft.com/office/drawing/2014/main" id="{927AE623-1D47-555C-5810-BB286028AFAC}"/>
                    </a:ext>
                  </a:extLst>
                </p:cNvPr>
                <p:cNvPicPr/>
                <p:nvPr/>
              </p:nvPicPr>
              <p:blipFill>
                <a:blip r:embed="rId69"/>
                <a:stretch>
                  <a:fillRect/>
                </a:stretch>
              </p:blipFill>
              <p:spPr>
                <a:xfrm>
                  <a:off x="342690" y="5781630"/>
                  <a:ext cx="529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2" name="Ink 51">
                  <a:extLst>
                    <a:ext uri="{FF2B5EF4-FFF2-40B4-BE49-F238E27FC236}">
                      <a16:creationId xmlns:a16="http://schemas.microsoft.com/office/drawing/2014/main" id="{4FFD688F-7380-EEDC-23F4-B0E54481AEE2}"/>
                    </a:ext>
                  </a:extLst>
                </p14:cNvPr>
                <p14:cNvContentPartPr/>
                <p14:nvPr/>
              </p14:nvContentPartPr>
              <p14:xfrm>
                <a:off x="286890" y="5664630"/>
                <a:ext cx="43560" cy="12240"/>
              </p14:xfrm>
            </p:contentPart>
          </mc:Choice>
          <mc:Fallback xmlns="">
            <p:pic>
              <p:nvPicPr>
                <p:cNvPr id="52" name="Ink 51">
                  <a:extLst>
                    <a:ext uri="{FF2B5EF4-FFF2-40B4-BE49-F238E27FC236}">
                      <a16:creationId xmlns:a16="http://schemas.microsoft.com/office/drawing/2014/main" id="{4FFD688F-7380-EEDC-23F4-B0E54481AEE2}"/>
                    </a:ext>
                  </a:extLst>
                </p:cNvPr>
                <p:cNvPicPr/>
                <p:nvPr/>
              </p:nvPicPr>
              <p:blipFill>
                <a:blip r:embed="rId71"/>
                <a:stretch>
                  <a:fillRect/>
                </a:stretch>
              </p:blipFill>
              <p:spPr>
                <a:xfrm>
                  <a:off x="280770" y="5658510"/>
                  <a:ext cx="558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3" name="Ink 52">
                  <a:extLst>
                    <a:ext uri="{FF2B5EF4-FFF2-40B4-BE49-F238E27FC236}">
                      <a16:creationId xmlns:a16="http://schemas.microsoft.com/office/drawing/2014/main" id="{ECA59822-404A-8723-CF26-C0A6020AFFF9}"/>
                    </a:ext>
                  </a:extLst>
                </p14:cNvPr>
                <p14:cNvContentPartPr/>
                <p14:nvPr/>
              </p14:nvContentPartPr>
              <p14:xfrm>
                <a:off x="333690" y="5671470"/>
                <a:ext cx="277920" cy="132480"/>
              </p14:xfrm>
            </p:contentPart>
          </mc:Choice>
          <mc:Fallback xmlns="">
            <p:pic>
              <p:nvPicPr>
                <p:cNvPr id="53" name="Ink 52">
                  <a:extLst>
                    <a:ext uri="{FF2B5EF4-FFF2-40B4-BE49-F238E27FC236}">
                      <a16:creationId xmlns:a16="http://schemas.microsoft.com/office/drawing/2014/main" id="{ECA59822-404A-8723-CF26-C0A6020AFFF9}"/>
                    </a:ext>
                  </a:extLst>
                </p:cNvPr>
                <p:cNvPicPr/>
                <p:nvPr/>
              </p:nvPicPr>
              <p:blipFill>
                <a:blip r:embed="rId73"/>
                <a:stretch>
                  <a:fillRect/>
                </a:stretch>
              </p:blipFill>
              <p:spPr>
                <a:xfrm>
                  <a:off x="327570" y="5665350"/>
                  <a:ext cx="29016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4" name="Ink 53">
                  <a:extLst>
                    <a:ext uri="{FF2B5EF4-FFF2-40B4-BE49-F238E27FC236}">
                      <a16:creationId xmlns:a16="http://schemas.microsoft.com/office/drawing/2014/main" id="{20650BEF-DE4A-C625-A511-07B89E3F6061}"/>
                    </a:ext>
                  </a:extLst>
                </p14:cNvPr>
                <p14:cNvContentPartPr/>
                <p14:nvPr/>
              </p14:nvContentPartPr>
              <p14:xfrm>
                <a:off x="575970" y="5631150"/>
                <a:ext cx="320040" cy="252360"/>
              </p14:xfrm>
            </p:contentPart>
          </mc:Choice>
          <mc:Fallback xmlns="">
            <p:pic>
              <p:nvPicPr>
                <p:cNvPr id="54" name="Ink 53">
                  <a:extLst>
                    <a:ext uri="{FF2B5EF4-FFF2-40B4-BE49-F238E27FC236}">
                      <a16:creationId xmlns:a16="http://schemas.microsoft.com/office/drawing/2014/main" id="{20650BEF-DE4A-C625-A511-07B89E3F6061}"/>
                    </a:ext>
                  </a:extLst>
                </p:cNvPr>
                <p:cNvPicPr/>
                <p:nvPr/>
              </p:nvPicPr>
              <p:blipFill>
                <a:blip r:embed="rId75"/>
                <a:stretch>
                  <a:fillRect/>
                </a:stretch>
              </p:blipFill>
              <p:spPr>
                <a:xfrm>
                  <a:off x="569850" y="5625030"/>
                  <a:ext cx="332280" cy="264600"/>
                </a:xfrm>
                <a:prstGeom prst="rect">
                  <a:avLst/>
                </a:prstGeom>
              </p:spPr>
            </p:pic>
          </mc:Fallback>
        </mc:AlternateContent>
      </p:grpSp>
      <p:grpSp>
        <p:nvGrpSpPr>
          <p:cNvPr id="62" name="Group 61">
            <a:extLst>
              <a:ext uri="{FF2B5EF4-FFF2-40B4-BE49-F238E27FC236}">
                <a16:creationId xmlns:a16="http://schemas.microsoft.com/office/drawing/2014/main" id="{87612904-2626-C7BD-B116-9620A939736F}"/>
              </a:ext>
            </a:extLst>
          </p:cNvPr>
          <p:cNvGrpSpPr/>
          <p:nvPr/>
        </p:nvGrpSpPr>
        <p:grpSpPr>
          <a:xfrm>
            <a:off x="1442130" y="2934750"/>
            <a:ext cx="1985040" cy="378360"/>
            <a:chOff x="1442130" y="2934750"/>
            <a:chExt cx="1985040" cy="378360"/>
          </a:xfrm>
        </p:grpSpPr>
        <mc:AlternateContent xmlns:mc="http://schemas.openxmlformats.org/markup-compatibility/2006" xmlns:p14="http://schemas.microsoft.com/office/powerpoint/2010/main">
          <mc:Choice Requires="p14">
            <p:contentPart p14:bwMode="auto" r:id="rId76">
              <p14:nvContentPartPr>
                <p14:cNvPr id="56" name="Ink 55">
                  <a:extLst>
                    <a:ext uri="{FF2B5EF4-FFF2-40B4-BE49-F238E27FC236}">
                      <a16:creationId xmlns:a16="http://schemas.microsoft.com/office/drawing/2014/main" id="{D8BEAFC7-A870-9606-54F2-56AAB88ECB1F}"/>
                    </a:ext>
                  </a:extLst>
                </p14:cNvPr>
                <p14:cNvContentPartPr/>
                <p14:nvPr/>
              </p14:nvContentPartPr>
              <p14:xfrm>
                <a:off x="1442130" y="2934750"/>
                <a:ext cx="512280" cy="378360"/>
              </p14:xfrm>
            </p:contentPart>
          </mc:Choice>
          <mc:Fallback xmlns="">
            <p:pic>
              <p:nvPicPr>
                <p:cNvPr id="56" name="Ink 55">
                  <a:extLst>
                    <a:ext uri="{FF2B5EF4-FFF2-40B4-BE49-F238E27FC236}">
                      <a16:creationId xmlns:a16="http://schemas.microsoft.com/office/drawing/2014/main" id="{D8BEAFC7-A870-9606-54F2-56AAB88ECB1F}"/>
                    </a:ext>
                  </a:extLst>
                </p:cNvPr>
                <p:cNvPicPr/>
                <p:nvPr/>
              </p:nvPicPr>
              <p:blipFill>
                <a:blip r:embed="rId77"/>
                <a:stretch>
                  <a:fillRect/>
                </a:stretch>
              </p:blipFill>
              <p:spPr>
                <a:xfrm>
                  <a:off x="1436010" y="2928630"/>
                  <a:ext cx="52452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7" name="Ink 56">
                  <a:extLst>
                    <a:ext uri="{FF2B5EF4-FFF2-40B4-BE49-F238E27FC236}">
                      <a16:creationId xmlns:a16="http://schemas.microsoft.com/office/drawing/2014/main" id="{4B1A7C6B-A8E4-8BCA-270A-AAE0A56F8091}"/>
                    </a:ext>
                  </a:extLst>
                </p14:cNvPr>
                <p14:cNvContentPartPr/>
                <p14:nvPr/>
              </p14:nvContentPartPr>
              <p14:xfrm>
                <a:off x="2035410" y="2959950"/>
                <a:ext cx="288000" cy="269640"/>
              </p14:xfrm>
            </p:contentPart>
          </mc:Choice>
          <mc:Fallback xmlns="">
            <p:pic>
              <p:nvPicPr>
                <p:cNvPr id="57" name="Ink 56">
                  <a:extLst>
                    <a:ext uri="{FF2B5EF4-FFF2-40B4-BE49-F238E27FC236}">
                      <a16:creationId xmlns:a16="http://schemas.microsoft.com/office/drawing/2014/main" id="{4B1A7C6B-A8E4-8BCA-270A-AAE0A56F8091}"/>
                    </a:ext>
                  </a:extLst>
                </p:cNvPr>
                <p:cNvPicPr/>
                <p:nvPr/>
              </p:nvPicPr>
              <p:blipFill>
                <a:blip r:embed="rId79"/>
                <a:stretch>
                  <a:fillRect/>
                </a:stretch>
              </p:blipFill>
              <p:spPr>
                <a:xfrm>
                  <a:off x="2029290" y="2953830"/>
                  <a:ext cx="30024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8" name="Ink 57">
                  <a:extLst>
                    <a:ext uri="{FF2B5EF4-FFF2-40B4-BE49-F238E27FC236}">
                      <a16:creationId xmlns:a16="http://schemas.microsoft.com/office/drawing/2014/main" id="{D9A9FBAC-1485-3E7C-038A-2B11ECF9CE0E}"/>
                    </a:ext>
                  </a:extLst>
                </p14:cNvPr>
                <p14:cNvContentPartPr/>
                <p14:nvPr/>
              </p14:nvContentPartPr>
              <p14:xfrm>
                <a:off x="2158530" y="3070830"/>
                <a:ext cx="325080" cy="39600"/>
              </p14:xfrm>
            </p:contentPart>
          </mc:Choice>
          <mc:Fallback xmlns="">
            <p:pic>
              <p:nvPicPr>
                <p:cNvPr id="58" name="Ink 57">
                  <a:extLst>
                    <a:ext uri="{FF2B5EF4-FFF2-40B4-BE49-F238E27FC236}">
                      <a16:creationId xmlns:a16="http://schemas.microsoft.com/office/drawing/2014/main" id="{D9A9FBAC-1485-3E7C-038A-2B11ECF9CE0E}"/>
                    </a:ext>
                  </a:extLst>
                </p:cNvPr>
                <p:cNvPicPr/>
                <p:nvPr/>
              </p:nvPicPr>
              <p:blipFill>
                <a:blip r:embed="rId81"/>
                <a:stretch>
                  <a:fillRect/>
                </a:stretch>
              </p:blipFill>
              <p:spPr>
                <a:xfrm>
                  <a:off x="2152410" y="3064710"/>
                  <a:ext cx="3373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9" name="Ink 58">
                  <a:extLst>
                    <a:ext uri="{FF2B5EF4-FFF2-40B4-BE49-F238E27FC236}">
                      <a16:creationId xmlns:a16="http://schemas.microsoft.com/office/drawing/2014/main" id="{227023B6-76BE-03AA-6749-91A78DA90561}"/>
                    </a:ext>
                  </a:extLst>
                </p14:cNvPr>
                <p14:cNvContentPartPr/>
                <p14:nvPr/>
              </p14:nvContentPartPr>
              <p14:xfrm>
                <a:off x="2501970" y="3073350"/>
                <a:ext cx="19080" cy="122760"/>
              </p14:xfrm>
            </p:contentPart>
          </mc:Choice>
          <mc:Fallback xmlns="">
            <p:pic>
              <p:nvPicPr>
                <p:cNvPr id="59" name="Ink 58">
                  <a:extLst>
                    <a:ext uri="{FF2B5EF4-FFF2-40B4-BE49-F238E27FC236}">
                      <a16:creationId xmlns:a16="http://schemas.microsoft.com/office/drawing/2014/main" id="{227023B6-76BE-03AA-6749-91A78DA90561}"/>
                    </a:ext>
                  </a:extLst>
                </p:cNvPr>
                <p:cNvPicPr/>
                <p:nvPr/>
              </p:nvPicPr>
              <p:blipFill>
                <a:blip r:embed="rId83"/>
                <a:stretch>
                  <a:fillRect/>
                </a:stretch>
              </p:blipFill>
              <p:spPr>
                <a:xfrm>
                  <a:off x="2495850" y="3067230"/>
                  <a:ext cx="3132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0" name="Ink 59">
                  <a:extLst>
                    <a:ext uri="{FF2B5EF4-FFF2-40B4-BE49-F238E27FC236}">
                      <a16:creationId xmlns:a16="http://schemas.microsoft.com/office/drawing/2014/main" id="{E7030CF2-CC9F-3687-06C7-D7E4A0848059}"/>
                    </a:ext>
                  </a:extLst>
                </p14:cNvPr>
                <p14:cNvContentPartPr/>
                <p14:nvPr/>
              </p14:nvContentPartPr>
              <p14:xfrm>
                <a:off x="2492610" y="2942670"/>
                <a:ext cx="52920" cy="52920"/>
              </p14:xfrm>
            </p:contentPart>
          </mc:Choice>
          <mc:Fallback xmlns="">
            <p:pic>
              <p:nvPicPr>
                <p:cNvPr id="60" name="Ink 59">
                  <a:extLst>
                    <a:ext uri="{FF2B5EF4-FFF2-40B4-BE49-F238E27FC236}">
                      <a16:creationId xmlns:a16="http://schemas.microsoft.com/office/drawing/2014/main" id="{E7030CF2-CC9F-3687-06C7-D7E4A0848059}"/>
                    </a:ext>
                  </a:extLst>
                </p:cNvPr>
                <p:cNvPicPr/>
                <p:nvPr/>
              </p:nvPicPr>
              <p:blipFill>
                <a:blip r:embed="rId85"/>
                <a:stretch>
                  <a:fillRect/>
                </a:stretch>
              </p:blipFill>
              <p:spPr>
                <a:xfrm>
                  <a:off x="2486490" y="2936550"/>
                  <a:ext cx="651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1" name="Ink 60">
                  <a:extLst>
                    <a:ext uri="{FF2B5EF4-FFF2-40B4-BE49-F238E27FC236}">
                      <a16:creationId xmlns:a16="http://schemas.microsoft.com/office/drawing/2014/main" id="{21993887-7493-3D19-A6DE-15AC969BC4EB}"/>
                    </a:ext>
                  </a:extLst>
                </p14:cNvPr>
                <p14:cNvContentPartPr/>
                <p14:nvPr/>
              </p14:nvContentPartPr>
              <p14:xfrm>
                <a:off x="2580090" y="3020070"/>
                <a:ext cx="847080" cy="273600"/>
              </p14:xfrm>
            </p:contentPart>
          </mc:Choice>
          <mc:Fallback xmlns="">
            <p:pic>
              <p:nvPicPr>
                <p:cNvPr id="61" name="Ink 60">
                  <a:extLst>
                    <a:ext uri="{FF2B5EF4-FFF2-40B4-BE49-F238E27FC236}">
                      <a16:creationId xmlns:a16="http://schemas.microsoft.com/office/drawing/2014/main" id="{21993887-7493-3D19-A6DE-15AC969BC4EB}"/>
                    </a:ext>
                  </a:extLst>
                </p:cNvPr>
                <p:cNvPicPr/>
                <p:nvPr/>
              </p:nvPicPr>
              <p:blipFill>
                <a:blip r:embed="rId87"/>
                <a:stretch>
                  <a:fillRect/>
                </a:stretch>
              </p:blipFill>
              <p:spPr>
                <a:xfrm>
                  <a:off x="2573970" y="3013950"/>
                  <a:ext cx="859320" cy="285840"/>
                </a:xfrm>
                <a:prstGeom prst="rect">
                  <a:avLst/>
                </a:prstGeom>
              </p:spPr>
            </p:pic>
          </mc:Fallback>
        </mc:AlternateContent>
      </p:grpSp>
      <p:grpSp>
        <p:nvGrpSpPr>
          <p:cNvPr id="81" name="Group 80">
            <a:extLst>
              <a:ext uri="{FF2B5EF4-FFF2-40B4-BE49-F238E27FC236}">
                <a16:creationId xmlns:a16="http://schemas.microsoft.com/office/drawing/2014/main" id="{4FBA77A4-5F14-11C9-89E8-A004D47345C9}"/>
              </a:ext>
            </a:extLst>
          </p:cNvPr>
          <p:cNvGrpSpPr/>
          <p:nvPr/>
        </p:nvGrpSpPr>
        <p:grpSpPr>
          <a:xfrm>
            <a:off x="4683210" y="3187830"/>
            <a:ext cx="892800" cy="366480"/>
            <a:chOff x="4683210" y="3187830"/>
            <a:chExt cx="892800" cy="366480"/>
          </a:xfrm>
        </p:grpSpPr>
        <mc:AlternateContent xmlns:mc="http://schemas.openxmlformats.org/markup-compatibility/2006" xmlns:p14="http://schemas.microsoft.com/office/powerpoint/2010/main">
          <mc:Choice Requires="p14">
            <p:contentPart p14:bwMode="auto" r:id="rId88">
              <p14:nvContentPartPr>
                <p14:cNvPr id="75" name="Ink 74">
                  <a:extLst>
                    <a:ext uri="{FF2B5EF4-FFF2-40B4-BE49-F238E27FC236}">
                      <a16:creationId xmlns:a16="http://schemas.microsoft.com/office/drawing/2014/main" id="{2D1E2948-6EBF-52E5-A406-03792C8482FD}"/>
                    </a:ext>
                  </a:extLst>
                </p14:cNvPr>
                <p14:cNvContentPartPr/>
                <p14:nvPr/>
              </p14:nvContentPartPr>
              <p14:xfrm>
                <a:off x="4770690" y="3217350"/>
                <a:ext cx="72360" cy="336960"/>
              </p14:xfrm>
            </p:contentPart>
          </mc:Choice>
          <mc:Fallback xmlns="">
            <p:pic>
              <p:nvPicPr>
                <p:cNvPr id="75" name="Ink 74">
                  <a:extLst>
                    <a:ext uri="{FF2B5EF4-FFF2-40B4-BE49-F238E27FC236}">
                      <a16:creationId xmlns:a16="http://schemas.microsoft.com/office/drawing/2014/main" id="{2D1E2948-6EBF-52E5-A406-03792C8482FD}"/>
                    </a:ext>
                  </a:extLst>
                </p:cNvPr>
                <p:cNvPicPr/>
                <p:nvPr/>
              </p:nvPicPr>
              <p:blipFill>
                <a:blip r:embed="rId89"/>
                <a:stretch>
                  <a:fillRect/>
                </a:stretch>
              </p:blipFill>
              <p:spPr>
                <a:xfrm>
                  <a:off x="4764570" y="3211230"/>
                  <a:ext cx="8460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6" name="Ink 75">
                  <a:extLst>
                    <a:ext uri="{FF2B5EF4-FFF2-40B4-BE49-F238E27FC236}">
                      <a16:creationId xmlns:a16="http://schemas.microsoft.com/office/drawing/2014/main" id="{B0DCABF3-4E2F-68A1-A544-F9EDD0C2FF06}"/>
                    </a:ext>
                  </a:extLst>
                </p14:cNvPr>
                <p14:cNvContentPartPr/>
                <p14:nvPr/>
              </p14:nvContentPartPr>
              <p14:xfrm>
                <a:off x="4683210" y="3394830"/>
                <a:ext cx="250200" cy="123480"/>
              </p14:xfrm>
            </p:contentPart>
          </mc:Choice>
          <mc:Fallback xmlns="">
            <p:pic>
              <p:nvPicPr>
                <p:cNvPr id="76" name="Ink 75">
                  <a:extLst>
                    <a:ext uri="{FF2B5EF4-FFF2-40B4-BE49-F238E27FC236}">
                      <a16:creationId xmlns:a16="http://schemas.microsoft.com/office/drawing/2014/main" id="{B0DCABF3-4E2F-68A1-A544-F9EDD0C2FF06}"/>
                    </a:ext>
                  </a:extLst>
                </p:cNvPr>
                <p:cNvPicPr/>
                <p:nvPr/>
              </p:nvPicPr>
              <p:blipFill>
                <a:blip r:embed="rId91"/>
                <a:stretch>
                  <a:fillRect/>
                </a:stretch>
              </p:blipFill>
              <p:spPr>
                <a:xfrm>
                  <a:off x="4677090" y="3388710"/>
                  <a:ext cx="26244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7" name="Ink 76">
                  <a:extLst>
                    <a:ext uri="{FF2B5EF4-FFF2-40B4-BE49-F238E27FC236}">
                      <a16:creationId xmlns:a16="http://schemas.microsoft.com/office/drawing/2014/main" id="{25750A0F-EADC-B03A-7B50-88AE7F0B175D}"/>
                    </a:ext>
                  </a:extLst>
                </p14:cNvPr>
                <p14:cNvContentPartPr/>
                <p14:nvPr/>
              </p14:nvContentPartPr>
              <p14:xfrm>
                <a:off x="4901730" y="3306990"/>
                <a:ext cx="53640" cy="9720"/>
              </p14:xfrm>
            </p:contentPart>
          </mc:Choice>
          <mc:Fallback xmlns="">
            <p:pic>
              <p:nvPicPr>
                <p:cNvPr id="77" name="Ink 76">
                  <a:extLst>
                    <a:ext uri="{FF2B5EF4-FFF2-40B4-BE49-F238E27FC236}">
                      <a16:creationId xmlns:a16="http://schemas.microsoft.com/office/drawing/2014/main" id="{25750A0F-EADC-B03A-7B50-88AE7F0B175D}"/>
                    </a:ext>
                  </a:extLst>
                </p:cNvPr>
                <p:cNvPicPr/>
                <p:nvPr/>
              </p:nvPicPr>
              <p:blipFill>
                <a:blip r:embed="rId93"/>
                <a:stretch>
                  <a:fillRect/>
                </a:stretch>
              </p:blipFill>
              <p:spPr>
                <a:xfrm>
                  <a:off x="4895610" y="3300870"/>
                  <a:ext cx="6588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8" name="Ink 77">
                  <a:extLst>
                    <a:ext uri="{FF2B5EF4-FFF2-40B4-BE49-F238E27FC236}">
                      <a16:creationId xmlns:a16="http://schemas.microsoft.com/office/drawing/2014/main" id="{DEB5F7A5-2611-96AB-0FE5-AC1E6A033801}"/>
                    </a:ext>
                  </a:extLst>
                </p14:cNvPr>
                <p14:cNvContentPartPr/>
                <p14:nvPr/>
              </p14:nvContentPartPr>
              <p14:xfrm>
                <a:off x="5095410" y="3187830"/>
                <a:ext cx="81720" cy="269640"/>
              </p14:xfrm>
            </p:contentPart>
          </mc:Choice>
          <mc:Fallback xmlns="">
            <p:pic>
              <p:nvPicPr>
                <p:cNvPr id="78" name="Ink 77">
                  <a:extLst>
                    <a:ext uri="{FF2B5EF4-FFF2-40B4-BE49-F238E27FC236}">
                      <a16:creationId xmlns:a16="http://schemas.microsoft.com/office/drawing/2014/main" id="{DEB5F7A5-2611-96AB-0FE5-AC1E6A033801}"/>
                    </a:ext>
                  </a:extLst>
                </p:cNvPr>
                <p:cNvPicPr/>
                <p:nvPr/>
              </p:nvPicPr>
              <p:blipFill>
                <a:blip r:embed="rId95"/>
                <a:stretch>
                  <a:fillRect/>
                </a:stretch>
              </p:blipFill>
              <p:spPr>
                <a:xfrm>
                  <a:off x="5089290" y="3181710"/>
                  <a:ext cx="9396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9" name="Ink 78">
                  <a:extLst>
                    <a:ext uri="{FF2B5EF4-FFF2-40B4-BE49-F238E27FC236}">
                      <a16:creationId xmlns:a16="http://schemas.microsoft.com/office/drawing/2014/main" id="{CF943AEF-9270-0F2C-E033-BF510F20B48C}"/>
                    </a:ext>
                  </a:extLst>
                </p14:cNvPr>
                <p14:cNvContentPartPr/>
                <p14:nvPr/>
              </p14:nvContentPartPr>
              <p14:xfrm>
                <a:off x="5292330" y="3205470"/>
                <a:ext cx="44640" cy="231840"/>
              </p14:xfrm>
            </p:contentPart>
          </mc:Choice>
          <mc:Fallback xmlns="">
            <p:pic>
              <p:nvPicPr>
                <p:cNvPr id="79" name="Ink 78">
                  <a:extLst>
                    <a:ext uri="{FF2B5EF4-FFF2-40B4-BE49-F238E27FC236}">
                      <a16:creationId xmlns:a16="http://schemas.microsoft.com/office/drawing/2014/main" id="{CF943AEF-9270-0F2C-E033-BF510F20B48C}"/>
                    </a:ext>
                  </a:extLst>
                </p:cNvPr>
                <p:cNvPicPr/>
                <p:nvPr/>
              </p:nvPicPr>
              <p:blipFill>
                <a:blip r:embed="rId97"/>
                <a:stretch>
                  <a:fillRect/>
                </a:stretch>
              </p:blipFill>
              <p:spPr>
                <a:xfrm>
                  <a:off x="5286210" y="3199350"/>
                  <a:ext cx="5688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0" name="Ink 79">
                  <a:extLst>
                    <a:ext uri="{FF2B5EF4-FFF2-40B4-BE49-F238E27FC236}">
                      <a16:creationId xmlns:a16="http://schemas.microsoft.com/office/drawing/2014/main" id="{45653EDA-208E-D4A8-7307-72D5DA1BB78B}"/>
                    </a:ext>
                  </a:extLst>
                </p14:cNvPr>
                <p14:cNvContentPartPr/>
                <p14:nvPr/>
              </p14:nvContentPartPr>
              <p14:xfrm>
                <a:off x="5219970" y="3287550"/>
                <a:ext cx="356040" cy="141840"/>
              </p14:xfrm>
            </p:contentPart>
          </mc:Choice>
          <mc:Fallback xmlns="">
            <p:pic>
              <p:nvPicPr>
                <p:cNvPr id="80" name="Ink 79">
                  <a:extLst>
                    <a:ext uri="{FF2B5EF4-FFF2-40B4-BE49-F238E27FC236}">
                      <a16:creationId xmlns:a16="http://schemas.microsoft.com/office/drawing/2014/main" id="{45653EDA-208E-D4A8-7307-72D5DA1BB78B}"/>
                    </a:ext>
                  </a:extLst>
                </p:cNvPr>
                <p:cNvPicPr/>
                <p:nvPr/>
              </p:nvPicPr>
              <p:blipFill>
                <a:blip r:embed="rId99"/>
                <a:stretch>
                  <a:fillRect/>
                </a:stretch>
              </p:blipFill>
              <p:spPr>
                <a:xfrm>
                  <a:off x="5213850" y="3281430"/>
                  <a:ext cx="368280" cy="154080"/>
                </a:xfrm>
                <a:prstGeom prst="rect">
                  <a:avLst/>
                </a:prstGeom>
              </p:spPr>
            </p:pic>
          </mc:Fallback>
        </mc:AlternateContent>
      </p:grpSp>
      <p:grpSp>
        <p:nvGrpSpPr>
          <p:cNvPr id="89" name="Group 88">
            <a:extLst>
              <a:ext uri="{FF2B5EF4-FFF2-40B4-BE49-F238E27FC236}">
                <a16:creationId xmlns:a16="http://schemas.microsoft.com/office/drawing/2014/main" id="{ED6D8481-48D7-670D-F8F1-1032035DEE71}"/>
              </a:ext>
            </a:extLst>
          </p:cNvPr>
          <p:cNvGrpSpPr/>
          <p:nvPr/>
        </p:nvGrpSpPr>
        <p:grpSpPr>
          <a:xfrm>
            <a:off x="4851690" y="5082150"/>
            <a:ext cx="729720" cy="247680"/>
            <a:chOff x="4851690" y="5082150"/>
            <a:chExt cx="729720" cy="247680"/>
          </a:xfrm>
        </p:grpSpPr>
        <mc:AlternateContent xmlns:mc="http://schemas.openxmlformats.org/markup-compatibility/2006" xmlns:p14="http://schemas.microsoft.com/office/powerpoint/2010/main">
          <mc:Choice Requires="p14">
            <p:contentPart p14:bwMode="auto" r:id="rId100">
              <p14:nvContentPartPr>
                <p14:cNvPr id="82" name="Ink 81">
                  <a:extLst>
                    <a:ext uri="{FF2B5EF4-FFF2-40B4-BE49-F238E27FC236}">
                      <a16:creationId xmlns:a16="http://schemas.microsoft.com/office/drawing/2014/main" id="{FD636EC0-A28E-2229-31B9-D4A250290C46}"/>
                    </a:ext>
                  </a:extLst>
                </p14:cNvPr>
                <p14:cNvContentPartPr/>
                <p14:nvPr/>
              </p14:nvContentPartPr>
              <p14:xfrm>
                <a:off x="4851690" y="5117790"/>
                <a:ext cx="182160" cy="154800"/>
              </p14:xfrm>
            </p:contentPart>
          </mc:Choice>
          <mc:Fallback xmlns="">
            <p:pic>
              <p:nvPicPr>
                <p:cNvPr id="82" name="Ink 81">
                  <a:extLst>
                    <a:ext uri="{FF2B5EF4-FFF2-40B4-BE49-F238E27FC236}">
                      <a16:creationId xmlns:a16="http://schemas.microsoft.com/office/drawing/2014/main" id="{FD636EC0-A28E-2229-31B9-D4A250290C46}"/>
                    </a:ext>
                  </a:extLst>
                </p:cNvPr>
                <p:cNvPicPr/>
                <p:nvPr/>
              </p:nvPicPr>
              <p:blipFill>
                <a:blip r:embed="rId101"/>
                <a:stretch>
                  <a:fillRect/>
                </a:stretch>
              </p:blipFill>
              <p:spPr>
                <a:xfrm>
                  <a:off x="4845570" y="5111670"/>
                  <a:ext cx="19440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3" name="Ink 82">
                  <a:extLst>
                    <a:ext uri="{FF2B5EF4-FFF2-40B4-BE49-F238E27FC236}">
                      <a16:creationId xmlns:a16="http://schemas.microsoft.com/office/drawing/2014/main" id="{AA4C4194-65BC-831C-F448-73286D4C99F1}"/>
                    </a:ext>
                  </a:extLst>
                </p14:cNvPr>
                <p14:cNvContentPartPr/>
                <p14:nvPr/>
              </p14:nvContentPartPr>
              <p14:xfrm>
                <a:off x="5158050" y="5138670"/>
                <a:ext cx="44280" cy="98280"/>
              </p14:xfrm>
            </p:contentPart>
          </mc:Choice>
          <mc:Fallback xmlns="">
            <p:pic>
              <p:nvPicPr>
                <p:cNvPr id="83" name="Ink 82">
                  <a:extLst>
                    <a:ext uri="{FF2B5EF4-FFF2-40B4-BE49-F238E27FC236}">
                      <a16:creationId xmlns:a16="http://schemas.microsoft.com/office/drawing/2014/main" id="{AA4C4194-65BC-831C-F448-73286D4C99F1}"/>
                    </a:ext>
                  </a:extLst>
                </p:cNvPr>
                <p:cNvPicPr/>
                <p:nvPr/>
              </p:nvPicPr>
              <p:blipFill>
                <a:blip r:embed="rId103"/>
                <a:stretch>
                  <a:fillRect/>
                </a:stretch>
              </p:blipFill>
              <p:spPr>
                <a:xfrm>
                  <a:off x="5151930" y="5132550"/>
                  <a:ext cx="565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4" name="Ink 83">
                  <a:extLst>
                    <a:ext uri="{FF2B5EF4-FFF2-40B4-BE49-F238E27FC236}">
                      <a16:creationId xmlns:a16="http://schemas.microsoft.com/office/drawing/2014/main" id="{56915957-2429-43F3-749E-23ADC4DCC666}"/>
                    </a:ext>
                  </a:extLst>
                </p14:cNvPr>
                <p14:cNvContentPartPr/>
                <p14:nvPr/>
              </p14:nvContentPartPr>
              <p14:xfrm>
                <a:off x="5139330" y="5148750"/>
                <a:ext cx="141120" cy="56520"/>
              </p14:xfrm>
            </p:contentPart>
          </mc:Choice>
          <mc:Fallback xmlns="">
            <p:pic>
              <p:nvPicPr>
                <p:cNvPr id="84" name="Ink 83">
                  <a:extLst>
                    <a:ext uri="{FF2B5EF4-FFF2-40B4-BE49-F238E27FC236}">
                      <a16:creationId xmlns:a16="http://schemas.microsoft.com/office/drawing/2014/main" id="{56915957-2429-43F3-749E-23ADC4DCC666}"/>
                    </a:ext>
                  </a:extLst>
                </p:cNvPr>
                <p:cNvPicPr/>
                <p:nvPr/>
              </p:nvPicPr>
              <p:blipFill>
                <a:blip r:embed="rId105"/>
                <a:stretch>
                  <a:fillRect/>
                </a:stretch>
              </p:blipFill>
              <p:spPr>
                <a:xfrm>
                  <a:off x="5133210" y="5142630"/>
                  <a:ext cx="15336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5" name="Ink 84">
                  <a:extLst>
                    <a:ext uri="{FF2B5EF4-FFF2-40B4-BE49-F238E27FC236}">
                      <a16:creationId xmlns:a16="http://schemas.microsoft.com/office/drawing/2014/main" id="{4D6E3BED-E045-5670-C49D-FD30FB275D9E}"/>
                    </a:ext>
                  </a:extLst>
                </p14:cNvPr>
                <p14:cNvContentPartPr/>
                <p14:nvPr/>
              </p14:nvContentPartPr>
              <p14:xfrm>
                <a:off x="5389530" y="5082150"/>
                <a:ext cx="103320" cy="119880"/>
              </p14:xfrm>
            </p:contentPart>
          </mc:Choice>
          <mc:Fallback xmlns="">
            <p:pic>
              <p:nvPicPr>
                <p:cNvPr id="85" name="Ink 84">
                  <a:extLst>
                    <a:ext uri="{FF2B5EF4-FFF2-40B4-BE49-F238E27FC236}">
                      <a16:creationId xmlns:a16="http://schemas.microsoft.com/office/drawing/2014/main" id="{4D6E3BED-E045-5670-C49D-FD30FB275D9E}"/>
                    </a:ext>
                  </a:extLst>
                </p:cNvPr>
                <p:cNvPicPr/>
                <p:nvPr/>
              </p:nvPicPr>
              <p:blipFill>
                <a:blip r:embed="rId107"/>
                <a:stretch>
                  <a:fillRect/>
                </a:stretch>
              </p:blipFill>
              <p:spPr>
                <a:xfrm>
                  <a:off x="5383410" y="5076030"/>
                  <a:ext cx="11556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7" name="Ink 86">
                  <a:extLst>
                    <a:ext uri="{FF2B5EF4-FFF2-40B4-BE49-F238E27FC236}">
                      <a16:creationId xmlns:a16="http://schemas.microsoft.com/office/drawing/2014/main" id="{78C6BECC-1082-7BD5-4E16-181AA845005C}"/>
                    </a:ext>
                  </a:extLst>
                </p14:cNvPr>
                <p14:cNvContentPartPr/>
                <p14:nvPr/>
              </p14:nvContentPartPr>
              <p14:xfrm>
                <a:off x="5351010" y="5104110"/>
                <a:ext cx="213480" cy="225720"/>
              </p14:xfrm>
            </p:contentPart>
          </mc:Choice>
          <mc:Fallback xmlns="">
            <p:pic>
              <p:nvPicPr>
                <p:cNvPr id="87" name="Ink 86">
                  <a:extLst>
                    <a:ext uri="{FF2B5EF4-FFF2-40B4-BE49-F238E27FC236}">
                      <a16:creationId xmlns:a16="http://schemas.microsoft.com/office/drawing/2014/main" id="{78C6BECC-1082-7BD5-4E16-181AA845005C}"/>
                    </a:ext>
                  </a:extLst>
                </p:cNvPr>
                <p:cNvPicPr/>
                <p:nvPr/>
              </p:nvPicPr>
              <p:blipFill>
                <a:blip r:embed="rId109"/>
                <a:stretch>
                  <a:fillRect/>
                </a:stretch>
              </p:blipFill>
              <p:spPr>
                <a:xfrm>
                  <a:off x="5344890" y="5097990"/>
                  <a:ext cx="22572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8" name="Ink 87">
                  <a:extLst>
                    <a:ext uri="{FF2B5EF4-FFF2-40B4-BE49-F238E27FC236}">
                      <a16:creationId xmlns:a16="http://schemas.microsoft.com/office/drawing/2014/main" id="{A0337C5A-DD8C-147E-C8F2-E3007DCFA4C2}"/>
                    </a:ext>
                  </a:extLst>
                </p14:cNvPr>
                <p14:cNvContentPartPr/>
                <p14:nvPr/>
              </p14:nvContentPartPr>
              <p14:xfrm>
                <a:off x="5264250" y="5118510"/>
                <a:ext cx="317160" cy="188280"/>
              </p14:xfrm>
            </p:contentPart>
          </mc:Choice>
          <mc:Fallback xmlns="">
            <p:pic>
              <p:nvPicPr>
                <p:cNvPr id="88" name="Ink 87">
                  <a:extLst>
                    <a:ext uri="{FF2B5EF4-FFF2-40B4-BE49-F238E27FC236}">
                      <a16:creationId xmlns:a16="http://schemas.microsoft.com/office/drawing/2014/main" id="{A0337C5A-DD8C-147E-C8F2-E3007DCFA4C2}"/>
                    </a:ext>
                  </a:extLst>
                </p:cNvPr>
                <p:cNvPicPr/>
                <p:nvPr/>
              </p:nvPicPr>
              <p:blipFill>
                <a:blip r:embed="rId111"/>
                <a:stretch>
                  <a:fillRect/>
                </a:stretch>
              </p:blipFill>
              <p:spPr>
                <a:xfrm>
                  <a:off x="5258130" y="5112390"/>
                  <a:ext cx="329400" cy="200520"/>
                </a:xfrm>
                <a:prstGeom prst="rect">
                  <a:avLst/>
                </a:prstGeom>
              </p:spPr>
            </p:pic>
          </mc:Fallback>
        </mc:AlternateContent>
      </p:grpSp>
      <p:grpSp>
        <p:nvGrpSpPr>
          <p:cNvPr id="103" name="Group 102">
            <a:extLst>
              <a:ext uri="{FF2B5EF4-FFF2-40B4-BE49-F238E27FC236}">
                <a16:creationId xmlns:a16="http://schemas.microsoft.com/office/drawing/2014/main" id="{F23A358D-AF6B-AD53-23A2-1EE8C5E92B8A}"/>
              </a:ext>
            </a:extLst>
          </p:cNvPr>
          <p:cNvGrpSpPr/>
          <p:nvPr/>
        </p:nvGrpSpPr>
        <p:grpSpPr>
          <a:xfrm>
            <a:off x="1483170" y="3631350"/>
            <a:ext cx="1983960" cy="396720"/>
            <a:chOff x="1483170" y="3631350"/>
            <a:chExt cx="1983960" cy="396720"/>
          </a:xfrm>
        </p:grpSpPr>
        <mc:AlternateContent xmlns:mc="http://schemas.openxmlformats.org/markup-compatibility/2006" xmlns:p14="http://schemas.microsoft.com/office/powerpoint/2010/main">
          <mc:Choice Requires="p14">
            <p:contentPart p14:bwMode="auto" r:id="rId112">
              <p14:nvContentPartPr>
                <p14:cNvPr id="90" name="Ink 89">
                  <a:extLst>
                    <a:ext uri="{FF2B5EF4-FFF2-40B4-BE49-F238E27FC236}">
                      <a16:creationId xmlns:a16="http://schemas.microsoft.com/office/drawing/2014/main" id="{72B40179-2C99-3059-1BA6-1AACDDD32956}"/>
                    </a:ext>
                  </a:extLst>
                </p14:cNvPr>
                <p14:cNvContentPartPr/>
                <p14:nvPr/>
              </p14:nvContentPartPr>
              <p14:xfrm>
                <a:off x="1483170" y="3666630"/>
                <a:ext cx="52920" cy="119160"/>
              </p14:xfrm>
            </p:contentPart>
          </mc:Choice>
          <mc:Fallback xmlns="">
            <p:pic>
              <p:nvPicPr>
                <p:cNvPr id="90" name="Ink 89">
                  <a:extLst>
                    <a:ext uri="{FF2B5EF4-FFF2-40B4-BE49-F238E27FC236}">
                      <a16:creationId xmlns:a16="http://schemas.microsoft.com/office/drawing/2014/main" id="{72B40179-2C99-3059-1BA6-1AACDDD32956}"/>
                    </a:ext>
                  </a:extLst>
                </p:cNvPr>
                <p:cNvPicPr/>
                <p:nvPr/>
              </p:nvPicPr>
              <p:blipFill>
                <a:blip r:embed="rId113"/>
                <a:stretch>
                  <a:fillRect/>
                </a:stretch>
              </p:blipFill>
              <p:spPr>
                <a:xfrm>
                  <a:off x="1477050" y="3660510"/>
                  <a:ext cx="651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1" name="Ink 90">
                  <a:extLst>
                    <a:ext uri="{FF2B5EF4-FFF2-40B4-BE49-F238E27FC236}">
                      <a16:creationId xmlns:a16="http://schemas.microsoft.com/office/drawing/2014/main" id="{BAD0537B-80AE-37CF-825D-53B272E8A3FF}"/>
                    </a:ext>
                  </a:extLst>
                </p14:cNvPr>
                <p14:cNvContentPartPr/>
                <p14:nvPr/>
              </p14:nvContentPartPr>
              <p14:xfrm>
                <a:off x="1861170" y="3690030"/>
                <a:ext cx="36360" cy="125640"/>
              </p14:xfrm>
            </p:contentPart>
          </mc:Choice>
          <mc:Fallback xmlns="">
            <p:pic>
              <p:nvPicPr>
                <p:cNvPr id="91" name="Ink 90">
                  <a:extLst>
                    <a:ext uri="{FF2B5EF4-FFF2-40B4-BE49-F238E27FC236}">
                      <a16:creationId xmlns:a16="http://schemas.microsoft.com/office/drawing/2014/main" id="{BAD0537B-80AE-37CF-825D-53B272E8A3FF}"/>
                    </a:ext>
                  </a:extLst>
                </p:cNvPr>
                <p:cNvPicPr/>
                <p:nvPr/>
              </p:nvPicPr>
              <p:blipFill>
                <a:blip r:embed="rId115"/>
                <a:stretch>
                  <a:fillRect/>
                </a:stretch>
              </p:blipFill>
              <p:spPr>
                <a:xfrm>
                  <a:off x="1855050" y="3683910"/>
                  <a:ext cx="4860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3" name="Ink 92">
                  <a:extLst>
                    <a:ext uri="{FF2B5EF4-FFF2-40B4-BE49-F238E27FC236}">
                      <a16:creationId xmlns:a16="http://schemas.microsoft.com/office/drawing/2014/main" id="{8907B466-3BBA-F218-8B41-91B08F329798}"/>
                    </a:ext>
                  </a:extLst>
                </p14:cNvPr>
                <p14:cNvContentPartPr/>
                <p14:nvPr/>
              </p14:nvContentPartPr>
              <p14:xfrm>
                <a:off x="2255010" y="3686070"/>
                <a:ext cx="37800" cy="161640"/>
              </p14:xfrm>
            </p:contentPart>
          </mc:Choice>
          <mc:Fallback xmlns="">
            <p:pic>
              <p:nvPicPr>
                <p:cNvPr id="93" name="Ink 92">
                  <a:extLst>
                    <a:ext uri="{FF2B5EF4-FFF2-40B4-BE49-F238E27FC236}">
                      <a16:creationId xmlns:a16="http://schemas.microsoft.com/office/drawing/2014/main" id="{8907B466-3BBA-F218-8B41-91B08F329798}"/>
                    </a:ext>
                  </a:extLst>
                </p:cNvPr>
                <p:cNvPicPr/>
                <p:nvPr/>
              </p:nvPicPr>
              <p:blipFill>
                <a:blip r:embed="rId117"/>
                <a:stretch>
                  <a:fillRect/>
                </a:stretch>
              </p:blipFill>
              <p:spPr>
                <a:xfrm>
                  <a:off x="2248890" y="3679950"/>
                  <a:ext cx="500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94" name="Ink 93">
                  <a:extLst>
                    <a:ext uri="{FF2B5EF4-FFF2-40B4-BE49-F238E27FC236}">
                      <a16:creationId xmlns:a16="http://schemas.microsoft.com/office/drawing/2014/main" id="{0D3B5B58-2EA0-859B-A6D6-9ABBA76A133A}"/>
                    </a:ext>
                  </a:extLst>
                </p14:cNvPr>
                <p14:cNvContentPartPr/>
                <p14:nvPr/>
              </p14:nvContentPartPr>
              <p14:xfrm>
                <a:off x="2595570" y="3671670"/>
                <a:ext cx="144000" cy="99000"/>
              </p14:xfrm>
            </p:contentPart>
          </mc:Choice>
          <mc:Fallback xmlns="">
            <p:pic>
              <p:nvPicPr>
                <p:cNvPr id="94" name="Ink 93">
                  <a:extLst>
                    <a:ext uri="{FF2B5EF4-FFF2-40B4-BE49-F238E27FC236}">
                      <a16:creationId xmlns:a16="http://schemas.microsoft.com/office/drawing/2014/main" id="{0D3B5B58-2EA0-859B-A6D6-9ABBA76A133A}"/>
                    </a:ext>
                  </a:extLst>
                </p:cNvPr>
                <p:cNvPicPr/>
                <p:nvPr/>
              </p:nvPicPr>
              <p:blipFill>
                <a:blip r:embed="rId119"/>
                <a:stretch>
                  <a:fillRect/>
                </a:stretch>
              </p:blipFill>
              <p:spPr>
                <a:xfrm>
                  <a:off x="2589450" y="3665550"/>
                  <a:ext cx="15624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5" name="Ink 94">
                  <a:extLst>
                    <a:ext uri="{FF2B5EF4-FFF2-40B4-BE49-F238E27FC236}">
                      <a16:creationId xmlns:a16="http://schemas.microsoft.com/office/drawing/2014/main" id="{EF669D57-C806-223F-840E-D726FA6522B0}"/>
                    </a:ext>
                  </a:extLst>
                </p14:cNvPr>
                <p14:cNvContentPartPr/>
                <p14:nvPr/>
              </p14:nvContentPartPr>
              <p14:xfrm>
                <a:off x="2843970" y="3681750"/>
                <a:ext cx="114120" cy="95760"/>
              </p14:xfrm>
            </p:contentPart>
          </mc:Choice>
          <mc:Fallback xmlns="">
            <p:pic>
              <p:nvPicPr>
                <p:cNvPr id="95" name="Ink 94">
                  <a:extLst>
                    <a:ext uri="{FF2B5EF4-FFF2-40B4-BE49-F238E27FC236}">
                      <a16:creationId xmlns:a16="http://schemas.microsoft.com/office/drawing/2014/main" id="{EF669D57-C806-223F-840E-D726FA6522B0}"/>
                    </a:ext>
                  </a:extLst>
                </p:cNvPr>
                <p:cNvPicPr/>
                <p:nvPr/>
              </p:nvPicPr>
              <p:blipFill>
                <a:blip r:embed="rId121"/>
                <a:stretch>
                  <a:fillRect/>
                </a:stretch>
              </p:blipFill>
              <p:spPr>
                <a:xfrm>
                  <a:off x="2837850" y="3675630"/>
                  <a:ext cx="12636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6" name="Ink 95">
                  <a:extLst>
                    <a:ext uri="{FF2B5EF4-FFF2-40B4-BE49-F238E27FC236}">
                      <a16:creationId xmlns:a16="http://schemas.microsoft.com/office/drawing/2014/main" id="{74DA24B6-7E53-96C7-0F89-28B29DE71D0C}"/>
                    </a:ext>
                  </a:extLst>
                </p14:cNvPr>
                <p14:cNvContentPartPr/>
                <p14:nvPr/>
              </p14:nvContentPartPr>
              <p14:xfrm>
                <a:off x="3329970" y="3631350"/>
                <a:ext cx="65880" cy="141120"/>
              </p14:xfrm>
            </p:contentPart>
          </mc:Choice>
          <mc:Fallback xmlns="">
            <p:pic>
              <p:nvPicPr>
                <p:cNvPr id="96" name="Ink 95">
                  <a:extLst>
                    <a:ext uri="{FF2B5EF4-FFF2-40B4-BE49-F238E27FC236}">
                      <a16:creationId xmlns:a16="http://schemas.microsoft.com/office/drawing/2014/main" id="{74DA24B6-7E53-96C7-0F89-28B29DE71D0C}"/>
                    </a:ext>
                  </a:extLst>
                </p:cNvPr>
                <p:cNvPicPr/>
                <p:nvPr/>
              </p:nvPicPr>
              <p:blipFill>
                <a:blip r:embed="rId123"/>
                <a:stretch>
                  <a:fillRect/>
                </a:stretch>
              </p:blipFill>
              <p:spPr>
                <a:xfrm>
                  <a:off x="3323850" y="3625230"/>
                  <a:ext cx="7812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8" name="Ink 97">
                  <a:extLst>
                    <a:ext uri="{FF2B5EF4-FFF2-40B4-BE49-F238E27FC236}">
                      <a16:creationId xmlns:a16="http://schemas.microsoft.com/office/drawing/2014/main" id="{BA3539F1-DF18-63F6-9F99-DD0C120E2AA2}"/>
                    </a:ext>
                  </a:extLst>
                </p14:cNvPr>
                <p14:cNvContentPartPr/>
                <p14:nvPr/>
              </p14:nvContentPartPr>
              <p14:xfrm>
                <a:off x="1889250" y="3935910"/>
                <a:ext cx="25200" cy="88200"/>
              </p14:xfrm>
            </p:contentPart>
          </mc:Choice>
          <mc:Fallback xmlns="">
            <p:pic>
              <p:nvPicPr>
                <p:cNvPr id="98" name="Ink 97">
                  <a:extLst>
                    <a:ext uri="{FF2B5EF4-FFF2-40B4-BE49-F238E27FC236}">
                      <a16:creationId xmlns:a16="http://schemas.microsoft.com/office/drawing/2014/main" id="{BA3539F1-DF18-63F6-9F99-DD0C120E2AA2}"/>
                    </a:ext>
                  </a:extLst>
                </p:cNvPr>
                <p:cNvPicPr/>
                <p:nvPr/>
              </p:nvPicPr>
              <p:blipFill>
                <a:blip r:embed="rId125"/>
                <a:stretch>
                  <a:fillRect/>
                </a:stretch>
              </p:blipFill>
              <p:spPr>
                <a:xfrm>
                  <a:off x="1883130" y="3929790"/>
                  <a:ext cx="374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9" name="Ink 98">
                  <a:extLst>
                    <a:ext uri="{FF2B5EF4-FFF2-40B4-BE49-F238E27FC236}">
                      <a16:creationId xmlns:a16="http://schemas.microsoft.com/office/drawing/2014/main" id="{F42C317F-56CE-422C-9565-A45C6D82C586}"/>
                    </a:ext>
                  </a:extLst>
                </p14:cNvPr>
                <p14:cNvContentPartPr/>
                <p14:nvPr/>
              </p14:nvContentPartPr>
              <p14:xfrm>
                <a:off x="2338890" y="3926190"/>
                <a:ext cx="25920" cy="101880"/>
              </p14:xfrm>
            </p:contentPart>
          </mc:Choice>
          <mc:Fallback xmlns="">
            <p:pic>
              <p:nvPicPr>
                <p:cNvPr id="99" name="Ink 98">
                  <a:extLst>
                    <a:ext uri="{FF2B5EF4-FFF2-40B4-BE49-F238E27FC236}">
                      <a16:creationId xmlns:a16="http://schemas.microsoft.com/office/drawing/2014/main" id="{F42C317F-56CE-422C-9565-A45C6D82C586}"/>
                    </a:ext>
                  </a:extLst>
                </p:cNvPr>
                <p:cNvPicPr/>
                <p:nvPr/>
              </p:nvPicPr>
              <p:blipFill>
                <a:blip r:embed="rId127"/>
                <a:stretch>
                  <a:fillRect/>
                </a:stretch>
              </p:blipFill>
              <p:spPr>
                <a:xfrm>
                  <a:off x="2332770" y="3920070"/>
                  <a:ext cx="381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00" name="Ink 99">
                  <a:extLst>
                    <a:ext uri="{FF2B5EF4-FFF2-40B4-BE49-F238E27FC236}">
                      <a16:creationId xmlns:a16="http://schemas.microsoft.com/office/drawing/2014/main" id="{EDAFBBD4-9F98-039C-BCCE-F1DD6923CA8A}"/>
                    </a:ext>
                  </a:extLst>
                </p14:cNvPr>
                <p14:cNvContentPartPr/>
                <p14:nvPr/>
              </p14:nvContentPartPr>
              <p14:xfrm>
                <a:off x="2592330" y="3927270"/>
                <a:ext cx="31680" cy="81360"/>
              </p14:xfrm>
            </p:contentPart>
          </mc:Choice>
          <mc:Fallback xmlns="">
            <p:pic>
              <p:nvPicPr>
                <p:cNvPr id="100" name="Ink 99">
                  <a:extLst>
                    <a:ext uri="{FF2B5EF4-FFF2-40B4-BE49-F238E27FC236}">
                      <a16:creationId xmlns:a16="http://schemas.microsoft.com/office/drawing/2014/main" id="{EDAFBBD4-9F98-039C-BCCE-F1DD6923CA8A}"/>
                    </a:ext>
                  </a:extLst>
                </p:cNvPr>
                <p:cNvPicPr/>
                <p:nvPr/>
              </p:nvPicPr>
              <p:blipFill>
                <a:blip r:embed="rId129"/>
                <a:stretch>
                  <a:fillRect/>
                </a:stretch>
              </p:blipFill>
              <p:spPr>
                <a:xfrm>
                  <a:off x="2586210" y="3921150"/>
                  <a:ext cx="4392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01" name="Ink 100">
                  <a:extLst>
                    <a:ext uri="{FF2B5EF4-FFF2-40B4-BE49-F238E27FC236}">
                      <a16:creationId xmlns:a16="http://schemas.microsoft.com/office/drawing/2014/main" id="{EE34A2B6-2248-398D-79C4-AFBE3A9270D4}"/>
                    </a:ext>
                  </a:extLst>
                </p14:cNvPr>
                <p14:cNvContentPartPr/>
                <p14:nvPr/>
              </p14:nvContentPartPr>
              <p14:xfrm>
                <a:off x="2967810" y="3904950"/>
                <a:ext cx="40680" cy="104040"/>
              </p14:xfrm>
            </p:contentPart>
          </mc:Choice>
          <mc:Fallback xmlns="">
            <p:pic>
              <p:nvPicPr>
                <p:cNvPr id="101" name="Ink 100">
                  <a:extLst>
                    <a:ext uri="{FF2B5EF4-FFF2-40B4-BE49-F238E27FC236}">
                      <a16:creationId xmlns:a16="http://schemas.microsoft.com/office/drawing/2014/main" id="{EE34A2B6-2248-398D-79C4-AFBE3A9270D4}"/>
                    </a:ext>
                  </a:extLst>
                </p:cNvPr>
                <p:cNvPicPr/>
                <p:nvPr/>
              </p:nvPicPr>
              <p:blipFill>
                <a:blip r:embed="rId131"/>
                <a:stretch>
                  <a:fillRect/>
                </a:stretch>
              </p:blipFill>
              <p:spPr>
                <a:xfrm>
                  <a:off x="2961690" y="3898830"/>
                  <a:ext cx="5292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02" name="Ink 101">
                  <a:extLst>
                    <a:ext uri="{FF2B5EF4-FFF2-40B4-BE49-F238E27FC236}">
                      <a16:creationId xmlns:a16="http://schemas.microsoft.com/office/drawing/2014/main" id="{77793176-204E-272C-87AD-1A0F69D9D4A5}"/>
                    </a:ext>
                  </a:extLst>
                </p14:cNvPr>
                <p14:cNvContentPartPr/>
                <p14:nvPr/>
              </p14:nvContentPartPr>
              <p14:xfrm>
                <a:off x="3351930" y="3902790"/>
                <a:ext cx="115200" cy="90360"/>
              </p14:xfrm>
            </p:contentPart>
          </mc:Choice>
          <mc:Fallback xmlns="">
            <p:pic>
              <p:nvPicPr>
                <p:cNvPr id="102" name="Ink 101">
                  <a:extLst>
                    <a:ext uri="{FF2B5EF4-FFF2-40B4-BE49-F238E27FC236}">
                      <a16:creationId xmlns:a16="http://schemas.microsoft.com/office/drawing/2014/main" id="{77793176-204E-272C-87AD-1A0F69D9D4A5}"/>
                    </a:ext>
                  </a:extLst>
                </p:cNvPr>
                <p:cNvPicPr/>
                <p:nvPr/>
              </p:nvPicPr>
              <p:blipFill>
                <a:blip r:embed="rId133"/>
                <a:stretch>
                  <a:fillRect/>
                </a:stretch>
              </p:blipFill>
              <p:spPr>
                <a:xfrm>
                  <a:off x="3345810" y="3896670"/>
                  <a:ext cx="127440" cy="10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4">
            <p14:nvContentPartPr>
              <p14:cNvPr id="104" name="Ink 103">
                <a:extLst>
                  <a:ext uri="{FF2B5EF4-FFF2-40B4-BE49-F238E27FC236}">
                    <a16:creationId xmlns:a16="http://schemas.microsoft.com/office/drawing/2014/main" id="{228DB5FE-7197-DB7B-C474-38C470603BEC}"/>
                  </a:ext>
                </a:extLst>
              </p14:cNvPr>
              <p14:cNvContentPartPr/>
              <p14:nvPr/>
            </p14:nvContentPartPr>
            <p14:xfrm>
              <a:off x="1416570" y="3959310"/>
              <a:ext cx="120600" cy="68760"/>
            </p14:xfrm>
          </p:contentPart>
        </mc:Choice>
        <mc:Fallback xmlns="">
          <p:pic>
            <p:nvPicPr>
              <p:cNvPr id="104" name="Ink 103">
                <a:extLst>
                  <a:ext uri="{FF2B5EF4-FFF2-40B4-BE49-F238E27FC236}">
                    <a16:creationId xmlns:a16="http://schemas.microsoft.com/office/drawing/2014/main" id="{228DB5FE-7197-DB7B-C474-38C470603BEC}"/>
                  </a:ext>
                </a:extLst>
              </p:cNvPr>
              <p:cNvPicPr/>
              <p:nvPr/>
            </p:nvPicPr>
            <p:blipFill>
              <a:blip r:embed="rId135"/>
              <a:stretch>
                <a:fillRect/>
              </a:stretch>
            </p:blipFill>
            <p:spPr>
              <a:xfrm>
                <a:off x="1410450" y="3953190"/>
                <a:ext cx="132840" cy="81000"/>
              </a:xfrm>
              <a:prstGeom prst="rect">
                <a:avLst/>
              </a:prstGeom>
            </p:spPr>
          </p:pic>
        </mc:Fallback>
      </mc:AlternateContent>
      <p:grpSp>
        <p:nvGrpSpPr>
          <p:cNvPr id="133" name="Group 132">
            <a:extLst>
              <a:ext uri="{FF2B5EF4-FFF2-40B4-BE49-F238E27FC236}">
                <a16:creationId xmlns:a16="http://schemas.microsoft.com/office/drawing/2014/main" id="{71BF9482-74C3-C87B-5977-07CA5F1DF544}"/>
              </a:ext>
            </a:extLst>
          </p:cNvPr>
          <p:cNvGrpSpPr/>
          <p:nvPr/>
        </p:nvGrpSpPr>
        <p:grpSpPr>
          <a:xfrm>
            <a:off x="1239810" y="4193670"/>
            <a:ext cx="2059200" cy="1096200"/>
            <a:chOff x="1239810" y="4193670"/>
            <a:chExt cx="2059200" cy="1096200"/>
          </a:xfrm>
        </p:grpSpPr>
        <mc:AlternateContent xmlns:mc="http://schemas.openxmlformats.org/markup-compatibility/2006" xmlns:p14="http://schemas.microsoft.com/office/powerpoint/2010/main">
          <mc:Choice Requires="p14">
            <p:contentPart p14:bwMode="auto" r:id="rId136">
              <p14:nvContentPartPr>
                <p14:cNvPr id="108" name="Ink 107">
                  <a:extLst>
                    <a:ext uri="{FF2B5EF4-FFF2-40B4-BE49-F238E27FC236}">
                      <a16:creationId xmlns:a16="http://schemas.microsoft.com/office/drawing/2014/main" id="{8CFE78FC-BF65-8BB2-CA91-3A6C1ED8AD31}"/>
                    </a:ext>
                  </a:extLst>
                </p14:cNvPr>
                <p14:cNvContentPartPr/>
                <p14:nvPr/>
              </p14:nvContentPartPr>
              <p14:xfrm>
                <a:off x="1298850" y="5174310"/>
                <a:ext cx="31680" cy="115560"/>
              </p14:xfrm>
            </p:contentPart>
          </mc:Choice>
          <mc:Fallback xmlns="">
            <p:pic>
              <p:nvPicPr>
                <p:cNvPr id="108" name="Ink 107">
                  <a:extLst>
                    <a:ext uri="{FF2B5EF4-FFF2-40B4-BE49-F238E27FC236}">
                      <a16:creationId xmlns:a16="http://schemas.microsoft.com/office/drawing/2014/main" id="{8CFE78FC-BF65-8BB2-CA91-3A6C1ED8AD31}"/>
                    </a:ext>
                  </a:extLst>
                </p:cNvPr>
                <p:cNvPicPr/>
                <p:nvPr/>
              </p:nvPicPr>
              <p:blipFill>
                <a:blip r:embed="rId137"/>
                <a:stretch>
                  <a:fillRect/>
                </a:stretch>
              </p:blipFill>
              <p:spPr>
                <a:xfrm>
                  <a:off x="1292730" y="5168190"/>
                  <a:ext cx="439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13" name="Ink 112">
                  <a:extLst>
                    <a:ext uri="{FF2B5EF4-FFF2-40B4-BE49-F238E27FC236}">
                      <a16:creationId xmlns:a16="http://schemas.microsoft.com/office/drawing/2014/main" id="{E3588D58-F186-C1AC-B3C9-7CF03303820B}"/>
                    </a:ext>
                  </a:extLst>
                </p14:cNvPr>
                <p14:cNvContentPartPr/>
                <p14:nvPr/>
              </p14:nvContentPartPr>
              <p14:xfrm>
                <a:off x="3257970" y="4785510"/>
                <a:ext cx="15840" cy="93960"/>
              </p14:xfrm>
            </p:contentPart>
          </mc:Choice>
          <mc:Fallback xmlns="">
            <p:pic>
              <p:nvPicPr>
                <p:cNvPr id="113" name="Ink 112">
                  <a:extLst>
                    <a:ext uri="{FF2B5EF4-FFF2-40B4-BE49-F238E27FC236}">
                      <a16:creationId xmlns:a16="http://schemas.microsoft.com/office/drawing/2014/main" id="{E3588D58-F186-C1AC-B3C9-7CF03303820B}"/>
                    </a:ext>
                  </a:extLst>
                </p:cNvPr>
                <p:cNvPicPr/>
                <p:nvPr/>
              </p:nvPicPr>
              <p:blipFill>
                <a:blip r:embed="rId139"/>
                <a:stretch>
                  <a:fillRect/>
                </a:stretch>
              </p:blipFill>
              <p:spPr>
                <a:xfrm>
                  <a:off x="3251850" y="4779390"/>
                  <a:ext cx="280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5" name="Ink 104">
                  <a:extLst>
                    <a:ext uri="{FF2B5EF4-FFF2-40B4-BE49-F238E27FC236}">
                      <a16:creationId xmlns:a16="http://schemas.microsoft.com/office/drawing/2014/main" id="{EC8FA6B1-2BF3-684E-92AD-FB2E00B3427C}"/>
                    </a:ext>
                  </a:extLst>
                </p14:cNvPr>
                <p14:cNvContentPartPr/>
                <p14:nvPr/>
              </p14:nvContentPartPr>
              <p14:xfrm>
                <a:off x="1351770" y="4221390"/>
                <a:ext cx="108000" cy="120240"/>
              </p14:xfrm>
            </p:contentPart>
          </mc:Choice>
          <mc:Fallback xmlns="">
            <p:pic>
              <p:nvPicPr>
                <p:cNvPr id="105" name="Ink 104">
                  <a:extLst>
                    <a:ext uri="{FF2B5EF4-FFF2-40B4-BE49-F238E27FC236}">
                      <a16:creationId xmlns:a16="http://schemas.microsoft.com/office/drawing/2014/main" id="{EC8FA6B1-2BF3-684E-92AD-FB2E00B3427C}"/>
                    </a:ext>
                  </a:extLst>
                </p:cNvPr>
                <p:cNvPicPr/>
                <p:nvPr/>
              </p:nvPicPr>
              <p:blipFill>
                <a:blip r:embed="rId141"/>
                <a:stretch>
                  <a:fillRect/>
                </a:stretch>
              </p:blipFill>
              <p:spPr>
                <a:xfrm>
                  <a:off x="1345650" y="4215270"/>
                  <a:ext cx="1202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6" name="Ink 105">
                  <a:extLst>
                    <a:ext uri="{FF2B5EF4-FFF2-40B4-BE49-F238E27FC236}">
                      <a16:creationId xmlns:a16="http://schemas.microsoft.com/office/drawing/2014/main" id="{C682B22C-E5A4-1984-9B0D-8E94AB61F1BF}"/>
                    </a:ext>
                  </a:extLst>
                </p14:cNvPr>
                <p14:cNvContentPartPr/>
                <p14:nvPr/>
              </p14:nvContentPartPr>
              <p14:xfrm>
                <a:off x="1239810" y="4629270"/>
                <a:ext cx="105480" cy="83520"/>
              </p14:xfrm>
            </p:contentPart>
          </mc:Choice>
          <mc:Fallback xmlns="">
            <p:pic>
              <p:nvPicPr>
                <p:cNvPr id="106" name="Ink 105">
                  <a:extLst>
                    <a:ext uri="{FF2B5EF4-FFF2-40B4-BE49-F238E27FC236}">
                      <a16:creationId xmlns:a16="http://schemas.microsoft.com/office/drawing/2014/main" id="{C682B22C-E5A4-1984-9B0D-8E94AB61F1BF}"/>
                    </a:ext>
                  </a:extLst>
                </p:cNvPr>
                <p:cNvPicPr/>
                <p:nvPr/>
              </p:nvPicPr>
              <p:blipFill>
                <a:blip r:embed="rId143"/>
                <a:stretch>
                  <a:fillRect/>
                </a:stretch>
              </p:blipFill>
              <p:spPr>
                <a:xfrm>
                  <a:off x="1233690" y="4623150"/>
                  <a:ext cx="11772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7" name="Ink 106">
                  <a:extLst>
                    <a:ext uri="{FF2B5EF4-FFF2-40B4-BE49-F238E27FC236}">
                      <a16:creationId xmlns:a16="http://schemas.microsoft.com/office/drawing/2014/main" id="{7AB4E9FF-A3D4-BAF9-75BA-39750C2F43F8}"/>
                    </a:ext>
                  </a:extLst>
                </p14:cNvPr>
                <p14:cNvContentPartPr/>
                <p14:nvPr/>
              </p14:nvContentPartPr>
              <p14:xfrm>
                <a:off x="1307130" y="4916550"/>
                <a:ext cx="90360" cy="67680"/>
              </p14:xfrm>
            </p:contentPart>
          </mc:Choice>
          <mc:Fallback xmlns="">
            <p:pic>
              <p:nvPicPr>
                <p:cNvPr id="107" name="Ink 106">
                  <a:extLst>
                    <a:ext uri="{FF2B5EF4-FFF2-40B4-BE49-F238E27FC236}">
                      <a16:creationId xmlns:a16="http://schemas.microsoft.com/office/drawing/2014/main" id="{7AB4E9FF-A3D4-BAF9-75BA-39750C2F43F8}"/>
                    </a:ext>
                  </a:extLst>
                </p:cNvPr>
                <p:cNvPicPr/>
                <p:nvPr/>
              </p:nvPicPr>
              <p:blipFill>
                <a:blip r:embed="rId145"/>
                <a:stretch>
                  <a:fillRect/>
                </a:stretch>
              </p:blipFill>
              <p:spPr>
                <a:xfrm>
                  <a:off x="1301010" y="4910430"/>
                  <a:ext cx="1026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9" name="Ink 108">
                  <a:extLst>
                    <a:ext uri="{FF2B5EF4-FFF2-40B4-BE49-F238E27FC236}">
                      <a16:creationId xmlns:a16="http://schemas.microsoft.com/office/drawing/2014/main" id="{5347D96C-11F2-FCE6-43F1-1AE47C35210B}"/>
                    </a:ext>
                  </a:extLst>
                </p14:cNvPr>
                <p14:cNvContentPartPr/>
                <p14:nvPr/>
              </p14:nvContentPartPr>
              <p14:xfrm>
                <a:off x="1698810" y="4871910"/>
                <a:ext cx="72360" cy="111240"/>
              </p14:xfrm>
            </p:contentPart>
          </mc:Choice>
          <mc:Fallback xmlns="">
            <p:pic>
              <p:nvPicPr>
                <p:cNvPr id="109" name="Ink 108">
                  <a:extLst>
                    <a:ext uri="{FF2B5EF4-FFF2-40B4-BE49-F238E27FC236}">
                      <a16:creationId xmlns:a16="http://schemas.microsoft.com/office/drawing/2014/main" id="{5347D96C-11F2-FCE6-43F1-1AE47C35210B}"/>
                    </a:ext>
                  </a:extLst>
                </p:cNvPr>
                <p:cNvPicPr/>
                <p:nvPr/>
              </p:nvPicPr>
              <p:blipFill>
                <a:blip r:embed="rId147"/>
                <a:stretch>
                  <a:fillRect/>
                </a:stretch>
              </p:blipFill>
              <p:spPr>
                <a:xfrm>
                  <a:off x="1692690" y="4865790"/>
                  <a:ext cx="8460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10" name="Ink 109">
                  <a:extLst>
                    <a:ext uri="{FF2B5EF4-FFF2-40B4-BE49-F238E27FC236}">
                      <a16:creationId xmlns:a16="http://schemas.microsoft.com/office/drawing/2014/main" id="{36D12EC1-0B30-31DA-11E5-28C7D7A1320D}"/>
                    </a:ext>
                  </a:extLst>
                </p14:cNvPr>
                <p14:cNvContentPartPr/>
                <p14:nvPr/>
              </p14:nvContentPartPr>
              <p14:xfrm>
                <a:off x="2036130" y="4861830"/>
                <a:ext cx="110160" cy="72000"/>
              </p14:xfrm>
            </p:contentPart>
          </mc:Choice>
          <mc:Fallback xmlns="">
            <p:pic>
              <p:nvPicPr>
                <p:cNvPr id="110" name="Ink 109">
                  <a:extLst>
                    <a:ext uri="{FF2B5EF4-FFF2-40B4-BE49-F238E27FC236}">
                      <a16:creationId xmlns:a16="http://schemas.microsoft.com/office/drawing/2014/main" id="{36D12EC1-0B30-31DA-11E5-28C7D7A1320D}"/>
                    </a:ext>
                  </a:extLst>
                </p:cNvPr>
                <p:cNvPicPr/>
                <p:nvPr/>
              </p:nvPicPr>
              <p:blipFill>
                <a:blip r:embed="rId149"/>
                <a:stretch>
                  <a:fillRect/>
                </a:stretch>
              </p:blipFill>
              <p:spPr>
                <a:xfrm>
                  <a:off x="2030010" y="4855710"/>
                  <a:ext cx="12240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11" name="Ink 110">
                  <a:extLst>
                    <a:ext uri="{FF2B5EF4-FFF2-40B4-BE49-F238E27FC236}">
                      <a16:creationId xmlns:a16="http://schemas.microsoft.com/office/drawing/2014/main" id="{012A98C5-2A00-3F3A-1AAA-EBAAC4FD7737}"/>
                    </a:ext>
                  </a:extLst>
                </p14:cNvPr>
                <p14:cNvContentPartPr/>
                <p14:nvPr/>
              </p14:nvContentPartPr>
              <p14:xfrm>
                <a:off x="2467410" y="4836630"/>
                <a:ext cx="34920" cy="103680"/>
              </p14:xfrm>
            </p:contentPart>
          </mc:Choice>
          <mc:Fallback xmlns="">
            <p:pic>
              <p:nvPicPr>
                <p:cNvPr id="111" name="Ink 110">
                  <a:extLst>
                    <a:ext uri="{FF2B5EF4-FFF2-40B4-BE49-F238E27FC236}">
                      <a16:creationId xmlns:a16="http://schemas.microsoft.com/office/drawing/2014/main" id="{012A98C5-2A00-3F3A-1AAA-EBAAC4FD7737}"/>
                    </a:ext>
                  </a:extLst>
                </p:cNvPr>
                <p:cNvPicPr/>
                <p:nvPr/>
              </p:nvPicPr>
              <p:blipFill>
                <a:blip r:embed="rId151"/>
                <a:stretch>
                  <a:fillRect/>
                </a:stretch>
              </p:blipFill>
              <p:spPr>
                <a:xfrm>
                  <a:off x="2461290" y="4830510"/>
                  <a:ext cx="471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12" name="Ink 111">
                  <a:extLst>
                    <a:ext uri="{FF2B5EF4-FFF2-40B4-BE49-F238E27FC236}">
                      <a16:creationId xmlns:a16="http://schemas.microsoft.com/office/drawing/2014/main" id="{B63B4826-1949-B803-202C-52EB1350B770}"/>
                    </a:ext>
                  </a:extLst>
                </p14:cNvPr>
                <p14:cNvContentPartPr/>
                <p14:nvPr/>
              </p14:nvContentPartPr>
              <p14:xfrm>
                <a:off x="2831370" y="4820790"/>
                <a:ext cx="20880" cy="92160"/>
              </p14:xfrm>
            </p:contentPart>
          </mc:Choice>
          <mc:Fallback xmlns="">
            <p:pic>
              <p:nvPicPr>
                <p:cNvPr id="112" name="Ink 111">
                  <a:extLst>
                    <a:ext uri="{FF2B5EF4-FFF2-40B4-BE49-F238E27FC236}">
                      <a16:creationId xmlns:a16="http://schemas.microsoft.com/office/drawing/2014/main" id="{B63B4826-1949-B803-202C-52EB1350B770}"/>
                    </a:ext>
                  </a:extLst>
                </p:cNvPr>
                <p:cNvPicPr/>
                <p:nvPr/>
              </p:nvPicPr>
              <p:blipFill>
                <a:blip r:embed="rId153"/>
                <a:stretch>
                  <a:fillRect/>
                </a:stretch>
              </p:blipFill>
              <p:spPr>
                <a:xfrm>
                  <a:off x="2825250" y="4814670"/>
                  <a:ext cx="331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5" name="Ink 114">
                  <a:extLst>
                    <a:ext uri="{FF2B5EF4-FFF2-40B4-BE49-F238E27FC236}">
                      <a16:creationId xmlns:a16="http://schemas.microsoft.com/office/drawing/2014/main" id="{CE0141DF-A409-8C0B-9336-F22819EB0832}"/>
                    </a:ext>
                  </a:extLst>
                </p14:cNvPr>
                <p14:cNvContentPartPr/>
                <p14:nvPr/>
              </p14:nvContentPartPr>
              <p14:xfrm>
                <a:off x="2108130" y="4502550"/>
                <a:ext cx="63000" cy="150840"/>
              </p14:xfrm>
            </p:contentPart>
          </mc:Choice>
          <mc:Fallback xmlns="">
            <p:pic>
              <p:nvPicPr>
                <p:cNvPr id="115" name="Ink 114">
                  <a:extLst>
                    <a:ext uri="{FF2B5EF4-FFF2-40B4-BE49-F238E27FC236}">
                      <a16:creationId xmlns:a16="http://schemas.microsoft.com/office/drawing/2014/main" id="{CE0141DF-A409-8C0B-9336-F22819EB0832}"/>
                    </a:ext>
                  </a:extLst>
                </p:cNvPr>
                <p:cNvPicPr/>
                <p:nvPr/>
              </p:nvPicPr>
              <p:blipFill>
                <a:blip r:embed="rId155"/>
                <a:stretch>
                  <a:fillRect/>
                </a:stretch>
              </p:blipFill>
              <p:spPr>
                <a:xfrm>
                  <a:off x="2102010" y="4496430"/>
                  <a:ext cx="752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16" name="Ink 115">
                  <a:extLst>
                    <a:ext uri="{FF2B5EF4-FFF2-40B4-BE49-F238E27FC236}">
                      <a16:creationId xmlns:a16="http://schemas.microsoft.com/office/drawing/2014/main" id="{7708ED5C-1475-CBBE-ACA1-3465F0F68C88}"/>
                    </a:ext>
                  </a:extLst>
                </p14:cNvPr>
                <p14:cNvContentPartPr/>
                <p14:nvPr/>
              </p14:nvContentPartPr>
              <p14:xfrm>
                <a:off x="1692330" y="4502190"/>
                <a:ext cx="37800" cy="111960"/>
              </p14:xfrm>
            </p:contentPart>
          </mc:Choice>
          <mc:Fallback xmlns="">
            <p:pic>
              <p:nvPicPr>
                <p:cNvPr id="116" name="Ink 115">
                  <a:extLst>
                    <a:ext uri="{FF2B5EF4-FFF2-40B4-BE49-F238E27FC236}">
                      <a16:creationId xmlns:a16="http://schemas.microsoft.com/office/drawing/2014/main" id="{7708ED5C-1475-CBBE-ACA1-3465F0F68C88}"/>
                    </a:ext>
                  </a:extLst>
                </p:cNvPr>
                <p:cNvPicPr/>
                <p:nvPr/>
              </p:nvPicPr>
              <p:blipFill>
                <a:blip r:embed="rId157"/>
                <a:stretch>
                  <a:fillRect/>
                </a:stretch>
              </p:blipFill>
              <p:spPr>
                <a:xfrm>
                  <a:off x="1686210" y="4496070"/>
                  <a:ext cx="500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8" name="Ink 117">
                  <a:extLst>
                    <a:ext uri="{FF2B5EF4-FFF2-40B4-BE49-F238E27FC236}">
                      <a16:creationId xmlns:a16="http://schemas.microsoft.com/office/drawing/2014/main" id="{5E36BCC2-1C90-C8C1-3C78-C538BBC58D6D}"/>
                    </a:ext>
                  </a:extLst>
                </p14:cNvPr>
                <p14:cNvContentPartPr/>
                <p14:nvPr/>
              </p14:nvContentPartPr>
              <p14:xfrm>
                <a:off x="2447970" y="4535670"/>
                <a:ext cx="129240" cy="69480"/>
              </p14:xfrm>
            </p:contentPart>
          </mc:Choice>
          <mc:Fallback xmlns="">
            <p:pic>
              <p:nvPicPr>
                <p:cNvPr id="118" name="Ink 117">
                  <a:extLst>
                    <a:ext uri="{FF2B5EF4-FFF2-40B4-BE49-F238E27FC236}">
                      <a16:creationId xmlns:a16="http://schemas.microsoft.com/office/drawing/2014/main" id="{5E36BCC2-1C90-C8C1-3C78-C538BBC58D6D}"/>
                    </a:ext>
                  </a:extLst>
                </p:cNvPr>
                <p:cNvPicPr/>
                <p:nvPr/>
              </p:nvPicPr>
              <p:blipFill>
                <a:blip r:embed="rId159"/>
                <a:stretch>
                  <a:fillRect/>
                </a:stretch>
              </p:blipFill>
              <p:spPr>
                <a:xfrm>
                  <a:off x="2441850" y="4529550"/>
                  <a:ext cx="14148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9" name="Ink 118">
                  <a:extLst>
                    <a:ext uri="{FF2B5EF4-FFF2-40B4-BE49-F238E27FC236}">
                      <a16:creationId xmlns:a16="http://schemas.microsoft.com/office/drawing/2014/main" id="{69B93F23-8F59-1E69-A5E9-CC53302B9735}"/>
                    </a:ext>
                  </a:extLst>
                </p14:cNvPr>
                <p14:cNvContentPartPr/>
                <p14:nvPr/>
              </p14:nvContentPartPr>
              <p14:xfrm>
                <a:off x="2848650" y="4503990"/>
                <a:ext cx="93600" cy="78120"/>
              </p14:xfrm>
            </p:contentPart>
          </mc:Choice>
          <mc:Fallback xmlns="">
            <p:pic>
              <p:nvPicPr>
                <p:cNvPr id="119" name="Ink 118">
                  <a:extLst>
                    <a:ext uri="{FF2B5EF4-FFF2-40B4-BE49-F238E27FC236}">
                      <a16:creationId xmlns:a16="http://schemas.microsoft.com/office/drawing/2014/main" id="{69B93F23-8F59-1E69-A5E9-CC53302B9735}"/>
                    </a:ext>
                  </a:extLst>
                </p:cNvPr>
                <p:cNvPicPr/>
                <p:nvPr/>
              </p:nvPicPr>
              <p:blipFill>
                <a:blip r:embed="rId161"/>
                <a:stretch>
                  <a:fillRect/>
                </a:stretch>
              </p:blipFill>
              <p:spPr>
                <a:xfrm>
                  <a:off x="2842530" y="4497870"/>
                  <a:ext cx="10584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20" name="Ink 119">
                  <a:extLst>
                    <a:ext uri="{FF2B5EF4-FFF2-40B4-BE49-F238E27FC236}">
                      <a16:creationId xmlns:a16="http://schemas.microsoft.com/office/drawing/2014/main" id="{06E7D915-38C4-900A-865F-13E5FD0275FC}"/>
                    </a:ext>
                  </a:extLst>
                </p14:cNvPr>
                <p14:cNvContentPartPr/>
                <p14:nvPr/>
              </p14:nvContentPartPr>
              <p14:xfrm>
                <a:off x="3251850" y="4488510"/>
                <a:ext cx="47160" cy="122040"/>
              </p14:xfrm>
            </p:contentPart>
          </mc:Choice>
          <mc:Fallback xmlns="">
            <p:pic>
              <p:nvPicPr>
                <p:cNvPr id="120" name="Ink 119">
                  <a:extLst>
                    <a:ext uri="{FF2B5EF4-FFF2-40B4-BE49-F238E27FC236}">
                      <a16:creationId xmlns:a16="http://schemas.microsoft.com/office/drawing/2014/main" id="{06E7D915-38C4-900A-865F-13E5FD0275FC}"/>
                    </a:ext>
                  </a:extLst>
                </p:cNvPr>
                <p:cNvPicPr/>
                <p:nvPr/>
              </p:nvPicPr>
              <p:blipFill>
                <a:blip r:embed="rId163"/>
                <a:stretch>
                  <a:fillRect/>
                </a:stretch>
              </p:blipFill>
              <p:spPr>
                <a:xfrm>
                  <a:off x="3245730" y="4482390"/>
                  <a:ext cx="594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22" name="Ink 121">
                  <a:extLst>
                    <a:ext uri="{FF2B5EF4-FFF2-40B4-BE49-F238E27FC236}">
                      <a16:creationId xmlns:a16="http://schemas.microsoft.com/office/drawing/2014/main" id="{C9595F52-EA4D-B8C9-14CD-6A48D1B4F691}"/>
                    </a:ext>
                  </a:extLst>
                </p14:cNvPr>
                <p14:cNvContentPartPr/>
                <p14:nvPr/>
              </p14:nvContentPartPr>
              <p14:xfrm>
                <a:off x="2170410" y="4240830"/>
                <a:ext cx="153720" cy="88560"/>
              </p14:xfrm>
            </p:contentPart>
          </mc:Choice>
          <mc:Fallback xmlns="">
            <p:pic>
              <p:nvPicPr>
                <p:cNvPr id="122" name="Ink 121">
                  <a:extLst>
                    <a:ext uri="{FF2B5EF4-FFF2-40B4-BE49-F238E27FC236}">
                      <a16:creationId xmlns:a16="http://schemas.microsoft.com/office/drawing/2014/main" id="{C9595F52-EA4D-B8C9-14CD-6A48D1B4F691}"/>
                    </a:ext>
                  </a:extLst>
                </p:cNvPr>
                <p:cNvPicPr/>
                <p:nvPr/>
              </p:nvPicPr>
              <p:blipFill>
                <a:blip r:embed="rId165"/>
                <a:stretch>
                  <a:fillRect/>
                </a:stretch>
              </p:blipFill>
              <p:spPr>
                <a:xfrm>
                  <a:off x="2164290" y="4234710"/>
                  <a:ext cx="16596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23" name="Ink 122">
                  <a:extLst>
                    <a:ext uri="{FF2B5EF4-FFF2-40B4-BE49-F238E27FC236}">
                      <a16:creationId xmlns:a16="http://schemas.microsoft.com/office/drawing/2014/main" id="{C63EE012-9AF8-2EB0-F417-00F9EA1688C5}"/>
                    </a:ext>
                  </a:extLst>
                </p14:cNvPr>
                <p14:cNvContentPartPr/>
                <p14:nvPr/>
              </p14:nvContentPartPr>
              <p14:xfrm>
                <a:off x="2614290" y="4228950"/>
                <a:ext cx="116280" cy="65160"/>
              </p14:xfrm>
            </p:contentPart>
          </mc:Choice>
          <mc:Fallback xmlns="">
            <p:pic>
              <p:nvPicPr>
                <p:cNvPr id="123" name="Ink 122">
                  <a:extLst>
                    <a:ext uri="{FF2B5EF4-FFF2-40B4-BE49-F238E27FC236}">
                      <a16:creationId xmlns:a16="http://schemas.microsoft.com/office/drawing/2014/main" id="{C63EE012-9AF8-2EB0-F417-00F9EA1688C5}"/>
                    </a:ext>
                  </a:extLst>
                </p:cNvPr>
                <p:cNvPicPr/>
                <p:nvPr/>
              </p:nvPicPr>
              <p:blipFill>
                <a:blip r:embed="rId167"/>
                <a:stretch>
                  <a:fillRect/>
                </a:stretch>
              </p:blipFill>
              <p:spPr>
                <a:xfrm>
                  <a:off x="2608170" y="4222830"/>
                  <a:ext cx="1285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24" name="Ink 123">
                  <a:extLst>
                    <a:ext uri="{FF2B5EF4-FFF2-40B4-BE49-F238E27FC236}">
                      <a16:creationId xmlns:a16="http://schemas.microsoft.com/office/drawing/2014/main" id="{87006488-EC6E-1D68-79E5-7AC623CB212D}"/>
                    </a:ext>
                  </a:extLst>
                </p14:cNvPr>
                <p14:cNvContentPartPr/>
                <p14:nvPr/>
              </p14:nvContentPartPr>
              <p14:xfrm>
                <a:off x="2919930" y="4193670"/>
                <a:ext cx="47880" cy="109080"/>
              </p14:xfrm>
            </p:contentPart>
          </mc:Choice>
          <mc:Fallback xmlns="">
            <p:pic>
              <p:nvPicPr>
                <p:cNvPr id="124" name="Ink 123">
                  <a:extLst>
                    <a:ext uri="{FF2B5EF4-FFF2-40B4-BE49-F238E27FC236}">
                      <a16:creationId xmlns:a16="http://schemas.microsoft.com/office/drawing/2014/main" id="{87006488-EC6E-1D68-79E5-7AC623CB212D}"/>
                    </a:ext>
                  </a:extLst>
                </p:cNvPr>
                <p:cNvPicPr/>
                <p:nvPr/>
              </p:nvPicPr>
              <p:blipFill>
                <a:blip r:embed="rId169"/>
                <a:stretch>
                  <a:fillRect/>
                </a:stretch>
              </p:blipFill>
              <p:spPr>
                <a:xfrm>
                  <a:off x="2913810" y="4187550"/>
                  <a:ext cx="6012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5" name="Ink 124">
                  <a:extLst>
                    <a:ext uri="{FF2B5EF4-FFF2-40B4-BE49-F238E27FC236}">
                      <a16:creationId xmlns:a16="http://schemas.microsoft.com/office/drawing/2014/main" id="{AD60A666-9179-D66B-0D46-ACB516D43070}"/>
                    </a:ext>
                  </a:extLst>
                </p14:cNvPr>
                <p14:cNvContentPartPr/>
                <p14:nvPr/>
              </p14:nvContentPartPr>
              <p14:xfrm>
                <a:off x="3186330" y="4197630"/>
                <a:ext cx="103680" cy="115560"/>
              </p14:xfrm>
            </p:contentPart>
          </mc:Choice>
          <mc:Fallback xmlns="">
            <p:pic>
              <p:nvPicPr>
                <p:cNvPr id="125" name="Ink 124">
                  <a:extLst>
                    <a:ext uri="{FF2B5EF4-FFF2-40B4-BE49-F238E27FC236}">
                      <a16:creationId xmlns:a16="http://schemas.microsoft.com/office/drawing/2014/main" id="{AD60A666-9179-D66B-0D46-ACB516D43070}"/>
                    </a:ext>
                  </a:extLst>
                </p:cNvPr>
                <p:cNvPicPr/>
                <p:nvPr/>
              </p:nvPicPr>
              <p:blipFill>
                <a:blip r:embed="rId171"/>
                <a:stretch>
                  <a:fillRect/>
                </a:stretch>
              </p:blipFill>
              <p:spPr>
                <a:xfrm>
                  <a:off x="3180210" y="4191510"/>
                  <a:ext cx="1159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26" name="Ink 125">
                  <a:extLst>
                    <a:ext uri="{FF2B5EF4-FFF2-40B4-BE49-F238E27FC236}">
                      <a16:creationId xmlns:a16="http://schemas.microsoft.com/office/drawing/2014/main" id="{858C9F17-3394-47D8-432F-9E1E90BA1B13}"/>
                    </a:ext>
                  </a:extLst>
                </p14:cNvPr>
                <p14:cNvContentPartPr/>
                <p14:nvPr/>
              </p14:nvContentPartPr>
              <p14:xfrm>
                <a:off x="1845690" y="4213470"/>
                <a:ext cx="47520" cy="119520"/>
              </p14:xfrm>
            </p:contentPart>
          </mc:Choice>
          <mc:Fallback xmlns="">
            <p:pic>
              <p:nvPicPr>
                <p:cNvPr id="126" name="Ink 125">
                  <a:extLst>
                    <a:ext uri="{FF2B5EF4-FFF2-40B4-BE49-F238E27FC236}">
                      <a16:creationId xmlns:a16="http://schemas.microsoft.com/office/drawing/2014/main" id="{858C9F17-3394-47D8-432F-9E1E90BA1B13}"/>
                    </a:ext>
                  </a:extLst>
                </p:cNvPr>
                <p:cNvPicPr/>
                <p:nvPr/>
              </p:nvPicPr>
              <p:blipFill>
                <a:blip r:embed="rId173"/>
                <a:stretch>
                  <a:fillRect/>
                </a:stretch>
              </p:blipFill>
              <p:spPr>
                <a:xfrm>
                  <a:off x="1839570" y="4207350"/>
                  <a:ext cx="597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8" name="Ink 127">
                  <a:extLst>
                    <a:ext uri="{FF2B5EF4-FFF2-40B4-BE49-F238E27FC236}">
                      <a16:creationId xmlns:a16="http://schemas.microsoft.com/office/drawing/2014/main" id="{B5B6BFE6-A6E2-26F3-C79B-65E9EA2986F9}"/>
                    </a:ext>
                  </a:extLst>
                </p14:cNvPr>
                <p14:cNvContentPartPr/>
                <p14:nvPr/>
              </p14:nvContentPartPr>
              <p14:xfrm>
                <a:off x="1664250" y="5182230"/>
                <a:ext cx="70920" cy="104040"/>
              </p14:xfrm>
            </p:contentPart>
          </mc:Choice>
          <mc:Fallback xmlns="">
            <p:pic>
              <p:nvPicPr>
                <p:cNvPr id="128" name="Ink 127">
                  <a:extLst>
                    <a:ext uri="{FF2B5EF4-FFF2-40B4-BE49-F238E27FC236}">
                      <a16:creationId xmlns:a16="http://schemas.microsoft.com/office/drawing/2014/main" id="{B5B6BFE6-A6E2-26F3-C79B-65E9EA2986F9}"/>
                    </a:ext>
                  </a:extLst>
                </p:cNvPr>
                <p:cNvPicPr/>
                <p:nvPr/>
              </p:nvPicPr>
              <p:blipFill>
                <a:blip r:embed="rId175"/>
                <a:stretch>
                  <a:fillRect/>
                </a:stretch>
              </p:blipFill>
              <p:spPr>
                <a:xfrm>
                  <a:off x="1658130" y="5176110"/>
                  <a:ext cx="8316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9" name="Ink 128">
                  <a:extLst>
                    <a:ext uri="{FF2B5EF4-FFF2-40B4-BE49-F238E27FC236}">
                      <a16:creationId xmlns:a16="http://schemas.microsoft.com/office/drawing/2014/main" id="{814E45DB-9FB1-FAB9-9B64-0F31E8FE42AB}"/>
                    </a:ext>
                  </a:extLst>
                </p14:cNvPr>
                <p14:cNvContentPartPr/>
                <p14:nvPr/>
              </p14:nvContentPartPr>
              <p14:xfrm>
                <a:off x="1998330" y="5134710"/>
                <a:ext cx="124560" cy="69480"/>
              </p14:xfrm>
            </p:contentPart>
          </mc:Choice>
          <mc:Fallback xmlns="">
            <p:pic>
              <p:nvPicPr>
                <p:cNvPr id="129" name="Ink 128">
                  <a:extLst>
                    <a:ext uri="{FF2B5EF4-FFF2-40B4-BE49-F238E27FC236}">
                      <a16:creationId xmlns:a16="http://schemas.microsoft.com/office/drawing/2014/main" id="{814E45DB-9FB1-FAB9-9B64-0F31E8FE42AB}"/>
                    </a:ext>
                  </a:extLst>
                </p:cNvPr>
                <p:cNvPicPr/>
                <p:nvPr/>
              </p:nvPicPr>
              <p:blipFill>
                <a:blip r:embed="rId177"/>
                <a:stretch>
                  <a:fillRect/>
                </a:stretch>
              </p:blipFill>
              <p:spPr>
                <a:xfrm>
                  <a:off x="1992210" y="5128590"/>
                  <a:ext cx="13680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30" name="Ink 129">
                  <a:extLst>
                    <a:ext uri="{FF2B5EF4-FFF2-40B4-BE49-F238E27FC236}">
                      <a16:creationId xmlns:a16="http://schemas.microsoft.com/office/drawing/2014/main" id="{6B38B375-97BA-AAC6-0EF6-A91156706BAE}"/>
                    </a:ext>
                  </a:extLst>
                </p14:cNvPr>
                <p14:cNvContentPartPr/>
                <p14:nvPr/>
              </p14:nvContentPartPr>
              <p14:xfrm>
                <a:off x="2426730" y="5130030"/>
                <a:ext cx="84960" cy="132480"/>
              </p14:xfrm>
            </p:contentPart>
          </mc:Choice>
          <mc:Fallback xmlns="">
            <p:pic>
              <p:nvPicPr>
                <p:cNvPr id="130" name="Ink 129">
                  <a:extLst>
                    <a:ext uri="{FF2B5EF4-FFF2-40B4-BE49-F238E27FC236}">
                      <a16:creationId xmlns:a16="http://schemas.microsoft.com/office/drawing/2014/main" id="{6B38B375-97BA-AAC6-0EF6-A91156706BAE}"/>
                    </a:ext>
                  </a:extLst>
                </p:cNvPr>
                <p:cNvPicPr/>
                <p:nvPr/>
              </p:nvPicPr>
              <p:blipFill>
                <a:blip r:embed="rId179"/>
                <a:stretch>
                  <a:fillRect/>
                </a:stretch>
              </p:blipFill>
              <p:spPr>
                <a:xfrm>
                  <a:off x="2420610" y="5123910"/>
                  <a:ext cx="9720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31" name="Ink 130">
                  <a:extLst>
                    <a:ext uri="{FF2B5EF4-FFF2-40B4-BE49-F238E27FC236}">
                      <a16:creationId xmlns:a16="http://schemas.microsoft.com/office/drawing/2014/main" id="{577CDD6F-C82F-E603-9431-701B9564EEA4}"/>
                    </a:ext>
                  </a:extLst>
                </p14:cNvPr>
                <p14:cNvContentPartPr/>
                <p14:nvPr/>
              </p14:nvContentPartPr>
              <p14:xfrm>
                <a:off x="2751450" y="5148750"/>
                <a:ext cx="85320" cy="120240"/>
              </p14:xfrm>
            </p:contentPart>
          </mc:Choice>
          <mc:Fallback xmlns="">
            <p:pic>
              <p:nvPicPr>
                <p:cNvPr id="131" name="Ink 130">
                  <a:extLst>
                    <a:ext uri="{FF2B5EF4-FFF2-40B4-BE49-F238E27FC236}">
                      <a16:creationId xmlns:a16="http://schemas.microsoft.com/office/drawing/2014/main" id="{577CDD6F-C82F-E603-9431-701B9564EEA4}"/>
                    </a:ext>
                  </a:extLst>
                </p:cNvPr>
                <p:cNvPicPr/>
                <p:nvPr/>
              </p:nvPicPr>
              <p:blipFill>
                <a:blip r:embed="rId181"/>
                <a:stretch>
                  <a:fillRect/>
                </a:stretch>
              </p:blipFill>
              <p:spPr>
                <a:xfrm>
                  <a:off x="2745330" y="5142630"/>
                  <a:ext cx="975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32" name="Ink 131">
                  <a:extLst>
                    <a:ext uri="{FF2B5EF4-FFF2-40B4-BE49-F238E27FC236}">
                      <a16:creationId xmlns:a16="http://schemas.microsoft.com/office/drawing/2014/main" id="{C32BC291-2476-D1C3-856B-A92D18174507}"/>
                    </a:ext>
                  </a:extLst>
                </p14:cNvPr>
                <p14:cNvContentPartPr/>
                <p14:nvPr/>
              </p14:nvContentPartPr>
              <p14:xfrm>
                <a:off x="3070770" y="5160630"/>
                <a:ext cx="124560" cy="72720"/>
              </p14:xfrm>
            </p:contentPart>
          </mc:Choice>
          <mc:Fallback xmlns="">
            <p:pic>
              <p:nvPicPr>
                <p:cNvPr id="132" name="Ink 131">
                  <a:extLst>
                    <a:ext uri="{FF2B5EF4-FFF2-40B4-BE49-F238E27FC236}">
                      <a16:creationId xmlns:a16="http://schemas.microsoft.com/office/drawing/2014/main" id="{C32BC291-2476-D1C3-856B-A92D18174507}"/>
                    </a:ext>
                  </a:extLst>
                </p:cNvPr>
                <p:cNvPicPr/>
                <p:nvPr/>
              </p:nvPicPr>
              <p:blipFill>
                <a:blip r:embed="rId183"/>
                <a:stretch>
                  <a:fillRect/>
                </a:stretch>
              </p:blipFill>
              <p:spPr>
                <a:xfrm>
                  <a:off x="3064650" y="5154510"/>
                  <a:ext cx="136800" cy="84960"/>
                </a:xfrm>
                <a:prstGeom prst="rect">
                  <a:avLst/>
                </a:prstGeom>
              </p:spPr>
            </p:pic>
          </mc:Fallback>
        </mc:AlternateContent>
      </p:grpSp>
      <p:grpSp>
        <p:nvGrpSpPr>
          <p:cNvPr id="145" name="Group 144">
            <a:extLst>
              <a:ext uri="{FF2B5EF4-FFF2-40B4-BE49-F238E27FC236}">
                <a16:creationId xmlns:a16="http://schemas.microsoft.com/office/drawing/2014/main" id="{9B163EAC-2323-9F14-594D-B0AA4ACD7EA1}"/>
              </a:ext>
            </a:extLst>
          </p:cNvPr>
          <p:cNvGrpSpPr/>
          <p:nvPr/>
        </p:nvGrpSpPr>
        <p:grpSpPr>
          <a:xfrm>
            <a:off x="4601850" y="3775710"/>
            <a:ext cx="1206720" cy="1035720"/>
            <a:chOff x="4601850" y="3775710"/>
            <a:chExt cx="1206720" cy="1035720"/>
          </a:xfrm>
        </p:grpSpPr>
        <mc:AlternateContent xmlns:mc="http://schemas.openxmlformats.org/markup-compatibility/2006" xmlns:p14="http://schemas.microsoft.com/office/powerpoint/2010/main">
          <mc:Choice Requires="p14">
            <p:contentPart p14:bwMode="auto" r:id="rId184">
              <p14:nvContentPartPr>
                <p14:cNvPr id="63" name="Ink 62">
                  <a:extLst>
                    <a:ext uri="{FF2B5EF4-FFF2-40B4-BE49-F238E27FC236}">
                      <a16:creationId xmlns:a16="http://schemas.microsoft.com/office/drawing/2014/main" id="{0CB2571E-69FB-5045-FA37-68C70503598D}"/>
                    </a:ext>
                  </a:extLst>
                </p14:cNvPr>
                <p14:cNvContentPartPr/>
                <p14:nvPr/>
              </p14:nvContentPartPr>
              <p14:xfrm>
                <a:off x="4601850" y="3810990"/>
                <a:ext cx="106560" cy="787320"/>
              </p14:xfrm>
            </p:contentPart>
          </mc:Choice>
          <mc:Fallback xmlns="">
            <p:pic>
              <p:nvPicPr>
                <p:cNvPr id="63" name="Ink 62">
                  <a:extLst>
                    <a:ext uri="{FF2B5EF4-FFF2-40B4-BE49-F238E27FC236}">
                      <a16:creationId xmlns:a16="http://schemas.microsoft.com/office/drawing/2014/main" id="{0CB2571E-69FB-5045-FA37-68C70503598D}"/>
                    </a:ext>
                  </a:extLst>
                </p:cNvPr>
                <p:cNvPicPr/>
                <p:nvPr/>
              </p:nvPicPr>
              <p:blipFill>
                <a:blip r:embed="rId185"/>
                <a:stretch>
                  <a:fillRect/>
                </a:stretch>
              </p:blipFill>
              <p:spPr>
                <a:xfrm>
                  <a:off x="4595730" y="3804870"/>
                  <a:ext cx="118800" cy="7995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64" name="Ink 63">
                  <a:extLst>
                    <a:ext uri="{FF2B5EF4-FFF2-40B4-BE49-F238E27FC236}">
                      <a16:creationId xmlns:a16="http://schemas.microsoft.com/office/drawing/2014/main" id="{348AF612-BDBD-D7A6-1A3C-8942F681AAD9}"/>
                    </a:ext>
                  </a:extLst>
                </p14:cNvPr>
                <p14:cNvContentPartPr/>
                <p14:nvPr/>
              </p14:nvContentPartPr>
              <p14:xfrm>
                <a:off x="4623810" y="3775710"/>
                <a:ext cx="1037880" cy="47520"/>
              </p14:xfrm>
            </p:contentPart>
          </mc:Choice>
          <mc:Fallback xmlns="">
            <p:pic>
              <p:nvPicPr>
                <p:cNvPr id="64" name="Ink 63">
                  <a:extLst>
                    <a:ext uri="{FF2B5EF4-FFF2-40B4-BE49-F238E27FC236}">
                      <a16:creationId xmlns:a16="http://schemas.microsoft.com/office/drawing/2014/main" id="{348AF612-BDBD-D7A6-1A3C-8942F681AAD9}"/>
                    </a:ext>
                  </a:extLst>
                </p:cNvPr>
                <p:cNvPicPr/>
                <p:nvPr/>
              </p:nvPicPr>
              <p:blipFill>
                <a:blip r:embed="rId187"/>
                <a:stretch>
                  <a:fillRect/>
                </a:stretch>
              </p:blipFill>
              <p:spPr>
                <a:xfrm>
                  <a:off x="4617690" y="3769590"/>
                  <a:ext cx="105012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65" name="Ink 64">
                  <a:extLst>
                    <a:ext uri="{FF2B5EF4-FFF2-40B4-BE49-F238E27FC236}">
                      <a16:creationId xmlns:a16="http://schemas.microsoft.com/office/drawing/2014/main" id="{9ED8729F-BBE9-4D3D-E571-8390B97D62CF}"/>
                    </a:ext>
                  </a:extLst>
                </p14:cNvPr>
                <p14:cNvContentPartPr/>
                <p14:nvPr/>
              </p14:nvContentPartPr>
              <p14:xfrm>
                <a:off x="4661250" y="4088190"/>
                <a:ext cx="1010880" cy="57240"/>
              </p14:xfrm>
            </p:contentPart>
          </mc:Choice>
          <mc:Fallback xmlns="">
            <p:pic>
              <p:nvPicPr>
                <p:cNvPr id="65" name="Ink 64">
                  <a:extLst>
                    <a:ext uri="{FF2B5EF4-FFF2-40B4-BE49-F238E27FC236}">
                      <a16:creationId xmlns:a16="http://schemas.microsoft.com/office/drawing/2014/main" id="{9ED8729F-BBE9-4D3D-E571-8390B97D62CF}"/>
                    </a:ext>
                  </a:extLst>
                </p:cNvPr>
                <p:cNvPicPr/>
                <p:nvPr/>
              </p:nvPicPr>
              <p:blipFill>
                <a:blip r:embed="rId189"/>
                <a:stretch>
                  <a:fillRect/>
                </a:stretch>
              </p:blipFill>
              <p:spPr>
                <a:xfrm>
                  <a:off x="4655130" y="4082070"/>
                  <a:ext cx="102312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67" name="Ink 66">
                  <a:extLst>
                    <a:ext uri="{FF2B5EF4-FFF2-40B4-BE49-F238E27FC236}">
                      <a16:creationId xmlns:a16="http://schemas.microsoft.com/office/drawing/2014/main" id="{98E9FCC4-1D57-CB48-5FCD-7294E985EB80}"/>
                    </a:ext>
                  </a:extLst>
                </p14:cNvPr>
                <p14:cNvContentPartPr/>
                <p14:nvPr/>
              </p14:nvContentPartPr>
              <p14:xfrm>
                <a:off x="4698690" y="4416870"/>
                <a:ext cx="887760" cy="48960"/>
              </p14:xfrm>
            </p:contentPart>
          </mc:Choice>
          <mc:Fallback xmlns="">
            <p:pic>
              <p:nvPicPr>
                <p:cNvPr id="67" name="Ink 66">
                  <a:extLst>
                    <a:ext uri="{FF2B5EF4-FFF2-40B4-BE49-F238E27FC236}">
                      <a16:creationId xmlns:a16="http://schemas.microsoft.com/office/drawing/2014/main" id="{98E9FCC4-1D57-CB48-5FCD-7294E985EB80}"/>
                    </a:ext>
                  </a:extLst>
                </p:cNvPr>
                <p:cNvPicPr/>
                <p:nvPr/>
              </p:nvPicPr>
              <p:blipFill>
                <a:blip r:embed="rId191"/>
                <a:stretch>
                  <a:fillRect/>
                </a:stretch>
              </p:blipFill>
              <p:spPr>
                <a:xfrm>
                  <a:off x="4692570" y="4410750"/>
                  <a:ext cx="90000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68" name="Ink 67">
                  <a:extLst>
                    <a:ext uri="{FF2B5EF4-FFF2-40B4-BE49-F238E27FC236}">
                      <a16:creationId xmlns:a16="http://schemas.microsoft.com/office/drawing/2014/main" id="{C87C16E2-1486-3121-3E47-E4A6A443FD81}"/>
                    </a:ext>
                  </a:extLst>
                </p14:cNvPr>
                <p14:cNvContentPartPr/>
                <p14:nvPr/>
              </p14:nvContentPartPr>
              <p14:xfrm>
                <a:off x="4667370" y="4564830"/>
                <a:ext cx="1034640" cy="246600"/>
              </p14:xfrm>
            </p:contentPart>
          </mc:Choice>
          <mc:Fallback xmlns="">
            <p:pic>
              <p:nvPicPr>
                <p:cNvPr id="68" name="Ink 67">
                  <a:extLst>
                    <a:ext uri="{FF2B5EF4-FFF2-40B4-BE49-F238E27FC236}">
                      <a16:creationId xmlns:a16="http://schemas.microsoft.com/office/drawing/2014/main" id="{C87C16E2-1486-3121-3E47-E4A6A443FD81}"/>
                    </a:ext>
                  </a:extLst>
                </p:cNvPr>
                <p:cNvPicPr/>
                <p:nvPr/>
              </p:nvPicPr>
              <p:blipFill>
                <a:blip r:embed="rId193"/>
                <a:stretch>
                  <a:fillRect/>
                </a:stretch>
              </p:blipFill>
              <p:spPr>
                <a:xfrm>
                  <a:off x="4661250" y="4558710"/>
                  <a:ext cx="104688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70" name="Ink 69">
                  <a:extLst>
                    <a:ext uri="{FF2B5EF4-FFF2-40B4-BE49-F238E27FC236}">
                      <a16:creationId xmlns:a16="http://schemas.microsoft.com/office/drawing/2014/main" id="{3BB33A96-FCEE-EEAB-090A-12FFF45D446A}"/>
                    </a:ext>
                  </a:extLst>
                </p14:cNvPr>
                <p14:cNvContentPartPr/>
                <p14:nvPr/>
              </p14:nvContentPartPr>
              <p14:xfrm>
                <a:off x="5630010" y="3795510"/>
                <a:ext cx="178560" cy="973080"/>
              </p14:xfrm>
            </p:contentPart>
          </mc:Choice>
          <mc:Fallback xmlns="">
            <p:pic>
              <p:nvPicPr>
                <p:cNvPr id="70" name="Ink 69">
                  <a:extLst>
                    <a:ext uri="{FF2B5EF4-FFF2-40B4-BE49-F238E27FC236}">
                      <a16:creationId xmlns:a16="http://schemas.microsoft.com/office/drawing/2014/main" id="{3BB33A96-FCEE-EEAB-090A-12FFF45D446A}"/>
                    </a:ext>
                  </a:extLst>
                </p:cNvPr>
                <p:cNvPicPr/>
                <p:nvPr/>
              </p:nvPicPr>
              <p:blipFill>
                <a:blip r:embed="rId195"/>
                <a:stretch>
                  <a:fillRect/>
                </a:stretch>
              </p:blipFill>
              <p:spPr>
                <a:xfrm>
                  <a:off x="5623890" y="3789390"/>
                  <a:ext cx="190800" cy="9853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72" name="Ink 71">
                  <a:extLst>
                    <a:ext uri="{FF2B5EF4-FFF2-40B4-BE49-F238E27FC236}">
                      <a16:creationId xmlns:a16="http://schemas.microsoft.com/office/drawing/2014/main" id="{5AEE94B0-4539-7160-2F91-8AEB038DEA2C}"/>
                    </a:ext>
                  </a:extLst>
                </p14:cNvPr>
                <p14:cNvContentPartPr/>
                <p14:nvPr/>
              </p14:nvContentPartPr>
              <p14:xfrm>
                <a:off x="4973730" y="3814950"/>
                <a:ext cx="248040" cy="980640"/>
              </p14:xfrm>
            </p:contentPart>
          </mc:Choice>
          <mc:Fallback xmlns="">
            <p:pic>
              <p:nvPicPr>
                <p:cNvPr id="72" name="Ink 71">
                  <a:extLst>
                    <a:ext uri="{FF2B5EF4-FFF2-40B4-BE49-F238E27FC236}">
                      <a16:creationId xmlns:a16="http://schemas.microsoft.com/office/drawing/2014/main" id="{5AEE94B0-4539-7160-2F91-8AEB038DEA2C}"/>
                    </a:ext>
                  </a:extLst>
                </p:cNvPr>
                <p:cNvPicPr/>
                <p:nvPr/>
              </p:nvPicPr>
              <p:blipFill>
                <a:blip r:embed="rId197"/>
                <a:stretch>
                  <a:fillRect/>
                </a:stretch>
              </p:blipFill>
              <p:spPr>
                <a:xfrm>
                  <a:off x="4967610" y="3808830"/>
                  <a:ext cx="260280" cy="99288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73" name="Ink 72">
                  <a:extLst>
                    <a:ext uri="{FF2B5EF4-FFF2-40B4-BE49-F238E27FC236}">
                      <a16:creationId xmlns:a16="http://schemas.microsoft.com/office/drawing/2014/main" id="{0AC3D100-6746-66ED-F480-71D2B74EE226}"/>
                    </a:ext>
                  </a:extLst>
                </p14:cNvPr>
                <p14:cNvContentPartPr/>
                <p14:nvPr/>
              </p14:nvContentPartPr>
              <p14:xfrm>
                <a:off x="5316450" y="3818910"/>
                <a:ext cx="201240" cy="953280"/>
              </p14:xfrm>
            </p:contentPart>
          </mc:Choice>
          <mc:Fallback xmlns="">
            <p:pic>
              <p:nvPicPr>
                <p:cNvPr id="73" name="Ink 72">
                  <a:extLst>
                    <a:ext uri="{FF2B5EF4-FFF2-40B4-BE49-F238E27FC236}">
                      <a16:creationId xmlns:a16="http://schemas.microsoft.com/office/drawing/2014/main" id="{0AC3D100-6746-66ED-F480-71D2B74EE226}"/>
                    </a:ext>
                  </a:extLst>
                </p:cNvPr>
                <p:cNvPicPr/>
                <p:nvPr/>
              </p:nvPicPr>
              <p:blipFill>
                <a:blip r:embed="rId199"/>
                <a:stretch>
                  <a:fillRect/>
                </a:stretch>
              </p:blipFill>
              <p:spPr>
                <a:xfrm>
                  <a:off x="5310330" y="3812790"/>
                  <a:ext cx="213480" cy="9655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4" name="Ink 133">
                  <a:extLst>
                    <a:ext uri="{FF2B5EF4-FFF2-40B4-BE49-F238E27FC236}">
                      <a16:creationId xmlns:a16="http://schemas.microsoft.com/office/drawing/2014/main" id="{CDCA3C99-27AE-3224-0A3A-CE4416A73CD3}"/>
                    </a:ext>
                  </a:extLst>
                </p14:cNvPr>
                <p14:cNvContentPartPr/>
                <p14:nvPr/>
              </p14:nvContentPartPr>
              <p14:xfrm>
                <a:off x="4804530" y="3947430"/>
                <a:ext cx="17640" cy="106200"/>
              </p14:xfrm>
            </p:contentPart>
          </mc:Choice>
          <mc:Fallback xmlns="">
            <p:pic>
              <p:nvPicPr>
                <p:cNvPr id="134" name="Ink 133">
                  <a:extLst>
                    <a:ext uri="{FF2B5EF4-FFF2-40B4-BE49-F238E27FC236}">
                      <a16:creationId xmlns:a16="http://schemas.microsoft.com/office/drawing/2014/main" id="{CDCA3C99-27AE-3224-0A3A-CE4416A73CD3}"/>
                    </a:ext>
                  </a:extLst>
                </p:cNvPr>
                <p:cNvPicPr/>
                <p:nvPr/>
              </p:nvPicPr>
              <p:blipFill>
                <a:blip r:embed="rId201"/>
                <a:stretch>
                  <a:fillRect/>
                </a:stretch>
              </p:blipFill>
              <p:spPr>
                <a:xfrm>
                  <a:off x="4798410" y="3941310"/>
                  <a:ext cx="298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5" name="Ink 134">
                  <a:extLst>
                    <a:ext uri="{FF2B5EF4-FFF2-40B4-BE49-F238E27FC236}">
                      <a16:creationId xmlns:a16="http://schemas.microsoft.com/office/drawing/2014/main" id="{F70BFCA2-93B3-D479-98E8-5ECB0221BA90}"/>
                    </a:ext>
                  </a:extLst>
                </p14:cNvPr>
                <p14:cNvContentPartPr/>
                <p14:nvPr/>
              </p14:nvContentPartPr>
              <p14:xfrm>
                <a:off x="5145090" y="3943830"/>
                <a:ext cx="113400" cy="70560"/>
              </p14:xfrm>
            </p:contentPart>
          </mc:Choice>
          <mc:Fallback xmlns="">
            <p:pic>
              <p:nvPicPr>
                <p:cNvPr id="135" name="Ink 134">
                  <a:extLst>
                    <a:ext uri="{FF2B5EF4-FFF2-40B4-BE49-F238E27FC236}">
                      <a16:creationId xmlns:a16="http://schemas.microsoft.com/office/drawing/2014/main" id="{F70BFCA2-93B3-D479-98E8-5ECB0221BA90}"/>
                    </a:ext>
                  </a:extLst>
                </p:cNvPr>
                <p:cNvPicPr/>
                <p:nvPr/>
              </p:nvPicPr>
              <p:blipFill>
                <a:blip r:embed="rId203"/>
                <a:stretch>
                  <a:fillRect/>
                </a:stretch>
              </p:blipFill>
              <p:spPr>
                <a:xfrm>
                  <a:off x="5138970" y="3937710"/>
                  <a:ext cx="12564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6" name="Ink 135">
                  <a:extLst>
                    <a:ext uri="{FF2B5EF4-FFF2-40B4-BE49-F238E27FC236}">
                      <a16:creationId xmlns:a16="http://schemas.microsoft.com/office/drawing/2014/main" id="{235393D4-6EC7-76A5-40FA-658E2E81B71C}"/>
                    </a:ext>
                  </a:extLst>
                </p14:cNvPr>
                <p14:cNvContentPartPr/>
                <p14:nvPr/>
              </p14:nvContentPartPr>
              <p14:xfrm>
                <a:off x="5586090" y="3905310"/>
                <a:ext cx="15120" cy="140400"/>
              </p14:xfrm>
            </p:contentPart>
          </mc:Choice>
          <mc:Fallback xmlns="">
            <p:pic>
              <p:nvPicPr>
                <p:cNvPr id="136" name="Ink 135">
                  <a:extLst>
                    <a:ext uri="{FF2B5EF4-FFF2-40B4-BE49-F238E27FC236}">
                      <a16:creationId xmlns:a16="http://schemas.microsoft.com/office/drawing/2014/main" id="{235393D4-6EC7-76A5-40FA-658E2E81B71C}"/>
                    </a:ext>
                  </a:extLst>
                </p:cNvPr>
                <p:cNvPicPr/>
                <p:nvPr/>
              </p:nvPicPr>
              <p:blipFill>
                <a:blip r:embed="rId205"/>
                <a:stretch>
                  <a:fillRect/>
                </a:stretch>
              </p:blipFill>
              <p:spPr>
                <a:xfrm>
                  <a:off x="5579970" y="3899190"/>
                  <a:ext cx="273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8" name="Ink 137">
                  <a:extLst>
                    <a:ext uri="{FF2B5EF4-FFF2-40B4-BE49-F238E27FC236}">
                      <a16:creationId xmlns:a16="http://schemas.microsoft.com/office/drawing/2014/main" id="{C9BC7C1C-B085-316D-30BE-188D329EEE46}"/>
                    </a:ext>
                  </a:extLst>
                </p14:cNvPr>
                <p14:cNvContentPartPr/>
                <p14:nvPr/>
              </p14:nvContentPartPr>
              <p14:xfrm>
                <a:off x="5205570" y="4229670"/>
                <a:ext cx="37440" cy="109080"/>
              </p14:xfrm>
            </p:contentPart>
          </mc:Choice>
          <mc:Fallback xmlns="">
            <p:pic>
              <p:nvPicPr>
                <p:cNvPr id="138" name="Ink 137">
                  <a:extLst>
                    <a:ext uri="{FF2B5EF4-FFF2-40B4-BE49-F238E27FC236}">
                      <a16:creationId xmlns:a16="http://schemas.microsoft.com/office/drawing/2014/main" id="{C9BC7C1C-B085-316D-30BE-188D329EEE46}"/>
                    </a:ext>
                  </a:extLst>
                </p:cNvPr>
                <p:cNvPicPr/>
                <p:nvPr/>
              </p:nvPicPr>
              <p:blipFill>
                <a:blip r:embed="rId207"/>
                <a:stretch>
                  <a:fillRect/>
                </a:stretch>
              </p:blipFill>
              <p:spPr>
                <a:xfrm>
                  <a:off x="5199450" y="4223550"/>
                  <a:ext cx="4968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9" name="Ink 138">
                  <a:extLst>
                    <a:ext uri="{FF2B5EF4-FFF2-40B4-BE49-F238E27FC236}">
                      <a16:creationId xmlns:a16="http://schemas.microsoft.com/office/drawing/2014/main" id="{19DCBBCC-5F7F-166C-0B42-846DDFFC6B6C}"/>
                    </a:ext>
                  </a:extLst>
                </p14:cNvPr>
                <p14:cNvContentPartPr/>
                <p14:nvPr/>
              </p14:nvContentPartPr>
              <p14:xfrm>
                <a:off x="4757730" y="4267470"/>
                <a:ext cx="132480" cy="55440"/>
              </p14:xfrm>
            </p:contentPart>
          </mc:Choice>
          <mc:Fallback xmlns="">
            <p:pic>
              <p:nvPicPr>
                <p:cNvPr id="139" name="Ink 138">
                  <a:extLst>
                    <a:ext uri="{FF2B5EF4-FFF2-40B4-BE49-F238E27FC236}">
                      <a16:creationId xmlns:a16="http://schemas.microsoft.com/office/drawing/2014/main" id="{19DCBBCC-5F7F-166C-0B42-846DDFFC6B6C}"/>
                    </a:ext>
                  </a:extLst>
                </p:cNvPr>
                <p:cNvPicPr/>
                <p:nvPr/>
              </p:nvPicPr>
              <p:blipFill>
                <a:blip r:embed="rId209"/>
                <a:stretch>
                  <a:fillRect/>
                </a:stretch>
              </p:blipFill>
              <p:spPr>
                <a:xfrm>
                  <a:off x="4751610" y="4261350"/>
                  <a:ext cx="14472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40" name="Ink 139">
                  <a:extLst>
                    <a:ext uri="{FF2B5EF4-FFF2-40B4-BE49-F238E27FC236}">
                      <a16:creationId xmlns:a16="http://schemas.microsoft.com/office/drawing/2014/main" id="{7E0F15C2-5E43-5408-652E-07CE0FC9A4FC}"/>
                    </a:ext>
                  </a:extLst>
                </p14:cNvPr>
                <p14:cNvContentPartPr/>
                <p14:nvPr/>
              </p14:nvContentPartPr>
              <p14:xfrm>
                <a:off x="5461170" y="4232910"/>
                <a:ext cx="164520" cy="66960"/>
              </p14:xfrm>
            </p:contentPart>
          </mc:Choice>
          <mc:Fallback xmlns="">
            <p:pic>
              <p:nvPicPr>
                <p:cNvPr id="140" name="Ink 139">
                  <a:extLst>
                    <a:ext uri="{FF2B5EF4-FFF2-40B4-BE49-F238E27FC236}">
                      <a16:creationId xmlns:a16="http://schemas.microsoft.com/office/drawing/2014/main" id="{7E0F15C2-5E43-5408-652E-07CE0FC9A4FC}"/>
                    </a:ext>
                  </a:extLst>
                </p:cNvPr>
                <p:cNvPicPr/>
                <p:nvPr/>
              </p:nvPicPr>
              <p:blipFill>
                <a:blip r:embed="rId211"/>
                <a:stretch>
                  <a:fillRect/>
                </a:stretch>
              </p:blipFill>
              <p:spPr>
                <a:xfrm>
                  <a:off x="5455050" y="4226790"/>
                  <a:ext cx="17676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2" name="Ink 141">
                  <a:extLst>
                    <a:ext uri="{FF2B5EF4-FFF2-40B4-BE49-F238E27FC236}">
                      <a16:creationId xmlns:a16="http://schemas.microsoft.com/office/drawing/2014/main" id="{D7608437-C0F7-262A-D694-E9453D62FD5D}"/>
                    </a:ext>
                  </a:extLst>
                </p14:cNvPr>
                <p14:cNvContentPartPr/>
                <p14:nvPr/>
              </p14:nvContentPartPr>
              <p14:xfrm>
                <a:off x="4992090" y="4557270"/>
                <a:ext cx="53640" cy="131040"/>
              </p14:xfrm>
            </p:contentPart>
          </mc:Choice>
          <mc:Fallback xmlns="">
            <p:pic>
              <p:nvPicPr>
                <p:cNvPr id="142" name="Ink 141">
                  <a:extLst>
                    <a:ext uri="{FF2B5EF4-FFF2-40B4-BE49-F238E27FC236}">
                      <a16:creationId xmlns:a16="http://schemas.microsoft.com/office/drawing/2014/main" id="{D7608437-C0F7-262A-D694-E9453D62FD5D}"/>
                    </a:ext>
                  </a:extLst>
                </p:cNvPr>
                <p:cNvPicPr/>
                <p:nvPr/>
              </p:nvPicPr>
              <p:blipFill>
                <a:blip r:embed="rId213"/>
                <a:stretch>
                  <a:fillRect/>
                </a:stretch>
              </p:blipFill>
              <p:spPr>
                <a:xfrm>
                  <a:off x="4985970" y="4551150"/>
                  <a:ext cx="658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3" name="Ink 142">
                  <a:extLst>
                    <a:ext uri="{FF2B5EF4-FFF2-40B4-BE49-F238E27FC236}">
                      <a16:creationId xmlns:a16="http://schemas.microsoft.com/office/drawing/2014/main" id="{CA1421DC-CAA3-43D9-0982-81E7E133ABEC}"/>
                    </a:ext>
                  </a:extLst>
                </p14:cNvPr>
                <p14:cNvContentPartPr/>
                <p14:nvPr/>
              </p14:nvContentPartPr>
              <p14:xfrm>
                <a:off x="5264250" y="4554390"/>
                <a:ext cx="100440" cy="97560"/>
              </p14:xfrm>
            </p:contentPart>
          </mc:Choice>
          <mc:Fallback xmlns="">
            <p:pic>
              <p:nvPicPr>
                <p:cNvPr id="143" name="Ink 142">
                  <a:extLst>
                    <a:ext uri="{FF2B5EF4-FFF2-40B4-BE49-F238E27FC236}">
                      <a16:creationId xmlns:a16="http://schemas.microsoft.com/office/drawing/2014/main" id="{CA1421DC-CAA3-43D9-0982-81E7E133ABEC}"/>
                    </a:ext>
                  </a:extLst>
                </p:cNvPr>
                <p:cNvPicPr/>
                <p:nvPr/>
              </p:nvPicPr>
              <p:blipFill>
                <a:blip r:embed="rId215"/>
                <a:stretch>
                  <a:fillRect/>
                </a:stretch>
              </p:blipFill>
              <p:spPr>
                <a:xfrm>
                  <a:off x="5258130" y="4548270"/>
                  <a:ext cx="11268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4" name="Ink 143">
                  <a:extLst>
                    <a:ext uri="{FF2B5EF4-FFF2-40B4-BE49-F238E27FC236}">
                      <a16:creationId xmlns:a16="http://schemas.microsoft.com/office/drawing/2014/main" id="{68EBA1DD-CF00-7E14-339B-59EE1E4884EB}"/>
                    </a:ext>
                  </a:extLst>
                </p14:cNvPr>
                <p14:cNvContentPartPr/>
                <p14:nvPr/>
              </p14:nvContentPartPr>
              <p14:xfrm>
                <a:off x="5592210" y="4525950"/>
                <a:ext cx="41040" cy="189720"/>
              </p14:xfrm>
            </p:contentPart>
          </mc:Choice>
          <mc:Fallback xmlns="">
            <p:pic>
              <p:nvPicPr>
                <p:cNvPr id="144" name="Ink 143">
                  <a:extLst>
                    <a:ext uri="{FF2B5EF4-FFF2-40B4-BE49-F238E27FC236}">
                      <a16:creationId xmlns:a16="http://schemas.microsoft.com/office/drawing/2014/main" id="{68EBA1DD-CF00-7E14-339B-59EE1E4884EB}"/>
                    </a:ext>
                  </a:extLst>
                </p:cNvPr>
                <p:cNvPicPr/>
                <p:nvPr/>
              </p:nvPicPr>
              <p:blipFill>
                <a:blip r:embed="rId217"/>
                <a:stretch>
                  <a:fillRect/>
                </a:stretch>
              </p:blipFill>
              <p:spPr>
                <a:xfrm>
                  <a:off x="5586090" y="4519830"/>
                  <a:ext cx="53280" cy="201960"/>
                </a:xfrm>
                <a:prstGeom prst="rect">
                  <a:avLst/>
                </a:prstGeom>
              </p:spPr>
            </p:pic>
          </mc:Fallback>
        </mc:AlternateContent>
      </p:grpSp>
      <p:grpSp>
        <p:nvGrpSpPr>
          <p:cNvPr id="150" name="Group 149">
            <a:extLst>
              <a:ext uri="{FF2B5EF4-FFF2-40B4-BE49-F238E27FC236}">
                <a16:creationId xmlns:a16="http://schemas.microsoft.com/office/drawing/2014/main" id="{134C0385-BD7B-A1AA-EBD6-EFE3C9F6A8D4}"/>
              </a:ext>
            </a:extLst>
          </p:cNvPr>
          <p:cNvGrpSpPr/>
          <p:nvPr/>
        </p:nvGrpSpPr>
        <p:grpSpPr>
          <a:xfrm>
            <a:off x="3929730" y="4197630"/>
            <a:ext cx="284760" cy="148680"/>
            <a:chOff x="3929730" y="4197630"/>
            <a:chExt cx="284760" cy="148680"/>
          </a:xfrm>
        </p:grpSpPr>
        <mc:AlternateContent xmlns:mc="http://schemas.openxmlformats.org/markup-compatibility/2006" xmlns:p14="http://schemas.microsoft.com/office/powerpoint/2010/main">
          <mc:Choice Requires="p14">
            <p:contentPart p14:bwMode="auto" r:id="rId218">
              <p14:nvContentPartPr>
                <p14:cNvPr id="146" name="Ink 145">
                  <a:extLst>
                    <a:ext uri="{FF2B5EF4-FFF2-40B4-BE49-F238E27FC236}">
                      <a16:creationId xmlns:a16="http://schemas.microsoft.com/office/drawing/2014/main" id="{6FD91F51-CBF6-8FCF-5FA0-EF033A12183D}"/>
                    </a:ext>
                  </a:extLst>
                </p14:cNvPr>
                <p14:cNvContentPartPr/>
                <p14:nvPr/>
              </p14:nvContentPartPr>
              <p14:xfrm>
                <a:off x="4008210" y="4197630"/>
                <a:ext cx="110520" cy="125280"/>
              </p14:xfrm>
            </p:contentPart>
          </mc:Choice>
          <mc:Fallback xmlns="">
            <p:pic>
              <p:nvPicPr>
                <p:cNvPr id="146" name="Ink 145">
                  <a:extLst>
                    <a:ext uri="{FF2B5EF4-FFF2-40B4-BE49-F238E27FC236}">
                      <a16:creationId xmlns:a16="http://schemas.microsoft.com/office/drawing/2014/main" id="{6FD91F51-CBF6-8FCF-5FA0-EF033A12183D}"/>
                    </a:ext>
                  </a:extLst>
                </p:cNvPr>
                <p:cNvPicPr/>
                <p:nvPr/>
              </p:nvPicPr>
              <p:blipFill>
                <a:blip r:embed="rId219"/>
                <a:stretch>
                  <a:fillRect/>
                </a:stretch>
              </p:blipFill>
              <p:spPr>
                <a:xfrm>
                  <a:off x="4002090" y="4191510"/>
                  <a:ext cx="1227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7" name="Ink 146">
                  <a:extLst>
                    <a:ext uri="{FF2B5EF4-FFF2-40B4-BE49-F238E27FC236}">
                      <a16:creationId xmlns:a16="http://schemas.microsoft.com/office/drawing/2014/main" id="{8B718A57-177A-D9ED-9CF5-020B41C9C2A7}"/>
                    </a:ext>
                  </a:extLst>
                </p14:cNvPr>
                <p14:cNvContentPartPr/>
                <p14:nvPr/>
              </p14:nvContentPartPr>
              <p14:xfrm>
                <a:off x="3932970" y="4240830"/>
                <a:ext cx="281520" cy="45720"/>
              </p14:xfrm>
            </p:contentPart>
          </mc:Choice>
          <mc:Fallback xmlns="">
            <p:pic>
              <p:nvPicPr>
                <p:cNvPr id="147" name="Ink 146">
                  <a:extLst>
                    <a:ext uri="{FF2B5EF4-FFF2-40B4-BE49-F238E27FC236}">
                      <a16:creationId xmlns:a16="http://schemas.microsoft.com/office/drawing/2014/main" id="{8B718A57-177A-D9ED-9CF5-020B41C9C2A7}"/>
                    </a:ext>
                  </a:extLst>
                </p:cNvPr>
                <p:cNvPicPr/>
                <p:nvPr/>
              </p:nvPicPr>
              <p:blipFill>
                <a:blip r:embed="rId221"/>
                <a:stretch>
                  <a:fillRect/>
                </a:stretch>
              </p:blipFill>
              <p:spPr>
                <a:xfrm>
                  <a:off x="3926850" y="4234710"/>
                  <a:ext cx="2937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8" name="Ink 147">
                  <a:extLst>
                    <a:ext uri="{FF2B5EF4-FFF2-40B4-BE49-F238E27FC236}">
                      <a16:creationId xmlns:a16="http://schemas.microsoft.com/office/drawing/2014/main" id="{4C338919-C37E-10E5-B9EA-28893348EB9D}"/>
                    </a:ext>
                  </a:extLst>
                </p14:cNvPr>
                <p14:cNvContentPartPr/>
                <p14:nvPr/>
              </p14:nvContentPartPr>
              <p14:xfrm>
                <a:off x="3929730" y="4240830"/>
                <a:ext cx="225360" cy="66600"/>
              </p14:xfrm>
            </p:contentPart>
          </mc:Choice>
          <mc:Fallback xmlns="">
            <p:pic>
              <p:nvPicPr>
                <p:cNvPr id="148" name="Ink 147">
                  <a:extLst>
                    <a:ext uri="{FF2B5EF4-FFF2-40B4-BE49-F238E27FC236}">
                      <a16:creationId xmlns:a16="http://schemas.microsoft.com/office/drawing/2014/main" id="{4C338919-C37E-10E5-B9EA-28893348EB9D}"/>
                    </a:ext>
                  </a:extLst>
                </p:cNvPr>
                <p:cNvPicPr/>
                <p:nvPr/>
              </p:nvPicPr>
              <p:blipFill>
                <a:blip r:embed="rId223"/>
                <a:stretch>
                  <a:fillRect/>
                </a:stretch>
              </p:blipFill>
              <p:spPr>
                <a:xfrm>
                  <a:off x="3923610" y="4234710"/>
                  <a:ext cx="23760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9" name="Ink 148">
                  <a:extLst>
                    <a:ext uri="{FF2B5EF4-FFF2-40B4-BE49-F238E27FC236}">
                      <a16:creationId xmlns:a16="http://schemas.microsoft.com/office/drawing/2014/main" id="{5C9FAE95-442C-A913-FC5B-4B8E18607B1E}"/>
                    </a:ext>
                  </a:extLst>
                </p14:cNvPr>
                <p14:cNvContentPartPr/>
                <p14:nvPr/>
              </p14:nvContentPartPr>
              <p14:xfrm>
                <a:off x="3983010" y="4207350"/>
                <a:ext cx="118440" cy="138960"/>
              </p14:xfrm>
            </p:contentPart>
          </mc:Choice>
          <mc:Fallback xmlns="">
            <p:pic>
              <p:nvPicPr>
                <p:cNvPr id="149" name="Ink 148">
                  <a:extLst>
                    <a:ext uri="{FF2B5EF4-FFF2-40B4-BE49-F238E27FC236}">
                      <a16:creationId xmlns:a16="http://schemas.microsoft.com/office/drawing/2014/main" id="{5C9FAE95-442C-A913-FC5B-4B8E18607B1E}"/>
                    </a:ext>
                  </a:extLst>
                </p:cNvPr>
                <p:cNvPicPr/>
                <p:nvPr/>
              </p:nvPicPr>
              <p:blipFill>
                <a:blip r:embed="rId225"/>
                <a:stretch>
                  <a:fillRect/>
                </a:stretch>
              </p:blipFill>
              <p:spPr>
                <a:xfrm>
                  <a:off x="3976890" y="4201230"/>
                  <a:ext cx="130680" cy="151200"/>
                </a:xfrm>
                <a:prstGeom prst="rect">
                  <a:avLst/>
                </a:prstGeom>
              </p:spPr>
            </p:pic>
          </mc:Fallback>
        </mc:AlternateContent>
      </p:grpSp>
      <p:grpSp>
        <p:nvGrpSpPr>
          <p:cNvPr id="153" name="Group 152">
            <a:extLst>
              <a:ext uri="{FF2B5EF4-FFF2-40B4-BE49-F238E27FC236}">
                <a16:creationId xmlns:a16="http://schemas.microsoft.com/office/drawing/2014/main" id="{758D0E5D-E470-DAEF-FA3B-4A505002C35A}"/>
              </a:ext>
            </a:extLst>
          </p:cNvPr>
          <p:cNvGrpSpPr/>
          <p:nvPr/>
        </p:nvGrpSpPr>
        <p:grpSpPr>
          <a:xfrm>
            <a:off x="6245970" y="4275750"/>
            <a:ext cx="240480" cy="135000"/>
            <a:chOff x="6245970" y="4275750"/>
            <a:chExt cx="240480" cy="135000"/>
          </a:xfrm>
        </p:grpSpPr>
        <mc:AlternateContent xmlns:mc="http://schemas.openxmlformats.org/markup-compatibility/2006" xmlns:p14="http://schemas.microsoft.com/office/powerpoint/2010/main">
          <mc:Choice Requires="p14">
            <p:contentPart p14:bwMode="auto" r:id="rId226">
              <p14:nvContentPartPr>
                <p14:cNvPr id="151" name="Ink 150">
                  <a:extLst>
                    <a:ext uri="{FF2B5EF4-FFF2-40B4-BE49-F238E27FC236}">
                      <a16:creationId xmlns:a16="http://schemas.microsoft.com/office/drawing/2014/main" id="{768A0724-F0FE-A8D9-B1E9-B27C3FD4C09F}"/>
                    </a:ext>
                  </a:extLst>
                </p14:cNvPr>
                <p14:cNvContentPartPr/>
                <p14:nvPr/>
              </p14:nvContentPartPr>
              <p14:xfrm>
                <a:off x="6245970" y="4275750"/>
                <a:ext cx="162360" cy="9720"/>
              </p14:xfrm>
            </p:contentPart>
          </mc:Choice>
          <mc:Fallback xmlns="">
            <p:pic>
              <p:nvPicPr>
                <p:cNvPr id="151" name="Ink 150">
                  <a:extLst>
                    <a:ext uri="{FF2B5EF4-FFF2-40B4-BE49-F238E27FC236}">
                      <a16:creationId xmlns:a16="http://schemas.microsoft.com/office/drawing/2014/main" id="{768A0724-F0FE-A8D9-B1E9-B27C3FD4C09F}"/>
                    </a:ext>
                  </a:extLst>
                </p:cNvPr>
                <p:cNvPicPr/>
                <p:nvPr/>
              </p:nvPicPr>
              <p:blipFill>
                <a:blip r:embed="rId227"/>
                <a:stretch>
                  <a:fillRect/>
                </a:stretch>
              </p:blipFill>
              <p:spPr>
                <a:xfrm>
                  <a:off x="6239850" y="4269630"/>
                  <a:ext cx="1746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52" name="Ink 151">
                  <a:extLst>
                    <a:ext uri="{FF2B5EF4-FFF2-40B4-BE49-F238E27FC236}">
                      <a16:creationId xmlns:a16="http://schemas.microsoft.com/office/drawing/2014/main" id="{A879ACCB-E762-1B98-BD47-53C272EF355B}"/>
                    </a:ext>
                  </a:extLst>
                </p14:cNvPr>
                <p14:cNvContentPartPr/>
                <p14:nvPr/>
              </p14:nvContentPartPr>
              <p14:xfrm>
                <a:off x="6327330" y="4390950"/>
                <a:ext cx="159120" cy="19800"/>
              </p14:xfrm>
            </p:contentPart>
          </mc:Choice>
          <mc:Fallback xmlns="">
            <p:pic>
              <p:nvPicPr>
                <p:cNvPr id="152" name="Ink 151">
                  <a:extLst>
                    <a:ext uri="{FF2B5EF4-FFF2-40B4-BE49-F238E27FC236}">
                      <a16:creationId xmlns:a16="http://schemas.microsoft.com/office/drawing/2014/main" id="{A879ACCB-E762-1B98-BD47-53C272EF355B}"/>
                    </a:ext>
                  </a:extLst>
                </p:cNvPr>
                <p:cNvPicPr/>
                <p:nvPr/>
              </p:nvPicPr>
              <p:blipFill>
                <a:blip r:embed="rId229"/>
                <a:stretch>
                  <a:fillRect/>
                </a:stretch>
              </p:blipFill>
              <p:spPr>
                <a:xfrm>
                  <a:off x="6321210" y="4384830"/>
                  <a:ext cx="171360" cy="32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0">
            <p14:nvContentPartPr>
              <p14:cNvPr id="154" name="Ink 153">
                <a:extLst>
                  <a:ext uri="{FF2B5EF4-FFF2-40B4-BE49-F238E27FC236}">
                    <a16:creationId xmlns:a16="http://schemas.microsoft.com/office/drawing/2014/main" id="{DC977ACC-E56B-B5B0-AA16-99055A37AB75}"/>
                  </a:ext>
                </a:extLst>
              </p14:cNvPr>
              <p14:cNvContentPartPr/>
              <p14:nvPr/>
            </p14:nvContentPartPr>
            <p14:xfrm>
              <a:off x="1367610" y="3677070"/>
              <a:ext cx="1069200" cy="632880"/>
            </p14:xfrm>
          </p:contentPart>
        </mc:Choice>
        <mc:Fallback xmlns="">
          <p:pic>
            <p:nvPicPr>
              <p:cNvPr id="154" name="Ink 153">
                <a:extLst>
                  <a:ext uri="{FF2B5EF4-FFF2-40B4-BE49-F238E27FC236}">
                    <a16:creationId xmlns:a16="http://schemas.microsoft.com/office/drawing/2014/main" id="{DC977ACC-E56B-B5B0-AA16-99055A37AB75}"/>
                  </a:ext>
                </a:extLst>
              </p:cNvPr>
              <p:cNvPicPr/>
              <p:nvPr/>
            </p:nvPicPr>
            <p:blipFill>
              <a:blip r:embed="rId231"/>
              <a:stretch>
                <a:fillRect/>
              </a:stretch>
            </p:blipFill>
            <p:spPr>
              <a:xfrm>
                <a:off x="1313610" y="3569430"/>
                <a:ext cx="1176840" cy="848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2">
            <p14:nvContentPartPr>
              <p14:cNvPr id="235" name="Ink 234">
                <a:extLst>
                  <a:ext uri="{FF2B5EF4-FFF2-40B4-BE49-F238E27FC236}">
                    <a16:creationId xmlns:a16="http://schemas.microsoft.com/office/drawing/2014/main" id="{6AA929B8-EDDB-D954-B97C-7145D415C655}"/>
                  </a:ext>
                </a:extLst>
              </p14:cNvPr>
              <p14:cNvContentPartPr/>
              <p14:nvPr/>
            </p14:nvContentPartPr>
            <p14:xfrm>
              <a:off x="3729930" y="5974950"/>
              <a:ext cx="75960" cy="138960"/>
            </p14:xfrm>
          </p:contentPart>
        </mc:Choice>
        <mc:Fallback xmlns="">
          <p:pic>
            <p:nvPicPr>
              <p:cNvPr id="235" name="Ink 234">
                <a:extLst>
                  <a:ext uri="{FF2B5EF4-FFF2-40B4-BE49-F238E27FC236}">
                    <a16:creationId xmlns:a16="http://schemas.microsoft.com/office/drawing/2014/main" id="{6AA929B8-EDDB-D954-B97C-7145D415C655}"/>
                  </a:ext>
                </a:extLst>
              </p:cNvPr>
              <p:cNvPicPr/>
              <p:nvPr/>
            </p:nvPicPr>
            <p:blipFill>
              <a:blip r:embed="rId233"/>
              <a:stretch>
                <a:fillRect/>
              </a:stretch>
            </p:blipFill>
            <p:spPr>
              <a:xfrm>
                <a:off x="3720930" y="5966310"/>
                <a:ext cx="93600" cy="156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4">
            <p14:nvContentPartPr>
              <p14:cNvPr id="237" name="Ink 236">
                <a:extLst>
                  <a:ext uri="{FF2B5EF4-FFF2-40B4-BE49-F238E27FC236}">
                    <a16:creationId xmlns:a16="http://schemas.microsoft.com/office/drawing/2014/main" id="{092E6AC1-BE3C-4736-FA13-947C59F0C9E6}"/>
                  </a:ext>
                </a:extLst>
              </p14:cNvPr>
              <p14:cNvContentPartPr/>
              <p14:nvPr/>
            </p14:nvContentPartPr>
            <p14:xfrm>
              <a:off x="4423650" y="5918430"/>
              <a:ext cx="33480" cy="305640"/>
            </p14:xfrm>
          </p:contentPart>
        </mc:Choice>
        <mc:Fallback xmlns="">
          <p:pic>
            <p:nvPicPr>
              <p:cNvPr id="237" name="Ink 236">
                <a:extLst>
                  <a:ext uri="{FF2B5EF4-FFF2-40B4-BE49-F238E27FC236}">
                    <a16:creationId xmlns:a16="http://schemas.microsoft.com/office/drawing/2014/main" id="{092E6AC1-BE3C-4736-FA13-947C59F0C9E6}"/>
                  </a:ext>
                </a:extLst>
              </p:cNvPr>
              <p:cNvPicPr/>
              <p:nvPr/>
            </p:nvPicPr>
            <p:blipFill>
              <a:blip r:embed="rId235"/>
              <a:stretch>
                <a:fillRect/>
              </a:stretch>
            </p:blipFill>
            <p:spPr>
              <a:xfrm>
                <a:off x="4415010" y="5909430"/>
                <a:ext cx="51120" cy="323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6">
            <p14:nvContentPartPr>
              <p14:cNvPr id="245" name="Ink 244">
                <a:extLst>
                  <a:ext uri="{FF2B5EF4-FFF2-40B4-BE49-F238E27FC236}">
                    <a16:creationId xmlns:a16="http://schemas.microsoft.com/office/drawing/2014/main" id="{886F454A-6455-16A9-20FA-93F9B1068C2F}"/>
                  </a:ext>
                </a:extLst>
              </p14:cNvPr>
              <p14:cNvContentPartPr/>
              <p14:nvPr/>
            </p14:nvContentPartPr>
            <p14:xfrm>
              <a:off x="8182770" y="5906550"/>
              <a:ext cx="232920" cy="273240"/>
            </p14:xfrm>
          </p:contentPart>
        </mc:Choice>
        <mc:Fallback xmlns="">
          <p:pic>
            <p:nvPicPr>
              <p:cNvPr id="245" name="Ink 244">
                <a:extLst>
                  <a:ext uri="{FF2B5EF4-FFF2-40B4-BE49-F238E27FC236}">
                    <a16:creationId xmlns:a16="http://schemas.microsoft.com/office/drawing/2014/main" id="{886F454A-6455-16A9-20FA-93F9B1068C2F}"/>
                  </a:ext>
                </a:extLst>
              </p:cNvPr>
              <p:cNvPicPr/>
              <p:nvPr/>
            </p:nvPicPr>
            <p:blipFill>
              <a:blip r:embed="rId237"/>
              <a:stretch>
                <a:fillRect/>
              </a:stretch>
            </p:blipFill>
            <p:spPr>
              <a:xfrm>
                <a:off x="8173770" y="5897910"/>
                <a:ext cx="250560" cy="290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8">
            <p14:nvContentPartPr>
              <p14:cNvPr id="247" name="Ink 246">
                <a:extLst>
                  <a:ext uri="{FF2B5EF4-FFF2-40B4-BE49-F238E27FC236}">
                    <a16:creationId xmlns:a16="http://schemas.microsoft.com/office/drawing/2014/main" id="{DEF1F486-386A-2921-B0DC-588298A98FC4}"/>
                  </a:ext>
                </a:extLst>
              </p14:cNvPr>
              <p14:cNvContentPartPr/>
              <p14:nvPr/>
            </p14:nvContentPartPr>
            <p14:xfrm>
              <a:off x="7979370" y="3549270"/>
              <a:ext cx="170280" cy="262440"/>
            </p14:xfrm>
          </p:contentPart>
        </mc:Choice>
        <mc:Fallback xmlns="">
          <p:pic>
            <p:nvPicPr>
              <p:cNvPr id="247" name="Ink 246">
                <a:extLst>
                  <a:ext uri="{FF2B5EF4-FFF2-40B4-BE49-F238E27FC236}">
                    <a16:creationId xmlns:a16="http://schemas.microsoft.com/office/drawing/2014/main" id="{DEF1F486-386A-2921-B0DC-588298A98FC4}"/>
                  </a:ext>
                </a:extLst>
              </p:cNvPr>
              <p:cNvPicPr/>
              <p:nvPr/>
            </p:nvPicPr>
            <p:blipFill>
              <a:blip r:embed="rId239"/>
              <a:stretch>
                <a:fillRect/>
              </a:stretch>
            </p:blipFill>
            <p:spPr>
              <a:xfrm>
                <a:off x="7970730" y="3540270"/>
                <a:ext cx="187920" cy="280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0">
            <p14:nvContentPartPr>
              <p14:cNvPr id="249" name="Ink 248">
                <a:extLst>
                  <a:ext uri="{FF2B5EF4-FFF2-40B4-BE49-F238E27FC236}">
                    <a16:creationId xmlns:a16="http://schemas.microsoft.com/office/drawing/2014/main" id="{E7119D55-33F7-70D2-FB22-C019685242C3}"/>
                  </a:ext>
                </a:extLst>
              </p14:cNvPr>
              <p14:cNvContentPartPr/>
              <p14:nvPr/>
            </p14:nvContentPartPr>
            <p14:xfrm>
              <a:off x="8823570" y="3434070"/>
              <a:ext cx="119160" cy="277920"/>
            </p14:xfrm>
          </p:contentPart>
        </mc:Choice>
        <mc:Fallback xmlns="">
          <p:pic>
            <p:nvPicPr>
              <p:cNvPr id="249" name="Ink 248">
                <a:extLst>
                  <a:ext uri="{FF2B5EF4-FFF2-40B4-BE49-F238E27FC236}">
                    <a16:creationId xmlns:a16="http://schemas.microsoft.com/office/drawing/2014/main" id="{E7119D55-33F7-70D2-FB22-C019685242C3}"/>
                  </a:ext>
                </a:extLst>
              </p:cNvPr>
              <p:cNvPicPr/>
              <p:nvPr/>
            </p:nvPicPr>
            <p:blipFill>
              <a:blip r:embed="rId241"/>
              <a:stretch>
                <a:fillRect/>
              </a:stretch>
            </p:blipFill>
            <p:spPr>
              <a:xfrm>
                <a:off x="8814570" y="3425430"/>
                <a:ext cx="136800" cy="295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2">
            <p14:nvContentPartPr>
              <p14:cNvPr id="261" name="Ink 260">
                <a:extLst>
                  <a:ext uri="{FF2B5EF4-FFF2-40B4-BE49-F238E27FC236}">
                    <a16:creationId xmlns:a16="http://schemas.microsoft.com/office/drawing/2014/main" id="{5F1232B9-9B57-EF7E-E0C1-5F406546C584}"/>
                  </a:ext>
                </a:extLst>
              </p14:cNvPr>
              <p14:cNvContentPartPr/>
              <p14:nvPr/>
            </p14:nvContentPartPr>
            <p14:xfrm>
              <a:off x="9348450" y="4581030"/>
              <a:ext cx="541440" cy="27360"/>
            </p14:xfrm>
          </p:contentPart>
        </mc:Choice>
        <mc:Fallback xmlns="">
          <p:pic>
            <p:nvPicPr>
              <p:cNvPr id="261" name="Ink 260">
                <a:extLst>
                  <a:ext uri="{FF2B5EF4-FFF2-40B4-BE49-F238E27FC236}">
                    <a16:creationId xmlns:a16="http://schemas.microsoft.com/office/drawing/2014/main" id="{5F1232B9-9B57-EF7E-E0C1-5F406546C584}"/>
                  </a:ext>
                </a:extLst>
              </p:cNvPr>
              <p:cNvPicPr/>
              <p:nvPr/>
            </p:nvPicPr>
            <p:blipFill>
              <a:blip r:embed="rId243"/>
              <a:stretch>
                <a:fillRect/>
              </a:stretch>
            </p:blipFill>
            <p:spPr>
              <a:xfrm>
                <a:off x="9339450" y="4572030"/>
                <a:ext cx="559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269" name="Ink 268">
                <a:extLst>
                  <a:ext uri="{FF2B5EF4-FFF2-40B4-BE49-F238E27FC236}">
                    <a16:creationId xmlns:a16="http://schemas.microsoft.com/office/drawing/2014/main" id="{ADCD14A4-EC94-B6F6-BE8E-0932021D9750}"/>
                  </a:ext>
                </a:extLst>
              </p14:cNvPr>
              <p14:cNvContentPartPr/>
              <p14:nvPr/>
            </p14:nvContentPartPr>
            <p14:xfrm>
              <a:off x="1855050" y="3720990"/>
              <a:ext cx="900360" cy="720"/>
            </p14:xfrm>
          </p:contentPart>
        </mc:Choice>
        <mc:Fallback xmlns="">
          <p:pic>
            <p:nvPicPr>
              <p:cNvPr id="269" name="Ink 268">
                <a:extLst>
                  <a:ext uri="{FF2B5EF4-FFF2-40B4-BE49-F238E27FC236}">
                    <a16:creationId xmlns:a16="http://schemas.microsoft.com/office/drawing/2014/main" id="{ADCD14A4-EC94-B6F6-BE8E-0932021D9750}"/>
                  </a:ext>
                </a:extLst>
              </p:cNvPr>
              <p:cNvPicPr/>
              <p:nvPr/>
            </p:nvPicPr>
            <p:blipFill>
              <a:blip r:embed="rId245"/>
              <a:stretch>
                <a:fillRect/>
              </a:stretch>
            </p:blipFill>
            <p:spPr>
              <a:xfrm>
                <a:off x="1801050" y="3504990"/>
                <a:ext cx="100800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270" name="Ink 269">
                <a:extLst>
                  <a:ext uri="{FF2B5EF4-FFF2-40B4-BE49-F238E27FC236}">
                    <a16:creationId xmlns:a16="http://schemas.microsoft.com/office/drawing/2014/main" id="{A477D16B-CE22-1517-2341-639FCFB66D54}"/>
                  </a:ext>
                </a:extLst>
              </p14:cNvPr>
              <p14:cNvContentPartPr/>
              <p14:nvPr/>
            </p14:nvContentPartPr>
            <p14:xfrm>
              <a:off x="1826970" y="3994590"/>
              <a:ext cx="951480" cy="31680"/>
            </p14:xfrm>
          </p:contentPart>
        </mc:Choice>
        <mc:Fallback xmlns="">
          <p:pic>
            <p:nvPicPr>
              <p:cNvPr id="270" name="Ink 269">
                <a:extLst>
                  <a:ext uri="{FF2B5EF4-FFF2-40B4-BE49-F238E27FC236}">
                    <a16:creationId xmlns:a16="http://schemas.microsoft.com/office/drawing/2014/main" id="{A477D16B-CE22-1517-2341-639FCFB66D54}"/>
                  </a:ext>
                </a:extLst>
              </p:cNvPr>
              <p:cNvPicPr/>
              <p:nvPr/>
            </p:nvPicPr>
            <p:blipFill>
              <a:blip r:embed="rId247"/>
              <a:stretch>
                <a:fillRect/>
              </a:stretch>
            </p:blipFill>
            <p:spPr>
              <a:xfrm>
                <a:off x="1772970" y="3886590"/>
                <a:ext cx="105912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271" name="Ink 270">
                <a:extLst>
                  <a:ext uri="{FF2B5EF4-FFF2-40B4-BE49-F238E27FC236}">
                    <a16:creationId xmlns:a16="http://schemas.microsoft.com/office/drawing/2014/main" id="{034D7593-4284-8EB4-91DE-3E1602CC3464}"/>
                  </a:ext>
                </a:extLst>
              </p14:cNvPr>
              <p14:cNvContentPartPr/>
              <p14:nvPr/>
            </p14:nvContentPartPr>
            <p14:xfrm>
              <a:off x="1667490" y="4221030"/>
              <a:ext cx="975240" cy="45360"/>
            </p14:xfrm>
          </p:contentPart>
        </mc:Choice>
        <mc:Fallback xmlns="">
          <p:pic>
            <p:nvPicPr>
              <p:cNvPr id="271" name="Ink 270">
                <a:extLst>
                  <a:ext uri="{FF2B5EF4-FFF2-40B4-BE49-F238E27FC236}">
                    <a16:creationId xmlns:a16="http://schemas.microsoft.com/office/drawing/2014/main" id="{034D7593-4284-8EB4-91DE-3E1602CC3464}"/>
                  </a:ext>
                </a:extLst>
              </p:cNvPr>
              <p:cNvPicPr/>
              <p:nvPr/>
            </p:nvPicPr>
            <p:blipFill>
              <a:blip r:embed="rId249"/>
              <a:stretch>
                <a:fillRect/>
              </a:stretch>
            </p:blipFill>
            <p:spPr>
              <a:xfrm>
                <a:off x="1613850" y="4113390"/>
                <a:ext cx="1082880" cy="261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0">
            <p14:nvContentPartPr>
              <p14:cNvPr id="272" name="Ink 271">
                <a:extLst>
                  <a:ext uri="{FF2B5EF4-FFF2-40B4-BE49-F238E27FC236}">
                    <a16:creationId xmlns:a16="http://schemas.microsoft.com/office/drawing/2014/main" id="{D408E851-04DE-82AA-77C2-BB48EAF4C8E8}"/>
                  </a:ext>
                </a:extLst>
              </p14:cNvPr>
              <p14:cNvContentPartPr/>
              <p14:nvPr/>
            </p14:nvContentPartPr>
            <p14:xfrm>
              <a:off x="8484450" y="3539190"/>
              <a:ext cx="158040" cy="177120"/>
            </p14:xfrm>
          </p:contentPart>
        </mc:Choice>
        <mc:Fallback xmlns="">
          <p:pic>
            <p:nvPicPr>
              <p:cNvPr id="272" name="Ink 271">
                <a:extLst>
                  <a:ext uri="{FF2B5EF4-FFF2-40B4-BE49-F238E27FC236}">
                    <a16:creationId xmlns:a16="http://schemas.microsoft.com/office/drawing/2014/main" id="{D408E851-04DE-82AA-77C2-BB48EAF4C8E8}"/>
                  </a:ext>
                </a:extLst>
              </p:cNvPr>
              <p:cNvPicPr/>
              <p:nvPr/>
            </p:nvPicPr>
            <p:blipFill>
              <a:blip r:embed="rId251"/>
              <a:stretch>
                <a:fillRect/>
              </a:stretch>
            </p:blipFill>
            <p:spPr>
              <a:xfrm>
                <a:off x="8475810" y="3530550"/>
                <a:ext cx="175680" cy="194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2">
            <p14:nvContentPartPr>
              <p14:cNvPr id="274" name="Ink 273">
                <a:extLst>
                  <a:ext uri="{FF2B5EF4-FFF2-40B4-BE49-F238E27FC236}">
                    <a16:creationId xmlns:a16="http://schemas.microsoft.com/office/drawing/2014/main" id="{BA40F940-6F93-0CF8-54F9-EE64113AFACA}"/>
                  </a:ext>
                </a:extLst>
              </p14:cNvPr>
              <p14:cNvContentPartPr/>
              <p14:nvPr/>
            </p14:nvContentPartPr>
            <p14:xfrm>
              <a:off x="9029130" y="3479070"/>
              <a:ext cx="291600" cy="180000"/>
            </p14:xfrm>
          </p:contentPart>
        </mc:Choice>
        <mc:Fallback xmlns="">
          <p:pic>
            <p:nvPicPr>
              <p:cNvPr id="274" name="Ink 273">
                <a:extLst>
                  <a:ext uri="{FF2B5EF4-FFF2-40B4-BE49-F238E27FC236}">
                    <a16:creationId xmlns:a16="http://schemas.microsoft.com/office/drawing/2014/main" id="{BA40F940-6F93-0CF8-54F9-EE64113AFACA}"/>
                  </a:ext>
                </a:extLst>
              </p:cNvPr>
              <p:cNvPicPr/>
              <p:nvPr/>
            </p:nvPicPr>
            <p:blipFill>
              <a:blip r:embed="rId253"/>
              <a:stretch>
                <a:fillRect/>
              </a:stretch>
            </p:blipFill>
            <p:spPr>
              <a:xfrm>
                <a:off x="9020490" y="3470070"/>
                <a:ext cx="309240" cy="197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4">
            <p14:nvContentPartPr>
              <p14:cNvPr id="276" name="Ink 275">
                <a:extLst>
                  <a:ext uri="{FF2B5EF4-FFF2-40B4-BE49-F238E27FC236}">
                    <a16:creationId xmlns:a16="http://schemas.microsoft.com/office/drawing/2014/main" id="{0081ABA1-F600-9E87-7B2E-D5C9DC71FB91}"/>
                  </a:ext>
                </a:extLst>
              </p14:cNvPr>
              <p14:cNvContentPartPr/>
              <p14:nvPr/>
            </p14:nvContentPartPr>
            <p14:xfrm>
              <a:off x="9551490" y="3459270"/>
              <a:ext cx="274680" cy="200160"/>
            </p14:xfrm>
          </p:contentPart>
        </mc:Choice>
        <mc:Fallback xmlns="">
          <p:pic>
            <p:nvPicPr>
              <p:cNvPr id="276" name="Ink 275">
                <a:extLst>
                  <a:ext uri="{FF2B5EF4-FFF2-40B4-BE49-F238E27FC236}">
                    <a16:creationId xmlns:a16="http://schemas.microsoft.com/office/drawing/2014/main" id="{0081ABA1-F600-9E87-7B2E-D5C9DC71FB91}"/>
                  </a:ext>
                </a:extLst>
              </p:cNvPr>
              <p:cNvPicPr/>
              <p:nvPr/>
            </p:nvPicPr>
            <p:blipFill>
              <a:blip r:embed="rId255"/>
              <a:stretch>
                <a:fillRect/>
              </a:stretch>
            </p:blipFill>
            <p:spPr>
              <a:xfrm>
                <a:off x="9542850" y="3450630"/>
                <a:ext cx="292320" cy="217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6">
            <p14:nvContentPartPr>
              <p14:cNvPr id="324" name="Ink 323">
                <a:extLst>
                  <a:ext uri="{FF2B5EF4-FFF2-40B4-BE49-F238E27FC236}">
                    <a16:creationId xmlns:a16="http://schemas.microsoft.com/office/drawing/2014/main" id="{8DDB8132-3EF5-8F41-4547-561266DBE5A2}"/>
                  </a:ext>
                </a:extLst>
              </p14:cNvPr>
              <p14:cNvContentPartPr/>
              <p14:nvPr/>
            </p14:nvContentPartPr>
            <p14:xfrm>
              <a:off x="1132890" y="4272150"/>
              <a:ext cx="175680" cy="238680"/>
            </p14:xfrm>
          </p:contentPart>
        </mc:Choice>
        <mc:Fallback xmlns="">
          <p:pic>
            <p:nvPicPr>
              <p:cNvPr id="324" name="Ink 323">
                <a:extLst>
                  <a:ext uri="{FF2B5EF4-FFF2-40B4-BE49-F238E27FC236}">
                    <a16:creationId xmlns:a16="http://schemas.microsoft.com/office/drawing/2014/main" id="{8DDB8132-3EF5-8F41-4547-561266DBE5A2}"/>
                  </a:ext>
                </a:extLst>
              </p:cNvPr>
              <p:cNvPicPr/>
              <p:nvPr/>
            </p:nvPicPr>
            <p:blipFill>
              <a:blip r:embed="rId257"/>
              <a:stretch>
                <a:fillRect/>
              </a:stretch>
            </p:blipFill>
            <p:spPr>
              <a:xfrm>
                <a:off x="1124250" y="4263150"/>
                <a:ext cx="193320" cy="256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8">
            <p14:nvContentPartPr>
              <p14:cNvPr id="325" name="Ink 324">
                <a:extLst>
                  <a:ext uri="{FF2B5EF4-FFF2-40B4-BE49-F238E27FC236}">
                    <a16:creationId xmlns:a16="http://schemas.microsoft.com/office/drawing/2014/main" id="{8532F06A-932B-9C11-139D-FECDA46EC897}"/>
                  </a:ext>
                </a:extLst>
              </p14:cNvPr>
              <p14:cNvContentPartPr/>
              <p14:nvPr/>
            </p14:nvContentPartPr>
            <p14:xfrm>
              <a:off x="7839690" y="4006110"/>
              <a:ext cx="196920" cy="147240"/>
            </p14:xfrm>
          </p:contentPart>
        </mc:Choice>
        <mc:Fallback xmlns="">
          <p:pic>
            <p:nvPicPr>
              <p:cNvPr id="325" name="Ink 324">
                <a:extLst>
                  <a:ext uri="{FF2B5EF4-FFF2-40B4-BE49-F238E27FC236}">
                    <a16:creationId xmlns:a16="http://schemas.microsoft.com/office/drawing/2014/main" id="{8532F06A-932B-9C11-139D-FECDA46EC897}"/>
                  </a:ext>
                </a:extLst>
              </p:cNvPr>
              <p:cNvPicPr/>
              <p:nvPr/>
            </p:nvPicPr>
            <p:blipFill>
              <a:blip r:embed="rId259"/>
              <a:stretch>
                <a:fillRect/>
              </a:stretch>
            </p:blipFill>
            <p:spPr>
              <a:xfrm>
                <a:off x="7830690" y="3997470"/>
                <a:ext cx="214560" cy="164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0">
            <p14:nvContentPartPr>
              <p14:cNvPr id="332" name="Ink 331">
                <a:extLst>
                  <a:ext uri="{FF2B5EF4-FFF2-40B4-BE49-F238E27FC236}">
                    <a16:creationId xmlns:a16="http://schemas.microsoft.com/office/drawing/2014/main" id="{786B900B-3098-6DA7-4DA4-4F55DBEF851E}"/>
                  </a:ext>
                </a:extLst>
              </p14:cNvPr>
              <p14:cNvContentPartPr/>
              <p14:nvPr/>
            </p14:nvContentPartPr>
            <p14:xfrm>
              <a:off x="8351610" y="3949590"/>
              <a:ext cx="296280" cy="186840"/>
            </p14:xfrm>
          </p:contentPart>
        </mc:Choice>
        <mc:Fallback xmlns="">
          <p:pic>
            <p:nvPicPr>
              <p:cNvPr id="332" name="Ink 331">
                <a:extLst>
                  <a:ext uri="{FF2B5EF4-FFF2-40B4-BE49-F238E27FC236}">
                    <a16:creationId xmlns:a16="http://schemas.microsoft.com/office/drawing/2014/main" id="{786B900B-3098-6DA7-4DA4-4F55DBEF851E}"/>
                  </a:ext>
                </a:extLst>
              </p:cNvPr>
              <p:cNvPicPr/>
              <p:nvPr/>
            </p:nvPicPr>
            <p:blipFill>
              <a:blip r:embed="rId261"/>
              <a:stretch>
                <a:fillRect/>
              </a:stretch>
            </p:blipFill>
            <p:spPr>
              <a:xfrm>
                <a:off x="8342970" y="3940590"/>
                <a:ext cx="313920" cy="204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2">
            <p14:nvContentPartPr>
              <p14:cNvPr id="334" name="Ink 333">
                <a:extLst>
                  <a:ext uri="{FF2B5EF4-FFF2-40B4-BE49-F238E27FC236}">
                    <a16:creationId xmlns:a16="http://schemas.microsoft.com/office/drawing/2014/main" id="{8399E38F-D0C8-F1B4-C9D4-D2473272A928}"/>
                  </a:ext>
                </a:extLst>
              </p14:cNvPr>
              <p14:cNvContentPartPr/>
              <p14:nvPr/>
            </p14:nvContentPartPr>
            <p14:xfrm>
              <a:off x="8847330" y="3927990"/>
              <a:ext cx="355680" cy="168480"/>
            </p14:xfrm>
          </p:contentPart>
        </mc:Choice>
        <mc:Fallback xmlns="">
          <p:pic>
            <p:nvPicPr>
              <p:cNvPr id="334" name="Ink 333">
                <a:extLst>
                  <a:ext uri="{FF2B5EF4-FFF2-40B4-BE49-F238E27FC236}">
                    <a16:creationId xmlns:a16="http://schemas.microsoft.com/office/drawing/2014/main" id="{8399E38F-D0C8-F1B4-C9D4-D2473272A928}"/>
                  </a:ext>
                </a:extLst>
              </p:cNvPr>
              <p:cNvPicPr/>
              <p:nvPr/>
            </p:nvPicPr>
            <p:blipFill>
              <a:blip r:embed="rId263"/>
              <a:stretch>
                <a:fillRect/>
              </a:stretch>
            </p:blipFill>
            <p:spPr>
              <a:xfrm>
                <a:off x="8838690" y="3918990"/>
                <a:ext cx="373320" cy="186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4">
            <p14:nvContentPartPr>
              <p14:cNvPr id="336" name="Ink 335">
                <a:extLst>
                  <a:ext uri="{FF2B5EF4-FFF2-40B4-BE49-F238E27FC236}">
                    <a16:creationId xmlns:a16="http://schemas.microsoft.com/office/drawing/2014/main" id="{362DC103-9FD0-88BA-0B33-18C1493A5BE9}"/>
                  </a:ext>
                </a:extLst>
              </p14:cNvPr>
              <p14:cNvContentPartPr/>
              <p14:nvPr/>
            </p14:nvContentPartPr>
            <p14:xfrm>
              <a:off x="9410370" y="3945630"/>
              <a:ext cx="261720" cy="209520"/>
            </p14:xfrm>
          </p:contentPart>
        </mc:Choice>
        <mc:Fallback xmlns="">
          <p:pic>
            <p:nvPicPr>
              <p:cNvPr id="336" name="Ink 335">
                <a:extLst>
                  <a:ext uri="{FF2B5EF4-FFF2-40B4-BE49-F238E27FC236}">
                    <a16:creationId xmlns:a16="http://schemas.microsoft.com/office/drawing/2014/main" id="{362DC103-9FD0-88BA-0B33-18C1493A5BE9}"/>
                  </a:ext>
                </a:extLst>
              </p:cNvPr>
              <p:cNvPicPr/>
              <p:nvPr/>
            </p:nvPicPr>
            <p:blipFill>
              <a:blip r:embed="rId265"/>
              <a:stretch>
                <a:fillRect/>
              </a:stretch>
            </p:blipFill>
            <p:spPr>
              <a:xfrm>
                <a:off x="9401370" y="3936630"/>
                <a:ext cx="279360" cy="227160"/>
              </a:xfrm>
              <a:prstGeom prst="rect">
                <a:avLst/>
              </a:prstGeom>
            </p:spPr>
          </p:pic>
        </mc:Fallback>
      </mc:AlternateContent>
      <p:grpSp>
        <p:nvGrpSpPr>
          <p:cNvPr id="340" name="Group 339">
            <a:extLst>
              <a:ext uri="{FF2B5EF4-FFF2-40B4-BE49-F238E27FC236}">
                <a16:creationId xmlns:a16="http://schemas.microsoft.com/office/drawing/2014/main" id="{6F1E25AC-5849-3EAA-10BC-FAE6321F0E0A}"/>
              </a:ext>
            </a:extLst>
          </p:cNvPr>
          <p:cNvGrpSpPr/>
          <p:nvPr/>
        </p:nvGrpSpPr>
        <p:grpSpPr>
          <a:xfrm>
            <a:off x="1023450" y="4516230"/>
            <a:ext cx="238320" cy="354240"/>
            <a:chOff x="1023450" y="4516230"/>
            <a:chExt cx="238320" cy="354240"/>
          </a:xfrm>
        </p:grpSpPr>
        <mc:AlternateContent xmlns:mc="http://schemas.openxmlformats.org/markup-compatibility/2006" xmlns:p14="http://schemas.microsoft.com/office/powerpoint/2010/main" xmlns:aink="http://schemas.microsoft.com/office/drawing/2016/ink">
          <mc:Choice Requires="p14 aink">
            <p:contentPart p14:bwMode="auto" r:id="rId266">
              <p14:nvContentPartPr>
                <p14:cNvPr id="338" name="Ink 337">
                  <a:extLst>
                    <a:ext uri="{FF2B5EF4-FFF2-40B4-BE49-F238E27FC236}">
                      <a16:creationId xmlns:a16="http://schemas.microsoft.com/office/drawing/2014/main" id="{AFB18A3A-4BAA-B72E-7214-D4DE81E81B75}"/>
                    </a:ext>
                  </a:extLst>
                </p14:cNvPr>
                <p14:cNvContentPartPr/>
                <p14:nvPr/>
              </p14:nvContentPartPr>
              <p14:xfrm>
                <a:off x="1108050" y="4516230"/>
                <a:ext cx="153720" cy="59400"/>
              </p14:xfrm>
            </p:contentPart>
          </mc:Choice>
          <mc:Fallback xmlns="">
            <p:pic>
              <p:nvPicPr>
                <p:cNvPr id="338" name="Ink 337">
                  <a:extLst>
                    <a:ext uri="{FF2B5EF4-FFF2-40B4-BE49-F238E27FC236}">
                      <a16:creationId xmlns:a16="http://schemas.microsoft.com/office/drawing/2014/main" id="{AFB18A3A-4BAA-B72E-7214-D4DE81E81B75}"/>
                    </a:ext>
                  </a:extLst>
                </p:cNvPr>
                <p:cNvPicPr/>
                <p:nvPr/>
              </p:nvPicPr>
              <p:blipFill>
                <a:blip r:embed="rId267"/>
                <a:stretch>
                  <a:fillRect/>
                </a:stretch>
              </p:blipFill>
              <p:spPr>
                <a:xfrm>
                  <a:off x="1099050" y="4507230"/>
                  <a:ext cx="171360" cy="77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8">
              <p14:nvContentPartPr>
                <p14:cNvPr id="339" name="Ink 338">
                  <a:extLst>
                    <a:ext uri="{FF2B5EF4-FFF2-40B4-BE49-F238E27FC236}">
                      <a16:creationId xmlns:a16="http://schemas.microsoft.com/office/drawing/2014/main" id="{D8E536A6-9CF0-35B6-7337-015BD0B832ED}"/>
                    </a:ext>
                  </a:extLst>
                </p14:cNvPr>
                <p14:cNvContentPartPr/>
                <p14:nvPr/>
              </p14:nvContentPartPr>
              <p14:xfrm>
                <a:off x="1023450" y="4547190"/>
                <a:ext cx="191520" cy="323280"/>
              </p14:xfrm>
            </p:contentPart>
          </mc:Choice>
          <mc:Fallback xmlns="">
            <p:pic>
              <p:nvPicPr>
                <p:cNvPr id="339" name="Ink 338">
                  <a:extLst>
                    <a:ext uri="{FF2B5EF4-FFF2-40B4-BE49-F238E27FC236}">
                      <a16:creationId xmlns:a16="http://schemas.microsoft.com/office/drawing/2014/main" id="{D8E536A6-9CF0-35B6-7337-015BD0B832ED}"/>
                    </a:ext>
                  </a:extLst>
                </p:cNvPr>
                <p:cNvPicPr/>
                <p:nvPr/>
              </p:nvPicPr>
              <p:blipFill>
                <a:blip r:embed="rId269"/>
                <a:stretch>
                  <a:fillRect/>
                </a:stretch>
              </p:blipFill>
              <p:spPr>
                <a:xfrm>
                  <a:off x="1014810" y="4538550"/>
                  <a:ext cx="209160" cy="3409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70">
            <p14:nvContentPartPr>
              <p14:cNvPr id="341" name="Ink 340">
                <a:extLst>
                  <a:ext uri="{FF2B5EF4-FFF2-40B4-BE49-F238E27FC236}">
                    <a16:creationId xmlns:a16="http://schemas.microsoft.com/office/drawing/2014/main" id="{42BA824E-7374-22BA-7C93-14DEFE2ED8BF}"/>
                  </a:ext>
                </a:extLst>
              </p14:cNvPr>
              <p14:cNvContentPartPr/>
              <p14:nvPr/>
            </p14:nvContentPartPr>
            <p14:xfrm>
              <a:off x="8052090" y="4396710"/>
              <a:ext cx="77400" cy="156960"/>
            </p14:xfrm>
          </p:contentPart>
        </mc:Choice>
        <mc:Fallback xmlns="">
          <p:pic>
            <p:nvPicPr>
              <p:cNvPr id="341" name="Ink 340">
                <a:extLst>
                  <a:ext uri="{FF2B5EF4-FFF2-40B4-BE49-F238E27FC236}">
                    <a16:creationId xmlns:a16="http://schemas.microsoft.com/office/drawing/2014/main" id="{42BA824E-7374-22BA-7C93-14DEFE2ED8BF}"/>
                  </a:ext>
                </a:extLst>
              </p:cNvPr>
              <p:cNvPicPr/>
              <p:nvPr/>
            </p:nvPicPr>
            <p:blipFill>
              <a:blip r:embed="rId271"/>
              <a:stretch>
                <a:fillRect/>
              </a:stretch>
            </p:blipFill>
            <p:spPr>
              <a:xfrm>
                <a:off x="8043090" y="4388070"/>
                <a:ext cx="95040" cy="174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2">
            <p14:nvContentPartPr>
              <p14:cNvPr id="343" name="Ink 342">
                <a:extLst>
                  <a:ext uri="{FF2B5EF4-FFF2-40B4-BE49-F238E27FC236}">
                    <a16:creationId xmlns:a16="http://schemas.microsoft.com/office/drawing/2014/main" id="{9C55952A-6610-12E0-B5AF-2CA7E1963D07}"/>
                  </a:ext>
                </a:extLst>
              </p14:cNvPr>
              <p14:cNvContentPartPr/>
              <p14:nvPr/>
            </p14:nvContentPartPr>
            <p14:xfrm>
              <a:off x="8488770" y="4371510"/>
              <a:ext cx="163440" cy="190080"/>
            </p14:xfrm>
          </p:contentPart>
        </mc:Choice>
        <mc:Fallback xmlns="">
          <p:pic>
            <p:nvPicPr>
              <p:cNvPr id="343" name="Ink 342">
                <a:extLst>
                  <a:ext uri="{FF2B5EF4-FFF2-40B4-BE49-F238E27FC236}">
                    <a16:creationId xmlns:a16="http://schemas.microsoft.com/office/drawing/2014/main" id="{9C55952A-6610-12E0-B5AF-2CA7E1963D07}"/>
                  </a:ext>
                </a:extLst>
              </p:cNvPr>
              <p:cNvPicPr/>
              <p:nvPr/>
            </p:nvPicPr>
            <p:blipFill>
              <a:blip r:embed="rId273"/>
              <a:stretch>
                <a:fillRect/>
              </a:stretch>
            </p:blipFill>
            <p:spPr>
              <a:xfrm>
                <a:off x="8480130" y="4362510"/>
                <a:ext cx="181080" cy="207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4">
            <p14:nvContentPartPr>
              <p14:cNvPr id="345" name="Ink 344">
                <a:extLst>
                  <a:ext uri="{FF2B5EF4-FFF2-40B4-BE49-F238E27FC236}">
                    <a16:creationId xmlns:a16="http://schemas.microsoft.com/office/drawing/2014/main" id="{EBEBE307-335E-5AAA-397F-E6645BFAD397}"/>
                  </a:ext>
                </a:extLst>
              </p14:cNvPr>
              <p14:cNvContentPartPr/>
              <p14:nvPr/>
            </p14:nvContentPartPr>
            <p14:xfrm>
              <a:off x="9089250" y="4332270"/>
              <a:ext cx="222120" cy="208080"/>
            </p14:xfrm>
          </p:contentPart>
        </mc:Choice>
        <mc:Fallback xmlns="">
          <p:pic>
            <p:nvPicPr>
              <p:cNvPr id="345" name="Ink 344">
                <a:extLst>
                  <a:ext uri="{FF2B5EF4-FFF2-40B4-BE49-F238E27FC236}">
                    <a16:creationId xmlns:a16="http://schemas.microsoft.com/office/drawing/2014/main" id="{EBEBE307-335E-5AAA-397F-E6645BFAD397}"/>
                  </a:ext>
                </a:extLst>
              </p:cNvPr>
              <p:cNvPicPr/>
              <p:nvPr/>
            </p:nvPicPr>
            <p:blipFill>
              <a:blip r:embed="rId275"/>
              <a:stretch>
                <a:fillRect/>
              </a:stretch>
            </p:blipFill>
            <p:spPr>
              <a:xfrm>
                <a:off x="9080610" y="4323630"/>
                <a:ext cx="239760" cy="225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6">
            <p14:nvContentPartPr>
              <p14:cNvPr id="347" name="Ink 346">
                <a:extLst>
                  <a:ext uri="{FF2B5EF4-FFF2-40B4-BE49-F238E27FC236}">
                    <a16:creationId xmlns:a16="http://schemas.microsoft.com/office/drawing/2014/main" id="{259E300A-C45E-E4E7-B414-E5A1D48E266B}"/>
                  </a:ext>
                </a:extLst>
              </p14:cNvPr>
              <p14:cNvContentPartPr/>
              <p14:nvPr/>
            </p14:nvContentPartPr>
            <p14:xfrm>
              <a:off x="9492450" y="4332270"/>
              <a:ext cx="269280" cy="141120"/>
            </p14:xfrm>
          </p:contentPart>
        </mc:Choice>
        <mc:Fallback xmlns="">
          <p:pic>
            <p:nvPicPr>
              <p:cNvPr id="347" name="Ink 346">
                <a:extLst>
                  <a:ext uri="{FF2B5EF4-FFF2-40B4-BE49-F238E27FC236}">
                    <a16:creationId xmlns:a16="http://schemas.microsoft.com/office/drawing/2014/main" id="{259E300A-C45E-E4E7-B414-E5A1D48E266B}"/>
                  </a:ext>
                </a:extLst>
              </p:cNvPr>
              <p:cNvPicPr/>
              <p:nvPr/>
            </p:nvPicPr>
            <p:blipFill>
              <a:blip r:embed="rId277"/>
              <a:stretch>
                <a:fillRect/>
              </a:stretch>
            </p:blipFill>
            <p:spPr>
              <a:xfrm>
                <a:off x="9483810" y="4323630"/>
                <a:ext cx="286920" cy="158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8">
            <p14:nvContentPartPr>
              <p14:cNvPr id="349" name="Ink 348">
                <a:extLst>
                  <a:ext uri="{FF2B5EF4-FFF2-40B4-BE49-F238E27FC236}">
                    <a16:creationId xmlns:a16="http://schemas.microsoft.com/office/drawing/2014/main" id="{11BB4388-5F6C-CDF5-4903-158C0945719A}"/>
                  </a:ext>
                </a:extLst>
              </p14:cNvPr>
              <p14:cNvContentPartPr/>
              <p14:nvPr/>
            </p14:nvContentPartPr>
            <p14:xfrm>
              <a:off x="7944090" y="4799190"/>
              <a:ext cx="202680" cy="150480"/>
            </p14:xfrm>
          </p:contentPart>
        </mc:Choice>
        <mc:Fallback xmlns="">
          <p:pic>
            <p:nvPicPr>
              <p:cNvPr id="349" name="Ink 348">
                <a:extLst>
                  <a:ext uri="{FF2B5EF4-FFF2-40B4-BE49-F238E27FC236}">
                    <a16:creationId xmlns:a16="http://schemas.microsoft.com/office/drawing/2014/main" id="{11BB4388-5F6C-CDF5-4903-158C0945719A}"/>
                  </a:ext>
                </a:extLst>
              </p:cNvPr>
              <p:cNvPicPr/>
              <p:nvPr/>
            </p:nvPicPr>
            <p:blipFill>
              <a:blip r:embed="rId279"/>
              <a:stretch>
                <a:fillRect/>
              </a:stretch>
            </p:blipFill>
            <p:spPr>
              <a:xfrm>
                <a:off x="7935090" y="4790550"/>
                <a:ext cx="220320" cy="168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0">
            <p14:nvContentPartPr>
              <p14:cNvPr id="350" name="Ink 349">
                <a:extLst>
                  <a:ext uri="{FF2B5EF4-FFF2-40B4-BE49-F238E27FC236}">
                    <a16:creationId xmlns:a16="http://schemas.microsoft.com/office/drawing/2014/main" id="{E92AAAED-C267-A6D5-2284-F2E4A3F23735}"/>
                  </a:ext>
                </a:extLst>
              </p14:cNvPr>
              <p14:cNvContentPartPr/>
              <p14:nvPr/>
            </p14:nvContentPartPr>
            <p14:xfrm>
              <a:off x="8484090" y="4754910"/>
              <a:ext cx="237240" cy="154440"/>
            </p14:xfrm>
          </p:contentPart>
        </mc:Choice>
        <mc:Fallback xmlns="">
          <p:pic>
            <p:nvPicPr>
              <p:cNvPr id="350" name="Ink 349">
                <a:extLst>
                  <a:ext uri="{FF2B5EF4-FFF2-40B4-BE49-F238E27FC236}">
                    <a16:creationId xmlns:a16="http://schemas.microsoft.com/office/drawing/2014/main" id="{E92AAAED-C267-A6D5-2284-F2E4A3F23735}"/>
                  </a:ext>
                </a:extLst>
              </p:cNvPr>
              <p:cNvPicPr/>
              <p:nvPr/>
            </p:nvPicPr>
            <p:blipFill>
              <a:blip r:embed="rId281"/>
              <a:stretch>
                <a:fillRect/>
              </a:stretch>
            </p:blipFill>
            <p:spPr>
              <a:xfrm>
                <a:off x="8475450" y="4745910"/>
                <a:ext cx="254880" cy="172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2">
            <p14:nvContentPartPr>
              <p14:cNvPr id="352" name="Ink 351">
                <a:extLst>
                  <a:ext uri="{FF2B5EF4-FFF2-40B4-BE49-F238E27FC236}">
                    <a16:creationId xmlns:a16="http://schemas.microsoft.com/office/drawing/2014/main" id="{79B01338-B0D2-8AE9-8E2E-1CC7AB23E0A8}"/>
                  </a:ext>
                </a:extLst>
              </p14:cNvPr>
              <p14:cNvContentPartPr/>
              <p14:nvPr/>
            </p14:nvContentPartPr>
            <p14:xfrm>
              <a:off x="9047850" y="4711710"/>
              <a:ext cx="176400" cy="170280"/>
            </p14:xfrm>
          </p:contentPart>
        </mc:Choice>
        <mc:Fallback xmlns="">
          <p:pic>
            <p:nvPicPr>
              <p:cNvPr id="352" name="Ink 351">
                <a:extLst>
                  <a:ext uri="{FF2B5EF4-FFF2-40B4-BE49-F238E27FC236}">
                    <a16:creationId xmlns:a16="http://schemas.microsoft.com/office/drawing/2014/main" id="{79B01338-B0D2-8AE9-8E2E-1CC7AB23E0A8}"/>
                  </a:ext>
                </a:extLst>
              </p:cNvPr>
              <p:cNvPicPr/>
              <p:nvPr/>
            </p:nvPicPr>
            <p:blipFill>
              <a:blip r:embed="rId283"/>
              <a:stretch>
                <a:fillRect/>
              </a:stretch>
            </p:blipFill>
            <p:spPr>
              <a:xfrm>
                <a:off x="9039210" y="4702710"/>
                <a:ext cx="194040" cy="187920"/>
              </a:xfrm>
              <a:prstGeom prst="rect">
                <a:avLst/>
              </a:prstGeom>
            </p:spPr>
          </p:pic>
        </mc:Fallback>
      </mc:AlternateContent>
      <p:grpSp>
        <p:nvGrpSpPr>
          <p:cNvPr id="365" name="Group 364">
            <a:extLst>
              <a:ext uri="{FF2B5EF4-FFF2-40B4-BE49-F238E27FC236}">
                <a16:creationId xmlns:a16="http://schemas.microsoft.com/office/drawing/2014/main" id="{42FB1489-28BF-9B38-7392-48A7985E0178}"/>
              </a:ext>
            </a:extLst>
          </p:cNvPr>
          <p:cNvGrpSpPr/>
          <p:nvPr/>
        </p:nvGrpSpPr>
        <p:grpSpPr>
          <a:xfrm>
            <a:off x="2339250" y="2766270"/>
            <a:ext cx="7719480" cy="3504240"/>
            <a:chOff x="2339250" y="2766270"/>
            <a:chExt cx="7719480" cy="3504240"/>
          </a:xfrm>
        </p:grpSpPr>
        <mc:AlternateContent xmlns:mc="http://schemas.openxmlformats.org/markup-compatibility/2006" xmlns:p14="http://schemas.microsoft.com/office/powerpoint/2010/main" xmlns:aink="http://schemas.microsoft.com/office/drawing/2016/ink">
          <mc:Choice Requires="p14 aink">
            <p:contentPart p14:bwMode="auto" r:id="rId284">
              <p14:nvContentPartPr>
                <p14:cNvPr id="227" name="Ink 226">
                  <a:extLst>
                    <a:ext uri="{FF2B5EF4-FFF2-40B4-BE49-F238E27FC236}">
                      <a16:creationId xmlns:a16="http://schemas.microsoft.com/office/drawing/2014/main" id="{67F31BFC-3A34-6D04-91DC-0BD147B98178}"/>
                    </a:ext>
                  </a:extLst>
                </p14:cNvPr>
                <p14:cNvContentPartPr/>
                <p14:nvPr/>
              </p14:nvContentPartPr>
              <p14:xfrm>
                <a:off x="2426730" y="5957310"/>
                <a:ext cx="185760" cy="291240"/>
              </p14:xfrm>
            </p:contentPart>
          </mc:Choice>
          <mc:Fallback xmlns="">
            <p:pic>
              <p:nvPicPr>
                <p:cNvPr id="227" name="Ink 226">
                  <a:extLst>
                    <a:ext uri="{FF2B5EF4-FFF2-40B4-BE49-F238E27FC236}">
                      <a16:creationId xmlns:a16="http://schemas.microsoft.com/office/drawing/2014/main" id="{67F31BFC-3A34-6D04-91DC-0BD147B98178}"/>
                    </a:ext>
                  </a:extLst>
                </p:cNvPr>
                <p:cNvPicPr/>
                <p:nvPr/>
              </p:nvPicPr>
              <p:blipFill>
                <a:blip r:embed="rId285"/>
                <a:stretch>
                  <a:fillRect/>
                </a:stretch>
              </p:blipFill>
              <p:spPr>
                <a:xfrm>
                  <a:off x="2417730" y="5948670"/>
                  <a:ext cx="203400" cy="308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6">
              <p14:nvContentPartPr>
                <p14:cNvPr id="228" name="Ink 227">
                  <a:extLst>
                    <a:ext uri="{FF2B5EF4-FFF2-40B4-BE49-F238E27FC236}">
                      <a16:creationId xmlns:a16="http://schemas.microsoft.com/office/drawing/2014/main" id="{66415652-E039-C704-C259-3E454887C237}"/>
                    </a:ext>
                  </a:extLst>
                </p14:cNvPr>
                <p14:cNvContentPartPr/>
                <p14:nvPr/>
              </p14:nvContentPartPr>
              <p14:xfrm>
                <a:off x="7642410" y="5701710"/>
                <a:ext cx="238320" cy="525960"/>
              </p14:xfrm>
            </p:contentPart>
          </mc:Choice>
          <mc:Fallback xmlns="">
            <p:pic>
              <p:nvPicPr>
                <p:cNvPr id="228" name="Ink 227">
                  <a:extLst>
                    <a:ext uri="{FF2B5EF4-FFF2-40B4-BE49-F238E27FC236}">
                      <a16:creationId xmlns:a16="http://schemas.microsoft.com/office/drawing/2014/main" id="{66415652-E039-C704-C259-3E454887C237}"/>
                    </a:ext>
                  </a:extLst>
                </p:cNvPr>
                <p:cNvPicPr/>
                <p:nvPr/>
              </p:nvPicPr>
              <p:blipFill>
                <a:blip r:embed="rId287"/>
                <a:stretch>
                  <a:fillRect/>
                </a:stretch>
              </p:blipFill>
              <p:spPr>
                <a:xfrm>
                  <a:off x="7633410" y="5692710"/>
                  <a:ext cx="255960" cy="543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8">
              <p14:nvContentPartPr>
                <p14:cNvPr id="163" name="Ink 162">
                  <a:extLst>
                    <a:ext uri="{FF2B5EF4-FFF2-40B4-BE49-F238E27FC236}">
                      <a16:creationId xmlns:a16="http://schemas.microsoft.com/office/drawing/2014/main" id="{0ABDEECE-EBCD-F412-7DD9-B8415B29A8B2}"/>
                    </a:ext>
                  </a:extLst>
                </p14:cNvPr>
                <p14:cNvContentPartPr/>
                <p14:nvPr/>
              </p14:nvContentPartPr>
              <p14:xfrm>
                <a:off x="2801490" y="6021750"/>
                <a:ext cx="31680" cy="125280"/>
              </p14:xfrm>
            </p:contentPart>
          </mc:Choice>
          <mc:Fallback xmlns="">
            <p:pic>
              <p:nvPicPr>
                <p:cNvPr id="163" name="Ink 162">
                  <a:extLst>
                    <a:ext uri="{FF2B5EF4-FFF2-40B4-BE49-F238E27FC236}">
                      <a16:creationId xmlns:a16="http://schemas.microsoft.com/office/drawing/2014/main" id="{0ABDEECE-EBCD-F412-7DD9-B8415B29A8B2}"/>
                    </a:ext>
                  </a:extLst>
                </p:cNvPr>
                <p:cNvPicPr/>
                <p:nvPr/>
              </p:nvPicPr>
              <p:blipFill>
                <a:blip r:embed="rId289"/>
                <a:stretch>
                  <a:fillRect/>
                </a:stretch>
              </p:blipFill>
              <p:spPr>
                <a:xfrm>
                  <a:off x="2792850" y="6013110"/>
                  <a:ext cx="49320" cy="142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0">
              <p14:nvContentPartPr>
                <p14:cNvPr id="164" name="Ink 163">
                  <a:extLst>
                    <a:ext uri="{FF2B5EF4-FFF2-40B4-BE49-F238E27FC236}">
                      <a16:creationId xmlns:a16="http://schemas.microsoft.com/office/drawing/2014/main" id="{4FD91B31-3C2D-61F7-B3EB-4536DF8E77E8}"/>
                    </a:ext>
                  </a:extLst>
                </p14:cNvPr>
                <p14:cNvContentPartPr/>
                <p14:nvPr/>
              </p14:nvContentPartPr>
              <p14:xfrm>
                <a:off x="2842170" y="6062790"/>
                <a:ext cx="56880" cy="72360"/>
              </p14:xfrm>
            </p:contentPart>
          </mc:Choice>
          <mc:Fallback xmlns="">
            <p:pic>
              <p:nvPicPr>
                <p:cNvPr id="164" name="Ink 163">
                  <a:extLst>
                    <a:ext uri="{FF2B5EF4-FFF2-40B4-BE49-F238E27FC236}">
                      <a16:creationId xmlns:a16="http://schemas.microsoft.com/office/drawing/2014/main" id="{4FD91B31-3C2D-61F7-B3EB-4536DF8E77E8}"/>
                    </a:ext>
                  </a:extLst>
                </p:cNvPr>
                <p:cNvPicPr/>
                <p:nvPr/>
              </p:nvPicPr>
              <p:blipFill>
                <a:blip r:embed="rId291"/>
                <a:stretch>
                  <a:fillRect/>
                </a:stretch>
              </p:blipFill>
              <p:spPr>
                <a:xfrm>
                  <a:off x="2833530" y="6054150"/>
                  <a:ext cx="74520" cy="90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2">
              <p14:nvContentPartPr>
                <p14:cNvPr id="165" name="Ink 164">
                  <a:extLst>
                    <a:ext uri="{FF2B5EF4-FFF2-40B4-BE49-F238E27FC236}">
                      <a16:creationId xmlns:a16="http://schemas.microsoft.com/office/drawing/2014/main" id="{FB0B7746-17BB-3A3C-1E86-E6CAA8BAEECC}"/>
                    </a:ext>
                  </a:extLst>
                </p14:cNvPr>
                <p14:cNvContentPartPr/>
                <p14:nvPr/>
              </p14:nvContentPartPr>
              <p14:xfrm>
                <a:off x="2829930" y="6076470"/>
                <a:ext cx="107280" cy="43560"/>
              </p14:xfrm>
            </p:contentPart>
          </mc:Choice>
          <mc:Fallback xmlns="">
            <p:pic>
              <p:nvPicPr>
                <p:cNvPr id="165" name="Ink 164">
                  <a:extLst>
                    <a:ext uri="{FF2B5EF4-FFF2-40B4-BE49-F238E27FC236}">
                      <a16:creationId xmlns:a16="http://schemas.microsoft.com/office/drawing/2014/main" id="{FB0B7746-17BB-3A3C-1E86-E6CAA8BAEECC}"/>
                    </a:ext>
                  </a:extLst>
                </p:cNvPr>
                <p:cNvPicPr/>
                <p:nvPr/>
              </p:nvPicPr>
              <p:blipFill>
                <a:blip r:embed="rId293"/>
                <a:stretch>
                  <a:fillRect/>
                </a:stretch>
              </p:blipFill>
              <p:spPr>
                <a:xfrm>
                  <a:off x="2820930" y="6067830"/>
                  <a:ext cx="124920" cy="61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4">
              <p14:nvContentPartPr>
                <p14:cNvPr id="166" name="Ink 165">
                  <a:extLst>
                    <a:ext uri="{FF2B5EF4-FFF2-40B4-BE49-F238E27FC236}">
                      <a16:creationId xmlns:a16="http://schemas.microsoft.com/office/drawing/2014/main" id="{3E2AAAC8-CD4C-BC86-34C5-13CBE2554BCC}"/>
                    </a:ext>
                  </a:extLst>
                </p14:cNvPr>
                <p14:cNvContentPartPr/>
                <p14:nvPr/>
              </p14:nvContentPartPr>
              <p14:xfrm>
                <a:off x="2932890" y="6043350"/>
                <a:ext cx="37800" cy="92520"/>
              </p14:xfrm>
            </p:contentPart>
          </mc:Choice>
          <mc:Fallback xmlns="">
            <p:pic>
              <p:nvPicPr>
                <p:cNvPr id="166" name="Ink 165">
                  <a:extLst>
                    <a:ext uri="{FF2B5EF4-FFF2-40B4-BE49-F238E27FC236}">
                      <a16:creationId xmlns:a16="http://schemas.microsoft.com/office/drawing/2014/main" id="{3E2AAAC8-CD4C-BC86-34C5-13CBE2554BCC}"/>
                    </a:ext>
                  </a:extLst>
                </p:cNvPr>
                <p:cNvPicPr/>
                <p:nvPr/>
              </p:nvPicPr>
              <p:blipFill>
                <a:blip r:embed="rId295"/>
                <a:stretch>
                  <a:fillRect/>
                </a:stretch>
              </p:blipFill>
              <p:spPr>
                <a:xfrm>
                  <a:off x="2924250" y="6034710"/>
                  <a:ext cx="55440" cy="110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6">
              <p14:nvContentPartPr>
                <p14:cNvPr id="167" name="Ink 166">
                  <a:extLst>
                    <a:ext uri="{FF2B5EF4-FFF2-40B4-BE49-F238E27FC236}">
                      <a16:creationId xmlns:a16="http://schemas.microsoft.com/office/drawing/2014/main" id="{3CB2D7D7-6C18-5D00-73D8-A42A3807AFEA}"/>
                    </a:ext>
                  </a:extLst>
                </p14:cNvPr>
                <p14:cNvContentPartPr/>
                <p14:nvPr/>
              </p14:nvContentPartPr>
              <p14:xfrm>
                <a:off x="3001650" y="6087630"/>
                <a:ext cx="138600" cy="16920"/>
              </p14:xfrm>
            </p:contentPart>
          </mc:Choice>
          <mc:Fallback xmlns="">
            <p:pic>
              <p:nvPicPr>
                <p:cNvPr id="167" name="Ink 166">
                  <a:extLst>
                    <a:ext uri="{FF2B5EF4-FFF2-40B4-BE49-F238E27FC236}">
                      <a16:creationId xmlns:a16="http://schemas.microsoft.com/office/drawing/2014/main" id="{3CB2D7D7-6C18-5D00-73D8-A42A3807AFEA}"/>
                    </a:ext>
                  </a:extLst>
                </p:cNvPr>
                <p:cNvPicPr/>
                <p:nvPr/>
              </p:nvPicPr>
              <p:blipFill>
                <a:blip r:embed="rId297"/>
                <a:stretch>
                  <a:fillRect/>
                </a:stretch>
              </p:blipFill>
              <p:spPr>
                <a:xfrm>
                  <a:off x="2992650" y="6078630"/>
                  <a:ext cx="156240" cy="34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8">
              <p14:nvContentPartPr>
                <p14:cNvPr id="168" name="Ink 167">
                  <a:extLst>
                    <a:ext uri="{FF2B5EF4-FFF2-40B4-BE49-F238E27FC236}">
                      <a16:creationId xmlns:a16="http://schemas.microsoft.com/office/drawing/2014/main" id="{AC003E42-7747-D6EA-029A-9D9BF57B0FD2}"/>
                    </a:ext>
                  </a:extLst>
                </p14:cNvPr>
                <p14:cNvContentPartPr/>
                <p14:nvPr/>
              </p14:nvContentPartPr>
              <p14:xfrm>
                <a:off x="3051690" y="6074670"/>
                <a:ext cx="53280" cy="78120"/>
              </p14:xfrm>
            </p:contentPart>
          </mc:Choice>
          <mc:Fallback xmlns="">
            <p:pic>
              <p:nvPicPr>
                <p:cNvPr id="168" name="Ink 167">
                  <a:extLst>
                    <a:ext uri="{FF2B5EF4-FFF2-40B4-BE49-F238E27FC236}">
                      <a16:creationId xmlns:a16="http://schemas.microsoft.com/office/drawing/2014/main" id="{AC003E42-7747-D6EA-029A-9D9BF57B0FD2}"/>
                    </a:ext>
                  </a:extLst>
                </p:cNvPr>
                <p:cNvPicPr/>
                <p:nvPr/>
              </p:nvPicPr>
              <p:blipFill>
                <a:blip r:embed="rId299"/>
                <a:stretch>
                  <a:fillRect/>
                </a:stretch>
              </p:blipFill>
              <p:spPr>
                <a:xfrm>
                  <a:off x="3042690" y="6065670"/>
                  <a:ext cx="70920" cy="95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0">
              <p14:nvContentPartPr>
                <p14:cNvPr id="170" name="Ink 169">
                  <a:extLst>
                    <a:ext uri="{FF2B5EF4-FFF2-40B4-BE49-F238E27FC236}">
                      <a16:creationId xmlns:a16="http://schemas.microsoft.com/office/drawing/2014/main" id="{5CF8F028-7C96-05A3-4E8C-19529F8EDB9A}"/>
                    </a:ext>
                  </a:extLst>
                </p14:cNvPr>
                <p14:cNvContentPartPr/>
                <p14:nvPr/>
              </p14:nvContentPartPr>
              <p14:xfrm>
                <a:off x="3183090" y="6045510"/>
                <a:ext cx="31680" cy="82800"/>
              </p14:xfrm>
            </p:contentPart>
          </mc:Choice>
          <mc:Fallback xmlns="">
            <p:pic>
              <p:nvPicPr>
                <p:cNvPr id="170" name="Ink 169">
                  <a:extLst>
                    <a:ext uri="{FF2B5EF4-FFF2-40B4-BE49-F238E27FC236}">
                      <a16:creationId xmlns:a16="http://schemas.microsoft.com/office/drawing/2014/main" id="{5CF8F028-7C96-05A3-4E8C-19529F8EDB9A}"/>
                    </a:ext>
                  </a:extLst>
                </p:cNvPr>
                <p:cNvPicPr/>
                <p:nvPr/>
              </p:nvPicPr>
              <p:blipFill>
                <a:blip r:embed="rId301"/>
                <a:stretch>
                  <a:fillRect/>
                </a:stretch>
              </p:blipFill>
              <p:spPr>
                <a:xfrm>
                  <a:off x="3174450" y="6036510"/>
                  <a:ext cx="49320" cy="100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2">
              <p14:nvContentPartPr>
                <p14:cNvPr id="171" name="Ink 170">
                  <a:extLst>
                    <a:ext uri="{FF2B5EF4-FFF2-40B4-BE49-F238E27FC236}">
                      <a16:creationId xmlns:a16="http://schemas.microsoft.com/office/drawing/2014/main" id="{4D0248E8-D162-BE55-DD95-84B489984CD9}"/>
                    </a:ext>
                  </a:extLst>
                </p14:cNvPr>
                <p14:cNvContentPartPr/>
                <p14:nvPr/>
              </p14:nvContentPartPr>
              <p14:xfrm>
                <a:off x="3236730" y="6064950"/>
                <a:ext cx="72000" cy="58680"/>
              </p14:xfrm>
            </p:contentPart>
          </mc:Choice>
          <mc:Fallback xmlns="">
            <p:pic>
              <p:nvPicPr>
                <p:cNvPr id="171" name="Ink 170">
                  <a:extLst>
                    <a:ext uri="{FF2B5EF4-FFF2-40B4-BE49-F238E27FC236}">
                      <a16:creationId xmlns:a16="http://schemas.microsoft.com/office/drawing/2014/main" id="{4D0248E8-D162-BE55-DD95-84B489984CD9}"/>
                    </a:ext>
                  </a:extLst>
                </p:cNvPr>
                <p:cNvPicPr/>
                <p:nvPr/>
              </p:nvPicPr>
              <p:blipFill>
                <a:blip r:embed="rId303"/>
                <a:stretch>
                  <a:fillRect/>
                </a:stretch>
              </p:blipFill>
              <p:spPr>
                <a:xfrm>
                  <a:off x="3227730" y="6055950"/>
                  <a:ext cx="89640" cy="76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4">
              <p14:nvContentPartPr>
                <p14:cNvPr id="172" name="Ink 171">
                  <a:extLst>
                    <a:ext uri="{FF2B5EF4-FFF2-40B4-BE49-F238E27FC236}">
                      <a16:creationId xmlns:a16="http://schemas.microsoft.com/office/drawing/2014/main" id="{C216A0D4-6C14-03FA-17B1-115C8C6B0EBE}"/>
                    </a:ext>
                  </a:extLst>
                </p14:cNvPr>
                <p14:cNvContentPartPr/>
                <p14:nvPr/>
              </p14:nvContentPartPr>
              <p14:xfrm>
                <a:off x="3214410" y="6078630"/>
                <a:ext cx="124200" cy="32040"/>
              </p14:xfrm>
            </p:contentPart>
          </mc:Choice>
          <mc:Fallback xmlns="">
            <p:pic>
              <p:nvPicPr>
                <p:cNvPr id="172" name="Ink 171">
                  <a:extLst>
                    <a:ext uri="{FF2B5EF4-FFF2-40B4-BE49-F238E27FC236}">
                      <a16:creationId xmlns:a16="http://schemas.microsoft.com/office/drawing/2014/main" id="{C216A0D4-6C14-03FA-17B1-115C8C6B0EBE}"/>
                    </a:ext>
                  </a:extLst>
                </p:cNvPr>
                <p:cNvPicPr/>
                <p:nvPr/>
              </p:nvPicPr>
              <p:blipFill>
                <a:blip r:embed="rId305"/>
                <a:stretch>
                  <a:fillRect/>
                </a:stretch>
              </p:blipFill>
              <p:spPr>
                <a:xfrm>
                  <a:off x="3205410" y="6069630"/>
                  <a:ext cx="141840" cy="49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6">
              <p14:nvContentPartPr>
                <p14:cNvPr id="173" name="Ink 172">
                  <a:extLst>
                    <a:ext uri="{FF2B5EF4-FFF2-40B4-BE49-F238E27FC236}">
                      <a16:creationId xmlns:a16="http://schemas.microsoft.com/office/drawing/2014/main" id="{B4F20A6F-77C8-A0BA-4B64-DF5A547012B0}"/>
                    </a:ext>
                  </a:extLst>
                </p14:cNvPr>
                <p14:cNvContentPartPr/>
                <p14:nvPr/>
              </p14:nvContentPartPr>
              <p14:xfrm>
                <a:off x="3336090" y="6055590"/>
                <a:ext cx="106560" cy="62640"/>
              </p14:xfrm>
            </p:contentPart>
          </mc:Choice>
          <mc:Fallback xmlns="">
            <p:pic>
              <p:nvPicPr>
                <p:cNvPr id="173" name="Ink 172">
                  <a:extLst>
                    <a:ext uri="{FF2B5EF4-FFF2-40B4-BE49-F238E27FC236}">
                      <a16:creationId xmlns:a16="http://schemas.microsoft.com/office/drawing/2014/main" id="{B4F20A6F-77C8-A0BA-4B64-DF5A547012B0}"/>
                    </a:ext>
                  </a:extLst>
                </p:cNvPr>
                <p:cNvPicPr/>
                <p:nvPr/>
              </p:nvPicPr>
              <p:blipFill>
                <a:blip r:embed="rId307"/>
                <a:stretch>
                  <a:fillRect/>
                </a:stretch>
              </p:blipFill>
              <p:spPr>
                <a:xfrm>
                  <a:off x="3327090" y="6046950"/>
                  <a:ext cx="124200" cy="80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8">
              <p14:nvContentPartPr>
                <p14:cNvPr id="174" name="Ink 173">
                  <a:extLst>
                    <a:ext uri="{FF2B5EF4-FFF2-40B4-BE49-F238E27FC236}">
                      <a16:creationId xmlns:a16="http://schemas.microsoft.com/office/drawing/2014/main" id="{829446EB-095A-518A-EE5F-73B148D804FD}"/>
                    </a:ext>
                  </a:extLst>
                </p14:cNvPr>
                <p14:cNvContentPartPr/>
                <p14:nvPr/>
              </p14:nvContentPartPr>
              <p14:xfrm>
                <a:off x="3427170" y="6053070"/>
                <a:ext cx="228240" cy="35280"/>
              </p14:xfrm>
            </p:contentPart>
          </mc:Choice>
          <mc:Fallback xmlns="">
            <p:pic>
              <p:nvPicPr>
                <p:cNvPr id="174" name="Ink 173">
                  <a:extLst>
                    <a:ext uri="{FF2B5EF4-FFF2-40B4-BE49-F238E27FC236}">
                      <a16:creationId xmlns:a16="http://schemas.microsoft.com/office/drawing/2014/main" id="{829446EB-095A-518A-EE5F-73B148D804FD}"/>
                    </a:ext>
                  </a:extLst>
                </p:cNvPr>
                <p:cNvPicPr/>
                <p:nvPr/>
              </p:nvPicPr>
              <p:blipFill>
                <a:blip r:embed="rId309"/>
                <a:stretch>
                  <a:fillRect/>
                </a:stretch>
              </p:blipFill>
              <p:spPr>
                <a:xfrm>
                  <a:off x="3418170" y="6044070"/>
                  <a:ext cx="245880" cy="52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0">
              <p14:nvContentPartPr>
                <p14:cNvPr id="175" name="Ink 174">
                  <a:extLst>
                    <a:ext uri="{FF2B5EF4-FFF2-40B4-BE49-F238E27FC236}">
                      <a16:creationId xmlns:a16="http://schemas.microsoft.com/office/drawing/2014/main" id="{AE2E6D9E-D5A3-EEAF-BC90-8D338D3FE8B6}"/>
                    </a:ext>
                  </a:extLst>
                </p14:cNvPr>
                <p14:cNvContentPartPr/>
                <p14:nvPr/>
              </p14:nvContentPartPr>
              <p14:xfrm>
                <a:off x="3551730" y="6037590"/>
                <a:ext cx="32400" cy="95400"/>
              </p14:xfrm>
            </p:contentPart>
          </mc:Choice>
          <mc:Fallback xmlns="">
            <p:pic>
              <p:nvPicPr>
                <p:cNvPr id="175" name="Ink 174">
                  <a:extLst>
                    <a:ext uri="{FF2B5EF4-FFF2-40B4-BE49-F238E27FC236}">
                      <a16:creationId xmlns:a16="http://schemas.microsoft.com/office/drawing/2014/main" id="{AE2E6D9E-D5A3-EEAF-BC90-8D338D3FE8B6}"/>
                    </a:ext>
                  </a:extLst>
                </p:cNvPr>
                <p:cNvPicPr/>
                <p:nvPr/>
              </p:nvPicPr>
              <p:blipFill>
                <a:blip r:embed="rId311"/>
                <a:stretch>
                  <a:fillRect/>
                </a:stretch>
              </p:blipFill>
              <p:spPr>
                <a:xfrm>
                  <a:off x="3542730" y="6028590"/>
                  <a:ext cx="50040" cy="113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2">
              <p14:nvContentPartPr>
                <p14:cNvPr id="177" name="Ink 176">
                  <a:extLst>
                    <a:ext uri="{FF2B5EF4-FFF2-40B4-BE49-F238E27FC236}">
                      <a16:creationId xmlns:a16="http://schemas.microsoft.com/office/drawing/2014/main" id="{8FB0FF2F-F929-62EE-8C52-790FC633E6EA}"/>
                    </a:ext>
                  </a:extLst>
                </p14:cNvPr>
                <p14:cNvContentPartPr/>
                <p14:nvPr/>
              </p14:nvContentPartPr>
              <p14:xfrm>
                <a:off x="3689250" y="6017790"/>
                <a:ext cx="44280" cy="81360"/>
              </p14:xfrm>
            </p:contentPart>
          </mc:Choice>
          <mc:Fallback xmlns="">
            <p:pic>
              <p:nvPicPr>
                <p:cNvPr id="177" name="Ink 176">
                  <a:extLst>
                    <a:ext uri="{FF2B5EF4-FFF2-40B4-BE49-F238E27FC236}">
                      <a16:creationId xmlns:a16="http://schemas.microsoft.com/office/drawing/2014/main" id="{8FB0FF2F-F929-62EE-8C52-790FC633E6EA}"/>
                    </a:ext>
                  </a:extLst>
                </p:cNvPr>
                <p:cNvPicPr/>
                <p:nvPr/>
              </p:nvPicPr>
              <p:blipFill>
                <a:blip r:embed="rId313"/>
                <a:stretch>
                  <a:fillRect/>
                </a:stretch>
              </p:blipFill>
              <p:spPr>
                <a:xfrm>
                  <a:off x="3680610" y="6009150"/>
                  <a:ext cx="61920" cy="99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4">
              <p14:nvContentPartPr>
                <p14:cNvPr id="178" name="Ink 177">
                  <a:extLst>
                    <a:ext uri="{FF2B5EF4-FFF2-40B4-BE49-F238E27FC236}">
                      <a16:creationId xmlns:a16="http://schemas.microsoft.com/office/drawing/2014/main" id="{90417277-B7B0-E219-88C4-084A2A81083C}"/>
                    </a:ext>
                  </a:extLst>
                </p14:cNvPr>
                <p14:cNvContentPartPr/>
                <p14:nvPr/>
              </p14:nvContentPartPr>
              <p14:xfrm>
                <a:off x="3805890" y="6021750"/>
                <a:ext cx="52560" cy="70200"/>
              </p14:xfrm>
            </p:contentPart>
          </mc:Choice>
          <mc:Fallback xmlns="">
            <p:pic>
              <p:nvPicPr>
                <p:cNvPr id="178" name="Ink 177">
                  <a:extLst>
                    <a:ext uri="{FF2B5EF4-FFF2-40B4-BE49-F238E27FC236}">
                      <a16:creationId xmlns:a16="http://schemas.microsoft.com/office/drawing/2014/main" id="{90417277-B7B0-E219-88C4-084A2A81083C}"/>
                    </a:ext>
                  </a:extLst>
                </p:cNvPr>
                <p:cNvPicPr/>
                <p:nvPr/>
              </p:nvPicPr>
              <p:blipFill>
                <a:blip r:embed="rId315"/>
                <a:stretch>
                  <a:fillRect/>
                </a:stretch>
              </p:blipFill>
              <p:spPr>
                <a:xfrm>
                  <a:off x="3797250" y="6013110"/>
                  <a:ext cx="70200" cy="87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6">
              <p14:nvContentPartPr>
                <p14:cNvPr id="179" name="Ink 178">
                  <a:extLst>
                    <a:ext uri="{FF2B5EF4-FFF2-40B4-BE49-F238E27FC236}">
                      <a16:creationId xmlns:a16="http://schemas.microsoft.com/office/drawing/2014/main" id="{487C6EEA-F54D-3728-EA83-1F48ED480CBE}"/>
                    </a:ext>
                  </a:extLst>
                </p14:cNvPr>
                <p14:cNvContentPartPr/>
                <p14:nvPr/>
              </p14:nvContentPartPr>
              <p14:xfrm>
                <a:off x="3751890" y="6032190"/>
                <a:ext cx="168120" cy="46440"/>
              </p14:xfrm>
            </p:contentPart>
          </mc:Choice>
          <mc:Fallback xmlns="">
            <p:pic>
              <p:nvPicPr>
                <p:cNvPr id="179" name="Ink 178">
                  <a:extLst>
                    <a:ext uri="{FF2B5EF4-FFF2-40B4-BE49-F238E27FC236}">
                      <a16:creationId xmlns:a16="http://schemas.microsoft.com/office/drawing/2014/main" id="{487C6EEA-F54D-3728-EA83-1F48ED480CBE}"/>
                    </a:ext>
                  </a:extLst>
                </p:cNvPr>
                <p:cNvPicPr/>
                <p:nvPr/>
              </p:nvPicPr>
              <p:blipFill>
                <a:blip r:embed="rId317"/>
                <a:stretch>
                  <a:fillRect/>
                </a:stretch>
              </p:blipFill>
              <p:spPr>
                <a:xfrm>
                  <a:off x="3742890" y="6023190"/>
                  <a:ext cx="185760" cy="64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8">
              <p14:nvContentPartPr>
                <p14:cNvPr id="180" name="Ink 179">
                  <a:extLst>
                    <a:ext uri="{FF2B5EF4-FFF2-40B4-BE49-F238E27FC236}">
                      <a16:creationId xmlns:a16="http://schemas.microsoft.com/office/drawing/2014/main" id="{D7B7C1D5-5538-09F0-EBAA-B0F06F9AEB06}"/>
                    </a:ext>
                  </a:extLst>
                </p14:cNvPr>
                <p14:cNvContentPartPr/>
                <p14:nvPr/>
              </p14:nvContentPartPr>
              <p14:xfrm>
                <a:off x="3917490" y="5994390"/>
                <a:ext cx="42120" cy="104040"/>
              </p14:xfrm>
            </p:contentPart>
          </mc:Choice>
          <mc:Fallback xmlns="">
            <p:pic>
              <p:nvPicPr>
                <p:cNvPr id="180" name="Ink 179">
                  <a:extLst>
                    <a:ext uri="{FF2B5EF4-FFF2-40B4-BE49-F238E27FC236}">
                      <a16:creationId xmlns:a16="http://schemas.microsoft.com/office/drawing/2014/main" id="{D7B7C1D5-5538-09F0-EBAA-B0F06F9AEB06}"/>
                    </a:ext>
                  </a:extLst>
                </p:cNvPr>
                <p:cNvPicPr/>
                <p:nvPr/>
              </p:nvPicPr>
              <p:blipFill>
                <a:blip r:embed="rId319"/>
                <a:stretch>
                  <a:fillRect/>
                </a:stretch>
              </p:blipFill>
              <p:spPr>
                <a:xfrm>
                  <a:off x="3908490" y="5985750"/>
                  <a:ext cx="59760" cy="121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0">
              <p14:nvContentPartPr>
                <p14:cNvPr id="182" name="Ink 181">
                  <a:extLst>
                    <a:ext uri="{FF2B5EF4-FFF2-40B4-BE49-F238E27FC236}">
                      <a16:creationId xmlns:a16="http://schemas.microsoft.com/office/drawing/2014/main" id="{6FF2F12B-835C-1EBC-2173-6C386A14053D}"/>
                    </a:ext>
                  </a:extLst>
                </p14:cNvPr>
                <p14:cNvContentPartPr/>
                <p14:nvPr/>
              </p14:nvContentPartPr>
              <p14:xfrm>
                <a:off x="4004970" y="6036150"/>
                <a:ext cx="151200" cy="11520"/>
              </p14:xfrm>
            </p:contentPart>
          </mc:Choice>
          <mc:Fallback xmlns="">
            <p:pic>
              <p:nvPicPr>
                <p:cNvPr id="182" name="Ink 181">
                  <a:extLst>
                    <a:ext uri="{FF2B5EF4-FFF2-40B4-BE49-F238E27FC236}">
                      <a16:creationId xmlns:a16="http://schemas.microsoft.com/office/drawing/2014/main" id="{6FF2F12B-835C-1EBC-2173-6C386A14053D}"/>
                    </a:ext>
                  </a:extLst>
                </p:cNvPr>
                <p:cNvPicPr/>
                <p:nvPr/>
              </p:nvPicPr>
              <p:blipFill>
                <a:blip r:embed="rId321"/>
                <a:stretch>
                  <a:fillRect/>
                </a:stretch>
              </p:blipFill>
              <p:spPr>
                <a:xfrm>
                  <a:off x="3995970" y="6027510"/>
                  <a:ext cx="168840" cy="29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2">
              <p14:nvContentPartPr>
                <p14:cNvPr id="183" name="Ink 182">
                  <a:extLst>
                    <a:ext uri="{FF2B5EF4-FFF2-40B4-BE49-F238E27FC236}">
                      <a16:creationId xmlns:a16="http://schemas.microsoft.com/office/drawing/2014/main" id="{701E1336-BBFA-795A-FF47-7F2E09F2A410}"/>
                    </a:ext>
                  </a:extLst>
                </p14:cNvPr>
                <p14:cNvContentPartPr/>
                <p14:nvPr/>
              </p14:nvContentPartPr>
              <p14:xfrm>
                <a:off x="4054650" y="6012390"/>
                <a:ext cx="34920" cy="96840"/>
              </p14:xfrm>
            </p:contentPart>
          </mc:Choice>
          <mc:Fallback xmlns="">
            <p:pic>
              <p:nvPicPr>
                <p:cNvPr id="183" name="Ink 182">
                  <a:extLst>
                    <a:ext uri="{FF2B5EF4-FFF2-40B4-BE49-F238E27FC236}">
                      <a16:creationId xmlns:a16="http://schemas.microsoft.com/office/drawing/2014/main" id="{701E1336-BBFA-795A-FF47-7F2E09F2A410}"/>
                    </a:ext>
                  </a:extLst>
                </p:cNvPr>
                <p:cNvPicPr/>
                <p:nvPr/>
              </p:nvPicPr>
              <p:blipFill>
                <a:blip r:embed="rId323"/>
                <a:stretch>
                  <a:fillRect/>
                </a:stretch>
              </p:blipFill>
              <p:spPr>
                <a:xfrm>
                  <a:off x="4046010" y="6003750"/>
                  <a:ext cx="52560" cy="114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4">
              <p14:nvContentPartPr>
                <p14:cNvPr id="185" name="Ink 184">
                  <a:extLst>
                    <a:ext uri="{FF2B5EF4-FFF2-40B4-BE49-F238E27FC236}">
                      <a16:creationId xmlns:a16="http://schemas.microsoft.com/office/drawing/2014/main" id="{B0933434-8EC9-0E4A-B3DF-2A701AAD0505}"/>
                    </a:ext>
                  </a:extLst>
                </p14:cNvPr>
                <p14:cNvContentPartPr/>
                <p14:nvPr/>
              </p14:nvContentPartPr>
              <p14:xfrm>
                <a:off x="4208370" y="5982870"/>
                <a:ext cx="118800" cy="84240"/>
              </p14:xfrm>
            </p:contentPart>
          </mc:Choice>
          <mc:Fallback xmlns="">
            <p:pic>
              <p:nvPicPr>
                <p:cNvPr id="185" name="Ink 184">
                  <a:extLst>
                    <a:ext uri="{FF2B5EF4-FFF2-40B4-BE49-F238E27FC236}">
                      <a16:creationId xmlns:a16="http://schemas.microsoft.com/office/drawing/2014/main" id="{B0933434-8EC9-0E4A-B3DF-2A701AAD0505}"/>
                    </a:ext>
                  </a:extLst>
                </p:cNvPr>
                <p:cNvPicPr/>
                <p:nvPr/>
              </p:nvPicPr>
              <p:blipFill>
                <a:blip r:embed="rId325"/>
                <a:stretch>
                  <a:fillRect/>
                </a:stretch>
              </p:blipFill>
              <p:spPr>
                <a:xfrm>
                  <a:off x="4199730" y="5973870"/>
                  <a:ext cx="136440" cy="101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6">
              <p14:nvContentPartPr>
                <p14:cNvPr id="186" name="Ink 185">
                  <a:extLst>
                    <a:ext uri="{FF2B5EF4-FFF2-40B4-BE49-F238E27FC236}">
                      <a16:creationId xmlns:a16="http://schemas.microsoft.com/office/drawing/2014/main" id="{733AA85D-317D-1E52-492D-E15DE3425C0B}"/>
                    </a:ext>
                  </a:extLst>
                </p14:cNvPr>
                <p14:cNvContentPartPr/>
                <p14:nvPr/>
              </p14:nvContentPartPr>
              <p14:xfrm>
                <a:off x="4418610" y="5990790"/>
                <a:ext cx="55080" cy="79920"/>
              </p14:xfrm>
            </p:contentPart>
          </mc:Choice>
          <mc:Fallback xmlns="">
            <p:pic>
              <p:nvPicPr>
                <p:cNvPr id="186" name="Ink 185">
                  <a:extLst>
                    <a:ext uri="{FF2B5EF4-FFF2-40B4-BE49-F238E27FC236}">
                      <a16:creationId xmlns:a16="http://schemas.microsoft.com/office/drawing/2014/main" id="{733AA85D-317D-1E52-492D-E15DE3425C0B}"/>
                    </a:ext>
                  </a:extLst>
                </p:cNvPr>
                <p:cNvPicPr/>
                <p:nvPr/>
              </p:nvPicPr>
              <p:blipFill>
                <a:blip r:embed="rId327"/>
                <a:stretch>
                  <a:fillRect/>
                </a:stretch>
              </p:blipFill>
              <p:spPr>
                <a:xfrm>
                  <a:off x="4409970" y="5981790"/>
                  <a:ext cx="72720" cy="97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8">
              <p14:nvContentPartPr>
                <p14:cNvPr id="187" name="Ink 186">
                  <a:extLst>
                    <a:ext uri="{FF2B5EF4-FFF2-40B4-BE49-F238E27FC236}">
                      <a16:creationId xmlns:a16="http://schemas.microsoft.com/office/drawing/2014/main" id="{696DE48C-E6E2-E078-3F8E-53C7BCE1C044}"/>
                    </a:ext>
                  </a:extLst>
                </p14:cNvPr>
                <p14:cNvContentPartPr/>
                <p14:nvPr/>
              </p14:nvContentPartPr>
              <p14:xfrm>
                <a:off x="4376850" y="5992590"/>
                <a:ext cx="144720" cy="59040"/>
              </p14:xfrm>
            </p:contentPart>
          </mc:Choice>
          <mc:Fallback xmlns="">
            <p:pic>
              <p:nvPicPr>
                <p:cNvPr id="187" name="Ink 186">
                  <a:extLst>
                    <a:ext uri="{FF2B5EF4-FFF2-40B4-BE49-F238E27FC236}">
                      <a16:creationId xmlns:a16="http://schemas.microsoft.com/office/drawing/2014/main" id="{696DE48C-E6E2-E078-3F8E-53C7BCE1C044}"/>
                    </a:ext>
                  </a:extLst>
                </p:cNvPr>
                <p:cNvPicPr/>
                <p:nvPr/>
              </p:nvPicPr>
              <p:blipFill>
                <a:blip r:embed="rId329"/>
                <a:stretch>
                  <a:fillRect/>
                </a:stretch>
              </p:blipFill>
              <p:spPr>
                <a:xfrm>
                  <a:off x="4367850" y="5983590"/>
                  <a:ext cx="162360" cy="76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0">
              <p14:nvContentPartPr>
                <p14:cNvPr id="188" name="Ink 187">
                  <a:extLst>
                    <a:ext uri="{FF2B5EF4-FFF2-40B4-BE49-F238E27FC236}">
                      <a16:creationId xmlns:a16="http://schemas.microsoft.com/office/drawing/2014/main" id="{BB6E4C22-41FE-59A1-4A2E-30EA9AFEE8DA}"/>
                    </a:ext>
                  </a:extLst>
                </p14:cNvPr>
                <p14:cNvContentPartPr/>
                <p14:nvPr/>
              </p14:nvContentPartPr>
              <p14:xfrm>
                <a:off x="4565130" y="5977110"/>
                <a:ext cx="79920" cy="64440"/>
              </p14:xfrm>
            </p:contentPart>
          </mc:Choice>
          <mc:Fallback xmlns="">
            <p:pic>
              <p:nvPicPr>
                <p:cNvPr id="188" name="Ink 187">
                  <a:extLst>
                    <a:ext uri="{FF2B5EF4-FFF2-40B4-BE49-F238E27FC236}">
                      <a16:creationId xmlns:a16="http://schemas.microsoft.com/office/drawing/2014/main" id="{BB6E4C22-41FE-59A1-4A2E-30EA9AFEE8DA}"/>
                    </a:ext>
                  </a:extLst>
                </p:cNvPr>
                <p:cNvPicPr/>
                <p:nvPr/>
              </p:nvPicPr>
              <p:blipFill>
                <a:blip r:embed="rId331"/>
                <a:stretch>
                  <a:fillRect/>
                </a:stretch>
              </p:blipFill>
              <p:spPr>
                <a:xfrm>
                  <a:off x="4556130" y="5968110"/>
                  <a:ext cx="97560" cy="82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2">
              <p14:nvContentPartPr>
                <p14:cNvPr id="189" name="Ink 188">
                  <a:extLst>
                    <a:ext uri="{FF2B5EF4-FFF2-40B4-BE49-F238E27FC236}">
                      <a16:creationId xmlns:a16="http://schemas.microsoft.com/office/drawing/2014/main" id="{0F784B4D-DE53-6ABC-D200-0D1D607E1626}"/>
                    </a:ext>
                  </a:extLst>
                </p14:cNvPr>
                <p14:cNvContentPartPr/>
                <p14:nvPr/>
              </p14:nvContentPartPr>
              <p14:xfrm>
                <a:off x="4708050" y="6006630"/>
                <a:ext cx="119520" cy="37080"/>
              </p14:xfrm>
            </p:contentPart>
          </mc:Choice>
          <mc:Fallback xmlns="">
            <p:pic>
              <p:nvPicPr>
                <p:cNvPr id="189" name="Ink 188">
                  <a:extLst>
                    <a:ext uri="{FF2B5EF4-FFF2-40B4-BE49-F238E27FC236}">
                      <a16:creationId xmlns:a16="http://schemas.microsoft.com/office/drawing/2014/main" id="{0F784B4D-DE53-6ABC-D200-0D1D607E1626}"/>
                    </a:ext>
                  </a:extLst>
                </p:cNvPr>
                <p:cNvPicPr/>
                <p:nvPr/>
              </p:nvPicPr>
              <p:blipFill>
                <a:blip r:embed="rId333"/>
                <a:stretch>
                  <a:fillRect/>
                </a:stretch>
              </p:blipFill>
              <p:spPr>
                <a:xfrm>
                  <a:off x="4699410" y="5997630"/>
                  <a:ext cx="137160" cy="5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4">
              <p14:nvContentPartPr>
                <p14:cNvPr id="190" name="Ink 189">
                  <a:extLst>
                    <a:ext uri="{FF2B5EF4-FFF2-40B4-BE49-F238E27FC236}">
                      <a16:creationId xmlns:a16="http://schemas.microsoft.com/office/drawing/2014/main" id="{76BAAE81-2C9E-6A50-C8C3-209BF5C617AD}"/>
                    </a:ext>
                  </a:extLst>
                </p14:cNvPr>
                <p14:cNvContentPartPr/>
                <p14:nvPr/>
              </p14:nvContentPartPr>
              <p14:xfrm>
                <a:off x="4782930" y="5981070"/>
                <a:ext cx="43920" cy="101880"/>
              </p14:xfrm>
            </p:contentPart>
          </mc:Choice>
          <mc:Fallback xmlns="">
            <p:pic>
              <p:nvPicPr>
                <p:cNvPr id="190" name="Ink 189">
                  <a:extLst>
                    <a:ext uri="{FF2B5EF4-FFF2-40B4-BE49-F238E27FC236}">
                      <a16:creationId xmlns:a16="http://schemas.microsoft.com/office/drawing/2014/main" id="{76BAAE81-2C9E-6A50-C8C3-209BF5C617AD}"/>
                    </a:ext>
                  </a:extLst>
                </p:cNvPr>
                <p:cNvPicPr/>
                <p:nvPr/>
              </p:nvPicPr>
              <p:blipFill>
                <a:blip r:embed="rId335"/>
                <a:stretch>
                  <a:fillRect/>
                </a:stretch>
              </p:blipFill>
              <p:spPr>
                <a:xfrm>
                  <a:off x="4774290" y="5972070"/>
                  <a:ext cx="61560" cy="119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6">
              <p14:nvContentPartPr>
                <p14:cNvPr id="192" name="Ink 191">
                  <a:extLst>
                    <a:ext uri="{FF2B5EF4-FFF2-40B4-BE49-F238E27FC236}">
                      <a16:creationId xmlns:a16="http://schemas.microsoft.com/office/drawing/2014/main" id="{A7F1812D-1980-08A1-1171-1CCD33C5C539}"/>
                    </a:ext>
                  </a:extLst>
                </p14:cNvPr>
                <p14:cNvContentPartPr/>
                <p14:nvPr/>
              </p14:nvContentPartPr>
              <p14:xfrm>
                <a:off x="4908210" y="5965230"/>
                <a:ext cx="44640" cy="119880"/>
              </p14:xfrm>
            </p:contentPart>
          </mc:Choice>
          <mc:Fallback xmlns="">
            <p:pic>
              <p:nvPicPr>
                <p:cNvPr id="192" name="Ink 191">
                  <a:extLst>
                    <a:ext uri="{FF2B5EF4-FFF2-40B4-BE49-F238E27FC236}">
                      <a16:creationId xmlns:a16="http://schemas.microsoft.com/office/drawing/2014/main" id="{A7F1812D-1980-08A1-1171-1CCD33C5C539}"/>
                    </a:ext>
                  </a:extLst>
                </p:cNvPr>
                <p:cNvPicPr/>
                <p:nvPr/>
              </p:nvPicPr>
              <p:blipFill>
                <a:blip r:embed="rId337"/>
                <a:stretch>
                  <a:fillRect/>
                </a:stretch>
              </p:blipFill>
              <p:spPr>
                <a:xfrm>
                  <a:off x="4899210" y="5956230"/>
                  <a:ext cx="62280" cy="137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8">
              <p14:nvContentPartPr>
                <p14:cNvPr id="193" name="Ink 192">
                  <a:extLst>
                    <a:ext uri="{FF2B5EF4-FFF2-40B4-BE49-F238E27FC236}">
                      <a16:creationId xmlns:a16="http://schemas.microsoft.com/office/drawing/2014/main" id="{D4C9688E-7674-1527-B7FA-4B06C06249C0}"/>
                    </a:ext>
                  </a:extLst>
                </p14:cNvPr>
                <p14:cNvContentPartPr/>
                <p14:nvPr/>
              </p14:nvContentPartPr>
              <p14:xfrm>
                <a:off x="4992090" y="5977110"/>
                <a:ext cx="54000" cy="94680"/>
              </p14:xfrm>
            </p:contentPart>
          </mc:Choice>
          <mc:Fallback xmlns="">
            <p:pic>
              <p:nvPicPr>
                <p:cNvPr id="193" name="Ink 192">
                  <a:extLst>
                    <a:ext uri="{FF2B5EF4-FFF2-40B4-BE49-F238E27FC236}">
                      <a16:creationId xmlns:a16="http://schemas.microsoft.com/office/drawing/2014/main" id="{D4C9688E-7674-1527-B7FA-4B06C06249C0}"/>
                    </a:ext>
                  </a:extLst>
                </p:cNvPr>
                <p:cNvPicPr/>
                <p:nvPr/>
              </p:nvPicPr>
              <p:blipFill>
                <a:blip r:embed="rId339"/>
                <a:stretch>
                  <a:fillRect/>
                </a:stretch>
              </p:blipFill>
              <p:spPr>
                <a:xfrm>
                  <a:off x="4983090" y="5968110"/>
                  <a:ext cx="71640" cy="112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0">
              <p14:nvContentPartPr>
                <p14:cNvPr id="194" name="Ink 193">
                  <a:extLst>
                    <a:ext uri="{FF2B5EF4-FFF2-40B4-BE49-F238E27FC236}">
                      <a16:creationId xmlns:a16="http://schemas.microsoft.com/office/drawing/2014/main" id="{529F5CC1-65BD-9AF2-3A4B-8C260A9801FA}"/>
                    </a:ext>
                  </a:extLst>
                </p14:cNvPr>
                <p14:cNvContentPartPr/>
                <p14:nvPr/>
              </p14:nvContentPartPr>
              <p14:xfrm>
                <a:off x="4929810" y="6002670"/>
                <a:ext cx="186480" cy="55080"/>
              </p14:xfrm>
            </p:contentPart>
          </mc:Choice>
          <mc:Fallback xmlns="">
            <p:pic>
              <p:nvPicPr>
                <p:cNvPr id="194" name="Ink 193">
                  <a:extLst>
                    <a:ext uri="{FF2B5EF4-FFF2-40B4-BE49-F238E27FC236}">
                      <a16:creationId xmlns:a16="http://schemas.microsoft.com/office/drawing/2014/main" id="{529F5CC1-65BD-9AF2-3A4B-8C260A9801FA}"/>
                    </a:ext>
                  </a:extLst>
                </p:cNvPr>
                <p:cNvPicPr/>
                <p:nvPr/>
              </p:nvPicPr>
              <p:blipFill>
                <a:blip r:embed="rId341"/>
                <a:stretch>
                  <a:fillRect/>
                </a:stretch>
              </p:blipFill>
              <p:spPr>
                <a:xfrm>
                  <a:off x="4921170" y="5994030"/>
                  <a:ext cx="204120" cy="72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2">
              <p14:nvContentPartPr>
                <p14:cNvPr id="195" name="Ink 194">
                  <a:extLst>
                    <a:ext uri="{FF2B5EF4-FFF2-40B4-BE49-F238E27FC236}">
                      <a16:creationId xmlns:a16="http://schemas.microsoft.com/office/drawing/2014/main" id="{35A8E0EE-4C12-E587-9392-1CE120712396}"/>
                    </a:ext>
                  </a:extLst>
                </p14:cNvPr>
                <p14:cNvContentPartPr/>
                <p14:nvPr/>
              </p14:nvContentPartPr>
              <p14:xfrm>
                <a:off x="5108010" y="5973150"/>
                <a:ext cx="60120" cy="113040"/>
              </p14:xfrm>
            </p:contentPart>
          </mc:Choice>
          <mc:Fallback xmlns="">
            <p:pic>
              <p:nvPicPr>
                <p:cNvPr id="195" name="Ink 194">
                  <a:extLst>
                    <a:ext uri="{FF2B5EF4-FFF2-40B4-BE49-F238E27FC236}">
                      <a16:creationId xmlns:a16="http://schemas.microsoft.com/office/drawing/2014/main" id="{35A8E0EE-4C12-E587-9392-1CE120712396}"/>
                    </a:ext>
                  </a:extLst>
                </p:cNvPr>
                <p:cNvPicPr/>
                <p:nvPr/>
              </p:nvPicPr>
              <p:blipFill>
                <a:blip r:embed="rId343"/>
                <a:stretch>
                  <a:fillRect/>
                </a:stretch>
              </p:blipFill>
              <p:spPr>
                <a:xfrm>
                  <a:off x="5099370" y="5964150"/>
                  <a:ext cx="77760" cy="130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4">
              <p14:nvContentPartPr>
                <p14:cNvPr id="197" name="Ink 196">
                  <a:extLst>
                    <a:ext uri="{FF2B5EF4-FFF2-40B4-BE49-F238E27FC236}">
                      <a16:creationId xmlns:a16="http://schemas.microsoft.com/office/drawing/2014/main" id="{1907E1B4-5EC8-CBDF-F1E7-3060D7A09BF6}"/>
                    </a:ext>
                  </a:extLst>
                </p14:cNvPr>
                <p14:cNvContentPartPr/>
                <p14:nvPr/>
              </p14:nvContentPartPr>
              <p14:xfrm>
                <a:off x="5251650" y="6013470"/>
                <a:ext cx="100800" cy="24480"/>
              </p14:xfrm>
            </p:contentPart>
          </mc:Choice>
          <mc:Fallback xmlns="">
            <p:pic>
              <p:nvPicPr>
                <p:cNvPr id="197" name="Ink 196">
                  <a:extLst>
                    <a:ext uri="{FF2B5EF4-FFF2-40B4-BE49-F238E27FC236}">
                      <a16:creationId xmlns:a16="http://schemas.microsoft.com/office/drawing/2014/main" id="{1907E1B4-5EC8-CBDF-F1E7-3060D7A09BF6}"/>
                    </a:ext>
                  </a:extLst>
                </p:cNvPr>
                <p:cNvPicPr/>
                <p:nvPr/>
              </p:nvPicPr>
              <p:blipFill>
                <a:blip r:embed="rId345"/>
                <a:stretch>
                  <a:fillRect/>
                </a:stretch>
              </p:blipFill>
              <p:spPr>
                <a:xfrm>
                  <a:off x="5243010" y="6004830"/>
                  <a:ext cx="118440" cy="42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6">
              <p14:nvContentPartPr>
                <p14:cNvPr id="198" name="Ink 197">
                  <a:extLst>
                    <a:ext uri="{FF2B5EF4-FFF2-40B4-BE49-F238E27FC236}">
                      <a16:creationId xmlns:a16="http://schemas.microsoft.com/office/drawing/2014/main" id="{A8C981F5-776C-490D-00EC-8E88D46CF380}"/>
                    </a:ext>
                  </a:extLst>
                </p14:cNvPr>
                <p14:cNvContentPartPr/>
                <p14:nvPr/>
              </p14:nvContentPartPr>
              <p14:xfrm>
                <a:off x="5298450" y="5996550"/>
                <a:ext cx="63000" cy="108720"/>
              </p14:xfrm>
            </p:contentPart>
          </mc:Choice>
          <mc:Fallback xmlns="">
            <p:pic>
              <p:nvPicPr>
                <p:cNvPr id="198" name="Ink 197">
                  <a:extLst>
                    <a:ext uri="{FF2B5EF4-FFF2-40B4-BE49-F238E27FC236}">
                      <a16:creationId xmlns:a16="http://schemas.microsoft.com/office/drawing/2014/main" id="{A8C981F5-776C-490D-00EC-8E88D46CF380}"/>
                    </a:ext>
                  </a:extLst>
                </p:cNvPr>
                <p:cNvPicPr/>
                <p:nvPr/>
              </p:nvPicPr>
              <p:blipFill>
                <a:blip r:embed="rId347"/>
                <a:stretch>
                  <a:fillRect/>
                </a:stretch>
              </p:blipFill>
              <p:spPr>
                <a:xfrm>
                  <a:off x="5289810" y="5987550"/>
                  <a:ext cx="80640" cy="126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8">
              <p14:nvContentPartPr>
                <p14:cNvPr id="199" name="Ink 198">
                  <a:extLst>
                    <a:ext uri="{FF2B5EF4-FFF2-40B4-BE49-F238E27FC236}">
                      <a16:creationId xmlns:a16="http://schemas.microsoft.com/office/drawing/2014/main" id="{B27D57CA-BD7A-D658-EE8B-EB42D3B2DFB9}"/>
                    </a:ext>
                  </a:extLst>
                </p14:cNvPr>
                <p14:cNvContentPartPr/>
                <p14:nvPr/>
              </p14:nvContentPartPr>
              <p14:xfrm>
                <a:off x="5489250" y="5965230"/>
                <a:ext cx="15480" cy="113040"/>
              </p14:xfrm>
            </p:contentPart>
          </mc:Choice>
          <mc:Fallback xmlns="">
            <p:pic>
              <p:nvPicPr>
                <p:cNvPr id="199" name="Ink 198">
                  <a:extLst>
                    <a:ext uri="{FF2B5EF4-FFF2-40B4-BE49-F238E27FC236}">
                      <a16:creationId xmlns:a16="http://schemas.microsoft.com/office/drawing/2014/main" id="{B27D57CA-BD7A-D658-EE8B-EB42D3B2DFB9}"/>
                    </a:ext>
                  </a:extLst>
                </p:cNvPr>
                <p:cNvPicPr/>
                <p:nvPr/>
              </p:nvPicPr>
              <p:blipFill>
                <a:blip r:embed="rId349"/>
                <a:stretch>
                  <a:fillRect/>
                </a:stretch>
              </p:blipFill>
              <p:spPr>
                <a:xfrm>
                  <a:off x="5480250" y="5956230"/>
                  <a:ext cx="33120" cy="130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50">
              <p14:nvContentPartPr>
                <p14:cNvPr id="200" name="Ink 199">
                  <a:extLst>
                    <a:ext uri="{FF2B5EF4-FFF2-40B4-BE49-F238E27FC236}">
                      <a16:creationId xmlns:a16="http://schemas.microsoft.com/office/drawing/2014/main" id="{6708536C-4277-86FC-6B8B-BF44A807B73E}"/>
                    </a:ext>
                  </a:extLst>
                </p14:cNvPr>
                <p14:cNvContentPartPr/>
                <p14:nvPr/>
              </p14:nvContentPartPr>
              <p14:xfrm>
                <a:off x="5568450" y="5974950"/>
                <a:ext cx="93240" cy="94320"/>
              </p14:xfrm>
            </p:contentPart>
          </mc:Choice>
          <mc:Fallback xmlns="">
            <p:pic>
              <p:nvPicPr>
                <p:cNvPr id="200" name="Ink 199">
                  <a:extLst>
                    <a:ext uri="{FF2B5EF4-FFF2-40B4-BE49-F238E27FC236}">
                      <a16:creationId xmlns:a16="http://schemas.microsoft.com/office/drawing/2014/main" id="{6708536C-4277-86FC-6B8B-BF44A807B73E}"/>
                    </a:ext>
                  </a:extLst>
                </p:cNvPr>
                <p:cNvPicPr/>
                <p:nvPr/>
              </p:nvPicPr>
              <p:blipFill>
                <a:blip r:embed="rId351"/>
                <a:stretch>
                  <a:fillRect/>
                </a:stretch>
              </p:blipFill>
              <p:spPr>
                <a:xfrm>
                  <a:off x="5559450" y="5965950"/>
                  <a:ext cx="110880" cy="111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52">
              <p14:nvContentPartPr>
                <p14:cNvPr id="201" name="Ink 200">
                  <a:extLst>
                    <a:ext uri="{FF2B5EF4-FFF2-40B4-BE49-F238E27FC236}">
                      <a16:creationId xmlns:a16="http://schemas.microsoft.com/office/drawing/2014/main" id="{74E90FED-A960-FC8F-E7F5-816622E40B4C}"/>
                    </a:ext>
                  </a:extLst>
                </p14:cNvPr>
                <p14:cNvContentPartPr/>
                <p14:nvPr/>
              </p14:nvContentPartPr>
              <p14:xfrm>
                <a:off x="5539290" y="5996550"/>
                <a:ext cx="168480" cy="49680"/>
              </p14:xfrm>
            </p:contentPart>
          </mc:Choice>
          <mc:Fallback xmlns="">
            <p:pic>
              <p:nvPicPr>
                <p:cNvPr id="201" name="Ink 200">
                  <a:extLst>
                    <a:ext uri="{FF2B5EF4-FFF2-40B4-BE49-F238E27FC236}">
                      <a16:creationId xmlns:a16="http://schemas.microsoft.com/office/drawing/2014/main" id="{74E90FED-A960-FC8F-E7F5-816622E40B4C}"/>
                    </a:ext>
                  </a:extLst>
                </p:cNvPr>
                <p:cNvPicPr/>
                <p:nvPr/>
              </p:nvPicPr>
              <p:blipFill>
                <a:blip r:embed="rId353"/>
                <a:stretch>
                  <a:fillRect/>
                </a:stretch>
              </p:blipFill>
              <p:spPr>
                <a:xfrm>
                  <a:off x="5530650" y="5987550"/>
                  <a:ext cx="186120" cy="67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54">
              <p14:nvContentPartPr>
                <p14:cNvPr id="202" name="Ink 201">
                  <a:extLst>
                    <a:ext uri="{FF2B5EF4-FFF2-40B4-BE49-F238E27FC236}">
                      <a16:creationId xmlns:a16="http://schemas.microsoft.com/office/drawing/2014/main" id="{39FB5C41-0B10-BD62-AB80-CC75BB4A753F}"/>
                    </a:ext>
                  </a:extLst>
                </p14:cNvPr>
                <p14:cNvContentPartPr/>
                <p14:nvPr/>
              </p14:nvContentPartPr>
              <p14:xfrm>
                <a:off x="5795250" y="5970990"/>
                <a:ext cx="104040" cy="92520"/>
              </p14:xfrm>
            </p:contentPart>
          </mc:Choice>
          <mc:Fallback xmlns="">
            <p:pic>
              <p:nvPicPr>
                <p:cNvPr id="202" name="Ink 201">
                  <a:extLst>
                    <a:ext uri="{FF2B5EF4-FFF2-40B4-BE49-F238E27FC236}">
                      <a16:creationId xmlns:a16="http://schemas.microsoft.com/office/drawing/2014/main" id="{39FB5C41-0B10-BD62-AB80-CC75BB4A753F}"/>
                    </a:ext>
                  </a:extLst>
                </p:cNvPr>
                <p:cNvPicPr/>
                <p:nvPr/>
              </p:nvPicPr>
              <p:blipFill>
                <a:blip r:embed="rId355"/>
                <a:stretch>
                  <a:fillRect/>
                </a:stretch>
              </p:blipFill>
              <p:spPr>
                <a:xfrm>
                  <a:off x="5786610" y="5961990"/>
                  <a:ext cx="121680" cy="110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56">
              <p14:nvContentPartPr>
                <p14:cNvPr id="204" name="Ink 203">
                  <a:extLst>
                    <a:ext uri="{FF2B5EF4-FFF2-40B4-BE49-F238E27FC236}">
                      <a16:creationId xmlns:a16="http://schemas.microsoft.com/office/drawing/2014/main" id="{ABA28B7F-5BF9-3145-21CD-A8A048216924}"/>
                    </a:ext>
                  </a:extLst>
                </p14:cNvPr>
                <p14:cNvContentPartPr/>
                <p14:nvPr/>
              </p14:nvContentPartPr>
              <p14:xfrm>
                <a:off x="6017370" y="5977110"/>
                <a:ext cx="103680" cy="23760"/>
              </p14:xfrm>
            </p:contentPart>
          </mc:Choice>
          <mc:Fallback xmlns="">
            <p:pic>
              <p:nvPicPr>
                <p:cNvPr id="204" name="Ink 203">
                  <a:extLst>
                    <a:ext uri="{FF2B5EF4-FFF2-40B4-BE49-F238E27FC236}">
                      <a16:creationId xmlns:a16="http://schemas.microsoft.com/office/drawing/2014/main" id="{ABA28B7F-5BF9-3145-21CD-A8A048216924}"/>
                    </a:ext>
                  </a:extLst>
                </p:cNvPr>
                <p:cNvPicPr/>
                <p:nvPr/>
              </p:nvPicPr>
              <p:blipFill>
                <a:blip r:embed="rId357"/>
                <a:stretch>
                  <a:fillRect/>
                </a:stretch>
              </p:blipFill>
              <p:spPr>
                <a:xfrm>
                  <a:off x="6008730" y="5968470"/>
                  <a:ext cx="121320" cy="41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58">
              <p14:nvContentPartPr>
                <p14:cNvPr id="205" name="Ink 204">
                  <a:extLst>
                    <a:ext uri="{FF2B5EF4-FFF2-40B4-BE49-F238E27FC236}">
                      <a16:creationId xmlns:a16="http://schemas.microsoft.com/office/drawing/2014/main" id="{F1AC8CCA-0ABC-47D9-7733-05C9F0ACBC0E}"/>
                    </a:ext>
                  </a:extLst>
                </p14:cNvPr>
                <p14:cNvContentPartPr/>
                <p14:nvPr/>
              </p14:nvContentPartPr>
              <p14:xfrm>
                <a:off x="6057690" y="5955510"/>
                <a:ext cx="38160" cy="107280"/>
              </p14:xfrm>
            </p:contentPart>
          </mc:Choice>
          <mc:Fallback xmlns="">
            <p:pic>
              <p:nvPicPr>
                <p:cNvPr id="205" name="Ink 204">
                  <a:extLst>
                    <a:ext uri="{FF2B5EF4-FFF2-40B4-BE49-F238E27FC236}">
                      <a16:creationId xmlns:a16="http://schemas.microsoft.com/office/drawing/2014/main" id="{F1AC8CCA-0ABC-47D9-7733-05C9F0ACBC0E}"/>
                    </a:ext>
                  </a:extLst>
                </p:cNvPr>
                <p:cNvPicPr/>
                <p:nvPr/>
              </p:nvPicPr>
              <p:blipFill>
                <a:blip r:embed="rId359"/>
                <a:stretch>
                  <a:fillRect/>
                </a:stretch>
              </p:blipFill>
              <p:spPr>
                <a:xfrm>
                  <a:off x="6049050" y="5946510"/>
                  <a:ext cx="55800" cy="124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0">
              <p14:nvContentPartPr>
                <p14:cNvPr id="206" name="Ink 205">
                  <a:extLst>
                    <a:ext uri="{FF2B5EF4-FFF2-40B4-BE49-F238E27FC236}">
                      <a16:creationId xmlns:a16="http://schemas.microsoft.com/office/drawing/2014/main" id="{A2621CF5-833F-DC1D-C041-F514C1AC37C1}"/>
                    </a:ext>
                  </a:extLst>
                </p14:cNvPr>
                <p14:cNvContentPartPr/>
                <p14:nvPr/>
              </p14:nvContentPartPr>
              <p14:xfrm>
                <a:off x="6154890" y="5932110"/>
                <a:ext cx="50760" cy="107640"/>
              </p14:xfrm>
            </p:contentPart>
          </mc:Choice>
          <mc:Fallback xmlns="">
            <p:pic>
              <p:nvPicPr>
                <p:cNvPr id="206" name="Ink 205">
                  <a:extLst>
                    <a:ext uri="{FF2B5EF4-FFF2-40B4-BE49-F238E27FC236}">
                      <a16:creationId xmlns:a16="http://schemas.microsoft.com/office/drawing/2014/main" id="{A2621CF5-833F-DC1D-C041-F514C1AC37C1}"/>
                    </a:ext>
                  </a:extLst>
                </p:cNvPr>
                <p:cNvPicPr/>
                <p:nvPr/>
              </p:nvPicPr>
              <p:blipFill>
                <a:blip r:embed="rId361"/>
                <a:stretch>
                  <a:fillRect/>
                </a:stretch>
              </p:blipFill>
              <p:spPr>
                <a:xfrm>
                  <a:off x="6145890" y="5923110"/>
                  <a:ext cx="68400" cy="125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2">
              <p14:nvContentPartPr>
                <p14:cNvPr id="207" name="Ink 206">
                  <a:extLst>
                    <a:ext uri="{FF2B5EF4-FFF2-40B4-BE49-F238E27FC236}">
                      <a16:creationId xmlns:a16="http://schemas.microsoft.com/office/drawing/2014/main" id="{F3172DD2-0AA2-E06E-8C41-4EDF4E879A1A}"/>
                    </a:ext>
                  </a:extLst>
                </p14:cNvPr>
                <p14:cNvContentPartPr/>
                <p14:nvPr/>
              </p14:nvContentPartPr>
              <p14:xfrm>
                <a:off x="6298890" y="5947590"/>
                <a:ext cx="56520" cy="73080"/>
              </p14:xfrm>
            </p:contentPart>
          </mc:Choice>
          <mc:Fallback xmlns="">
            <p:pic>
              <p:nvPicPr>
                <p:cNvPr id="207" name="Ink 206">
                  <a:extLst>
                    <a:ext uri="{FF2B5EF4-FFF2-40B4-BE49-F238E27FC236}">
                      <a16:creationId xmlns:a16="http://schemas.microsoft.com/office/drawing/2014/main" id="{F3172DD2-0AA2-E06E-8C41-4EDF4E879A1A}"/>
                    </a:ext>
                  </a:extLst>
                </p:cNvPr>
                <p:cNvPicPr/>
                <p:nvPr/>
              </p:nvPicPr>
              <p:blipFill>
                <a:blip r:embed="rId363"/>
                <a:stretch>
                  <a:fillRect/>
                </a:stretch>
              </p:blipFill>
              <p:spPr>
                <a:xfrm>
                  <a:off x="6289890" y="5938590"/>
                  <a:ext cx="74160" cy="90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4">
              <p14:nvContentPartPr>
                <p14:cNvPr id="208" name="Ink 207">
                  <a:extLst>
                    <a:ext uri="{FF2B5EF4-FFF2-40B4-BE49-F238E27FC236}">
                      <a16:creationId xmlns:a16="http://schemas.microsoft.com/office/drawing/2014/main" id="{3D181388-40A7-2728-A5E7-D83093185DF3}"/>
                    </a:ext>
                  </a:extLst>
                </p14:cNvPr>
                <p14:cNvContentPartPr/>
                <p14:nvPr/>
              </p14:nvContentPartPr>
              <p14:xfrm>
                <a:off x="6232650" y="5957310"/>
                <a:ext cx="160200" cy="57240"/>
              </p14:xfrm>
            </p:contentPart>
          </mc:Choice>
          <mc:Fallback xmlns="">
            <p:pic>
              <p:nvPicPr>
                <p:cNvPr id="208" name="Ink 207">
                  <a:extLst>
                    <a:ext uri="{FF2B5EF4-FFF2-40B4-BE49-F238E27FC236}">
                      <a16:creationId xmlns:a16="http://schemas.microsoft.com/office/drawing/2014/main" id="{3D181388-40A7-2728-A5E7-D83093185DF3}"/>
                    </a:ext>
                  </a:extLst>
                </p:cNvPr>
                <p:cNvPicPr/>
                <p:nvPr/>
              </p:nvPicPr>
              <p:blipFill>
                <a:blip r:embed="rId365"/>
                <a:stretch>
                  <a:fillRect/>
                </a:stretch>
              </p:blipFill>
              <p:spPr>
                <a:xfrm>
                  <a:off x="6224010" y="5948310"/>
                  <a:ext cx="177840" cy="74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6">
              <p14:nvContentPartPr>
                <p14:cNvPr id="209" name="Ink 208">
                  <a:extLst>
                    <a:ext uri="{FF2B5EF4-FFF2-40B4-BE49-F238E27FC236}">
                      <a16:creationId xmlns:a16="http://schemas.microsoft.com/office/drawing/2014/main" id="{A4DCF4DC-3383-8EB7-805A-1CB15170B893}"/>
                    </a:ext>
                  </a:extLst>
                </p14:cNvPr>
                <p14:cNvContentPartPr/>
                <p14:nvPr/>
              </p14:nvContentPartPr>
              <p14:xfrm>
                <a:off x="6426330" y="5933550"/>
                <a:ext cx="76320" cy="82440"/>
              </p14:xfrm>
            </p:contentPart>
          </mc:Choice>
          <mc:Fallback xmlns="">
            <p:pic>
              <p:nvPicPr>
                <p:cNvPr id="209" name="Ink 208">
                  <a:extLst>
                    <a:ext uri="{FF2B5EF4-FFF2-40B4-BE49-F238E27FC236}">
                      <a16:creationId xmlns:a16="http://schemas.microsoft.com/office/drawing/2014/main" id="{A4DCF4DC-3383-8EB7-805A-1CB15170B893}"/>
                    </a:ext>
                  </a:extLst>
                </p:cNvPr>
                <p:cNvPicPr/>
                <p:nvPr/>
              </p:nvPicPr>
              <p:blipFill>
                <a:blip r:embed="rId367"/>
                <a:stretch>
                  <a:fillRect/>
                </a:stretch>
              </p:blipFill>
              <p:spPr>
                <a:xfrm>
                  <a:off x="6417690" y="5924910"/>
                  <a:ext cx="93960" cy="100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68">
              <p14:nvContentPartPr>
                <p14:cNvPr id="210" name="Ink 209">
                  <a:extLst>
                    <a:ext uri="{FF2B5EF4-FFF2-40B4-BE49-F238E27FC236}">
                      <a16:creationId xmlns:a16="http://schemas.microsoft.com/office/drawing/2014/main" id="{C2334B6F-4CD8-7DA9-9A66-8F48638DB04F}"/>
                    </a:ext>
                  </a:extLst>
                </p14:cNvPr>
                <p14:cNvContentPartPr/>
                <p14:nvPr/>
              </p14:nvContentPartPr>
              <p14:xfrm>
                <a:off x="6582930" y="5981070"/>
                <a:ext cx="191880" cy="25560"/>
              </p14:xfrm>
            </p:contentPart>
          </mc:Choice>
          <mc:Fallback xmlns="">
            <p:pic>
              <p:nvPicPr>
                <p:cNvPr id="210" name="Ink 209">
                  <a:extLst>
                    <a:ext uri="{FF2B5EF4-FFF2-40B4-BE49-F238E27FC236}">
                      <a16:creationId xmlns:a16="http://schemas.microsoft.com/office/drawing/2014/main" id="{C2334B6F-4CD8-7DA9-9A66-8F48638DB04F}"/>
                    </a:ext>
                  </a:extLst>
                </p:cNvPr>
                <p:cNvPicPr/>
                <p:nvPr/>
              </p:nvPicPr>
              <p:blipFill>
                <a:blip r:embed="rId369"/>
                <a:stretch>
                  <a:fillRect/>
                </a:stretch>
              </p:blipFill>
              <p:spPr>
                <a:xfrm>
                  <a:off x="6573930" y="5972430"/>
                  <a:ext cx="209520" cy="43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70">
              <p14:nvContentPartPr>
                <p14:cNvPr id="211" name="Ink 210">
                  <a:extLst>
                    <a:ext uri="{FF2B5EF4-FFF2-40B4-BE49-F238E27FC236}">
                      <a16:creationId xmlns:a16="http://schemas.microsoft.com/office/drawing/2014/main" id="{533A0192-58D4-1490-EDBA-2DB63BF12599}"/>
                    </a:ext>
                  </a:extLst>
                </p14:cNvPr>
                <p14:cNvContentPartPr/>
                <p14:nvPr/>
              </p14:nvContentPartPr>
              <p14:xfrm>
                <a:off x="6673650" y="5949390"/>
                <a:ext cx="47520" cy="120600"/>
              </p14:xfrm>
            </p:contentPart>
          </mc:Choice>
          <mc:Fallback xmlns="">
            <p:pic>
              <p:nvPicPr>
                <p:cNvPr id="211" name="Ink 210">
                  <a:extLst>
                    <a:ext uri="{FF2B5EF4-FFF2-40B4-BE49-F238E27FC236}">
                      <a16:creationId xmlns:a16="http://schemas.microsoft.com/office/drawing/2014/main" id="{533A0192-58D4-1490-EDBA-2DB63BF12599}"/>
                    </a:ext>
                  </a:extLst>
                </p:cNvPr>
                <p:cNvPicPr/>
                <p:nvPr/>
              </p:nvPicPr>
              <p:blipFill>
                <a:blip r:embed="rId371"/>
                <a:stretch>
                  <a:fillRect/>
                </a:stretch>
              </p:blipFill>
              <p:spPr>
                <a:xfrm>
                  <a:off x="6664650" y="5940750"/>
                  <a:ext cx="65160" cy="138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72">
              <p14:nvContentPartPr>
                <p14:cNvPr id="212" name="Ink 211">
                  <a:extLst>
                    <a:ext uri="{FF2B5EF4-FFF2-40B4-BE49-F238E27FC236}">
                      <a16:creationId xmlns:a16="http://schemas.microsoft.com/office/drawing/2014/main" id="{0B760F48-EF01-49B1-1581-699253F626F6}"/>
                    </a:ext>
                  </a:extLst>
                </p14:cNvPr>
                <p14:cNvContentPartPr/>
                <p14:nvPr/>
              </p14:nvContentPartPr>
              <p14:xfrm>
                <a:off x="6805050" y="5941830"/>
                <a:ext cx="13320" cy="125640"/>
              </p14:xfrm>
            </p:contentPart>
          </mc:Choice>
          <mc:Fallback xmlns="">
            <p:pic>
              <p:nvPicPr>
                <p:cNvPr id="212" name="Ink 211">
                  <a:extLst>
                    <a:ext uri="{FF2B5EF4-FFF2-40B4-BE49-F238E27FC236}">
                      <a16:creationId xmlns:a16="http://schemas.microsoft.com/office/drawing/2014/main" id="{0B760F48-EF01-49B1-1581-699253F626F6}"/>
                    </a:ext>
                  </a:extLst>
                </p:cNvPr>
                <p:cNvPicPr/>
                <p:nvPr/>
              </p:nvPicPr>
              <p:blipFill>
                <a:blip r:embed="rId373"/>
                <a:stretch>
                  <a:fillRect/>
                </a:stretch>
              </p:blipFill>
              <p:spPr>
                <a:xfrm>
                  <a:off x="6796050" y="5932830"/>
                  <a:ext cx="30960" cy="143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74">
              <p14:nvContentPartPr>
                <p14:cNvPr id="213" name="Ink 212">
                  <a:extLst>
                    <a:ext uri="{FF2B5EF4-FFF2-40B4-BE49-F238E27FC236}">
                      <a16:creationId xmlns:a16="http://schemas.microsoft.com/office/drawing/2014/main" id="{C42198E9-EC9C-D9F6-83B6-49D98E6AE619}"/>
                    </a:ext>
                  </a:extLst>
                </p14:cNvPr>
                <p14:cNvContentPartPr/>
                <p14:nvPr/>
              </p14:nvContentPartPr>
              <p14:xfrm>
                <a:off x="6876330" y="5947950"/>
                <a:ext cx="69480" cy="96840"/>
              </p14:xfrm>
            </p:contentPart>
          </mc:Choice>
          <mc:Fallback xmlns="">
            <p:pic>
              <p:nvPicPr>
                <p:cNvPr id="213" name="Ink 212">
                  <a:extLst>
                    <a:ext uri="{FF2B5EF4-FFF2-40B4-BE49-F238E27FC236}">
                      <a16:creationId xmlns:a16="http://schemas.microsoft.com/office/drawing/2014/main" id="{C42198E9-EC9C-D9F6-83B6-49D98E6AE619}"/>
                    </a:ext>
                  </a:extLst>
                </p:cNvPr>
                <p:cNvPicPr/>
                <p:nvPr/>
              </p:nvPicPr>
              <p:blipFill>
                <a:blip r:embed="rId375"/>
                <a:stretch>
                  <a:fillRect/>
                </a:stretch>
              </p:blipFill>
              <p:spPr>
                <a:xfrm>
                  <a:off x="6867690" y="5938950"/>
                  <a:ext cx="87120" cy="114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76">
              <p14:nvContentPartPr>
                <p14:cNvPr id="214" name="Ink 213">
                  <a:extLst>
                    <a:ext uri="{FF2B5EF4-FFF2-40B4-BE49-F238E27FC236}">
                      <a16:creationId xmlns:a16="http://schemas.microsoft.com/office/drawing/2014/main" id="{AE45C35D-6357-AEA3-F44E-C84C1FD35F34}"/>
                    </a:ext>
                  </a:extLst>
                </p14:cNvPr>
                <p14:cNvContentPartPr/>
                <p14:nvPr/>
              </p14:nvContentPartPr>
              <p14:xfrm>
                <a:off x="6838890" y="5957310"/>
                <a:ext cx="155880" cy="65880"/>
              </p14:xfrm>
            </p:contentPart>
          </mc:Choice>
          <mc:Fallback xmlns="">
            <p:pic>
              <p:nvPicPr>
                <p:cNvPr id="214" name="Ink 213">
                  <a:extLst>
                    <a:ext uri="{FF2B5EF4-FFF2-40B4-BE49-F238E27FC236}">
                      <a16:creationId xmlns:a16="http://schemas.microsoft.com/office/drawing/2014/main" id="{AE45C35D-6357-AEA3-F44E-C84C1FD35F34}"/>
                    </a:ext>
                  </a:extLst>
                </p:cNvPr>
                <p:cNvPicPr/>
                <p:nvPr/>
              </p:nvPicPr>
              <p:blipFill>
                <a:blip r:embed="rId377"/>
                <a:stretch>
                  <a:fillRect/>
                </a:stretch>
              </p:blipFill>
              <p:spPr>
                <a:xfrm>
                  <a:off x="6830250" y="5948670"/>
                  <a:ext cx="173520" cy="83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78">
              <p14:nvContentPartPr>
                <p14:cNvPr id="215" name="Ink 214">
                  <a:extLst>
                    <a:ext uri="{FF2B5EF4-FFF2-40B4-BE49-F238E27FC236}">
                      <a16:creationId xmlns:a16="http://schemas.microsoft.com/office/drawing/2014/main" id="{6B95D7E0-F0A5-C647-2AE2-7D14D959B693}"/>
                    </a:ext>
                  </a:extLst>
                </p14:cNvPr>
                <p14:cNvContentPartPr/>
                <p14:nvPr/>
              </p14:nvContentPartPr>
              <p14:xfrm>
                <a:off x="7023570" y="5914470"/>
                <a:ext cx="23400" cy="127080"/>
              </p14:xfrm>
            </p:contentPart>
          </mc:Choice>
          <mc:Fallback xmlns="">
            <p:pic>
              <p:nvPicPr>
                <p:cNvPr id="215" name="Ink 214">
                  <a:extLst>
                    <a:ext uri="{FF2B5EF4-FFF2-40B4-BE49-F238E27FC236}">
                      <a16:creationId xmlns:a16="http://schemas.microsoft.com/office/drawing/2014/main" id="{6B95D7E0-F0A5-C647-2AE2-7D14D959B693}"/>
                    </a:ext>
                  </a:extLst>
                </p:cNvPr>
                <p:cNvPicPr/>
                <p:nvPr/>
              </p:nvPicPr>
              <p:blipFill>
                <a:blip r:embed="rId379"/>
                <a:stretch>
                  <a:fillRect/>
                </a:stretch>
              </p:blipFill>
              <p:spPr>
                <a:xfrm>
                  <a:off x="7014930" y="5905470"/>
                  <a:ext cx="41040" cy="14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0">
              <p14:nvContentPartPr>
                <p14:cNvPr id="216" name="Ink 215">
                  <a:extLst>
                    <a:ext uri="{FF2B5EF4-FFF2-40B4-BE49-F238E27FC236}">
                      <a16:creationId xmlns:a16="http://schemas.microsoft.com/office/drawing/2014/main" id="{71F04A5E-5B73-970E-CE1D-307E61BBF1B3}"/>
                    </a:ext>
                  </a:extLst>
                </p14:cNvPr>
                <p14:cNvContentPartPr/>
                <p14:nvPr/>
              </p14:nvContentPartPr>
              <p14:xfrm>
                <a:off x="7113930" y="5959110"/>
                <a:ext cx="119160" cy="16200"/>
              </p14:xfrm>
            </p:contentPart>
          </mc:Choice>
          <mc:Fallback xmlns="">
            <p:pic>
              <p:nvPicPr>
                <p:cNvPr id="216" name="Ink 215">
                  <a:extLst>
                    <a:ext uri="{FF2B5EF4-FFF2-40B4-BE49-F238E27FC236}">
                      <a16:creationId xmlns:a16="http://schemas.microsoft.com/office/drawing/2014/main" id="{71F04A5E-5B73-970E-CE1D-307E61BBF1B3}"/>
                    </a:ext>
                  </a:extLst>
                </p:cNvPr>
                <p:cNvPicPr/>
                <p:nvPr/>
              </p:nvPicPr>
              <p:blipFill>
                <a:blip r:embed="rId381"/>
                <a:stretch>
                  <a:fillRect/>
                </a:stretch>
              </p:blipFill>
              <p:spPr>
                <a:xfrm>
                  <a:off x="7105290" y="5950470"/>
                  <a:ext cx="136800" cy="33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2">
              <p14:nvContentPartPr>
                <p14:cNvPr id="217" name="Ink 216">
                  <a:extLst>
                    <a:ext uri="{FF2B5EF4-FFF2-40B4-BE49-F238E27FC236}">
                      <a16:creationId xmlns:a16="http://schemas.microsoft.com/office/drawing/2014/main" id="{090317FF-0FA8-EDD2-0B0A-53862A40DED4}"/>
                    </a:ext>
                  </a:extLst>
                </p14:cNvPr>
                <p14:cNvContentPartPr/>
                <p14:nvPr/>
              </p14:nvContentPartPr>
              <p14:xfrm>
                <a:off x="7120410" y="5914470"/>
                <a:ext cx="18000" cy="130320"/>
              </p14:xfrm>
            </p:contentPart>
          </mc:Choice>
          <mc:Fallback xmlns="">
            <p:pic>
              <p:nvPicPr>
                <p:cNvPr id="217" name="Ink 216">
                  <a:extLst>
                    <a:ext uri="{FF2B5EF4-FFF2-40B4-BE49-F238E27FC236}">
                      <a16:creationId xmlns:a16="http://schemas.microsoft.com/office/drawing/2014/main" id="{090317FF-0FA8-EDD2-0B0A-53862A40DED4}"/>
                    </a:ext>
                  </a:extLst>
                </p:cNvPr>
                <p:cNvPicPr/>
                <p:nvPr/>
              </p:nvPicPr>
              <p:blipFill>
                <a:blip r:embed="rId383"/>
                <a:stretch>
                  <a:fillRect/>
                </a:stretch>
              </p:blipFill>
              <p:spPr>
                <a:xfrm>
                  <a:off x="7111410" y="5905470"/>
                  <a:ext cx="35640" cy="147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4">
              <p14:nvContentPartPr>
                <p14:cNvPr id="219" name="Ink 218">
                  <a:extLst>
                    <a:ext uri="{FF2B5EF4-FFF2-40B4-BE49-F238E27FC236}">
                      <a16:creationId xmlns:a16="http://schemas.microsoft.com/office/drawing/2014/main" id="{6655AB86-381B-C31B-2D98-6703E83CB8C9}"/>
                    </a:ext>
                  </a:extLst>
                </p14:cNvPr>
                <p14:cNvContentPartPr/>
                <p14:nvPr/>
              </p14:nvContentPartPr>
              <p14:xfrm>
                <a:off x="7354770" y="5916990"/>
                <a:ext cx="96120" cy="74520"/>
              </p14:xfrm>
            </p:contentPart>
          </mc:Choice>
          <mc:Fallback xmlns="">
            <p:pic>
              <p:nvPicPr>
                <p:cNvPr id="219" name="Ink 218">
                  <a:extLst>
                    <a:ext uri="{FF2B5EF4-FFF2-40B4-BE49-F238E27FC236}">
                      <a16:creationId xmlns:a16="http://schemas.microsoft.com/office/drawing/2014/main" id="{6655AB86-381B-C31B-2D98-6703E83CB8C9}"/>
                    </a:ext>
                  </a:extLst>
                </p:cNvPr>
                <p:cNvPicPr/>
                <p:nvPr/>
              </p:nvPicPr>
              <p:blipFill>
                <a:blip r:embed="rId385"/>
                <a:stretch>
                  <a:fillRect/>
                </a:stretch>
              </p:blipFill>
              <p:spPr>
                <a:xfrm>
                  <a:off x="7345770" y="5907990"/>
                  <a:ext cx="113760" cy="92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6">
              <p14:nvContentPartPr>
                <p14:cNvPr id="220" name="Ink 219">
                  <a:extLst>
                    <a:ext uri="{FF2B5EF4-FFF2-40B4-BE49-F238E27FC236}">
                      <a16:creationId xmlns:a16="http://schemas.microsoft.com/office/drawing/2014/main" id="{EF4EA8F2-5AC7-016D-6313-F44DBAD2CDFA}"/>
                    </a:ext>
                  </a:extLst>
                </p14:cNvPr>
                <p14:cNvContentPartPr/>
                <p14:nvPr/>
              </p14:nvContentPartPr>
              <p14:xfrm>
                <a:off x="7539090" y="5896830"/>
                <a:ext cx="100440" cy="105120"/>
              </p14:xfrm>
            </p:contentPart>
          </mc:Choice>
          <mc:Fallback xmlns="">
            <p:pic>
              <p:nvPicPr>
                <p:cNvPr id="220" name="Ink 219">
                  <a:extLst>
                    <a:ext uri="{FF2B5EF4-FFF2-40B4-BE49-F238E27FC236}">
                      <a16:creationId xmlns:a16="http://schemas.microsoft.com/office/drawing/2014/main" id="{EF4EA8F2-5AC7-016D-6313-F44DBAD2CDFA}"/>
                    </a:ext>
                  </a:extLst>
                </p:cNvPr>
                <p:cNvPicPr/>
                <p:nvPr/>
              </p:nvPicPr>
              <p:blipFill>
                <a:blip r:embed="rId387"/>
                <a:stretch>
                  <a:fillRect/>
                </a:stretch>
              </p:blipFill>
              <p:spPr>
                <a:xfrm>
                  <a:off x="7530450" y="5888190"/>
                  <a:ext cx="118080" cy="122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88">
              <p14:nvContentPartPr>
                <p14:cNvPr id="221" name="Ink 220">
                  <a:extLst>
                    <a:ext uri="{FF2B5EF4-FFF2-40B4-BE49-F238E27FC236}">
                      <a16:creationId xmlns:a16="http://schemas.microsoft.com/office/drawing/2014/main" id="{77018C3B-42C9-F8E3-93DF-33D155ACAFD7}"/>
                    </a:ext>
                  </a:extLst>
                </p14:cNvPr>
                <p14:cNvContentPartPr/>
                <p14:nvPr/>
              </p14:nvContentPartPr>
              <p14:xfrm>
                <a:off x="7473570" y="5916270"/>
                <a:ext cx="141480" cy="64440"/>
              </p14:xfrm>
            </p:contentPart>
          </mc:Choice>
          <mc:Fallback xmlns="">
            <p:pic>
              <p:nvPicPr>
                <p:cNvPr id="221" name="Ink 220">
                  <a:extLst>
                    <a:ext uri="{FF2B5EF4-FFF2-40B4-BE49-F238E27FC236}">
                      <a16:creationId xmlns:a16="http://schemas.microsoft.com/office/drawing/2014/main" id="{77018C3B-42C9-F8E3-93DF-33D155ACAFD7}"/>
                    </a:ext>
                  </a:extLst>
                </p:cNvPr>
                <p:cNvPicPr/>
                <p:nvPr/>
              </p:nvPicPr>
              <p:blipFill>
                <a:blip r:embed="rId389"/>
                <a:stretch>
                  <a:fillRect/>
                </a:stretch>
              </p:blipFill>
              <p:spPr>
                <a:xfrm>
                  <a:off x="7464930" y="5907630"/>
                  <a:ext cx="159120" cy="82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90">
              <p14:nvContentPartPr>
                <p14:cNvPr id="222" name="Ink 221">
                  <a:extLst>
                    <a:ext uri="{FF2B5EF4-FFF2-40B4-BE49-F238E27FC236}">
                      <a16:creationId xmlns:a16="http://schemas.microsoft.com/office/drawing/2014/main" id="{C6993D4E-D8DD-30AA-108A-DF6244E0C285}"/>
                    </a:ext>
                  </a:extLst>
                </p14:cNvPr>
                <p14:cNvContentPartPr/>
                <p14:nvPr/>
              </p14:nvContentPartPr>
              <p14:xfrm>
                <a:off x="7693530" y="5892870"/>
                <a:ext cx="78120" cy="79560"/>
              </p14:xfrm>
            </p:contentPart>
          </mc:Choice>
          <mc:Fallback xmlns="">
            <p:pic>
              <p:nvPicPr>
                <p:cNvPr id="222" name="Ink 221">
                  <a:extLst>
                    <a:ext uri="{FF2B5EF4-FFF2-40B4-BE49-F238E27FC236}">
                      <a16:creationId xmlns:a16="http://schemas.microsoft.com/office/drawing/2014/main" id="{C6993D4E-D8DD-30AA-108A-DF6244E0C285}"/>
                    </a:ext>
                  </a:extLst>
                </p:cNvPr>
                <p:cNvPicPr/>
                <p:nvPr/>
              </p:nvPicPr>
              <p:blipFill>
                <a:blip r:embed="rId391"/>
                <a:stretch>
                  <a:fillRect/>
                </a:stretch>
              </p:blipFill>
              <p:spPr>
                <a:xfrm>
                  <a:off x="7684890" y="5884230"/>
                  <a:ext cx="95760" cy="97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92">
              <p14:nvContentPartPr>
                <p14:cNvPr id="224" name="Ink 223">
                  <a:extLst>
                    <a:ext uri="{FF2B5EF4-FFF2-40B4-BE49-F238E27FC236}">
                      <a16:creationId xmlns:a16="http://schemas.microsoft.com/office/drawing/2014/main" id="{B40885A2-879C-6A68-92D2-B9B77F981784}"/>
                    </a:ext>
                  </a:extLst>
                </p14:cNvPr>
                <p14:cNvContentPartPr/>
                <p14:nvPr/>
              </p14:nvContentPartPr>
              <p14:xfrm>
                <a:off x="7917810" y="5977470"/>
                <a:ext cx="114480" cy="22320"/>
              </p14:xfrm>
            </p:contentPart>
          </mc:Choice>
          <mc:Fallback xmlns="">
            <p:pic>
              <p:nvPicPr>
                <p:cNvPr id="224" name="Ink 223">
                  <a:extLst>
                    <a:ext uri="{FF2B5EF4-FFF2-40B4-BE49-F238E27FC236}">
                      <a16:creationId xmlns:a16="http://schemas.microsoft.com/office/drawing/2014/main" id="{B40885A2-879C-6A68-92D2-B9B77F981784}"/>
                    </a:ext>
                  </a:extLst>
                </p:cNvPr>
                <p:cNvPicPr/>
                <p:nvPr/>
              </p:nvPicPr>
              <p:blipFill>
                <a:blip r:embed="rId393"/>
                <a:stretch>
                  <a:fillRect/>
                </a:stretch>
              </p:blipFill>
              <p:spPr>
                <a:xfrm>
                  <a:off x="7908810" y="5968830"/>
                  <a:ext cx="132120" cy="39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94">
              <p14:nvContentPartPr>
                <p14:cNvPr id="225" name="Ink 224">
                  <a:extLst>
                    <a:ext uri="{FF2B5EF4-FFF2-40B4-BE49-F238E27FC236}">
                      <a16:creationId xmlns:a16="http://schemas.microsoft.com/office/drawing/2014/main" id="{447FBCC3-4EF0-D620-0D93-EE2FE21553C8}"/>
                    </a:ext>
                  </a:extLst>
                </p14:cNvPr>
                <p14:cNvContentPartPr/>
                <p14:nvPr/>
              </p14:nvContentPartPr>
              <p14:xfrm>
                <a:off x="7855530" y="6080070"/>
                <a:ext cx="141840" cy="12600"/>
              </p14:xfrm>
            </p:contentPart>
          </mc:Choice>
          <mc:Fallback xmlns="">
            <p:pic>
              <p:nvPicPr>
                <p:cNvPr id="225" name="Ink 224">
                  <a:extLst>
                    <a:ext uri="{FF2B5EF4-FFF2-40B4-BE49-F238E27FC236}">
                      <a16:creationId xmlns:a16="http://schemas.microsoft.com/office/drawing/2014/main" id="{447FBCC3-4EF0-D620-0D93-EE2FE21553C8}"/>
                    </a:ext>
                  </a:extLst>
                </p:cNvPr>
                <p:cNvPicPr/>
                <p:nvPr/>
              </p:nvPicPr>
              <p:blipFill>
                <a:blip r:embed="rId395"/>
                <a:stretch>
                  <a:fillRect/>
                </a:stretch>
              </p:blipFill>
              <p:spPr>
                <a:xfrm>
                  <a:off x="7846890" y="6071430"/>
                  <a:ext cx="159480" cy="30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96">
              <p14:nvContentPartPr>
                <p14:cNvPr id="231" name="Ink 230">
                  <a:extLst>
                    <a:ext uri="{FF2B5EF4-FFF2-40B4-BE49-F238E27FC236}">
                      <a16:creationId xmlns:a16="http://schemas.microsoft.com/office/drawing/2014/main" id="{D1DC8738-6CE2-7AF8-41DA-4B1F588E5F6B}"/>
                    </a:ext>
                  </a:extLst>
                </p14:cNvPr>
                <p14:cNvContentPartPr/>
                <p14:nvPr/>
              </p14:nvContentPartPr>
              <p14:xfrm>
                <a:off x="3258690" y="5977110"/>
                <a:ext cx="98280" cy="255960"/>
              </p14:xfrm>
            </p:contentPart>
          </mc:Choice>
          <mc:Fallback xmlns="">
            <p:pic>
              <p:nvPicPr>
                <p:cNvPr id="231" name="Ink 230">
                  <a:extLst>
                    <a:ext uri="{FF2B5EF4-FFF2-40B4-BE49-F238E27FC236}">
                      <a16:creationId xmlns:a16="http://schemas.microsoft.com/office/drawing/2014/main" id="{D1DC8738-6CE2-7AF8-41DA-4B1F588E5F6B}"/>
                    </a:ext>
                  </a:extLst>
                </p:cNvPr>
                <p:cNvPicPr/>
                <p:nvPr/>
              </p:nvPicPr>
              <p:blipFill>
                <a:blip r:embed="rId397"/>
                <a:stretch>
                  <a:fillRect/>
                </a:stretch>
              </p:blipFill>
              <p:spPr>
                <a:xfrm>
                  <a:off x="3250050" y="5968110"/>
                  <a:ext cx="115920" cy="273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98">
              <p14:nvContentPartPr>
                <p14:cNvPr id="233" name="Ink 232">
                  <a:extLst>
                    <a:ext uri="{FF2B5EF4-FFF2-40B4-BE49-F238E27FC236}">
                      <a16:creationId xmlns:a16="http://schemas.microsoft.com/office/drawing/2014/main" id="{AF70F96D-3851-74D7-22E3-D50B8242A22D}"/>
                    </a:ext>
                  </a:extLst>
                </p14:cNvPr>
                <p14:cNvContentPartPr/>
                <p14:nvPr/>
              </p14:nvContentPartPr>
              <p14:xfrm>
                <a:off x="3207930" y="5998350"/>
                <a:ext cx="147600" cy="199800"/>
              </p14:xfrm>
            </p:contentPart>
          </mc:Choice>
          <mc:Fallback xmlns="">
            <p:pic>
              <p:nvPicPr>
                <p:cNvPr id="233" name="Ink 232">
                  <a:extLst>
                    <a:ext uri="{FF2B5EF4-FFF2-40B4-BE49-F238E27FC236}">
                      <a16:creationId xmlns:a16="http://schemas.microsoft.com/office/drawing/2014/main" id="{AF70F96D-3851-74D7-22E3-D50B8242A22D}"/>
                    </a:ext>
                  </a:extLst>
                </p:cNvPr>
                <p:cNvPicPr/>
                <p:nvPr/>
              </p:nvPicPr>
              <p:blipFill>
                <a:blip r:embed="rId399"/>
                <a:stretch>
                  <a:fillRect/>
                </a:stretch>
              </p:blipFill>
              <p:spPr>
                <a:xfrm>
                  <a:off x="3198930" y="5989710"/>
                  <a:ext cx="165240" cy="217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0">
              <p14:nvContentPartPr>
                <p14:cNvPr id="239" name="Ink 238">
                  <a:extLst>
                    <a:ext uri="{FF2B5EF4-FFF2-40B4-BE49-F238E27FC236}">
                      <a16:creationId xmlns:a16="http://schemas.microsoft.com/office/drawing/2014/main" id="{F19311B6-3E6F-C631-BE39-1137D939DC63}"/>
                    </a:ext>
                  </a:extLst>
                </p14:cNvPr>
                <p14:cNvContentPartPr/>
                <p14:nvPr/>
              </p14:nvContentPartPr>
              <p14:xfrm>
                <a:off x="5719650" y="5873430"/>
                <a:ext cx="57600" cy="397080"/>
              </p14:xfrm>
            </p:contentPart>
          </mc:Choice>
          <mc:Fallback xmlns="">
            <p:pic>
              <p:nvPicPr>
                <p:cNvPr id="239" name="Ink 238">
                  <a:extLst>
                    <a:ext uri="{FF2B5EF4-FFF2-40B4-BE49-F238E27FC236}">
                      <a16:creationId xmlns:a16="http://schemas.microsoft.com/office/drawing/2014/main" id="{F19311B6-3E6F-C631-BE39-1137D939DC63}"/>
                    </a:ext>
                  </a:extLst>
                </p:cNvPr>
                <p:cNvPicPr/>
                <p:nvPr/>
              </p:nvPicPr>
              <p:blipFill>
                <a:blip r:embed="rId401"/>
                <a:stretch>
                  <a:fillRect/>
                </a:stretch>
              </p:blipFill>
              <p:spPr>
                <a:xfrm>
                  <a:off x="5711010" y="5864430"/>
                  <a:ext cx="75240" cy="41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2">
              <p14:nvContentPartPr>
                <p14:cNvPr id="241" name="Ink 240">
                  <a:extLst>
                    <a:ext uri="{FF2B5EF4-FFF2-40B4-BE49-F238E27FC236}">
                      <a16:creationId xmlns:a16="http://schemas.microsoft.com/office/drawing/2014/main" id="{851A8799-9DC1-E26D-8CBD-46E93FCBD3C9}"/>
                    </a:ext>
                  </a:extLst>
                </p14:cNvPr>
                <p14:cNvContentPartPr/>
                <p14:nvPr/>
              </p14:nvContentPartPr>
              <p14:xfrm>
                <a:off x="6262530" y="5865510"/>
                <a:ext cx="89280" cy="310680"/>
              </p14:xfrm>
            </p:contentPart>
          </mc:Choice>
          <mc:Fallback xmlns="">
            <p:pic>
              <p:nvPicPr>
                <p:cNvPr id="241" name="Ink 240">
                  <a:extLst>
                    <a:ext uri="{FF2B5EF4-FFF2-40B4-BE49-F238E27FC236}">
                      <a16:creationId xmlns:a16="http://schemas.microsoft.com/office/drawing/2014/main" id="{851A8799-9DC1-E26D-8CBD-46E93FCBD3C9}"/>
                    </a:ext>
                  </a:extLst>
                </p:cNvPr>
                <p:cNvPicPr/>
                <p:nvPr/>
              </p:nvPicPr>
              <p:blipFill>
                <a:blip r:embed="rId403"/>
                <a:stretch>
                  <a:fillRect/>
                </a:stretch>
              </p:blipFill>
              <p:spPr>
                <a:xfrm>
                  <a:off x="6253890" y="5856870"/>
                  <a:ext cx="106920" cy="328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4">
              <p14:nvContentPartPr>
                <p14:cNvPr id="243" name="Ink 242">
                  <a:extLst>
                    <a:ext uri="{FF2B5EF4-FFF2-40B4-BE49-F238E27FC236}">
                      <a16:creationId xmlns:a16="http://schemas.microsoft.com/office/drawing/2014/main" id="{3E8E3C70-7C6D-A3CD-D763-E4EBAA34F516}"/>
                    </a:ext>
                  </a:extLst>
                </p14:cNvPr>
                <p14:cNvContentPartPr/>
                <p14:nvPr/>
              </p14:nvContentPartPr>
              <p14:xfrm>
                <a:off x="7421730" y="5826630"/>
                <a:ext cx="71280" cy="151200"/>
              </p14:xfrm>
            </p:contentPart>
          </mc:Choice>
          <mc:Fallback xmlns="">
            <p:pic>
              <p:nvPicPr>
                <p:cNvPr id="243" name="Ink 242">
                  <a:extLst>
                    <a:ext uri="{FF2B5EF4-FFF2-40B4-BE49-F238E27FC236}">
                      <a16:creationId xmlns:a16="http://schemas.microsoft.com/office/drawing/2014/main" id="{3E8E3C70-7C6D-A3CD-D763-E4EBAA34F516}"/>
                    </a:ext>
                  </a:extLst>
                </p:cNvPr>
                <p:cNvPicPr/>
                <p:nvPr/>
              </p:nvPicPr>
              <p:blipFill>
                <a:blip r:embed="rId405"/>
                <a:stretch>
                  <a:fillRect/>
                </a:stretch>
              </p:blipFill>
              <p:spPr>
                <a:xfrm>
                  <a:off x="7412730" y="5817630"/>
                  <a:ext cx="88920" cy="168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6">
              <p14:nvContentPartPr>
                <p14:cNvPr id="299" name="Ink 298">
                  <a:extLst>
                    <a:ext uri="{FF2B5EF4-FFF2-40B4-BE49-F238E27FC236}">
                      <a16:creationId xmlns:a16="http://schemas.microsoft.com/office/drawing/2014/main" id="{E13507FB-A776-6A85-2275-AE58C2C217B6}"/>
                    </a:ext>
                  </a:extLst>
                </p14:cNvPr>
                <p14:cNvContentPartPr/>
                <p14:nvPr/>
              </p14:nvContentPartPr>
              <p14:xfrm>
                <a:off x="6251010" y="2850510"/>
                <a:ext cx="780480" cy="306720"/>
              </p14:xfrm>
            </p:contentPart>
          </mc:Choice>
          <mc:Fallback xmlns="">
            <p:pic>
              <p:nvPicPr>
                <p:cNvPr id="299" name="Ink 298">
                  <a:extLst>
                    <a:ext uri="{FF2B5EF4-FFF2-40B4-BE49-F238E27FC236}">
                      <a16:creationId xmlns:a16="http://schemas.microsoft.com/office/drawing/2014/main" id="{E13507FB-A776-6A85-2275-AE58C2C217B6}"/>
                    </a:ext>
                  </a:extLst>
                </p:cNvPr>
                <p:cNvPicPr/>
                <p:nvPr/>
              </p:nvPicPr>
              <p:blipFill>
                <a:blip r:embed="rId407"/>
                <a:stretch>
                  <a:fillRect/>
                </a:stretch>
              </p:blipFill>
              <p:spPr>
                <a:xfrm>
                  <a:off x="6242370" y="2841510"/>
                  <a:ext cx="798120" cy="324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08">
              <p14:nvContentPartPr>
                <p14:cNvPr id="300" name="Ink 299">
                  <a:extLst>
                    <a:ext uri="{FF2B5EF4-FFF2-40B4-BE49-F238E27FC236}">
                      <a16:creationId xmlns:a16="http://schemas.microsoft.com/office/drawing/2014/main" id="{BCF74236-F75F-3404-097C-F8D18399473D}"/>
                    </a:ext>
                  </a:extLst>
                </p14:cNvPr>
                <p14:cNvContentPartPr/>
                <p14:nvPr/>
              </p14:nvContentPartPr>
              <p14:xfrm>
                <a:off x="6561690" y="3227430"/>
                <a:ext cx="206640" cy="181800"/>
              </p14:xfrm>
            </p:contentPart>
          </mc:Choice>
          <mc:Fallback xmlns="">
            <p:pic>
              <p:nvPicPr>
                <p:cNvPr id="300" name="Ink 299">
                  <a:extLst>
                    <a:ext uri="{FF2B5EF4-FFF2-40B4-BE49-F238E27FC236}">
                      <a16:creationId xmlns:a16="http://schemas.microsoft.com/office/drawing/2014/main" id="{BCF74236-F75F-3404-097C-F8D18399473D}"/>
                    </a:ext>
                  </a:extLst>
                </p:cNvPr>
                <p:cNvPicPr/>
                <p:nvPr/>
              </p:nvPicPr>
              <p:blipFill>
                <a:blip r:embed="rId409"/>
                <a:stretch>
                  <a:fillRect/>
                </a:stretch>
              </p:blipFill>
              <p:spPr>
                <a:xfrm>
                  <a:off x="6553050" y="3218790"/>
                  <a:ext cx="224280" cy="199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10">
              <p14:nvContentPartPr>
                <p14:cNvPr id="301" name="Ink 300">
                  <a:extLst>
                    <a:ext uri="{FF2B5EF4-FFF2-40B4-BE49-F238E27FC236}">
                      <a16:creationId xmlns:a16="http://schemas.microsoft.com/office/drawing/2014/main" id="{494C8CB1-EA69-6782-2625-24E35A1F61F1}"/>
                    </a:ext>
                  </a:extLst>
                </p14:cNvPr>
                <p14:cNvContentPartPr/>
                <p14:nvPr/>
              </p14:nvContentPartPr>
              <p14:xfrm>
                <a:off x="6701730" y="3232830"/>
                <a:ext cx="130680" cy="143280"/>
              </p14:xfrm>
            </p:contentPart>
          </mc:Choice>
          <mc:Fallback xmlns="">
            <p:pic>
              <p:nvPicPr>
                <p:cNvPr id="301" name="Ink 300">
                  <a:extLst>
                    <a:ext uri="{FF2B5EF4-FFF2-40B4-BE49-F238E27FC236}">
                      <a16:creationId xmlns:a16="http://schemas.microsoft.com/office/drawing/2014/main" id="{494C8CB1-EA69-6782-2625-24E35A1F61F1}"/>
                    </a:ext>
                  </a:extLst>
                </p:cNvPr>
                <p:cNvPicPr/>
                <p:nvPr/>
              </p:nvPicPr>
              <p:blipFill>
                <a:blip r:embed="rId411"/>
                <a:stretch>
                  <a:fillRect/>
                </a:stretch>
              </p:blipFill>
              <p:spPr>
                <a:xfrm>
                  <a:off x="6692730" y="3223830"/>
                  <a:ext cx="148320" cy="160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12">
              <p14:nvContentPartPr>
                <p14:cNvPr id="302" name="Ink 301">
                  <a:extLst>
                    <a:ext uri="{FF2B5EF4-FFF2-40B4-BE49-F238E27FC236}">
                      <a16:creationId xmlns:a16="http://schemas.microsoft.com/office/drawing/2014/main" id="{94FB445A-D79B-9F76-3BA0-70346789BD3E}"/>
                    </a:ext>
                  </a:extLst>
                </p14:cNvPr>
                <p14:cNvContentPartPr/>
                <p14:nvPr/>
              </p14:nvContentPartPr>
              <p14:xfrm>
                <a:off x="6686970" y="3234630"/>
                <a:ext cx="365040" cy="110160"/>
              </p14:xfrm>
            </p:contentPart>
          </mc:Choice>
          <mc:Fallback xmlns="">
            <p:pic>
              <p:nvPicPr>
                <p:cNvPr id="302" name="Ink 301">
                  <a:extLst>
                    <a:ext uri="{FF2B5EF4-FFF2-40B4-BE49-F238E27FC236}">
                      <a16:creationId xmlns:a16="http://schemas.microsoft.com/office/drawing/2014/main" id="{94FB445A-D79B-9F76-3BA0-70346789BD3E}"/>
                    </a:ext>
                  </a:extLst>
                </p:cNvPr>
                <p:cNvPicPr/>
                <p:nvPr/>
              </p:nvPicPr>
              <p:blipFill>
                <a:blip r:embed="rId413"/>
                <a:stretch>
                  <a:fillRect/>
                </a:stretch>
              </p:blipFill>
              <p:spPr>
                <a:xfrm>
                  <a:off x="6678330" y="3225990"/>
                  <a:ext cx="382680" cy="127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14">
              <p14:nvContentPartPr>
                <p14:cNvPr id="303" name="Ink 302">
                  <a:extLst>
                    <a:ext uri="{FF2B5EF4-FFF2-40B4-BE49-F238E27FC236}">
                      <a16:creationId xmlns:a16="http://schemas.microsoft.com/office/drawing/2014/main" id="{10A94751-03A4-F53E-FAF7-EE29DE384B84}"/>
                    </a:ext>
                  </a:extLst>
                </p14:cNvPr>
                <p14:cNvContentPartPr/>
                <p14:nvPr/>
              </p14:nvContentPartPr>
              <p14:xfrm>
                <a:off x="6851850" y="3157230"/>
                <a:ext cx="47880" cy="10800"/>
              </p14:xfrm>
            </p:contentPart>
          </mc:Choice>
          <mc:Fallback xmlns="">
            <p:pic>
              <p:nvPicPr>
                <p:cNvPr id="303" name="Ink 302">
                  <a:extLst>
                    <a:ext uri="{FF2B5EF4-FFF2-40B4-BE49-F238E27FC236}">
                      <a16:creationId xmlns:a16="http://schemas.microsoft.com/office/drawing/2014/main" id="{10A94751-03A4-F53E-FAF7-EE29DE384B84}"/>
                    </a:ext>
                  </a:extLst>
                </p:cNvPr>
                <p:cNvPicPr/>
                <p:nvPr/>
              </p:nvPicPr>
              <p:blipFill>
                <a:blip r:embed="rId415"/>
                <a:stretch>
                  <a:fillRect/>
                </a:stretch>
              </p:blipFill>
              <p:spPr>
                <a:xfrm>
                  <a:off x="6843210" y="3148230"/>
                  <a:ext cx="65520" cy="28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16">
              <p14:nvContentPartPr>
                <p14:cNvPr id="304" name="Ink 303">
                  <a:extLst>
                    <a:ext uri="{FF2B5EF4-FFF2-40B4-BE49-F238E27FC236}">
                      <a16:creationId xmlns:a16="http://schemas.microsoft.com/office/drawing/2014/main" id="{CB87FA63-D7FA-AB65-458F-6C32F022F40C}"/>
                    </a:ext>
                  </a:extLst>
                </p14:cNvPr>
                <p14:cNvContentPartPr/>
                <p14:nvPr/>
              </p14:nvContentPartPr>
              <p14:xfrm>
                <a:off x="7007730" y="3109710"/>
                <a:ext cx="247320" cy="182520"/>
              </p14:xfrm>
            </p:contentPart>
          </mc:Choice>
          <mc:Fallback xmlns="">
            <p:pic>
              <p:nvPicPr>
                <p:cNvPr id="304" name="Ink 303">
                  <a:extLst>
                    <a:ext uri="{FF2B5EF4-FFF2-40B4-BE49-F238E27FC236}">
                      <a16:creationId xmlns:a16="http://schemas.microsoft.com/office/drawing/2014/main" id="{CB87FA63-D7FA-AB65-458F-6C32F022F40C}"/>
                    </a:ext>
                  </a:extLst>
                </p:cNvPr>
                <p:cNvPicPr/>
                <p:nvPr/>
              </p:nvPicPr>
              <p:blipFill>
                <a:blip r:embed="rId417"/>
                <a:stretch>
                  <a:fillRect/>
                </a:stretch>
              </p:blipFill>
              <p:spPr>
                <a:xfrm>
                  <a:off x="6998730" y="3101070"/>
                  <a:ext cx="264960" cy="200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18">
              <p14:nvContentPartPr>
                <p14:cNvPr id="305" name="Ink 304">
                  <a:extLst>
                    <a:ext uri="{FF2B5EF4-FFF2-40B4-BE49-F238E27FC236}">
                      <a16:creationId xmlns:a16="http://schemas.microsoft.com/office/drawing/2014/main" id="{1AF3C084-FBE0-8769-ACE7-5275F5EA2F87}"/>
                    </a:ext>
                  </a:extLst>
                </p14:cNvPr>
                <p14:cNvContentPartPr/>
                <p14:nvPr/>
              </p14:nvContentPartPr>
              <p14:xfrm>
                <a:off x="6788850" y="3411750"/>
                <a:ext cx="529560" cy="161640"/>
              </p14:xfrm>
            </p:contentPart>
          </mc:Choice>
          <mc:Fallback xmlns="">
            <p:pic>
              <p:nvPicPr>
                <p:cNvPr id="305" name="Ink 304">
                  <a:extLst>
                    <a:ext uri="{FF2B5EF4-FFF2-40B4-BE49-F238E27FC236}">
                      <a16:creationId xmlns:a16="http://schemas.microsoft.com/office/drawing/2014/main" id="{1AF3C084-FBE0-8769-ACE7-5275F5EA2F87}"/>
                    </a:ext>
                  </a:extLst>
                </p:cNvPr>
                <p:cNvPicPr/>
                <p:nvPr/>
              </p:nvPicPr>
              <p:blipFill>
                <a:blip r:embed="rId419"/>
                <a:stretch>
                  <a:fillRect/>
                </a:stretch>
              </p:blipFill>
              <p:spPr>
                <a:xfrm>
                  <a:off x="6779850" y="3403110"/>
                  <a:ext cx="547200" cy="179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0">
              <p14:nvContentPartPr>
                <p14:cNvPr id="306" name="Ink 305">
                  <a:extLst>
                    <a:ext uri="{FF2B5EF4-FFF2-40B4-BE49-F238E27FC236}">
                      <a16:creationId xmlns:a16="http://schemas.microsoft.com/office/drawing/2014/main" id="{CF8F2EFE-FA14-5368-84A1-1A386F158E01}"/>
                    </a:ext>
                  </a:extLst>
                </p14:cNvPr>
                <p14:cNvContentPartPr/>
                <p14:nvPr/>
              </p14:nvContentPartPr>
              <p14:xfrm>
                <a:off x="7354770" y="3002070"/>
                <a:ext cx="104040" cy="155520"/>
              </p14:xfrm>
            </p:contentPart>
          </mc:Choice>
          <mc:Fallback xmlns="">
            <p:pic>
              <p:nvPicPr>
                <p:cNvPr id="306" name="Ink 305">
                  <a:extLst>
                    <a:ext uri="{FF2B5EF4-FFF2-40B4-BE49-F238E27FC236}">
                      <a16:creationId xmlns:a16="http://schemas.microsoft.com/office/drawing/2014/main" id="{CF8F2EFE-FA14-5368-84A1-1A386F158E01}"/>
                    </a:ext>
                  </a:extLst>
                </p:cNvPr>
                <p:cNvPicPr/>
                <p:nvPr/>
              </p:nvPicPr>
              <p:blipFill>
                <a:blip r:embed="rId421"/>
                <a:stretch>
                  <a:fillRect/>
                </a:stretch>
              </p:blipFill>
              <p:spPr>
                <a:xfrm>
                  <a:off x="7345770" y="2993430"/>
                  <a:ext cx="121680" cy="173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2">
              <p14:nvContentPartPr>
                <p14:cNvPr id="307" name="Ink 306">
                  <a:extLst>
                    <a:ext uri="{FF2B5EF4-FFF2-40B4-BE49-F238E27FC236}">
                      <a16:creationId xmlns:a16="http://schemas.microsoft.com/office/drawing/2014/main" id="{60B53DB3-6516-80B8-9E71-60B521E72D5F}"/>
                    </a:ext>
                  </a:extLst>
                </p14:cNvPr>
                <p14:cNvContentPartPr/>
                <p14:nvPr/>
              </p14:nvContentPartPr>
              <p14:xfrm>
                <a:off x="7314090" y="2988750"/>
                <a:ext cx="12960" cy="46800"/>
              </p14:xfrm>
            </p:contentPart>
          </mc:Choice>
          <mc:Fallback xmlns="">
            <p:pic>
              <p:nvPicPr>
                <p:cNvPr id="307" name="Ink 306">
                  <a:extLst>
                    <a:ext uri="{FF2B5EF4-FFF2-40B4-BE49-F238E27FC236}">
                      <a16:creationId xmlns:a16="http://schemas.microsoft.com/office/drawing/2014/main" id="{60B53DB3-6516-80B8-9E71-60B521E72D5F}"/>
                    </a:ext>
                  </a:extLst>
                </p:cNvPr>
                <p:cNvPicPr/>
                <p:nvPr/>
              </p:nvPicPr>
              <p:blipFill>
                <a:blip r:embed="rId423"/>
                <a:stretch>
                  <a:fillRect/>
                </a:stretch>
              </p:blipFill>
              <p:spPr>
                <a:xfrm>
                  <a:off x="7305090" y="2979750"/>
                  <a:ext cx="30600" cy="64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4">
              <p14:nvContentPartPr>
                <p14:cNvPr id="308" name="Ink 307">
                  <a:extLst>
                    <a:ext uri="{FF2B5EF4-FFF2-40B4-BE49-F238E27FC236}">
                      <a16:creationId xmlns:a16="http://schemas.microsoft.com/office/drawing/2014/main" id="{0DA2611D-7F26-1AE4-C7CD-02373048FD68}"/>
                    </a:ext>
                  </a:extLst>
                </p14:cNvPr>
                <p14:cNvContentPartPr/>
                <p14:nvPr/>
              </p14:nvContentPartPr>
              <p14:xfrm>
                <a:off x="7436130" y="3120150"/>
                <a:ext cx="106920" cy="41040"/>
              </p14:xfrm>
            </p:contentPart>
          </mc:Choice>
          <mc:Fallback xmlns="">
            <p:pic>
              <p:nvPicPr>
                <p:cNvPr id="308" name="Ink 307">
                  <a:extLst>
                    <a:ext uri="{FF2B5EF4-FFF2-40B4-BE49-F238E27FC236}">
                      <a16:creationId xmlns:a16="http://schemas.microsoft.com/office/drawing/2014/main" id="{0DA2611D-7F26-1AE4-C7CD-02373048FD68}"/>
                    </a:ext>
                  </a:extLst>
                </p:cNvPr>
                <p:cNvPicPr/>
                <p:nvPr/>
              </p:nvPicPr>
              <p:blipFill>
                <a:blip r:embed="rId425"/>
                <a:stretch>
                  <a:fillRect/>
                </a:stretch>
              </p:blipFill>
              <p:spPr>
                <a:xfrm>
                  <a:off x="7427490" y="3111510"/>
                  <a:ext cx="124560" cy="58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6">
              <p14:nvContentPartPr>
                <p14:cNvPr id="310" name="Ink 309">
                  <a:extLst>
                    <a:ext uri="{FF2B5EF4-FFF2-40B4-BE49-F238E27FC236}">
                      <a16:creationId xmlns:a16="http://schemas.microsoft.com/office/drawing/2014/main" id="{11DD9D7F-4EE1-6F7E-D7D6-0E1ED06189B4}"/>
                    </a:ext>
                  </a:extLst>
                </p14:cNvPr>
                <p14:cNvContentPartPr/>
                <p14:nvPr/>
              </p14:nvContentPartPr>
              <p14:xfrm>
                <a:off x="7532970" y="3066870"/>
                <a:ext cx="156600" cy="80640"/>
              </p14:xfrm>
            </p:contentPart>
          </mc:Choice>
          <mc:Fallback xmlns="">
            <p:pic>
              <p:nvPicPr>
                <p:cNvPr id="310" name="Ink 309">
                  <a:extLst>
                    <a:ext uri="{FF2B5EF4-FFF2-40B4-BE49-F238E27FC236}">
                      <a16:creationId xmlns:a16="http://schemas.microsoft.com/office/drawing/2014/main" id="{11DD9D7F-4EE1-6F7E-D7D6-0E1ED06189B4}"/>
                    </a:ext>
                  </a:extLst>
                </p:cNvPr>
                <p:cNvPicPr/>
                <p:nvPr/>
              </p:nvPicPr>
              <p:blipFill>
                <a:blip r:embed="rId427"/>
                <a:stretch>
                  <a:fillRect/>
                </a:stretch>
              </p:blipFill>
              <p:spPr>
                <a:xfrm>
                  <a:off x="7524330" y="3057870"/>
                  <a:ext cx="174240" cy="98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28">
              <p14:nvContentPartPr>
                <p14:cNvPr id="311" name="Ink 310">
                  <a:extLst>
                    <a:ext uri="{FF2B5EF4-FFF2-40B4-BE49-F238E27FC236}">
                      <a16:creationId xmlns:a16="http://schemas.microsoft.com/office/drawing/2014/main" id="{180AE7EA-69D4-F5F6-17CB-923738AE59FC}"/>
                    </a:ext>
                  </a:extLst>
                </p14:cNvPr>
                <p14:cNvContentPartPr/>
                <p14:nvPr/>
              </p14:nvContentPartPr>
              <p14:xfrm>
                <a:off x="7736370" y="2947350"/>
                <a:ext cx="101520" cy="122040"/>
              </p14:xfrm>
            </p:contentPart>
          </mc:Choice>
          <mc:Fallback xmlns="">
            <p:pic>
              <p:nvPicPr>
                <p:cNvPr id="311" name="Ink 310">
                  <a:extLst>
                    <a:ext uri="{FF2B5EF4-FFF2-40B4-BE49-F238E27FC236}">
                      <a16:creationId xmlns:a16="http://schemas.microsoft.com/office/drawing/2014/main" id="{180AE7EA-69D4-F5F6-17CB-923738AE59FC}"/>
                    </a:ext>
                  </a:extLst>
                </p:cNvPr>
                <p:cNvPicPr/>
                <p:nvPr/>
              </p:nvPicPr>
              <p:blipFill>
                <a:blip r:embed="rId429"/>
                <a:stretch>
                  <a:fillRect/>
                </a:stretch>
              </p:blipFill>
              <p:spPr>
                <a:xfrm>
                  <a:off x="7727730" y="2938710"/>
                  <a:ext cx="119160" cy="139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30">
              <p14:nvContentPartPr>
                <p14:cNvPr id="312" name="Ink 311">
                  <a:extLst>
                    <a:ext uri="{FF2B5EF4-FFF2-40B4-BE49-F238E27FC236}">
                      <a16:creationId xmlns:a16="http://schemas.microsoft.com/office/drawing/2014/main" id="{6E89040E-C8CA-F63D-0BD9-6BE310D23280}"/>
                    </a:ext>
                  </a:extLst>
                </p14:cNvPr>
                <p14:cNvContentPartPr/>
                <p14:nvPr/>
              </p14:nvContentPartPr>
              <p14:xfrm>
                <a:off x="7814850" y="2892990"/>
                <a:ext cx="197280" cy="212760"/>
              </p14:xfrm>
            </p:contentPart>
          </mc:Choice>
          <mc:Fallback xmlns="">
            <p:pic>
              <p:nvPicPr>
                <p:cNvPr id="312" name="Ink 311">
                  <a:extLst>
                    <a:ext uri="{FF2B5EF4-FFF2-40B4-BE49-F238E27FC236}">
                      <a16:creationId xmlns:a16="http://schemas.microsoft.com/office/drawing/2014/main" id="{6E89040E-C8CA-F63D-0BD9-6BE310D23280}"/>
                    </a:ext>
                  </a:extLst>
                </p:cNvPr>
                <p:cNvPicPr/>
                <p:nvPr/>
              </p:nvPicPr>
              <p:blipFill>
                <a:blip r:embed="rId431"/>
                <a:stretch>
                  <a:fillRect/>
                </a:stretch>
              </p:blipFill>
              <p:spPr>
                <a:xfrm>
                  <a:off x="7805850" y="2884350"/>
                  <a:ext cx="214920" cy="230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32">
              <p14:nvContentPartPr>
                <p14:cNvPr id="313" name="Ink 312">
                  <a:extLst>
                    <a:ext uri="{FF2B5EF4-FFF2-40B4-BE49-F238E27FC236}">
                      <a16:creationId xmlns:a16="http://schemas.microsoft.com/office/drawing/2014/main" id="{D5856A3F-48FF-1DC2-366B-2FBA40D491F3}"/>
                    </a:ext>
                  </a:extLst>
                </p14:cNvPr>
                <p14:cNvContentPartPr/>
                <p14:nvPr/>
              </p14:nvContentPartPr>
              <p14:xfrm>
                <a:off x="7211130" y="3016830"/>
                <a:ext cx="115920" cy="206280"/>
              </p14:xfrm>
            </p:contentPart>
          </mc:Choice>
          <mc:Fallback xmlns="">
            <p:pic>
              <p:nvPicPr>
                <p:cNvPr id="313" name="Ink 312">
                  <a:extLst>
                    <a:ext uri="{FF2B5EF4-FFF2-40B4-BE49-F238E27FC236}">
                      <a16:creationId xmlns:a16="http://schemas.microsoft.com/office/drawing/2014/main" id="{D5856A3F-48FF-1DC2-366B-2FBA40D491F3}"/>
                    </a:ext>
                  </a:extLst>
                </p:cNvPr>
                <p:cNvPicPr/>
                <p:nvPr/>
              </p:nvPicPr>
              <p:blipFill>
                <a:blip r:embed="rId433"/>
                <a:stretch>
                  <a:fillRect/>
                </a:stretch>
              </p:blipFill>
              <p:spPr>
                <a:xfrm>
                  <a:off x="7202490" y="3008190"/>
                  <a:ext cx="133560" cy="223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34">
              <p14:nvContentPartPr>
                <p14:cNvPr id="278" name="Ink 277">
                  <a:extLst>
                    <a:ext uri="{FF2B5EF4-FFF2-40B4-BE49-F238E27FC236}">
                      <a16:creationId xmlns:a16="http://schemas.microsoft.com/office/drawing/2014/main" id="{3879B504-4F82-A8E5-D972-227DDB1AAADF}"/>
                    </a:ext>
                  </a:extLst>
                </p14:cNvPr>
                <p14:cNvContentPartPr/>
                <p14:nvPr/>
              </p14:nvContentPartPr>
              <p14:xfrm>
                <a:off x="2339250" y="3383310"/>
                <a:ext cx="309960" cy="138600"/>
              </p14:xfrm>
            </p:contentPart>
          </mc:Choice>
          <mc:Fallback xmlns="">
            <p:pic>
              <p:nvPicPr>
                <p:cNvPr id="278" name="Ink 277">
                  <a:extLst>
                    <a:ext uri="{FF2B5EF4-FFF2-40B4-BE49-F238E27FC236}">
                      <a16:creationId xmlns:a16="http://schemas.microsoft.com/office/drawing/2014/main" id="{3879B504-4F82-A8E5-D972-227DDB1AAADF}"/>
                    </a:ext>
                  </a:extLst>
                </p:cNvPr>
                <p:cNvPicPr/>
                <p:nvPr/>
              </p:nvPicPr>
              <p:blipFill>
                <a:blip r:embed="rId435"/>
                <a:stretch>
                  <a:fillRect/>
                </a:stretch>
              </p:blipFill>
              <p:spPr>
                <a:xfrm>
                  <a:off x="2330610" y="3374310"/>
                  <a:ext cx="327600" cy="156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36">
              <p14:nvContentPartPr>
                <p14:cNvPr id="279" name="Ink 278">
                  <a:extLst>
                    <a:ext uri="{FF2B5EF4-FFF2-40B4-BE49-F238E27FC236}">
                      <a16:creationId xmlns:a16="http://schemas.microsoft.com/office/drawing/2014/main" id="{9352D108-583C-B8E3-D556-63A8944B8B45}"/>
                    </a:ext>
                  </a:extLst>
                </p14:cNvPr>
                <p14:cNvContentPartPr/>
                <p14:nvPr/>
              </p14:nvContentPartPr>
              <p14:xfrm>
                <a:off x="2564250" y="3479430"/>
                <a:ext cx="109440" cy="66240"/>
              </p14:xfrm>
            </p:contentPart>
          </mc:Choice>
          <mc:Fallback xmlns="">
            <p:pic>
              <p:nvPicPr>
                <p:cNvPr id="279" name="Ink 278">
                  <a:extLst>
                    <a:ext uri="{FF2B5EF4-FFF2-40B4-BE49-F238E27FC236}">
                      <a16:creationId xmlns:a16="http://schemas.microsoft.com/office/drawing/2014/main" id="{9352D108-583C-B8E3-D556-63A8944B8B45}"/>
                    </a:ext>
                  </a:extLst>
                </p:cNvPr>
                <p:cNvPicPr/>
                <p:nvPr/>
              </p:nvPicPr>
              <p:blipFill>
                <a:blip r:embed="rId437"/>
                <a:stretch>
                  <a:fillRect/>
                </a:stretch>
              </p:blipFill>
              <p:spPr>
                <a:xfrm>
                  <a:off x="2555250" y="3470430"/>
                  <a:ext cx="127080" cy="83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38">
              <p14:nvContentPartPr>
                <p14:cNvPr id="280" name="Ink 279">
                  <a:extLst>
                    <a:ext uri="{FF2B5EF4-FFF2-40B4-BE49-F238E27FC236}">
                      <a16:creationId xmlns:a16="http://schemas.microsoft.com/office/drawing/2014/main" id="{3D4DEA46-2B5B-D7D4-BB3C-75D796BC1D5C}"/>
                    </a:ext>
                  </a:extLst>
                </p14:cNvPr>
                <p14:cNvContentPartPr/>
                <p14:nvPr/>
              </p14:nvContentPartPr>
              <p14:xfrm>
                <a:off x="2667210" y="3361710"/>
                <a:ext cx="344520" cy="188280"/>
              </p14:xfrm>
            </p:contentPart>
          </mc:Choice>
          <mc:Fallback xmlns="">
            <p:pic>
              <p:nvPicPr>
                <p:cNvPr id="280" name="Ink 279">
                  <a:extLst>
                    <a:ext uri="{FF2B5EF4-FFF2-40B4-BE49-F238E27FC236}">
                      <a16:creationId xmlns:a16="http://schemas.microsoft.com/office/drawing/2014/main" id="{3D4DEA46-2B5B-D7D4-BB3C-75D796BC1D5C}"/>
                    </a:ext>
                  </a:extLst>
                </p:cNvPr>
                <p:cNvPicPr/>
                <p:nvPr/>
              </p:nvPicPr>
              <p:blipFill>
                <a:blip r:embed="rId439"/>
                <a:stretch>
                  <a:fillRect/>
                </a:stretch>
              </p:blipFill>
              <p:spPr>
                <a:xfrm>
                  <a:off x="2658570" y="3353070"/>
                  <a:ext cx="362160" cy="205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0">
              <p14:nvContentPartPr>
                <p14:cNvPr id="281" name="Ink 280">
                  <a:extLst>
                    <a:ext uri="{FF2B5EF4-FFF2-40B4-BE49-F238E27FC236}">
                      <a16:creationId xmlns:a16="http://schemas.microsoft.com/office/drawing/2014/main" id="{878DF264-7CE4-DC87-7823-B9D62B3D6EA7}"/>
                    </a:ext>
                  </a:extLst>
                </p14:cNvPr>
                <p14:cNvContentPartPr/>
                <p14:nvPr/>
              </p14:nvContentPartPr>
              <p14:xfrm>
                <a:off x="3014250" y="3363510"/>
                <a:ext cx="356760" cy="187920"/>
              </p14:xfrm>
            </p:contentPart>
          </mc:Choice>
          <mc:Fallback xmlns="">
            <p:pic>
              <p:nvPicPr>
                <p:cNvPr id="281" name="Ink 280">
                  <a:extLst>
                    <a:ext uri="{FF2B5EF4-FFF2-40B4-BE49-F238E27FC236}">
                      <a16:creationId xmlns:a16="http://schemas.microsoft.com/office/drawing/2014/main" id="{878DF264-7CE4-DC87-7823-B9D62B3D6EA7}"/>
                    </a:ext>
                  </a:extLst>
                </p:cNvPr>
                <p:cNvPicPr/>
                <p:nvPr/>
              </p:nvPicPr>
              <p:blipFill>
                <a:blip r:embed="rId441"/>
                <a:stretch>
                  <a:fillRect/>
                </a:stretch>
              </p:blipFill>
              <p:spPr>
                <a:xfrm>
                  <a:off x="3005250" y="3354870"/>
                  <a:ext cx="374400" cy="205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2">
              <p14:nvContentPartPr>
                <p14:cNvPr id="282" name="Ink 281">
                  <a:extLst>
                    <a:ext uri="{FF2B5EF4-FFF2-40B4-BE49-F238E27FC236}">
                      <a16:creationId xmlns:a16="http://schemas.microsoft.com/office/drawing/2014/main" id="{8AEA325E-3A28-0461-3445-E880C4E50A59}"/>
                    </a:ext>
                  </a:extLst>
                </p14:cNvPr>
                <p14:cNvContentPartPr/>
                <p14:nvPr/>
              </p14:nvContentPartPr>
              <p14:xfrm>
                <a:off x="3467130" y="3273870"/>
                <a:ext cx="125640" cy="96480"/>
              </p14:xfrm>
            </p:contentPart>
          </mc:Choice>
          <mc:Fallback xmlns="">
            <p:pic>
              <p:nvPicPr>
                <p:cNvPr id="282" name="Ink 281">
                  <a:extLst>
                    <a:ext uri="{FF2B5EF4-FFF2-40B4-BE49-F238E27FC236}">
                      <a16:creationId xmlns:a16="http://schemas.microsoft.com/office/drawing/2014/main" id="{8AEA325E-3A28-0461-3445-E880C4E50A59}"/>
                    </a:ext>
                  </a:extLst>
                </p:cNvPr>
                <p:cNvPicPr/>
                <p:nvPr/>
              </p:nvPicPr>
              <p:blipFill>
                <a:blip r:embed="rId443"/>
                <a:stretch>
                  <a:fillRect/>
                </a:stretch>
              </p:blipFill>
              <p:spPr>
                <a:xfrm>
                  <a:off x="3458490" y="3264870"/>
                  <a:ext cx="143280" cy="114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4">
              <p14:nvContentPartPr>
                <p14:cNvPr id="283" name="Ink 282">
                  <a:extLst>
                    <a:ext uri="{FF2B5EF4-FFF2-40B4-BE49-F238E27FC236}">
                      <a16:creationId xmlns:a16="http://schemas.microsoft.com/office/drawing/2014/main" id="{A44716B7-EB3A-D917-04D8-17CBD998ED60}"/>
                    </a:ext>
                  </a:extLst>
                </p14:cNvPr>
                <p14:cNvContentPartPr/>
                <p14:nvPr/>
              </p14:nvContentPartPr>
              <p14:xfrm>
                <a:off x="3426450" y="3244710"/>
                <a:ext cx="12960" cy="44640"/>
              </p14:xfrm>
            </p:contentPart>
          </mc:Choice>
          <mc:Fallback xmlns="">
            <p:pic>
              <p:nvPicPr>
                <p:cNvPr id="283" name="Ink 282">
                  <a:extLst>
                    <a:ext uri="{FF2B5EF4-FFF2-40B4-BE49-F238E27FC236}">
                      <a16:creationId xmlns:a16="http://schemas.microsoft.com/office/drawing/2014/main" id="{A44716B7-EB3A-D917-04D8-17CBD998ED60}"/>
                    </a:ext>
                  </a:extLst>
                </p:cNvPr>
                <p:cNvPicPr/>
                <p:nvPr/>
              </p:nvPicPr>
              <p:blipFill>
                <a:blip r:embed="rId445"/>
                <a:stretch>
                  <a:fillRect/>
                </a:stretch>
              </p:blipFill>
              <p:spPr>
                <a:xfrm>
                  <a:off x="3417810" y="3235710"/>
                  <a:ext cx="30600" cy="62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6">
              <p14:nvContentPartPr>
                <p14:cNvPr id="284" name="Ink 283">
                  <a:extLst>
                    <a:ext uri="{FF2B5EF4-FFF2-40B4-BE49-F238E27FC236}">
                      <a16:creationId xmlns:a16="http://schemas.microsoft.com/office/drawing/2014/main" id="{5CC1E8DF-5372-BFE2-9CEB-1F144D2601FD}"/>
                    </a:ext>
                  </a:extLst>
                </p14:cNvPr>
                <p14:cNvContentPartPr/>
                <p14:nvPr/>
              </p14:nvContentPartPr>
              <p14:xfrm>
                <a:off x="3620490" y="3362070"/>
                <a:ext cx="34200" cy="15480"/>
              </p14:xfrm>
            </p:contentPart>
          </mc:Choice>
          <mc:Fallback xmlns="">
            <p:pic>
              <p:nvPicPr>
                <p:cNvPr id="284" name="Ink 283">
                  <a:extLst>
                    <a:ext uri="{FF2B5EF4-FFF2-40B4-BE49-F238E27FC236}">
                      <a16:creationId xmlns:a16="http://schemas.microsoft.com/office/drawing/2014/main" id="{5CC1E8DF-5372-BFE2-9CEB-1F144D2601FD}"/>
                    </a:ext>
                  </a:extLst>
                </p:cNvPr>
                <p:cNvPicPr/>
                <p:nvPr/>
              </p:nvPicPr>
              <p:blipFill>
                <a:blip r:embed="rId447"/>
                <a:stretch>
                  <a:fillRect/>
                </a:stretch>
              </p:blipFill>
              <p:spPr>
                <a:xfrm>
                  <a:off x="3611850" y="3353430"/>
                  <a:ext cx="51840" cy="33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8">
              <p14:nvContentPartPr>
                <p14:cNvPr id="285" name="Ink 284">
                  <a:extLst>
                    <a:ext uri="{FF2B5EF4-FFF2-40B4-BE49-F238E27FC236}">
                      <a16:creationId xmlns:a16="http://schemas.microsoft.com/office/drawing/2014/main" id="{83B8C38F-FE26-65F2-60A8-A248F16C0201}"/>
                    </a:ext>
                  </a:extLst>
                </p14:cNvPr>
                <p14:cNvContentPartPr/>
                <p14:nvPr/>
              </p14:nvContentPartPr>
              <p14:xfrm>
                <a:off x="3671970" y="3147150"/>
                <a:ext cx="190080" cy="210240"/>
              </p14:xfrm>
            </p:contentPart>
          </mc:Choice>
          <mc:Fallback xmlns="">
            <p:pic>
              <p:nvPicPr>
                <p:cNvPr id="285" name="Ink 284">
                  <a:extLst>
                    <a:ext uri="{FF2B5EF4-FFF2-40B4-BE49-F238E27FC236}">
                      <a16:creationId xmlns:a16="http://schemas.microsoft.com/office/drawing/2014/main" id="{83B8C38F-FE26-65F2-60A8-A248F16C0201}"/>
                    </a:ext>
                  </a:extLst>
                </p:cNvPr>
                <p:cNvPicPr/>
                <p:nvPr/>
              </p:nvPicPr>
              <p:blipFill>
                <a:blip r:embed="rId449"/>
                <a:stretch>
                  <a:fillRect/>
                </a:stretch>
              </p:blipFill>
              <p:spPr>
                <a:xfrm>
                  <a:off x="3662970" y="3138150"/>
                  <a:ext cx="207720" cy="227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50">
              <p14:nvContentPartPr>
                <p14:cNvPr id="286" name="Ink 285">
                  <a:extLst>
                    <a:ext uri="{FF2B5EF4-FFF2-40B4-BE49-F238E27FC236}">
                      <a16:creationId xmlns:a16="http://schemas.microsoft.com/office/drawing/2014/main" id="{3075C33D-BDE3-B6E1-1FA4-01CF11806A6F}"/>
                    </a:ext>
                  </a:extLst>
                </p14:cNvPr>
                <p14:cNvContentPartPr/>
                <p14:nvPr/>
              </p14:nvContentPartPr>
              <p14:xfrm>
                <a:off x="3820650" y="3107910"/>
                <a:ext cx="127800" cy="88560"/>
              </p14:xfrm>
            </p:contentPart>
          </mc:Choice>
          <mc:Fallback xmlns="">
            <p:pic>
              <p:nvPicPr>
                <p:cNvPr id="286" name="Ink 285">
                  <a:extLst>
                    <a:ext uri="{FF2B5EF4-FFF2-40B4-BE49-F238E27FC236}">
                      <a16:creationId xmlns:a16="http://schemas.microsoft.com/office/drawing/2014/main" id="{3075C33D-BDE3-B6E1-1FA4-01CF11806A6F}"/>
                    </a:ext>
                  </a:extLst>
                </p:cNvPr>
                <p:cNvPicPr/>
                <p:nvPr/>
              </p:nvPicPr>
              <p:blipFill>
                <a:blip r:embed="rId451"/>
                <a:stretch>
                  <a:fillRect/>
                </a:stretch>
              </p:blipFill>
              <p:spPr>
                <a:xfrm>
                  <a:off x="3811650" y="3098910"/>
                  <a:ext cx="145440" cy="106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52">
              <p14:nvContentPartPr>
                <p14:cNvPr id="287" name="Ink 286">
                  <a:extLst>
                    <a:ext uri="{FF2B5EF4-FFF2-40B4-BE49-F238E27FC236}">
                      <a16:creationId xmlns:a16="http://schemas.microsoft.com/office/drawing/2014/main" id="{851078A7-FEB6-14A6-EF25-C96FAAC69733}"/>
                    </a:ext>
                  </a:extLst>
                </p14:cNvPr>
                <p14:cNvContentPartPr/>
                <p14:nvPr/>
              </p14:nvContentPartPr>
              <p14:xfrm>
                <a:off x="3729570" y="3047430"/>
                <a:ext cx="63000" cy="8280"/>
              </p14:xfrm>
            </p:contentPart>
          </mc:Choice>
          <mc:Fallback xmlns="">
            <p:pic>
              <p:nvPicPr>
                <p:cNvPr id="287" name="Ink 286">
                  <a:extLst>
                    <a:ext uri="{FF2B5EF4-FFF2-40B4-BE49-F238E27FC236}">
                      <a16:creationId xmlns:a16="http://schemas.microsoft.com/office/drawing/2014/main" id="{851078A7-FEB6-14A6-EF25-C96FAAC69733}"/>
                    </a:ext>
                  </a:extLst>
                </p:cNvPr>
                <p:cNvPicPr/>
                <p:nvPr/>
              </p:nvPicPr>
              <p:blipFill>
                <a:blip r:embed="rId453"/>
                <a:stretch>
                  <a:fillRect/>
                </a:stretch>
              </p:blipFill>
              <p:spPr>
                <a:xfrm>
                  <a:off x="3720570" y="3038430"/>
                  <a:ext cx="80640" cy="25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54">
              <p14:nvContentPartPr>
                <p14:cNvPr id="288" name="Ink 287">
                  <a:extLst>
                    <a:ext uri="{FF2B5EF4-FFF2-40B4-BE49-F238E27FC236}">
                      <a16:creationId xmlns:a16="http://schemas.microsoft.com/office/drawing/2014/main" id="{AC108A96-536F-7B5D-CAB4-E015BAFB80AC}"/>
                    </a:ext>
                  </a:extLst>
                </p14:cNvPr>
                <p14:cNvContentPartPr/>
                <p14:nvPr/>
              </p14:nvContentPartPr>
              <p14:xfrm>
                <a:off x="3926490" y="3066870"/>
                <a:ext cx="205560" cy="96120"/>
              </p14:xfrm>
            </p:contentPart>
          </mc:Choice>
          <mc:Fallback xmlns="">
            <p:pic>
              <p:nvPicPr>
                <p:cNvPr id="288" name="Ink 287">
                  <a:extLst>
                    <a:ext uri="{FF2B5EF4-FFF2-40B4-BE49-F238E27FC236}">
                      <a16:creationId xmlns:a16="http://schemas.microsoft.com/office/drawing/2014/main" id="{AC108A96-536F-7B5D-CAB4-E015BAFB80AC}"/>
                    </a:ext>
                  </a:extLst>
                </p:cNvPr>
                <p:cNvPicPr/>
                <p:nvPr/>
              </p:nvPicPr>
              <p:blipFill>
                <a:blip r:embed="rId455"/>
                <a:stretch>
                  <a:fillRect/>
                </a:stretch>
              </p:blipFill>
              <p:spPr>
                <a:xfrm>
                  <a:off x="3917490" y="3058230"/>
                  <a:ext cx="223200" cy="113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56">
              <p14:nvContentPartPr>
                <p14:cNvPr id="289" name="Ink 288">
                  <a:extLst>
                    <a:ext uri="{FF2B5EF4-FFF2-40B4-BE49-F238E27FC236}">
                      <a16:creationId xmlns:a16="http://schemas.microsoft.com/office/drawing/2014/main" id="{43454F1B-4ABB-157B-50F5-5287D29539EA}"/>
                    </a:ext>
                  </a:extLst>
                </p14:cNvPr>
                <p14:cNvContentPartPr/>
                <p14:nvPr/>
              </p14:nvContentPartPr>
              <p14:xfrm>
                <a:off x="4104690" y="2908470"/>
                <a:ext cx="232920" cy="205920"/>
              </p14:xfrm>
            </p:contentPart>
          </mc:Choice>
          <mc:Fallback xmlns="">
            <p:pic>
              <p:nvPicPr>
                <p:cNvPr id="289" name="Ink 288">
                  <a:extLst>
                    <a:ext uri="{FF2B5EF4-FFF2-40B4-BE49-F238E27FC236}">
                      <a16:creationId xmlns:a16="http://schemas.microsoft.com/office/drawing/2014/main" id="{43454F1B-4ABB-157B-50F5-5287D29539EA}"/>
                    </a:ext>
                  </a:extLst>
                </p:cNvPr>
                <p:cNvPicPr/>
                <p:nvPr/>
              </p:nvPicPr>
              <p:blipFill>
                <a:blip r:embed="rId457"/>
                <a:stretch>
                  <a:fillRect/>
                </a:stretch>
              </p:blipFill>
              <p:spPr>
                <a:xfrm>
                  <a:off x="4096050" y="2899830"/>
                  <a:ext cx="250560" cy="223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58">
              <p14:nvContentPartPr>
                <p14:cNvPr id="290" name="Ink 289">
                  <a:extLst>
                    <a:ext uri="{FF2B5EF4-FFF2-40B4-BE49-F238E27FC236}">
                      <a16:creationId xmlns:a16="http://schemas.microsoft.com/office/drawing/2014/main" id="{8C6AC68E-A7A9-AA18-922A-BDCB12BF53BA}"/>
                    </a:ext>
                  </a:extLst>
                </p14:cNvPr>
                <p14:cNvContentPartPr/>
                <p14:nvPr/>
              </p14:nvContentPartPr>
              <p14:xfrm>
                <a:off x="4423650" y="2932230"/>
                <a:ext cx="199080" cy="145080"/>
              </p14:xfrm>
            </p:contentPart>
          </mc:Choice>
          <mc:Fallback xmlns="">
            <p:pic>
              <p:nvPicPr>
                <p:cNvPr id="290" name="Ink 289">
                  <a:extLst>
                    <a:ext uri="{FF2B5EF4-FFF2-40B4-BE49-F238E27FC236}">
                      <a16:creationId xmlns:a16="http://schemas.microsoft.com/office/drawing/2014/main" id="{8C6AC68E-A7A9-AA18-922A-BDCB12BF53BA}"/>
                    </a:ext>
                  </a:extLst>
                </p:cNvPr>
                <p:cNvPicPr/>
                <p:nvPr/>
              </p:nvPicPr>
              <p:blipFill>
                <a:blip r:embed="rId459"/>
                <a:stretch>
                  <a:fillRect/>
                </a:stretch>
              </p:blipFill>
              <p:spPr>
                <a:xfrm>
                  <a:off x="4415010" y="2923230"/>
                  <a:ext cx="216720" cy="162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60">
              <p14:nvContentPartPr>
                <p14:cNvPr id="291" name="Ink 290">
                  <a:extLst>
                    <a:ext uri="{FF2B5EF4-FFF2-40B4-BE49-F238E27FC236}">
                      <a16:creationId xmlns:a16="http://schemas.microsoft.com/office/drawing/2014/main" id="{3319F3B8-1D44-B01B-96F6-737F1F93E25B}"/>
                    </a:ext>
                  </a:extLst>
                </p14:cNvPr>
                <p14:cNvContentPartPr/>
                <p14:nvPr/>
              </p14:nvContentPartPr>
              <p14:xfrm>
                <a:off x="4445250" y="2875350"/>
                <a:ext cx="623160" cy="182160"/>
              </p14:xfrm>
            </p:contentPart>
          </mc:Choice>
          <mc:Fallback xmlns="">
            <p:pic>
              <p:nvPicPr>
                <p:cNvPr id="291" name="Ink 290">
                  <a:extLst>
                    <a:ext uri="{FF2B5EF4-FFF2-40B4-BE49-F238E27FC236}">
                      <a16:creationId xmlns:a16="http://schemas.microsoft.com/office/drawing/2014/main" id="{3319F3B8-1D44-B01B-96F6-737F1F93E25B}"/>
                    </a:ext>
                  </a:extLst>
                </p:cNvPr>
                <p:cNvPicPr/>
                <p:nvPr/>
              </p:nvPicPr>
              <p:blipFill>
                <a:blip r:embed="rId461"/>
                <a:stretch>
                  <a:fillRect/>
                </a:stretch>
              </p:blipFill>
              <p:spPr>
                <a:xfrm>
                  <a:off x="4436250" y="2866710"/>
                  <a:ext cx="640800" cy="199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62">
              <p14:nvContentPartPr>
                <p14:cNvPr id="292" name="Ink 291">
                  <a:extLst>
                    <a:ext uri="{FF2B5EF4-FFF2-40B4-BE49-F238E27FC236}">
                      <a16:creationId xmlns:a16="http://schemas.microsoft.com/office/drawing/2014/main" id="{F3AA3BDD-244B-A60B-8CCD-25D5AC926981}"/>
                    </a:ext>
                  </a:extLst>
                </p14:cNvPr>
                <p14:cNvContentPartPr/>
                <p14:nvPr/>
              </p14:nvContentPartPr>
              <p14:xfrm>
                <a:off x="5042850" y="2766270"/>
                <a:ext cx="250200" cy="183960"/>
              </p14:xfrm>
            </p:contentPart>
          </mc:Choice>
          <mc:Fallback xmlns="">
            <p:pic>
              <p:nvPicPr>
                <p:cNvPr id="292" name="Ink 291">
                  <a:extLst>
                    <a:ext uri="{FF2B5EF4-FFF2-40B4-BE49-F238E27FC236}">
                      <a16:creationId xmlns:a16="http://schemas.microsoft.com/office/drawing/2014/main" id="{F3AA3BDD-244B-A60B-8CCD-25D5AC926981}"/>
                    </a:ext>
                  </a:extLst>
                </p:cNvPr>
                <p:cNvPicPr/>
                <p:nvPr/>
              </p:nvPicPr>
              <p:blipFill>
                <a:blip r:embed="rId463"/>
                <a:stretch>
                  <a:fillRect/>
                </a:stretch>
              </p:blipFill>
              <p:spPr>
                <a:xfrm>
                  <a:off x="5033850" y="2757270"/>
                  <a:ext cx="267840" cy="201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64">
              <p14:nvContentPartPr>
                <p14:cNvPr id="293" name="Ink 292">
                  <a:extLst>
                    <a:ext uri="{FF2B5EF4-FFF2-40B4-BE49-F238E27FC236}">
                      <a16:creationId xmlns:a16="http://schemas.microsoft.com/office/drawing/2014/main" id="{65ED9E19-E29B-944B-3055-9D96FA16EA98}"/>
                    </a:ext>
                  </a:extLst>
                </p14:cNvPr>
                <p14:cNvContentPartPr/>
                <p14:nvPr/>
              </p14:nvContentPartPr>
              <p14:xfrm>
                <a:off x="5364330" y="2912430"/>
                <a:ext cx="305640" cy="139680"/>
              </p14:xfrm>
            </p:contentPart>
          </mc:Choice>
          <mc:Fallback xmlns="">
            <p:pic>
              <p:nvPicPr>
                <p:cNvPr id="293" name="Ink 292">
                  <a:extLst>
                    <a:ext uri="{FF2B5EF4-FFF2-40B4-BE49-F238E27FC236}">
                      <a16:creationId xmlns:a16="http://schemas.microsoft.com/office/drawing/2014/main" id="{65ED9E19-E29B-944B-3055-9D96FA16EA98}"/>
                    </a:ext>
                  </a:extLst>
                </p:cNvPr>
                <p:cNvPicPr/>
                <p:nvPr/>
              </p:nvPicPr>
              <p:blipFill>
                <a:blip r:embed="rId465"/>
                <a:stretch>
                  <a:fillRect/>
                </a:stretch>
              </p:blipFill>
              <p:spPr>
                <a:xfrm>
                  <a:off x="5355330" y="2903430"/>
                  <a:ext cx="323280" cy="157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66">
              <p14:nvContentPartPr>
                <p14:cNvPr id="294" name="Ink 293">
                  <a:extLst>
                    <a:ext uri="{FF2B5EF4-FFF2-40B4-BE49-F238E27FC236}">
                      <a16:creationId xmlns:a16="http://schemas.microsoft.com/office/drawing/2014/main" id="{9F81E5CD-A967-FB4D-C60D-9FEDFD8FEE60}"/>
                    </a:ext>
                  </a:extLst>
                </p14:cNvPr>
                <p14:cNvContentPartPr/>
                <p14:nvPr/>
              </p14:nvContentPartPr>
              <p14:xfrm>
                <a:off x="5492130" y="2847990"/>
                <a:ext cx="99000" cy="18360"/>
              </p14:xfrm>
            </p:contentPart>
          </mc:Choice>
          <mc:Fallback xmlns="">
            <p:pic>
              <p:nvPicPr>
                <p:cNvPr id="294" name="Ink 293">
                  <a:extLst>
                    <a:ext uri="{FF2B5EF4-FFF2-40B4-BE49-F238E27FC236}">
                      <a16:creationId xmlns:a16="http://schemas.microsoft.com/office/drawing/2014/main" id="{9F81E5CD-A967-FB4D-C60D-9FEDFD8FEE60}"/>
                    </a:ext>
                  </a:extLst>
                </p:cNvPr>
                <p:cNvPicPr/>
                <p:nvPr/>
              </p:nvPicPr>
              <p:blipFill>
                <a:blip r:embed="rId467"/>
                <a:stretch>
                  <a:fillRect/>
                </a:stretch>
              </p:blipFill>
              <p:spPr>
                <a:xfrm>
                  <a:off x="5483130" y="2838990"/>
                  <a:ext cx="116640" cy="3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68">
              <p14:nvContentPartPr>
                <p14:cNvPr id="295" name="Ink 294">
                  <a:extLst>
                    <a:ext uri="{FF2B5EF4-FFF2-40B4-BE49-F238E27FC236}">
                      <a16:creationId xmlns:a16="http://schemas.microsoft.com/office/drawing/2014/main" id="{5A97D79C-C96C-28FD-FC3E-EF23D6DB1EBD}"/>
                    </a:ext>
                  </a:extLst>
                </p14:cNvPr>
                <p14:cNvContentPartPr/>
                <p14:nvPr/>
              </p14:nvContentPartPr>
              <p14:xfrm>
                <a:off x="5651610" y="2822430"/>
                <a:ext cx="315720" cy="239040"/>
              </p14:xfrm>
            </p:contentPart>
          </mc:Choice>
          <mc:Fallback xmlns="">
            <p:pic>
              <p:nvPicPr>
                <p:cNvPr id="295" name="Ink 294">
                  <a:extLst>
                    <a:ext uri="{FF2B5EF4-FFF2-40B4-BE49-F238E27FC236}">
                      <a16:creationId xmlns:a16="http://schemas.microsoft.com/office/drawing/2014/main" id="{5A97D79C-C96C-28FD-FC3E-EF23D6DB1EBD}"/>
                    </a:ext>
                  </a:extLst>
                </p:cNvPr>
                <p:cNvPicPr/>
                <p:nvPr/>
              </p:nvPicPr>
              <p:blipFill>
                <a:blip r:embed="rId469"/>
                <a:stretch>
                  <a:fillRect/>
                </a:stretch>
              </p:blipFill>
              <p:spPr>
                <a:xfrm>
                  <a:off x="5642610" y="2813430"/>
                  <a:ext cx="333360" cy="256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70">
              <p14:nvContentPartPr>
                <p14:cNvPr id="297" name="Ink 296">
                  <a:extLst>
                    <a:ext uri="{FF2B5EF4-FFF2-40B4-BE49-F238E27FC236}">
                      <a16:creationId xmlns:a16="http://schemas.microsoft.com/office/drawing/2014/main" id="{0611F907-0B40-50BD-F0C6-597E24E43FC9}"/>
                    </a:ext>
                  </a:extLst>
                </p14:cNvPr>
                <p14:cNvContentPartPr/>
                <p14:nvPr/>
              </p14:nvContentPartPr>
              <p14:xfrm>
                <a:off x="3673410" y="3007830"/>
                <a:ext cx="2382120" cy="453960"/>
              </p14:xfrm>
            </p:contentPart>
          </mc:Choice>
          <mc:Fallback xmlns="">
            <p:pic>
              <p:nvPicPr>
                <p:cNvPr id="297" name="Ink 296">
                  <a:extLst>
                    <a:ext uri="{FF2B5EF4-FFF2-40B4-BE49-F238E27FC236}">
                      <a16:creationId xmlns:a16="http://schemas.microsoft.com/office/drawing/2014/main" id="{0611F907-0B40-50BD-F0C6-597E24E43FC9}"/>
                    </a:ext>
                  </a:extLst>
                </p:cNvPr>
                <p:cNvPicPr/>
                <p:nvPr/>
              </p:nvPicPr>
              <p:blipFill>
                <a:blip r:embed="rId471"/>
                <a:stretch>
                  <a:fillRect/>
                </a:stretch>
              </p:blipFill>
              <p:spPr>
                <a:xfrm>
                  <a:off x="3664770" y="2999190"/>
                  <a:ext cx="2399760" cy="471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72">
              <p14:nvContentPartPr>
                <p14:cNvPr id="298" name="Ink 297">
                  <a:extLst>
                    <a:ext uri="{FF2B5EF4-FFF2-40B4-BE49-F238E27FC236}">
                      <a16:creationId xmlns:a16="http://schemas.microsoft.com/office/drawing/2014/main" id="{FAC4420D-2900-ECDC-75D1-0B3CE7C97C53}"/>
                    </a:ext>
                  </a:extLst>
                </p14:cNvPr>
                <p14:cNvContentPartPr/>
                <p14:nvPr/>
              </p14:nvContentPartPr>
              <p14:xfrm>
                <a:off x="6142290" y="2877510"/>
                <a:ext cx="179280" cy="62280"/>
              </p14:xfrm>
            </p:contentPart>
          </mc:Choice>
          <mc:Fallback xmlns="">
            <p:pic>
              <p:nvPicPr>
                <p:cNvPr id="298" name="Ink 297">
                  <a:extLst>
                    <a:ext uri="{FF2B5EF4-FFF2-40B4-BE49-F238E27FC236}">
                      <a16:creationId xmlns:a16="http://schemas.microsoft.com/office/drawing/2014/main" id="{FAC4420D-2900-ECDC-75D1-0B3CE7C97C53}"/>
                    </a:ext>
                  </a:extLst>
                </p:cNvPr>
                <p:cNvPicPr/>
                <p:nvPr/>
              </p:nvPicPr>
              <p:blipFill>
                <a:blip r:embed="rId473"/>
                <a:stretch>
                  <a:fillRect/>
                </a:stretch>
              </p:blipFill>
              <p:spPr>
                <a:xfrm>
                  <a:off x="6133290" y="2868510"/>
                  <a:ext cx="196920" cy="79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74">
              <p14:nvContentPartPr>
                <p14:cNvPr id="315" name="Ink 314">
                  <a:extLst>
                    <a:ext uri="{FF2B5EF4-FFF2-40B4-BE49-F238E27FC236}">
                      <a16:creationId xmlns:a16="http://schemas.microsoft.com/office/drawing/2014/main" id="{C8C858E7-7157-C848-9FF2-3FE40506D65E}"/>
                    </a:ext>
                  </a:extLst>
                </p14:cNvPr>
                <p14:cNvContentPartPr/>
                <p14:nvPr/>
              </p14:nvContentPartPr>
              <p14:xfrm>
                <a:off x="3889050" y="3535230"/>
                <a:ext cx="294840" cy="221400"/>
              </p14:xfrm>
            </p:contentPart>
          </mc:Choice>
          <mc:Fallback xmlns="">
            <p:pic>
              <p:nvPicPr>
                <p:cNvPr id="315" name="Ink 314">
                  <a:extLst>
                    <a:ext uri="{FF2B5EF4-FFF2-40B4-BE49-F238E27FC236}">
                      <a16:creationId xmlns:a16="http://schemas.microsoft.com/office/drawing/2014/main" id="{C8C858E7-7157-C848-9FF2-3FE40506D65E}"/>
                    </a:ext>
                  </a:extLst>
                </p:cNvPr>
                <p:cNvPicPr/>
                <p:nvPr/>
              </p:nvPicPr>
              <p:blipFill>
                <a:blip r:embed="rId475"/>
                <a:stretch>
                  <a:fillRect/>
                </a:stretch>
              </p:blipFill>
              <p:spPr>
                <a:xfrm>
                  <a:off x="3880410" y="3526590"/>
                  <a:ext cx="312480" cy="239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76">
              <p14:nvContentPartPr>
                <p14:cNvPr id="316" name="Ink 315">
                  <a:extLst>
                    <a:ext uri="{FF2B5EF4-FFF2-40B4-BE49-F238E27FC236}">
                      <a16:creationId xmlns:a16="http://schemas.microsoft.com/office/drawing/2014/main" id="{629BE95C-5D3C-2321-6EAC-92216FAFE207}"/>
                    </a:ext>
                  </a:extLst>
                </p14:cNvPr>
                <p14:cNvContentPartPr/>
                <p14:nvPr/>
              </p14:nvContentPartPr>
              <p14:xfrm>
                <a:off x="4129890" y="3475110"/>
                <a:ext cx="153000" cy="130320"/>
              </p14:xfrm>
            </p:contentPart>
          </mc:Choice>
          <mc:Fallback xmlns="">
            <p:pic>
              <p:nvPicPr>
                <p:cNvPr id="316" name="Ink 315">
                  <a:extLst>
                    <a:ext uri="{FF2B5EF4-FFF2-40B4-BE49-F238E27FC236}">
                      <a16:creationId xmlns:a16="http://schemas.microsoft.com/office/drawing/2014/main" id="{629BE95C-5D3C-2321-6EAC-92216FAFE207}"/>
                    </a:ext>
                  </a:extLst>
                </p:cNvPr>
                <p:cNvPicPr/>
                <p:nvPr/>
              </p:nvPicPr>
              <p:blipFill>
                <a:blip r:embed="rId477"/>
                <a:stretch>
                  <a:fillRect/>
                </a:stretch>
              </p:blipFill>
              <p:spPr>
                <a:xfrm>
                  <a:off x="4121250" y="3466110"/>
                  <a:ext cx="170640" cy="147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78">
              <p14:nvContentPartPr>
                <p14:cNvPr id="317" name="Ink 316">
                  <a:extLst>
                    <a:ext uri="{FF2B5EF4-FFF2-40B4-BE49-F238E27FC236}">
                      <a16:creationId xmlns:a16="http://schemas.microsoft.com/office/drawing/2014/main" id="{6975D762-349D-E31F-E770-F0A715A290F1}"/>
                    </a:ext>
                  </a:extLst>
                </p14:cNvPr>
                <p14:cNvContentPartPr/>
                <p14:nvPr/>
              </p14:nvContentPartPr>
              <p14:xfrm>
                <a:off x="4276050" y="3428310"/>
                <a:ext cx="187920" cy="168840"/>
              </p14:xfrm>
            </p:contentPart>
          </mc:Choice>
          <mc:Fallback xmlns="">
            <p:pic>
              <p:nvPicPr>
                <p:cNvPr id="317" name="Ink 316">
                  <a:extLst>
                    <a:ext uri="{FF2B5EF4-FFF2-40B4-BE49-F238E27FC236}">
                      <a16:creationId xmlns:a16="http://schemas.microsoft.com/office/drawing/2014/main" id="{6975D762-349D-E31F-E770-F0A715A290F1}"/>
                    </a:ext>
                  </a:extLst>
                </p:cNvPr>
                <p:cNvPicPr/>
                <p:nvPr/>
              </p:nvPicPr>
              <p:blipFill>
                <a:blip r:embed="rId479"/>
                <a:stretch>
                  <a:fillRect/>
                </a:stretch>
              </p:blipFill>
              <p:spPr>
                <a:xfrm>
                  <a:off x="4267410" y="3419310"/>
                  <a:ext cx="205560" cy="186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80">
              <p14:nvContentPartPr>
                <p14:cNvPr id="318" name="Ink 317">
                  <a:extLst>
                    <a:ext uri="{FF2B5EF4-FFF2-40B4-BE49-F238E27FC236}">
                      <a16:creationId xmlns:a16="http://schemas.microsoft.com/office/drawing/2014/main" id="{2E57B534-59EC-197C-DF2D-27AABE241395}"/>
                    </a:ext>
                  </a:extLst>
                </p14:cNvPr>
                <p14:cNvContentPartPr/>
                <p14:nvPr/>
              </p14:nvContentPartPr>
              <p14:xfrm>
                <a:off x="4313850" y="3357750"/>
                <a:ext cx="246240" cy="150840"/>
              </p14:xfrm>
            </p:contentPart>
          </mc:Choice>
          <mc:Fallback xmlns="">
            <p:pic>
              <p:nvPicPr>
                <p:cNvPr id="318" name="Ink 317">
                  <a:extLst>
                    <a:ext uri="{FF2B5EF4-FFF2-40B4-BE49-F238E27FC236}">
                      <a16:creationId xmlns:a16="http://schemas.microsoft.com/office/drawing/2014/main" id="{2E57B534-59EC-197C-DF2D-27AABE241395}"/>
                    </a:ext>
                  </a:extLst>
                </p:cNvPr>
                <p:cNvPicPr/>
                <p:nvPr/>
              </p:nvPicPr>
              <p:blipFill>
                <a:blip r:embed="rId481"/>
                <a:stretch>
                  <a:fillRect/>
                </a:stretch>
              </p:blipFill>
              <p:spPr>
                <a:xfrm>
                  <a:off x="4305210" y="3349110"/>
                  <a:ext cx="263880" cy="168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82">
              <p14:nvContentPartPr>
                <p14:cNvPr id="319" name="Ink 318">
                  <a:extLst>
                    <a:ext uri="{FF2B5EF4-FFF2-40B4-BE49-F238E27FC236}">
                      <a16:creationId xmlns:a16="http://schemas.microsoft.com/office/drawing/2014/main" id="{E78E8255-5CDA-2910-4141-3A302CA0E379}"/>
                    </a:ext>
                  </a:extLst>
                </p14:cNvPr>
                <p14:cNvContentPartPr/>
                <p14:nvPr/>
              </p14:nvContentPartPr>
              <p14:xfrm>
                <a:off x="4526970" y="3246510"/>
                <a:ext cx="189360" cy="209880"/>
              </p14:xfrm>
            </p:contentPart>
          </mc:Choice>
          <mc:Fallback xmlns="">
            <p:pic>
              <p:nvPicPr>
                <p:cNvPr id="319" name="Ink 318">
                  <a:extLst>
                    <a:ext uri="{FF2B5EF4-FFF2-40B4-BE49-F238E27FC236}">
                      <a16:creationId xmlns:a16="http://schemas.microsoft.com/office/drawing/2014/main" id="{E78E8255-5CDA-2910-4141-3A302CA0E379}"/>
                    </a:ext>
                  </a:extLst>
                </p:cNvPr>
                <p:cNvPicPr/>
                <p:nvPr/>
              </p:nvPicPr>
              <p:blipFill>
                <a:blip r:embed="rId483"/>
                <a:stretch>
                  <a:fillRect/>
                </a:stretch>
              </p:blipFill>
              <p:spPr>
                <a:xfrm>
                  <a:off x="4517970" y="3237510"/>
                  <a:ext cx="207000" cy="227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84">
              <p14:nvContentPartPr>
                <p14:cNvPr id="321" name="Ink 320">
                  <a:extLst>
                    <a:ext uri="{FF2B5EF4-FFF2-40B4-BE49-F238E27FC236}">
                      <a16:creationId xmlns:a16="http://schemas.microsoft.com/office/drawing/2014/main" id="{91961747-9F24-0A3A-61B5-47D3E8FF6F70}"/>
                    </a:ext>
                  </a:extLst>
                </p14:cNvPr>
                <p14:cNvContentPartPr/>
                <p14:nvPr/>
              </p14:nvContentPartPr>
              <p14:xfrm>
                <a:off x="4242210" y="3703350"/>
                <a:ext cx="127440" cy="149040"/>
              </p14:xfrm>
            </p:contentPart>
          </mc:Choice>
          <mc:Fallback xmlns="">
            <p:pic>
              <p:nvPicPr>
                <p:cNvPr id="321" name="Ink 320">
                  <a:extLst>
                    <a:ext uri="{FF2B5EF4-FFF2-40B4-BE49-F238E27FC236}">
                      <a16:creationId xmlns:a16="http://schemas.microsoft.com/office/drawing/2014/main" id="{91961747-9F24-0A3A-61B5-47D3E8FF6F70}"/>
                    </a:ext>
                  </a:extLst>
                </p:cNvPr>
                <p:cNvPicPr/>
                <p:nvPr/>
              </p:nvPicPr>
              <p:blipFill>
                <a:blip r:embed="rId485"/>
                <a:stretch>
                  <a:fillRect/>
                </a:stretch>
              </p:blipFill>
              <p:spPr>
                <a:xfrm>
                  <a:off x="4233570" y="3694710"/>
                  <a:ext cx="145080" cy="166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86">
              <p14:nvContentPartPr>
                <p14:cNvPr id="322" name="Ink 321">
                  <a:extLst>
                    <a:ext uri="{FF2B5EF4-FFF2-40B4-BE49-F238E27FC236}">
                      <a16:creationId xmlns:a16="http://schemas.microsoft.com/office/drawing/2014/main" id="{98CE7755-C07F-CF2D-7F0F-B11BD3EDDE87}"/>
                    </a:ext>
                  </a:extLst>
                </p14:cNvPr>
                <p14:cNvContentPartPr/>
                <p14:nvPr/>
              </p14:nvContentPartPr>
              <p14:xfrm>
                <a:off x="4236090" y="3787230"/>
                <a:ext cx="203760" cy="108360"/>
              </p14:xfrm>
            </p:contentPart>
          </mc:Choice>
          <mc:Fallback xmlns="">
            <p:pic>
              <p:nvPicPr>
                <p:cNvPr id="322" name="Ink 321">
                  <a:extLst>
                    <a:ext uri="{FF2B5EF4-FFF2-40B4-BE49-F238E27FC236}">
                      <a16:creationId xmlns:a16="http://schemas.microsoft.com/office/drawing/2014/main" id="{98CE7755-C07F-CF2D-7F0F-B11BD3EDDE87}"/>
                    </a:ext>
                  </a:extLst>
                </p:cNvPr>
                <p:cNvPicPr/>
                <p:nvPr/>
              </p:nvPicPr>
              <p:blipFill>
                <a:blip r:embed="rId487"/>
                <a:stretch>
                  <a:fillRect/>
                </a:stretch>
              </p:blipFill>
              <p:spPr>
                <a:xfrm>
                  <a:off x="4227090" y="3778590"/>
                  <a:ext cx="221400" cy="12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88">
              <p14:nvContentPartPr>
                <p14:cNvPr id="155" name="Ink 154">
                  <a:extLst>
                    <a:ext uri="{FF2B5EF4-FFF2-40B4-BE49-F238E27FC236}">
                      <a16:creationId xmlns:a16="http://schemas.microsoft.com/office/drawing/2014/main" id="{C78100B2-EC45-8EA6-4135-E11B009FB8A3}"/>
                    </a:ext>
                  </a:extLst>
                </p14:cNvPr>
                <p14:cNvContentPartPr/>
                <p14:nvPr/>
              </p14:nvContentPartPr>
              <p14:xfrm>
                <a:off x="7720170" y="3428310"/>
                <a:ext cx="122400" cy="1449720"/>
              </p14:xfrm>
            </p:contentPart>
          </mc:Choice>
          <mc:Fallback xmlns="">
            <p:pic>
              <p:nvPicPr>
                <p:cNvPr id="155" name="Ink 154">
                  <a:extLst>
                    <a:ext uri="{FF2B5EF4-FFF2-40B4-BE49-F238E27FC236}">
                      <a16:creationId xmlns:a16="http://schemas.microsoft.com/office/drawing/2014/main" id="{C78100B2-EC45-8EA6-4135-E11B009FB8A3}"/>
                    </a:ext>
                  </a:extLst>
                </p:cNvPr>
                <p:cNvPicPr/>
                <p:nvPr/>
              </p:nvPicPr>
              <p:blipFill>
                <a:blip r:embed="rId489"/>
                <a:stretch>
                  <a:fillRect/>
                </a:stretch>
              </p:blipFill>
              <p:spPr>
                <a:xfrm>
                  <a:off x="7711530" y="3419310"/>
                  <a:ext cx="140040" cy="1467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90">
              <p14:nvContentPartPr>
                <p14:cNvPr id="156" name="Ink 155">
                  <a:extLst>
                    <a:ext uri="{FF2B5EF4-FFF2-40B4-BE49-F238E27FC236}">
                      <a16:creationId xmlns:a16="http://schemas.microsoft.com/office/drawing/2014/main" id="{20507C9E-362C-7916-2E48-6DE412954D3B}"/>
                    </a:ext>
                  </a:extLst>
                </p14:cNvPr>
                <p14:cNvContentPartPr/>
                <p14:nvPr/>
              </p14:nvContentPartPr>
              <p14:xfrm>
                <a:off x="7858050" y="3377190"/>
                <a:ext cx="1809360" cy="86400"/>
              </p14:xfrm>
            </p:contentPart>
          </mc:Choice>
          <mc:Fallback xmlns="">
            <p:pic>
              <p:nvPicPr>
                <p:cNvPr id="156" name="Ink 155">
                  <a:extLst>
                    <a:ext uri="{FF2B5EF4-FFF2-40B4-BE49-F238E27FC236}">
                      <a16:creationId xmlns:a16="http://schemas.microsoft.com/office/drawing/2014/main" id="{20507C9E-362C-7916-2E48-6DE412954D3B}"/>
                    </a:ext>
                  </a:extLst>
                </p:cNvPr>
                <p:cNvPicPr/>
                <p:nvPr/>
              </p:nvPicPr>
              <p:blipFill>
                <a:blip r:embed="rId491"/>
                <a:stretch>
                  <a:fillRect/>
                </a:stretch>
              </p:blipFill>
              <p:spPr>
                <a:xfrm>
                  <a:off x="7849050" y="3368550"/>
                  <a:ext cx="1827000" cy="10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92">
              <p14:nvContentPartPr>
                <p14:cNvPr id="158" name="Ink 157">
                  <a:extLst>
                    <a:ext uri="{FF2B5EF4-FFF2-40B4-BE49-F238E27FC236}">
                      <a16:creationId xmlns:a16="http://schemas.microsoft.com/office/drawing/2014/main" id="{44423FE0-2E1A-AEF3-548A-4623E4DECF61}"/>
                    </a:ext>
                  </a:extLst>
                </p14:cNvPr>
                <p14:cNvContentPartPr/>
                <p14:nvPr/>
              </p14:nvContentPartPr>
              <p14:xfrm>
                <a:off x="7832850" y="3800550"/>
                <a:ext cx="1497600" cy="75600"/>
              </p14:xfrm>
            </p:contentPart>
          </mc:Choice>
          <mc:Fallback xmlns="">
            <p:pic>
              <p:nvPicPr>
                <p:cNvPr id="158" name="Ink 157">
                  <a:extLst>
                    <a:ext uri="{FF2B5EF4-FFF2-40B4-BE49-F238E27FC236}">
                      <a16:creationId xmlns:a16="http://schemas.microsoft.com/office/drawing/2014/main" id="{44423FE0-2E1A-AEF3-548A-4623E4DECF61}"/>
                    </a:ext>
                  </a:extLst>
                </p:cNvPr>
                <p:cNvPicPr/>
                <p:nvPr/>
              </p:nvPicPr>
              <p:blipFill>
                <a:blip r:embed="rId493"/>
                <a:stretch>
                  <a:fillRect/>
                </a:stretch>
              </p:blipFill>
              <p:spPr>
                <a:xfrm>
                  <a:off x="7824210" y="3791550"/>
                  <a:ext cx="1515240" cy="93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94">
              <p14:nvContentPartPr>
                <p14:cNvPr id="159" name="Ink 158">
                  <a:extLst>
                    <a:ext uri="{FF2B5EF4-FFF2-40B4-BE49-F238E27FC236}">
                      <a16:creationId xmlns:a16="http://schemas.microsoft.com/office/drawing/2014/main" id="{DAB0EEDC-30CE-007E-0684-683954BBD001}"/>
                    </a:ext>
                  </a:extLst>
                </p14:cNvPr>
                <p14:cNvContentPartPr/>
                <p14:nvPr/>
              </p14:nvContentPartPr>
              <p14:xfrm>
                <a:off x="7717290" y="4248390"/>
                <a:ext cx="1705680" cy="98280"/>
              </p14:xfrm>
            </p:contentPart>
          </mc:Choice>
          <mc:Fallback xmlns="">
            <p:pic>
              <p:nvPicPr>
                <p:cNvPr id="159" name="Ink 158">
                  <a:extLst>
                    <a:ext uri="{FF2B5EF4-FFF2-40B4-BE49-F238E27FC236}">
                      <a16:creationId xmlns:a16="http://schemas.microsoft.com/office/drawing/2014/main" id="{DAB0EEDC-30CE-007E-0684-683954BBD001}"/>
                    </a:ext>
                  </a:extLst>
                </p:cNvPr>
                <p:cNvPicPr/>
                <p:nvPr/>
              </p:nvPicPr>
              <p:blipFill>
                <a:blip r:embed="rId495"/>
                <a:stretch>
                  <a:fillRect/>
                </a:stretch>
              </p:blipFill>
              <p:spPr>
                <a:xfrm>
                  <a:off x="7708290" y="4239750"/>
                  <a:ext cx="1723320" cy="115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96">
              <p14:nvContentPartPr>
                <p14:cNvPr id="160" name="Ink 159">
                  <a:extLst>
                    <a:ext uri="{FF2B5EF4-FFF2-40B4-BE49-F238E27FC236}">
                      <a16:creationId xmlns:a16="http://schemas.microsoft.com/office/drawing/2014/main" id="{5021ABE9-DE5E-B3F3-E182-35687D93D70B}"/>
                    </a:ext>
                  </a:extLst>
                </p14:cNvPr>
                <p14:cNvContentPartPr/>
                <p14:nvPr/>
              </p14:nvContentPartPr>
              <p14:xfrm>
                <a:off x="7754730" y="4574190"/>
                <a:ext cx="1617120" cy="118440"/>
              </p14:xfrm>
            </p:contentPart>
          </mc:Choice>
          <mc:Fallback xmlns="">
            <p:pic>
              <p:nvPicPr>
                <p:cNvPr id="160" name="Ink 159">
                  <a:extLst>
                    <a:ext uri="{FF2B5EF4-FFF2-40B4-BE49-F238E27FC236}">
                      <a16:creationId xmlns:a16="http://schemas.microsoft.com/office/drawing/2014/main" id="{5021ABE9-DE5E-B3F3-E182-35687D93D70B}"/>
                    </a:ext>
                  </a:extLst>
                </p:cNvPr>
                <p:cNvPicPr/>
                <p:nvPr/>
              </p:nvPicPr>
              <p:blipFill>
                <a:blip r:embed="rId497"/>
                <a:stretch>
                  <a:fillRect/>
                </a:stretch>
              </p:blipFill>
              <p:spPr>
                <a:xfrm>
                  <a:off x="7745730" y="4565190"/>
                  <a:ext cx="1634760" cy="136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98">
              <p14:nvContentPartPr>
                <p14:cNvPr id="161" name="Ink 160">
                  <a:extLst>
                    <a:ext uri="{FF2B5EF4-FFF2-40B4-BE49-F238E27FC236}">
                      <a16:creationId xmlns:a16="http://schemas.microsoft.com/office/drawing/2014/main" id="{0A0596CC-AA98-A7E8-C62D-09197886D2CC}"/>
                    </a:ext>
                  </a:extLst>
                </p14:cNvPr>
                <p14:cNvContentPartPr/>
                <p14:nvPr/>
              </p14:nvContentPartPr>
              <p14:xfrm>
                <a:off x="8320290" y="3459270"/>
                <a:ext cx="91080" cy="1192320"/>
              </p14:xfrm>
            </p:contentPart>
          </mc:Choice>
          <mc:Fallback xmlns="">
            <p:pic>
              <p:nvPicPr>
                <p:cNvPr id="161" name="Ink 160">
                  <a:extLst>
                    <a:ext uri="{FF2B5EF4-FFF2-40B4-BE49-F238E27FC236}">
                      <a16:creationId xmlns:a16="http://schemas.microsoft.com/office/drawing/2014/main" id="{0A0596CC-AA98-A7E8-C62D-09197886D2CC}"/>
                    </a:ext>
                  </a:extLst>
                </p:cNvPr>
                <p:cNvPicPr/>
                <p:nvPr/>
              </p:nvPicPr>
              <p:blipFill>
                <a:blip r:embed="rId499"/>
                <a:stretch>
                  <a:fillRect/>
                </a:stretch>
              </p:blipFill>
              <p:spPr>
                <a:xfrm>
                  <a:off x="8311650" y="3450630"/>
                  <a:ext cx="108720" cy="1209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00">
              <p14:nvContentPartPr>
                <p14:cNvPr id="250" name="Ink 249">
                  <a:extLst>
                    <a:ext uri="{FF2B5EF4-FFF2-40B4-BE49-F238E27FC236}">
                      <a16:creationId xmlns:a16="http://schemas.microsoft.com/office/drawing/2014/main" id="{7D5426E4-397F-95C6-F83A-4CEAC4400D54}"/>
                    </a:ext>
                  </a:extLst>
                </p14:cNvPr>
                <p14:cNvContentPartPr/>
                <p14:nvPr/>
              </p14:nvContentPartPr>
              <p14:xfrm>
                <a:off x="8795490" y="3432990"/>
                <a:ext cx="256680" cy="1175040"/>
              </p14:xfrm>
            </p:contentPart>
          </mc:Choice>
          <mc:Fallback xmlns="">
            <p:pic>
              <p:nvPicPr>
                <p:cNvPr id="250" name="Ink 249">
                  <a:extLst>
                    <a:ext uri="{FF2B5EF4-FFF2-40B4-BE49-F238E27FC236}">
                      <a16:creationId xmlns:a16="http://schemas.microsoft.com/office/drawing/2014/main" id="{7D5426E4-397F-95C6-F83A-4CEAC4400D54}"/>
                    </a:ext>
                  </a:extLst>
                </p:cNvPr>
                <p:cNvPicPr/>
                <p:nvPr/>
              </p:nvPicPr>
              <p:blipFill>
                <a:blip r:embed="rId501"/>
                <a:stretch>
                  <a:fillRect/>
                </a:stretch>
              </p:blipFill>
              <p:spPr>
                <a:xfrm>
                  <a:off x="8786490" y="3423990"/>
                  <a:ext cx="274320" cy="1192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02">
              <p14:nvContentPartPr>
                <p14:cNvPr id="251" name="Ink 250">
                  <a:extLst>
                    <a:ext uri="{FF2B5EF4-FFF2-40B4-BE49-F238E27FC236}">
                      <a16:creationId xmlns:a16="http://schemas.microsoft.com/office/drawing/2014/main" id="{CA8BC132-CCC3-32C2-A27D-F007DA5FC018}"/>
                    </a:ext>
                  </a:extLst>
                </p14:cNvPr>
                <p14:cNvContentPartPr/>
                <p14:nvPr/>
              </p14:nvContentPartPr>
              <p14:xfrm>
                <a:off x="9326490" y="3406710"/>
                <a:ext cx="147600" cy="1135440"/>
              </p14:xfrm>
            </p:contentPart>
          </mc:Choice>
          <mc:Fallback xmlns="">
            <p:pic>
              <p:nvPicPr>
                <p:cNvPr id="251" name="Ink 250">
                  <a:extLst>
                    <a:ext uri="{FF2B5EF4-FFF2-40B4-BE49-F238E27FC236}">
                      <a16:creationId xmlns:a16="http://schemas.microsoft.com/office/drawing/2014/main" id="{CA8BC132-CCC3-32C2-A27D-F007DA5FC018}"/>
                    </a:ext>
                  </a:extLst>
                </p:cNvPr>
                <p:cNvPicPr/>
                <p:nvPr/>
              </p:nvPicPr>
              <p:blipFill>
                <a:blip r:embed="rId503"/>
                <a:stretch>
                  <a:fillRect/>
                </a:stretch>
              </p:blipFill>
              <p:spPr>
                <a:xfrm>
                  <a:off x="9317850" y="3397710"/>
                  <a:ext cx="165240" cy="1153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04">
              <p14:nvContentPartPr>
                <p14:cNvPr id="263" name="Ink 262">
                  <a:extLst>
                    <a:ext uri="{FF2B5EF4-FFF2-40B4-BE49-F238E27FC236}">
                      <a16:creationId xmlns:a16="http://schemas.microsoft.com/office/drawing/2014/main" id="{22398CBB-2625-5DEC-0D0A-984609FB95DB}"/>
                    </a:ext>
                  </a:extLst>
                </p14:cNvPr>
                <p14:cNvContentPartPr/>
                <p14:nvPr/>
              </p14:nvContentPartPr>
              <p14:xfrm>
                <a:off x="9626370" y="3348030"/>
                <a:ext cx="316440" cy="1236960"/>
              </p14:xfrm>
            </p:contentPart>
          </mc:Choice>
          <mc:Fallback xmlns="">
            <p:pic>
              <p:nvPicPr>
                <p:cNvPr id="263" name="Ink 262">
                  <a:extLst>
                    <a:ext uri="{FF2B5EF4-FFF2-40B4-BE49-F238E27FC236}">
                      <a16:creationId xmlns:a16="http://schemas.microsoft.com/office/drawing/2014/main" id="{22398CBB-2625-5DEC-0D0A-984609FB95DB}"/>
                    </a:ext>
                  </a:extLst>
                </p:cNvPr>
                <p:cNvPicPr/>
                <p:nvPr/>
              </p:nvPicPr>
              <p:blipFill>
                <a:blip r:embed="rId505"/>
                <a:stretch>
                  <a:fillRect/>
                </a:stretch>
              </p:blipFill>
              <p:spPr>
                <a:xfrm>
                  <a:off x="9617730" y="3339390"/>
                  <a:ext cx="334080" cy="1254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06">
              <p14:nvContentPartPr>
                <p14:cNvPr id="264" name="Ink 263">
                  <a:extLst>
                    <a:ext uri="{FF2B5EF4-FFF2-40B4-BE49-F238E27FC236}">
                      <a16:creationId xmlns:a16="http://schemas.microsoft.com/office/drawing/2014/main" id="{206309FB-F3F5-2812-261D-966FD62DFA99}"/>
                    </a:ext>
                  </a:extLst>
                </p14:cNvPr>
                <p14:cNvContentPartPr/>
                <p14:nvPr/>
              </p14:nvContentPartPr>
              <p14:xfrm>
                <a:off x="9407850" y="4232910"/>
                <a:ext cx="650880" cy="29880"/>
              </p14:xfrm>
            </p:contentPart>
          </mc:Choice>
          <mc:Fallback xmlns="">
            <p:pic>
              <p:nvPicPr>
                <p:cNvPr id="264" name="Ink 263">
                  <a:extLst>
                    <a:ext uri="{FF2B5EF4-FFF2-40B4-BE49-F238E27FC236}">
                      <a16:creationId xmlns:a16="http://schemas.microsoft.com/office/drawing/2014/main" id="{206309FB-F3F5-2812-261D-966FD62DFA99}"/>
                    </a:ext>
                  </a:extLst>
                </p:cNvPr>
                <p:cNvPicPr/>
                <p:nvPr/>
              </p:nvPicPr>
              <p:blipFill>
                <a:blip r:embed="rId507"/>
                <a:stretch>
                  <a:fillRect/>
                </a:stretch>
              </p:blipFill>
              <p:spPr>
                <a:xfrm>
                  <a:off x="9398850" y="4223910"/>
                  <a:ext cx="668520" cy="47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08">
              <p14:nvContentPartPr>
                <p14:cNvPr id="265" name="Ink 264">
                  <a:extLst>
                    <a:ext uri="{FF2B5EF4-FFF2-40B4-BE49-F238E27FC236}">
                      <a16:creationId xmlns:a16="http://schemas.microsoft.com/office/drawing/2014/main" id="{2F3162BE-6461-87C8-BC00-2333622DEBC9}"/>
                    </a:ext>
                  </a:extLst>
                </p14:cNvPr>
                <p14:cNvContentPartPr/>
                <p14:nvPr/>
              </p14:nvContentPartPr>
              <p14:xfrm>
                <a:off x="9270330" y="3772110"/>
                <a:ext cx="707400" cy="49320"/>
              </p14:xfrm>
            </p:contentPart>
          </mc:Choice>
          <mc:Fallback xmlns="">
            <p:pic>
              <p:nvPicPr>
                <p:cNvPr id="265" name="Ink 264">
                  <a:extLst>
                    <a:ext uri="{FF2B5EF4-FFF2-40B4-BE49-F238E27FC236}">
                      <a16:creationId xmlns:a16="http://schemas.microsoft.com/office/drawing/2014/main" id="{2F3162BE-6461-87C8-BC00-2333622DEBC9}"/>
                    </a:ext>
                  </a:extLst>
                </p:cNvPr>
                <p:cNvPicPr/>
                <p:nvPr/>
              </p:nvPicPr>
              <p:blipFill>
                <a:blip r:embed="rId509"/>
                <a:stretch>
                  <a:fillRect/>
                </a:stretch>
              </p:blipFill>
              <p:spPr>
                <a:xfrm>
                  <a:off x="9261330" y="3763110"/>
                  <a:ext cx="725040" cy="66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10">
              <p14:nvContentPartPr>
                <p14:cNvPr id="266" name="Ink 265">
                  <a:extLst>
                    <a:ext uri="{FF2B5EF4-FFF2-40B4-BE49-F238E27FC236}">
                      <a16:creationId xmlns:a16="http://schemas.microsoft.com/office/drawing/2014/main" id="{08B944FF-ACAE-1846-3D93-E7D2D9A5B0DE}"/>
                    </a:ext>
                  </a:extLst>
                </p14:cNvPr>
                <p14:cNvContentPartPr/>
                <p14:nvPr/>
              </p14:nvContentPartPr>
              <p14:xfrm>
                <a:off x="9516930" y="3838350"/>
                <a:ext cx="7200" cy="43920"/>
              </p14:xfrm>
            </p:contentPart>
          </mc:Choice>
          <mc:Fallback xmlns="">
            <p:pic>
              <p:nvPicPr>
                <p:cNvPr id="266" name="Ink 265">
                  <a:extLst>
                    <a:ext uri="{FF2B5EF4-FFF2-40B4-BE49-F238E27FC236}">
                      <a16:creationId xmlns:a16="http://schemas.microsoft.com/office/drawing/2014/main" id="{08B944FF-ACAE-1846-3D93-E7D2D9A5B0DE}"/>
                    </a:ext>
                  </a:extLst>
                </p:cNvPr>
                <p:cNvPicPr/>
                <p:nvPr/>
              </p:nvPicPr>
              <p:blipFill>
                <a:blip r:embed="rId511"/>
                <a:stretch>
                  <a:fillRect/>
                </a:stretch>
              </p:blipFill>
              <p:spPr>
                <a:xfrm>
                  <a:off x="9507930" y="3829710"/>
                  <a:ext cx="24840" cy="61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12">
              <p14:nvContentPartPr>
                <p14:cNvPr id="326" name="Ink 325">
                  <a:extLst>
                    <a:ext uri="{FF2B5EF4-FFF2-40B4-BE49-F238E27FC236}">
                      <a16:creationId xmlns:a16="http://schemas.microsoft.com/office/drawing/2014/main" id="{BE550871-F20D-A106-E1AD-0D01E4880EF6}"/>
                    </a:ext>
                  </a:extLst>
                </p14:cNvPr>
                <p14:cNvContentPartPr/>
                <p14:nvPr/>
              </p14:nvContentPartPr>
              <p14:xfrm>
                <a:off x="7789290" y="4744470"/>
                <a:ext cx="1803600" cy="394920"/>
              </p14:xfrm>
            </p:contentPart>
          </mc:Choice>
          <mc:Fallback xmlns="">
            <p:pic>
              <p:nvPicPr>
                <p:cNvPr id="326" name="Ink 325">
                  <a:extLst>
                    <a:ext uri="{FF2B5EF4-FFF2-40B4-BE49-F238E27FC236}">
                      <a16:creationId xmlns:a16="http://schemas.microsoft.com/office/drawing/2014/main" id="{BE550871-F20D-A106-E1AD-0D01E4880EF6}"/>
                    </a:ext>
                  </a:extLst>
                </p:cNvPr>
                <p:cNvPicPr/>
                <p:nvPr/>
              </p:nvPicPr>
              <p:blipFill>
                <a:blip r:embed="rId513"/>
                <a:stretch>
                  <a:fillRect/>
                </a:stretch>
              </p:blipFill>
              <p:spPr>
                <a:xfrm>
                  <a:off x="7780290" y="4735830"/>
                  <a:ext cx="1821240" cy="41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14">
              <p14:nvContentPartPr>
                <p14:cNvPr id="327" name="Ink 326">
                  <a:extLst>
                    <a:ext uri="{FF2B5EF4-FFF2-40B4-BE49-F238E27FC236}">
                      <a16:creationId xmlns:a16="http://schemas.microsoft.com/office/drawing/2014/main" id="{0FA3AEE9-5788-62B7-E1AD-DCE232876979}"/>
                    </a:ext>
                  </a:extLst>
                </p14:cNvPr>
                <p14:cNvContentPartPr/>
                <p14:nvPr/>
              </p14:nvContentPartPr>
              <p14:xfrm>
                <a:off x="9481290" y="4593990"/>
                <a:ext cx="482760" cy="431280"/>
              </p14:xfrm>
            </p:contentPart>
          </mc:Choice>
          <mc:Fallback xmlns="">
            <p:pic>
              <p:nvPicPr>
                <p:cNvPr id="327" name="Ink 326">
                  <a:extLst>
                    <a:ext uri="{FF2B5EF4-FFF2-40B4-BE49-F238E27FC236}">
                      <a16:creationId xmlns:a16="http://schemas.microsoft.com/office/drawing/2014/main" id="{0FA3AEE9-5788-62B7-E1AD-DCE232876979}"/>
                    </a:ext>
                  </a:extLst>
                </p:cNvPr>
                <p:cNvPicPr/>
                <p:nvPr/>
              </p:nvPicPr>
              <p:blipFill>
                <a:blip r:embed="rId515"/>
                <a:stretch>
                  <a:fillRect/>
                </a:stretch>
              </p:blipFill>
              <p:spPr>
                <a:xfrm>
                  <a:off x="9472650" y="4584990"/>
                  <a:ext cx="500400" cy="448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16">
              <p14:nvContentPartPr>
                <p14:cNvPr id="328" name="Ink 327">
                  <a:extLst>
                    <a:ext uri="{FF2B5EF4-FFF2-40B4-BE49-F238E27FC236}">
                      <a16:creationId xmlns:a16="http://schemas.microsoft.com/office/drawing/2014/main" id="{6CC5A73D-C5CF-AEC5-4225-0188B44D6491}"/>
                    </a:ext>
                  </a:extLst>
                </p14:cNvPr>
                <p14:cNvContentPartPr/>
                <p14:nvPr/>
              </p14:nvContentPartPr>
              <p14:xfrm>
                <a:off x="9335850" y="4588230"/>
                <a:ext cx="56880" cy="379080"/>
              </p14:xfrm>
            </p:contentPart>
          </mc:Choice>
          <mc:Fallback xmlns="">
            <p:pic>
              <p:nvPicPr>
                <p:cNvPr id="328" name="Ink 327">
                  <a:extLst>
                    <a:ext uri="{FF2B5EF4-FFF2-40B4-BE49-F238E27FC236}">
                      <a16:creationId xmlns:a16="http://schemas.microsoft.com/office/drawing/2014/main" id="{6CC5A73D-C5CF-AEC5-4225-0188B44D6491}"/>
                    </a:ext>
                  </a:extLst>
                </p:cNvPr>
                <p:cNvPicPr/>
                <p:nvPr/>
              </p:nvPicPr>
              <p:blipFill>
                <a:blip r:embed="rId517"/>
                <a:stretch>
                  <a:fillRect/>
                </a:stretch>
              </p:blipFill>
              <p:spPr>
                <a:xfrm>
                  <a:off x="9327210" y="4579590"/>
                  <a:ext cx="74520" cy="396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18">
              <p14:nvContentPartPr>
                <p14:cNvPr id="329" name="Ink 328">
                  <a:extLst>
                    <a:ext uri="{FF2B5EF4-FFF2-40B4-BE49-F238E27FC236}">
                      <a16:creationId xmlns:a16="http://schemas.microsoft.com/office/drawing/2014/main" id="{B6052364-DB30-8F2B-A383-3247D42A71D4}"/>
                    </a:ext>
                  </a:extLst>
                </p14:cNvPr>
                <p14:cNvContentPartPr/>
                <p14:nvPr/>
              </p14:nvContentPartPr>
              <p14:xfrm>
                <a:off x="8954970" y="4604070"/>
                <a:ext cx="100440" cy="408960"/>
              </p14:xfrm>
            </p:contentPart>
          </mc:Choice>
          <mc:Fallback xmlns="">
            <p:pic>
              <p:nvPicPr>
                <p:cNvPr id="329" name="Ink 328">
                  <a:extLst>
                    <a:ext uri="{FF2B5EF4-FFF2-40B4-BE49-F238E27FC236}">
                      <a16:creationId xmlns:a16="http://schemas.microsoft.com/office/drawing/2014/main" id="{B6052364-DB30-8F2B-A383-3247D42A71D4}"/>
                    </a:ext>
                  </a:extLst>
                </p:cNvPr>
                <p:cNvPicPr/>
                <p:nvPr/>
              </p:nvPicPr>
              <p:blipFill>
                <a:blip r:embed="rId519"/>
                <a:stretch>
                  <a:fillRect/>
                </a:stretch>
              </p:blipFill>
              <p:spPr>
                <a:xfrm>
                  <a:off x="8945970" y="4595070"/>
                  <a:ext cx="118080" cy="426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0">
              <p14:nvContentPartPr>
                <p14:cNvPr id="330" name="Ink 329">
                  <a:extLst>
                    <a:ext uri="{FF2B5EF4-FFF2-40B4-BE49-F238E27FC236}">
                      <a16:creationId xmlns:a16="http://schemas.microsoft.com/office/drawing/2014/main" id="{9AE3F5C3-8D5B-D7FE-1097-681EE40CAABA}"/>
                    </a:ext>
                  </a:extLst>
                </p14:cNvPr>
                <p14:cNvContentPartPr/>
                <p14:nvPr/>
              </p14:nvContentPartPr>
              <p14:xfrm>
                <a:off x="8401650" y="4656990"/>
                <a:ext cx="102600" cy="387000"/>
              </p14:xfrm>
            </p:contentPart>
          </mc:Choice>
          <mc:Fallback xmlns="">
            <p:pic>
              <p:nvPicPr>
                <p:cNvPr id="330" name="Ink 329">
                  <a:extLst>
                    <a:ext uri="{FF2B5EF4-FFF2-40B4-BE49-F238E27FC236}">
                      <a16:creationId xmlns:a16="http://schemas.microsoft.com/office/drawing/2014/main" id="{9AE3F5C3-8D5B-D7FE-1097-681EE40CAABA}"/>
                    </a:ext>
                  </a:extLst>
                </p:cNvPr>
                <p:cNvPicPr/>
                <p:nvPr/>
              </p:nvPicPr>
              <p:blipFill>
                <a:blip r:embed="rId521"/>
                <a:stretch>
                  <a:fillRect/>
                </a:stretch>
              </p:blipFill>
              <p:spPr>
                <a:xfrm>
                  <a:off x="8393010" y="4647990"/>
                  <a:ext cx="120240" cy="404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2">
              <p14:nvContentPartPr>
                <p14:cNvPr id="354" name="Ink 353">
                  <a:extLst>
                    <a:ext uri="{FF2B5EF4-FFF2-40B4-BE49-F238E27FC236}">
                      <a16:creationId xmlns:a16="http://schemas.microsoft.com/office/drawing/2014/main" id="{B5696720-D53B-EC61-FAB6-8A8D7C62A58A}"/>
                    </a:ext>
                  </a:extLst>
                </p14:cNvPr>
                <p14:cNvContentPartPr/>
                <p14:nvPr/>
              </p14:nvContentPartPr>
              <p14:xfrm>
                <a:off x="9375810" y="4744470"/>
                <a:ext cx="367200" cy="164160"/>
              </p14:xfrm>
            </p:contentPart>
          </mc:Choice>
          <mc:Fallback xmlns="">
            <p:pic>
              <p:nvPicPr>
                <p:cNvPr id="354" name="Ink 353">
                  <a:extLst>
                    <a:ext uri="{FF2B5EF4-FFF2-40B4-BE49-F238E27FC236}">
                      <a16:creationId xmlns:a16="http://schemas.microsoft.com/office/drawing/2014/main" id="{B5696720-D53B-EC61-FAB6-8A8D7C62A58A}"/>
                    </a:ext>
                  </a:extLst>
                </p:cNvPr>
                <p:cNvPicPr/>
                <p:nvPr/>
              </p:nvPicPr>
              <p:blipFill>
                <a:blip r:embed="rId523"/>
                <a:stretch>
                  <a:fillRect/>
                </a:stretch>
              </p:blipFill>
              <p:spPr>
                <a:xfrm>
                  <a:off x="9367170" y="4735830"/>
                  <a:ext cx="384840" cy="181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4">
              <p14:nvContentPartPr>
                <p14:cNvPr id="356" name="Ink 355">
                  <a:extLst>
                    <a:ext uri="{FF2B5EF4-FFF2-40B4-BE49-F238E27FC236}">
                      <a16:creationId xmlns:a16="http://schemas.microsoft.com/office/drawing/2014/main" id="{8EDF974D-FEE8-17D0-4490-3364951BF54C}"/>
                    </a:ext>
                  </a:extLst>
                </p14:cNvPr>
                <p14:cNvContentPartPr/>
                <p14:nvPr/>
              </p14:nvContentPartPr>
              <p14:xfrm>
                <a:off x="8039850" y="5225070"/>
                <a:ext cx="196920" cy="164880"/>
              </p14:xfrm>
            </p:contentPart>
          </mc:Choice>
          <mc:Fallback xmlns="">
            <p:pic>
              <p:nvPicPr>
                <p:cNvPr id="356" name="Ink 355">
                  <a:extLst>
                    <a:ext uri="{FF2B5EF4-FFF2-40B4-BE49-F238E27FC236}">
                      <a16:creationId xmlns:a16="http://schemas.microsoft.com/office/drawing/2014/main" id="{8EDF974D-FEE8-17D0-4490-3364951BF54C}"/>
                    </a:ext>
                  </a:extLst>
                </p:cNvPr>
                <p:cNvPicPr/>
                <p:nvPr/>
              </p:nvPicPr>
              <p:blipFill>
                <a:blip r:embed="rId525"/>
                <a:stretch>
                  <a:fillRect/>
                </a:stretch>
              </p:blipFill>
              <p:spPr>
                <a:xfrm>
                  <a:off x="8031210" y="5216070"/>
                  <a:ext cx="214560" cy="182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6">
              <p14:nvContentPartPr>
                <p14:cNvPr id="357" name="Ink 356">
                  <a:extLst>
                    <a:ext uri="{FF2B5EF4-FFF2-40B4-BE49-F238E27FC236}">
                      <a16:creationId xmlns:a16="http://schemas.microsoft.com/office/drawing/2014/main" id="{B638A7B8-44EF-FC4D-D2A2-0E4CF34EE99C}"/>
                    </a:ext>
                  </a:extLst>
                </p14:cNvPr>
                <p14:cNvContentPartPr/>
                <p14:nvPr/>
              </p14:nvContentPartPr>
              <p14:xfrm>
                <a:off x="8267370" y="5310750"/>
                <a:ext cx="164160" cy="92880"/>
              </p14:xfrm>
            </p:contentPart>
          </mc:Choice>
          <mc:Fallback xmlns="">
            <p:pic>
              <p:nvPicPr>
                <p:cNvPr id="357" name="Ink 356">
                  <a:extLst>
                    <a:ext uri="{FF2B5EF4-FFF2-40B4-BE49-F238E27FC236}">
                      <a16:creationId xmlns:a16="http://schemas.microsoft.com/office/drawing/2014/main" id="{B638A7B8-44EF-FC4D-D2A2-0E4CF34EE99C}"/>
                    </a:ext>
                  </a:extLst>
                </p:cNvPr>
                <p:cNvPicPr/>
                <p:nvPr/>
              </p:nvPicPr>
              <p:blipFill>
                <a:blip r:embed="rId527"/>
                <a:stretch>
                  <a:fillRect/>
                </a:stretch>
              </p:blipFill>
              <p:spPr>
                <a:xfrm>
                  <a:off x="8258730" y="5301750"/>
                  <a:ext cx="181800" cy="110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8">
              <p14:nvContentPartPr>
                <p14:cNvPr id="358" name="Ink 357">
                  <a:extLst>
                    <a:ext uri="{FF2B5EF4-FFF2-40B4-BE49-F238E27FC236}">
                      <a16:creationId xmlns:a16="http://schemas.microsoft.com/office/drawing/2014/main" id="{B3860F3D-0085-B403-FDC4-9EEF77E3C430}"/>
                    </a:ext>
                  </a:extLst>
                </p14:cNvPr>
                <p14:cNvContentPartPr/>
                <p14:nvPr/>
              </p14:nvContentPartPr>
              <p14:xfrm>
                <a:off x="8454930" y="5268270"/>
                <a:ext cx="173520" cy="86400"/>
              </p14:xfrm>
            </p:contentPart>
          </mc:Choice>
          <mc:Fallback xmlns="">
            <p:pic>
              <p:nvPicPr>
                <p:cNvPr id="358" name="Ink 357">
                  <a:extLst>
                    <a:ext uri="{FF2B5EF4-FFF2-40B4-BE49-F238E27FC236}">
                      <a16:creationId xmlns:a16="http://schemas.microsoft.com/office/drawing/2014/main" id="{B3860F3D-0085-B403-FDC4-9EEF77E3C430}"/>
                    </a:ext>
                  </a:extLst>
                </p:cNvPr>
                <p:cNvPicPr/>
                <p:nvPr/>
              </p:nvPicPr>
              <p:blipFill>
                <a:blip r:embed="rId529"/>
                <a:stretch>
                  <a:fillRect/>
                </a:stretch>
              </p:blipFill>
              <p:spPr>
                <a:xfrm>
                  <a:off x="8445930" y="5259270"/>
                  <a:ext cx="191160" cy="10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30">
              <p14:nvContentPartPr>
                <p14:cNvPr id="359" name="Ink 358">
                  <a:extLst>
                    <a:ext uri="{FF2B5EF4-FFF2-40B4-BE49-F238E27FC236}">
                      <a16:creationId xmlns:a16="http://schemas.microsoft.com/office/drawing/2014/main" id="{79DD786E-B488-4CBB-A84E-32FD095DF27A}"/>
                    </a:ext>
                  </a:extLst>
                </p14:cNvPr>
                <p14:cNvContentPartPr/>
                <p14:nvPr/>
              </p14:nvContentPartPr>
              <p14:xfrm>
                <a:off x="8687850" y="5237310"/>
                <a:ext cx="55440" cy="91440"/>
              </p14:xfrm>
            </p:contentPart>
          </mc:Choice>
          <mc:Fallback xmlns="">
            <p:pic>
              <p:nvPicPr>
                <p:cNvPr id="359" name="Ink 358">
                  <a:extLst>
                    <a:ext uri="{FF2B5EF4-FFF2-40B4-BE49-F238E27FC236}">
                      <a16:creationId xmlns:a16="http://schemas.microsoft.com/office/drawing/2014/main" id="{79DD786E-B488-4CBB-A84E-32FD095DF27A}"/>
                    </a:ext>
                  </a:extLst>
                </p:cNvPr>
                <p:cNvPicPr/>
                <p:nvPr/>
              </p:nvPicPr>
              <p:blipFill>
                <a:blip r:embed="rId531"/>
                <a:stretch>
                  <a:fillRect/>
                </a:stretch>
              </p:blipFill>
              <p:spPr>
                <a:xfrm>
                  <a:off x="8678850" y="5228310"/>
                  <a:ext cx="73080" cy="109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32">
              <p14:nvContentPartPr>
                <p14:cNvPr id="360" name="Ink 359">
                  <a:extLst>
                    <a:ext uri="{FF2B5EF4-FFF2-40B4-BE49-F238E27FC236}">
                      <a16:creationId xmlns:a16="http://schemas.microsoft.com/office/drawing/2014/main" id="{D2754D96-8059-4631-296F-217A42DE962F}"/>
                    </a:ext>
                  </a:extLst>
                </p14:cNvPr>
                <p14:cNvContentPartPr/>
                <p14:nvPr/>
              </p14:nvContentPartPr>
              <p14:xfrm>
                <a:off x="8867130" y="5085030"/>
                <a:ext cx="588240" cy="240120"/>
              </p14:xfrm>
            </p:contentPart>
          </mc:Choice>
          <mc:Fallback xmlns="">
            <p:pic>
              <p:nvPicPr>
                <p:cNvPr id="360" name="Ink 359">
                  <a:extLst>
                    <a:ext uri="{FF2B5EF4-FFF2-40B4-BE49-F238E27FC236}">
                      <a16:creationId xmlns:a16="http://schemas.microsoft.com/office/drawing/2014/main" id="{D2754D96-8059-4631-296F-217A42DE962F}"/>
                    </a:ext>
                  </a:extLst>
                </p:cNvPr>
                <p:cNvPicPr/>
                <p:nvPr/>
              </p:nvPicPr>
              <p:blipFill>
                <a:blip r:embed="rId533"/>
                <a:stretch>
                  <a:fillRect/>
                </a:stretch>
              </p:blipFill>
              <p:spPr>
                <a:xfrm>
                  <a:off x="8858490" y="5076390"/>
                  <a:ext cx="605880" cy="257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34">
              <p14:nvContentPartPr>
                <p14:cNvPr id="361" name="Ink 360">
                  <a:extLst>
                    <a:ext uri="{FF2B5EF4-FFF2-40B4-BE49-F238E27FC236}">
                      <a16:creationId xmlns:a16="http://schemas.microsoft.com/office/drawing/2014/main" id="{B8139314-89C3-DBC0-2C75-288491C27FF1}"/>
                    </a:ext>
                  </a:extLst>
                </p14:cNvPr>
                <p14:cNvContentPartPr/>
                <p14:nvPr/>
              </p14:nvContentPartPr>
              <p14:xfrm>
                <a:off x="8799090" y="5509470"/>
                <a:ext cx="18720" cy="118080"/>
              </p14:xfrm>
            </p:contentPart>
          </mc:Choice>
          <mc:Fallback xmlns="">
            <p:pic>
              <p:nvPicPr>
                <p:cNvPr id="361" name="Ink 360">
                  <a:extLst>
                    <a:ext uri="{FF2B5EF4-FFF2-40B4-BE49-F238E27FC236}">
                      <a16:creationId xmlns:a16="http://schemas.microsoft.com/office/drawing/2014/main" id="{B8139314-89C3-DBC0-2C75-288491C27FF1}"/>
                    </a:ext>
                  </a:extLst>
                </p:cNvPr>
                <p:cNvPicPr/>
                <p:nvPr/>
              </p:nvPicPr>
              <p:blipFill>
                <a:blip r:embed="rId535"/>
                <a:stretch>
                  <a:fillRect/>
                </a:stretch>
              </p:blipFill>
              <p:spPr>
                <a:xfrm>
                  <a:off x="8790450" y="5500470"/>
                  <a:ext cx="36360" cy="135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36">
              <p14:nvContentPartPr>
                <p14:cNvPr id="362" name="Ink 361">
                  <a:extLst>
                    <a:ext uri="{FF2B5EF4-FFF2-40B4-BE49-F238E27FC236}">
                      <a16:creationId xmlns:a16="http://schemas.microsoft.com/office/drawing/2014/main" id="{EE0A02F2-0CD7-F1C2-50AD-50148B1F6761}"/>
                    </a:ext>
                  </a:extLst>
                </p14:cNvPr>
                <p14:cNvContentPartPr/>
                <p14:nvPr/>
              </p14:nvContentPartPr>
              <p14:xfrm>
                <a:off x="8742210" y="5420190"/>
                <a:ext cx="28440" cy="39960"/>
              </p14:xfrm>
            </p:contentPart>
          </mc:Choice>
          <mc:Fallback xmlns="">
            <p:pic>
              <p:nvPicPr>
                <p:cNvPr id="362" name="Ink 361">
                  <a:extLst>
                    <a:ext uri="{FF2B5EF4-FFF2-40B4-BE49-F238E27FC236}">
                      <a16:creationId xmlns:a16="http://schemas.microsoft.com/office/drawing/2014/main" id="{EE0A02F2-0CD7-F1C2-50AD-50148B1F6761}"/>
                    </a:ext>
                  </a:extLst>
                </p:cNvPr>
                <p:cNvPicPr/>
                <p:nvPr/>
              </p:nvPicPr>
              <p:blipFill>
                <a:blip r:embed="rId537"/>
                <a:stretch>
                  <a:fillRect/>
                </a:stretch>
              </p:blipFill>
              <p:spPr>
                <a:xfrm>
                  <a:off x="8733570" y="5411190"/>
                  <a:ext cx="46080" cy="57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38">
              <p14:nvContentPartPr>
                <p14:cNvPr id="363" name="Ink 362">
                  <a:extLst>
                    <a:ext uri="{FF2B5EF4-FFF2-40B4-BE49-F238E27FC236}">
                      <a16:creationId xmlns:a16="http://schemas.microsoft.com/office/drawing/2014/main" id="{6E022A9E-CD77-822F-863C-F2883FE40AB4}"/>
                    </a:ext>
                  </a:extLst>
                </p14:cNvPr>
                <p14:cNvContentPartPr/>
                <p14:nvPr/>
              </p14:nvContentPartPr>
              <p14:xfrm>
                <a:off x="8936250" y="5437830"/>
                <a:ext cx="558720" cy="269640"/>
              </p14:xfrm>
            </p:contentPart>
          </mc:Choice>
          <mc:Fallback xmlns="">
            <p:pic>
              <p:nvPicPr>
                <p:cNvPr id="363" name="Ink 362">
                  <a:extLst>
                    <a:ext uri="{FF2B5EF4-FFF2-40B4-BE49-F238E27FC236}">
                      <a16:creationId xmlns:a16="http://schemas.microsoft.com/office/drawing/2014/main" id="{6E022A9E-CD77-822F-863C-F2883FE40AB4}"/>
                    </a:ext>
                  </a:extLst>
                </p:cNvPr>
                <p:cNvPicPr/>
                <p:nvPr/>
              </p:nvPicPr>
              <p:blipFill>
                <a:blip r:embed="rId539"/>
                <a:stretch>
                  <a:fillRect/>
                </a:stretch>
              </p:blipFill>
              <p:spPr>
                <a:xfrm>
                  <a:off x="8927250" y="5428830"/>
                  <a:ext cx="576360" cy="287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40">
              <p14:nvContentPartPr>
                <p14:cNvPr id="364" name="Ink 363">
                  <a:extLst>
                    <a:ext uri="{FF2B5EF4-FFF2-40B4-BE49-F238E27FC236}">
                      <a16:creationId xmlns:a16="http://schemas.microsoft.com/office/drawing/2014/main" id="{BE4EA09E-1EB6-87EE-7B61-85521481CD93}"/>
                    </a:ext>
                  </a:extLst>
                </p14:cNvPr>
                <p14:cNvContentPartPr/>
                <p14:nvPr/>
              </p14:nvContentPartPr>
              <p14:xfrm>
                <a:off x="9024450" y="5691990"/>
                <a:ext cx="464040" cy="109440"/>
              </p14:xfrm>
            </p:contentPart>
          </mc:Choice>
          <mc:Fallback xmlns="">
            <p:pic>
              <p:nvPicPr>
                <p:cNvPr id="364" name="Ink 363">
                  <a:extLst>
                    <a:ext uri="{FF2B5EF4-FFF2-40B4-BE49-F238E27FC236}">
                      <a16:creationId xmlns:a16="http://schemas.microsoft.com/office/drawing/2014/main" id="{BE4EA09E-1EB6-87EE-7B61-85521481CD93}"/>
                    </a:ext>
                  </a:extLst>
                </p:cNvPr>
                <p:cNvPicPr/>
                <p:nvPr/>
              </p:nvPicPr>
              <p:blipFill>
                <a:blip r:embed="rId541"/>
                <a:stretch>
                  <a:fillRect/>
                </a:stretch>
              </p:blipFill>
              <p:spPr>
                <a:xfrm>
                  <a:off x="9015450" y="5683350"/>
                  <a:ext cx="481680" cy="127080"/>
                </a:xfrm>
                <a:prstGeom prst="rect">
                  <a:avLst/>
                </a:prstGeom>
              </p:spPr>
            </p:pic>
          </mc:Fallback>
        </mc:AlternateContent>
      </p:grpSp>
      <p:grpSp>
        <p:nvGrpSpPr>
          <p:cNvPr id="372" name="Group 371">
            <a:extLst>
              <a:ext uri="{FF2B5EF4-FFF2-40B4-BE49-F238E27FC236}">
                <a16:creationId xmlns:a16="http://schemas.microsoft.com/office/drawing/2014/main" id="{9D2597D4-D742-ED99-76CC-46B1AA300F10}"/>
              </a:ext>
            </a:extLst>
          </p:cNvPr>
          <p:cNvGrpSpPr/>
          <p:nvPr/>
        </p:nvGrpSpPr>
        <p:grpSpPr>
          <a:xfrm>
            <a:off x="1164210" y="5846790"/>
            <a:ext cx="563760" cy="183600"/>
            <a:chOff x="1164210" y="5846790"/>
            <a:chExt cx="563760" cy="183600"/>
          </a:xfrm>
        </p:grpSpPr>
        <mc:AlternateContent xmlns:mc="http://schemas.openxmlformats.org/markup-compatibility/2006" xmlns:p14="http://schemas.microsoft.com/office/powerpoint/2010/main" xmlns:aink="http://schemas.microsoft.com/office/drawing/2016/ink">
          <mc:Choice Requires="p14 aink">
            <p:contentPart p14:bwMode="auto" r:id="rId542">
              <p14:nvContentPartPr>
                <p14:cNvPr id="366" name="Ink 365">
                  <a:extLst>
                    <a:ext uri="{FF2B5EF4-FFF2-40B4-BE49-F238E27FC236}">
                      <a16:creationId xmlns:a16="http://schemas.microsoft.com/office/drawing/2014/main" id="{30A68D0A-BC91-939E-3B2B-A2D46186CADA}"/>
                    </a:ext>
                  </a:extLst>
                </p14:cNvPr>
                <p14:cNvContentPartPr/>
                <p14:nvPr/>
              </p14:nvContentPartPr>
              <p14:xfrm>
                <a:off x="1164210" y="5868750"/>
                <a:ext cx="267120" cy="161640"/>
              </p14:xfrm>
            </p:contentPart>
          </mc:Choice>
          <mc:Fallback xmlns="">
            <p:pic>
              <p:nvPicPr>
                <p:cNvPr id="366" name="Ink 365">
                  <a:extLst>
                    <a:ext uri="{FF2B5EF4-FFF2-40B4-BE49-F238E27FC236}">
                      <a16:creationId xmlns:a16="http://schemas.microsoft.com/office/drawing/2014/main" id="{30A68D0A-BC91-939E-3B2B-A2D46186CADA}"/>
                    </a:ext>
                  </a:extLst>
                </p:cNvPr>
                <p:cNvPicPr/>
                <p:nvPr/>
              </p:nvPicPr>
              <p:blipFill>
                <a:blip r:embed="rId543"/>
                <a:stretch>
                  <a:fillRect/>
                </a:stretch>
              </p:blipFill>
              <p:spPr>
                <a:xfrm>
                  <a:off x="1155570" y="5860110"/>
                  <a:ext cx="284760" cy="179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44">
              <p14:nvContentPartPr>
                <p14:cNvPr id="367" name="Ink 366">
                  <a:extLst>
                    <a:ext uri="{FF2B5EF4-FFF2-40B4-BE49-F238E27FC236}">
                      <a16:creationId xmlns:a16="http://schemas.microsoft.com/office/drawing/2014/main" id="{3FD16459-7F73-7B20-F31C-4CFB8F4E8A83}"/>
                    </a:ext>
                  </a:extLst>
                </p14:cNvPr>
                <p14:cNvContentPartPr/>
                <p14:nvPr/>
              </p14:nvContentPartPr>
              <p14:xfrm>
                <a:off x="1526730" y="5846790"/>
                <a:ext cx="201240" cy="117000"/>
              </p14:xfrm>
            </p:contentPart>
          </mc:Choice>
          <mc:Fallback xmlns="">
            <p:pic>
              <p:nvPicPr>
                <p:cNvPr id="367" name="Ink 366">
                  <a:extLst>
                    <a:ext uri="{FF2B5EF4-FFF2-40B4-BE49-F238E27FC236}">
                      <a16:creationId xmlns:a16="http://schemas.microsoft.com/office/drawing/2014/main" id="{3FD16459-7F73-7B20-F31C-4CFB8F4E8A83}"/>
                    </a:ext>
                  </a:extLst>
                </p:cNvPr>
                <p:cNvPicPr/>
                <p:nvPr/>
              </p:nvPicPr>
              <p:blipFill>
                <a:blip r:embed="rId545"/>
                <a:stretch>
                  <a:fillRect/>
                </a:stretch>
              </p:blipFill>
              <p:spPr>
                <a:xfrm>
                  <a:off x="1517730" y="5838150"/>
                  <a:ext cx="218880" cy="134640"/>
                </a:xfrm>
                <a:prstGeom prst="rect">
                  <a:avLst/>
                </a:prstGeom>
              </p:spPr>
            </p:pic>
          </mc:Fallback>
        </mc:AlternateContent>
      </p:grpSp>
      <p:grpSp>
        <p:nvGrpSpPr>
          <p:cNvPr id="371" name="Group 370">
            <a:extLst>
              <a:ext uri="{FF2B5EF4-FFF2-40B4-BE49-F238E27FC236}">
                <a16:creationId xmlns:a16="http://schemas.microsoft.com/office/drawing/2014/main" id="{22D330D3-37C3-365B-84E3-76D364BBC1A8}"/>
              </a:ext>
            </a:extLst>
          </p:cNvPr>
          <p:cNvGrpSpPr/>
          <p:nvPr/>
        </p:nvGrpSpPr>
        <p:grpSpPr>
          <a:xfrm>
            <a:off x="4719570" y="5466990"/>
            <a:ext cx="523800" cy="226440"/>
            <a:chOff x="4719570" y="5466990"/>
            <a:chExt cx="523800" cy="226440"/>
          </a:xfrm>
        </p:grpSpPr>
        <mc:AlternateContent xmlns:mc="http://schemas.openxmlformats.org/markup-compatibility/2006" xmlns:p14="http://schemas.microsoft.com/office/powerpoint/2010/main" xmlns:aink="http://schemas.microsoft.com/office/drawing/2016/ink">
          <mc:Choice Requires="p14 aink">
            <p:contentPart p14:bwMode="auto" r:id="rId546">
              <p14:nvContentPartPr>
                <p14:cNvPr id="368" name="Ink 367">
                  <a:extLst>
                    <a:ext uri="{FF2B5EF4-FFF2-40B4-BE49-F238E27FC236}">
                      <a16:creationId xmlns:a16="http://schemas.microsoft.com/office/drawing/2014/main" id="{30BAE45E-B89F-31A7-7CC8-F35D424FCC0E}"/>
                    </a:ext>
                  </a:extLst>
                </p14:cNvPr>
                <p14:cNvContentPartPr/>
                <p14:nvPr/>
              </p14:nvContentPartPr>
              <p14:xfrm>
                <a:off x="4719570" y="5466990"/>
                <a:ext cx="145080" cy="226440"/>
              </p14:xfrm>
            </p:contentPart>
          </mc:Choice>
          <mc:Fallback xmlns="">
            <p:pic>
              <p:nvPicPr>
                <p:cNvPr id="368" name="Ink 367">
                  <a:extLst>
                    <a:ext uri="{FF2B5EF4-FFF2-40B4-BE49-F238E27FC236}">
                      <a16:creationId xmlns:a16="http://schemas.microsoft.com/office/drawing/2014/main" id="{30BAE45E-B89F-31A7-7CC8-F35D424FCC0E}"/>
                    </a:ext>
                  </a:extLst>
                </p:cNvPr>
                <p:cNvPicPr/>
                <p:nvPr/>
              </p:nvPicPr>
              <p:blipFill>
                <a:blip r:embed="rId547"/>
                <a:stretch>
                  <a:fillRect/>
                </a:stretch>
              </p:blipFill>
              <p:spPr>
                <a:xfrm>
                  <a:off x="4710570" y="5458350"/>
                  <a:ext cx="162720" cy="244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48">
              <p14:nvContentPartPr>
                <p14:cNvPr id="369" name="Ink 368">
                  <a:extLst>
                    <a:ext uri="{FF2B5EF4-FFF2-40B4-BE49-F238E27FC236}">
                      <a16:creationId xmlns:a16="http://schemas.microsoft.com/office/drawing/2014/main" id="{434B4F2C-999F-A849-2FF4-1901AED4A8CE}"/>
                    </a:ext>
                  </a:extLst>
                </p14:cNvPr>
                <p14:cNvContentPartPr/>
                <p14:nvPr/>
              </p14:nvContentPartPr>
              <p14:xfrm>
                <a:off x="4742250" y="5571030"/>
                <a:ext cx="165960" cy="37080"/>
              </p14:xfrm>
            </p:contentPart>
          </mc:Choice>
          <mc:Fallback xmlns="">
            <p:pic>
              <p:nvPicPr>
                <p:cNvPr id="369" name="Ink 368">
                  <a:extLst>
                    <a:ext uri="{FF2B5EF4-FFF2-40B4-BE49-F238E27FC236}">
                      <a16:creationId xmlns:a16="http://schemas.microsoft.com/office/drawing/2014/main" id="{434B4F2C-999F-A849-2FF4-1901AED4A8CE}"/>
                    </a:ext>
                  </a:extLst>
                </p:cNvPr>
                <p:cNvPicPr/>
                <p:nvPr/>
              </p:nvPicPr>
              <p:blipFill>
                <a:blip r:embed="rId549"/>
                <a:stretch>
                  <a:fillRect/>
                </a:stretch>
              </p:blipFill>
              <p:spPr>
                <a:xfrm>
                  <a:off x="4733250" y="5562390"/>
                  <a:ext cx="183600" cy="5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50">
              <p14:nvContentPartPr>
                <p14:cNvPr id="370" name="Ink 369">
                  <a:extLst>
                    <a:ext uri="{FF2B5EF4-FFF2-40B4-BE49-F238E27FC236}">
                      <a16:creationId xmlns:a16="http://schemas.microsoft.com/office/drawing/2014/main" id="{442571D9-6A5C-76B6-B64E-C4428AF97B44}"/>
                    </a:ext>
                  </a:extLst>
                </p14:cNvPr>
                <p14:cNvContentPartPr/>
                <p14:nvPr/>
              </p14:nvContentPartPr>
              <p14:xfrm>
                <a:off x="5099730" y="5498310"/>
                <a:ext cx="143640" cy="78480"/>
              </p14:xfrm>
            </p:contentPart>
          </mc:Choice>
          <mc:Fallback xmlns="">
            <p:pic>
              <p:nvPicPr>
                <p:cNvPr id="370" name="Ink 369">
                  <a:extLst>
                    <a:ext uri="{FF2B5EF4-FFF2-40B4-BE49-F238E27FC236}">
                      <a16:creationId xmlns:a16="http://schemas.microsoft.com/office/drawing/2014/main" id="{442571D9-6A5C-76B6-B64E-C4428AF97B44}"/>
                    </a:ext>
                  </a:extLst>
                </p:cNvPr>
                <p:cNvPicPr/>
                <p:nvPr/>
              </p:nvPicPr>
              <p:blipFill>
                <a:blip r:embed="rId551"/>
                <a:stretch>
                  <a:fillRect/>
                </a:stretch>
              </p:blipFill>
              <p:spPr>
                <a:xfrm>
                  <a:off x="5091090" y="5489670"/>
                  <a:ext cx="161280" cy="96120"/>
                </a:xfrm>
                <a:prstGeom prst="rect">
                  <a:avLst/>
                </a:prstGeom>
              </p:spPr>
            </p:pic>
          </mc:Fallback>
        </mc:AlternateContent>
      </p:grpSp>
      <p:grpSp>
        <p:nvGrpSpPr>
          <p:cNvPr id="398" name="Group 397">
            <a:extLst>
              <a:ext uri="{FF2B5EF4-FFF2-40B4-BE49-F238E27FC236}">
                <a16:creationId xmlns:a16="http://schemas.microsoft.com/office/drawing/2014/main" id="{186134E3-37FE-D4C7-3BC4-F8DBB1B875F6}"/>
              </a:ext>
            </a:extLst>
          </p:cNvPr>
          <p:cNvGrpSpPr/>
          <p:nvPr/>
        </p:nvGrpSpPr>
        <p:grpSpPr>
          <a:xfrm>
            <a:off x="10236570" y="3168390"/>
            <a:ext cx="1398960" cy="238680"/>
            <a:chOff x="10236570" y="3168390"/>
            <a:chExt cx="1398960" cy="238680"/>
          </a:xfrm>
        </p:grpSpPr>
        <mc:AlternateContent xmlns:mc="http://schemas.openxmlformats.org/markup-compatibility/2006" xmlns:p14="http://schemas.microsoft.com/office/powerpoint/2010/main" xmlns:aink="http://schemas.microsoft.com/office/drawing/2016/ink">
          <mc:Choice Requires="p14 aink">
            <p:contentPart p14:bwMode="auto" r:id="rId552">
              <p14:nvContentPartPr>
                <p14:cNvPr id="373" name="Ink 372">
                  <a:extLst>
                    <a:ext uri="{FF2B5EF4-FFF2-40B4-BE49-F238E27FC236}">
                      <a16:creationId xmlns:a16="http://schemas.microsoft.com/office/drawing/2014/main" id="{FA39E58A-6E3A-EA30-65A6-DA4BAD706C3A}"/>
                    </a:ext>
                  </a:extLst>
                </p14:cNvPr>
                <p14:cNvContentPartPr/>
                <p14:nvPr/>
              </p14:nvContentPartPr>
              <p14:xfrm>
                <a:off x="10308930" y="3256230"/>
                <a:ext cx="142920" cy="150840"/>
              </p14:xfrm>
            </p:contentPart>
          </mc:Choice>
          <mc:Fallback xmlns="">
            <p:pic>
              <p:nvPicPr>
                <p:cNvPr id="373" name="Ink 372">
                  <a:extLst>
                    <a:ext uri="{FF2B5EF4-FFF2-40B4-BE49-F238E27FC236}">
                      <a16:creationId xmlns:a16="http://schemas.microsoft.com/office/drawing/2014/main" id="{FA39E58A-6E3A-EA30-65A6-DA4BAD706C3A}"/>
                    </a:ext>
                  </a:extLst>
                </p:cNvPr>
                <p:cNvPicPr/>
                <p:nvPr/>
              </p:nvPicPr>
              <p:blipFill>
                <a:blip r:embed="rId553"/>
                <a:stretch>
                  <a:fillRect/>
                </a:stretch>
              </p:blipFill>
              <p:spPr>
                <a:xfrm>
                  <a:off x="10300290" y="3247230"/>
                  <a:ext cx="160560" cy="168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54">
              <p14:nvContentPartPr>
                <p14:cNvPr id="374" name="Ink 373">
                  <a:extLst>
                    <a:ext uri="{FF2B5EF4-FFF2-40B4-BE49-F238E27FC236}">
                      <a16:creationId xmlns:a16="http://schemas.microsoft.com/office/drawing/2014/main" id="{37E994D2-B67C-2AAF-9B31-76D80B2950FA}"/>
                    </a:ext>
                  </a:extLst>
                </p14:cNvPr>
                <p14:cNvContentPartPr/>
                <p14:nvPr/>
              </p14:nvContentPartPr>
              <p14:xfrm>
                <a:off x="10251330" y="3256230"/>
                <a:ext cx="264240" cy="115200"/>
              </p14:xfrm>
            </p:contentPart>
          </mc:Choice>
          <mc:Fallback xmlns="">
            <p:pic>
              <p:nvPicPr>
                <p:cNvPr id="374" name="Ink 373">
                  <a:extLst>
                    <a:ext uri="{FF2B5EF4-FFF2-40B4-BE49-F238E27FC236}">
                      <a16:creationId xmlns:a16="http://schemas.microsoft.com/office/drawing/2014/main" id="{37E994D2-B67C-2AAF-9B31-76D80B2950FA}"/>
                    </a:ext>
                  </a:extLst>
                </p:cNvPr>
                <p:cNvPicPr/>
                <p:nvPr/>
              </p:nvPicPr>
              <p:blipFill>
                <a:blip r:embed="rId555"/>
                <a:stretch>
                  <a:fillRect/>
                </a:stretch>
              </p:blipFill>
              <p:spPr>
                <a:xfrm>
                  <a:off x="10242690" y="3247590"/>
                  <a:ext cx="281880" cy="132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56">
              <p14:nvContentPartPr>
                <p14:cNvPr id="375" name="Ink 374">
                  <a:extLst>
                    <a:ext uri="{FF2B5EF4-FFF2-40B4-BE49-F238E27FC236}">
                      <a16:creationId xmlns:a16="http://schemas.microsoft.com/office/drawing/2014/main" id="{84778374-CF82-D608-B7D8-14578AAD45A0}"/>
                    </a:ext>
                  </a:extLst>
                </p14:cNvPr>
                <p14:cNvContentPartPr/>
                <p14:nvPr/>
              </p14:nvContentPartPr>
              <p14:xfrm>
                <a:off x="10236570" y="3289710"/>
                <a:ext cx="280440" cy="56880"/>
              </p14:xfrm>
            </p:contentPart>
          </mc:Choice>
          <mc:Fallback xmlns="">
            <p:pic>
              <p:nvPicPr>
                <p:cNvPr id="375" name="Ink 374">
                  <a:extLst>
                    <a:ext uri="{FF2B5EF4-FFF2-40B4-BE49-F238E27FC236}">
                      <a16:creationId xmlns:a16="http://schemas.microsoft.com/office/drawing/2014/main" id="{84778374-CF82-D608-B7D8-14578AAD45A0}"/>
                    </a:ext>
                  </a:extLst>
                </p:cNvPr>
                <p:cNvPicPr/>
                <p:nvPr/>
              </p:nvPicPr>
              <p:blipFill>
                <a:blip r:embed="rId557"/>
                <a:stretch>
                  <a:fillRect/>
                </a:stretch>
              </p:blipFill>
              <p:spPr>
                <a:xfrm>
                  <a:off x="10227930" y="3281070"/>
                  <a:ext cx="298080" cy="74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58">
              <p14:nvContentPartPr>
                <p14:cNvPr id="376" name="Ink 375">
                  <a:extLst>
                    <a:ext uri="{FF2B5EF4-FFF2-40B4-BE49-F238E27FC236}">
                      <a16:creationId xmlns:a16="http://schemas.microsoft.com/office/drawing/2014/main" id="{7578F19A-FC97-4AA2-1E55-E600D600F11A}"/>
                    </a:ext>
                  </a:extLst>
                </p14:cNvPr>
                <p14:cNvContentPartPr/>
                <p14:nvPr/>
              </p14:nvContentPartPr>
              <p14:xfrm>
                <a:off x="10414410" y="3238590"/>
                <a:ext cx="21960" cy="156240"/>
              </p14:xfrm>
            </p:contentPart>
          </mc:Choice>
          <mc:Fallback xmlns="">
            <p:pic>
              <p:nvPicPr>
                <p:cNvPr id="376" name="Ink 375">
                  <a:extLst>
                    <a:ext uri="{FF2B5EF4-FFF2-40B4-BE49-F238E27FC236}">
                      <a16:creationId xmlns:a16="http://schemas.microsoft.com/office/drawing/2014/main" id="{7578F19A-FC97-4AA2-1E55-E600D600F11A}"/>
                    </a:ext>
                  </a:extLst>
                </p:cNvPr>
                <p:cNvPicPr/>
                <p:nvPr/>
              </p:nvPicPr>
              <p:blipFill>
                <a:blip r:embed="rId559"/>
                <a:stretch>
                  <a:fillRect/>
                </a:stretch>
              </p:blipFill>
              <p:spPr>
                <a:xfrm>
                  <a:off x="10405770" y="3229950"/>
                  <a:ext cx="39600" cy="173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60">
              <p14:nvContentPartPr>
                <p14:cNvPr id="377" name="Ink 376">
                  <a:extLst>
                    <a:ext uri="{FF2B5EF4-FFF2-40B4-BE49-F238E27FC236}">
                      <a16:creationId xmlns:a16="http://schemas.microsoft.com/office/drawing/2014/main" id="{8E4D1AB0-553A-DBBF-BA9A-AA26F6873613}"/>
                    </a:ext>
                  </a:extLst>
                </p14:cNvPr>
                <p14:cNvContentPartPr/>
                <p14:nvPr/>
              </p14:nvContentPartPr>
              <p14:xfrm>
                <a:off x="10867290" y="3172350"/>
                <a:ext cx="50400" cy="172440"/>
              </p14:xfrm>
            </p:contentPart>
          </mc:Choice>
          <mc:Fallback xmlns="">
            <p:pic>
              <p:nvPicPr>
                <p:cNvPr id="377" name="Ink 376">
                  <a:extLst>
                    <a:ext uri="{FF2B5EF4-FFF2-40B4-BE49-F238E27FC236}">
                      <a16:creationId xmlns:a16="http://schemas.microsoft.com/office/drawing/2014/main" id="{8E4D1AB0-553A-DBBF-BA9A-AA26F6873613}"/>
                    </a:ext>
                  </a:extLst>
                </p:cNvPr>
                <p:cNvPicPr/>
                <p:nvPr/>
              </p:nvPicPr>
              <p:blipFill>
                <a:blip r:embed="rId561"/>
                <a:stretch>
                  <a:fillRect/>
                </a:stretch>
              </p:blipFill>
              <p:spPr>
                <a:xfrm>
                  <a:off x="10858290" y="3163350"/>
                  <a:ext cx="68040" cy="190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62">
              <p14:nvContentPartPr>
                <p14:cNvPr id="378" name="Ink 377">
                  <a:extLst>
                    <a:ext uri="{FF2B5EF4-FFF2-40B4-BE49-F238E27FC236}">
                      <a16:creationId xmlns:a16="http://schemas.microsoft.com/office/drawing/2014/main" id="{3DC32B1E-07F0-B2DA-9994-EAE9C56249CA}"/>
                    </a:ext>
                  </a:extLst>
                </p14:cNvPr>
                <p14:cNvContentPartPr/>
                <p14:nvPr/>
              </p14:nvContentPartPr>
              <p14:xfrm>
                <a:off x="10808970" y="3328590"/>
                <a:ext cx="226800" cy="43200"/>
              </p14:xfrm>
            </p:contentPart>
          </mc:Choice>
          <mc:Fallback xmlns="">
            <p:pic>
              <p:nvPicPr>
                <p:cNvPr id="378" name="Ink 377">
                  <a:extLst>
                    <a:ext uri="{FF2B5EF4-FFF2-40B4-BE49-F238E27FC236}">
                      <a16:creationId xmlns:a16="http://schemas.microsoft.com/office/drawing/2014/main" id="{3DC32B1E-07F0-B2DA-9994-EAE9C56249CA}"/>
                    </a:ext>
                  </a:extLst>
                </p:cNvPr>
                <p:cNvPicPr/>
                <p:nvPr/>
              </p:nvPicPr>
              <p:blipFill>
                <a:blip r:embed="rId563"/>
                <a:stretch>
                  <a:fillRect/>
                </a:stretch>
              </p:blipFill>
              <p:spPr>
                <a:xfrm>
                  <a:off x="10800330" y="3319950"/>
                  <a:ext cx="244440" cy="60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64">
              <p14:nvContentPartPr>
                <p14:cNvPr id="379" name="Ink 378">
                  <a:extLst>
                    <a:ext uri="{FF2B5EF4-FFF2-40B4-BE49-F238E27FC236}">
                      <a16:creationId xmlns:a16="http://schemas.microsoft.com/office/drawing/2014/main" id="{0470183F-859A-D946-B38E-EA06C1FEC266}"/>
                    </a:ext>
                  </a:extLst>
                </p14:cNvPr>
                <p14:cNvContentPartPr/>
                <p14:nvPr/>
              </p14:nvContentPartPr>
              <p14:xfrm>
                <a:off x="10735530" y="3189630"/>
                <a:ext cx="190080" cy="25920"/>
              </p14:xfrm>
            </p:contentPart>
          </mc:Choice>
          <mc:Fallback xmlns="">
            <p:pic>
              <p:nvPicPr>
                <p:cNvPr id="379" name="Ink 378">
                  <a:extLst>
                    <a:ext uri="{FF2B5EF4-FFF2-40B4-BE49-F238E27FC236}">
                      <a16:creationId xmlns:a16="http://schemas.microsoft.com/office/drawing/2014/main" id="{0470183F-859A-D946-B38E-EA06C1FEC266}"/>
                    </a:ext>
                  </a:extLst>
                </p:cNvPr>
                <p:cNvPicPr/>
                <p:nvPr/>
              </p:nvPicPr>
              <p:blipFill>
                <a:blip r:embed="rId565"/>
                <a:stretch>
                  <a:fillRect/>
                </a:stretch>
              </p:blipFill>
              <p:spPr>
                <a:xfrm>
                  <a:off x="10726530" y="3180990"/>
                  <a:ext cx="207720" cy="43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66">
              <p14:nvContentPartPr>
                <p14:cNvPr id="380" name="Ink 379">
                  <a:extLst>
                    <a:ext uri="{FF2B5EF4-FFF2-40B4-BE49-F238E27FC236}">
                      <a16:creationId xmlns:a16="http://schemas.microsoft.com/office/drawing/2014/main" id="{F573DBC1-778C-9FEA-53F7-B941FC57350E}"/>
                    </a:ext>
                  </a:extLst>
                </p14:cNvPr>
                <p14:cNvContentPartPr/>
                <p14:nvPr/>
              </p14:nvContentPartPr>
              <p14:xfrm>
                <a:off x="11028210" y="3168390"/>
                <a:ext cx="607320" cy="213480"/>
              </p14:xfrm>
            </p:contentPart>
          </mc:Choice>
          <mc:Fallback xmlns="">
            <p:pic>
              <p:nvPicPr>
                <p:cNvPr id="380" name="Ink 379">
                  <a:extLst>
                    <a:ext uri="{FF2B5EF4-FFF2-40B4-BE49-F238E27FC236}">
                      <a16:creationId xmlns:a16="http://schemas.microsoft.com/office/drawing/2014/main" id="{F573DBC1-778C-9FEA-53F7-B941FC57350E}"/>
                    </a:ext>
                  </a:extLst>
                </p:cNvPr>
                <p:cNvPicPr/>
                <p:nvPr/>
              </p:nvPicPr>
              <p:blipFill>
                <a:blip r:embed="rId567"/>
                <a:stretch>
                  <a:fillRect/>
                </a:stretch>
              </p:blipFill>
              <p:spPr>
                <a:xfrm>
                  <a:off x="11019210" y="3159750"/>
                  <a:ext cx="624960" cy="231120"/>
                </a:xfrm>
                <a:prstGeom prst="rect">
                  <a:avLst/>
                </a:prstGeom>
              </p:spPr>
            </p:pic>
          </mc:Fallback>
        </mc:AlternateContent>
      </p:grpSp>
      <p:grpSp>
        <p:nvGrpSpPr>
          <p:cNvPr id="407" name="Group 406">
            <a:extLst>
              <a:ext uri="{FF2B5EF4-FFF2-40B4-BE49-F238E27FC236}">
                <a16:creationId xmlns:a16="http://schemas.microsoft.com/office/drawing/2014/main" id="{ADAC124E-E5E7-CFFC-B84D-6A8B482F42B5}"/>
              </a:ext>
            </a:extLst>
          </p:cNvPr>
          <p:cNvGrpSpPr/>
          <p:nvPr/>
        </p:nvGrpSpPr>
        <p:grpSpPr>
          <a:xfrm>
            <a:off x="10380570" y="3574470"/>
            <a:ext cx="1743840" cy="2402280"/>
            <a:chOff x="10380570" y="3574470"/>
            <a:chExt cx="1743840" cy="2402280"/>
          </a:xfrm>
        </p:grpSpPr>
        <mc:AlternateContent xmlns:mc="http://schemas.openxmlformats.org/markup-compatibility/2006" xmlns:p14="http://schemas.microsoft.com/office/powerpoint/2010/main" xmlns:aink="http://schemas.microsoft.com/office/drawing/2016/ink">
          <mc:Choice Requires="p14 aink">
            <p:contentPart p14:bwMode="auto" r:id="rId568">
              <p14:nvContentPartPr>
                <p14:cNvPr id="381" name="Ink 380">
                  <a:extLst>
                    <a:ext uri="{FF2B5EF4-FFF2-40B4-BE49-F238E27FC236}">
                      <a16:creationId xmlns:a16="http://schemas.microsoft.com/office/drawing/2014/main" id="{364DCAFC-AA36-16C4-2564-53E263292F0C}"/>
                    </a:ext>
                  </a:extLst>
                </p14:cNvPr>
                <p14:cNvContentPartPr/>
                <p14:nvPr/>
              </p14:nvContentPartPr>
              <p14:xfrm>
                <a:off x="10864410" y="3607950"/>
                <a:ext cx="287640" cy="149040"/>
              </p14:xfrm>
            </p:contentPart>
          </mc:Choice>
          <mc:Fallback xmlns="">
            <p:pic>
              <p:nvPicPr>
                <p:cNvPr id="381" name="Ink 380">
                  <a:extLst>
                    <a:ext uri="{FF2B5EF4-FFF2-40B4-BE49-F238E27FC236}">
                      <a16:creationId xmlns:a16="http://schemas.microsoft.com/office/drawing/2014/main" id="{364DCAFC-AA36-16C4-2564-53E263292F0C}"/>
                    </a:ext>
                  </a:extLst>
                </p:cNvPr>
                <p:cNvPicPr/>
                <p:nvPr/>
              </p:nvPicPr>
              <p:blipFill>
                <a:blip r:embed="rId569"/>
                <a:stretch>
                  <a:fillRect/>
                </a:stretch>
              </p:blipFill>
              <p:spPr>
                <a:xfrm>
                  <a:off x="10855770" y="3598950"/>
                  <a:ext cx="305280" cy="166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70">
              <p14:nvContentPartPr>
                <p14:cNvPr id="382" name="Ink 381">
                  <a:extLst>
                    <a:ext uri="{FF2B5EF4-FFF2-40B4-BE49-F238E27FC236}">
                      <a16:creationId xmlns:a16="http://schemas.microsoft.com/office/drawing/2014/main" id="{E63B02F0-B2DF-5B08-77A1-E682F598E584}"/>
                    </a:ext>
                  </a:extLst>
                </p14:cNvPr>
                <p14:cNvContentPartPr/>
                <p14:nvPr/>
              </p14:nvContentPartPr>
              <p14:xfrm>
                <a:off x="11098050" y="3574470"/>
                <a:ext cx="33120" cy="36000"/>
              </p14:xfrm>
            </p:contentPart>
          </mc:Choice>
          <mc:Fallback xmlns="">
            <p:pic>
              <p:nvPicPr>
                <p:cNvPr id="382" name="Ink 381">
                  <a:extLst>
                    <a:ext uri="{FF2B5EF4-FFF2-40B4-BE49-F238E27FC236}">
                      <a16:creationId xmlns:a16="http://schemas.microsoft.com/office/drawing/2014/main" id="{E63B02F0-B2DF-5B08-77A1-E682F598E584}"/>
                    </a:ext>
                  </a:extLst>
                </p:cNvPr>
                <p:cNvPicPr/>
                <p:nvPr/>
              </p:nvPicPr>
              <p:blipFill>
                <a:blip r:embed="rId571"/>
                <a:stretch>
                  <a:fillRect/>
                </a:stretch>
              </p:blipFill>
              <p:spPr>
                <a:xfrm>
                  <a:off x="11089410" y="3565470"/>
                  <a:ext cx="50760" cy="53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72">
              <p14:nvContentPartPr>
                <p14:cNvPr id="383" name="Ink 382">
                  <a:extLst>
                    <a:ext uri="{FF2B5EF4-FFF2-40B4-BE49-F238E27FC236}">
                      <a16:creationId xmlns:a16="http://schemas.microsoft.com/office/drawing/2014/main" id="{C554A539-5A06-EE35-3FBA-339BE9DF0836}"/>
                    </a:ext>
                  </a:extLst>
                </p14:cNvPr>
                <p14:cNvContentPartPr/>
                <p14:nvPr/>
              </p14:nvContentPartPr>
              <p14:xfrm>
                <a:off x="11266530" y="3580230"/>
                <a:ext cx="291960" cy="116280"/>
              </p14:xfrm>
            </p:contentPart>
          </mc:Choice>
          <mc:Fallback xmlns="">
            <p:pic>
              <p:nvPicPr>
                <p:cNvPr id="383" name="Ink 382">
                  <a:extLst>
                    <a:ext uri="{FF2B5EF4-FFF2-40B4-BE49-F238E27FC236}">
                      <a16:creationId xmlns:a16="http://schemas.microsoft.com/office/drawing/2014/main" id="{C554A539-5A06-EE35-3FBA-339BE9DF0836}"/>
                    </a:ext>
                  </a:extLst>
                </p:cNvPr>
                <p:cNvPicPr/>
                <p:nvPr/>
              </p:nvPicPr>
              <p:blipFill>
                <a:blip r:embed="rId573"/>
                <a:stretch>
                  <a:fillRect/>
                </a:stretch>
              </p:blipFill>
              <p:spPr>
                <a:xfrm>
                  <a:off x="11257530" y="3571590"/>
                  <a:ext cx="309600" cy="133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74">
              <p14:nvContentPartPr>
                <p14:cNvPr id="384" name="Ink 383">
                  <a:extLst>
                    <a:ext uri="{FF2B5EF4-FFF2-40B4-BE49-F238E27FC236}">
                      <a16:creationId xmlns:a16="http://schemas.microsoft.com/office/drawing/2014/main" id="{243E9000-4228-8617-236B-24E643118E95}"/>
                    </a:ext>
                  </a:extLst>
                </p14:cNvPr>
                <p14:cNvContentPartPr/>
                <p14:nvPr/>
              </p14:nvContentPartPr>
              <p14:xfrm>
                <a:off x="10916970" y="3945990"/>
                <a:ext cx="17640" cy="117360"/>
              </p14:xfrm>
            </p:contentPart>
          </mc:Choice>
          <mc:Fallback xmlns="">
            <p:pic>
              <p:nvPicPr>
                <p:cNvPr id="384" name="Ink 383">
                  <a:extLst>
                    <a:ext uri="{FF2B5EF4-FFF2-40B4-BE49-F238E27FC236}">
                      <a16:creationId xmlns:a16="http://schemas.microsoft.com/office/drawing/2014/main" id="{243E9000-4228-8617-236B-24E643118E95}"/>
                    </a:ext>
                  </a:extLst>
                </p:cNvPr>
                <p:cNvPicPr/>
                <p:nvPr/>
              </p:nvPicPr>
              <p:blipFill>
                <a:blip r:embed="rId575"/>
                <a:stretch>
                  <a:fillRect/>
                </a:stretch>
              </p:blipFill>
              <p:spPr>
                <a:xfrm>
                  <a:off x="10907970" y="3936990"/>
                  <a:ext cx="35280" cy="135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76">
              <p14:nvContentPartPr>
                <p14:cNvPr id="385" name="Ink 384">
                  <a:extLst>
                    <a:ext uri="{FF2B5EF4-FFF2-40B4-BE49-F238E27FC236}">
                      <a16:creationId xmlns:a16="http://schemas.microsoft.com/office/drawing/2014/main" id="{63E235AD-B529-6930-AE44-F56A27263F83}"/>
                    </a:ext>
                  </a:extLst>
                </p14:cNvPr>
                <p14:cNvContentPartPr/>
                <p14:nvPr/>
              </p14:nvContentPartPr>
              <p14:xfrm>
                <a:off x="10802850" y="3857790"/>
                <a:ext cx="63720" cy="13680"/>
              </p14:xfrm>
            </p:contentPart>
          </mc:Choice>
          <mc:Fallback xmlns="">
            <p:pic>
              <p:nvPicPr>
                <p:cNvPr id="385" name="Ink 384">
                  <a:extLst>
                    <a:ext uri="{FF2B5EF4-FFF2-40B4-BE49-F238E27FC236}">
                      <a16:creationId xmlns:a16="http://schemas.microsoft.com/office/drawing/2014/main" id="{63E235AD-B529-6930-AE44-F56A27263F83}"/>
                    </a:ext>
                  </a:extLst>
                </p:cNvPr>
                <p:cNvPicPr/>
                <p:nvPr/>
              </p:nvPicPr>
              <p:blipFill>
                <a:blip r:embed="rId577"/>
                <a:stretch>
                  <a:fillRect/>
                </a:stretch>
              </p:blipFill>
              <p:spPr>
                <a:xfrm>
                  <a:off x="10794210" y="3848790"/>
                  <a:ext cx="81360" cy="31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78">
              <p14:nvContentPartPr>
                <p14:cNvPr id="386" name="Ink 385">
                  <a:extLst>
                    <a:ext uri="{FF2B5EF4-FFF2-40B4-BE49-F238E27FC236}">
                      <a16:creationId xmlns:a16="http://schemas.microsoft.com/office/drawing/2014/main" id="{C8254669-4502-61AE-0D7A-09389733BA13}"/>
                    </a:ext>
                  </a:extLst>
                </p14:cNvPr>
                <p14:cNvContentPartPr/>
                <p14:nvPr/>
              </p14:nvContentPartPr>
              <p14:xfrm>
                <a:off x="10996530" y="3900630"/>
                <a:ext cx="190800" cy="204480"/>
              </p14:xfrm>
            </p:contentPart>
          </mc:Choice>
          <mc:Fallback xmlns="">
            <p:pic>
              <p:nvPicPr>
                <p:cNvPr id="386" name="Ink 385">
                  <a:extLst>
                    <a:ext uri="{FF2B5EF4-FFF2-40B4-BE49-F238E27FC236}">
                      <a16:creationId xmlns:a16="http://schemas.microsoft.com/office/drawing/2014/main" id="{C8254669-4502-61AE-0D7A-09389733BA13}"/>
                    </a:ext>
                  </a:extLst>
                </p:cNvPr>
                <p:cNvPicPr/>
                <p:nvPr/>
              </p:nvPicPr>
              <p:blipFill>
                <a:blip r:embed="rId579"/>
                <a:stretch>
                  <a:fillRect/>
                </a:stretch>
              </p:blipFill>
              <p:spPr>
                <a:xfrm>
                  <a:off x="10987890" y="3891990"/>
                  <a:ext cx="208440" cy="222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80">
              <p14:nvContentPartPr>
                <p14:cNvPr id="387" name="Ink 386">
                  <a:extLst>
                    <a:ext uri="{FF2B5EF4-FFF2-40B4-BE49-F238E27FC236}">
                      <a16:creationId xmlns:a16="http://schemas.microsoft.com/office/drawing/2014/main" id="{2269FEA1-4A46-4B51-CBDB-FA52469EA5C7}"/>
                    </a:ext>
                  </a:extLst>
                </p14:cNvPr>
                <p14:cNvContentPartPr/>
                <p14:nvPr/>
              </p14:nvContentPartPr>
              <p14:xfrm>
                <a:off x="11245650" y="3623070"/>
                <a:ext cx="878760" cy="393840"/>
              </p14:xfrm>
            </p:contentPart>
          </mc:Choice>
          <mc:Fallback xmlns="">
            <p:pic>
              <p:nvPicPr>
                <p:cNvPr id="387" name="Ink 386">
                  <a:extLst>
                    <a:ext uri="{FF2B5EF4-FFF2-40B4-BE49-F238E27FC236}">
                      <a16:creationId xmlns:a16="http://schemas.microsoft.com/office/drawing/2014/main" id="{2269FEA1-4A46-4B51-CBDB-FA52469EA5C7}"/>
                    </a:ext>
                  </a:extLst>
                </p:cNvPr>
                <p:cNvPicPr/>
                <p:nvPr/>
              </p:nvPicPr>
              <p:blipFill>
                <a:blip r:embed="rId581"/>
                <a:stretch>
                  <a:fillRect/>
                </a:stretch>
              </p:blipFill>
              <p:spPr>
                <a:xfrm>
                  <a:off x="11236650" y="3614070"/>
                  <a:ext cx="896400" cy="411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82">
              <p14:nvContentPartPr>
                <p14:cNvPr id="388" name="Ink 387">
                  <a:extLst>
                    <a:ext uri="{FF2B5EF4-FFF2-40B4-BE49-F238E27FC236}">
                      <a16:creationId xmlns:a16="http://schemas.microsoft.com/office/drawing/2014/main" id="{8570EA83-95DE-5700-0B0D-0612DABF8656}"/>
                    </a:ext>
                  </a:extLst>
                </p14:cNvPr>
                <p14:cNvContentPartPr/>
                <p14:nvPr/>
              </p14:nvContentPartPr>
              <p14:xfrm>
                <a:off x="11095170" y="4095030"/>
                <a:ext cx="797400" cy="155880"/>
              </p14:xfrm>
            </p:contentPart>
          </mc:Choice>
          <mc:Fallback xmlns="">
            <p:pic>
              <p:nvPicPr>
                <p:cNvPr id="388" name="Ink 387">
                  <a:extLst>
                    <a:ext uri="{FF2B5EF4-FFF2-40B4-BE49-F238E27FC236}">
                      <a16:creationId xmlns:a16="http://schemas.microsoft.com/office/drawing/2014/main" id="{8570EA83-95DE-5700-0B0D-0612DABF8656}"/>
                    </a:ext>
                  </a:extLst>
                </p:cNvPr>
                <p:cNvPicPr/>
                <p:nvPr/>
              </p:nvPicPr>
              <p:blipFill>
                <a:blip r:embed="rId583"/>
                <a:stretch>
                  <a:fillRect/>
                </a:stretch>
              </p:blipFill>
              <p:spPr>
                <a:xfrm>
                  <a:off x="11086530" y="4086030"/>
                  <a:ext cx="815040" cy="173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84">
              <p14:nvContentPartPr>
                <p14:cNvPr id="389" name="Ink 388">
                  <a:extLst>
                    <a:ext uri="{FF2B5EF4-FFF2-40B4-BE49-F238E27FC236}">
                      <a16:creationId xmlns:a16="http://schemas.microsoft.com/office/drawing/2014/main" id="{1C25ED67-916A-215C-03CE-79A6D7B4E126}"/>
                    </a:ext>
                  </a:extLst>
                </p14:cNvPr>
                <p14:cNvContentPartPr/>
                <p14:nvPr/>
              </p14:nvContentPartPr>
              <p14:xfrm>
                <a:off x="11168970" y="4217070"/>
                <a:ext cx="636840" cy="114840"/>
              </p14:xfrm>
            </p:contentPart>
          </mc:Choice>
          <mc:Fallback xmlns="">
            <p:pic>
              <p:nvPicPr>
                <p:cNvPr id="389" name="Ink 388">
                  <a:extLst>
                    <a:ext uri="{FF2B5EF4-FFF2-40B4-BE49-F238E27FC236}">
                      <a16:creationId xmlns:a16="http://schemas.microsoft.com/office/drawing/2014/main" id="{1C25ED67-916A-215C-03CE-79A6D7B4E126}"/>
                    </a:ext>
                  </a:extLst>
                </p:cNvPr>
                <p:cNvPicPr/>
                <p:nvPr/>
              </p:nvPicPr>
              <p:blipFill>
                <a:blip r:embed="rId585"/>
                <a:stretch>
                  <a:fillRect/>
                </a:stretch>
              </p:blipFill>
              <p:spPr>
                <a:xfrm>
                  <a:off x="11160330" y="4208430"/>
                  <a:ext cx="654480" cy="132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86">
              <p14:nvContentPartPr>
                <p14:cNvPr id="390" name="Ink 389">
                  <a:extLst>
                    <a:ext uri="{FF2B5EF4-FFF2-40B4-BE49-F238E27FC236}">
                      <a16:creationId xmlns:a16="http://schemas.microsoft.com/office/drawing/2014/main" id="{DA77BCEA-22D5-4A6A-A669-39DBE87D2F6F}"/>
                    </a:ext>
                  </a:extLst>
                </p14:cNvPr>
                <p14:cNvContentPartPr/>
                <p14:nvPr/>
              </p14:nvContentPartPr>
              <p14:xfrm>
                <a:off x="10892490" y="4363590"/>
                <a:ext cx="100440" cy="187560"/>
              </p14:xfrm>
            </p:contentPart>
          </mc:Choice>
          <mc:Fallback xmlns="">
            <p:pic>
              <p:nvPicPr>
                <p:cNvPr id="390" name="Ink 389">
                  <a:extLst>
                    <a:ext uri="{FF2B5EF4-FFF2-40B4-BE49-F238E27FC236}">
                      <a16:creationId xmlns:a16="http://schemas.microsoft.com/office/drawing/2014/main" id="{DA77BCEA-22D5-4A6A-A669-39DBE87D2F6F}"/>
                    </a:ext>
                  </a:extLst>
                </p:cNvPr>
                <p:cNvPicPr/>
                <p:nvPr/>
              </p:nvPicPr>
              <p:blipFill>
                <a:blip r:embed="rId587"/>
                <a:stretch>
                  <a:fillRect/>
                </a:stretch>
              </p:blipFill>
              <p:spPr>
                <a:xfrm>
                  <a:off x="10883490" y="4354950"/>
                  <a:ext cx="118080" cy="205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88">
              <p14:nvContentPartPr>
                <p14:cNvPr id="391" name="Ink 390">
                  <a:extLst>
                    <a:ext uri="{FF2B5EF4-FFF2-40B4-BE49-F238E27FC236}">
                      <a16:creationId xmlns:a16="http://schemas.microsoft.com/office/drawing/2014/main" id="{F672EED8-F213-E84A-A51B-654DAA82F8CF}"/>
                    </a:ext>
                  </a:extLst>
                </p14:cNvPr>
                <p14:cNvContentPartPr/>
                <p14:nvPr/>
              </p14:nvContentPartPr>
              <p14:xfrm>
                <a:off x="10779810" y="4455390"/>
                <a:ext cx="268200" cy="147240"/>
              </p14:xfrm>
            </p:contentPart>
          </mc:Choice>
          <mc:Fallback xmlns="">
            <p:pic>
              <p:nvPicPr>
                <p:cNvPr id="391" name="Ink 390">
                  <a:extLst>
                    <a:ext uri="{FF2B5EF4-FFF2-40B4-BE49-F238E27FC236}">
                      <a16:creationId xmlns:a16="http://schemas.microsoft.com/office/drawing/2014/main" id="{F672EED8-F213-E84A-A51B-654DAA82F8CF}"/>
                    </a:ext>
                  </a:extLst>
                </p:cNvPr>
                <p:cNvPicPr/>
                <p:nvPr/>
              </p:nvPicPr>
              <p:blipFill>
                <a:blip r:embed="rId589"/>
                <a:stretch>
                  <a:fillRect/>
                </a:stretch>
              </p:blipFill>
              <p:spPr>
                <a:xfrm>
                  <a:off x="10771170" y="4446390"/>
                  <a:ext cx="285840" cy="164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90">
              <p14:nvContentPartPr>
                <p14:cNvPr id="392" name="Ink 391">
                  <a:extLst>
                    <a:ext uri="{FF2B5EF4-FFF2-40B4-BE49-F238E27FC236}">
                      <a16:creationId xmlns:a16="http://schemas.microsoft.com/office/drawing/2014/main" id="{1FB4A08B-74AF-6DD9-76F0-6F64E8325933}"/>
                    </a:ext>
                  </a:extLst>
                </p14:cNvPr>
                <p14:cNvContentPartPr/>
                <p14:nvPr/>
              </p14:nvContentPartPr>
              <p14:xfrm>
                <a:off x="10535730" y="4769670"/>
                <a:ext cx="319680" cy="371520"/>
              </p14:xfrm>
            </p:contentPart>
          </mc:Choice>
          <mc:Fallback xmlns="">
            <p:pic>
              <p:nvPicPr>
                <p:cNvPr id="392" name="Ink 391">
                  <a:extLst>
                    <a:ext uri="{FF2B5EF4-FFF2-40B4-BE49-F238E27FC236}">
                      <a16:creationId xmlns:a16="http://schemas.microsoft.com/office/drawing/2014/main" id="{1FB4A08B-74AF-6DD9-76F0-6F64E8325933}"/>
                    </a:ext>
                  </a:extLst>
                </p:cNvPr>
                <p:cNvPicPr/>
                <p:nvPr/>
              </p:nvPicPr>
              <p:blipFill>
                <a:blip r:embed="rId591"/>
                <a:stretch>
                  <a:fillRect/>
                </a:stretch>
              </p:blipFill>
              <p:spPr>
                <a:xfrm>
                  <a:off x="10526730" y="4761030"/>
                  <a:ext cx="337320" cy="389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92">
              <p14:nvContentPartPr>
                <p14:cNvPr id="393" name="Ink 392">
                  <a:extLst>
                    <a:ext uri="{FF2B5EF4-FFF2-40B4-BE49-F238E27FC236}">
                      <a16:creationId xmlns:a16="http://schemas.microsoft.com/office/drawing/2014/main" id="{3F747A92-289F-ECA4-9FC4-0025EF6741FD}"/>
                    </a:ext>
                  </a:extLst>
                </p14:cNvPr>
                <p14:cNvContentPartPr/>
                <p14:nvPr/>
              </p14:nvContentPartPr>
              <p14:xfrm>
                <a:off x="10839210" y="4675710"/>
                <a:ext cx="292320" cy="261720"/>
              </p14:xfrm>
            </p:contentPart>
          </mc:Choice>
          <mc:Fallback xmlns="">
            <p:pic>
              <p:nvPicPr>
                <p:cNvPr id="393" name="Ink 392">
                  <a:extLst>
                    <a:ext uri="{FF2B5EF4-FFF2-40B4-BE49-F238E27FC236}">
                      <a16:creationId xmlns:a16="http://schemas.microsoft.com/office/drawing/2014/main" id="{3F747A92-289F-ECA4-9FC4-0025EF6741FD}"/>
                    </a:ext>
                  </a:extLst>
                </p:cNvPr>
                <p:cNvPicPr/>
                <p:nvPr/>
              </p:nvPicPr>
              <p:blipFill>
                <a:blip r:embed="rId593"/>
                <a:stretch>
                  <a:fillRect/>
                </a:stretch>
              </p:blipFill>
              <p:spPr>
                <a:xfrm>
                  <a:off x="10830570" y="4667070"/>
                  <a:ext cx="309960" cy="279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94">
              <p14:nvContentPartPr>
                <p14:cNvPr id="394" name="Ink 393">
                  <a:extLst>
                    <a:ext uri="{FF2B5EF4-FFF2-40B4-BE49-F238E27FC236}">
                      <a16:creationId xmlns:a16="http://schemas.microsoft.com/office/drawing/2014/main" id="{73A472F2-5A54-8262-6120-141A6D20D95E}"/>
                    </a:ext>
                  </a:extLst>
                </p14:cNvPr>
                <p14:cNvContentPartPr/>
                <p14:nvPr/>
              </p14:nvContentPartPr>
              <p14:xfrm>
                <a:off x="11168250" y="4660950"/>
                <a:ext cx="55800" cy="259560"/>
              </p14:xfrm>
            </p:contentPart>
          </mc:Choice>
          <mc:Fallback xmlns="">
            <p:pic>
              <p:nvPicPr>
                <p:cNvPr id="394" name="Ink 393">
                  <a:extLst>
                    <a:ext uri="{FF2B5EF4-FFF2-40B4-BE49-F238E27FC236}">
                      <a16:creationId xmlns:a16="http://schemas.microsoft.com/office/drawing/2014/main" id="{73A472F2-5A54-8262-6120-141A6D20D95E}"/>
                    </a:ext>
                  </a:extLst>
                </p:cNvPr>
                <p:cNvPicPr/>
                <p:nvPr/>
              </p:nvPicPr>
              <p:blipFill>
                <a:blip r:embed="rId595"/>
                <a:stretch>
                  <a:fillRect/>
                </a:stretch>
              </p:blipFill>
              <p:spPr>
                <a:xfrm>
                  <a:off x="11159250" y="4652310"/>
                  <a:ext cx="73440" cy="277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96">
              <p14:nvContentPartPr>
                <p14:cNvPr id="395" name="Ink 394">
                  <a:extLst>
                    <a:ext uri="{FF2B5EF4-FFF2-40B4-BE49-F238E27FC236}">
                      <a16:creationId xmlns:a16="http://schemas.microsoft.com/office/drawing/2014/main" id="{6BC71218-A06B-315E-048C-5209F6BDC955}"/>
                    </a:ext>
                  </a:extLst>
                </p14:cNvPr>
                <p14:cNvContentPartPr/>
                <p14:nvPr/>
              </p14:nvContentPartPr>
              <p14:xfrm>
                <a:off x="11051970" y="4791990"/>
                <a:ext cx="266400" cy="82080"/>
              </p14:xfrm>
            </p:contentPart>
          </mc:Choice>
          <mc:Fallback xmlns="">
            <p:pic>
              <p:nvPicPr>
                <p:cNvPr id="395" name="Ink 394">
                  <a:extLst>
                    <a:ext uri="{FF2B5EF4-FFF2-40B4-BE49-F238E27FC236}">
                      <a16:creationId xmlns:a16="http://schemas.microsoft.com/office/drawing/2014/main" id="{6BC71218-A06B-315E-048C-5209F6BDC955}"/>
                    </a:ext>
                  </a:extLst>
                </p:cNvPr>
                <p:cNvPicPr/>
                <p:nvPr/>
              </p:nvPicPr>
              <p:blipFill>
                <a:blip r:embed="rId597"/>
                <a:stretch>
                  <a:fillRect/>
                </a:stretch>
              </p:blipFill>
              <p:spPr>
                <a:xfrm>
                  <a:off x="11042970" y="4783350"/>
                  <a:ext cx="284040" cy="99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98">
              <p14:nvContentPartPr>
                <p14:cNvPr id="396" name="Ink 395">
                  <a:extLst>
                    <a:ext uri="{FF2B5EF4-FFF2-40B4-BE49-F238E27FC236}">
                      <a16:creationId xmlns:a16="http://schemas.microsoft.com/office/drawing/2014/main" id="{38C14818-17F7-42BC-EA31-237D863C64E1}"/>
                    </a:ext>
                  </a:extLst>
                </p14:cNvPr>
                <p14:cNvContentPartPr/>
                <p14:nvPr/>
              </p14:nvContentPartPr>
              <p14:xfrm>
                <a:off x="11304690" y="4703070"/>
                <a:ext cx="374760" cy="369360"/>
              </p14:xfrm>
            </p:contentPart>
          </mc:Choice>
          <mc:Fallback xmlns="">
            <p:pic>
              <p:nvPicPr>
                <p:cNvPr id="396" name="Ink 395">
                  <a:extLst>
                    <a:ext uri="{FF2B5EF4-FFF2-40B4-BE49-F238E27FC236}">
                      <a16:creationId xmlns:a16="http://schemas.microsoft.com/office/drawing/2014/main" id="{38C14818-17F7-42BC-EA31-237D863C64E1}"/>
                    </a:ext>
                  </a:extLst>
                </p:cNvPr>
                <p:cNvPicPr/>
                <p:nvPr/>
              </p:nvPicPr>
              <p:blipFill>
                <a:blip r:embed="rId599"/>
                <a:stretch>
                  <a:fillRect/>
                </a:stretch>
              </p:blipFill>
              <p:spPr>
                <a:xfrm>
                  <a:off x="11296050" y="4694430"/>
                  <a:ext cx="392400" cy="387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0">
              <p14:nvContentPartPr>
                <p14:cNvPr id="399" name="Ink 398">
                  <a:extLst>
                    <a:ext uri="{FF2B5EF4-FFF2-40B4-BE49-F238E27FC236}">
                      <a16:creationId xmlns:a16="http://schemas.microsoft.com/office/drawing/2014/main" id="{FC8F2CB1-6F54-B7E9-7FAC-FA65362C9940}"/>
                    </a:ext>
                  </a:extLst>
                </p14:cNvPr>
                <p14:cNvContentPartPr/>
                <p14:nvPr/>
              </p14:nvContentPartPr>
              <p14:xfrm>
                <a:off x="10428810" y="5275830"/>
                <a:ext cx="63720" cy="206280"/>
              </p14:xfrm>
            </p:contentPart>
          </mc:Choice>
          <mc:Fallback xmlns="">
            <p:pic>
              <p:nvPicPr>
                <p:cNvPr id="399" name="Ink 398">
                  <a:extLst>
                    <a:ext uri="{FF2B5EF4-FFF2-40B4-BE49-F238E27FC236}">
                      <a16:creationId xmlns:a16="http://schemas.microsoft.com/office/drawing/2014/main" id="{FC8F2CB1-6F54-B7E9-7FAC-FA65362C9940}"/>
                    </a:ext>
                  </a:extLst>
                </p:cNvPr>
                <p:cNvPicPr/>
                <p:nvPr/>
              </p:nvPicPr>
              <p:blipFill>
                <a:blip r:embed="rId601"/>
                <a:stretch>
                  <a:fillRect/>
                </a:stretch>
              </p:blipFill>
              <p:spPr>
                <a:xfrm>
                  <a:off x="10420170" y="5266830"/>
                  <a:ext cx="81360" cy="223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2">
              <p14:nvContentPartPr>
                <p14:cNvPr id="400" name="Ink 399">
                  <a:extLst>
                    <a:ext uri="{FF2B5EF4-FFF2-40B4-BE49-F238E27FC236}">
                      <a16:creationId xmlns:a16="http://schemas.microsoft.com/office/drawing/2014/main" id="{BA430EEC-A905-9502-9403-9117E69A11B3}"/>
                    </a:ext>
                  </a:extLst>
                </p14:cNvPr>
                <p14:cNvContentPartPr/>
                <p14:nvPr/>
              </p14:nvContentPartPr>
              <p14:xfrm>
                <a:off x="10380570" y="5240910"/>
                <a:ext cx="612360" cy="228240"/>
              </p14:xfrm>
            </p:contentPart>
          </mc:Choice>
          <mc:Fallback xmlns="">
            <p:pic>
              <p:nvPicPr>
                <p:cNvPr id="400" name="Ink 399">
                  <a:extLst>
                    <a:ext uri="{FF2B5EF4-FFF2-40B4-BE49-F238E27FC236}">
                      <a16:creationId xmlns:a16="http://schemas.microsoft.com/office/drawing/2014/main" id="{BA430EEC-A905-9502-9403-9117E69A11B3}"/>
                    </a:ext>
                  </a:extLst>
                </p:cNvPr>
                <p:cNvPicPr/>
                <p:nvPr/>
              </p:nvPicPr>
              <p:blipFill>
                <a:blip r:embed="rId603"/>
                <a:stretch>
                  <a:fillRect/>
                </a:stretch>
              </p:blipFill>
              <p:spPr>
                <a:xfrm>
                  <a:off x="10371930" y="5232270"/>
                  <a:ext cx="630000" cy="245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4">
              <p14:nvContentPartPr>
                <p14:cNvPr id="401" name="Ink 400">
                  <a:extLst>
                    <a:ext uri="{FF2B5EF4-FFF2-40B4-BE49-F238E27FC236}">
                      <a16:creationId xmlns:a16="http://schemas.microsoft.com/office/drawing/2014/main" id="{47AF9497-C79C-6856-3479-74B31AB158B1}"/>
                    </a:ext>
                  </a:extLst>
                </p14:cNvPr>
                <p14:cNvContentPartPr/>
                <p14:nvPr/>
              </p14:nvContentPartPr>
              <p14:xfrm>
                <a:off x="11040810" y="5226870"/>
                <a:ext cx="377280" cy="270720"/>
              </p14:xfrm>
            </p:contentPart>
          </mc:Choice>
          <mc:Fallback xmlns="">
            <p:pic>
              <p:nvPicPr>
                <p:cNvPr id="401" name="Ink 400">
                  <a:extLst>
                    <a:ext uri="{FF2B5EF4-FFF2-40B4-BE49-F238E27FC236}">
                      <a16:creationId xmlns:a16="http://schemas.microsoft.com/office/drawing/2014/main" id="{47AF9497-C79C-6856-3479-74B31AB158B1}"/>
                    </a:ext>
                  </a:extLst>
                </p:cNvPr>
                <p:cNvPicPr/>
                <p:nvPr/>
              </p:nvPicPr>
              <p:blipFill>
                <a:blip r:embed="rId605"/>
                <a:stretch>
                  <a:fillRect/>
                </a:stretch>
              </p:blipFill>
              <p:spPr>
                <a:xfrm>
                  <a:off x="11032170" y="5218230"/>
                  <a:ext cx="394920" cy="288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6">
              <p14:nvContentPartPr>
                <p14:cNvPr id="402" name="Ink 401">
                  <a:extLst>
                    <a:ext uri="{FF2B5EF4-FFF2-40B4-BE49-F238E27FC236}">
                      <a16:creationId xmlns:a16="http://schemas.microsoft.com/office/drawing/2014/main" id="{ECB698DE-8D85-6333-3601-D890C29C4FE8}"/>
                    </a:ext>
                  </a:extLst>
                </p14:cNvPr>
                <p14:cNvContentPartPr/>
                <p14:nvPr/>
              </p14:nvContentPartPr>
              <p14:xfrm>
                <a:off x="11520330" y="5197350"/>
                <a:ext cx="210240" cy="151200"/>
              </p14:xfrm>
            </p:contentPart>
          </mc:Choice>
          <mc:Fallback xmlns="">
            <p:pic>
              <p:nvPicPr>
                <p:cNvPr id="402" name="Ink 401">
                  <a:extLst>
                    <a:ext uri="{FF2B5EF4-FFF2-40B4-BE49-F238E27FC236}">
                      <a16:creationId xmlns:a16="http://schemas.microsoft.com/office/drawing/2014/main" id="{ECB698DE-8D85-6333-3601-D890C29C4FE8}"/>
                    </a:ext>
                  </a:extLst>
                </p:cNvPr>
                <p:cNvPicPr/>
                <p:nvPr/>
              </p:nvPicPr>
              <p:blipFill>
                <a:blip r:embed="rId607"/>
                <a:stretch>
                  <a:fillRect/>
                </a:stretch>
              </p:blipFill>
              <p:spPr>
                <a:xfrm>
                  <a:off x="11511690" y="5188350"/>
                  <a:ext cx="227880" cy="168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08">
              <p14:nvContentPartPr>
                <p14:cNvPr id="403" name="Ink 402">
                  <a:extLst>
                    <a:ext uri="{FF2B5EF4-FFF2-40B4-BE49-F238E27FC236}">
                      <a16:creationId xmlns:a16="http://schemas.microsoft.com/office/drawing/2014/main" id="{5B0ED427-B6E6-04AF-D85B-9A3B1B1F36BF}"/>
                    </a:ext>
                  </a:extLst>
                </p14:cNvPr>
                <p14:cNvContentPartPr/>
                <p14:nvPr/>
              </p14:nvContentPartPr>
              <p14:xfrm>
                <a:off x="11673330" y="4988910"/>
                <a:ext cx="422280" cy="297000"/>
              </p14:xfrm>
            </p:contentPart>
          </mc:Choice>
          <mc:Fallback xmlns="">
            <p:pic>
              <p:nvPicPr>
                <p:cNvPr id="403" name="Ink 402">
                  <a:extLst>
                    <a:ext uri="{FF2B5EF4-FFF2-40B4-BE49-F238E27FC236}">
                      <a16:creationId xmlns:a16="http://schemas.microsoft.com/office/drawing/2014/main" id="{5B0ED427-B6E6-04AF-D85B-9A3B1B1F36BF}"/>
                    </a:ext>
                  </a:extLst>
                </p:cNvPr>
                <p:cNvPicPr/>
                <p:nvPr/>
              </p:nvPicPr>
              <p:blipFill>
                <a:blip r:embed="rId609"/>
                <a:stretch>
                  <a:fillRect/>
                </a:stretch>
              </p:blipFill>
              <p:spPr>
                <a:xfrm>
                  <a:off x="11664690" y="4980270"/>
                  <a:ext cx="439920" cy="314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10">
              <p14:nvContentPartPr>
                <p14:cNvPr id="404" name="Ink 403">
                  <a:extLst>
                    <a:ext uri="{FF2B5EF4-FFF2-40B4-BE49-F238E27FC236}">
                      <a16:creationId xmlns:a16="http://schemas.microsoft.com/office/drawing/2014/main" id="{40EBDBC2-9C60-A8B2-4413-20D93FB162B8}"/>
                    </a:ext>
                  </a:extLst>
                </p14:cNvPr>
                <p14:cNvContentPartPr/>
                <p14:nvPr/>
              </p14:nvContentPartPr>
              <p14:xfrm>
                <a:off x="10511970" y="5646630"/>
                <a:ext cx="96840" cy="330120"/>
              </p14:xfrm>
            </p:contentPart>
          </mc:Choice>
          <mc:Fallback xmlns="">
            <p:pic>
              <p:nvPicPr>
                <p:cNvPr id="404" name="Ink 403">
                  <a:extLst>
                    <a:ext uri="{FF2B5EF4-FFF2-40B4-BE49-F238E27FC236}">
                      <a16:creationId xmlns:a16="http://schemas.microsoft.com/office/drawing/2014/main" id="{40EBDBC2-9C60-A8B2-4413-20D93FB162B8}"/>
                    </a:ext>
                  </a:extLst>
                </p:cNvPr>
                <p:cNvPicPr/>
                <p:nvPr/>
              </p:nvPicPr>
              <p:blipFill>
                <a:blip r:embed="rId611"/>
                <a:stretch>
                  <a:fillRect/>
                </a:stretch>
              </p:blipFill>
              <p:spPr>
                <a:xfrm>
                  <a:off x="10502970" y="5637630"/>
                  <a:ext cx="114480" cy="347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12">
              <p14:nvContentPartPr>
                <p14:cNvPr id="405" name="Ink 404">
                  <a:extLst>
                    <a:ext uri="{FF2B5EF4-FFF2-40B4-BE49-F238E27FC236}">
                      <a16:creationId xmlns:a16="http://schemas.microsoft.com/office/drawing/2014/main" id="{D06E94EB-CBB6-7B83-AABA-8B1B7878EDCE}"/>
                    </a:ext>
                  </a:extLst>
                </p14:cNvPr>
                <p14:cNvContentPartPr/>
                <p14:nvPr/>
              </p14:nvContentPartPr>
              <p14:xfrm>
                <a:off x="10411170" y="5542950"/>
                <a:ext cx="1277280" cy="346320"/>
              </p14:xfrm>
            </p:contentPart>
          </mc:Choice>
          <mc:Fallback xmlns="">
            <p:pic>
              <p:nvPicPr>
                <p:cNvPr id="405" name="Ink 404">
                  <a:extLst>
                    <a:ext uri="{FF2B5EF4-FFF2-40B4-BE49-F238E27FC236}">
                      <a16:creationId xmlns:a16="http://schemas.microsoft.com/office/drawing/2014/main" id="{D06E94EB-CBB6-7B83-AABA-8B1B7878EDCE}"/>
                    </a:ext>
                  </a:extLst>
                </p:cNvPr>
                <p:cNvPicPr/>
                <p:nvPr/>
              </p:nvPicPr>
              <p:blipFill>
                <a:blip r:embed="rId613"/>
                <a:stretch>
                  <a:fillRect/>
                </a:stretch>
              </p:blipFill>
              <p:spPr>
                <a:xfrm>
                  <a:off x="10402170" y="5534310"/>
                  <a:ext cx="1294920" cy="363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14">
              <p14:nvContentPartPr>
                <p14:cNvPr id="406" name="Ink 405">
                  <a:extLst>
                    <a:ext uri="{FF2B5EF4-FFF2-40B4-BE49-F238E27FC236}">
                      <a16:creationId xmlns:a16="http://schemas.microsoft.com/office/drawing/2014/main" id="{24E929DF-AD53-7F93-3DE6-3B6DD257C684}"/>
                    </a:ext>
                  </a:extLst>
                </p14:cNvPr>
                <p14:cNvContentPartPr/>
                <p14:nvPr/>
              </p14:nvContentPartPr>
              <p14:xfrm>
                <a:off x="10864770" y="5622870"/>
                <a:ext cx="288000" cy="49680"/>
              </p14:xfrm>
            </p:contentPart>
          </mc:Choice>
          <mc:Fallback xmlns="">
            <p:pic>
              <p:nvPicPr>
                <p:cNvPr id="406" name="Ink 405">
                  <a:extLst>
                    <a:ext uri="{FF2B5EF4-FFF2-40B4-BE49-F238E27FC236}">
                      <a16:creationId xmlns:a16="http://schemas.microsoft.com/office/drawing/2014/main" id="{24E929DF-AD53-7F93-3DE6-3B6DD257C684}"/>
                    </a:ext>
                  </a:extLst>
                </p:cNvPr>
                <p:cNvPicPr/>
                <p:nvPr/>
              </p:nvPicPr>
              <p:blipFill>
                <a:blip r:embed="rId615"/>
                <a:stretch>
                  <a:fillRect/>
                </a:stretch>
              </p:blipFill>
              <p:spPr>
                <a:xfrm>
                  <a:off x="10856130" y="5613870"/>
                  <a:ext cx="305640" cy="67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16">
            <p14:nvContentPartPr>
              <p14:cNvPr id="408" name="Ink 407">
                <a:extLst>
                  <a:ext uri="{FF2B5EF4-FFF2-40B4-BE49-F238E27FC236}">
                    <a16:creationId xmlns:a16="http://schemas.microsoft.com/office/drawing/2014/main" id="{F80DB102-C5A0-FCBD-A530-B8DB7725DC3B}"/>
                  </a:ext>
                </a:extLst>
              </p14:cNvPr>
              <p14:cNvContentPartPr/>
              <p14:nvPr/>
            </p14:nvContentPartPr>
            <p14:xfrm>
              <a:off x="6185490" y="422310"/>
              <a:ext cx="401040" cy="107640"/>
            </p14:xfrm>
          </p:contentPart>
        </mc:Choice>
        <mc:Fallback xmlns="">
          <p:pic>
            <p:nvPicPr>
              <p:cNvPr id="408" name="Ink 407">
                <a:extLst>
                  <a:ext uri="{FF2B5EF4-FFF2-40B4-BE49-F238E27FC236}">
                    <a16:creationId xmlns:a16="http://schemas.microsoft.com/office/drawing/2014/main" id="{F80DB102-C5A0-FCBD-A530-B8DB7725DC3B}"/>
                  </a:ext>
                </a:extLst>
              </p:cNvPr>
              <p:cNvPicPr/>
              <p:nvPr/>
            </p:nvPicPr>
            <p:blipFill>
              <a:blip r:embed="rId617"/>
              <a:stretch>
                <a:fillRect/>
              </a:stretch>
            </p:blipFill>
            <p:spPr>
              <a:xfrm>
                <a:off x="6179370" y="416190"/>
                <a:ext cx="413280" cy="119880"/>
              </a:xfrm>
              <a:prstGeom prst="rect">
                <a:avLst/>
              </a:prstGeom>
            </p:spPr>
          </p:pic>
        </mc:Fallback>
      </mc:AlternateContent>
      <p:grpSp>
        <p:nvGrpSpPr>
          <p:cNvPr id="433" name="Group 432">
            <a:extLst>
              <a:ext uri="{FF2B5EF4-FFF2-40B4-BE49-F238E27FC236}">
                <a16:creationId xmlns:a16="http://schemas.microsoft.com/office/drawing/2014/main" id="{B1CCD155-521A-BF45-D95A-94EF3CA44C5D}"/>
              </a:ext>
            </a:extLst>
          </p:cNvPr>
          <p:cNvGrpSpPr/>
          <p:nvPr/>
        </p:nvGrpSpPr>
        <p:grpSpPr>
          <a:xfrm>
            <a:off x="6064890" y="4994670"/>
            <a:ext cx="1049400" cy="261720"/>
            <a:chOff x="6064890" y="4994670"/>
            <a:chExt cx="1049400" cy="261720"/>
          </a:xfrm>
        </p:grpSpPr>
        <mc:AlternateContent xmlns:mc="http://schemas.openxmlformats.org/markup-compatibility/2006" xmlns:p14="http://schemas.microsoft.com/office/powerpoint/2010/main">
          <mc:Choice Requires="p14">
            <p:contentPart p14:bwMode="auto" r:id="rId618">
              <p14:nvContentPartPr>
                <p14:cNvPr id="421" name="Ink 420">
                  <a:extLst>
                    <a:ext uri="{FF2B5EF4-FFF2-40B4-BE49-F238E27FC236}">
                      <a16:creationId xmlns:a16="http://schemas.microsoft.com/office/drawing/2014/main" id="{D796AD2B-74E9-C724-015C-5484F408C010}"/>
                    </a:ext>
                  </a:extLst>
                </p14:cNvPr>
                <p14:cNvContentPartPr/>
                <p14:nvPr/>
              </p14:nvContentPartPr>
              <p14:xfrm>
                <a:off x="6119970" y="5063070"/>
                <a:ext cx="42120" cy="185760"/>
              </p14:xfrm>
            </p:contentPart>
          </mc:Choice>
          <mc:Fallback xmlns="">
            <p:pic>
              <p:nvPicPr>
                <p:cNvPr id="421" name="Ink 420">
                  <a:extLst>
                    <a:ext uri="{FF2B5EF4-FFF2-40B4-BE49-F238E27FC236}">
                      <a16:creationId xmlns:a16="http://schemas.microsoft.com/office/drawing/2014/main" id="{D796AD2B-74E9-C724-015C-5484F408C010}"/>
                    </a:ext>
                  </a:extLst>
                </p:cNvPr>
                <p:cNvPicPr/>
                <p:nvPr/>
              </p:nvPicPr>
              <p:blipFill>
                <a:blip r:embed="rId619"/>
                <a:stretch>
                  <a:fillRect/>
                </a:stretch>
              </p:blipFill>
              <p:spPr>
                <a:xfrm>
                  <a:off x="6113850" y="5056950"/>
                  <a:ext cx="5436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620">
              <p14:nvContentPartPr>
                <p14:cNvPr id="422" name="Ink 421">
                  <a:extLst>
                    <a:ext uri="{FF2B5EF4-FFF2-40B4-BE49-F238E27FC236}">
                      <a16:creationId xmlns:a16="http://schemas.microsoft.com/office/drawing/2014/main" id="{6BF7B9E7-A12E-9D18-A771-F816D7637BC7}"/>
                    </a:ext>
                  </a:extLst>
                </p14:cNvPr>
                <p14:cNvContentPartPr/>
                <p14:nvPr/>
              </p14:nvContentPartPr>
              <p14:xfrm>
                <a:off x="6064890" y="4994670"/>
                <a:ext cx="203040" cy="120600"/>
              </p14:xfrm>
            </p:contentPart>
          </mc:Choice>
          <mc:Fallback xmlns="">
            <p:pic>
              <p:nvPicPr>
                <p:cNvPr id="422" name="Ink 421">
                  <a:extLst>
                    <a:ext uri="{FF2B5EF4-FFF2-40B4-BE49-F238E27FC236}">
                      <a16:creationId xmlns:a16="http://schemas.microsoft.com/office/drawing/2014/main" id="{6BF7B9E7-A12E-9D18-A771-F816D7637BC7}"/>
                    </a:ext>
                  </a:extLst>
                </p:cNvPr>
                <p:cNvPicPr/>
                <p:nvPr/>
              </p:nvPicPr>
              <p:blipFill>
                <a:blip r:embed="rId621"/>
                <a:stretch>
                  <a:fillRect/>
                </a:stretch>
              </p:blipFill>
              <p:spPr>
                <a:xfrm>
                  <a:off x="6058770" y="4988550"/>
                  <a:ext cx="2152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622">
              <p14:nvContentPartPr>
                <p14:cNvPr id="423" name="Ink 422">
                  <a:extLst>
                    <a:ext uri="{FF2B5EF4-FFF2-40B4-BE49-F238E27FC236}">
                      <a16:creationId xmlns:a16="http://schemas.microsoft.com/office/drawing/2014/main" id="{DEF38632-0201-A1C4-A1E7-4C8F7B65BD55}"/>
                    </a:ext>
                  </a:extLst>
                </p14:cNvPr>
                <p14:cNvContentPartPr/>
                <p14:nvPr/>
              </p14:nvContentPartPr>
              <p14:xfrm>
                <a:off x="6182970" y="5158830"/>
                <a:ext cx="47160" cy="97560"/>
              </p14:xfrm>
            </p:contentPart>
          </mc:Choice>
          <mc:Fallback xmlns="">
            <p:pic>
              <p:nvPicPr>
                <p:cNvPr id="423" name="Ink 422">
                  <a:extLst>
                    <a:ext uri="{FF2B5EF4-FFF2-40B4-BE49-F238E27FC236}">
                      <a16:creationId xmlns:a16="http://schemas.microsoft.com/office/drawing/2014/main" id="{DEF38632-0201-A1C4-A1E7-4C8F7B65BD55}"/>
                    </a:ext>
                  </a:extLst>
                </p:cNvPr>
                <p:cNvPicPr/>
                <p:nvPr/>
              </p:nvPicPr>
              <p:blipFill>
                <a:blip r:embed="rId623"/>
                <a:stretch>
                  <a:fillRect/>
                </a:stretch>
              </p:blipFill>
              <p:spPr>
                <a:xfrm>
                  <a:off x="6176850" y="5152710"/>
                  <a:ext cx="594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624">
              <p14:nvContentPartPr>
                <p14:cNvPr id="424" name="Ink 423">
                  <a:extLst>
                    <a:ext uri="{FF2B5EF4-FFF2-40B4-BE49-F238E27FC236}">
                      <a16:creationId xmlns:a16="http://schemas.microsoft.com/office/drawing/2014/main" id="{190433A4-B02D-261C-64AA-4357C7E35291}"/>
                    </a:ext>
                  </a:extLst>
                </p14:cNvPr>
                <p14:cNvContentPartPr/>
                <p14:nvPr/>
              </p14:nvContentPartPr>
              <p14:xfrm>
                <a:off x="6226890" y="5139030"/>
                <a:ext cx="37800" cy="14040"/>
              </p14:xfrm>
            </p:contentPart>
          </mc:Choice>
          <mc:Fallback xmlns="">
            <p:pic>
              <p:nvPicPr>
                <p:cNvPr id="424" name="Ink 423">
                  <a:extLst>
                    <a:ext uri="{FF2B5EF4-FFF2-40B4-BE49-F238E27FC236}">
                      <a16:creationId xmlns:a16="http://schemas.microsoft.com/office/drawing/2014/main" id="{190433A4-B02D-261C-64AA-4357C7E35291}"/>
                    </a:ext>
                  </a:extLst>
                </p:cNvPr>
                <p:cNvPicPr/>
                <p:nvPr/>
              </p:nvPicPr>
              <p:blipFill>
                <a:blip r:embed="rId625"/>
                <a:stretch>
                  <a:fillRect/>
                </a:stretch>
              </p:blipFill>
              <p:spPr>
                <a:xfrm>
                  <a:off x="6220770" y="5132910"/>
                  <a:ext cx="500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626">
              <p14:nvContentPartPr>
                <p14:cNvPr id="425" name="Ink 424">
                  <a:extLst>
                    <a:ext uri="{FF2B5EF4-FFF2-40B4-BE49-F238E27FC236}">
                      <a16:creationId xmlns:a16="http://schemas.microsoft.com/office/drawing/2014/main" id="{0229097B-F53F-64A4-B307-2ABE04128F35}"/>
                    </a:ext>
                  </a:extLst>
                </p14:cNvPr>
                <p14:cNvContentPartPr/>
                <p14:nvPr/>
              </p14:nvContentPartPr>
              <p14:xfrm>
                <a:off x="6279810" y="5158830"/>
                <a:ext cx="100440" cy="94320"/>
              </p14:xfrm>
            </p:contentPart>
          </mc:Choice>
          <mc:Fallback xmlns="">
            <p:pic>
              <p:nvPicPr>
                <p:cNvPr id="425" name="Ink 424">
                  <a:extLst>
                    <a:ext uri="{FF2B5EF4-FFF2-40B4-BE49-F238E27FC236}">
                      <a16:creationId xmlns:a16="http://schemas.microsoft.com/office/drawing/2014/main" id="{0229097B-F53F-64A4-B307-2ABE04128F35}"/>
                    </a:ext>
                  </a:extLst>
                </p:cNvPr>
                <p:cNvPicPr/>
                <p:nvPr/>
              </p:nvPicPr>
              <p:blipFill>
                <a:blip r:embed="rId627"/>
                <a:stretch>
                  <a:fillRect/>
                </a:stretch>
              </p:blipFill>
              <p:spPr>
                <a:xfrm>
                  <a:off x="6273690" y="5152710"/>
                  <a:ext cx="1126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628">
              <p14:nvContentPartPr>
                <p14:cNvPr id="426" name="Ink 425">
                  <a:extLst>
                    <a:ext uri="{FF2B5EF4-FFF2-40B4-BE49-F238E27FC236}">
                      <a16:creationId xmlns:a16="http://schemas.microsoft.com/office/drawing/2014/main" id="{A17EE31B-6AFF-D92C-1AEC-616260642590}"/>
                    </a:ext>
                  </a:extLst>
                </p14:cNvPr>
                <p14:cNvContentPartPr/>
                <p14:nvPr/>
              </p14:nvContentPartPr>
              <p14:xfrm>
                <a:off x="6292410" y="5166390"/>
                <a:ext cx="106560" cy="56880"/>
              </p14:xfrm>
            </p:contentPart>
          </mc:Choice>
          <mc:Fallback xmlns="">
            <p:pic>
              <p:nvPicPr>
                <p:cNvPr id="426" name="Ink 425">
                  <a:extLst>
                    <a:ext uri="{FF2B5EF4-FFF2-40B4-BE49-F238E27FC236}">
                      <a16:creationId xmlns:a16="http://schemas.microsoft.com/office/drawing/2014/main" id="{A17EE31B-6AFF-D92C-1AEC-616260642590}"/>
                    </a:ext>
                  </a:extLst>
                </p:cNvPr>
                <p:cNvPicPr/>
                <p:nvPr/>
              </p:nvPicPr>
              <p:blipFill>
                <a:blip r:embed="rId629"/>
                <a:stretch>
                  <a:fillRect/>
                </a:stretch>
              </p:blipFill>
              <p:spPr>
                <a:xfrm>
                  <a:off x="6286290" y="5160270"/>
                  <a:ext cx="11880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630">
              <p14:nvContentPartPr>
                <p14:cNvPr id="427" name="Ink 426">
                  <a:extLst>
                    <a:ext uri="{FF2B5EF4-FFF2-40B4-BE49-F238E27FC236}">
                      <a16:creationId xmlns:a16="http://schemas.microsoft.com/office/drawing/2014/main" id="{3448F4CA-F0C6-3EC4-EE3B-E1B23D8CBD37}"/>
                    </a:ext>
                  </a:extLst>
                </p14:cNvPr>
                <p14:cNvContentPartPr/>
                <p14:nvPr/>
              </p14:nvContentPartPr>
              <p14:xfrm>
                <a:off x="6445050" y="5047230"/>
                <a:ext cx="207000" cy="163440"/>
              </p14:xfrm>
            </p:contentPart>
          </mc:Choice>
          <mc:Fallback xmlns="">
            <p:pic>
              <p:nvPicPr>
                <p:cNvPr id="427" name="Ink 426">
                  <a:extLst>
                    <a:ext uri="{FF2B5EF4-FFF2-40B4-BE49-F238E27FC236}">
                      <a16:creationId xmlns:a16="http://schemas.microsoft.com/office/drawing/2014/main" id="{3448F4CA-F0C6-3EC4-EE3B-E1B23D8CBD37}"/>
                    </a:ext>
                  </a:extLst>
                </p:cNvPr>
                <p:cNvPicPr/>
                <p:nvPr/>
              </p:nvPicPr>
              <p:blipFill>
                <a:blip r:embed="rId631"/>
                <a:stretch>
                  <a:fillRect/>
                </a:stretch>
              </p:blipFill>
              <p:spPr>
                <a:xfrm>
                  <a:off x="6438930" y="5041110"/>
                  <a:ext cx="21924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632">
              <p14:nvContentPartPr>
                <p14:cNvPr id="428" name="Ink 427">
                  <a:extLst>
                    <a:ext uri="{FF2B5EF4-FFF2-40B4-BE49-F238E27FC236}">
                      <a16:creationId xmlns:a16="http://schemas.microsoft.com/office/drawing/2014/main" id="{11852BA0-65C3-99A4-13E2-B3DEC131008D}"/>
                    </a:ext>
                  </a:extLst>
                </p14:cNvPr>
                <p14:cNvContentPartPr/>
                <p14:nvPr/>
              </p14:nvContentPartPr>
              <p14:xfrm>
                <a:off x="6608130" y="5152710"/>
                <a:ext cx="172080" cy="77040"/>
              </p14:xfrm>
            </p:contentPart>
          </mc:Choice>
          <mc:Fallback xmlns="">
            <p:pic>
              <p:nvPicPr>
                <p:cNvPr id="428" name="Ink 427">
                  <a:extLst>
                    <a:ext uri="{FF2B5EF4-FFF2-40B4-BE49-F238E27FC236}">
                      <a16:creationId xmlns:a16="http://schemas.microsoft.com/office/drawing/2014/main" id="{11852BA0-65C3-99A4-13E2-B3DEC131008D}"/>
                    </a:ext>
                  </a:extLst>
                </p:cNvPr>
                <p:cNvPicPr/>
                <p:nvPr/>
              </p:nvPicPr>
              <p:blipFill>
                <a:blip r:embed="rId633"/>
                <a:stretch>
                  <a:fillRect/>
                </a:stretch>
              </p:blipFill>
              <p:spPr>
                <a:xfrm>
                  <a:off x="6602010" y="5146590"/>
                  <a:ext cx="18432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634">
              <p14:nvContentPartPr>
                <p14:cNvPr id="429" name="Ink 428">
                  <a:extLst>
                    <a:ext uri="{FF2B5EF4-FFF2-40B4-BE49-F238E27FC236}">
                      <a16:creationId xmlns:a16="http://schemas.microsoft.com/office/drawing/2014/main" id="{B35BA14A-E2C5-3D5A-98FA-A5BF8FFB9C46}"/>
                    </a:ext>
                  </a:extLst>
                </p14:cNvPr>
                <p14:cNvContentPartPr/>
                <p14:nvPr/>
              </p14:nvContentPartPr>
              <p14:xfrm>
                <a:off x="6808650" y="5144790"/>
                <a:ext cx="47160" cy="90360"/>
              </p14:xfrm>
            </p:contentPart>
          </mc:Choice>
          <mc:Fallback xmlns="">
            <p:pic>
              <p:nvPicPr>
                <p:cNvPr id="429" name="Ink 428">
                  <a:extLst>
                    <a:ext uri="{FF2B5EF4-FFF2-40B4-BE49-F238E27FC236}">
                      <a16:creationId xmlns:a16="http://schemas.microsoft.com/office/drawing/2014/main" id="{B35BA14A-E2C5-3D5A-98FA-A5BF8FFB9C46}"/>
                    </a:ext>
                  </a:extLst>
                </p:cNvPr>
                <p:cNvPicPr/>
                <p:nvPr/>
              </p:nvPicPr>
              <p:blipFill>
                <a:blip r:embed="rId635"/>
                <a:stretch>
                  <a:fillRect/>
                </a:stretch>
              </p:blipFill>
              <p:spPr>
                <a:xfrm>
                  <a:off x="6802530" y="5138670"/>
                  <a:ext cx="594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636">
              <p14:nvContentPartPr>
                <p14:cNvPr id="430" name="Ink 429">
                  <a:extLst>
                    <a:ext uri="{FF2B5EF4-FFF2-40B4-BE49-F238E27FC236}">
                      <a16:creationId xmlns:a16="http://schemas.microsoft.com/office/drawing/2014/main" id="{23A3D797-E135-BAD8-CF5B-7866E8212D2F}"/>
                    </a:ext>
                  </a:extLst>
                </p14:cNvPr>
                <p14:cNvContentPartPr/>
                <p14:nvPr/>
              </p14:nvContentPartPr>
              <p14:xfrm>
                <a:off x="6864450" y="5074590"/>
                <a:ext cx="25200" cy="12240"/>
              </p14:xfrm>
            </p:contentPart>
          </mc:Choice>
          <mc:Fallback xmlns="">
            <p:pic>
              <p:nvPicPr>
                <p:cNvPr id="430" name="Ink 429">
                  <a:extLst>
                    <a:ext uri="{FF2B5EF4-FFF2-40B4-BE49-F238E27FC236}">
                      <a16:creationId xmlns:a16="http://schemas.microsoft.com/office/drawing/2014/main" id="{23A3D797-E135-BAD8-CF5B-7866E8212D2F}"/>
                    </a:ext>
                  </a:extLst>
                </p:cNvPr>
                <p:cNvPicPr/>
                <p:nvPr/>
              </p:nvPicPr>
              <p:blipFill>
                <a:blip r:embed="rId637"/>
                <a:stretch>
                  <a:fillRect/>
                </a:stretch>
              </p:blipFill>
              <p:spPr>
                <a:xfrm>
                  <a:off x="6858330" y="5068470"/>
                  <a:ext cx="374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638">
              <p14:nvContentPartPr>
                <p14:cNvPr id="431" name="Ink 430">
                  <a:extLst>
                    <a:ext uri="{FF2B5EF4-FFF2-40B4-BE49-F238E27FC236}">
                      <a16:creationId xmlns:a16="http://schemas.microsoft.com/office/drawing/2014/main" id="{68820A5B-58EF-E4FD-2A1E-782749C695FC}"/>
                    </a:ext>
                  </a:extLst>
                </p14:cNvPr>
                <p14:cNvContentPartPr/>
                <p14:nvPr/>
              </p14:nvContentPartPr>
              <p14:xfrm>
                <a:off x="6920970" y="5096190"/>
                <a:ext cx="77400" cy="124920"/>
              </p14:xfrm>
            </p:contentPart>
          </mc:Choice>
          <mc:Fallback xmlns="">
            <p:pic>
              <p:nvPicPr>
                <p:cNvPr id="431" name="Ink 430">
                  <a:extLst>
                    <a:ext uri="{FF2B5EF4-FFF2-40B4-BE49-F238E27FC236}">
                      <a16:creationId xmlns:a16="http://schemas.microsoft.com/office/drawing/2014/main" id="{68820A5B-58EF-E4FD-2A1E-782749C695FC}"/>
                    </a:ext>
                  </a:extLst>
                </p:cNvPr>
                <p:cNvPicPr/>
                <p:nvPr/>
              </p:nvPicPr>
              <p:blipFill>
                <a:blip r:embed="rId639"/>
                <a:stretch>
                  <a:fillRect/>
                </a:stretch>
              </p:blipFill>
              <p:spPr>
                <a:xfrm>
                  <a:off x="6914850" y="5090070"/>
                  <a:ext cx="896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640">
              <p14:nvContentPartPr>
                <p14:cNvPr id="432" name="Ink 431">
                  <a:extLst>
                    <a:ext uri="{FF2B5EF4-FFF2-40B4-BE49-F238E27FC236}">
                      <a16:creationId xmlns:a16="http://schemas.microsoft.com/office/drawing/2014/main" id="{0DDA3815-E412-5CCA-544D-6B9FB8CFA1CD}"/>
                    </a:ext>
                  </a:extLst>
                </p14:cNvPr>
                <p14:cNvContentPartPr/>
                <p14:nvPr/>
              </p14:nvContentPartPr>
              <p14:xfrm>
                <a:off x="7001610" y="5108070"/>
                <a:ext cx="112680" cy="105480"/>
              </p14:xfrm>
            </p:contentPart>
          </mc:Choice>
          <mc:Fallback xmlns="">
            <p:pic>
              <p:nvPicPr>
                <p:cNvPr id="432" name="Ink 431">
                  <a:extLst>
                    <a:ext uri="{FF2B5EF4-FFF2-40B4-BE49-F238E27FC236}">
                      <a16:creationId xmlns:a16="http://schemas.microsoft.com/office/drawing/2014/main" id="{0DDA3815-E412-5CCA-544D-6B9FB8CFA1CD}"/>
                    </a:ext>
                  </a:extLst>
                </p:cNvPr>
                <p:cNvPicPr/>
                <p:nvPr/>
              </p:nvPicPr>
              <p:blipFill>
                <a:blip r:embed="rId641"/>
                <a:stretch>
                  <a:fillRect/>
                </a:stretch>
              </p:blipFill>
              <p:spPr>
                <a:xfrm>
                  <a:off x="6995490" y="5101950"/>
                  <a:ext cx="124920" cy="117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42">
            <p14:nvContentPartPr>
              <p14:cNvPr id="434" name="Ink 433">
                <a:extLst>
                  <a:ext uri="{FF2B5EF4-FFF2-40B4-BE49-F238E27FC236}">
                    <a16:creationId xmlns:a16="http://schemas.microsoft.com/office/drawing/2014/main" id="{56CDC956-3BE1-1B27-A5F0-22028564E79B}"/>
                  </a:ext>
                </a:extLst>
              </p14:cNvPr>
              <p14:cNvContentPartPr/>
              <p14:nvPr/>
            </p14:nvContentPartPr>
            <p14:xfrm>
              <a:off x="6152370" y="5410470"/>
              <a:ext cx="199800" cy="115200"/>
            </p14:xfrm>
          </p:contentPart>
        </mc:Choice>
        <mc:Fallback xmlns="">
          <p:pic>
            <p:nvPicPr>
              <p:cNvPr id="434" name="Ink 433">
                <a:extLst>
                  <a:ext uri="{FF2B5EF4-FFF2-40B4-BE49-F238E27FC236}">
                    <a16:creationId xmlns:a16="http://schemas.microsoft.com/office/drawing/2014/main" id="{56CDC956-3BE1-1B27-A5F0-22028564E79B}"/>
                  </a:ext>
                </a:extLst>
              </p:cNvPr>
              <p:cNvPicPr/>
              <p:nvPr/>
            </p:nvPicPr>
            <p:blipFill>
              <a:blip r:embed="rId643"/>
              <a:stretch>
                <a:fillRect/>
              </a:stretch>
            </p:blipFill>
            <p:spPr>
              <a:xfrm>
                <a:off x="6146250" y="5404350"/>
                <a:ext cx="2120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644">
            <p14:nvContentPartPr>
              <p14:cNvPr id="435" name="Ink 434">
                <a:extLst>
                  <a:ext uri="{FF2B5EF4-FFF2-40B4-BE49-F238E27FC236}">
                    <a16:creationId xmlns:a16="http://schemas.microsoft.com/office/drawing/2014/main" id="{BD605481-9DC4-271D-B307-154AB30C113A}"/>
                  </a:ext>
                </a:extLst>
              </p14:cNvPr>
              <p14:cNvContentPartPr/>
              <p14:nvPr/>
            </p14:nvContentPartPr>
            <p14:xfrm>
              <a:off x="6413730" y="5457630"/>
              <a:ext cx="54000" cy="55080"/>
            </p14:xfrm>
          </p:contentPart>
        </mc:Choice>
        <mc:Fallback xmlns="">
          <p:pic>
            <p:nvPicPr>
              <p:cNvPr id="435" name="Ink 434">
                <a:extLst>
                  <a:ext uri="{FF2B5EF4-FFF2-40B4-BE49-F238E27FC236}">
                    <a16:creationId xmlns:a16="http://schemas.microsoft.com/office/drawing/2014/main" id="{BD605481-9DC4-271D-B307-154AB30C113A}"/>
                  </a:ext>
                </a:extLst>
              </p:cNvPr>
              <p:cNvPicPr/>
              <p:nvPr/>
            </p:nvPicPr>
            <p:blipFill>
              <a:blip r:embed="rId645"/>
              <a:stretch>
                <a:fillRect/>
              </a:stretch>
            </p:blipFill>
            <p:spPr>
              <a:xfrm>
                <a:off x="6407610" y="5451510"/>
                <a:ext cx="662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646">
            <p14:nvContentPartPr>
              <p14:cNvPr id="436" name="Ink 435">
                <a:extLst>
                  <a:ext uri="{FF2B5EF4-FFF2-40B4-BE49-F238E27FC236}">
                    <a16:creationId xmlns:a16="http://schemas.microsoft.com/office/drawing/2014/main" id="{77237B85-EEBF-780E-8EFF-D270337EA23B}"/>
                  </a:ext>
                </a:extLst>
              </p14:cNvPr>
              <p14:cNvContentPartPr/>
              <p14:nvPr/>
            </p14:nvContentPartPr>
            <p14:xfrm>
              <a:off x="6521730" y="5396070"/>
              <a:ext cx="90360" cy="131400"/>
            </p14:xfrm>
          </p:contentPart>
        </mc:Choice>
        <mc:Fallback xmlns="">
          <p:pic>
            <p:nvPicPr>
              <p:cNvPr id="436" name="Ink 435">
                <a:extLst>
                  <a:ext uri="{FF2B5EF4-FFF2-40B4-BE49-F238E27FC236}">
                    <a16:creationId xmlns:a16="http://schemas.microsoft.com/office/drawing/2014/main" id="{77237B85-EEBF-780E-8EFF-D270337EA23B}"/>
                  </a:ext>
                </a:extLst>
              </p:cNvPr>
              <p:cNvPicPr/>
              <p:nvPr/>
            </p:nvPicPr>
            <p:blipFill>
              <a:blip r:embed="rId647"/>
              <a:stretch>
                <a:fillRect/>
              </a:stretch>
            </p:blipFill>
            <p:spPr>
              <a:xfrm>
                <a:off x="6515610" y="5389950"/>
                <a:ext cx="1026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648">
            <p14:nvContentPartPr>
              <p14:cNvPr id="437" name="Ink 436">
                <a:extLst>
                  <a:ext uri="{FF2B5EF4-FFF2-40B4-BE49-F238E27FC236}">
                    <a16:creationId xmlns:a16="http://schemas.microsoft.com/office/drawing/2014/main" id="{952DF3C0-0CE6-E102-80D3-2F8895D01C44}"/>
                  </a:ext>
                </a:extLst>
              </p14:cNvPr>
              <p14:cNvContentPartPr/>
              <p14:nvPr/>
            </p14:nvContentPartPr>
            <p14:xfrm>
              <a:off x="6495810" y="5437830"/>
              <a:ext cx="162720" cy="25920"/>
            </p14:xfrm>
          </p:contentPart>
        </mc:Choice>
        <mc:Fallback xmlns="">
          <p:pic>
            <p:nvPicPr>
              <p:cNvPr id="437" name="Ink 436">
                <a:extLst>
                  <a:ext uri="{FF2B5EF4-FFF2-40B4-BE49-F238E27FC236}">
                    <a16:creationId xmlns:a16="http://schemas.microsoft.com/office/drawing/2014/main" id="{952DF3C0-0CE6-E102-80D3-2F8895D01C44}"/>
                  </a:ext>
                </a:extLst>
              </p:cNvPr>
              <p:cNvPicPr/>
              <p:nvPr/>
            </p:nvPicPr>
            <p:blipFill>
              <a:blip r:embed="rId649"/>
              <a:stretch>
                <a:fillRect/>
              </a:stretch>
            </p:blipFill>
            <p:spPr>
              <a:xfrm>
                <a:off x="6489690" y="5431710"/>
                <a:ext cx="1749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650">
            <p14:nvContentPartPr>
              <p14:cNvPr id="438" name="Ink 437">
                <a:extLst>
                  <a:ext uri="{FF2B5EF4-FFF2-40B4-BE49-F238E27FC236}">
                    <a16:creationId xmlns:a16="http://schemas.microsoft.com/office/drawing/2014/main" id="{89A86721-BF01-6CB7-9041-CD02FC1FE113}"/>
                  </a:ext>
                </a:extLst>
              </p14:cNvPr>
              <p14:cNvContentPartPr/>
              <p14:nvPr/>
            </p14:nvContentPartPr>
            <p14:xfrm>
              <a:off x="6773730" y="5379870"/>
              <a:ext cx="169200" cy="167040"/>
            </p14:xfrm>
          </p:contentPart>
        </mc:Choice>
        <mc:Fallback xmlns="">
          <p:pic>
            <p:nvPicPr>
              <p:cNvPr id="438" name="Ink 437">
                <a:extLst>
                  <a:ext uri="{FF2B5EF4-FFF2-40B4-BE49-F238E27FC236}">
                    <a16:creationId xmlns:a16="http://schemas.microsoft.com/office/drawing/2014/main" id="{89A86721-BF01-6CB7-9041-CD02FC1FE113}"/>
                  </a:ext>
                </a:extLst>
              </p:cNvPr>
              <p:cNvPicPr/>
              <p:nvPr/>
            </p:nvPicPr>
            <p:blipFill>
              <a:blip r:embed="rId651"/>
              <a:stretch>
                <a:fillRect/>
              </a:stretch>
            </p:blipFill>
            <p:spPr>
              <a:xfrm>
                <a:off x="6767610" y="5373750"/>
                <a:ext cx="1814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652">
            <p14:nvContentPartPr>
              <p14:cNvPr id="439" name="Ink 438">
                <a:extLst>
                  <a:ext uri="{FF2B5EF4-FFF2-40B4-BE49-F238E27FC236}">
                    <a16:creationId xmlns:a16="http://schemas.microsoft.com/office/drawing/2014/main" id="{F29CAFC0-AFD9-ED85-3B6A-B0CE44260CAE}"/>
                  </a:ext>
                </a:extLst>
              </p14:cNvPr>
              <p14:cNvContentPartPr/>
              <p14:nvPr/>
            </p14:nvContentPartPr>
            <p14:xfrm>
              <a:off x="6995490" y="5373750"/>
              <a:ext cx="165960" cy="90000"/>
            </p14:xfrm>
          </p:contentPart>
        </mc:Choice>
        <mc:Fallback xmlns="">
          <p:pic>
            <p:nvPicPr>
              <p:cNvPr id="439" name="Ink 438">
                <a:extLst>
                  <a:ext uri="{FF2B5EF4-FFF2-40B4-BE49-F238E27FC236}">
                    <a16:creationId xmlns:a16="http://schemas.microsoft.com/office/drawing/2014/main" id="{F29CAFC0-AFD9-ED85-3B6A-B0CE44260CAE}"/>
                  </a:ext>
                </a:extLst>
              </p:cNvPr>
              <p:cNvPicPr/>
              <p:nvPr/>
            </p:nvPicPr>
            <p:blipFill>
              <a:blip r:embed="rId653"/>
              <a:stretch>
                <a:fillRect/>
              </a:stretch>
            </p:blipFill>
            <p:spPr>
              <a:xfrm>
                <a:off x="6989370" y="5367630"/>
                <a:ext cx="1782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654">
            <p14:nvContentPartPr>
              <p14:cNvPr id="440" name="Ink 439">
                <a:extLst>
                  <a:ext uri="{FF2B5EF4-FFF2-40B4-BE49-F238E27FC236}">
                    <a16:creationId xmlns:a16="http://schemas.microsoft.com/office/drawing/2014/main" id="{D3FF4C2B-2213-E13F-1891-220DC6694B52}"/>
                  </a:ext>
                </a:extLst>
              </p14:cNvPr>
              <p14:cNvContentPartPr/>
              <p14:nvPr/>
            </p14:nvContentPartPr>
            <p14:xfrm>
              <a:off x="7199250" y="5232990"/>
              <a:ext cx="365400" cy="221040"/>
            </p14:xfrm>
          </p:contentPart>
        </mc:Choice>
        <mc:Fallback xmlns="">
          <p:pic>
            <p:nvPicPr>
              <p:cNvPr id="440" name="Ink 439">
                <a:extLst>
                  <a:ext uri="{FF2B5EF4-FFF2-40B4-BE49-F238E27FC236}">
                    <a16:creationId xmlns:a16="http://schemas.microsoft.com/office/drawing/2014/main" id="{D3FF4C2B-2213-E13F-1891-220DC6694B52}"/>
                  </a:ext>
                </a:extLst>
              </p:cNvPr>
              <p:cNvPicPr/>
              <p:nvPr/>
            </p:nvPicPr>
            <p:blipFill>
              <a:blip r:embed="rId655"/>
              <a:stretch>
                <a:fillRect/>
              </a:stretch>
            </p:blipFill>
            <p:spPr>
              <a:xfrm>
                <a:off x="7193130" y="5226870"/>
                <a:ext cx="37764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656">
            <p14:nvContentPartPr>
              <p14:cNvPr id="441" name="Ink 440">
                <a:extLst>
                  <a:ext uri="{FF2B5EF4-FFF2-40B4-BE49-F238E27FC236}">
                    <a16:creationId xmlns:a16="http://schemas.microsoft.com/office/drawing/2014/main" id="{7C3DBC65-BFC4-0DF6-57EE-02D84C3FDCAB}"/>
                  </a:ext>
                </a:extLst>
              </p14:cNvPr>
              <p14:cNvContentPartPr/>
              <p14:nvPr/>
            </p14:nvContentPartPr>
            <p14:xfrm>
              <a:off x="7539450" y="5373390"/>
              <a:ext cx="31680" cy="10080"/>
            </p14:xfrm>
          </p:contentPart>
        </mc:Choice>
        <mc:Fallback xmlns="">
          <p:pic>
            <p:nvPicPr>
              <p:cNvPr id="441" name="Ink 440">
                <a:extLst>
                  <a:ext uri="{FF2B5EF4-FFF2-40B4-BE49-F238E27FC236}">
                    <a16:creationId xmlns:a16="http://schemas.microsoft.com/office/drawing/2014/main" id="{7C3DBC65-BFC4-0DF6-57EE-02D84C3FDCAB}"/>
                  </a:ext>
                </a:extLst>
              </p:cNvPr>
              <p:cNvPicPr/>
              <p:nvPr/>
            </p:nvPicPr>
            <p:blipFill>
              <a:blip r:embed="rId657"/>
              <a:stretch>
                <a:fillRect/>
              </a:stretch>
            </p:blipFill>
            <p:spPr>
              <a:xfrm>
                <a:off x="7533330" y="5367270"/>
                <a:ext cx="4392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658">
            <p14:nvContentPartPr>
              <p14:cNvPr id="442" name="Ink 441">
                <a:extLst>
                  <a:ext uri="{FF2B5EF4-FFF2-40B4-BE49-F238E27FC236}">
                    <a16:creationId xmlns:a16="http://schemas.microsoft.com/office/drawing/2014/main" id="{E23AF263-3FEA-FD49-663D-A4720A667D01}"/>
                  </a:ext>
                </a:extLst>
              </p14:cNvPr>
              <p14:cNvContentPartPr/>
              <p14:nvPr/>
            </p14:nvContentPartPr>
            <p14:xfrm>
              <a:off x="7514250" y="5100150"/>
              <a:ext cx="217080" cy="336240"/>
            </p14:xfrm>
          </p:contentPart>
        </mc:Choice>
        <mc:Fallback xmlns="">
          <p:pic>
            <p:nvPicPr>
              <p:cNvPr id="442" name="Ink 441">
                <a:extLst>
                  <a:ext uri="{FF2B5EF4-FFF2-40B4-BE49-F238E27FC236}">
                    <a16:creationId xmlns:a16="http://schemas.microsoft.com/office/drawing/2014/main" id="{E23AF263-3FEA-FD49-663D-A4720A667D01}"/>
                  </a:ext>
                </a:extLst>
              </p:cNvPr>
              <p:cNvPicPr/>
              <p:nvPr/>
            </p:nvPicPr>
            <p:blipFill>
              <a:blip r:embed="rId659"/>
              <a:stretch>
                <a:fillRect/>
              </a:stretch>
            </p:blipFill>
            <p:spPr>
              <a:xfrm>
                <a:off x="7508130" y="5094030"/>
                <a:ext cx="229320" cy="348480"/>
              </a:xfrm>
              <a:prstGeom prst="rect">
                <a:avLst/>
              </a:prstGeom>
            </p:spPr>
          </p:pic>
        </mc:Fallback>
      </mc:AlternateContent>
    </p:spTree>
    <p:extLst>
      <p:ext uri="{BB962C8B-B14F-4D97-AF65-F5344CB8AC3E}">
        <p14:creationId xmlns:p14="http://schemas.microsoft.com/office/powerpoint/2010/main" val="3955090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1572F-8CB4-0774-0592-A53267F0A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FFD36-01F0-768B-C014-876B51C12B39}"/>
              </a:ext>
            </a:extLst>
          </p:cNvPr>
          <p:cNvSpPr>
            <a:spLocks noGrp="1"/>
          </p:cNvSpPr>
          <p:nvPr>
            <p:ph type="title"/>
          </p:nvPr>
        </p:nvSpPr>
        <p:spPr/>
        <p:txBody>
          <a:bodyPr/>
          <a:lstStyle/>
          <a:p>
            <a:r>
              <a:rPr lang="en-IN" dirty="0"/>
              <a:t>Convolution Layer</a:t>
            </a:r>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39BA698A-3EE1-DBC8-4D2F-4D17DCA15CB6}"/>
                  </a:ext>
                </a:extLst>
              </p14:cNvPr>
              <p14:cNvContentPartPr/>
              <p14:nvPr/>
            </p14:nvContentPartPr>
            <p14:xfrm>
              <a:off x="1310010" y="3510390"/>
              <a:ext cx="2001600" cy="81360"/>
            </p14:xfrm>
          </p:contentPart>
        </mc:Choice>
        <mc:Fallback xmlns="">
          <p:pic>
            <p:nvPicPr>
              <p:cNvPr id="8" name="Ink 7">
                <a:extLst>
                  <a:ext uri="{FF2B5EF4-FFF2-40B4-BE49-F238E27FC236}">
                    <a16:creationId xmlns:a16="http://schemas.microsoft.com/office/drawing/2014/main" id="{39BA698A-3EE1-DBC8-4D2F-4D17DCA15CB6}"/>
                  </a:ext>
                </a:extLst>
              </p:cNvPr>
              <p:cNvPicPr/>
              <p:nvPr/>
            </p:nvPicPr>
            <p:blipFill>
              <a:blip r:embed="rId3"/>
              <a:stretch>
                <a:fillRect/>
              </a:stretch>
            </p:blipFill>
            <p:spPr>
              <a:xfrm>
                <a:off x="1303890" y="3504270"/>
                <a:ext cx="201384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2" name="Ink 31">
                <a:extLst>
                  <a:ext uri="{FF2B5EF4-FFF2-40B4-BE49-F238E27FC236}">
                    <a16:creationId xmlns:a16="http://schemas.microsoft.com/office/drawing/2014/main" id="{F13F8B14-E222-CAD8-2779-00AE6068CDEC}"/>
                  </a:ext>
                </a:extLst>
              </p14:cNvPr>
              <p14:cNvContentPartPr/>
              <p14:nvPr/>
            </p14:nvContentPartPr>
            <p14:xfrm>
              <a:off x="1302090" y="4695870"/>
              <a:ext cx="2206080" cy="100080"/>
            </p14:xfrm>
          </p:contentPart>
        </mc:Choice>
        <mc:Fallback xmlns="">
          <p:pic>
            <p:nvPicPr>
              <p:cNvPr id="32" name="Ink 31">
                <a:extLst>
                  <a:ext uri="{FF2B5EF4-FFF2-40B4-BE49-F238E27FC236}">
                    <a16:creationId xmlns:a16="http://schemas.microsoft.com/office/drawing/2014/main" id="{F13F8B14-E222-CAD8-2779-00AE6068CDEC}"/>
                  </a:ext>
                </a:extLst>
              </p:cNvPr>
              <p:cNvPicPr/>
              <p:nvPr/>
            </p:nvPicPr>
            <p:blipFill>
              <a:blip r:embed="rId5"/>
              <a:stretch>
                <a:fillRect/>
              </a:stretch>
            </p:blipFill>
            <p:spPr>
              <a:xfrm>
                <a:off x="1295970" y="4689750"/>
                <a:ext cx="2218320" cy="112320"/>
              </a:xfrm>
              <a:prstGeom prst="rect">
                <a:avLst/>
              </a:prstGeom>
            </p:spPr>
          </p:pic>
        </mc:Fallback>
      </mc:AlternateContent>
      <p:grpSp>
        <p:nvGrpSpPr>
          <p:cNvPr id="55" name="Group 54">
            <a:extLst>
              <a:ext uri="{FF2B5EF4-FFF2-40B4-BE49-F238E27FC236}">
                <a16:creationId xmlns:a16="http://schemas.microsoft.com/office/drawing/2014/main" id="{1ADB9507-B881-FCED-0224-6EA3CBE7C085}"/>
              </a:ext>
            </a:extLst>
          </p:cNvPr>
          <p:cNvGrpSpPr/>
          <p:nvPr/>
        </p:nvGrpSpPr>
        <p:grpSpPr>
          <a:xfrm>
            <a:off x="149010" y="3537030"/>
            <a:ext cx="3418920" cy="2346480"/>
            <a:chOff x="149010" y="3537030"/>
            <a:chExt cx="3418920" cy="2346480"/>
          </a:xfrm>
        </p:grpSpPr>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3C21BFC5-3E04-010D-3E6E-DF5ACB1956CA}"/>
                    </a:ext>
                  </a:extLst>
                </p14:cNvPr>
                <p14:cNvContentPartPr/>
                <p14:nvPr/>
              </p14:nvContentPartPr>
              <p14:xfrm>
                <a:off x="1198770" y="3600030"/>
                <a:ext cx="157680" cy="1443960"/>
              </p14:xfrm>
            </p:contentPart>
          </mc:Choice>
          <mc:Fallback xmlns="">
            <p:pic>
              <p:nvPicPr>
                <p:cNvPr id="9" name="Ink 8">
                  <a:extLst>
                    <a:ext uri="{FF2B5EF4-FFF2-40B4-BE49-F238E27FC236}">
                      <a16:creationId xmlns:a16="http://schemas.microsoft.com/office/drawing/2014/main" id="{3C21BFC5-3E04-010D-3E6E-DF5ACB1956CA}"/>
                    </a:ext>
                  </a:extLst>
                </p:cNvPr>
                <p:cNvPicPr/>
                <p:nvPr/>
              </p:nvPicPr>
              <p:blipFill>
                <a:blip r:embed="rId7"/>
                <a:stretch>
                  <a:fillRect/>
                </a:stretch>
              </p:blipFill>
              <p:spPr>
                <a:xfrm>
                  <a:off x="1192650" y="3593908"/>
                  <a:ext cx="169920" cy="1456203"/>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119FDBE7-1A52-0700-2F13-FBC1C8C80520}"/>
                    </a:ext>
                  </a:extLst>
                </p14:cNvPr>
                <p14:cNvContentPartPr/>
                <p14:nvPr/>
              </p14:nvContentPartPr>
              <p14:xfrm>
                <a:off x="1226850" y="4982790"/>
                <a:ext cx="1977840" cy="102240"/>
              </p14:xfrm>
            </p:contentPart>
          </mc:Choice>
          <mc:Fallback xmlns="">
            <p:pic>
              <p:nvPicPr>
                <p:cNvPr id="10" name="Ink 9">
                  <a:extLst>
                    <a:ext uri="{FF2B5EF4-FFF2-40B4-BE49-F238E27FC236}">
                      <a16:creationId xmlns:a16="http://schemas.microsoft.com/office/drawing/2014/main" id="{119FDBE7-1A52-0700-2F13-FBC1C8C80520}"/>
                    </a:ext>
                  </a:extLst>
                </p:cNvPr>
                <p:cNvPicPr/>
                <p:nvPr/>
              </p:nvPicPr>
              <p:blipFill>
                <a:blip r:embed="rId9"/>
                <a:stretch>
                  <a:fillRect/>
                </a:stretch>
              </p:blipFill>
              <p:spPr>
                <a:xfrm>
                  <a:off x="1220730" y="4976670"/>
                  <a:ext cx="19900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AD1EB0B5-8045-E8F2-5C73-4132B46EA124}"/>
                    </a:ext>
                  </a:extLst>
                </p14:cNvPr>
                <p14:cNvContentPartPr/>
                <p14:nvPr/>
              </p14:nvContentPartPr>
              <p14:xfrm>
                <a:off x="3083010" y="3549270"/>
                <a:ext cx="237240" cy="1369440"/>
              </p14:xfrm>
            </p:contentPart>
          </mc:Choice>
          <mc:Fallback xmlns="">
            <p:pic>
              <p:nvPicPr>
                <p:cNvPr id="12" name="Ink 11">
                  <a:extLst>
                    <a:ext uri="{FF2B5EF4-FFF2-40B4-BE49-F238E27FC236}">
                      <a16:creationId xmlns:a16="http://schemas.microsoft.com/office/drawing/2014/main" id="{AD1EB0B5-8045-E8F2-5C73-4132B46EA124}"/>
                    </a:ext>
                  </a:extLst>
                </p:cNvPr>
                <p:cNvPicPr/>
                <p:nvPr/>
              </p:nvPicPr>
              <p:blipFill>
                <a:blip r:embed="rId11"/>
                <a:stretch>
                  <a:fillRect/>
                </a:stretch>
              </p:blipFill>
              <p:spPr>
                <a:xfrm>
                  <a:off x="3076890" y="3543150"/>
                  <a:ext cx="249480" cy="1381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04D5BC45-1482-A5BC-B99E-E25EC1136061}"/>
                    </a:ext>
                  </a:extLst>
                </p14:cNvPr>
                <p14:cNvContentPartPr/>
                <p14:nvPr/>
              </p14:nvContentPartPr>
              <p14:xfrm>
                <a:off x="1457970" y="3598230"/>
                <a:ext cx="251640" cy="1376640"/>
              </p14:xfrm>
            </p:contentPart>
          </mc:Choice>
          <mc:Fallback xmlns="">
            <p:pic>
              <p:nvPicPr>
                <p:cNvPr id="14" name="Ink 13">
                  <a:extLst>
                    <a:ext uri="{FF2B5EF4-FFF2-40B4-BE49-F238E27FC236}">
                      <a16:creationId xmlns:a16="http://schemas.microsoft.com/office/drawing/2014/main" id="{04D5BC45-1482-A5BC-B99E-E25EC1136061}"/>
                    </a:ext>
                  </a:extLst>
                </p:cNvPr>
                <p:cNvPicPr/>
                <p:nvPr/>
              </p:nvPicPr>
              <p:blipFill>
                <a:blip r:embed="rId13"/>
                <a:stretch>
                  <a:fillRect/>
                </a:stretch>
              </p:blipFill>
              <p:spPr>
                <a:xfrm>
                  <a:off x="1451850" y="3592110"/>
                  <a:ext cx="263880" cy="1388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46307F9D-43A2-623D-B552-E5F07122FAC7}"/>
                    </a:ext>
                  </a:extLst>
                </p14:cNvPr>
                <p14:cNvContentPartPr/>
                <p14:nvPr/>
              </p14:nvContentPartPr>
              <p14:xfrm>
                <a:off x="1786290" y="3607950"/>
                <a:ext cx="322200" cy="1361520"/>
              </p14:xfrm>
            </p:contentPart>
          </mc:Choice>
          <mc:Fallback xmlns="">
            <p:pic>
              <p:nvPicPr>
                <p:cNvPr id="15" name="Ink 14">
                  <a:extLst>
                    <a:ext uri="{FF2B5EF4-FFF2-40B4-BE49-F238E27FC236}">
                      <a16:creationId xmlns:a16="http://schemas.microsoft.com/office/drawing/2014/main" id="{46307F9D-43A2-623D-B552-E5F07122FAC7}"/>
                    </a:ext>
                  </a:extLst>
                </p:cNvPr>
                <p:cNvPicPr/>
                <p:nvPr/>
              </p:nvPicPr>
              <p:blipFill>
                <a:blip r:embed="rId15"/>
                <a:stretch>
                  <a:fillRect/>
                </a:stretch>
              </p:blipFill>
              <p:spPr>
                <a:xfrm>
                  <a:off x="1780170" y="3601832"/>
                  <a:ext cx="334440" cy="1373757"/>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76F0AA9D-41F9-7835-23BC-5237EE736461}"/>
                    </a:ext>
                  </a:extLst>
                </p14:cNvPr>
                <p14:cNvContentPartPr/>
                <p14:nvPr/>
              </p14:nvContentPartPr>
              <p14:xfrm>
                <a:off x="2242410" y="3636750"/>
                <a:ext cx="269280" cy="1291680"/>
              </p14:xfrm>
            </p:contentPart>
          </mc:Choice>
          <mc:Fallback xmlns="">
            <p:pic>
              <p:nvPicPr>
                <p:cNvPr id="16" name="Ink 15">
                  <a:extLst>
                    <a:ext uri="{FF2B5EF4-FFF2-40B4-BE49-F238E27FC236}">
                      <a16:creationId xmlns:a16="http://schemas.microsoft.com/office/drawing/2014/main" id="{76F0AA9D-41F9-7835-23BC-5237EE736461}"/>
                    </a:ext>
                  </a:extLst>
                </p:cNvPr>
                <p:cNvPicPr/>
                <p:nvPr/>
              </p:nvPicPr>
              <p:blipFill>
                <a:blip r:embed="rId17"/>
                <a:stretch>
                  <a:fillRect/>
                </a:stretch>
              </p:blipFill>
              <p:spPr>
                <a:xfrm>
                  <a:off x="2236282" y="3630630"/>
                  <a:ext cx="281536" cy="1303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A4520633-0B80-7556-E309-1325CB2787D7}"/>
                    </a:ext>
                  </a:extLst>
                </p14:cNvPr>
                <p14:cNvContentPartPr/>
                <p14:nvPr/>
              </p14:nvContentPartPr>
              <p14:xfrm>
                <a:off x="2658210" y="3603990"/>
                <a:ext cx="216000" cy="1342080"/>
              </p14:xfrm>
            </p:contentPart>
          </mc:Choice>
          <mc:Fallback xmlns="">
            <p:pic>
              <p:nvPicPr>
                <p:cNvPr id="18" name="Ink 17">
                  <a:extLst>
                    <a:ext uri="{FF2B5EF4-FFF2-40B4-BE49-F238E27FC236}">
                      <a16:creationId xmlns:a16="http://schemas.microsoft.com/office/drawing/2014/main" id="{A4520633-0B80-7556-E309-1325CB2787D7}"/>
                    </a:ext>
                  </a:extLst>
                </p:cNvPr>
                <p:cNvPicPr/>
                <p:nvPr/>
              </p:nvPicPr>
              <p:blipFill>
                <a:blip r:embed="rId19"/>
                <a:stretch>
                  <a:fillRect/>
                </a:stretch>
              </p:blipFill>
              <p:spPr>
                <a:xfrm>
                  <a:off x="2652090" y="3597870"/>
                  <a:ext cx="228240" cy="1354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443EBD2C-9E9D-733E-0887-148C2BCD9A95}"/>
                    </a:ext>
                  </a:extLst>
                </p14:cNvPr>
                <p14:cNvContentPartPr/>
                <p14:nvPr/>
              </p14:nvContentPartPr>
              <p14:xfrm>
                <a:off x="3049170" y="3537030"/>
                <a:ext cx="518760" cy="1445400"/>
              </p14:xfrm>
            </p:contentPart>
          </mc:Choice>
          <mc:Fallback xmlns="">
            <p:pic>
              <p:nvPicPr>
                <p:cNvPr id="20" name="Ink 19">
                  <a:extLst>
                    <a:ext uri="{FF2B5EF4-FFF2-40B4-BE49-F238E27FC236}">
                      <a16:creationId xmlns:a16="http://schemas.microsoft.com/office/drawing/2014/main" id="{443EBD2C-9E9D-733E-0887-148C2BCD9A95}"/>
                    </a:ext>
                  </a:extLst>
                </p:cNvPr>
                <p:cNvPicPr/>
                <p:nvPr/>
              </p:nvPicPr>
              <p:blipFill>
                <a:blip r:embed="rId21"/>
                <a:stretch>
                  <a:fillRect/>
                </a:stretch>
              </p:blipFill>
              <p:spPr>
                <a:xfrm>
                  <a:off x="3043050" y="3530910"/>
                  <a:ext cx="531000" cy="1457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8749DE93-22DA-0C59-47E5-6FA55A6EE21E}"/>
                    </a:ext>
                  </a:extLst>
                </p14:cNvPr>
                <p14:cNvContentPartPr/>
                <p14:nvPr/>
              </p14:nvContentPartPr>
              <p14:xfrm>
                <a:off x="3011370" y="4875510"/>
                <a:ext cx="59760" cy="119880"/>
              </p14:xfrm>
            </p:contentPart>
          </mc:Choice>
          <mc:Fallback xmlns="">
            <p:pic>
              <p:nvPicPr>
                <p:cNvPr id="21" name="Ink 20">
                  <a:extLst>
                    <a:ext uri="{FF2B5EF4-FFF2-40B4-BE49-F238E27FC236}">
                      <a16:creationId xmlns:a16="http://schemas.microsoft.com/office/drawing/2014/main" id="{8749DE93-22DA-0C59-47E5-6FA55A6EE21E}"/>
                    </a:ext>
                  </a:extLst>
                </p:cNvPr>
                <p:cNvPicPr/>
                <p:nvPr/>
              </p:nvPicPr>
              <p:blipFill>
                <a:blip r:embed="rId23"/>
                <a:stretch>
                  <a:fillRect/>
                </a:stretch>
              </p:blipFill>
              <p:spPr>
                <a:xfrm>
                  <a:off x="3005250" y="4869390"/>
                  <a:ext cx="720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CD361AB8-734C-9084-D046-18C1F4BB2E40}"/>
                    </a:ext>
                  </a:extLst>
                </p14:cNvPr>
                <p14:cNvContentPartPr/>
                <p14:nvPr/>
              </p14:nvContentPartPr>
              <p14:xfrm>
                <a:off x="2664330" y="4912590"/>
                <a:ext cx="88200" cy="107640"/>
              </p14:xfrm>
            </p:contentPart>
          </mc:Choice>
          <mc:Fallback xmlns="">
            <p:pic>
              <p:nvPicPr>
                <p:cNvPr id="22" name="Ink 21">
                  <a:extLst>
                    <a:ext uri="{FF2B5EF4-FFF2-40B4-BE49-F238E27FC236}">
                      <a16:creationId xmlns:a16="http://schemas.microsoft.com/office/drawing/2014/main" id="{CD361AB8-734C-9084-D046-18C1F4BB2E40}"/>
                    </a:ext>
                  </a:extLst>
                </p:cNvPr>
                <p:cNvPicPr/>
                <p:nvPr/>
              </p:nvPicPr>
              <p:blipFill>
                <a:blip r:embed="rId25"/>
                <a:stretch>
                  <a:fillRect/>
                </a:stretch>
              </p:blipFill>
              <p:spPr>
                <a:xfrm>
                  <a:off x="2658210" y="4906470"/>
                  <a:ext cx="10044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DD72E668-FFB8-021A-09E0-018F75998374}"/>
                    </a:ext>
                  </a:extLst>
                </p14:cNvPr>
                <p14:cNvContentPartPr/>
                <p14:nvPr/>
              </p14:nvContentPartPr>
              <p14:xfrm>
                <a:off x="2267610" y="4915830"/>
                <a:ext cx="122400" cy="107280"/>
              </p14:xfrm>
            </p:contentPart>
          </mc:Choice>
          <mc:Fallback xmlns="">
            <p:pic>
              <p:nvPicPr>
                <p:cNvPr id="23" name="Ink 22">
                  <a:extLst>
                    <a:ext uri="{FF2B5EF4-FFF2-40B4-BE49-F238E27FC236}">
                      <a16:creationId xmlns:a16="http://schemas.microsoft.com/office/drawing/2014/main" id="{DD72E668-FFB8-021A-09E0-018F75998374}"/>
                    </a:ext>
                  </a:extLst>
                </p:cNvPr>
                <p:cNvPicPr/>
                <p:nvPr/>
              </p:nvPicPr>
              <p:blipFill>
                <a:blip r:embed="rId27"/>
                <a:stretch>
                  <a:fillRect/>
                </a:stretch>
              </p:blipFill>
              <p:spPr>
                <a:xfrm>
                  <a:off x="2261490" y="4909710"/>
                  <a:ext cx="13464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27C39AE4-587A-2BEE-E6D0-CFF0B85AC69C}"/>
                    </a:ext>
                  </a:extLst>
                </p14:cNvPr>
                <p14:cNvContentPartPr/>
                <p14:nvPr/>
              </p14:nvContentPartPr>
              <p14:xfrm>
                <a:off x="1858290" y="4969110"/>
                <a:ext cx="93960" cy="113760"/>
              </p14:xfrm>
            </p:contentPart>
          </mc:Choice>
          <mc:Fallback xmlns="">
            <p:pic>
              <p:nvPicPr>
                <p:cNvPr id="24" name="Ink 23">
                  <a:extLst>
                    <a:ext uri="{FF2B5EF4-FFF2-40B4-BE49-F238E27FC236}">
                      <a16:creationId xmlns:a16="http://schemas.microsoft.com/office/drawing/2014/main" id="{27C39AE4-587A-2BEE-E6D0-CFF0B85AC69C}"/>
                    </a:ext>
                  </a:extLst>
                </p:cNvPr>
                <p:cNvPicPr/>
                <p:nvPr/>
              </p:nvPicPr>
              <p:blipFill>
                <a:blip r:embed="rId29"/>
                <a:stretch>
                  <a:fillRect/>
                </a:stretch>
              </p:blipFill>
              <p:spPr>
                <a:xfrm>
                  <a:off x="1852170" y="4962990"/>
                  <a:ext cx="1062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FF415BE0-6BDC-C4F2-DA95-912E859BE5BC}"/>
                    </a:ext>
                  </a:extLst>
                </p14:cNvPr>
                <p14:cNvContentPartPr/>
                <p14:nvPr/>
              </p14:nvContentPartPr>
              <p14:xfrm>
                <a:off x="1511250" y="4992510"/>
                <a:ext cx="28440" cy="89640"/>
              </p14:xfrm>
            </p:contentPart>
          </mc:Choice>
          <mc:Fallback xmlns="">
            <p:pic>
              <p:nvPicPr>
                <p:cNvPr id="25" name="Ink 24">
                  <a:extLst>
                    <a:ext uri="{FF2B5EF4-FFF2-40B4-BE49-F238E27FC236}">
                      <a16:creationId xmlns:a16="http://schemas.microsoft.com/office/drawing/2014/main" id="{FF415BE0-6BDC-C4F2-DA95-912E859BE5BC}"/>
                    </a:ext>
                  </a:extLst>
                </p:cNvPr>
                <p:cNvPicPr/>
                <p:nvPr/>
              </p:nvPicPr>
              <p:blipFill>
                <a:blip r:embed="rId31"/>
                <a:stretch>
                  <a:fillRect/>
                </a:stretch>
              </p:blipFill>
              <p:spPr>
                <a:xfrm>
                  <a:off x="1505206" y="4986390"/>
                  <a:ext cx="40527"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B6A7B3D4-E723-9F04-F4AB-09B034D15D3D}"/>
                    </a:ext>
                  </a:extLst>
                </p14:cNvPr>
                <p14:cNvContentPartPr/>
                <p14:nvPr/>
              </p14:nvContentPartPr>
              <p14:xfrm>
                <a:off x="1336290" y="3824670"/>
                <a:ext cx="2109600" cy="39600"/>
              </p14:xfrm>
            </p:contentPart>
          </mc:Choice>
          <mc:Fallback xmlns="">
            <p:pic>
              <p:nvPicPr>
                <p:cNvPr id="27" name="Ink 26">
                  <a:extLst>
                    <a:ext uri="{FF2B5EF4-FFF2-40B4-BE49-F238E27FC236}">
                      <a16:creationId xmlns:a16="http://schemas.microsoft.com/office/drawing/2014/main" id="{B6A7B3D4-E723-9F04-F4AB-09B034D15D3D}"/>
                    </a:ext>
                  </a:extLst>
                </p:cNvPr>
                <p:cNvPicPr/>
                <p:nvPr/>
              </p:nvPicPr>
              <p:blipFill>
                <a:blip r:embed="rId33"/>
                <a:stretch>
                  <a:fillRect/>
                </a:stretch>
              </p:blipFill>
              <p:spPr>
                <a:xfrm>
                  <a:off x="1330171" y="3818550"/>
                  <a:ext cx="2121838"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A6A2194A-6AD2-3C36-66A0-AE6F3B0B68C2}"/>
                    </a:ext>
                  </a:extLst>
                </p14:cNvPr>
                <p14:cNvContentPartPr/>
                <p14:nvPr/>
              </p14:nvContentPartPr>
              <p14:xfrm>
                <a:off x="1280130" y="4088190"/>
                <a:ext cx="2111760" cy="33480"/>
              </p14:xfrm>
            </p:contentPart>
          </mc:Choice>
          <mc:Fallback xmlns="">
            <p:pic>
              <p:nvPicPr>
                <p:cNvPr id="28" name="Ink 27">
                  <a:extLst>
                    <a:ext uri="{FF2B5EF4-FFF2-40B4-BE49-F238E27FC236}">
                      <a16:creationId xmlns:a16="http://schemas.microsoft.com/office/drawing/2014/main" id="{A6A2194A-6AD2-3C36-66A0-AE6F3B0B68C2}"/>
                    </a:ext>
                  </a:extLst>
                </p:cNvPr>
                <p:cNvPicPr/>
                <p:nvPr/>
              </p:nvPicPr>
              <p:blipFill>
                <a:blip r:embed="rId35"/>
                <a:stretch>
                  <a:fillRect/>
                </a:stretch>
              </p:blipFill>
              <p:spPr>
                <a:xfrm>
                  <a:off x="1274010" y="4082070"/>
                  <a:ext cx="212400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Ink 29">
                  <a:extLst>
                    <a:ext uri="{FF2B5EF4-FFF2-40B4-BE49-F238E27FC236}">
                      <a16:creationId xmlns:a16="http://schemas.microsoft.com/office/drawing/2014/main" id="{CA487BC4-7B2E-D662-501D-3A3B9874DE16}"/>
                    </a:ext>
                  </a:extLst>
                </p14:cNvPr>
                <p14:cNvContentPartPr/>
                <p14:nvPr/>
              </p14:nvContentPartPr>
              <p14:xfrm>
                <a:off x="1273650" y="4360710"/>
                <a:ext cx="2162880" cy="60120"/>
              </p14:xfrm>
            </p:contentPart>
          </mc:Choice>
          <mc:Fallback xmlns="">
            <p:pic>
              <p:nvPicPr>
                <p:cNvPr id="30" name="Ink 29">
                  <a:extLst>
                    <a:ext uri="{FF2B5EF4-FFF2-40B4-BE49-F238E27FC236}">
                      <a16:creationId xmlns:a16="http://schemas.microsoft.com/office/drawing/2014/main" id="{CA487BC4-7B2E-D662-501D-3A3B9874DE16}"/>
                    </a:ext>
                  </a:extLst>
                </p:cNvPr>
                <p:cNvPicPr/>
                <p:nvPr/>
              </p:nvPicPr>
              <p:blipFill>
                <a:blip r:embed="rId37"/>
                <a:stretch>
                  <a:fillRect/>
                </a:stretch>
              </p:blipFill>
              <p:spPr>
                <a:xfrm>
                  <a:off x="1267530" y="4354590"/>
                  <a:ext cx="217512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4" name="Ink 33">
                  <a:extLst>
                    <a:ext uri="{FF2B5EF4-FFF2-40B4-BE49-F238E27FC236}">
                      <a16:creationId xmlns:a16="http://schemas.microsoft.com/office/drawing/2014/main" id="{F5D3FA71-7BB7-E58E-2F3C-99F665C9E752}"/>
                    </a:ext>
                  </a:extLst>
                </p14:cNvPr>
                <p14:cNvContentPartPr/>
                <p14:nvPr/>
              </p14:nvContentPartPr>
              <p14:xfrm>
                <a:off x="1217490" y="4953630"/>
                <a:ext cx="2241000" cy="433800"/>
              </p14:xfrm>
            </p:contentPart>
          </mc:Choice>
          <mc:Fallback xmlns="">
            <p:pic>
              <p:nvPicPr>
                <p:cNvPr id="34" name="Ink 33">
                  <a:extLst>
                    <a:ext uri="{FF2B5EF4-FFF2-40B4-BE49-F238E27FC236}">
                      <a16:creationId xmlns:a16="http://schemas.microsoft.com/office/drawing/2014/main" id="{F5D3FA71-7BB7-E58E-2F3C-99F665C9E752}"/>
                    </a:ext>
                  </a:extLst>
                </p:cNvPr>
                <p:cNvPicPr/>
                <p:nvPr/>
              </p:nvPicPr>
              <p:blipFill>
                <a:blip r:embed="rId39"/>
                <a:stretch>
                  <a:fillRect/>
                </a:stretch>
              </p:blipFill>
              <p:spPr>
                <a:xfrm>
                  <a:off x="1211369" y="4947515"/>
                  <a:ext cx="2253242" cy="44603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5" name="Ink 34">
                  <a:extLst>
                    <a:ext uri="{FF2B5EF4-FFF2-40B4-BE49-F238E27FC236}">
                      <a16:creationId xmlns:a16="http://schemas.microsoft.com/office/drawing/2014/main" id="{A9A535F8-3F60-8475-5317-452EB5C35FE6}"/>
                    </a:ext>
                  </a:extLst>
                </p14:cNvPr>
                <p14:cNvContentPartPr/>
                <p14:nvPr/>
              </p14:nvContentPartPr>
              <p14:xfrm>
                <a:off x="2989410" y="4928070"/>
                <a:ext cx="141120" cy="387720"/>
              </p14:xfrm>
            </p:contentPart>
          </mc:Choice>
          <mc:Fallback xmlns="">
            <p:pic>
              <p:nvPicPr>
                <p:cNvPr id="35" name="Ink 34">
                  <a:extLst>
                    <a:ext uri="{FF2B5EF4-FFF2-40B4-BE49-F238E27FC236}">
                      <a16:creationId xmlns:a16="http://schemas.microsoft.com/office/drawing/2014/main" id="{A9A535F8-3F60-8475-5317-452EB5C35FE6}"/>
                    </a:ext>
                  </a:extLst>
                </p:cNvPr>
                <p:cNvPicPr/>
                <p:nvPr/>
              </p:nvPicPr>
              <p:blipFill>
                <a:blip r:embed="rId41"/>
                <a:stretch>
                  <a:fillRect/>
                </a:stretch>
              </p:blipFill>
              <p:spPr>
                <a:xfrm>
                  <a:off x="2983290" y="4921950"/>
                  <a:ext cx="15336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6" name="Ink 35">
                  <a:extLst>
                    <a:ext uri="{FF2B5EF4-FFF2-40B4-BE49-F238E27FC236}">
                      <a16:creationId xmlns:a16="http://schemas.microsoft.com/office/drawing/2014/main" id="{E5E0B939-1597-D59A-5390-2942811E3963}"/>
                    </a:ext>
                  </a:extLst>
                </p14:cNvPr>
                <p14:cNvContentPartPr/>
                <p14:nvPr/>
              </p14:nvContentPartPr>
              <p14:xfrm>
                <a:off x="2614290" y="5020590"/>
                <a:ext cx="91800" cy="289440"/>
              </p14:xfrm>
            </p:contentPart>
          </mc:Choice>
          <mc:Fallback xmlns="">
            <p:pic>
              <p:nvPicPr>
                <p:cNvPr id="36" name="Ink 35">
                  <a:extLst>
                    <a:ext uri="{FF2B5EF4-FFF2-40B4-BE49-F238E27FC236}">
                      <a16:creationId xmlns:a16="http://schemas.microsoft.com/office/drawing/2014/main" id="{E5E0B939-1597-D59A-5390-2942811E3963}"/>
                    </a:ext>
                  </a:extLst>
                </p:cNvPr>
                <p:cNvPicPr/>
                <p:nvPr/>
              </p:nvPicPr>
              <p:blipFill>
                <a:blip r:embed="rId43"/>
                <a:stretch>
                  <a:fillRect/>
                </a:stretch>
              </p:blipFill>
              <p:spPr>
                <a:xfrm>
                  <a:off x="2608170" y="5014462"/>
                  <a:ext cx="104040" cy="301695"/>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7" name="Ink 36">
                  <a:extLst>
                    <a:ext uri="{FF2B5EF4-FFF2-40B4-BE49-F238E27FC236}">
                      <a16:creationId xmlns:a16="http://schemas.microsoft.com/office/drawing/2014/main" id="{D6E0D902-DE9F-7F2F-591D-EDDF1DF7FC45}"/>
                    </a:ext>
                  </a:extLst>
                </p14:cNvPr>
                <p14:cNvContentPartPr/>
                <p14:nvPr/>
              </p14:nvContentPartPr>
              <p14:xfrm>
                <a:off x="2253570" y="5039670"/>
                <a:ext cx="76680" cy="320760"/>
              </p14:xfrm>
            </p:contentPart>
          </mc:Choice>
          <mc:Fallback xmlns="">
            <p:pic>
              <p:nvPicPr>
                <p:cNvPr id="37" name="Ink 36">
                  <a:extLst>
                    <a:ext uri="{FF2B5EF4-FFF2-40B4-BE49-F238E27FC236}">
                      <a16:creationId xmlns:a16="http://schemas.microsoft.com/office/drawing/2014/main" id="{D6E0D902-DE9F-7F2F-591D-EDDF1DF7FC45}"/>
                    </a:ext>
                  </a:extLst>
                </p:cNvPr>
                <p:cNvPicPr/>
                <p:nvPr/>
              </p:nvPicPr>
              <p:blipFill>
                <a:blip r:embed="rId45"/>
                <a:stretch>
                  <a:fillRect/>
                </a:stretch>
              </p:blipFill>
              <p:spPr>
                <a:xfrm>
                  <a:off x="2247450" y="5033550"/>
                  <a:ext cx="8892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8" name="Ink 37">
                  <a:extLst>
                    <a:ext uri="{FF2B5EF4-FFF2-40B4-BE49-F238E27FC236}">
                      <a16:creationId xmlns:a16="http://schemas.microsoft.com/office/drawing/2014/main" id="{A540D2F3-6B0F-ED32-655C-4BF94D8A8539}"/>
                    </a:ext>
                  </a:extLst>
                </p14:cNvPr>
                <p14:cNvContentPartPr/>
                <p14:nvPr/>
              </p14:nvContentPartPr>
              <p14:xfrm>
                <a:off x="1895730" y="5100150"/>
                <a:ext cx="93960" cy="325080"/>
              </p14:xfrm>
            </p:contentPart>
          </mc:Choice>
          <mc:Fallback xmlns="">
            <p:pic>
              <p:nvPicPr>
                <p:cNvPr id="38" name="Ink 37">
                  <a:extLst>
                    <a:ext uri="{FF2B5EF4-FFF2-40B4-BE49-F238E27FC236}">
                      <a16:creationId xmlns:a16="http://schemas.microsoft.com/office/drawing/2014/main" id="{A540D2F3-6B0F-ED32-655C-4BF94D8A8539}"/>
                    </a:ext>
                  </a:extLst>
                </p:cNvPr>
                <p:cNvPicPr/>
                <p:nvPr/>
              </p:nvPicPr>
              <p:blipFill>
                <a:blip r:embed="rId47"/>
                <a:stretch>
                  <a:fillRect/>
                </a:stretch>
              </p:blipFill>
              <p:spPr>
                <a:xfrm>
                  <a:off x="1889633" y="5094030"/>
                  <a:ext cx="106153"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EDC86503-F7F5-86BB-7B02-44CA6EBC8E4B}"/>
                    </a:ext>
                  </a:extLst>
                </p14:cNvPr>
                <p14:cNvContentPartPr/>
                <p14:nvPr/>
              </p14:nvContentPartPr>
              <p14:xfrm>
                <a:off x="1504770" y="5047230"/>
                <a:ext cx="38160" cy="278280"/>
              </p14:xfrm>
            </p:contentPart>
          </mc:Choice>
          <mc:Fallback xmlns="">
            <p:pic>
              <p:nvPicPr>
                <p:cNvPr id="39" name="Ink 38">
                  <a:extLst>
                    <a:ext uri="{FF2B5EF4-FFF2-40B4-BE49-F238E27FC236}">
                      <a16:creationId xmlns:a16="http://schemas.microsoft.com/office/drawing/2014/main" id="{EDC86503-F7F5-86BB-7B02-44CA6EBC8E4B}"/>
                    </a:ext>
                  </a:extLst>
                </p:cNvPr>
                <p:cNvPicPr/>
                <p:nvPr/>
              </p:nvPicPr>
              <p:blipFill>
                <a:blip r:embed="rId49"/>
                <a:stretch>
                  <a:fillRect/>
                </a:stretch>
              </p:blipFill>
              <p:spPr>
                <a:xfrm>
                  <a:off x="1498650" y="5041102"/>
                  <a:ext cx="50400" cy="290536"/>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1" name="Ink 40">
                  <a:extLst>
                    <a:ext uri="{FF2B5EF4-FFF2-40B4-BE49-F238E27FC236}">
                      <a16:creationId xmlns:a16="http://schemas.microsoft.com/office/drawing/2014/main" id="{EA9AC47A-DE23-DB2B-3818-9AF7E543BD5C}"/>
                    </a:ext>
                  </a:extLst>
                </p14:cNvPr>
                <p14:cNvContentPartPr/>
                <p14:nvPr/>
              </p14:nvContentPartPr>
              <p14:xfrm>
                <a:off x="1730490" y="5556990"/>
                <a:ext cx="115920" cy="126360"/>
              </p14:xfrm>
            </p:contentPart>
          </mc:Choice>
          <mc:Fallback xmlns="">
            <p:pic>
              <p:nvPicPr>
                <p:cNvPr id="41" name="Ink 40">
                  <a:extLst>
                    <a:ext uri="{FF2B5EF4-FFF2-40B4-BE49-F238E27FC236}">
                      <a16:creationId xmlns:a16="http://schemas.microsoft.com/office/drawing/2014/main" id="{EA9AC47A-DE23-DB2B-3818-9AF7E543BD5C}"/>
                    </a:ext>
                  </a:extLst>
                </p:cNvPr>
                <p:cNvPicPr/>
                <p:nvPr/>
              </p:nvPicPr>
              <p:blipFill>
                <a:blip r:embed="rId51"/>
                <a:stretch>
                  <a:fillRect/>
                </a:stretch>
              </p:blipFill>
              <p:spPr>
                <a:xfrm>
                  <a:off x="1724370" y="5550887"/>
                  <a:ext cx="128160" cy="138565"/>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2" name="Ink 41">
                  <a:extLst>
                    <a:ext uri="{FF2B5EF4-FFF2-40B4-BE49-F238E27FC236}">
                      <a16:creationId xmlns:a16="http://schemas.microsoft.com/office/drawing/2014/main" id="{3C6822CC-8D15-1A8A-565F-24ED41196479}"/>
                    </a:ext>
                  </a:extLst>
                </p14:cNvPr>
                <p14:cNvContentPartPr/>
                <p14:nvPr/>
              </p14:nvContentPartPr>
              <p14:xfrm>
                <a:off x="1976730" y="5599470"/>
                <a:ext cx="78120" cy="64440"/>
              </p14:xfrm>
            </p:contentPart>
          </mc:Choice>
          <mc:Fallback xmlns="">
            <p:pic>
              <p:nvPicPr>
                <p:cNvPr id="42" name="Ink 41">
                  <a:extLst>
                    <a:ext uri="{FF2B5EF4-FFF2-40B4-BE49-F238E27FC236}">
                      <a16:creationId xmlns:a16="http://schemas.microsoft.com/office/drawing/2014/main" id="{3C6822CC-8D15-1A8A-565F-24ED41196479}"/>
                    </a:ext>
                  </a:extLst>
                </p:cNvPr>
                <p:cNvPicPr/>
                <p:nvPr/>
              </p:nvPicPr>
              <p:blipFill>
                <a:blip r:embed="rId53"/>
                <a:stretch>
                  <a:fillRect/>
                </a:stretch>
              </p:blipFill>
              <p:spPr>
                <a:xfrm>
                  <a:off x="1970610" y="5593316"/>
                  <a:ext cx="90360" cy="76749"/>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2809057F-1AA0-8365-7DBF-83413B03F6CB}"/>
                    </a:ext>
                  </a:extLst>
                </p14:cNvPr>
                <p14:cNvContentPartPr/>
                <p14:nvPr/>
              </p14:nvContentPartPr>
              <p14:xfrm>
                <a:off x="1951530" y="5592270"/>
                <a:ext cx="97560" cy="54000"/>
              </p14:xfrm>
            </p:contentPart>
          </mc:Choice>
          <mc:Fallback xmlns="">
            <p:pic>
              <p:nvPicPr>
                <p:cNvPr id="43" name="Ink 42">
                  <a:extLst>
                    <a:ext uri="{FF2B5EF4-FFF2-40B4-BE49-F238E27FC236}">
                      <a16:creationId xmlns:a16="http://schemas.microsoft.com/office/drawing/2014/main" id="{2809057F-1AA0-8365-7DBF-83413B03F6CB}"/>
                    </a:ext>
                  </a:extLst>
                </p:cNvPr>
                <p:cNvPicPr/>
                <p:nvPr/>
              </p:nvPicPr>
              <p:blipFill>
                <a:blip r:embed="rId55"/>
                <a:stretch>
                  <a:fillRect/>
                </a:stretch>
              </p:blipFill>
              <p:spPr>
                <a:xfrm>
                  <a:off x="1945410" y="5586150"/>
                  <a:ext cx="10980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4" name="Ink 43">
                  <a:extLst>
                    <a:ext uri="{FF2B5EF4-FFF2-40B4-BE49-F238E27FC236}">
                      <a16:creationId xmlns:a16="http://schemas.microsoft.com/office/drawing/2014/main" id="{5A1BAD9D-5347-E373-E4AA-DA51424E4C5E}"/>
                    </a:ext>
                  </a:extLst>
                </p14:cNvPr>
                <p14:cNvContentPartPr/>
                <p14:nvPr/>
              </p14:nvContentPartPr>
              <p14:xfrm>
                <a:off x="2136210" y="5556630"/>
                <a:ext cx="131040" cy="84960"/>
              </p14:xfrm>
            </p:contentPart>
          </mc:Choice>
          <mc:Fallback xmlns="">
            <p:pic>
              <p:nvPicPr>
                <p:cNvPr id="44" name="Ink 43">
                  <a:extLst>
                    <a:ext uri="{FF2B5EF4-FFF2-40B4-BE49-F238E27FC236}">
                      <a16:creationId xmlns:a16="http://schemas.microsoft.com/office/drawing/2014/main" id="{5A1BAD9D-5347-E373-E4AA-DA51424E4C5E}"/>
                    </a:ext>
                  </a:extLst>
                </p:cNvPr>
                <p:cNvPicPr/>
                <p:nvPr/>
              </p:nvPicPr>
              <p:blipFill>
                <a:blip r:embed="rId57"/>
                <a:stretch>
                  <a:fillRect/>
                </a:stretch>
              </p:blipFill>
              <p:spPr>
                <a:xfrm>
                  <a:off x="2130090" y="5550510"/>
                  <a:ext cx="1432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6" name="Ink 45">
                  <a:extLst>
                    <a:ext uri="{FF2B5EF4-FFF2-40B4-BE49-F238E27FC236}">
                      <a16:creationId xmlns:a16="http://schemas.microsoft.com/office/drawing/2014/main" id="{FBF25A32-3D51-8EB3-9E60-0C5AF8926C73}"/>
                    </a:ext>
                  </a:extLst>
                </p14:cNvPr>
                <p14:cNvContentPartPr/>
                <p14:nvPr/>
              </p14:nvContentPartPr>
              <p14:xfrm>
                <a:off x="149010" y="4945710"/>
                <a:ext cx="178200" cy="275760"/>
              </p14:xfrm>
            </p:contentPart>
          </mc:Choice>
          <mc:Fallback xmlns="">
            <p:pic>
              <p:nvPicPr>
                <p:cNvPr id="46" name="Ink 45">
                  <a:extLst>
                    <a:ext uri="{FF2B5EF4-FFF2-40B4-BE49-F238E27FC236}">
                      <a16:creationId xmlns:a16="http://schemas.microsoft.com/office/drawing/2014/main" id="{FBF25A32-3D51-8EB3-9E60-0C5AF8926C73}"/>
                    </a:ext>
                  </a:extLst>
                </p:cNvPr>
                <p:cNvPicPr/>
                <p:nvPr/>
              </p:nvPicPr>
              <p:blipFill>
                <a:blip r:embed="rId59"/>
                <a:stretch>
                  <a:fillRect/>
                </a:stretch>
              </p:blipFill>
              <p:spPr>
                <a:xfrm>
                  <a:off x="142890" y="4939590"/>
                  <a:ext cx="19044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7" name="Ink 46">
                  <a:extLst>
                    <a:ext uri="{FF2B5EF4-FFF2-40B4-BE49-F238E27FC236}">
                      <a16:creationId xmlns:a16="http://schemas.microsoft.com/office/drawing/2014/main" id="{8973CCA3-EAA4-A4F9-B84F-184358390577}"/>
                    </a:ext>
                  </a:extLst>
                </p14:cNvPr>
                <p14:cNvContentPartPr/>
                <p14:nvPr/>
              </p14:nvContentPartPr>
              <p14:xfrm>
                <a:off x="308130" y="5049390"/>
                <a:ext cx="165960" cy="88200"/>
              </p14:xfrm>
            </p:contentPart>
          </mc:Choice>
          <mc:Fallback xmlns="">
            <p:pic>
              <p:nvPicPr>
                <p:cNvPr id="47" name="Ink 46">
                  <a:extLst>
                    <a:ext uri="{FF2B5EF4-FFF2-40B4-BE49-F238E27FC236}">
                      <a16:creationId xmlns:a16="http://schemas.microsoft.com/office/drawing/2014/main" id="{8973CCA3-EAA4-A4F9-B84F-184358390577}"/>
                    </a:ext>
                  </a:extLst>
                </p:cNvPr>
                <p:cNvPicPr/>
                <p:nvPr/>
              </p:nvPicPr>
              <p:blipFill>
                <a:blip r:embed="rId61"/>
                <a:stretch>
                  <a:fillRect/>
                </a:stretch>
              </p:blipFill>
              <p:spPr>
                <a:xfrm>
                  <a:off x="302010" y="5043270"/>
                  <a:ext cx="1782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8" name="Ink 47">
                  <a:extLst>
                    <a:ext uri="{FF2B5EF4-FFF2-40B4-BE49-F238E27FC236}">
                      <a16:creationId xmlns:a16="http://schemas.microsoft.com/office/drawing/2014/main" id="{D6B1815A-2A1B-74C4-E7A3-F10D05F52F14}"/>
                    </a:ext>
                  </a:extLst>
                </p14:cNvPr>
                <p14:cNvContentPartPr/>
                <p14:nvPr/>
              </p14:nvContentPartPr>
              <p14:xfrm>
                <a:off x="432690" y="5026710"/>
                <a:ext cx="207000" cy="237600"/>
              </p14:xfrm>
            </p:contentPart>
          </mc:Choice>
          <mc:Fallback xmlns="">
            <p:pic>
              <p:nvPicPr>
                <p:cNvPr id="48" name="Ink 47">
                  <a:extLst>
                    <a:ext uri="{FF2B5EF4-FFF2-40B4-BE49-F238E27FC236}">
                      <a16:creationId xmlns:a16="http://schemas.microsoft.com/office/drawing/2014/main" id="{D6B1815A-2A1B-74C4-E7A3-F10D05F52F14}"/>
                    </a:ext>
                  </a:extLst>
                </p:cNvPr>
                <p:cNvPicPr/>
                <p:nvPr/>
              </p:nvPicPr>
              <p:blipFill>
                <a:blip r:embed="rId63"/>
                <a:stretch>
                  <a:fillRect/>
                </a:stretch>
              </p:blipFill>
              <p:spPr>
                <a:xfrm>
                  <a:off x="426570" y="5020590"/>
                  <a:ext cx="21924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9" name="Ink 48">
                  <a:extLst>
                    <a:ext uri="{FF2B5EF4-FFF2-40B4-BE49-F238E27FC236}">
                      <a16:creationId xmlns:a16="http://schemas.microsoft.com/office/drawing/2014/main" id="{3E43A6A7-7023-5D5A-5B38-FD2605C6D905}"/>
                    </a:ext>
                  </a:extLst>
                </p14:cNvPr>
                <p14:cNvContentPartPr/>
                <p14:nvPr/>
              </p14:nvContentPartPr>
              <p14:xfrm>
                <a:off x="179970" y="5463030"/>
                <a:ext cx="97560" cy="101160"/>
              </p14:xfrm>
            </p:contentPart>
          </mc:Choice>
          <mc:Fallback xmlns="">
            <p:pic>
              <p:nvPicPr>
                <p:cNvPr id="49" name="Ink 48">
                  <a:extLst>
                    <a:ext uri="{FF2B5EF4-FFF2-40B4-BE49-F238E27FC236}">
                      <a16:creationId xmlns:a16="http://schemas.microsoft.com/office/drawing/2014/main" id="{3E43A6A7-7023-5D5A-5B38-FD2605C6D905}"/>
                    </a:ext>
                  </a:extLst>
                </p:cNvPr>
                <p:cNvPicPr/>
                <p:nvPr/>
              </p:nvPicPr>
              <p:blipFill>
                <a:blip r:embed="rId65"/>
                <a:stretch>
                  <a:fillRect/>
                </a:stretch>
              </p:blipFill>
              <p:spPr>
                <a:xfrm>
                  <a:off x="173850" y="5456910"/>
                  <a:ext cx="10980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0" name="Ink 49">
                  <a:extLst>
                    <a:ext uri="{FF2B5EF4-FFF2-40B4-BE49-F238E27FC236}">
                      <a16:creationId xmlns:a16="http://schemas.microsoft.com/office/drawing/2014/main" id="{0B76C8F9-BF22-40C8-5593-0FAA3124F904}"/>
                    </a:ext>
                  </a:extLst>
                </p14:cNvPr>
                <p14:cNvContentPartPr/>
                <p14:nvPr/>
              </p14:nvContentPartPr>
              <p14:xfrm>
                <a:off x="308130" y="5370870"/>
                <a:ext cx="375480" cy="173160"/>
              </p14:xfrm>
            </p:contentPart>
          </mc:Choice>
          <mc:Fallback xmlns="">
            <p:pic>
              <p:nvPicPr>
                <p:cNvPr id="50" name="Ink 49">
                  <a:extLst>
                    <a:ext uri="{FF2B5EF4-FFF2-40B4-BE49-F238E27FC236}">
                      <a16:creationId xmlns:a16="http://schemas.microsoft.com/office/drawing/2014/main" id="{0B76C8F9-BF22-40C8-5593-0FAA3124F904}"/>
                    </a:ext>
                  </a:extLst>
                </p:cNvPr>
                <p:cNvPicPr/>
                <p:nvPr/>
              </p:nvPicPr>
              <p:blipFill>
                <a:blip r:embed="rId67"/>
                <a:stretch>
                  <a:fillRect/>
                </a:stretch>
              </p:blipFill>
              <p:spPr>
                <a:xfrm>
                  <a:off x="302004" y="5364737"/>
                  <a:ext cx="387732" cy="185426"/>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1" name="Ink 50">
                  <a:extLst>
                    <a:ext uri="{FF2B5EF4-FFF2-40B4-BE49-F238E27FC236}">
                      <a16:creationId xmlns:a16="http://schemas.microsoft.com/office/drawing/2014/main" id="{39831C34-2333-4C1A-EB3D-AA2A12FD71C0}"/>
                    </a:ext>
                  </a:extLst>
                </p14:cNvPr>
                <p14:cNvContentPartPr/>
                <p14:nvPr/>
              </p14:nvContentPartPr>
              <p14:xfrm>
                <a:off x="348810" y="5787750"/>
                <a:ext cx="40680" cy="77760"/>
              </p14:xfrm>
            </p:contentPart>
          </mc:Choice>
          <mc:Fallback xmlns="">
            <p:pic>
              <p:nvPicPr>
                <p:cNvPr id="51" name="Ink 50">
                  <a:extLst>
                    <a:ext uri="{FF2B5EF4-FFF2-40B4-BE49-F238E27FC236}">
                      <a16:creationId xmlns:a16="http://schemas.microsoft.com/office/drawing/2014/main" id="{39831C34-2333-4C1A-EB3D-AA2A12FD71C0}"/>
                    </a:ext>
                  </a:extLst>
                </p:cNvPr>
                <p:cNvPicPr/>
                <p:nvPr/>
              </p:nvPicPr>
              <p:blipFill>
                <a:blip r:embed="rId69"/>
                <a:stretch>
                  <a:fillRect/>
                </a:stretch>
              </p:blipFill>
              <p:spPr>
                <a:xfrm>
                  <a:off x="342744" y="5781630"/>
                  <a:ext cx="52813"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2" name="Ink 51">
                  <a:extLst>
                    <a:ext uri="{FF2B5EF4-FFF2-40B4-BE49-F238E27FC236}">
                      <a16:creationId xmlns:a16="http://schemas.microsoft.com/office/drawing/2014/main" id="{C71DD396-1F59-5898-7877-81456B3D8ADF}"/>
                    </a:ext>
                  </a:extLst>
                </p14:cNvPr>
                <p14:cNvContentPartPr/>
                <p14:nvPr/>
              </p14:nvContentPartPr>
              <p14:xfrm>
                <a:off x="286890" y="5664630"/>
                <a:ext cx="43560" cy="12240"/>
              </p14:xfrm>
            </p:contentPart>
          </mc:Choice>
          <mc:Fallback xmlns="">
            <p:pic>
              <p:nvPicPr>
                <p:cNvPr id="52" name="Ink 51">
                  <a:extLst>
                    <a:ext uri="{FF2B5EF4-FFF2-40B4-BE49-F238E27FC236}">
                      <a16:creationId xmlns:a16="http://schemas.microsoft.com/office/drawing/2014/main" id="{C71DD396-1F59-5898-7877-81456B3D8ADF}"/>
                    </a:ext>
                  </a:extLst>
                </p:cNvPr>
                <p:cNvPicPr/>
                <p:nvPr/>
              </p:nvPicPr>
              <p:blipFill>
                <a:blip r:embed="rId71"/>
                <a:stretch>
                  <a:fillRect/>
                </a:stretch>
              </p:blipFill>
              <p:spPr>
                <a:xfrm>
                  <a:off x="280770" y="5658510"/>
                  <a:ext cx="558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3" name="Ink 52">
                  <a:extLst>
                    <a:ext uri="{FF2B5EF4-FFF2-40B4-BE49-F238E27FC236}">
                      <a16:creationId xmlns:a16="http://schemas.microsoft.com/office/drawing/2014/main" id="{ADD55FEC-950F-DEC8-D34F-DD44919E0189}"/>
                    </a:ext>
                  </a:extLst>
                </p14:cNvPr>
                <p14:cNvContentPartPr/>
                <p14:nvPr/>
              </p14:nvContentPartPr>
              <p14:xfrm>
                <a:off x="333690" y="5671470"/>
                <a:ext cx="277920" cy="132480"/>
              </p14:xfrm>
            </p:contentPart>
          </mc:Choice>
          <mc:Fallback xmlns="">
            <p:pic>
              <p:nvPicPr>
                <p:cNvPr id="53" name="Ink 52">
                  <a:extLst>
                    <a:ext uri="{FF2B5EF4-FFF2-40B4-BE49-F238E27FC236}">
                      <a16:creationId xmlns:a16="http://schemas.microsoft.com/office/drawing/2014/main" id="{ADD55FEC-950F-DEC8-D34F-DD44919E0189}"/>
                    </a:ext>
                  </a:extLst>
                </p:cNvPr>
                <p:cNvPicPr/>
                <p:nvPr/>
              </p:nvPicPr>
              <p:blipFill>
                <a:blip r:embed="rId73"/>
                <a:stretch>
                  <a:fillRect/>
                </a:stretch>
              </p:blipFill>
              <p:spPr>
                <a:xfrm>
                  <a:off x="327578" y="5665350"/>
                  <a:ext cx="290144"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4" name="Ink 53">
                  <a:extLst>
                    <a:ext uri="{FF2B5EF4-FFF2-40B4-BE49-F238E27FC236}">
                      <a16:creationId xmlns:a16="http://schemas.microsoft.com/office/drawing/2014/main" id="{68EDDF35-F2F5-0AC7-A710-D7DC16D5A4E5}"/>
                    </a:ext>
                  </a:extLst>
                </p14:cNvPr>
                <p14:cNvContentPartPr/>
                <p14:nvPr/>
              </p14:nvContentPartPr>
              <p14:xfrm>
                <a:off x="575970" y="5631150"/>
                <a:ext cx="320040" cy="252360"/>
              </p14:xfrm>
            </p:contentPart>
          </mc:Choice>
          <mc:Fallback xmlns="">
            <p:pic>
              <p:nvPicPr>
                <p:cNvPr id="54" name="Ink 53">
                  <a:extLst>
                    <a:ext uri="{FF2B5EF4-FFF2-40B4-BE49-F238E27FC236}">
                      <a16:creationId xmlns:a16="http://schemas.microsoft.com/office/drawing/2014/main" id="{68EDDF35-F2F5-0AC7-A710-D7DC16D5A4E5}"/>
                    </a:ext>
                  </a:extLst>
                </p:cNvPr>
                <p:cNvPicPr/>
                <p:nvPr/>
              </p:nvPicPr>
              <p:blipFill>
                <a:blip r:embed="rId75"/>
                <a:stretch>
                  <a:fillRect/>
                </a:stretch>
              </p:blipFill>
              <p:spPr>
                <a:xfrm>
                  <a:off x="569843" y="5625030"/>
                  <a:ext cx="332294" cy="264600"/>
                </a:xfrm>
                <a:prstGeom prst="rect">
                  <a:avLst/>
                </a:prstGeom>
              </p:spPr>
            </p:pic>
          </mc:Fallback>
        </mc:AlternateContent>
      </p:grpSp>
      <p:grpSp>
        <p:nvGrpSpPr>
          <p:cNvPr id="62" name="Group 61">
            <a:extLst>
              <a:ext uri="{FF2B5EF4-FFF2-40B4-BE49-F238E27FC236}">
                <a16:creationId xmlns:a16="http://schemas.microsoft.com/office/drawing/2014/main" id="{316F2343-00B6-F392-A296-909AB212C70C}"/>
              </a:ext>
            </a:extLst>
          </p:cNvPr>
          <p:cNvGrpSpPr/>
          <p:nvPr/>
        </p:nvGrpSpPr>
        <p:grpSpPr>
          <a:xfrm>
            <a:off x="1442130" y="2934750"/>
            <a:ext cx="1985040" cy="378360"/>
            <a:chOff x="1442130" y="2934750"/>
            <a:chExt cx="1985040" cy="378360"/>
          </a:xfrm>
        </p:grpSpPr>
        <mc:AlternateContent xmlns:mc="http://schemas.openxmlformats.org/markup-compatibility/2006" xmlns:p14="http://schemas.microsoft.com/office/powerpoint/2010/main">
          <mc:Choice Requires="p14">
            <p:contentPart p14:bwMode="auto" r:id="rId76">
              <p14:nvContentPartPr>
                <p14:cNvPr id="56" name="Ink 55">
                  <a:extLst>
                    <a:ext uri="{FF2B5EF4-FFF2-40B4-BE49-F238E27FC236}">
                      <a16:creationId xmlns:a16="http://schemas.microsoft.com/office/drawing/2014/main" id="{1FC7333A-5521-590E-A0C8-14FCDF5F1658}"/>
                    </a:ext>
                  </a:extLst>
                </p14:cNvPr>
                <p14:cNvContentPartPr/>
                <p14:nvPr/>
              </p14:nvContentPartPr>
              <p14:xfrm>
                <a:off x="1442130" y="2934750"/>
                <a:ext cx="512280" cy="378360"/>
              </p14:xfrm>
            </p:contentPart>
          </mc:Choice>
          <mc:Fallback xmlns="">
            <p:pic>
              <p:nvPicPr>
                <p:cNvPr id="56" name="Ink 55">
                  <a:extLst>
                    <a:ext uri="{FF2B5EF4-FFF2-40B4-BE49-F238E27FC236}">
                      <a16:creationId xmlns:a16="http://schemas.microsoft.com/office/drawing/2014/main" id="{1FC7333A-5521-590E-A0C8-14FCDF5F1658}"/>
                    </a:ext>
                  </a:extLst>
                </p:cNvPr>
                <p:cNvPicPr/>
                <p:nvPr/>
              </p:nvPicPr>
              <p:blipFill>
                <a:blip r:embed="rId77"/>
                <a:stretch>
                  <a:fillRect/>
                </a:stretch>
              </p:blipFill>
              <p:spPr>
                <a:xfrm>
                  <a:off x="1436010" y="2928630"/>
                  <a:ext cx="52452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7" name="Ink 56">
                  <a:extLst>
                    <a:ext uri="{FF2B5EF4-FFF2-40B4-BE49-F238E27FC236}">
                      <a16:creationId xmlns:a16="http://schemas.microsoft.com/office/drawing/2014/main" id="{4C6793CA-246F-53CD-2EDD-EE7936BE947F}"/>
                    </a:ext>
                  </a:extLst>
                </p14:cNvPr>
                <p14:cNvContentPartPr/>
                <p14:nvPr/>
              </p14:nvContentPartPr>
              <p14:xfrm>
                <a:off x="2035410" y="2959950"/>
                <a:ext cx="288000" cy="269640"/>
              </p14:xfrm>
            </p:contentPart>
          </mc:Choice>
          <mc:Fallback xmlns="">
            <p:pic>
              <p:nvPicPr>
                <p:cNvPr id="57" name="Ink 56">
                  <a:extLst>
                    <a:ext uri="{FF2B5EF4-FFF2-40B4-BE49-F238E27FC236}">
                      <a16:creationId xmlns:a16="http://schemas.microsoft.com/office/drawing/2014/main" id="{4C6793CA-246F-53CD-2EDD-EE7936BE947F}"/>
                    </a:ext>
                  </a:extLst>
                </p:cNvPr>
                <p:cNvPicPr/>
                <p:nvPr/>
              </p:nvPicPr>
              <p:blipFill>
                <a:blip r:embed="rId79"/>
                <a:stretch>
                  <a:fillRect/>
                </a:stretch>
              </p:blipFill>
              <p:spPr>
                <a:xfrm>
                  <a:off x="2029290" y="2953830"/>
                  <a:ext cx="30024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8" name="Ink 57">
                  <a:extLst>
                    <a:ext uri="{FF2B5EF4-FFF2-40B4-BE49-F238E27FC236}">
                      <a16:creationId xmlns:a16="http://schemas.microsoft.com/office/drawing/2014/main" id="{04EF4E08-030A-2AF5-6EB3-47DC4C2827B9}"/>
                    </a:ext>
                  </a:extLst>
                </p14:cNvPr>
                <p14:cNvContentPartPr/>
                <p14:nvPr/>
              </p14:nvContentPartPr>
              <p14:xfrm>
                <a:off x="2158530" y="3070830"/>
                <a:ext cx="325080" cy="39600"/>
              </p14:xfrm>
            </p:contentPart>
          </mc:Choice>
          <mc:Fallback xmlns="">
            <p:pic>
              <p:nvPicPr>
                <p:cNvPr id="58" name="Ink 57">
                  <a:extLst>
                    <a:ext uri="{FF2B5EF4-FFF2-40B4-BE49-F238E27FC236}">
                      <a16:creationId xmlns:a16="http://schemas.microsoft.com/office/drawing/2014/main" id="{04EF4E08-030A-2AF5-6EB3-47DC4C2827B9}"/>
                    </a:ext>
                  </a:extLst>
                </p:cNvPr>
                <p:cNvPicPr/>
                <p:nvPr/>
              </p:nvPicPr>
              <p:blipFill>
                <a:blip r:embed="rId81"/>
                <a:stretch>
                  <a:fillRect/>
                </a:stretch>
              </p:blipFill>
              <p:spPr>
                <a:xfrm>
                  <a:off x="2152410" y="3064710"/>
                  <a:ext cx="3373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9" name="Ink 58">
                  <a:extLst>
                    <a:ext uri="{FF2B5EF4-FFF2-40B4-BE49-F238E27FC236}">
                      <a16:creationId xmlns:a16="http://schemas.microsoft.com/office/drawing/2014/main" id="{AC169B14-BF1F-96C6-4CF9-37D319AD68D9}"/>
                    </a:ext>
                  </a:extLst>
                </p14:cNvPr>
                <p14:cNvContentPartPr/>
                <p14:nvPr/>
              </p14:nvContentPartPr>
              <p14:xfrm>
                <a:off x="2501970" y="3073350"/>
                <a:ext cx="19080" cy="122760"/>
              </p14:xfrm>
            </p:contentPart>
          </mc:Choice>
          <mc:Fallback xmlns="">
            <p:pic>
              <p:nvPicPr>
                <p:cNvPr id="59" name="Ink 58">
                  <a:extLst>
                    <a:ext uri="{FF2B5EF4-FFF2-40B4-BE49-F238E27FC236}">
                      <a16:creationId xmlns:a16="http://schemas.microsoft.com/office/drawing/2014/main" id="{AC169B14-BF1F-96C6-4CF9-37D319AD68D9}"/>
                    </a:ext>
                  </a:extLst>
                </p:cNvPr>
                <p:cNvPicPr/>
                <p:nvPr/>
              </p:nvPicPr>
              <p:blipFill>
                <a:blip r:embed="rId83"/>
                <a:stretch>
                  <a:fillRect/>
                </a:stretch>
              </p:blipFill>
              <p:spPr>
                <a:xfrm>
                  <a:off x="2495850" y="3067230"/>
                  <a:ext cx="3132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0" name="Ink 59">
                  <a:extLst>
                    <a:ext uri="{FF2B5EF4-FFF2-40B4-BE49-F238E27FC236}">
                      <a16:creationId xmlns:a16="http://schemas.microsoft.com/office/drawing/2014/main" id="{E9CD5B5A-5339-05AE-39F1-5B335547135D}"/>
                    </a:ext>
                  </a:extLst>
                </p14:cNvPr>
                <p14:cNvContentPartPr/>
                <p14:nvPr/>
              </p14:nvContentPartPr>
              <p14:xfrm>
                <a:off x="2492610" y="2942670"/>
                <a:ext cx="52920" cy="52920"/>
              </p14:xfrm>
            </p:contentPart>
          </mc:Choice>
          <mc:Fallback xmlns="">
            <p:pic>
              <p:nvPicPr>
                <p:cNvPr id="60" name="Ink 59">
                  <a:extLst>
                    <a:ext uri="{FF2B5EF4-FFF2-40B4-BE49-F238E27FC236}">
                      <a16:creationId xmlns:a16="http://schemas.microsoft.com/office/drawing/2014/main" id="{E9CD5B5A-5339-05AE-39F1-5B335547135D}"/>
                    </a:ext>
                  </a:extLst>
                </p:cNvPr>
                <p:cNvPicPr/>
                <p:nvPr/>
              </p:nvPicPr>
              <p:blipFill>
                <a:blip r:embed="rId85"/>
                <a:stretch>
                  <a:fillRect/>
                </a:stretch>
              </p:blipFill>
              <p:spPr>
                <a:xfrm>
                  <a:off x="2486490" y="2936550"/>
                  <a:ext cx="651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1" name="Ink 60">
                  <a:extLst>
                    <a:ext uri="{FF2B5EF4-FFF2-40B4-BE49-F238E27FC236}">
                      <a16:creationId xmlns:a16="http://schemas.microsoft.com/office/drawing/2014/main" id="{03B7A07F-F9D6-1A7F-E5A9-28846002C88D}"/>
                    </a:ext>
                  </a:extLst>
                </p14:cNvPr>
                <p14:cNvContentPartPr/>
                <p14:nvPr/>
              </p14:nvContentPartPr>
              <p14:xfrm>
                <a:off x="2580090" y="3020070"/>
                <a:ext cx="847080" cy="273600"/>
              </p14:xfrm>
            </p:contentPart>
          </mc:Choice>
          <mc:Fallback xmlns="">
            <p:pic>
              <p:nvPicPr>
                <p:cNvPr id="61" name="Ink 60">
                  <a:extLst>
                    <a:ext uri="{FF2B5EF4-FFF2-40B4-BE49-F238E27FC236}">
                      <a16:creationId xmlns:a16="http://schemas.microsoft.com/office/drawing/2014/main" id="{03B7A07F-F9D6-1A7F-E5A9-28846002C88D}"/>
                    </a:ext>
                  </a:extLst>
                </p:cNvPr>
                <p:cNvPicPr/>
                <p:nvPr/>
              </p:nvPicPr>
              <p:blipFill>
                <a:blip r:embed="rId87"/>
                <a:stretch>
                  <a:fillRect/>
                </a:stretch>
              </p:blipFill>
              <p:spPr>
                <a:xfrm>
                  <a:off x="2573973" y="3013950"/>
                  <a:ext cx="859315" cy="285840"/>
                </a:xfrm>
                <a:prstGeom prst="rect">
                  <a:avLst/>
                </a:prstGeom>
              </p:spPr>
            </p:pic>
          </mc:Fallback>
        </mc:AlternateContent>
      </p:grpSp>
      <p:grpSp>
        <p:nvGrpSpPr>
          <p:cNvPr id="81" name="Group 80">
            <a:extLst>
              <a:ext uri="{FF2B5EF4-FFF2-40B4-BE49-F238E27FC236}">
                <a16:creationId xmlns:a16="http://schemas.microsoft.com/office/drawing/2014/main" id="{C70346A3-79D5-EF5A-67E4-000307810C9B}"/>
              </a:ext>
            </a:extLst>
          </p:cNvPr>
          <p:cNvGrpSpPr/>
          <p:nvPr/>
        </p:nvGrpSpPr>
        <p:grpSpPr>
          <a:xfrm>
            <a:off x="4683210" y="3187830"/>
            <a:ext cx="892800" cy="366480"/>
            <a:chOff x="4683210" y="3187830"/>
            <a:chExt cx="892800" cy="366480"/>
          </a:xfrm>
        </p:grpSpPr>
        <mc:AlternateContent xmlns:mc="http://schemas.openxmlformats.org/markup-compatibility/2006" xmlns:p14="http://schemas.microsoft.com/office/powerpoint/2010/main">
          <mc:Choice Requires="p14">
            <p:contentPart p14:bwMode="auto" r:id="rId88">
              <p14:nvContentPartPr>
                <p14:cNvPr id="75" name="Ink 74">
                  <a:extLst>
                    <a:ext uri="{FF2B5EF4-FFF2-40B4-BE49-F238E27FC236}">
                      <a16:creationId xmlns:a16="http://schemas.microsoft.com/office/drawing/2014/main" id="{12B62D68-0606-0D54-923C-618BC3C22613}"/>
                    </a:ext>
                  </a:extLst>
                </p14:cNvPr>
                <p14:cNvContentPartPr/>
                <p14:nvPr/>
              </p14:nvContentPartPr>
              <p14:xfrm>
                <a:off x="4770690" y="3217350"/>
                <a:ext cx="72360" cy="336960"/>
              </p14:xfrm>
            </p:contentPart>
          </mc:Choice>
          <mc:Fallback xmlns="">
            <p:pic>
              <p:nvPicPr>
                <p:cNvPr id="75" name="Ink 74">
                  <a:extLst>
                    <a:ext uri="{FF2B5EF4-FFF2-40B4-BE49-F238E27FC236}">
                      <a16:creationId xmlns:a16="http://schemas.microsoft.com/office/drawing/2014/main" id="{12B62D68-0606-0D54-923C-618BC3C22613}"/>
                    </a:ext>
                  </a:extLst>
                </p:cNvPr>
                <p:cNvPicPr/>
                <p:nvPr/>
              </p:nvPicPr>
              <p:blipFill>
                <a:blip r:embed="rId89"/>
                <a:stretch>
                  <a:fillRect/>
                </a:stretch>
              </p:blipFill>
              <p:spPr>
                <a:xfrm>
                  <a:off x="4764570" y="3211230"/>
                  <a:ext cx="8460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6" name="Ink 75">
                  <a:extLst>
                    <a:ext uri="{FF2B5EF4-FFF2-40B4-BE49-F238E27FC236}">
                      <a16:creationId xmlns:a16="http://schemas.microsoft.com/office/drawing/2014/main" id="{ADD96D31-8B8C-9564-A9BC-B04D6A781EE9}"/>
                    </a:ext>
                  </a:extLst>
                </p14:cNvPr>
                <p14:cNvContentPartPr/>
                <p14:nvPr/>
              </p14:nvContentPartPr>
              <p14:xfrm>
                <a:off x="4683210" y="3394830"/>
                <a:ext cx="250200" cy="123480"/>
              </p14:xfrm>
            </p:contentPart>
          </mc:Choice>
          <mc:Fallback xmlns="">
            <p:pic>
              <p:nvPicPr>
                <p:cNvPr id="76" name="Ink 75">
                  <a:extLst>
                    <a:ext uri="{FF2B5EF4-FFF2-40B4-BE49-F238E27FC236}">
                      <a16:creationId xmlns:a16="http://schemas.microsoft.com/office/drawing/2014/main" id="{ADD96D31-8B8C-9564-A9BC-B04D6A781EE9}"/>
                    </a:ext>
                  </a:extLst>
                </p:cNvPr>
                <p:cNvPicPr/>
                <p:nvPr/>
              </p:nvPicPr>
              <p:blipFill>
                <a:blip r:embed="rId91"/>
                <a:stretch>
                  <a:fillRect/>
                </a:stretch>
              </p:blipFill>
              <p:spPr>
                <a:xfrm>
                  <a:off x="4677099" y="3388710"/>
                  <a:ext cx="262422"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7" name="Ink 76">
                  <a:extLst>
                    <a:ext uri="{FF2B5EF4-FFF2-40B4-BE49-F238E27FC236}">
                      <a16:creationId xmlns:a16="http://schemas.microsoft.com/office/drawing/2014/main" id="{A8FF08F6-3239-4D45-4F85-9702AE1510E4}"/>
                    </a:ext>
                  </a:extLst>
                </p14:cNvPr>
                <p14:cNvContentPartPr/>
                <p14:nvPr/>
              </p14:nvContentPartPr>
              <p14:xfrm>
                <a:off x="4901730" y="3306990"/>
                <a:ext cx="53640" cy="9720"/>
              </p14:xfrm>
            </p:contentPart>
          </mc:Choice>
          <mc:Fallback xmlns="">
            <p:pic>
              <p:nvPicPr>
                <p:cNvPr id="77" name="Ink 76">
                  <a:extLst>
                    <a:ext uri="{FF2B5EF4-FFF2-40B4-BE49-F238E27FC236}">
                      <a16:creationId xmlns:a16="http://schemas.microsoft.com/office/drawing/2014/main" id="{A8FF08F6-3239-4D45-4F85-9702AE1510E4}"/>
                    </a:ext>
                  </a:extLst>
                </p:cNvPr>
                <p:cNvPicPr/>
                <p:nvPr/>
              </p:nvPicPr>
              <p:blipFill>
                <a:blip r:embed="rId93"/>
                <a:stretch>
                  <a:fillRect/>
                </a:stretch>
              </p:blipFill>
              <p:spPr>
                <a:xfrm>
                  <a:off x="4895569" y="3300870"/>
                  <a:ext cx="65963"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8" name="Ink 77">
                  <a:extLst>
                    <a:ext uri="{FF2B5EF4-FFF2-40B4-BE49-F238E27FC236}">
                      <a16:creationId xmlns:a16="http://schemas.microsoft.com/office/drawing/2014/main" id="{547CAE22-21C9-D5ED-6A19-42FCC7A333E8}"/>
                    </a:ext>
                  </a:extLst>
                </p14:cNvPr>
                <p14:cNvContentPartPr/>
                <p14:nvPr/>
              </p14:nvContentPartPr>
              <p14:xfrm>
                <a:off x="5095410" y="3187830"/>
                <a:ext cx="81720" cy="269640"/>
              </p14:xfrm>
            </p:contentPart>
          </mc:Choice>
          <mc:Fallback xmlns="">
            <p:pic>
              <p:nvPicPr>
                <p:cNvPr id="78" name="Ink 77">
                  <a:extLst>
                    <a:ext uri="{FF2B5EF4-FFF2-40B4-BE49-F238E27FC236}">
                      <a16:creationId xmlns:a16="http://schemas.microsoft.com/office/drawing/2014/main" id="{547CAE22-21C9-D5ED-6A19-42FCC7A333E8}"/>
                    </a:ext>
                  </a:extLst>
                </p:cNvPr>
                <p:cNvPicPr/>
                <p:nvPr/>
              </p:nvPicPr>
              <p:blipFill>
                <a:blip r:embed="rId95"/>
                <a:stretch>
                  <a:fillRect/>
                </a:stretch>
              </p:blipFill>
              <p:spPr>
                <a:xfrm>
                  <a:off x="5089290" y="3181710"/>
                  <a:ext cx="9396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9" name="Ink 78">
                  <a:extLst>
                    <a:ext uri="{FF2B5EF4-FFF2-40B4-BE49-F238E27FC236}">
                      <a16:creationId xmlns:a16="http://schemas.microsoft.com/office/drawing/2014/main" id="{1624E772-1722-5FD6-DDAF-7B2D455376B9}"/>
                    </a:ext>
                  </a:extLst>
                </p14:cNvPr>
                <p14:cNvContentPartPr/>
                <p14:nvPr/>
              </p14:nvContentPartPr>
              <p14:xfrm>
                <a:off x="5292330" y="3205470"/>
                <a:ext cx="44640" cy="231840"/>
              </p14:xfrm>
            </p:contentPart>
          </mc:Choice>
          <mc:Fallback xmlns="">
            <p:pic>
              <p:nvPicPr>
                <p:cNvPr id="79" name="Ink 78">
                  <a:extLst>
                    <a:ext uri="{FF2B5EF4-FFF2-40B4-BE49-F238E27FC236}">
                      <a16:creationId xmlns:a16="http://schemas.microsoft.com/office/drawing/2014/main" id="{1624E772-1722-5FD6-DDAF-7B2D455376B9}"/>
                    </a:ext>
                  </a:extLst>
                </p:cNvPr>
                <p:cNvPicPr/>
                <p:nvPr/>
              </p:nvPicPr>
              <p:blipFill>
                <a:blip r:embed="rId97"/>
                <a:stretch>
                  <a:fillRect/>
                </a:stretch>
              </p:blipFill>
              <p:spPr>
                <a:xfrm>
                  <a:off x="5286210" y="3199350"/>
                  <a:ext cx="5688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80" name="Ink 79">
                  <a:extLst>
                    <a:ext uri="{FF2B5EF4-FFF2-40B4-BE49-F238E27FC236}">
                      <a16:creationId xmlns:a16="http://schemas.microsoft.com/office/drawing/2014/main" id="{0C08E061-C868-9CAD-ED1E-82DA1105017C}"/>
                    </a:ext>
                  </a:extLst>
                </p14:cNvPr>
                <p14:cNvContentPartPr/>
                <p14:nvPr/>
              </p14:nvContentPartPr>
              <p14:xfrm>
                <a:off x="5219970" y="3287550"/>
                <a:ext cx="356040" cy="141840"/>
              </p14:xfrm>
            </p:contentPart>
          </mc:Choice>
          <mc:Fallback xmlns="">
            <p:pic>
              <p:nvPicPr>
                <p:cNvPr id="80" name="Ink 79">
                  <a:extLst>
                    <a:ext uri="{FF2B5EF4-FFF2-40B4-BE49-F238E27FC236}">
                      <a16:creationId xmlns:a16="http://schemas.microsoft.com/office/drawing/2014/main" id="{0C08E061-C868-9CAD-ED1E-82DA1105017C}"/>
                    </a:ext>
                  </a:extLst>
                </p:cNvPr>
                <p:cNvPicPr/>
                <p:nvPr/>
              </p:nvPicPr>
              <p:blipFill>
                <a:blip r:embed="rId99"/>
                <a:stretch>
                  <a:fillRect/>
                </a:stretch>
              </p:blipFill>
              <p:spPr>
                <a:xfrm>
                  <a:off x="5213856" y="3281414"/>
                  <a:ext cx="368268" cy="154111"/>
                </a:xfrm>
                <a:prstGeom prst="rect">
                  <a:avLst/>
                </a:prstGeom>
              </p:spPr>
            </p:pic>
          </mc:Fallback>
        </mc:AlternateContent>
      </p:grpSp>
      <p:grpSp>
        <p:nvGrpSpPr>
          <p:cNvPr id="89" name="Group 88">
            <a:extLst>
              <a:ext uri="{FF2B5EF4-FFF2-40B4-BE49-F238E27FC236}">
                <a16:creationId xmlns:a16="http://schemas.microsoft.com/office/drawing/2014/main" id="{B37CF520-08FF-8EF2-03E8-5820C72F0994}"/>
              </a:ext>
            </a:extLst>
          </p:cNvPr>
          <p:cNvGrpSpPr/>
          <p:nvPr/>
        </p:nvGrpSpPr>
        <p:grpSpPr>
          <a:xfrm>
            <a:off x="4851690" y="5082150"/>
            <a:ext cx="729720" cy="247680"/>
            <a:chOff x="4851690" y="5082150"/>
            <a:chExt cx="729720" cy="247680"/>
          </a:xfrm>
        </p:grpSpPr>
        <mc:AlternateContent xmlns:mc="http://schemas.openxmlformats.org/markup-compatibility/2006" xmlns:p14="http://schemas.microsoft.com/office/powerpoint/2010/main">
          <mc:Choice Requires="p14">
            <p:contentPart p14:bwMode="auto" r:id="rId100">
              <p14:nvContentPartPr>
                <p14:cNvPr id="82" name="Ink 81">
                  <a:extLst>
                    <a:ext uri="{FF2B5EF4-FFF2-40B4-BE49-F238E27FC236}">
                      <a16:creationId xmlns:a16="http://schemas.microsoft.com/office/drawing/2014/main" id="{2462A815-4D3C-9C08-D481-14FCE5B4178A}"/>
                    </a:ext>
                  </a:extLst>
                </p14:cNvPr>
                <p14:cNvContentPartPr/>
                <p14:nvPr/>
              </p14:nvContentPartPr>
              <p14:xfrm>
                <a:off x="4851690" y="5117790"/>
                <a:ext cx="182160" cy="154800"/>
              </p14:xfrm>
            </p:contentPart>
          </mc:Choice>
          <mc:Fallback xmlns="">
            <p:pic>
              <p:nvPicPr>
                <p:cNvPr id="82" name="Ink 81">
                  <a:extLst>
                    <a:ext uri="{FF2B5EF4-FFF2-40B4-BE49-F238E27FC236}">
                      <a16:creationId xmlns:a16="http://schemas.microsoft.com/office/drawing/2014/main" id="{2462A815-4D3C-9C08-D481-14FCE5B4178A}"/>
                    </a:ext>
                  </a:extLst>
                </p:cNvPr>
                <p:cNvPicPr/>
                <p:nvPr/>
              </p:nvPicPr>
              <p:blipFill>
                <a:blip r:embed="rId101"/>
                <a:stretch>
                  <a:fillRect/>
                </a:stretch>
              </p:blipFill>
              <p:spPr>
                <a:xfrm>
                  <a:off x="4845570" y="5111670"/>
                  <a:ext cx="19440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3" name="Ink 82">
                  <a:extLst>
                    <a:ext uri="{FF2B5EF4-FFF2-40B4-BE49-F238E27FC236}">
                      <a16:creationId xmlns:a16="http://schemas.microsoft.com/office/drawing/2014/main" id="{3D80B9B2-13BB-63E7-393D-77B245958755}"/>
                    </a:ext>
                  </a:extLst>
                </p14:cNvPr>
                <p14:cNvContentPartPr/>
                <p14:nvPr/>
              </p14:nvContentPartPr>
              <p14:xfrm>
                <a:off x="5158050" y="5138670"/>
                <a:ext cx="44280" cy="98280"/>
              </p14:xfrm>
            </p:contentPart>
          </mc:Choice>
          <mc:Fallback xmlns="">
            <p:pic>
              <p:nvPicPr>
                <p:cNvPr id="83" name="Ink 82">
                  <a:extLst>
                    <a:ext uri="{FF2B5EF4-FFF2-40B4-BE49-F238E27FC236}">
                      <a16:creationId xmlns:a16="http://schemas.microsoft.com/office/drawing/2014/main" id="{3D80B9B2-13BB-63E7-393D-77B245958755}"/>
                    </a:ext>
                  </a:extLst>
                </p:cNvPr>
                <p:cNvPicPr/>
                <p:nvPr/>
              </p:nvPicPr>
              <p:blipFill>
                <a:blip r:embed="rId103"/>
                <a:stretch>
                  <a:fillRect/>
                </a:stretch>
              </p:blipFill>
              <p:spPr>
                <a:xfrm>
                  <a:off x="5151880" y="5132550"/>
                  <a:ext cx="566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4" name="Ink 83">
                  <a:extLst>
                    <a:ext uri="{FF2B5EF4-FFF2-40B4-BE49-F238E27FC236}">
                      <a16:creationId xmlns:a16="http://schemas.microsoft.com/office/drawing/2014/main" id="{121952AA-B659-D610-1779-98642F2FA4D0}"/>
                    </a:ext>
                  </a:extLst>
                </p14:cNvPr>
                <p14:cNvContentPartPr/>
                <p14:nvPr/>
              </p14:nvContentPartPr>
              <p14:xfrm>
                <a:off x="5139330" y="5148750"/>
                <a:ext cx="141120" cy="56520"/>
              </p14:xfrm>
            </p:contentPart>
          </mc:Choice>
          <mc:Fallback xmlns="">
            <p:pic>
              <p:nvPicPr>
                <p:cNvPr id="84" name="Ink 83">
                  <a:extLst>
                    <a:ext uri="{FF2B5EF4-FFF2-40B4-BE49-F238E27FC236}">
                      <a16:creationId xmlns:a16="http://schemas.microsoft.com/office/drawing/2014/main" id="{121952AA-B659-D610-1779-98642F2FA4D0}"/>
                    </a:ext>
                  </a:extLst>
                </p:cNvPr>
                <p:cNvPicPr/>
                <p:nvPr/>
              </p:nvPicPr>
              <p:blipFill>
                <a:blip r:embed="rId105"/>
                <a:stretch>
                  <a:fillRect/>
                </a:stretch>
              </p:blipFill>
              <p:spPr>
                <a:xfrm>
                  <a:off x="5133210" y="5142630"/>
                  <a:ext cx="15336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5" name="Ink 84">
                  <a:extLst>
                    <a:ext uri="{FF2B5EF4-FFF2-40B4-BE49-F238E27FC236}">
                      <a16:creationId xmlns:a16="http://schemas.microsoft.com/office/drawing/2014/main" id="{A0B377C8-BB5D-D72D-0D40-757AB7939D4A}"/>
                    </a:ext>
                  </a:extLst>
                </p14:cNvPr>
                <p14:cNvContentPartPr/>
                <p14:nvPr/>
              </p14:nvContentPartPr>
              <p14:xfrm>
                <a:off x="5389530" y="5082150"/>
                <a:ext cx="103320" cy="119880"/>
              </p14:xfrm>
            </p:contentPart>
          </mc:Choice>
          <mc:Fallback xmlns="">
            <p:pic>
              <p:nvPicPr>
                <p:cNvPr id="85" name="Ink 84">
                  <a:extLst>
                    <a:ext uri="{FF2B5EF4-FFF2-40B4-BE49-F238E27FC236}">
                      <a16:creationId xmlns:a16="http://schemas.microsoft.com/office/drawing/2014/main" id="{A0B377C8-BB5D-D72D-0D40-757AB7939D4A}"/>
                    </a:ext>
                  </a:extLst>
                </p:cNvPr>
                <p:cNvPicPr/>
                <p:nvPr/>
              </p:nvPicPr>
              <p:blipFill>
                <a:blip r:embed="rId107"/>
                <a:stretch>
                  <a:fillRect/>
                </a:stretch>
              </p:blipFill>
              <p:spPr>
                <a:xfrm>
                  <a:off x="5383431" y="5076030"/>
                  <a:ext cx="115518"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7" name="Ink 86">
                  <a:extLst>
                    <a:ext uri="{FF2B5EF4-FFF2-40B4-BE49-F238E27FC236}">
                      <a16:creationId xmlns:a16="http://schemas.microsoft.com/office/drawing/2014/main" id="{01BA3B00-0080-5BA5-580D-E1B3CEBB3915}"/>
                    </a:ext>
                  </a:extLst>
                </p14:cNvPr>
                <p14:cNvContentPartPr/>
                <p14:nvPr/>
              </p14:nvContentPartPr>
              <p14:xfrm>
                <a:off x="5351010" y="5104110"/>
                <a:ext cx="213480" cy="225720"/>
              </p14:xfrm>
            </p:contentPart>
          </mc:Choice>
          <mc:Fallback xmlns="">
            <p:pic>
              <p:nvPicPr>
                <p:cNvPr id="87" name="Ink 86">
                  <a:extLst>
                    <a:ext uri="{FF2B5EF4-FFF2-40B4-BE49-F238E27FC236}">
                      <a16:creationId xmlns:a16="http://schemas.microsoft.com/office/drawing/2014/main" id="{01BA3B00-0080-5BA5-580D-E1B3CEBB3915}"/>
                    </a:ext>
                  </a:extLst>
                </p:cNvPr>
                <p:cNvPicPr/>
                <p:nvPr/>
              </p:nvPicPr>
              <p:blipFill>
                <a:blip r:embed="rId109"/>
                <a:stretch>
                  <a:fillRect/>
                </a:stretch>
              </p:blipFill>
              <p:spPr>
                <a:xfrm>
                  <a:off x="5344890" y="5097990"/>
                  <a:ext cx="22572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8" name="Ink 87">
                  <a:extLst>
                    <a:ext uri="{FF2B5EF4-FFF2-40B4-BE49-F238E27FC236}">
                      <a16:creationId xmlns:a16="http://schemas.microsoft.com/office/drawing/2014/main" id="{B7112AA2-071D-F39A-1753-E2269A1359DA}"/>
                    </a:ext>
                  </a:extLst>
                </p14:cNvPr>
                <p14:cNvContentPartPr/>
                <p14:nvPr/>
              </p14:nvContentPartPr>
              <p14:xfrm>
                <a:off x="5264250" y="5118510"/>
                <a:ext cx="317160" cy="188280"/>
              </p14:xfrm>
            </p:contentPart>
          </mc:Choice>
          <mc:Fallback xmlns="">
            <p:pic>
              <p:nvPicPr>
                <p:cNvPr id="88" name="Ink 87">
                  <a:extLst>
                    <a:ext uri="{FF2B5EF4-FFF2-40B4-BE49-F238E27FC236}">
                      <a16:creationId xmlns:a16="http://schemas.microsoft.com/office/drawing/2014/main" id="{B7112AA2-071D-F39A-1753-E2269A1359DA}"/>
                    </a:ext>
                  </a:extLst>
                </p:cNvPr>
                <p:cNvPicPr/>
                <p:nvPr/>
              </p:nvPicPr>
              <p:blipFill>
                <a:blip r:embed="rId111"/>
                <a:stretch>
                  <a:fillRect/>
                </a:stretch>
              </p:blipFill>
              <p:spPr>
                <a:xfrm>
                  <a:off x="5258123" y="5112390"/>
                  <a:ext cx="329414" cy="200520"/>
                </a:xfrm>
                <a:prstGeom prst="rect">
                  <a:avLst/>
                </a:prstGeom>
              </p:spPr>
            </p:pic>
          </mc:Fallback>
        </mc:AlternateContent>
      </p:grpSp>
      <p:grpSp>
        <p:nvGrpSpPr>
          <p:cNvPr id="103" name="Group 102">
            <a:extLst>
              <a:ext uri="{FF2B5EF4-FFF2-40B4-BE49-F238E27FC236}">
                <a16:creationId xmlns:a16="http://schemas.microsoft.com/office/drawing/2014/main" id="{3B22B20D-1A73-F38B-EBB2-59BC01AAC468}"/>
              </a:ext>
            </a:extLst>
          </p:cNvPr>
          <p:cNvGrpSpPr/>
          <p:nvPr/>
        </p:nvGrpSpPr>
        <p:grpSpPr>
          <a:xfrm>
            <a:off x="1483170" y="3631350"/>
            <a:ext cx="1983960" cy="396720"/>
            <a:chOff x="1483170" y="3631350"/>
            <a:chExt cx="1983960" cy="396720"/>
          </a:xfrm>
        </p:grpSpPr>
        <mc:AlternateContent xmlns:mc="http://schemas.openxmlformats.org/markup-compatibility/2006" xmlns:p14="http://schemas.microsoft.com/office/powerpoint/2010/main">
          <mc:Choice Requires="p14">
            <p:contentPart p14:bwMode="auto" r:id="rId112">
              <p14:nvContentPartPr>
                <p14:cNvPr id="90" name="Ink 89">
                  <a:extLst>
                    <a:ext uri="{FF2B5EF4-FFF2-40B4-BE49-F238E27FC236}">
                      <a16:creationId xmlns:a16="http://schemas.microsoft.com/office/drawing/2014/main" id="{E756DC08-FE59-CA25-4088-59C2555EFC72}"/>
                    </a:ext>
                  </a:extLst>
                </p14:cNvPr>
                <p14:cNvContentPartPr/>
                <p14:nvPr/>
              </p14:nvContentPartPr>
              <p14:xfrm>
                <a:off x="1483170" y="3666630"/>
                <a:ext cx="52920" cy="119160"/>
              </p14:xfrm>
            </p:contentPart>
          </mc:Choice>
          <mc:Fallback xmlns="">
            <p:pic>
              <p:nvPicPr>
                <p:cNvPr id="90" name="Ink 89">
                  <a:extLst>
                    <a:ext uri="{FF2B5EF4-FFF2-40B4-BE49-F238E27FC236}">
                      <a16:creationId xmlns:a16="http://schemas.microsoft.com/office/drawing/2014/main" id="{E756DC08-FE59-CA25-4088-59C2555EFC72}"/>
                    </a:ext>
                  </a:extLst>
                </p:cNvPr>
                <p:cNvPicPr/>
                <p:nvPr/>
              </p:nvPicPr>
              <p:blipFill>
                <a:blip r:embed="rId113"/>
                <a:stretch>
                  <a:fillRect/>
                </a:stretch>
              </p:blipFill>
              <p:spPr>
                <a:xfrm>
                  <a:off x="1477050" y="3660510"/>
                  <a:ext cx="651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1" name="Ink 90">
                  <a:extLst>
                    <a:ext uri="{FF2B5EF4-FFF2-40B4-BE49-F238E27FC236}">
                      <a16:creationId xmlns:a16="http://schemas.microsoft.com/office/drawing/2014/main" id="{91AB91F5-3733-6501-4A96-F259FA587F4E}"/>
                    </a:ext>
                  </a:extLst>
                </p14:cNvPr>
                <p14:cNvContentPartPr/>
                <p14:nvPr/>
              </p14:nvContentPartPr>
              <p14:xfrm>
                <a:off x="1861170" y="3690030"/>
                <a:ext cx="36360" cy="125640"/>
              </p14:xfrm>
            </p:contentPart>
          </mc:Choice>
          <mc:Fallback xmlns="">
            <p:pic>
              <p:nvPicPr>
                <p:cNvPr id="91" name="Ink 90">
                  <a:extLst>
                    <a:ext uri="{FF2B5EF4-FFF2-40B4-BE49-F238E27FC236}">
                      <a16:creationId xmlns:a16="http://schemas.microsoft.com/office/drawing/2014/main" id="{91AB91F5-3733-6501-4A96-F259FA587F4E}"/>
                    </a:ext>
                  </a:extLst>
                </p:cNvPr>
                <p:cNvPicPr/>
                <p:nvPr/>
              </p:nvPicPr>
              <p:blipFill>
                <a:blip r:embed="rId115"/>
                <a:stretch>
                  <a:fillRect/>
                </a:stretch>
              </p:blipFill>
              <p:spPr>
                <a:xfrm>
                  <a:off x="1854989" y="3683910"/>
                  <a:ext cx="48722"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3" name="Ink 92">
                  <a:extLst>
                    <a:ext uri="{FF2B5EF4-FFF2-40B4-BE49-F238E27FC236}">
                      <a16:creationId xmlns:a16="http://schemas.microsoft.com/office/drawing/2014/main" id="{6A94F7E6-8D88-EE57-39ED-6BEA5EC3A090}"/>
                    </a:ext>
                  </a:extLst>
                </p14:cNvPr>
                <p14:cNvContentPartPr/>
                <p14:nvPr/>
              </p14:nvContentPartPr>
              <p14:xfrm>
                <a:off x="2255010" y="3686070"/>
                <a:ext cx="37800" cy="161640"/>
              </p14:xfrm>
            </p:contentPart>
          </mc:Choice>
          <mc:Fallback xmlns="">
            <p:pic>
              <p:nvPicPr>
                <p:cNvPr id="93" name="Ink 92">
                  <a:extLst>
                    <a:ext uri="{FF2B5EF4-FFF2-40B4-BE49-F238E27FC236}">
                      <a16:creationId xmlns:a16="http://schemas.microsoft.com/office/drawing/2014/main" id="{6A94F7E6-8D88-EE57-39ED-6BEA5EC3A090}"/>
                    </a:ext>
                  </a:extLst>
                </p:cNvPr>
                <p:cNvPicPr/>
                <p:nvPr/>
              </p:nvPicPr>
              <p:blipFill>
                <a:blip r:embed="rId117"/>
                <a:stretch>
                  <a:fillRect/>
                </a:stretch>
              </p:blipFill>
              <p:spPr>
                <a:xfrm>
                  <a:off x="2248948" y="3679964"/>
                  <a:ext cx="49925" cy="173853"/>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94" name="Ink 93">
                  <a:extLst>
                    <a:ext uri="{FF2B5EF4-FFF2-40B4-BE49-F238E27FC236}">
                      <a16:creationId xmlns:a16="http://schemas.microsoft.com/office/drawing/2014/main" id="{C9E3F46D-65D2-93CC-AFD1-88CC86082818}"/>
                    </a:ext>
                  </a:extLst>
                </p14:cNvPr>
                <p14:cNvContentPartPr/>
                <p14:nvPr/>
              </p14:nvContentPartPr>
              <p14:xfrm>
                <a:off x="2595570" y="3671670"/>
                <a:ext cx="144000" cy="99000"/>
              </p14:xfrm>
            </p:contentPart>
          </mc:Choice>
          <mc:Fallback xmlns="">
            <p:pic>
              <p:nvPicPr>
                <p:cNvPr id="94" name="Ink 93">
                  <a:extLst>
                    <a:ext uri="{FF2B5EF4-FFF2-40B4-BE49-F238E27FC236}">
                      <a16:creationId xmlns:a16="http://schemas.microsoft.com/office/drawing/2014/main" id="{C9E3F46D-65D2-93CC-AFD1-88CC86082818}"/>
                    </a:ext>
                  </a:extLst>
                </p:cNvPr>
                <p:cNvPicPr/>
                <p:nvPr/>
              </p:nvPicPr>
              <p:blipFill>
                <a:blip r:embed="rId119"/>
                <a:stretch>
                  <a:fillRect/>
                </a:stretch>
              </p:blipFill>
              <p:spPr>
                <a:xfrm>
                  <a:off x="2589450" y="3665528"/>
                  <a:ext cx="156240" cy="111285"/>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5" name="Ink 94">
                  <a:extLst>
                    <a:ext uri="{FF2B5EF4-FFF2-40B4-BE49-F238E27FC236}">
                      <a16:creationId xmlns:a16="http://schemas.microsoft.com/office/drawing/2014/main" id="{31766BEF-C79F-6A66-887D-2BB061AA2C85}"/>
                    </a:ext>
                  </a:extLst>
                </p14:cNvPr>
                <p14:cNvContentPartPr/>
                <p14:nvPr/>
              </p14:nvContentPartPr>
              <p14:xfrm>
                <a:off x="2843970" y="3681750"/>
                <a:ext cx="114120" cy="95760"/>
              </p14:xfrm>
            </p:contentPart>
          </mc:Choice>
          <mc:Fallback xmlns="">
            <p:pic>
              <p:nvPicPr>
                <p:cNvPr id="95" name="Ink 94">
                  <a:extLst>
                    <a:ext uri="{FF2B5EF4-FFF2-40B4-BE49-F238E27FC236}">
                      <a16:creationId xmlns:a16="http://schemas.microsoft.com/office/drawing/2014/main" id="{31766BEF-C79F-6A66-887D-2BB061AA2C85}"/>
                    </a:ext>
                  </a:extLst>
                </p:cNvPr>
                <p:cNvPicPr/>
                <p:nvPr/>
              </p:nvPicPr>
              <p:blipFill>
                <a:blip r:embed="rId121"/>
                <a:stretch>
                  <a:fillRect/>
                </a:stretch>
              </p:blipFill>
              <p:spPr>
                <a:xfrm>
                  <a:off x="2837831" y="3675630"/>
                  <a:ext cx="126399"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6" name="Ink 95">
                  <a:extLst>
                    <a:ext uri="{FF2B5EF4-FFF2-40B4-BE49-F238E27FC236}">
                      <a16:creationId xmlns:a16="http://schemas.microsoft.com/office/drawing/2014/main" id="{ABAA200F-C838-9178-8BF3-2BCD795DABC2}"/>
                    </a:ext>
                  </a:extLst>
                </p14:cNvPr>
                <p14:cNvContentPartPr/>
                <p14:nvPr/>
              </p14:nvContentPartPr>
              <p14:xfrm>
                <a:off x="3329970" y="3631350"/>
                <a:ext cx="65880" cy="141120"/>
              </p14:xfrm>
            </p:contentPart>
          </mc:Choice>
          <mc:Fallback xmlns="">
            <p:pic>
              <p:nvPicPr>
                <p:cNvPr id="96" name="Ink 95">
                  <a:extLst>
                    <a:ext uri="{FF2B5EF4-FFF2-40B4-BE49-F238E27FC236}">
                      <a16:creationId xmlns:a16="http://schemas.microsoft.com/office/drawing/2014/main" id="{ABAA200F-C838-9178-8BF3-2BCD795DABC2}"/>
                    </a:ext>
                  </a:extLst>
                </p:cNvPr>
                <p:cNvPicPr/>
                <p:nvPr/>
              </p:nvPicPr>
              <p:blipFill>
                <a:blip r:embed="rId123"/>
                <a:stretch>
                  <a:fillRect/>
                </a:stretch>
              </p:blipFill>
              <p:spPr>
                <a:xfrm>
                  <a:off x="3323883" y="3625230"/>
                  <a:ext cx="78053"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8" name="Ink 97">
                  <a:extLst>
                    <a:ext uri="{FF2B5EF4-FFF2-40B4-BE49-F238E27FC236}">
                      <a16:creationId xmlns:a16="http://schemas.microsoft.com/office/drawing/2014/main" id="{7033EF10-E64A-3A06-F213-81162D80DDC4}"/>
                    </a:ext>
                  </a:extLst>
                </p14:cNvPr>
                <p14:cNvContentPartPr/>
                <p14:nvPr/>
              </p14:nvContentPartPr>
              <p14:xfrm>
                <a:off x="1889250" y="3935910"/>
                <a:ext cx="25200" cy="88200"/>
              </p14:xfrm>
            </p:contentPart>
          </mc:Choice>
          <mc:Fallback xmlns="">
            <p:pic>
              <p:nvPicPr>
                <p:cNvPr id="98" name="Ink 97">
                  <a:extLst>
                    <a:ext uri="{FF2B5EF4-FFF2-40B4-BE49-F238E27FC236}">
                      <a16:creationId xmlns:a16="http://schemas.microsoft.com/office/drawing/2014/main" id="{7033EF10-E64A-3A06-F213-81162D80DDC4}"/>
                    </a:ext>
                  </a:extLst>
                </p:cNvPr>
                <p:cNvPicPr/>
                <p:nvPr/>
              </p:nvPicPr>
              <p:blipFill>
                <a:blip r:embed="rId125"/>
                <a:stretch>
                  <a:fillRect/>
                </a:stretch>
              </p:blipFill>
              <p:spPr>
                <a:xfrm>
                  <a:off x="1883130" y="3929790"/>
                  <a:ext cx="374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9" name="Ink 98">
                  <a:extLst>
                    <a:ext uri="{FF2B5EF4-FFF2-40B4-BE49-F238E27FC236}">
                      <a16:creationId xmlns:a16="http://schemas.microsoft.com/office/drawing/2014/main" id="{CDF38D8D-FB0E-685B-8ABF-C0603B45CA75}"/>
                    </a:ext>
                  </a:extLst>
                </p14:cNvPr>
                <p14:cNvContentPartPr/>
                <p14:nvPr/>
              </p14:nvContentPartPr>
              <p14:xfrm>
                <a:off x="2338890" y="3926190"/>
                <a:ext cx="25920" cy="101880"/>
              </p14:xfrm>
            </p:contentPart>
          </mc:Choice>
          <mc:Fallback xmlns="">
            <p:pic>
              <p:nvPicPr>
                <p:cNvPr id="99" name="Ink 98">
                  <a:extLst>
                    <a:ext uri="{FF2B5EF4-FFF2-40B4-BE49-F238E27FC236}">
                      <a16:creationId xmlns:a16="http://schemas.microsoft.com/office/drawing/2014/main" id="{CDF38D8D-FB0E-685B-8ABF-C0603B45CA75}"/>
                    </a:ext>
                  </a:extLst>
                </p:cNvPr>
                <p:cNvPicPr/>
                <p:nvPr/>
              </p:nvPicPr>
              <p:blipFill>
                <a:blip r:embed="rId127"/>
                <a:stretch>
                  <a:fillRect/>
                </a:stretch>
              </p:blipFill>
              <p:spPr>
                <a:xfrm>
                  <a:off x="2332770" y="3920092"/>
                  <a:ext cx="38160" cy="114077"/>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00" name="Ink 99">
                  <a:extLst>
                    <a:ext uri="{FF2B5EF4-FFF2-40B4-BE49-F238E27FC236}">
                      <a16:creationId xmlns:a16="http://schemas.microsoft.com/office/drawing/2014/main" id="{9DC71015-957E-9173-D36F-9CB78B116C21}"/>
                    </a:ext>
                  </a:extLst>
                </p14:cNvPr>
                <p14:cNvContentPartPr/>
                <p14:nvPr/>
              </p14:nvContentPartPr>
              <p14:xfrm>
                <a:off x="2592330" y="3927270"/>
                <a:ext cx="31680" cy="81360"/>
              </p14:xfrm>
            </p:contentPart>
          </mc:Choice>
          <mc:Fallback xmlns="">
            <p:pic>
              <p:nvPicPr>
                <p:cNvPr id="100" name="Ink 99">
                  <a:extLst>
                    <a:ext uri="{FF2B5EF4-FFF2-40B4-BE49-F238E27FC236}">
                      <a16:creationId xmlns:a16="http://schemas.microsoft.com/office/drawing/2014/main" id="{9DC71015-957E-9173-D36F-9CB78B116C21}"/>
                    </a:ext>
                  </a:extLst>
                </p:cNvPr>
                <p:cNvPicPr/>
                <p:nvPr/>
              </p:nvPicPr>
              <p:blipFill>
                <a:blip r:embed="rId129"/>
                <a:stretch>
                  <a:fillRect/>
                </a:stretch>
              </p:blipFill>
              <p:spPr>
                <a:xfrm>
                  <a:off x="2586210" y="3921150"/>
                  <a:ext cx="4392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01" name="Ink 100">
                  <a:extLst>
                    <a:ext uri="{FF2B5EF4-FFF2-40B4-BE49-F238E27FC236}">
                      <a16:creationId xmlns:a16="http://schemas.microsoft.com/office/drawing/2014/main" id="{0E28743B-4D03-7BB7-37A1-41F37EDE3618}"/>
                    </a:ext>
                  </a:extLst>
                </p14:cNvPr>
                <p14:cNvContentPartPr/>
                <p14:nvPr/>
              </p14:nvContentPartPr>
              <p14:xfrm>
                <a:off x="2967810" y="3904950"/>
                <a:ext cx="40680" cy="104040"/>
              </p14:xfrm>
            </p:contentPart>
          </mc:Choice>
          <mc:Fallback xmlns="">
            <p:pic>
              <p:nvPicPr>
                <p:cNvPr id="101" name="Ink 100">
                  <a:extLst>
                    <a:ext uri="{FF2B5EF4-FFF2-40B4-BE49-F238E27FC236}">
                      <a16:creationId xmlns:a16="http://schemas.microsoft.com/office/drawing/2014/main" id="{0E28743B-4D03-7BB7-37A1-41F37EDE3618}"/>
                    </a:ext>
                  </a:extLst>
                </p:cNvPr>
                <p:cNvPicPr/>
                <p:nvPr/>
              </p:nvPicPr>
              <p:blipFill>
                <a:blip r:embed="rId131"/>
                <a:stretch>
                  <a:fillRect/>
                </a:stretch>
              </p:blipFill>
              <p:spPr>
                <a:xfrm>
                  <a:off x="2961690" y="3898830"/>
                  <a:ext cx="5292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02" name="Ink 101">
                  <a:extLst>
                    <a:ext uri="{FF2B5EF4-FFF2-40B4-BE49-F238E27FC236}">
                      <a16:creationId xmlns:a16="http://schemas.microsoft.com/office/drawing/2014/main" id="{AFCA1867-275D-050F-E7F1-0392B1BC0A65}"/>
                    </a:ext>
                  </a:extLst>
                </p14:cNvPr>
                <p14:cNvContentPartPr/>
                <p14:nvPr/>
              </p14:nvContentPartPr>
              <p14:xfrm>
                <a:off x="3351930" y="3902790"/>
                <a:ext cx="115200" cy="90360"/>
              </p14:xfrm>
            </p:contentPart>
          </mc:Choice>
          <mc:Fallback xmlns="">
            <p:pic>
              <p:nvPicPr>
                <p:cNvPr id="102" name="Ink 101">
                  <a:extLst>
                    <a:ext uri="{FF2B5EF4-FFF2-40B4-BE49-F238E27FC236}">
                      <a16:creationId xmlns:a16="http://schemas.microsoft.com/office/drawing/2014/main" id="{AFCA1867-275D-050F-E7F1-0392B1BC0A65}"/>
                    </a:ext>
                  </a:extLst>
                </p:cNvPr>
                <p:cNvPicPr/>
                <p:nvPr/>
              </p:nvPicPr>
              <p:blipFill>
                <a:blip r:embed="rId133"/>
                <a:stretch>
                  <a:fillRect/>
                </a:stretch>
              </p:blipFill>
              <p:spPr>
                <a:xfrm>
                  <a:off x="3345810" y="3896670"/>
                  <a:ext cx="127440" cy="10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4">
            <p14:nvContentPartPr>
              <p14:cNvPr id="104" name="Ink 103">
                <a:extLst>
                  <a:ext uri="{FF2B5EF4-FFF2-40B4-BE49-F238E27FC236}">
                    <a16:creationId xmlns:a16="http://schemas.microsoft.com/office/drawing/2014/main" id="{FBED6CFE-173C-18F5-DC37-D6D884ABB1C6}"/>
                  </a:ext>
                </a:extLst>
              </p14:cNvPr>
              <p14:cNvContentPartPr/>
              <p14:nvPr/>
            </p14:nvContentPartPr>
            <p14:xfrm>
              <a:off x="1416570" y="3959310"/>
              <a:ext cx="120600" cy="68760"/>
            </p14:xfrm>
          </p:contentPart>
        </mc:Choice>
        <mc:Fallback xmlns="">
          <p:pic>
            <p:nvPicPr>
              <p:cNvPr id="104" name="Ink 103">
                <a:extLst>
                  <a:ext uri="{FF2B5EF4-FFF2-40B4-BE49-F238E27FC236}">
                    <a16:creationId xmlns:a16="http://schemas.microsoft.com/office/drawing/2014/main" id="{FBED6CFE-173C-18F5-DC37-D6D884ABB1C6}"/>
                  </a:ext>
                </a:extLst>
              </p:cNvPr>
              <p:cNvPicPr/>
              <p:nvPr/>
            </p:nvPicPr>
            <p:blipFill>
              <a:blip r:embed="rId135"/>
              <a:stretch>
                <a:fillRect/>
              </a:stretch>
            </p:blipFill>
            <p:spPr>
              <a:xfrm>
                <a:off x="1410450" y="3953222"/>
                <a:ext cx="132840" cy="80936"/>
              </a:xfrm>
              <a:prstGeom prst="rect">
                <a:avLst/>
              </a:prstGeom>
            </p:spPr>
          </p:pic>
        </mc:Fallback>
      </mc:AlternateContent>
      <p:grpSp>
        <p:nvGrpSpPr>
          <p:cNvPr id="133" name="Group 132">
            <a:extLst>
              <a:ext uri="{FF2B5EF4-FFF2-40B4-BE49-F238E27FC236}">
                <a16:creationId xmlns:a16="http://schemas.microsoft.com/office/drawing/2014/main" id="{DC5B5EAD-219C-6032-5C82-2D7AB4348CEB}"/>
              </a:ext>
            </a:extLst>
          </p:cNvPr>
          <p:cNvGrpSpPr/>
          <p:nvPr/>
        </p:nvGrpSpPr>
        <p:grpSpPr>
          <a:xfrm>
            <a:off x="1239810" y="4193670"/>
            <a:ext cx="2059200" cy="1096200"/>
            <a:chOff x="1239810" y="4193670"/>
            <a:chExt cx="2059200" cy="1096200"/>
          </a:xfrm>
        </p:grpSpPr>
        <mc:AlternateContent xmlns:mc="http://schemas.openxmlformats.org/markup-compatibility/2006" xmlns:p14="http://schemas.microsoft.com/office/powerpoint/2010/main">
          <mc:Choice Requires="p14">
            <p:contentPart p14:bwMode="auto" r:id="rId136">
              <p14:nvContentPartPr>
                <p14:cNvPr id="108" name="Ink 107">
                  <a:extLst>
                    <a:ext uri="{FF2B5EF4-FFF2-40B4-BE49-F238E27FC236}">
                      <a16:creationId xmlns:a16="http://schemas.microsoft.com/office/drawing/2014/main" id="{501D20DF-AF94-6CFF-CA2B-059A1C4C5264}"/>
                    </a:ext>
                  </a:extLst>
                </p14:cNvPr>
                <p14:cNvContentPartPr/>
                <p14:nvPr/>
              </p14:nvContentPartPr>
              <p14:xfrm>
                <a:off x="1298850" y="5174310"/>
                <a:ext cx="31680" cy="115560"/>
              </p14:xfrm>
            </p:contentPart>
          </mc:Choice>
          <mc:Fallback xmlns="">
            <p:pic>
              <p:nvPicPr>
                <p:cNvPr id="108" name="Ink 107">
                  <a:extLst>
                    <a:ext uri="{FF2B5EF4-FFF2-40B4-BE49-F238E27FC236}">
                      <a16:creationId xmlns:a16="http://schemas.microsoft.com/office/drawing/2014/main" id="{501D20DF-AF94-6CFF-CA2B-059A1C4C5264}"/>
                    </a:ext>
                  </a:extLst>
                </p:cNvPr>
                <p:cNvPicPr/>
                <p:nvPr/>
              </p:nvPicPr>
              <p:blipFill>
                <a:blip r:embed="rId137"/>
                <a:stretch>
                  <a:fillRect/>
                </a:stretch>
              </p:blipFill>
              <p:spPr>
                <a:xfrm>
                  <a:off x="1292730" y="5168209"/>
                  <a:ext cx="43920" cy="127762"/>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13" name="Ink 112">
                  <a:extLst>
                    <a:ext uri="{FF2B5EF4-FFF2-40B4-BE49-F238E27FC236}">
                      <a16:creationId xmlns:a16="http://schemas.microsoft.com/office/drawing/2014/main" id="{673DF559-A2B7-91F6-74D4-9C4FE5C77B99}"/>
                    </a:ext>
                  </a:extLst>
                </p14:cNvPr>
                <p14:cNvContentPartPr/>
                <p14:nvPr/>
              </p14:nvContentPartPr>
              <p14:xfrm>
                <a:off x="3257970" y="4785510"/>
                <a:ext cx="15840" cy="93960"/>
              </p14:xfrm>
            </p:contentPart>
          </mc:Choice>
          <mc:Fallback xmlns="">
            <p:pic>
              <p:nvPicPr>
                <p:cNvPr id="113" name="Ink 112">
                  <a:extLst>
                    <a:ext uri="{FF2B5EF4-FFF2-40B4-BE49-F238E27FC236}">
                      <a16:creationId xmlns:a16="http://schemas.microsoft.com/office/drawing/2014/main" id="{673DF559-A2B7-91F6-74D4-9C4FE5C77B99}"/>
                    </a:ext>
                  </a:extLst>
                </p:cNvPr>
                <p:cNvPicPr/>
                <p:nvPr/>
              </p:nvPicPr>
              <p:blipFill>
                <a:blip r:embed="rId139"/>
                <a:stretch>
                  <a:fillRect/>
                </a:stretch>
              </p:blipFill>
              <p:spPr>
                <a:xfrm>
                  <a:off x="3251850" y="4779390"/>
                  <a:ext cx="280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5" name="Ink 104">
                  <a:extLst>
                    <a:ext uri="{FF2B5EF4-FFF2-40B4-BE49-F238E27FC236}">
                      <a16:creationId xmlns:a16="http://schemas.microsoft.com/office/drawing/2014/main" id="{2D4B8484-A632-0D54-2C17-47415723A008}"/>
                    </a:ext>
                  </a:extLst>
                </p14:cNvPr>
                <p14:cNvContentPartPr/>
                <p14:nvPr/>
              </p14:nvContentPartPr>
              <p14:xfrm>
                <a:off x="1351770" y="4221390"/>
                <a:ext cx="108000" cy="120240"/>
              </p14:xfrm>
            </p:contentPart>
          </mc:Choice>
          <mc:Fallback xmlns="">
            <p:pic>
              <p:nvPicPr>
                <p:cNvPr id="105" name="Ink 104">
                  <a:extLst>
                    <a:ext uri="{FF2B5EF4-FFF2-40B4-BE49-F238E27FC236}">
                      <a16:creationId xmlns:a16="http://schemas.microsoft.com/office/drawing/2014/main" id="{2D4B8484-A632-0D54-2C17-47415723A008}"/>
                    </a:ext>
                  </a:extLst>
                </p:cNvPr>
                <p:cNvPicPr/>
                <p:nvPr/>
              </p:nvPicPr>
              <p:blipFill>
                <a:blip r:embed="rId141"/>
                <a:stretch>
                  <a:fillRect/>
                </a:stretch>
              </p:blipFill>
              <p:spPr>
                <a:xfrm>
                  <a:off x="1345650" y="4215270"/>
                  <a:ext cx="1202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6" name="Ink 105">
                  <a:extLst>
                    <a:ext uri="{FF2B5EF4-FFF2-40B4-BE49-F238E27FC236}">
                      <a16:creationId xmlns:a16="http://schemas.microsoft.com/office/drawing/2014/main" id="{89B7906F-52E6-C3E3-AAB1-AFE858A1A8F2}"/>
                    </a:ext>
                  </a:extLst>
                </p14:cNvPr>
                <p14:cNvContentPartPr/>
                <p14:nvPr/>
              </p14:nvContentPartPr>
              <p14:xfrm>
                <a:off x="1239810" y="4629270"/>
                <a:ext cx="105480" cy="83520"/>
              </p14:xfrm>
            </p:contentPart>
          </mc:Choice>
          <mc:Fallback xmlns="">
            <p:pic>
              <p:nvPicPr>
                <p:cNvPr id="106" name="Ink 105">
                  <a:extLst>
                    <a:ext uri="{FF2B5EF4-FFF2-40B4-BE49-F238E27FC236}">
                      <a16:creationId xmlns:a16="http://schemas.microsoft.com/office/drawing/2014/main" id="{89B7906F-52E6-C3E3-AAB1-AFE858A1A8F2}"/>
                    </a:ext>
                  </a:extLst>
                </p:cNvPr>
                <p:cNvPicPr/>
                <p:nvPr/>
              </p:nvPicPr>
              <p:blipFill>
                <a:blip r:embed="rId143"/>
                <a:stretch>
                  <a:fillRect/>
                </a:stretch>
              </p:blipFill>
              <p:spPr>
                <a:xfrm>
                  <a:off x="1233711" y="4623150"/>
                  <a:ext cx="117678"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7" name="Ink 106">
                  <a:extLst>
                    <a:ext uri="{FF2B5EF4-FFF2-40B4-BE49-F238E27FC236}">
                      <a16:creationId xmlns:a16="http://schemas.microsoft.com/office/drawing/2014/main" id="{4E3A29DC-6053-5B41-9622-0A49B5B7CD86}"/>
                    </a:ext>
                  </a:extLst>
                </p14:cNvPr>
                <p14:cNvContentPartPr/>
                <p14:nvPr/>
              </p14:nvContentPartPr>
              <p14:xfrm>
                <a:off x="1307130" y="4916550"/>
                <a:ext cx="90360" cy="67680"/>
              </p14:xfrm>
            </p:contentPart>
          </mc:Choice>
          <mc:Fallback xmlns="">
            <p:pic>
              <p:nvPicPr>
                <p:cNvPr id="107" name="Ink 106">
                  <a:extLst>
                    <a:ext uri="{FF2B5EF4-FFF2-40B4-BE49-F238E27FC236}">
                      <a16:creationId xmlns:a16="http://schemas.microsoft.com/office/drawing/2014/main" id="{4E3A29DC-6053-5B41-9622-0A49B5B7CD86}"/>
                    </a:ext>
                  </a:extLst>
                </p:cNvPr>
                <p:cNvPicPr/>
                <p:nvPr/>
              </p:nvPicPr>
              <p:blipFill>
                <a:blip r:embed="rId145"/>
                <a:stretch>
                  <a:fillRect/>
                </a:stretch>
              </p:blipFill>
              <p:spPr>
                <a:xfrm>
                  <a:off x="1300986" y="4910430"/>
                  <a:ext cx="102649"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9" name="Ink 108">
                  <a:extLst>
                    <a:ext uri="{FF2B5EF4-FFF2-40B4-BE49-F238E27FC236}">
                      <a16:creationId xmlns:a16="http://schemas.microsoft.com/office/drawing/2014/main" id="{3E1B1E7E-D450-9FEA-D5F0-9DFBCD4DE903}"/>
                    </a:ext>
                  </a:extLst>
                </p14:cNvPr>
                <p14:cNvContentPartPr/>
                <p14:nvPr/>
              </p14:nvContentPartPr>
              <p14:xfrm>
                <a:off x="1698810" y="4871910"/>
                <a:ext cx="72360" cy="111240"/>
              </p14:xfrm>
            </p:contentPart>
          </mc:Choice>
          <mc:Fallback xmlns="">
            <p:pic>
              <p:nvPicPr>
                <p:cNvPr id="109" name="Ink 108">
                  <a:extLst>
                    <a:ext uri="{FF2B5EF4-FFF2-40B4-BE49-F238E27FC236}">
                      <a16:creationId xmlns:a16="http://schemas.microsoft.com/office/drawing/2014/main" id="{3E1B1E7E-D450-9FEA-D5F0-9DFBCD4DE903}"/>
                    </a:ext>
                  </a:extLst>
                </p:cNvPr>
                <p:cNvPicPr/>
                <p:nvPr/>
              </p:nvPicPr>
              <p:blipFill>
                <a:blip r:embed="rId147"/>
                <a:stretch>
                  <a:fillRect/>
                </a:stretch>
              </p:blipFill>
              <p:spPr>
                <a:xfrm>
                  <a:off x="1692690" y="4865810"/>
                  <a:ext cx="84600" cy="123441"/>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10" name="Ink 109">
                  <a:extLst>
                    <a:ext uri="{FF2B5EF4-FFF2-40B4-BE49-F238E27FC236}">
                      <a16:creationId xmlns:a16="http://schemas.microsoft.com/office/drawing/2014/main" id="{F880905B-B6C2-56AF-6D80-B57BF2133F8D}"/>
                    </a:ext>
                  </a:extLst>
                </p14:cNvPr>
                <p14:cNvContentPartPr/>
                <p14:nvPr/>
              </p14:nvContentPartPr>
              <p14:xfrm>
                <a:off x="2036130" y="4861830"/>
                <a:ext cx="110160" cy="72000"/>
              </p14:xfrm>
            </p:contentPart>
          </mc:Choice>
          <mc:Fallback xmlns="">
            <p:pic>
              <p:nvPicPr>
                <p:cNvPr id="110" name="Ink 109">
                  <a:extLst>
                    <a:ext uri="{FF2B5EF4-FFF2-40B4-BE49-F238E27FC236}">
                      <a16:creationId xmlns:a16="http://schemas.microsoft.com/office/drawing/2014/main" id="{F880905B-B6C2-56AF-6D80-B57BF2133F8D}"/>
                    </a:ext>
                  </a:extLst>
                </p:cNvPr>
                <p:cNvPicPr/>
                <p:nvPr/>
              </p:nvPicPr>
              <p:blipFill>
                <a:blip r:embed="rId149"/>
                <a:stretch>
                  <a:fillRect/>
                </a:stretch>
              </p:blipFill>
              <p:spPr>
                <a:xfrm>
                  <a:off x="2030010" y="4855740"/>
                  <a:ext cx="122400" cy="84179"/>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11" name="Ink 110">
                  <a:extLst>
                    <a:ext uri="{FF2B5EF4-FFF2-40B4-BE49-F238E27FC236}">
                      <a16:creationId xmlns:a16="http://schemas.microsoft.com/office/drawing/2014/main" id="{621A2FBB-86DA-23CC-117C-8C7D62DFFAB7}"/>
                    </a:ext>
                  </a:extLst>
                </p14:cNvPr>
                <p14:cNvContentPartPr/>
                <p14:nvPr/>
              </p14:nvContentPartPr>
              <p14:xfrm>
                <a:off x="2467410" y="4836630"/>
                <a:ext cx="34920" cy="103680"/>
              </p14:xfrm>
            </p:contentPart>
          </mc:Choice>
          <mc:Fallback xmlns="">
            <p:pic>
              <p:nvPicPr>
                <p:cNvPr id="111" name="Ink 110">
                  <a:extLst>
                    <a:ext uri="{FF2B5EF4-FFF2-40B4-BE49-F238E27FC236}">
                      <a16:creationId xmlns:a16="http://schemas.microsoft.com/office/drawing/2014/main" id="{621A2FBB-86DA-23CC-117C-8C7D62DFFAB7}"/>
                    </a:ext>
                  </a:extLst>
                </p:cNvPr>
                <p:cNvPicPr/>
                <p:nvPr/>
              </p:nvPicPr>
              <p:blipFill>
                <a:blip r:embed="rId151"/>
                <a:stretch>
                  <a:fillRect/>
                </a:stretch>
              </p:blipFill>
              <p:spPr>
                <a:xfrm>
                  <a:off x="2461226" y="4830489"/>
                  <a:ext cx="47288" cy="115963"/>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12" name="Ink 111">
                  <a:extLst>
                    <a:ext uri="{FF2B5EF4-FFF2-40B4-BE49-F238E27FC236}">
                      <a16:creationId xmlns:a16="http://schemas.microsoft.com/office/drawing/2014/main" id="{DAC63E78-EE9F-442F-77CA-B3BF9FF3DC97}"/>
                    </a:ext>
                  </a:extLst>
                </p14:cNvPr>
                <p14:cNvContentPartPr/>
                <p14:nvPr/>
              </p14:nvContentPartPr>
              <p14:xfrm>
                <a:off x="2831370" y="4820790"/>
                <a:ext cx="20880" cy="92160"/>
              </p14:xfrm>
            </p:contentPart>
          </mc:Choice>
          <mc:Fallback xmlns="">
            <p:pic>
              <p:nvPicPr>
                <p:cNvPr id="112" name="Ink 111">
                  <a:extLst>
                    <a:ext uri="{FF2B5EF4-FFF2-40B4-BE49-F238E27FC236}">
                      <a16:creationId xmlns:a16="http://schemas.microsoft.com/office/drawing/2014/main" id="{DAC63E78-EE9F-442F-77CA-B3BF9FF3DC97}"/>
                    </a:ext>
                  </a:extLst>
                </p:cNvPr>
                <p:cNvPicPr/>
                <p:nvPr/>
              </p:nvPicPr>
              <p:blipFill>
                <a:blip r:embed="rId153"/>
                <a:stretch>
                  <a:fillRect/>
                </a:stretch>
              </p:blipFill>
              <p:spPr>
                <a:xfrm>
                  <a:off x="2825143" y="4814670"/>
                  <a:ext cx="33335"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5" name="Ink 114">
                  <a:extLst>
                    <a:ext uri="{FF2B5EF4-FFF2-40B4-BE49-F238E27FC236}">
                      <a16:creationId xmlns:a16="http://schemas.microsoft.com/office/drawing/2014/main" id="{78988FC0-B0DB-7FC8-31BA-B81BB04BD63E}"/>
                    </a:ext>
                  </a:extLst>
                </p14:cNvPr>
                <p14:cNvContentPartPr/>
                <p14:nvPr/>
              </p14:nvContentPartPr>
              <p14:xfrm>
                <a:off x="2108130" y="4502550"/>
                <a:ext cx="63000" cy="150840"/>
              </p14:xfrm>
            </p:contentPart>
          </mc:Choice>
          <mc:Fallback xmlns="">
            <p:pic>
              <p:nvPicPr>
                <p:cNvPr id="115" name="Ink 114">
                  <a:extLst>
                    <a:ext uri="{FF2B5EF4-FFF2-40B4-BE49-F238E27FC236}">
                      <a16:creationId xmlns:a16="http://schemas.microsoft.com/office/drawing/2014/main" id="{78988FC0-B0DB-7FC8-31BA-B81BB04BD63E}"/>
                    </a:ext>
                  </a:extLst>
                </p:cNvPr>
                <p:cNvPicPr/>
                <p:nvPr/>
              </p:nvPicPr>
              <p:blipFill>
                <a:blip r:embed="rId155"/>
                <a:stretch>
                  <a:fillRect/>
                </a:stretch>
              </p:blipFill>
              <p:spPr>
                <a:xfrm>
                  <a:off x="2102045" y="4496430"/>
                  <a:ext cx="7517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16" name="Ink 115">
                  <a:extLst>
                    <a:ext uri="{FF2B5EF4-FFF2-40B4-BE49-F238E27FC236}">
                      <a16:creationId xmlns:a16="http://schemas.microsoft.com/office/drawing/2014/main" id="{F19E9413-E2F5-C166-B86F-01854ADD4C81}"/>
                    </a:ext>
                  </a:extLst>
                </p14:cNvPr>
                <p14:cNvContentPartPr/>
                <p14:nvPr/>
              </p14:nvContentPartPr>
              <p14:xfrm>
                <a:off x="1692330" y="4502190"/>
                <a:ext cx="37800" cy="111960"/>
              </p14:xfrm>
            </p:contentPart>
          </mc:Choice>
          <mc:Fallback xmlns="">
            <p:pic>
              <p:nvPicPr>
                <p:cNvPr id="116" name="Ink 115">
                  <a:extLst>
                    <a:ext uri="{FF2B5EF4-FFF2-40B4-BE49-F238E27FC236}">
                      <a16:creationId xmlns:a16="http://schemas.microsoft.com/office/drawing/2014/main" id="{F19E9413-E2F5-C166-B86F-01854ADD4C81}"/>
                    </a:ext>
                  </a:extLst>
                </p:cNvPr>
                <p:cNvPicPr/>
                <p:nvPr/>
              </p:nvPicPr>
              <p:blipFill>
                <a:blip r:embed="rId157"/>
                <a:stretch>
                  <a:fillRect/>
                </a:stretch>
              </p:blipFill>
              <p:spPr>
                <a:xfrm>
                  <a:off x="1686210" y="4496070"/>
                  <a:ext cx="500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8" name="Ink 117">
                  <a:extLst>
                    <a:ext uri="{FF2B5EF4-FFF2-40B4-BE49-F238E27FC236}">
                      <a16:creationId xmlns:a16="http://schemas.microsoft.com/office/drawing/2014/main" id="{ACA5499F-7C61-0879-5B3B-227109CB30FE}"/>
                    </a:ext>
                  </a:extLst>
                </p14:cNvPr>
                <p14:cNvContentPartPr/>
                <p14:nvPr/>
              </p14:nvContentPartPr>
              <p14:xfrm>
                <a:off x="2447970" y="4535670"/>
                <a:ext cx="129240" cy="69480"/>
              </p14:xfrm>
            </p:contentPart>
          </mc:Choice>
          <mc:Fallback xmlns="">
            <p:pic>
              <p:nvPicPr>
                <p:cNvPr id="118" name="Ink 117">
                  <a:extLst>
                    <a:ext uri="{FF2B5EF4-FFF2-40B4-BE49-F238E27FC236}">
                      <a16:creationId xmlns:a16="http://schemas.microsoft.com/office/drawing/2014/main" id="{ACA5499F-7C61-0879-5B3B-227109CB30FE}"/>
                    </a:ext>
                  </a:extLst>
                </p:cNvPr>
                <p:cNvPicPr/>
                <p:nvPr/>
              </p:nvPicPr>
              <p:blipFill>
                <a:blip r:embed="rId159"/>
                <a:stretch>
                  <a:fillRect/>
                </a:stretch>
              </p:blipFill>
              <p:spPr>
                <a:xfrm>
                  <a:off x="2441867" y="4529582"/>
                  <a:ext cx="141446" cy="81657"/>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9" name="Ink 118">
                  <a:extLst>
                    <a:ext uri="{FF2B5EF4-FFF2-40B4-BE49-F238E27FC236}">
                      <a16:creationId xmlns:a16="http://schemas.microsoft.com/office/drawing/2014/main" id="{E0416542-3341-6DAC-EA4F-5D1B35AF9D59}"/>
                    </a:ext>
                  </a:extLst>
                </p14:cNvPr>
                <p14:cNvContentPartPr/>
                <p14:nvPr/>
              </p14:nvContentPartPr>
              <p14:xfrm>
                <a:off x="2848650" y="4503990"/>
                <a:ext cx="93600" cy="78120"/>
              </p14:xfrm>
            </p:contentPart>
          </mc:Choice>
          <mc:Fallback xmlns="">
            <p:pic>
              <p:nvPicPr>
                <p:cNvPr id="119" name="Ink 118">
                  <a:extLst>
                    <a:ext uri="{FF2B5EF4-FFF2-40B4-BE49-F238E27FC236}">
                      <a16:creationId xmlns:a16="http://schemas.microsoft.com/office/drawing/2014/main" id="{E0416542-3341-6DAC-EA4F-5D1B35AF9D59}"/>
                    </a:ext>
                  </a:extLst>
                </p:cNvPr>
                <p:cNvPicPr/>
                <p:nvPr/>
              </p:nvPicPr>
              <p:blipFill>
                <a:blip r:embed="rId161"/>
                <a:stretch>
                  <a:fillRect/>
                </a:stretch>
              </p:blipFill>
              <p:spPr>
                <a:xfrm>
                  <a:off x="2842530" y="4497870"/>
                  <a:ext cx="10584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20" name="Ink 119">
                  <a:extLst>
                    <a:ext uri="{FF2B5EF4-FFF2-40B4-BE49-F238E27FC236}">
                      <a16:creationId xmlns:a16="http://schemas.microsoft.com/office/drawing/2014/main" id="{7B2F6DF0-5428-8BEA-D360-127B9D4120BB}"/>
                    </a:ext>
                  </a:extLst>
                </p14:cNvPr>
                <p14:cNvContentPartPr/>
                <p14:nvPr/>
              </p14:nvContentPartPr>
              <p14:xfrm>
                <a:off x="3251850" y="4488510"/>
                <a:ext cx="47160" cy="122040"/>
              </p14:xfrm>
            </p:contentPart>
          </mc:Choice>
          <mc:Fallback xmlns="">
            <p:pic>
              <p:nvPicPr>
                <p:cNvPr id="120" name="Ink 119">
                  <a:extLst>
                    <a:ext uri="{FF2B5EF4-FFF2-40B4-BE49-F238E27FC236}">
                      <a16:creationId xmlns:a16="http://schemas.microsoft.com/office/drawing/2014/main" id="{7B2F6DF0-5428-8BEA-D360-127B9D4120BB}"/>
                    </a:ext>
                  </a:extLst>
                </p:cNvPr>
                <p:cNvPicPr/>
                <p:nvPr/>
              </p:nvPicPr>
              <p:blipFill>
                <a:blip r:embed="rId163"/>
                <a:stretch>
                  <a:fillRect/>
                </a:stretch>
              </p:blipFill>
              <p:spPr>
                <a:xfrm>
                  <a:off x="3245776" y="4482408"/>
                  <a:ext cx="59307" cy="134244"/>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22" name="Ink 121">
                  <a:extLst>
                    <a:ext uri="{FF2B5EF4-FFF2-40B4-BE49-F238E27FC236}">
                      <a16:creationId xmlns:a16="http://schemas.microsoft.com/office/drawing/2014/main" id="{B2C82B47-A829-1752-B7FA-B6AE25E005C8}"/>
                    </a:ext>
                  </a:extLst>
                </p14:cNvPr>
                <p14:cNvContentPartPr/>
                <p14:nvPr/>
              </p14:nvContentPartPr>
              <p14:xfrm>
                <a:off x="2170410" y="4240830"/>
                <a:ext cx="153720" cy="88560"/>
              </p14:xfrm>
            </p:contentPart>
          </mc:Choice>
          <mc:Fallback xmlns="">
            <p:pic>
              <p:nvPicPr>
                <p:cNvPr id="122" name="Ink 121">
                  <a:extLst>
                    <a:ext uri="{FF2B5EF4-FFF2-40B4-BE49-F238E27FC236}">
                      <a16:creationId xmlns:a16="http://schemas.microsoft.com/office/drawing/2014/main" id="{B2C82B47-A829-1752-B7FA-B6AE25E005C8}"/>
                    </a:ext>
                  </a:extLst>
                </p:cNvPr>
                <p:cNvPicPr/>
                <p:nvPr/>
              </p:nvPicPr>
              <p:blipFill>
                <a:blip r:embed="rId165"/>
                <a:stretch>
                  <a:fillRect/>
                </a:stretch>
              </p:blipFill>
              <p:spPr>
                <a:xfrm>
                  <a:off x="2164276" y="4234710"/>
                  <a:ext cx="165989"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23" name="Ink 122">
                  <a:extLst>
                    <a:ext uri="{FF2B5EF4-FFF2-40B4-BE49-F238E27FC236}">
                      <a16:creationId xmlns:a16="http://schemas.microsoft.com/office/drawing/2014/main" id="{95FEC835-8F9B-6DCB-E91E-08D642AB6AE4}"/>
                    </a:ext>
                  </a:extLst>
                </p14:cNvPr>
                <p14:cNvContentPartPr/>
                <p14:nvPr/>
              </p14:nvContentPartPr>
              <p14:xfrm>
                <a:off x="2614290" y="4228950"/>
                <a:ext cx="116280" cy="65160"/>
              </p14:xfrm>
            </p:contentPart>
          </mc:Choice>
          <mc:Fallback xmlns="">
            <p:pic>
              <p:nvPicPr>
                <p:cNvPr id="123" name="Ink 122">
                  <a:extLst>
                    <a:ext uri="{FF2B5EF4-FFF2-40B4-BE49-F238E27FC236}">
                      <a16:creationId xmlns:a16="http://schemas.microsoft.com/office/drawing/2014/main" id="{95FEC835-8F9B-6DCB-E91E-08D642AB6AE4}"/>
                    </a:ext>
                  </a:extLst>
                </p:cNvPr>
                <p:cNvPicPr/>
                <p:nvPr/>
              </p:nvPicPr>
              <p:blipFill>
                <a:blip r:embed="rId167"/>
                <a:stretch>
                  <a:fillRect/>
                </a:stretch>
              </p:blipFill>
              <p:spPr>
                <a:xfrm>
                  <a:off x="2608170" y="4222830"/>
                  <a:ext cx="1285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24" name="Ink 123">
                  <a:extLst>
                    <a:ext uri="{FF2B5EF4-FFF2-40B4-BE49-F238E27FC236}">
                      <a16:creationId xmlns:a16="http://schemas.microsoft.com/office/drawing/2014/main" id="{6CD269EF-47D2-EB4A-3465-A5338E804F50}"/>
                    </a:ext>
                  </a:extLst>
                </p14:cNvPr>
                <p14:cNvContentPartPr/>
                <p14:nvPr/>
              </p14:nvContentPartPr>
              <p14:xfrm>
                <a:off x="2919930" y="4193670"/>
                <a:ext cx="47880" cy="109080"/>
              </p14:xfrm>
            </p:contentPart>
          </mc:Choice>
          <mc:Fallback xmlns="">
            <p:pic>
              <p:nvPicPr>
                <p:cNvPr id="124" name="Ink 123">
                  <a:extLst>
                    <a:ext uri="{FF2B5EF4-FFF2-40B4-BE49-F238E27FC236}">
                      <a16:creationId xmlns:a16="http://schemas.microsoft.com/office/drawing/2014/main" id="{6CD269EF-47D2-EB4A-3465-A5338E804F50}"/>
                    </a:ext>
                  </a:extLst>
                </p:cNvPr>
                <p:cNvPicPr/>
                <p:nvPr/>
              </p:nvPicPr>
              <p:blipFill>
                <a:blip r:embed="rId169"/>
                <a:stretch>
                  <a:fillRect/>
                </a:stretch>
              </p:blipFill>
              <p:spPr>
                <a:xfrm>
                  <a:off x="2913856" y="4187550"/>
                  <a:ext cx="60029"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5" name="Ink 124">
                  <a:extLst>
                    <a:ext uri="{FF2B5EF4-FFF2-40B4-BE49-F238E27FC236}">
                      <a16:creationId xmlns:a16="http://schemas.microsoft.com/office/drawing/2014/main" id="{89E19F72-9583-C11F-75FB-7FE39705DDEC}"/>
                    </a:ext>
                  </a:extLst>
                </p14:cNvPr>
                <p14:cNvContentPartPr/>
                <p14:nvPr/>
              </p14:nvContentPartPr>
              <p14:xfrm>
                <a:off x="3186330" y="4197630"/>
                <a:ext cx="103680" cy="115560"/>
              </p14:xfrm>
            </p:contentPart>
          </mc:Choice>
          <mc:Fallback xmlns="">
            <p:pic>
              <p:nvPicPr>
                <p:cNvPr id="125" name="Ink 124">
                  <a:extLst>
                    <a:ext uri="{FF2B5EF4-FFF2-40B4-BE49-F238E27FC236}">
                      <a16:creationId xmlns:a16="http://schemas.microsoft.com/office/drawing/2014/main" id="{89E19F72-9583-C11F-75FB-7FE39705DDEC}"/>
                    </a:ext>
                  </a:extLst>
                </p:cNvPr>
                <p:cNvPicPr/>
                <p:nvPr/>
              </p:nvPicPr>
              <p:blipFill>
                <a:blip r:embed="rId171"/>
                <a:stretch>
                  <a:fillRect/>
                </a:stretch>
              </p:blipFill>
              <p:spPr>
                <a:xfrm>
                  <a:off x="3180210" y="4191510"/>
                  <a:ext cx="1159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26" name="Ink 125">
                  <a:extLst>
                    <a:ext uri="{FF2B5EF4-FFF2-40B4-BE49-F238E27FC236}">
                      <a16:creationId xmlns:a16="http://schemas.microsoft.com/office/drawing/2014/main" id="{9C59E91D-A0EB-7A5D-7CCD-9AA00BAD98F5}"/>
                    </a:ext>
                  </a:extLst>
                </p14:cNvPr>
                <p14:cNvContentPartPr/>
                <p14:nvPr/>
              </p14:nvContentPartPr>
              <p14:xfrm>
                <a:off x="1845690" y="4213470"/>
                <a:ext cx="47520" cy="119520"/>
              </p14:xfrm>
            </p:contentPart>
          </mc:Choice>
          <mc:Fallback xmlns="">
            <p:pic>
              <p:nvPicPr>
                <p:cNvPr id="126" name="Ink 125">
                  <a:extLst>
                    <a:ext uri="{FF2B5EF4-FFF2-40B4-BE49-F238E27FC236}">
                      <a16:creationId xmlns:a16="http://schemas.microsoft.com/office/drawing/2014/main" id="{9C59E91D-A0EB-7A5D-7CCD-9AA00BAD98F5}"/>
                    </a:ext>
                  </a:extLst>
                </p:cNvPr>
                <p:cNvPicPr/>
                <p:nvPr/>
              </p:nvPicPr>
              <p:blipFill>
                <a:blip r:embed="rId173"/>
                <a:stretch>
                  <a:fillRect/>
                </a:stretch>
              </p:blipFill>
              <p:spPr>
                <a:xfrm>
                  <a:off x="1839616" y="4207350"/>
                  <a:ext cx="59668"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8" name="Ink 127">
                  <a:extLst>
                    <a:ext uri="{FF2B5EF4-FFF2-40B4-BE49-F238E27FC236}">
                      <a16:creationId xmlns:a16="http://schemas.microsoft.com/office/drawing/2014/main" id="{05F14073-E284-E9BA-74A0-12CAAD55BBE6}"/>
                    </a:ext>
                  </a:extLst>
                </p14:cNvPr>
                <p14:cNvContentPartPr/>
                <p14:nvPr/>
              </p14:nvContentPartPr>
              <p14:xfrm>
                <a:off x="1664250" y="5182230"/>
                <a:ext cx="70920" cy="104040"/>
              </p14:xfrm>
            </p:contentPart>
          </mc:Choice>
          <mc:Fallback xmlns="">
            <p:pic>
              <p:nvPicPr>
                <p:cNvPr id="128" name="Ink 127">
                  <a:extLst>
                    <a:ext uri="{FF2B5EF4-FFF2-40B4-BE49-F238E27FC236}">
                      <a16:creationId xmlns:a16="http://schemas.microsoft.com/office/drawing/2014/main" id="{05F14073-E284-E9BA-74A0-12CAAD55BBE6}"/>
                    </a:ext>
                  </a:extLst>
                </p:cNvPr>
                <p:cNvPicPr/>
                <p:nvPr/>
              </p:nvPicPr>
              <p:blipFill>
                <a:blip r:embed="rId175"/>
                <a:stretch>
                  <a:fillRect/>
                </a:stretch>
              </p:blipFill>
              <p:spPr>
                <a:xfrm>
                  <a:off x="1658099" y="5176110"/>
                  <a:ext cx="83222"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9" name="Ink 128">
                  <a:extLst>
                    <a:ext uri="{FF2B5EF4-FFF2-40B4-BE49-F238E27FC236}">
                      <a16:creationId xmlns:a16="http://schemas.microsoft.com/office/drawing/2014/main" id="{D8BF8720-757D-C9CD-5F39-F5C9437534DF}"/>
                    </a:ext>
                  </a:extLst>
                </p14:cNvPr>
                <p14:cNvContentPartPr/>
                <p14:nvPr/>
              </p14:nvContentPartPr>
              <p14:xfrm>
                <a:off x="1998330" y="5134710"/>
                <a:ext cx="124560" cy="69480"/>
              </p14:xfrm>
            </p:contentPart>
          </mc:Choice>
          <mc:Fallback xmlns="">
            <p:pic>
              <p:nvPicPr>
                <p:cNvPr id="129" name="Ink 128">
                  <a:extLst>
                    <a:ext uri="{FF2B5EF4-FFF2-40B4-BE49-F238E27FC236}">
                      <a16:creationId xmlns:a16="http://schemas.microsoft.com/office/drawing/2014/main" id="{D8BF8720-757D-C9CD-5F39-F5C9437534DF}"/>
                    </a:ext>
                  </a:extLst>
                </p:cNvPr>
                <p:cNvPicPr/>
                <p:nvPr/>
              </p:nvPicPr>
              <p:blipFill>
                <a:blip r:embed="rId177"/>
                <a:stretch>
                  <a:fillRect/>
                </a:stretch>
              </p:blipFill>
              <p:spPr>
                <a:xfrm>
                  <a:off x="1992210" y="5128590"/>
                  <a:ext cx="13680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30" name="Ink 129">
                  <a:extLst>
                    <a:ext uri="{FF2B5EF4-FFF2-40B4-BE49-F238E27FC236}">
                      <a16:creationId xmlns:a16="http://schemas.microsoft.com/office/drawing/2014/main" id="{08B72E93-362D-23E6-2B74-72BA376A3FEB}"/>
                    </a:ext>
                  </a:extLst>
                </p14:cNvPr>
                <p14:cNvContentPartPr/>
                <p14:nvPr/>
              </p14:nvContentPartPr>
              <p14:xfrm>
                <a:off x="2426730" y="5130030"/>
                <a:ext cx="84960" cy="132480"/>
              </p14:xfrm>
            </p:contentPart>
          </mc:Choice>
          <mc:Fallback xmlns="">
            <p:pic>
              <p:nvPicPr>
                <p:cNvPr id="130" name="Ink 129">
                  <a:extLst>
                    <a:ext uri="{FF2B5EF4-FFF2-40B4-BE49-F238E27FC236}">
                      <a16:creationId xmlns:a16="http://schemas.microsoft.com/office/drawing/2014/main" id="{08B72E93-362D-23E6-2B74-72BA376A3FEB}"/>
                    </a:ext>
                  </a:extLst>
                </p:cNvPr>
                <p:cNvPicPr/>
                <p:nvPr/>
              </p:nvPicPr>
              <p:blipFill>
                <a:blip r:embed="rId179"/>
                <a:stretch>
                  <a:fillRect/>
                </a:stretch>
              </p:blipFill>
              <p:spPr>
                <a:xfrm>
                  <a:off x="2420584" y="5123910"/>
                  <a:ext cx="97252"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31" name="Ink 130">
                  <a:extLst>
                    <a:ext uri="{FF2B5EF4-FFF2-40B4-BE49-F238E27FC236}">
                      <a16:creationId xmlns:a16="http://schemas.microsoft.com/office/drawing/2014/main" id="{67AC6DA2-E85B-9DB2-71A9-DB149B633B5C}"/>
                    </a:ext>
                  </a:extLst>
                </p14:cNvPr>
                <p14:cNvContentPartPr/>
                <p14:nvPr/>
              </p14:nvContentPartPr>
              <p14:xfrm>
                <a:off x="2751450" y="5148750"/>
                <a:ext cx="85320" cy="120240"/>
              </p14:xfrm>
            </p:contentPart>
          </mc:Choice>
          <mc:Fallback xmlns="">
            <p:pic>
              <p:nvPicPr>
                <p:cNvPr id="131" name="Ink 130">
                  <a:extLst>
                    <a:ext uri="{FF2B5EF4-FFF2-40B4-BE49-F238E27FC236}">
                      <a16:creationId xmlns:a16="http://schemas.microsoft.com/office/drawing/2014/main" id="{67AC6DA2-E85B-9DB2-71A9-DB149B633B5C}"/>
                    </a:ext>
                  </a:extLst>
                </p:cNvPr>
                <p:cNvPicPr/>
                <p:nvPr/>
              </p:nvPicPr>
              <p:blipFill>
                <a:blip r:embed="rId181"/>
                <a:stretch>
                  <a:fillRect/>
                </a:stretch>
              </p:blipFill>
              <p:spPr>
                <a:xfrm>
                  <a:off x="2745330" y="5142630"/>
                  <a:ext cx="975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32" name="Ink 131">
                  <a:extLst>
                    <a:ext uri="{FF2B5EF4-FFF2-40B4-BE49-F238E27FC236}">
                      <a16:creationId xmlns:a16="http://schemas.microsoft.com/office/drawing/2014/main" id="{4E6EF093-9F59-C125-986C-9F1F1516A7A7}"/>
                    </a:ext>
                  </a:extLst>
                </p14:cNvPr>
                <p14:cNvContentPartPr/>
                <p14:nvPr/>
              </p14:nvContentPartPr>
              <p14:xfrm>
                <a:off x="3070770" y="5160630"/>
                <a:ext cx="124560" cy="72720"/>
              </p14:xfrm>
            </p:contentPart>
          </mc:Choice>
          <mc:Fallback xmlns="">
            <p:pic>
              <p:nvPicPr>
                <p:cNvPr id="132" name="Ink 131">
                  <a:extLst>
                    <a:ext uri="{FF2B5EF4-FFF2-40B4-BE49-F238E27FC236}">
                      <a16:creationId xmlns:a16="http://schemas.microsoft.com/office/drawing/2014/main" id="{4E6EF093-9F59-C125-986C-9F1F1516A7A7}"/>
                    </a:ext>
                  </a:extLst>
                </p:cNvPr>
                <p:cNvPicPr/>
                <p:nvPr/>
              </p:nvPicPr>
              <p:blipFill>
                <a:blip r:embed="rId183"/>
                <a:stretch>
                  <a:fillRect/>
                </a:stretch>
              </p:blipFill>
              <p:spPr>
                <a:xfrm>
                  <a:off x="3064650" y="5154510"/>
                  <a:ext cx="136800" cy="84960"/>
                </a:xfrm>
                <a:prstGeom prst="rect">
                  <a:avLst/>
                </a:prstGeom>
              </p:spPr>
            </p:pic>
          </mc:Fallback>
        </mc:AlternateContent>
      </p:grpSp>
      <p:grpSp>
        <p:nvGrpSpPr>
          <p:cNvPr id="145" name="Group 144">
            <a:extLst>
              <a:ext uri="{FF2B5EF4-FFF2-40B4-BE49-F238E27FC236}">
                <a16:creationId xmlns:a16="http://schemas.microsoft.com/office/drawing/2014/main" id="{B20CDC71-4185-D066-F788-8873C9DD3541}"/>
              </a:ext>
            </a:extLst>
          </p:cNvPr>
          <p:cNvGrpSpPr/>
          <p:nvPr/>
        </p:nvGrpSpPr>
        <p:grpSpPr>
          <a:xfrm>
            <a:off x="4601850" y="3775710"/>
            <a:ext cx="1206720" cy="1035720"/>
            <a:chOff x="4601850" y="3775710"/>
            <a:chExt cx="1206720" cy="1035720"/>
          </a:xfrm>
        </p:grpSpPr>
        <mc:AlternateContent xmlns:mc="http://schemas.openxmlformats.org/markup-compatibility/2006" xmlns:p14="http://schemas.microsoft.com/office/powerpoint/2010/main">
          <mc:Choice Requires="p14">
            <p:contentPart p14:bwMode="auto" r:id="rId184">
              <p14:nvContentPartPr>
                <p14:cNvPr id="63" name="Ink 62">
                  <a:extLst>
                    <a:ext uri="{FF2B5EF4-FFF2-40B4-BE49-F238E27FC236}">
                      <a16:creationId xmlns:a16="http://schemas.microsoft.com/office/drawing/2014/main" id="{331AEA7A-67A0-C8F5-5D80-7DD7B8FB0E61}"/>
                    </a:ext>
                  </a:extLst>
                </p14:cNvPr>
                <p14:cNvContentPartPr/>
                <p14:nvPr/>
              </p14:nvContentPartPr>
              <p14:xfrm>
                <a:off x="4601850" y="3810990"/>
                <a:ext cx="106560" cy="787320"/>
              </p14:xfrm>
            </p:contentPart>
          </mc:Choice>
          <mc:Fallback xmlns="">
            <p:pic>
              <p:nvPicPr>
                <p:cNvPr id="63" name="Ink 62">
                  <a:extLst>
                    <a:ext uri="{FF2B5EF4-FFF2-40B4-BE49-F238E27FC236}">
                      <a16:creationId xmlns:a16="http://schemas.microsoft.com/office/drawing/2014/main" id="{331AEA7A-67A0-C8F5-5D80-7DD7B8FB0E61}"/>
                    </a:ext>
                  </a:extLst>
                </p:cNvPr>
                <p:cNvPicPr/>
                <p:nvPr/>
              </p:nvPicPr>
              <p:blipFill>
                <a:blip r:embed="rId185"/>
                <a:stretch>
                  <a:fillRect/>
                </a:stretch>
              </p:blipFill>
              <p:spPr>
                <a:xfrm>
                  <a:off x="4595751" y="3804870"/>
                  <a:ext cx="118759" cy="7995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64" name="Ink 63">
                  <a:extLst>
                    <a:ext uri="{FF2B5EF4-FFF2-40B4-BE49-F238E27FC236}">
                      <a16:creationId xmlns:a16="http://schemas.microsoft.com/office/drawing/2014/main" id="{7A5BBEAF-6B07-F788-40D3-EA72F8440C4B}"/>
                    </a:ext>
                  </a:extLst>
                </p14:cNvPr>
                <p14:cNvContentPartPr/>
                <p14:nvPr/>
              </p14:nvContentPartPr>
              <p14:xfrm>
                <a:off x="4623810" y="3775710"/>
                <a:ext cx="1037880" cy="47520"/>
              </p14:xfrm>
            </p:contentPart>
          </mc:Choice>
          <mc:Fallback xmlns="">
            <p:pic>
              <p:nvPicPr>
                <p:cNvPr id="64" name="Ink 63">
                  <a:extLst>
                    <a:ext uri="{FF2B5EF4-FFF2-40B4-BE49-F238E27FC236}">
                      <a16:creationId xmlns:a16="http://schemas.microsoft.com/office/drawing/2014/main" id="{7A5BBEAF-6B07-F788-40D3-EA72F8440C4B}"/>
                    </a:ext>
                  </a:extLst>
                </p:cNvPr>
                <p:cNvPicPr/>
                <p:nvPr/>
              </p:nvPicPr>
              <p:blipFill>
                <a:blip r:embed="rId187"/>
                <a:stretch>
                  <a:fillRect/>
                </a:stretch>
              </p:blipFill>
              <p:spPr>
                <a:xfrm>
                  <a:off x="4617690" y="3769590"/>
                  <a:ext cx="105012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65" name="Ink 64">
                  <a:extLst>
                    <a:ext uri="{FF2B5EF4-FFF2-40B4-BE49-F238E27FC236}">
                      <a16:creationId xmlns:a16="http://schemas.microsoft.com/office/drawing/2014/main" id="{65591180-93F8-2DF2-E87A-77BF04BBA5EC}"/>
                    </a:ext>
                  </a:extLst>
                </p14:cNvPr>
                <p14:cNvContentPartPr/>
                <p14:nvPr/>
              </p14:nvContentPartPr>
              <p14:xfrm>
                <a:off x="4661250" y="4088190"/>
                <a:ext cx="1010880" cy="57240"/>
              </p14:xfrm>
            </p:contentPart>
          </mc:Choice>
          <mc:Fallback xmlns="">
            <p:pic>
              <p:nvPicPr>
                <p:cNvPr id="65" name="Ink 64">
                  <a:extLst>
                    <a:ext uri="{FF2B5EF4-FFF2-40B4-BE49-F238E27FC236}">
                      <a16:creationId xmlns:a16="http://schemas.microsoft.com/office/drawing/2014/main" id="{65591180-93F8-2DF2-E87A-77BF04BBA5EC}"/>
                    </a:ext>
                  </a:extLst>
                </p:cNvPr>
                <p:cNvPicPr/>
                <p:nvPr/>
              </p:nvPicPr>
              <p:blipFill>
                <a:blip r:embed="rId189"/>
                <a:stretch>
                  <a:fillRect/>
                </a:stretch>
              </p:blipFill>
              <p:spPr>
                <a:xfrm>
                  <a:off x="4655130" y="4082070"/>
                  <a:ext cx="102312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67" name="Ink 66">
                  <a:extLst>
                    <a:ext uri="{FF2B5EF4-FFF2-40B4-BE49-F238E27FC236}">
                      <a16:creationId xmlns:a16="http://schemas.microsoft.com/office/drawing/2014/main" id="{7046D01D-FD88-1C2E-7A5A-D7248946B687}"/>
                    </a:ext>
                  </a:extLst>
                </p14:cNvPr>
                <p14:cNvContentPartPr/>
                <p14:nvPr/>
              </p14:nvContentPartPr>
              <p14:xfrm>
                <a:off x="4698690" y="4416870"/>
                <a:ext cx="887760" cy="48960"/>
              </p14:xfrm>
            </p:contentPart>
          </mc:Choice>
          <mc:Fallback xmlns="">
            <p:pic>
              <p:nvPicPr>
                <p:cNvPr id="67" name="Ink 66">
                  <a:extLst>
                    <a:ext uri="{FF2B5EF4-FFF2-40B4-BE49-F238E27FC236}">
                      <a16:creationId xmlns:a16="http://schemas.microsoft.com/office/drawing/2014/main" id="{7046D01D-FD88-1C2E-7A5A-D7248946B687}"/>
                    </a:ext>
                  </a:extLst>
                </p:cNvPr>
                <p:cNvPicPr/>
                <p:nvPr/>
              </p:nvPicPr>
              <p:blipFill>
                <a:blip r:embed="rId191"/>
                <a:stretch>
                  <a:fillRect/>
                </a:stretch>
              </p:blipFill>
              <p:spPr>
                <a:xfrm>
                  <a:off x="4692570" y="4410750"/>
                  <a:ext cx="90000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68" name="Ink 67">
                  <a:extLst>
                    <a:ext uri="{FF2B5EF4-FFF2-40B4-BE49-F238E27FC236}">
                      <a16:creationId xmlns:a16="http://schemas.microsoft.com/office/drawing/2014/main" id="{85AB03C0-7165-F519-549E-FBE89B4A2BFE}"/>
                    </a:ext>
                  </a:extLst>
                </p14:cNvPr>
                <p14:cNvContentPartPr/>
                <p14:nvPr/>
              </p14:nvContentPartPr>
              <p14:xfrm>
                <a:off x="4667370" y="4564830"/>
                <a:ext cx="1034640" cy="246600"/>
              </p14:xfrm>
            </p:contentPart>
          </mc:Choice>
          <mc:Fallback xmlns="">
            <p:pic>
              <p:nvPicPr>
                <p:cNvPr id="68" name="Ink 67">
                  <a:extLst>
                    <a:ext uri="{FF2B5EF4-FFF2-40B4-BE49-F238E27FC236}">
                      <a16:creationId xmlns:a16="http://schemas.microsoft.com/office/drawing/2014/main" id="{85AB03C0-7165-F519-549E-FBE89B4A2BFE}"/>
                    </a:ext>
                  </a:extLst>
                </p:cNvPr>
                <p:cNvPicPr/>
                <p:nvPr/>
              </p:nvPicPr>
              <p:blipFill>
                <a:blip r:embed="rId193"/>
                <a:stretch>
                  <a:fillRect/>
                </a:stretch>
              </p:blipFill>
              <p:spPr>
                <a:xfrm>
                  <a:off x="4661250" y="4558701"/>
                  <a:ext cx="1046880" cy="258858"/>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70" name="Ink 69">
                  <a:extLst>
                    <a:ext uri="{FF2B5EF4-FFF2-40B4-BE49-F238E27FC236}">
                      <a16:creationId xmlns:a16="http://schemas.microsoft.com/office/drawing/2014/main" id="{536003D4-B5DC-87FC-7DDA-C7C1FE122B23}"/>
                    </a:ext>
                  </a:extLst>
                </p14:cNvPr>
                <p14:cNvContentPartPr/>
                <p14:nvPr/>
              </p14:nvContentPartPr>
              <p14:xfrm>
                <a:off x="5630010" y="3795510"/>
                <a:ext cx="178560" cy="973080"/>
              </p14:xfrm>
            </p:contentPart>
          </mc:Choice>
          <mc:Fallback xmlns="">
            <p:pic>
              <p:nvPicPr>
                <p:cNvPr id="70" name="Ink 69">
                  <a:extLst>
                    <a:ext uri="{FF2B5EF4-FFF2-40B4-BE49-F238E27FC236}">
                      <a16:creationId xmlns:a16="http://schemas.microsoft.com/office/drawing/2014/main" id="{536003D4-B5DC-87FC-7DDA-C7C1FE122B23}"/>
                    </a:ext>
                  </a:extLst>
                </p:cNvPr>
                <p:cNvPicPr/>
                <p:nvPr/>
              </p:nvPicPr>
              <p:blipFill>
                <a:blip r:embed="rId195"/>
                <a:stretch>
                  <a:fillRect/>
                </a:stretch>
              </p:blipFill>
              <p:spPr>
                <a:xfrm>
                  <a:off x="5623890" y="3789390"/>
                  <a:ext cx="190800" cy="9853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72" name="Ink 71">
                  <a:extLst>
                    <a:ext uri="{FF2B5EF4-FFF2-40B4-BE49-F238E27FC236}">
                      <a16:creationId xmlns:a16="http://schemas.microsoft.com/office/drawing/2014/main" id="{AB60E552-4943-AF72-7681-D8A25D9A993A}"/>
                    </a:ext>
                  </a:extLst>
                </p14:cNvPr>
                <p14:cNvContentPartPr/>
                <p14:nvPr/>
              </p14:nvContentPartPr>
              <p14:xfrm>
                <a:off x="4973730" y="3814950"/>
                <a:ext cx="248040" cy="980640"/>
              </p14:xfrm>
            </p:contentPart>
          </mc:Choice>
          <mc:Fallback xmlns="">
            <p:pic>
              <p:nvPicPr>
                <p:cNvPr id="72" name="Ink 71">
                  <a:extLst>
                    <a:ext uri="{FF2B5EF4-FFF2-40B4-BE49-F238E27FC236}">
                      <a16:creationId xmlns:a16="http://schemas.microsoft.com/office/drawing/2014/main" id="{AB60E552-4943-AF72-7681-D8A25D9A993A}"/>
                    </a:ext>
                  </a:extLst>
                </p:cNvPr>
                <p:cNvPicPr/>
                <p:nvPr/>
              </p:nvPicPr>
              <p:blipFill>
                <a:blip r:embed="rId197"/>
                <a:stretch>
                  <a:fillRect/>
                </a:stretch>
              </p:blipFill>
              <p:spPr>
                <a:xfrm>
                  <a:off x="4967619" y="3808832"/>
                  <a:ext cx="260262" cy="992876"/>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73" name="Ink 72">
                  <a:extLst>
                    <a:ext uri="{FF2B5EF4-FFF2-40B4-BE49-F238E27FC236}">
                      <a16:creationId xmlns:a16="http://schemas.microsoft.com/office/drawing/2014/main" id="{B8F4CA15-BD07-B63D-ED9C-1F03432432AF}"/>
                    </a:ext>
                  </a:extLst>
                </p14:cNvPr>
                <p14:cNvContentPartPr/>
                <p14:nvPr/>
              </p14:nvContentPartPr>
              <p14:xfrm>
                <a:off x="5316450" y="3818910"/>
                <a:ext cx="201240" cy="953280"/>
              </p14:xfrm>
            </p:contentPart>
          </mc:Choice>
          <mc:Fallback xmlns="">
            <p:pic>
              <p:nvPicPr>
                <p:cNvPr id="73" name="Ink 72">
                  <a:extLst>
                    <a:ext uri="{FF2B5EF4-FFF2-40B4-BE49-F238E27FC236}">
                      <a16:creationId xmlns:a16="http://schemas.microsoft.com/office/drawing/2014/main" id="{B8F4CA15-BD07-B63D-ED9C-1F03432432AF}"/>
                    </a:ext>
                  </a:extLst>
                </p:cNvPr>
                <p:cNvPicPr/>
                <p:nvPr/>
              </p:nvPicPr>
              <p:blipFill>
                <a:blip r:embed="rId199"/>
                <a:stretch>
                  <a:fillRect/>
                </a:stretch>
              </p:blipFill>
              <p:spPr>
                <a:xfrm>
                  <a:off x="5310330" y="3812790"/>
                  <a:ext cx="213480" cy="9655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4" name="Ink 133">
                  <a:extLst>
                    <a:ext uri="{FF2B5EF4-FFF2-40B4-BE49-F238E27FC236}">
                      <a16:creationId xmlns:a16="http://schemas.microsoft.com/office/drawing/2014/main" id="{B6C71783-CA82-45FC-222C-DA7F6EEC1FFE}"/>
                    </a:ext>
                  </a:extLst>
                </p14:cNvPr>
                <p14:cNvContentPartPr/>
                <p14:nvPr/>
              </p14:nvContentPartPr>
              <p14:xfrm>
                <a:off x="4804530" y="3947430"/>
                <a:ext cx="17640" cy="106200"/>
              </p14:xfrm>
            </p:contentPart>
          </mc:Choice>
          <mc:Fallback xmlns="">
            <p:pic>
              <p:nvPicPr>
                <p:cNvPr id="134" name="Ink 133">
                  <a:extLst>
                    <a:ext uri="{FF2B5EF4-FFF2-40B4-BE49-F238E27FC236}">
                      <a16:creationId xmlns:a16="http://schemas.microsoft.com/office/drawing/2014/main" id="{B6C71783-CA82-45FC-222C-DA7F6EEC1FFE}"/>
                    </a:ext>
                  </a:extLst>
                </p:cNvPr>
                <p:cNvPicPr/>
                <p:nvPr/>
              </p:nvPicPr>
              <p:blipFill>
                <a:blip r:embed="rId201"/>
                <a:stretch>
                  <a:fillRect/>
                </a:stretch>
              </p:blipFill>
              <p:spPr>
                <a:xfrm>
                  <a:off x="4798410" y="3941310"/>
                  <a:ext cx="298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5" name="Ink 134">
                  <a:extLst>
                    <a:ext uri="{FF2B5EF4-FFF2-40B4-BE49-F238E27FC236}">
                      <a16:creationId xmlns:a16="http://schemas.microsoft.com/office/drawing/2014/main" id="{745AF910-4963-AEBC-30D3-9C24D39FC134}"/>
                    </a:ext>
                  </a:extLst>
                </p14:cNvPr>
                <p14:cNvContentPartPr/>
                <p14:nvPr/>
              </p14:nvContentPartPr>
              <p14:xfrm>
                <a:off x="5145090" y="3943830"/>
                <a:ext cx="113400" cy="70560"/>
              </p14:xfrm>
            </p:contentPart>
          </mc:Choice>
          <mc:Fallback xmlns="">
            <p:pic>
              <p:nvPicPr>
                <p:cNvPr id="135" name="Ink 134">
                  <a:extLst>
                    <a:ext uri="{FF2B5EF4-FFF2-40B4-BE49-F238E27FC236}">
                      <a16:creationId xmlns:a16="http://schemas.microsoft.com/office/drawing/2014/main" id="{745AF910-4963-AEBC-30D3-9C24D39FC134}"/>
                    </a:ext>
                  </a:extLst>
                </p:cNvPr>
                <p:cNvPicPr/>
                <p:nvPr/>
              </p:nvPicPr>
              <p:blipFill>
                <a:blip r:embed="rId203"/>
                <a:stretch>
                  <a:fillRect/>
                </a:stretch>
              </p:blipFill>
              <p:spPr>
                <a:xfrm>
                  <a:off x="5138970" y="3937710"/>
                  <a:ext cx="12564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6" name="Ink 135">
                  <a:extLst>
                    <a:ext uri="{FF2B5EF4-FFF2-40B4-BE49-F238E27FC236}">
                      <a16:creationId xmlns:a16="http://schemas.microsoft.com/office/drawing/2014/main" id="{F8C1C799-3417-BE1E-DD61-AE8D5DD47858}"/>
                    </a:ext>
                  </a:extLst>
                </p14:cNvPr>
                <p14:cNvContentPartPr/>
                <p14:nvPr/>
              </p14:nvContentPartPr>
              <p14:xfrm>
                <a:off x="5586090" y="3905310"/>
                <a:ext cx="15120" cy="140400"/>
              </p14:xfrm>
            </p:contentPart>
          </mc:Choice>
          <mc:Fallback xmlns="">
            <p:pic>
              <p:nvPicPr>
                <p:cNvPr id="136" name="Ink 135">
                  <a:extLst>
                    <a:ext uri="{FF2B5EF4-FFF2-40B4-BE49-F238E27FC236}">
                      <a16:creationId xmlns:a16="http://schemas.microsoft.com/office/drawing/2014/main" id="{F8C1C799-3417-BE1E-DD61-AE8D5DD47858}"/>
                    </a:ext>
                  </a:extLst>
                </p:cNvPr>
                <p:cNvPicPr/>
                <p:nvPr/>
              </p:nvPicPr>
              <p:blipFill>
                <a:blip r:embed="rId205"/>
                <a:stretch>
                  <a:fillRect/>
                </a:stretch>
              </p:blipFill>
              <p:spPr>
                <a:xfrm>
                  <a:off x="5579970" y="3899190"/>
                  <a:ext cx="273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8" name="Ink 137">
                  <a:extLst>
                    <a:ext uri="{FF2B5EF4-FFF2-40B4-BE49-F238E27FC236}">
                      <a16:creationId xmlns:a16="http://schemas.microsoft.com/office/drawing/2014/main" id="{161F7CC6-2EF2-41F7-6E47-16F6E872C1B9}"/>
                    </a:ext>
                  </a:extLst>
                </p14:cNvPr>
                <p14:cNvContentPartPr/>
                <p14:nvPr/>
              </p14:nvContentPartPr>
              <p14:xfrm>
                <a:off x="5205570" y="4229670"/>
                <a:ext cx="37440" cy="109080"/>
              </p14:xfrm>
            </p:contentPart>
          </mc:Choice>
          <mc:Fallback xmlns="">
            <p:pic>
              <p:nvPicPr>
                <p:cNvPr id="138" name="Ink 137">
                  <a:extLst>
                    <a:ext uri="{FF2B5EF4-FFF2-40B4-BE49-F238E27FC236}">
                      <a16:creationId xmlns:a16="http://schemas.microsoft.com/office/drawing/2014/main" id="{161F7CC6-2EF2-41F7-6E47-16F6E872C1B9}"/>
                    </a:ext>
                  </a:extLst>
                </p:cNvPr>
                <p:cNvPicPr/>
                <p:nvPr/>
              </p:nvPicPr>
              <p:blipFill>
                <a:blip r:embed="rId207"/>
                <a:stretch>
                  <a:fillRect/>
                </a:stretch>
              </p:blipFill>
              <p:spPr>
                <a:xfrm>
                  <a:off x="5199508" y="4223530"/>
                  <a:ext cx="49563" cy="121361"/>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9" name="Ink 138">
                  <a:extLst>
                    <a:ext uri="{FF2B5EF4-FFF2-40B4-BE49-F238E27FC236}">
                      <a16:creationId xmlns:a16="http://schemas.microsoft.com/office/drawing/2014/main" id="{06163C9F-AA97-EF67-3829-4E37936CA552}"/>
                    </a:ext>
                  </a:extLst>
                </p14:cNvPr>
                <p14:cNvContentPartPr/>
                <p14:nvPr/>
              </p14:nvContentPartPr>
              <p14:xfrm>
                <a:off x="4757730" y="4267470"/>
                <a:ext cx="132480" cy="55440"/>
              </p14:xfrm>
            </p:contentPart>
          </mc:Choice>
          <mc:Fallback xmlns="">
            <p:pic>
              <p:nvPicPr>
                <p:cNvPr id="139" name="Ink 138">
                  <a:extLst>
                    <a:ext uri="{FF2B5EF4-FFF2-40B4-BE49-F238E27FC236}">
                      <a16:creationId xmlns:a16="http://schemas.microsoft.com/office/drawing/2014/main" id="{06163C9F-AA97-EF67-3829-4E37936CA552}"/>
                    </a:ext>
                  </a:extLst>
                </p:cNvPr>
                <p:cNvPicPr/>
                <p:nvPr/>
              </p:nvPicPr>
              <p:blipFill>
                <a:blip r:embed="rId209"/>
                <a:stretch>
                  <a:fillRect/>
                </a:stretch>
              </p:blipFill>
              <p:spPr>
                <a:xfrm>
                  <a:off x="4751610" y="4261350"/>
                  <a:ext cx="14472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40" name="Ink 139">
                  <a:extLst>
                    <a:ext uri="{FF2B5EF4-FFF2-40B4-BE49-F238E27FC236}">
                      <a16:creationId xmlns:a16="http://schemas.microsoft.com/office/drawing/2014/main" id="{7781DA3B-4084-E9B1-9EFA-BFF7B8FE7625}"/>
                    </a:ext>
                  </a:extLst>
                </p14:cNvPr>
                <p14:cNvContentPartPr/>
                <p14:nvPr/>
              </p14:nvContentPartPr>
              <p14:xfrm>
                <a:off x="5461170" y="4232910"/>
                <a:ext cx="164520" cy="66960"/>
              </p14:xfrm>
            </p:contentPart>
          </mc:Choice>
          <mc:Fallback xmlns="">
            <p:pic>
              <p:nvPicPr>
                <p:cNvPr id="140" name="Ink 139">
                  <a:extLst>
                    <a:ext uri="{FF2B5EF4-FFF2-40B4-BE49-F238E27FC236}">
                      <a16:creationId xmlns:a16="http://schemas.microsoft.com/office/drawing/2014/main" id="{7781DA3B-4084-E9B1-9EFA-BFF7B8FE7625}"/>
                    </a:ext>
                  </a:extLst>
                </p:cNvPr>
                <p:cNvPicPr/>
                <p:nvPr/>
              </p:nvPicPr>
              <p:blipFill>
                <a:blip r:embed="rId211"/>
                <a:stretch>
                  <a:fillRect/>
                </a:stretch>
              </p:blipFill>
              <p:spPr>
                <a:xfrm>
                  <a:off x="5455037" y="4226790"/>
                  <a:ext cx="176787"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42" name="Ink 141">
                  <a:extLst>
                    <a:ext uri="{FF2B5EF4-FFF2-40B4-BE49-F238E27FC236}">
                      <a16:creationId xmlns:a16="http://schemas.microsoft.com/office/drawing/2014/main" id="{34630422-2317-12BE-DF8D-E94212688114}"/>
                    </a:ext>
                  </a:extLst>
                </p14:cNvPr>
                <p14:cNvContentPartPr/>
                <p14:nvPr/>
              </p14:nvContentPartPr>
              <p14:xfrm>
                <a:off x="4992090" y="4557270"/>
                <a:ext cx="53640" cy="131040"/>
              </p14:xfrm>
            </p:contentPart>
          </mc:Choice>
          <mc:Fallback xmlns="">
            <p:pic>
              <p:nvPicPr>
                <p:cNvPr id="142" name="Ink 141">
                  <a:extLst>
                    <a:ext uri="{FF2B5EF4-FFF2-40B4-BE49-F238E27FC236}">
                      <a16:creationId xmlns:a16="http://schemas.microsoft.com/office/drawing/2014/main" id="{34630422-2317-12BE-DF8D-E94212688114}"/>
                    </a:ext>
                  </a:extLst>
                </p:cNvPr>
                <p:cNvPicPr/>
                <p:nvPr/>
              </p:nvPicPr>
              <p:blipFill>
                <a:blip r:embed="rId213"/>
                <a:stretch>
                  <a:fillRect/>
                </a:stretch>
              </p:blipFill>
              <p:spPr>
                <a:xfrm>
                  <a:off x="4985970" y="4551167"/>
                  <a:ext cx="65880" cy="143246"/>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3" name="Ink 142">
                  <a:extLst>
                    <a:ext uri="{FF2B5EF4-FFF2-40B4-BE49-F238E27FC236}">
                      <a16:creationId xmlns:a16="http://schemas.microsoft.com/office/drawing/2014/main" id="{E2C69F3D-5D03-B816-961D-04113B88DF63}"/>
                    </a:ext>
                  </a:extLst>
                </p14:cNvPr>
                <p14:cNvContentPartPr/>
                <p14:nvPr/>
              </p14:nvContentPartPr>
              <p14:xfrm>
                <a:off x="5264250" y="4554390"/>
                <a:ext cx="100440" cy="97560"/>
              </p14:xfrm>
            </p:contentPart>
          </mc:Choice>
          <mc:Fallback xmlns="">
            <p:pic>
              <p:nvPicPr>
                <p:cNvPr id="143" name="Ink 142">
                  <a:extLst>
                    <a:ext uri="{FF2B5EF4-FFF2-40B4-BE49-F238E27FC236}">
                      <a16:creationId xmlns:a16="http://schemas.microsoft.com/office/drawing/2014/main" id="{E2C69F3D-5D03-B816-961D-04113B88DF63}"/>
                    </a:ext>
                  </a:extLst>
                </p:cNvPr>
                <p:cNvPicPr/>
                <p:nvPr/>
              </p:nvPicPr>
              <p:blipFill>
                <a:blip r:embed="rId215"/>
                <a:stretch>
                  <a:fillRect/>
                </a:stretch>
              </p:blipFill>
              <p:spPr>
                <a:xfrm>
                  <a:off x="5258108" y="4548247"/>
                  <a:ext cx="112724" cy="109845"/>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4" name="Ink 143">
                  <a:extLst>
                    <a:ext uri="{FF2B5EF4-FFF2-40B4-BE49-F238E27FC236}">
                      <a16:creationId xmlns:a16="http://schemas.microsoft.com/office/drawing/2014/main" id="{D085422D-7682-338E-7851-774C9FC9EE0C}"/>
                    </a:ext>
                  </a:extLst>
                </p14:cNvPr>
                <p14:cNvContentPartPr/>
                <p14:nvPr/>
              </p14:nvContentPartPr>
              <p14:xfrm>
                <a:off x="5592210" y="4525950"/>
                <a:ext cx="41040" cy="189720"/>
              </p14:xfrm>
            </p:contentPart>
          </mc:Choice>
          <mc:Fallback xmlns="">
            <p:pic>
              <p:nvPicPr>
                <p:cNvPr id="144" name="Ink 143">
                  <a:extLst>
                    <a:ext uri="{FF2B5EF4-FFF2-40B4-BE49-F238E27FC236}">
                      <a16:creationId xmlns:a16="http://schemas.microsoft.com/office/drawing/2014/main" id="{D085422D-7682-338E-7851-774C9FC9EE0C}"/>
                    </a:ext>
                  </a:extLst>
                </p:cNvPr>
                <p:cNvPicPr/>
                <p:nvPr/>
              </p:nvPicPr>
              <p:blipFill>
                <a:blip r:embed="rId217"/>
                <a:stretch>
                  <a:fillRect/>
                </a:stretch>
              </p:blipFill>
              <p:spPr>
                <a:xfrm>
                  <a:off x="5586090" y="4519842"/>
                  <a:ext cx="53280" cy="201937"/>
                </a:xfrm>
                <a:prstGeom prst="rect">
                  <a:avLst/>
                </a:prstGeom>
              </p:spPr>
            </p:pic>
          </mc:Fallback>
        </mc:AlternateContent>
      </p:grpSp>
      <p:grpSp>
        <p:nvGrpSpPr>
          <p:cNvPr id="150" name="Group 149">
            <a:extLst>
              <a:ext uri="{FF2B5EF4-FFF2-40B4-BE49-F238E27FC236}">
                <a16:creationId xmlns:a16="http://schemas.microsoft.com/office/drawing/2014/main" id="{51379E12-1C88-EEE1-50D7-CCFB89BC6CD3}"/>
              </a:ext>
            </a:extLst>
          </p:cNvPr>
          <p:cNvGrpSpPr/>
          <p:nvPr/>
        </p:nvGrpSpPr>
        <p:grpSpPr>
          <a:xfrm>
            <a:off x="3929730" y="4197630"/>
            <a:ext cx="284760" cy="148680"/>
            <a:chOff x="3929730" y="4197630"/>
            <a:chExt cx="284760" cy="148680"/>
          </a:xfrm>
        </p:grpSpPr>
        <mc:AlternateContent xmlns:mc="http://schemas.openxmlformats.org/markup-compatibility/2006" xmlns:p14="http://schemas.microsoft.com/office/powerpoint/2010/main">
          <mc:Choice Requires="p14">
            <p:contentPart p14:bwMode="auto" r:id="rId218">
              <p14:nvContentPartPr>
                <p14:cNvPr id="146" name="Ink 145">
                  <a:extLst>
                    <a:ext uri="{FF2B5EF4-FFF2-40B4-BE49-F238E27FC236}">
                      <a16:creationId xmlns:a16="http://schemas.microsoft.com/office/drawing/2014/main" id="{2BDAA2E0-92AC-5B32-4650-2FA117A5C294}"/>
                    </a:ext>
                  </a:extLst>
                </p14:cNvPr>
                <p14:cNvContentPartPr/>
                <p14:nvPr/>
              </p14:nvContentPartPr>
              <p14:xfrm>
                <a:off x="4008210" y="4197630"/>
                <a:ext cx="110520" cy="125280"/>
              </p14:xfrm>
            </p:contentPart>
          </mc:Choice>
          <mc:Fallback xmlns="">
            <p:pic>
              <p:nvPicPr>
                <p:cNvPr id="146" name="Ink 145">
                  <a:extLst>
                    <a:ext uri="{FF2B5EF4-FFF2-40B4-BE49-F238E27FC236}">
                      <a16:creationId xmlns:a16="http://schemas.microsoft.com/office/drawing/2014/main" id="{2BDAA2E0-92AC-5B32-4650-2FA117A5C294}"/>
                    </a:ext>
                  </a:extLst>
                </p:cNvPr>
                <p:cNvPicPr/>
                <p:nvPr/>
              </p:nvPicPr>
              <p:blipFill>
                <a:blip r:embed="rId219"/>
                <a:stretch>
                  <a:fillRect/>
                </a:stretch>
              </p:blipFill>
              <p:spPr>
                <a:xfrm>
                  <a:off x="4002090" y="4191510"/>
                  <a:ext cx="1227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7" name="Ink 146">
                  <a:extLst>
                    <a:ext uri="{FF2B5EF4-FFF2-40B4-BE49-F238E27FC236}">
                      <a16:creationId xmlns:a16="http://schemas.microsoft.com/office/drawing/2014/main" id="{CD1B1D04-FF50-E7CB-FA01-D6C7AE0B20A8}"/>
                    </a:ext>
                  </a:extLst>
                </p14:cNvPr>
                <p14:cNvContentPartPr/>
                <p14:nvPr/>
              </p14:nvContentPartPr>
              <p14:xfrm>
                <a:off x="3932970" y="4240830"/>
                <a:ext cx="281520" cy="45720"/>
              </p14:xfrm>
            </p:contentPart>
          </mc:Choice>
          <mc:Fallback xmlns="">
            <p:pic>
              <p:nvPicPr>
                <p:cNvPr id="147" name="Ink 146">
                  <a:extLst>
                    <a:ext uri="{FF2B5EF4-FFF2-40B4-BE49-F238E27FC236}">
                      <a16:creationId xmlns:a16="http://schemas.microsoft.com/office/drawing/2014/main" id="{CD1B1D04-FF50-E7CB-FA01-D6C7AE0B20A8}"/>
                    </a:ext>
                  </a:extLst>
                </p:cNvPr>
                <p:cNvPicPr/>
                <p:nvPr/>
              </p:nvPicPr>
              <p:blipFill>
                <a:blip r:embed="rId221"/>
                <a:stretch>
                  <a:fillRect/>
                </a:stretch>
              </p:blipFill>
              <p:spPr>
                <a:xfrm>
                  <a:off x="3926850" y="4234710"/>
                  <a:ext cx="29376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8" name="Ink 147">
                  <a:extLst>
                    <a:ext uri="{FF2B5EF4-FFF2-40B4-BE49-F238E27FC236}">
                      <a16:creationId xmlns:a16="http://schemas.microsoft.com/office/drawing/2014/main" id="{ADBD3DA6-9C16-1CCE-A4EC-C8472D249E10}"/>
                    </a:ext>
                  </a:extLst>
                </p14:cNvPr>
                <p14:cNvContentPartPr/>
                <p14:nvPr/>
              </p14:nvContentPartPr>
              <p14:xfrm>
                <a:off x="3929730" y="4240830"/>
                <a:ext cx="225360" cy="66600"/>
              </p14:xfrm>
            </p:contentPart>
          </mc:Choice>
          <mc:Fallback xmlns="">
            <p:pic>
              <p:nvPicPr>
                <p:cNvPr id="148" name="Ink 147">
                  <a:extLst>
                    <a:ext uri="{FF2B5EF4-FFF2-40B4-BE49-F238E27FC236}">
                      <a16:creationId xmlns:a16="http://schemas.microsoft.com/office/drawing/2014/main" id="{ADBD3DA6-9C16-1CCE-A4EC-C8472D249E10}"/>
                    </a:ext>
                  </a:extLst>
                </p:cNvPr>
                <p:cNvPicPr/>
                <p:nvPr/>
              </p:nvPicPr>
              <p:blipFill>
                <a:blip r:embed="rId223"/>
                <a:stretch>
                  <a:fillRect/>
                </a:stretch>
              </p:blipFill>
              <p:spPr>
                <a:xfrm>
                  <a:off x="3923610" y="4234743"/>
                  <a:ext cx="237600" cy="78774"/>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9" name="Ink 148">
                  <a:extLst>
                    <a:ext uri="{FF2B5EF4-FFF2-40B4-BE49-F238E27FC236}">
                      <a16:creationId xmlns:a16="http://schemas.microsoft.com/office/drawing/2014/main" id="{6596E119-0C3C-C2AA-5045-C56AA35A27E5}"/>
                    </a:ext>
                  </a:extLst>
                </p14:cNvPr>
                <p14:cNvContentPartPr/>
                <p14:nvPr/>
              </p14:nvContentPartPr>
              <p14:xfrm>
                <a:off x="3983010" y="4207350"/>
                <a:ext cx="118440" cy="138960"/>
              </p14:xfrm>
            </p:contentPart>
          </mc:Choice>
          <mc:Fallback xmlns="">
            <p:pic>
              <p:nvPicPr>
                <p:cNvPr id="149" name="Ink 148">
                  <a:extLst>
                    <a:ext uri="{FF2B5EF4-FFF2-40B4-BE49-F238E27FC236}">
                      <a16:creationId xmlns:a16="http://schemas.microsoft.com/office/drawing/2014/main" id="{6596E119-0C3C-C2AA-5045-C56AA35A27E5}"/>
                    </a:ext>
                  </a:extLst>
                </p:cNvPr>
                <p:cNvPicPr/>
                <p:nvPr/>
              </p:nvPicPr>
              <p:blipFill>
                <a:blip r:embed="rId225"/>
                <a:stretch>
                  <a:fillRect/>
                </a:stretch>
              </p:blipFill>
              <p:spPr>
                <a:xfrm>
                  <a:off x="3976890" y="4201230"/>
                  <a:ext cx="130680" cy="151200"/>
                </a:xfrm>
                <a:prstGeom prst="rect">
                  <a:avLst/>
                </a:prstGeom>
              </p:spPr>
            </p:pic>
          </mc:Fallback>
        </mc:AlternateContent>
      </p:grpSp>
      <p:grpSp>
        <p:nvGrpSpPr>
          <p:cNvPr id="153" name="Group 152">
            <a:extLst>
              <a:ext uri="{FF2B5EF4-FFF2-40B4-BE49-F238E27FC236}">
                <a16:creationId xmlns:a16="http://schemas.microsoft.com/office/drawing/2014/main" id="{DD5DE1A3-F7A7-F7F3-91A4-8DE8C0BED3F4}"/>
              </a:ext>
            </a:extLst>
          </p:cNvPr>
          <p:cNvGrpSpPr/>
          <p:nvPr/>
        </p:nvGrpSpPr>
        <p:grpSpPr>
          <a:xfrm>
            <a:off x="6245970" y="4275750"/>
            <a:ext cx="240480" cy="135000"/>
            <a:chOff x="6245970" y="4275750"/>
            <a:chExt cx="240480" cy="135000"/>
          </a:xfrm>
        </p:grpSpPr>
        <mc:AlternateContent xmlns:mc="http://schemas.openxmlformats.org/markup-compatibility/2006" xmlns:p14="http://schemas.microsoft.com/office/powerpoint/2010/main">
          <mc:Choice Requires="p14">
            <p:contentPart p14:bwMode="auto" r:id="rId226">
              <p14:nvContentPartPr>
                <p14:cNvPr id="151" name="Ink 150">
                  <a:extLst>
                    <a:ext uri="{FF2B5EF4-FFF2-40B4-BE49-F238E27FC236}">
                      <a16:creationId xmlns:a16="http://schemas.microsoft.com/office/drawing/2014/main" id="{E697A234-B73F-48B4-8D2E-2C068B5E9CA4}"/>
                    </a:ext>
                  </a:extLst>
                </p14:cNvPr>
                <p14:cNvContentPartPr/>
                <p14:nvPr/>
              </p14:nvContentPartPr>
              <p14:xfrm>
                <a:off x="6245970" y="4275750"/>
                <a:ext cx="162360" cy="9720"/>
              </p14:xfrm>
            </p:contentPart>
          </mc:Choice>
          <mc:Fallback xmlns="">
            <p:pic>
              <p:nvPicPr>
                <p:cNvPr id="151" name="Ink 150">
                  <a:extLst>
                    <a:ext uri="{FF2B5EF4-FFF2-40B4-BE49-F238E27FC236}">
                      <a16:creationId xmlns:a16="http://schemas.microsoft.com/office/drawing/2014/main" id="{E697A234-B73F-48B4-8D2E-2C068B5E9CA4}"/>
                    </a:ext>
                  </a:extLst>
                </p:cNvPr>
                <p:cNvPicPr/>
                <p:nvPr/>
              </p:nvPicPr>
              <p:blipFill>
                <a:blip r:embed="rId227"/>
                <a:stretch>
                  <a:fillRect/>
                </a:stretch>
              </p:blipFill>
              <p:spPr>
                <a:xfrm>
                  <a:off x="6239850" y="4269630"/>
                  <a:ext cx="1746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52" name="Ink 151">
                  <a:extLst>
                    <a:ext uri="{FF2B5EF4-FFF2-40B4-BE49-F238E27FC236}">
                      <a16:creationId xmlns:a16="http://schemas.microsoft.com/office/drawing/2014/main" id="{4D7F1EB4-45E6-2D78-7348-184E7702AC93}"/>
                    </a:ext>
                  </a:extLst>
                </p14:cNvPr>
                <p14:cNvContentPartPr/>
                <p14:nvPr/>
              </p14:nvContentPartPr>
              <p14:xfrm>
                <a:off x="6327330" y="4390950"/>
                <a:ext cx="159120" cy="19800"/>
              </p14:xfrm>
            </p:contentPart>
          </mc:Choice>
          <mc:Fallback xmlns="">
            <p:pic>
              <p:nvPicPr>
                <p:cNvPr id="152" name="Ink 151">
                  <a:extLst>
                    <a:ext uri="{FF2B5EF4-FFF2-40B4-BE49-F238E27FC236}">
                      <a16:creationId xmlns:a16="http://schemas.microsoft.com/office/drawing/2014/main" id="{4D7F1EB4-45E6-2D78-7348-184E7702AC93}"/>
                    </a:ext>
                  </a:extLst>
                </p:cNvPr>
                <p:cNvPicPr/>
                <p:nvPr/>
              </p:nvPicPr>
              <p:blipFill>
                <a:blip r:embed="rId229"/>
                <a:stretch>
                  <a:fillRect/>
                </a:stretch>
              </p:blipFill>
              <p:spPr>
                <a:xfrm>
                  <a:off x="6321224" y="4384830"/>
                  <a:ext cx="171332" cy="32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0">
            <p14:nvContentPartPr>
              <p14:cNvPr id="154" name="Ink 153">
                <a:extLst>
                  <a:ext uri="{FF2B5EF4-FFF2-40B4-BE49-F238E27FC236}">
                    <a16:creationId xmlns:a16="http://schemas.microsoft.com/office/drawing/2014/main" id="{17727EA4-3AA4-237B-907A-2F807C926D95}"/>
                  </a:ext>
                </a:extLst>
              </p14:cNvPr>
              <p14:cNvContentPartPr/>
              <p14:nvPr/>
            </p14:nvContentPartPr>
            <p14:xfrm>
              <a:off x="1367610" y="3677070"/>
              <a:ext cx="1069200" cy="632880"/>
            </p14:xfrm>
          </p:contentPart>
        </mc:Choice>
        <mc:Fallback xmlns="">
          <p:pic>
            <p:nvPicPr>
              <p:cNvPr id="154" name="Ink 153">
                <a:extLst>
                  <a:ext uri="{FF2B5EF4-FFF2-40B4-BE49-F238E27FC236}">
                    <a16:creationId xmlns:a16="http://schemas.microsoft.com/office/drawing/2014/main" id="{17727EA4-3AA4-237B-907A-2F807C926D95}"/>
                  </a:ext>
                </a:extLst>
              </p:cNvPr>
              <p:cNvPicPr/>
              <p:nvPr/>
            </p:nvPicPr>
            <p:blipFill>
              <a:blip r:embed="rId231"/>
              <a:stretch>
                <a:fillRect/>
              </a:stretch>
            </p:blipFill>
            <p:spPr>
              <a:xfrm>
                <a:off x="1313628" y="3569070"/>
                <a:ext cx="1176804" cy="848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2">
            <p14:nvContentPartPr>
              <p14:cNvPr id="247" name="Ink 246">
                <a:extLst>
                  <a:ext uri="{FF2B5EF4-FFF2-40B4-BE49-F238E27FC236}">
                    <a16:creationId xmlns:a16="http://schemas.microsoft.com/office/drawing/2014/main" id="{A1064DC7-9F9D-E61C-F9CD-AA6B4C05772E}"/>
                  </a:ext>
                </a:extLst>
              </p14:cNvPr>
              <p14:cNvContentPartPr/>
              <p14:nvPr/>
            </p14:nvContentPartPr>
            <p14:xfrm>
              <a:off x="7979370" y="3549270"/>
              <a:ext cx="170280" cy="262440"/>
            </p14:xfrm>
          </p:contentPart>
        </mc:Choice>
        <mc:Fallback xmlns="">
          <p:pic>
            <p:nvPicPr>
              <p:cNvPr id="247" name="Ink 246">
                <a:extLst>
                  <a:ext uri="{FF2B5EF4-FFF2-40B4-BE49-F238E27FC236}">
                    <a16:creationId xmlns:a16="http://schemas.microsoft.com/office/drawing/2014/main" id="{A1064DC7-9F9D-E61C-F9CD-AA6B4C05772E}"/>
                  </a:ext>
                </a:extLst>
              </p:cNvPr>
              <p:cNvPicPr/>
              <p:nvPr/>
            </p:nvPicPr>
            <p:blipFill>
              <a:blip r:embed="rId233"/>
              <a:stretch>
                <a:fillRect/>
              </a:stretch>
            </p:blipFill>
            <p:spPr>
              <a:xfrm>
                <a:off x="7970370" y="3540270"/>
                <a:ext cx="187920" cy="280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4">
            <p14:nvContentPartPr>
              <p14:cNvPr id="249" name="Ink 248">
                <a:extLst>
                  <a:ext uri="{FF2B5EF4-FFF2-40B4-BE49-F238E27FC236}">
                    <a16:creationId xmlns:a16="http://schemas.microsoft.com/office/drawing/2014/main" id="{BA9CB4DE-BE5C-335A-0BFA-FEE5DE99A549}"/>
                  </a:ext>
                </a:extLst>
              </p14:cNvPr>
              <p14:cNvContentPartPr/>
              <p14:nvPr/>
            </p14:nvContentPartPr>
            <p14:xfrm>
              <a:off x="8823570" y="3434070"/>
              <a:ext cx="119160" cy="277920"/>
            </p14:xfrm>
          </p:contentPart>
        </mc:Choice>
        <mc:Fallback xmlns="">
          <p:pic>
            <p:nvPicPr>
              <p:cNvPr id="249" name="Ink 248">
                <a:extLst>
                  <a:ext uri="{FF2B5EF4-FFF2-40B4-BE49-F238E27FC236}">
                    <a16:creationId xmlns:a16="http://schemas.microsoft.com/office/drawing/2014/main" id="{BA9CB4DE-BE5C-335A-0BFA-FEE5DE99A549}"/>
                  </a:ext>
                </a:extLst>
              </p:cNvPr>
              <p:cNvPicPr/>
              <p:nvPr/>
            </p:nvPicPr>
            <p:blipFill>
              <a:blip r:embed="rId235"/>
              <a:stretch>
                <a:fillRect/>
              </a:stretch>
            </p:blipFill>
            <p:spPr>
              <a:xfrm>
                <a:off x="8814597" y="3425058"/>
                <a:ext cx="136747" cy="295583"/>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6">
            <p14:nvContentPartPr>
              <p14:cNvPr id="261" name="Ink 260">
                <a:extLst>
                  <a:ext uri="{FF2B5EF4-FFF2-40B4-BE49-F238E27FC236}">
                    <a16:creationId xmlns:a16="http://schemas.microsoft.com/office/drawing/2014/main" id="{6FBD4473-CA30-73C0-32C0-42C993A2B943}"/>
                  </a:ext>
                </a:extLst>
              </p14:cNvPr>
              <p14:cNvContentPartPr/>
              <p14:nvPr/>
            </p14:nvContentPartPr>
            <p14:xfrm>
              <a:off x="9348450" y="4581030"/>
              <a:ext cx="541440" cy="27360"/>
            </p14:xfrm>
          </p:contentPart>
        </mc:Choice>
        <mc:Fallback xmlns="">
          <p:pic>
            <p:nvPicPr>
              <p:cNvPr id="261" name="Ink 260">
                <a:extLst>
                  <a:ext uri="{FF2B5EF4-FFF2-40B4-BE49-F238E27FC236}">
                    <a16:creationId xmlns:a16="http://schemas.microsoft.com/office/drawing/2014/main" id="{6FBD4473-CA30-73C0-32C0-42C993A2B943}"/>
                  </a:ext>
                </a:extLst>
              </p:cNvPr>
              <p:cNvPicPr/>
              <p:nvPr/>
            </p:nvPicPr>
            <p:blipFill>
              <a:blip r:embed="rId237"/>
              <a:stretch>
                <a:fillRect/>
              </a:stretch>
            </p:blipFill>
            <p:spPr>
              <a:xfrm>
                <a:off x="9339450" y="4572030"/>
                <a:ext cx="5590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269" name="Ink 268">
                <a:extLst>
                  <a:ext uri="{FF2B5EF4-FFF2-40B4-BE49-F238E27FC236}">
                    <a16:creationId xmlns:a16="http://schemas.microsoft.com/office/drawing/2014/main" id="{683C3F98-A1A9-53A2-6FE1-7AFB900296FB}"/>
                  </a:ext>
                </a:extLst>
              </p14:cNvPr>
              <p14:cNvContentPartPr/>
              <p14:nvPr/>
            </p14:nvContentPartPr>
            <p14:xfrm>
              <a:off x="1855050" y="3720990"/>
              <a:ext cx="900360" cy="720"/>
            </p14:xfrm>
          </p:contentPart>
        </mc:Choice>
        <mc:Fallback xmlns="">
          <p:pic>
            <p:nvPicPr>
              <p:cNvPr id="269" name="Ink 268">
                <a:extLst>
                  <a:ext uri="{FF2B5EF4-FFF2-40B4-BE49-F238E27FC236}">
                    <a16:creationId xmlns:a16="http://schemas.microsoft.com/office/drawing/2014/main" id="{683C3F98-A1A9-53A2-6FE1-7AFB900296FB}"/>
                  </a:ext>
                </a:extLst>
              </p:cNvPr>
              <p:cNvPicPr/>
              <p:nvPr/>
            </p:nvPicPr>
            <p:blipFill>
              <a:blip r:embed="rId239"/>
              <a:stretch>
                <a:fillRect/>
              </a:stretch>
            </p:blipFill>
            <p:spPr>
              <a:xfrm>
                <a:off x="1801050" y="3504990"/>
                <a:ext cx="100800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270" name="Ink 269">
                <a:extLst>
                  <a:ext uri="{FF2B5EF4-FFF2-40B4-BE49-F238E27FC236}">
                    <a16:creationId xmlns:a16="http://schemas.microsoft.com/office/drawing/2014/main" id="{FFF853FF-AD2C-9BB8-8316-2DE9BC5CBC0E}"/>
                  </a:ext>
                </a:extLst>
              </p14:cNvPr>
              <p14:cNvContentPartPr/>
              <p14:nvPr/>
            </p14:nvContentPartPr>
            <p14:xfrm>
              <a:off x="1826970" y="3994590"/>
              <a:ext cx="951480" cy="31680"/>
            </p14:xfrm>
          </p:contentPart>
        </mc:Choice>
        <mc:Fallback xmlns="">
          <p:pic>
            <p:nvPicPr>
              <p:cNvPr id="270" name="Ink 269">
                <a:extLst>
                  <a:ext uri="{FF2B5EF4-FFF2-40B4-BE49-F238E27FC236}">
                    <a16:creationId xmlns:a16="http://schemas.microsoft.com/office/drawing/2014/main" id="{FFF853FF-AD2C-9BB8-8316-2DE9BC5CBC0E}"/>
                  </a:ext>
                </a:extLst>
              </p:cNvPr>
              <p:cNvPicPr/>
              <p:nvPr/>
            </p:nvPicPr>
            <p:blipFill>
              <a:blip r:embed="rId241"/>
              <a:stretch>
                <a:fillRect/>
              </a:stretch>
            </p:blipFill>
            <p:spPr>
              <a:xfrm>
                <a:off x="1772970" y="3886590"/>
                <a:ext cx="105912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271" name="Ink 270">
                <a:extLst>
                  <a:ext uri="{FF2B5EF4-FFF2-40B4-BE49-F238E27FC236}">
                    <a16:creationId xmlns:a16="http://schemas.microsoft.com/office/drawing/2014/main" id="{97A27625-8209-CF7B-37C0-3D02D98F15B0}"/>
                  </a:ext>
                </a:extLst>
              </p14:cNvPr>
              <p14:cNvContentPartPr/>
              <p14:nvPr/>
            </p14:nvContentPartPr>
            <p14:xfrm>
              <a:off x="1667490" y="4221030"/>
              <a:ext cx="975240" cy="45360"/>
            </p14:xfrm>
          </p:contentPart>
        </mc:Choice>
        <mc:Fallback xmlns="">
          <p:pic>
            <p:nvPicPr>
              <p:cNvPr id="271" name="Ink 270">
                <a:extLst>
                  <a:ext uri="{FF2B5EF4-FFF2-40B4-BE49-F238E27FC236}">
                    <a16:creationId xmlns:a16="http://schemas.microsoft.com/office/drawing/2014/main" id="{97A27625-8209-CF7B-37C0-3D02D98F15B0}"/>
                  </a:ext>
                </a:extLst>
              </p:cNvPr>
              <p:cNvPicPr/>
              <p:nvPr/>
            </p:nvPicPr>
            <p:blipFill>
              <a:blip r:embed="rId243"/>
              <a:stretch>
                <a:fillRect/>
              </a:stretch>
            </p:blipFill>
            <p:spPr>
              <a:xfrm>
                <a:off x="1613490" y="4113030"/>
                <a:ext cx="1082880" cy="261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4">
            <p14:nvContentPartPr>
              <p14:cNvPr id="272" name="Ink 271">
                <a:extLst>
                  <a:ext uri="{FF2B5EF4-FFF2-40B4-BE49-F238E27FC236}">
                    <a16:creationId xmlns:a16="http://schemas.microsoft.com/office/drawing/2014/main" id="{F00931FF-F282-B137-C09D-BD20C121A198}"/>
                  </a:ext>
                </a:extLst>
              </p14:cNvPr>
              <p14:cNvContentPartPr/>
              <p14:nvPr/>
            </p14:nvContentPartPr>
            <p14:xfrm>
              <a:off x="8484450" y="3539190"/>
              <a:ext cx="158040" cy="177120"/>
            </p14:xfrm>
          </p:contentPart>
        </mc:Choice>
        <mc:Fallback xmlns="">
          <p:pic>
            <p:nvPicPr>
              <p:cNvPr id="272" name="Ink 271">
                <a:extLst>
                  <a:ext uri="{FF2B5EF4-FFF2-40B4-BE49-F238E27FC236}">
                    <a16:creationId xmlns:a16="http://schemas.microsoft.com/office/drawing/2014/main" id="{F00931FF-F282-B137-C09D-BD20C121A198}"/>
                  </a:ext>
                </a:extLst>
              </p:cNvPr>
              <p:cNvPicPr/>
              <p:nvPr/>
            </p:nvPicPr>
            <p:blipFill>
              <a:blip r:embed="rId245"/>
              <a:stretch>
                <a:fillRect/>
              </a:stretch>
            </p:blipFill>
            <p:spPr>
              <a:xfrm>
                <a:off x="8475450" y="3530190"/>
                <a:ext cx="175680" cy="194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6">
            <p14:nvContentPartPr>
              <p14:cNvPr id="274" name="Ink 273">
                <a:extLst>
                  <a:ext uri="{FF2B5EF4-FFF2-40B4-BE49-F238E27FC236}">
                    <a16:creationId xmlns:a16="http://schemas.microsoft.com/office/drawing/2014/main" id="{7F16091A-D47D-370F-1185-BF1C7DFA1A51}"/>
                  </a:ext>
                </a:extLst>
              </p14:cNvPr>
              <p14:cNvContentPartPr/>
              <p14:nvPr/>
            </p14:nvContentPartPr>
            <p14:xfrm>
              <a:off x="9029130" y="3479070"/>
              <a:ext cx="291600" cy="180000"/>
            </p14:xfrm>
          </p:contentPart>
        </mc:Choice>
        <mc:Fallback xmlns="">
          <p:pic>
            <p:nvPicPr>
              <p:cNvPr id="274" name="Ink 273">
                <a:extLst>
                  <a:ext uri="{FF2B5EF4-FFF2-40B4-BE49-F238E27FC236}">
                    <a16:creationId xmlns:a16="http://schemas.microsoft.com/office/drawing/2014/main" id="{7F16091A-D47D-370F-1185-BF1C7DFA1A51}"/>
                  </a:ext>
                </a:extLst>
              </p:cNvPr>
              <p:cNvPicPr/>
              <p:nvPr/>
            </p:nvPicPr>
            <p:blipFill>
              <a:blip r:embed="rId247"/>
              <a:stretch>
                <a:fillRect/>
              </a:stretch>
            </p:blipFill>
            <p:spPr>
              <a:xfrm>
                <a:off x="9020130" y="3470070"/>
                <a:ext cx="309240" cy="197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8">
            <p14:nvContentPartPr>
              <p14:cNvPr id="276" name="Ink 275">
                <a:extLst>
                  <a:ext uri="{FF2B5EF4-FFF2-40B4-BE49-F238E27FC236}">
                    <a16:creationId xmlns:a16="http://schemas.microsoft.com/office/drawing/2014/main" id="{C3F04BFD-CEA5-DAA0-8E77-30B62A6BDD57}"/>
                  </a:ext>
                </a:extLst>
              </p14:cNvPr>
              <p14:cNvContentPartPr/>
              <p14:nvPr/>
            </p14:nvContentPartPr>
            <p14:xfrm>
              <a:off x="9551490" y="3459270"/>
              <a:ext cx="274680" cy="200160"/>
            </p14:xfrm>
          </p:contentPart>
        </mc:Choice>
        <mc:Fallback xmlns="">
          <p:pic>
            <p:nvPicPr>
              <p:cNvPr id="276" name="Ink 275">
                <a:extLst>
                  <a:ext uri="{FF2B5EF4-FFF2-40B4-BE49-F238E27FC236}">
                    <a16:creationId xmlns:a16="http://schemas.microsoft.com/office/drawing/2014/main" id="{C3F04BFD-CEA5-DAA0-8E77-30B62A6BDD57}"/>
                  </a:ext>
                </a:extLst>
              </p:cNvPr>
              <p:cNvPicPr/>
              <p:nvPr/>
            </p:nvPicPr>
            <p:blipFill>
              <a:blip r:embed="rId249"/>
              <a:stretch>
                <a:fillRect/>
              </a:stretch>
            </p:blipFill>
            <p:spPr>
              <a:xfrm>
                <a:off x="9542490" y="3450270"/>
                <a:ext cx="292320" cy="217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0">
            <p14:nvContentPartPr>
              <p14:cNvPr id="324" name="Ink 323">
                <a:extLst>
                  <a:ext uri="{FF2B5EF4-FFF2-40B4-BE49-F238E27FC236}">
                    <a16:creationId xmlns:a16="http://schemas.microsoft.com/office/drawing/2014/main" id="{DC526093-07F3-CD99-6C63-8C292E09C6AD}"/>
                  </a:ext>
                </a:extLst>
              </p14:cNvPr>
              <p14:cNvContentPartPr/>
              <p14:nvPr/>
            </p14:nvContentPartPr>
            <p14:xfrm>
              <a:off x="1132890" y="4272150"/>
              <a:ext cx="175680" cy="238680"/>
            </p14:xfrm>
          </p:contentPart>
        </mc:Choice>
        <mc:Fallback xmlns="">
          <p:pic>
            <p:nvPicPr>
              <p:cNvPr id="324" name="Ink 323">
                <a:extLst>
                  <a:ext uri="{FF2B5EF4-FFF2-40B4-BE49-F238E27FC236}">
                    <a16:creationId xmlns:a16="http://schemas.microsoft.com/office/drawing/2014/main" id="{DC526093-07F3-CD99-6C63-8C292E09C6AD}"/>
                  </a:ext>
                </a:extLst>
              </p:cNvPr>
              <p:cNvPicPr/>
              <p:nvPr/>
            </p:nvPicPr>
            <p:blipFill>
              <a:blip r:embed="rId251"/>
              <a:stretch>
                <a:fillRect/>
              </a:stretch>
            </p:blipFill>
            <p:spPr>
              <a:xfrm>
                <a:off x="1123890" y="4263150"/>
                <a:ext cx="193320" cy="256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2">
            <p14:nvContentPartPr>
              <p14:cNvPr id="325" name="Ink 324">
                <a:extLst>
                  <a:ext uri="{FF2B5EF4-FFF2-40B4-BE49-F238E27FC236}">
                    <a16:creationId xmlns:a16="http://schemas.microsoft.com/office/drawing/2014/main" id="{87504768-C97A-39E3-292E-D405D8CA7083}"/>
                  </a:ext>
                </a:extLst>
              </p14:cNvPr>
              <p14:cNvContentPartPr/>
              <p14:nvPr/>
            </p14:nvContentPartPr>
            <p14:xfrm>
              <a:off x="7839690" y="4006110"/>
              <a:ext cx="196920" cy="147240"/>
            </p14:xfrm>
          </p:contentPart>
        </mc:Choice>
        <mc:Fallback xmlns="">
          <p:pic>
            <p:nvPicPr>
              <p:cNvPr id="325" name="Ink 324">
                <a:extLst>
                  <a:ext uri="{FF2B5EF4-FFF2-40B4-BE49-F238E27FC236}">
                    <a16:creationId xmlns:a16="http://schemas.microsoft.com/office/drawing/2014/main" id="{87504768-C97A-39E3-292E-D405D8CA7083}"/>
                  </a:ext>
                </a:extLst>
              </p:cNvPr>
              <p:cNvPicPr/>
              <p:nvPr/>
            </p:nvPicPr>
            <p:blipFill>
              <a:blip r:embed="rId253"/>
              <a:stretch>
                <a:fillRect/>
              </a:stretch>
            </p:blipFill>
            <p:spPr>
              <a:xfrm>
                <a:off x="7830690" y="3997110"/>
                <a:ext cx="214560" cy="164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4">
            <p14:nvContentPartPr>
              <p14:cNvPr id="332" name="Ink 331">
                <a:extLst>
                  <a:ext uri="{FF2B5EF4-FFF2-40B4-BE49-F238E27FC236}">
                    <a16:creationId xmlns:a16="http://schemas.microsoft.com/office/drawing/2014/main" id="{53BA7E76-E47E-107D-1B76-34043A5500A7}"/>
                  </a:ext>
                </a:extLst>
              </p14:cNvPr>
              <p14:cNvContentPartPr/>
              <p14:nvPr/>
            </p14:nvContentPartPr>
            <p14:xfrm>
              <a:off x="8351610" y="3949590"/>
              <a:ext cx="296280" cy="186840"/>
            </p14:xfrm>
          </p:contentPart>
        </mc:Choice>
        <mc:Fallback xmlns="">
          <p:pic>
            <p:nvPicPr>
              <p:cNvPr id="332" name="Ink 331">
                <a:extLst>
                  <a:ext uri="{FF2B5EF4-FFF2-40B4-BE49-F238E27FC236}">
                    <a16:creationId xmlns:a16="http://schemas.microsoft.com/office/drawing/2014/main" id="{53BA7E76-E47E-107D-1B76-34043A5500A7}"/>
                  </a:ext>
                </a:extLst>
              </p:cNvPr>
              <p:cNvPicPr/>
              <p:nvPr/>
            </p:nvPicPr>
            <p:blipFill>
              <a:blip r:embed="rId255"/>
              <a:stretch>
                <a:fillRect/>
              </a:stretch>
            </p:blipFill>
            <p:spPr>
              <a:xfrm>
                <a:off x="8342610" y="3940607"/>
                <a:ext cx="313920" cy="20444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6">
            <p14:nvContentPartPr>
              <p14:cNvPr id="334" name="Ink 333">
                <a:extLst>
                  <a:ext uri="{FF2B5EF4-FFF2-40B4-BE49-F238E27FC236}">
                    <a16:creationId xmlns:a16="http://schemas.microsoft.com/office/drawing/2014/main" id="{FFDF13D8-E5F2-4FFB-FD35-34B6D8E75FD8}"/>
                  </a:ext>
                </a:extLst>
              </p14:cNvPr>
              <p14:cNvContentPartPr/>
              <p14:nvPr/>
            </p14:nvContentPartPr>
            <p14:xfrm>
              <a:off x="8847330" y="3927990"/>
              <a:ext cx="355680" cy="168480"/>
            </p14:xfrm>
          </p:contentPart>
        </mc:Choice>
        <mc:Fallback xmlns="">
          <p:pic>
            <p:nvPicPr>
              <p:cNvPr id="334" name="Ink 333">
                <a:extLst>
                  <a:ext uri="{FF2B5EF4-FFF2-40B4-BE49-F238E27FC236}">
                    <a16:creationId xmlns:a16="http://schemas.microsoft.com/office/drawing/2014/main" id="{FFDF13D8-E5F2-4FFB-FD35-34B6D8E75FD8}"/>
                  </a:ext>
                </a:extLst>
              </p:cNvPr>
              <p:cNvPicPr/>
              <p:nvPr/>
            </p:nvPicPr>
            <p:blipFill>
              <a:blip r:embed="rId257"/>
              <a:stretch>
                <a:fillRect/>
              </a:stretch>
            </p:blipFill>
            <p:spPr>
              <a:xfrm>
                <a:off x="8838330" y="3919009"/>
                <a:ext cx="373320" cy="18608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58">
            <p14:nvContentPartPr>
              <p14:cNvPr id="336" name="Ink 335">
                <a:extLst>
                  <a:ext uri="{FF2B5EF4-FFF2-40B4-BE49-F238E27FC236}">
                    <a16:creationId xmlns:a16="http://schemas.microsoft.com/office/drawing/2014/main" id="{09948056-D3C8-63F3-E20D-FCF90D67ACFB}"/>
                  </a:ext>
                </a:extLst>
              </p14:cNvPr>
              <p14:cNvContentPartPr/>
              <p14:nvPr/>
            </p14:nvContentPartPr>
            <p14:xfrm>
              <a:off x="9410370" y="3945630"/>
              <a:ext cx="261720" cy="209520"/>
            </p14:xfrm>
          </p:contentPart>
        </mc:Choice>
        <mc:Fallback xmlns="">
          <p:pic>
            <p:nvPicPr>
              <p:cNvPr id="336" name="Ink 335">
                <a:extLst>
                  <a:ext uri="{FF2B5EF4-FFF2-40B4-BE49-F238E27FC236}">
                    <a16:creationId xmlns:a16="http://schemas.microsoft.com/office/drawing/2014/main" id="{09948056-D3C8-63F3-E20D-FCF90D67ACFB}"/>
                  </a:ext>
                </a:extLst>
              </p:cNvPr>
              <p:cNvPicPr/>
              <p:nvPr/>
            </p:nvPicPr>
            <p:blipFill>
              <a:blip r:embed="rId259"/>
              <a:stretch>
                <a:fillRect/>
              </a:stretch>
            </p:blipFill>
            <p:spPr>
              <a:xfrm>
                <a:off x="9401370" y="3936645"/>
                <a:ext cx="279360" cy="227130"/>
              </a:xfrm>
              <a:prstGeom prst="rect">
                <a:avLst/>
              </a:prstGeom>
            </p:spPr>
          </p:pic>
        </mc:Fallback>
      </mc:AlternateContent>
      <p:grpSp>
        <p:nvGrpSpPr>
          <p:cNvPr id="340" name="Group 339">
            <a:extLst>
              <a:ext uri="{FF2B5EF4-FFF2-40B4-BE49-F238E27FC236}">
                <a16:creationId xmlns:a16="http://schemas.microsoft.com/office/drawing/2014/main" id="{F0460A0E-1536-C5CF-29E9-86C82EEA02E8}"/>
              </a:ext>
            </a:extLst>
          </p:cNvPr>
          <p:cNvGrpSpPr/>
          <p:nvPr/>
        </p:nvGrpSpPr>
        <p:grpSpPr>
          <a:xfrm>
            <a:off x="1023450" y="4516230"/>
            <a:ext cx="238320" cy="354240"/>
            <a:chOff x="1023450" y="4516230"/>
            <a:chExt cx="238320" cy="354240"/>
          </a:xfrm>
        </p:grpSpPr>
        <mc:AlternateContent xmlns:mc="http://schemas.openxmlformats.org/markup-compatibility/2006" xmlns:p14="http://schemas.microsoft.com/office/powerpoint/2010/main" xmlns:aink="http://schemas.microsoft.com/office/drawing/2016/ink">
          <mc:Choice Requires="p14 aink">
            <p:contentPart p14:bwMode="auto" r:id="rId260">
              <p14:nvContentPartPr>
                <p14:cNvPr id="338" name="Ink 337">
                  <a:extLst>
                    <a:ext uri="{FF2B5EF4-FFF2-40B4-BE49-F238E27FC236}">
                      <a16:creationId xmlns:a16="http://schemas.microsoft.com/office/drawing/2014/main" id="{3666C3A9-6134-9E63-AF4E-A07E2B17923F}"/>
                    </a:ext>
                  </a:extLst>
                </p14:cNvPr>
                <p14:cNvContentPartPr/>
                <p14:nvPr/>
              </p14:nvContentPartPr>
              <p14:xfrm>
                <a:off x="1108050" y="4516230"/>
                <a:ext cx="153720" cy="59400"/>
              </p14:xfrm>
            </p:contentPart>
          </mc:Choice>
          <mc:Fallback xmlns="">
            <p:pic>
              <p:nvPicPr>
                <p:cNvPr id="338" name="Ink 337">
                  <a:extLst>
                    <a:ext uri="{FF2B5EF4-FFF2-40B4-BE49-F238E27FC236}">
                      <a16:creationId xmlns:a16="http://schemas.microsoft.com/office/drawing/2014/main" id="{3666C3A9-6134-9E63-AF4E-A07E2B17923F}"/>
                    </a:ext>
                  </a:extLst>
                </p:cNvPr>
                <p:cNvPicPr/>
                <p:nvPr/>
              </p:nvPicPr>
              <p:blipFill>
                <a:blip r:embed="rId261"/>
                <a:stretch>
                  <a:fillRect/>
                </a:stretch>
              </p:blipFill>
              <p:spPr>
                <a:xfrm>
                  <a:off x="1099050" y="4507230"/>
                  <a:ext cx="171360" cy="77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2">
              <p14:nvContentPartPr>
                <p14:cNvPr id="339" name="Ink 338">
                  <a:extLst>
                    <a:ext uri="{FF2B5EF4-FFF2-40B4-BE49-F238E27FC236}">
                      <a16:creationId xmlns:a16="http://schemas.microsoft.com/office/drawing/2014/main" id="{F293DF35-29B1-5C4B-4056-725E6E672B18}"/>
                    </a:ext>
                  </a:extLst>
                </p14:cNvPr>
                <p14:cNvContentPartPr/>
                <p14:nvPr/>
              </p14:nvContentPartPr>
              <p14:xfrm>
                <a:off x="1023450" y="4547190"/>
                <a:ext cx="191520" cy="323280"/>
              </p14:xfrm>
            </p:contentPart>
          </mc:Choice>
          <mc:Fallback xmlns="">
            <p:pic>
              <p:nvPicPr>
                <p:cNvPr id="339" name="Ink 338">
                  <a:extLst>
                    <a:ext uri="{FF2B5EF4-FFF2-40B4-BE49-F238E27FC236}">
                      <a16:creationId xmlns:a16="http://schemas.microsoft.com/office/drawing/2014/main" id="{F293DF35-29B1-5C4B-4056-725E6E672B18}"/>
                    </a:ext>
                  </a:extLst>
                </p:cNvPr>
                <p:cNvPicPr/>
                <p:nvPr/>
              </p:nvPicPr>
              <p:blipFill>
                <a:blip r:embed="rId263"/>
                <a:stretch>
                  <a:fillRect/>
                </a:stretch>
              </p:blipFill>
              <p:spPr>
                <a:xfrm>
                  <a:off x="1014433" y="4538180"/>
                  <a:ext cx="209193" cy="34094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64">
            <p14:nvContentPartPr>
              <p14:cNvPr id="341" name="Ink 340">
                <a:extLst>
                  <a:ext uri="{FF2B5EF4-FFF2-40B4-BE49-F238E27FC236}">
                    <a16:creationId xmlns:a16="http://schemas.microsoft.com/office/drawing/2014/main" id="{2250423B-2C79-BEB1-895E-745A0D830279}"/>
                  </a:ext>
                </a:extLst>
              </p14:cNvPr>
              <p14:cNvContentPartPr/>
              <p14:nvPr/>
            </p14:nvContentPartPr>
            <p14:xfrm>
              <a:off x="8052090" y="4396710"/>
              <a:ext cx="77400" cy="156960"/>
            </p14:xfrm>
          </p:contentPart>
        </mc:Choice>
        <mc:Fallback xmlns="">
          <p:pic>
            <p:nvPicPr>
              <p:cNvPr id="341" name="Ink 340">
                <a:extLst>
                  <a:ext uri="{FF2B5EF4-FFF2-40B4-BE49-F238E27FC236}">
                    <a16:creationId xmlns:a16="http://schemas.microsoft.com/office/drawing/2014/main" id="{2250423B-2C79-BEB1-895E-745A0D830279}"/>
                  </a:ext>
                </a:extLst>
              </p:cNvPr>
              <p:cNvPicPr/>
              <p:nvPr/>
            </p:nvPicPr>
            <p:blipFill>
              <a:blip r:embed="rId265"/>
              <a:stretch>
                <a:fillRect/>
              </a:stretch>
            </p:blipFill>
            <p:spPr>
              <a:xfrm>
                <a:off x="8043132" y="4387710"/>
                <a:ext cx="94958" cy="174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6">
            <p14:nvContentPartPr>
              <p14:cNvPr id="343" name="Ink 342">
                <a:extLst>
                  <a:ext uri="{FF2B5EF4-FFF2-40B4-BE49-F238E27FC236}">
                    <a16:creationId xmlns:a16="http://schemas.microsoft.com/office/drawing/2014/main" id="{9D915816-11AD-E8F8-80DC-B84EC0C7C25F}"/>
                  </a:ext>
                </a:extLst>
              </p14:cNvPr>
              <p14:cNvContentPartPr/>
              <p14:nvPr/>
            </p14:nvContentPartPr>
            <p14:xfrm>
              <a:off x="8488770" y="4371510"/>
              <a:ext cx="163440" cy="190080"/>
            </p14:xfrm>
          </p:contentPart>
        </mc:Choice>
        <mc:Fallback xmlns="">
          <p:pic>
            <p:nvPicPr>
              <p:cNvPr id="343" name="Ink 342">
                <a:extLst>
                  <a:ext uri="{FF2B5EF4-FFF2-40B4-BE49-F238E27FC236}">
                    <a16:creationId xmlns:a16="http://schemas.microsoft.com/office/drawing/2014/main" id="{9D915816-11AD-E8F8-80DC-B84EC0C7C25F}"/>
                  </a:ext>
                </a:extLst>
              </p:cNvPr>
              <p:cNvPicPr/>
              <p:nvPr/>
            </p:nvPicPr>
            <p:blipFill>
              <a:blip r:embed="rId267"/>
              <a:stretch>
                <a:fillRect/>
              </a:stretch>
            </p:blipFill>
            <p:spPr>
              <a:xfrm>
                <a:off x="8479770" y="4362527"/>
                <a:ext cx="181080" cy="207687"/>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8">
            <p14:nvContentPartPr>
              <p14:cNvPr id="345" name="Ink 344">
                <a:extLst>
                  <a:ext uri="{FF2B5EF4-FFF2-40B4-BE49-F238E27FC236}">
                    <a16:creationId xmlns:a16="http://schemas.microsoft.com/office/drawing/2014/main" id="{30C1740B-D2BF-5DBC-5AF8-3506EB87C31D}"/>
                  </a:ext>
                </a:extLst>
              </p14:cNvPr>
              <p14:cNvContentPartPr/>
              <p14:nvPr/>
            </p14:nvContentPartPr>
            <p14:xfrm>
              <a:off x="9089250" y="4332270"/>
              <a:ext cx="222120" cy="208080"/>
            </p14:xfrm>
          </p:contentPart>
        </mc:Choice>
        <mc:Fallback xmlns="">
          <p:pic>
            <p:nvPicPr>
              <p:cNvPr id="345" name="Ink 344">
                <a:extLst>
                  <a:ext uri="{FF2B5EF4-FFF2-40B4-BE49-F238E27FC236}">
                    <a16:creationId xmlns:a16="http://schemas.microsoft.com/office/drawing/2014/main" id="{30C1740B-D2BF-5DBC-5AF8-3506EB87C31D}"/>
                  </a:ext>
                </a:extLst>
              </p:cNvPr>
              <p:cNvPicPr/>
              <p:nvPr/>
            </p:nvPicPr>
            <p:blipFill>
              <a:blip r:embed="rId269"/>
              <a:stretch>
                <a:fillRect/>
              </a:stretch>
            </p:blipFill>
            <p:spPr>
              <a:xfrm>
                <a:off x="9080250" y="4323254"/>
                <a:ext cx="239760" cy="225751"/>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0">
            <p14:nvContentPartPr>
              <p14:cNvPr id="347" name="Ink 346">
                <a:extLst>
                  <a:ext uri="{FF2B5EF4-FFF2-40B4-BE49-F238E27FC236}">
                    <a16:creationId xmlns:a16="http://schemas.microsoft.com/office/drawing/2014/main" id="{913F40DF-97EC-2C37-177A-07C3C9B78BB1}"/>
                  </a:ext>
                </a:extLst>
              </p14:cNvPr>
              <p14:cNvContentPartPr/>
              <p14:nvPr/>
            </p14:nvContentPartPr>
            <p14:xfrm>
              <a:off x="9492450" y="4332270"/>
              <a:ext cx="269280" cy="141120"/>
            </p14:xfrm>
          </p:contentPart>
        </mc:Choice>
        <mc:Fallback xmlns="">
          <p:pic>
            <p:nvPicPr>
              <p:cNvPr id="347" name="Ink 346">
                <a:extLst>
                  <a:ext uri="{FF2B5EF4-FFF2-40B4-BE49-F238E27FC236}">
                    <a16:creationId xmlns:a16="http://schemas.microsoft.com/office/drawing/2014/main" id="{913F40DF-97EC-2C37-177A-07C3C9B78BB1}"/>
                  </a:ext>
                </a:extLst>
              </p:cNvPr>
              <p:cNvPicPr/>
              <p:nvPr/>
            </p:nvPicPr>
            <p:blipFill>
              <a:blip r:embed="rId271"/>
              <a:stretch>
                <a:fillRect/>
              </a:stretch>
            </p:blipFill>
            <p:spPr>
              <a:xfrm>
                <a:off x="9483438" y="4323270"/>
                <a:ext cx="286944" cy="158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2">
            <p14:nvContentPartPr>
              <p14:cNvPr id="349" name="Ink 348">
                <a:extLst>
                  <a:ext uri="{FF2B5EF4-FFF2-40B4-BE49-F238E27FC236}">
                    <a16:creationId xmlns:a16="http://schemas.microsoft.com/office/drawing/2014/main" id="{025E95A4-1F18-41FE-2F13-2809918CFE02}"/>
                  </a:ext>
                </a:extLst>
              </p14:cNvPr>
              <p14:cNvContentPartPr/>
              <p14:nvPr/>
            </p14:nvContentPartPr>
            <p14:xfrm>
              <a:off x="7944090" y="4799190"/>
              <a:ext cx="202680" cy="150480"/>
            </p14:xfrm>
          </p:contentPart>
        </mc:Choice>
        <mc:Fallback xmlns="">
          <p:pic>
            <p:nvPicPr>
              <p:cNvPr id="349" name="Ink 348">
                <a:extLst>
                  <a:ext uri="{FF2B5EF4-FFF2-40B4-BE49-F238E27FC236}">
                    <a16:creationId xmlns:a16="http://schemas.microsoft.com/office/drawing/2014/main" id="{025E95A4-1F18-41FE-2F13-2809918CFE02}"/>
                  </a:ext>
                </a:extLst>
              </p:cNvPr>
              <p:cNvPicPr/>
              <p:nvPr/>
            </p:nvPicPr>
            <p:blipFill>
              <a:blip r:embed="rId273"/>
              <a:stretch>
                <a:fillRect/>
              </a:stretch>
            </p:blipFill>
            <p:spPr>
              <a:xfrm>
                <a:off x="7935090" y="4790168"/>
                <a:ext cx="220320" cy="168162"/>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4">
            <p14:nvContentPartPr>
              <p14:cNvPr id="350" name="Ink 349">
                <a:extLst>
                  <a:ext uri="{FF2B5EF4-FFF2-40B4-BE49-F238E27FC236}">
                    <a16:creationId xmlns:a16="http://schemas.microsoft.com/office/drawing/2014/main" id="{76010D30-AB1D-C576-6489-38D02AA2E923}"/>
                  </a:ext>
                </a:extLst>
              </p14:cNvPr>
              <p14:cNvContentPartPr/>
              <p14:nvPr/>
            </p14:nvContentPartPr>
            <p14:xfrm>
              <a:off x="8484090" y="4754910"/>
              <a:ext cx="237240" cy="154440"/>
            </p14:xfrm>
          </p:contentPart>
        </mc:Choice>
        <mc:Fallback xmlns="">
          <p:pic>
            <p:nvPicPr>
              <p:cNvPr id="350" name="Ink 349">
                <a:extLst>
                  <a:ext uri="{FF2B5EF4-FFF2-40B4-BE49-F238E27FC236}">
                    <a16:creationId xmlns:a16="http://schemas.microsoft.com/office/drawing/2014/main" id="{76010D30-AB1D-C576-6489-38D02AA2E923}"/>
                  </a:ext>
                </a:extLst>
              </p:cNvPr>
              <p:cNvPicPr/>
              <p:nvPr/>
            </p:nvPicPr>
            <p:blipFill>
              <a:blip r:embed="rId275"/>
              <a:stretch>
                <a:fillRect/>
              </a:stretch>
            </p:blipFill>
            <p:spPr>
              <a:xfrm>
                <a:off x="8475090" y="4745910"/>
                <a:ext cx="254880" cy="172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6">
            <p14:nvContentPartPr>
              <p14:cNvPr id="352" name="Ink 351">
                <a:extLst>
                  <a:ext uri="{FF2B5EF4-FFF2-40B4-BE49-F238E27FC236}">
                    <a16:creationId xmlns:a16="http://schemas.microsoft.com/office/drawing/2014/main" id="{741AA3AA-9798-5223-3F5A-86BE24D5970F}"/>
                  </a:ext>
                </a:extLst>
              </p14:cNvPr>
              <p14:cNvContentPartPr/>
              <p14:nvPr/>
            </p14:nvContentPartPr>
            <p14:xfrm>
              <a:off x="9047850" y="4711710"/>
              <a:ext cx="176400" cy="170280"/>
            </p14:xfrm>
          </p:contentPart>
        </mc:Choice>
        <mc:Fallback xmlns="">
          <p:pic>
            <p:nvPicPr>
              <p:cNvPr id="352" name="Ink 351">
                <a:extLst>
                  <a:ext uri="{FF2B5EF4-FFF2-40B4-BE49-F238E27FC236}">
                    <a16:creationId xmlns:a16="http://schemas.microsoft.com/office/drawing/2014/main" id="{741AA3AA-9798-5223-3F5A-86BE24D5970F}"/>
                  </a:ext>
                </a:extLst>
              </p:cNvPr>
              <p:cNvPicPr/>
              <p:nvPr/>
            </p:nvPicPr>
            <p:blipFill>
              <a:blip r:embed="rId277"/>
              <a:stretch>
                <a:fillRect/>
              </a:stretch>
            </p:blipFill>
            <p:spPr>
              <a:xfrm>
                <a:off x="9038850" y="4702710"/>
                <a:ext cx="194040" cy="187920"/>
              </a:xfrm>
              <a:prstGeom prst="rect">
                <a:avLst/>
              </a:prstGeom>
            </p:spPr>
          </p:pic>
        </mc:Fallback>
      </mc:AlternateContent>
      <p:grpSp>
        <p:nvGrpSpPr>
          <p:cNvPr id="365" name="Group 364">
            <a:extLst>
              <a:ext uri="{FF2B5EF4-FFF2-40B4-BE49-F238E27FC236}">
                <a16:creationId xmlns:a16="http://schemas.microsoft.com/office/drawing/2014/main" id="{48FF2210-E65C-CDAB-F7BC-22B4E220CC99}"/>
              </a:ext>
            </a:extLst>
          </p:cNvPr>
          <p:cNvGrpSpPr/>
          <p:nvPr/>
        </p:nvGrpSpPr>
        <p:grpSpPr>
          <a:xfrm>
            <a:off x="2339250" y="3047430"/>
            <a:ext cx="7719480" cy="2754000"/>
            <a:chOff x="2339250" y="3047430"/>
            <a:chExt cx="7719480" cy="2754000"/>
          </a:xfrm>
        </p:grpSpPr>
        <mc:AlternateContent xmlns:mc="http://schemas.openxmlformats.org/markup-compatibility/2006" xmlns:p14="http://schemas.microsoft.com/office/powerpoint/2010/main" xmlns:aink="http://schemas.microsoft.com/office/drawing/2016/ink">
          <mc:Choice Requires="p14 aink">
            <p:contentPart p14:bwMode="auto" r:id="rId278">
              <p14:nvContentPartPr>
                <p14:cNvPr id="278" name="Ink 277">
                  <a:extLst>
                    <a:ext uri="{FF2B5EF4-FFF2-40B4-BE49-F238E27FC236}">
                      <a16:creationId xmlns:a16="http://schemas.microsoft.com/office/drawing/2014/main" id="{2091E9B4-5D64-260C-1221-007262B8860E}"/>
                    </a:ext>
                  </a:extLst>
                </p14:cNvPr>
                <p14:cNvContentPartPr/>
                <p14:nvPr/>
              </p14:nvContentPartPr>
              <p14:xfrm>
                <a:off x="2339250" y="3383310"/>
                <a:ext cx="309960" cy="138600"/>
              </p14:xfrm>
            </p:contentPart>
          </mc:Choice>
          <mc:Fallback xmlns="">
            <p:pic>
              <p:nvPicPr>
                <p:cNvPr id="278" name="Ink 277">
                  <a:extLst>
                    <a:ext uri="{FF2B5EF4-FFF2-40B4-BE49-F238E27FC236}">
                      <a16:creationId xmlns:a16="http://schemas.microsoft.com/office/drawing/2014/main" id="{2091E9B4-5D64-260C-1221-007262B8860E}"/>
                    </a:ext>
                  </a:extLst>
                </p:cNvPr>
                <p:cNvPicPr/>
                <p:nvPr/>
              </p:nvPicPr>
              <p:blipFill>
                <a:blip r:embed="rId279"/>
                <a:stretch>
                  <a:fillRect/>
                </a:stretch>
              </p:blipFill>
              <p:spPr>
                <a:xfrm>
                  <a:off x="2330250" y="3374310"/>
                  <a:ext cx="327600" cy="156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0">
              <p14:nvContentPartPr>
                <p14:cNvPr id="279" name="Ink 278">
                  <a:extLst>
                    <a:ext uri="{FF2B5EF4-FFF2-40B4-BE49-F238E27FC236}">
                      <a16:creationId xmlns:a16="http://schemas.microsoft.com/office/drawing/2014/main" id="{1F9FF8F9-D608-1AFF-7454-4E5455E58BAE}"/>
                    </a:ext>
                  </a:extLst>
                </p14:cNvPr>
                <p14:cNvContentPartPr/>
                <p14:nvPr/>
              </p14:nvContentPartPr>
              <p14:xfrm>
                <a:off x="2564250" y="3479430"/>
                <a:ext cx="109440" cy="66240"/>
              </p14:xfrm>
            </p:contentPart>
          </mc:Choice>
          <mc:Fallback xmlns="">
            <p:pic>
              <p:nvPicPr>
                <p:cNvPr id="279" name="Ink 278">
                  <a:extLst>
                    <a:ext uri="{FF2B5EF4-FFF2-40B4-BE49-F238E27FC236}">
                      <a16:creationId xmlns:a16="http://schemas.microsoft.com/office/drawing/2014/main" id="{1F9FF8F9-D608-1AFF-7454-4E5455E58BAE}"/>
                    </a:ext>
                  </a:extLst>
                </p:cNvPr>
                <p:cNvPicPr/>
                <p:nvPr/>
              </p:nvPicPr>
              <p:blipFill>
                <a:blip r:embed="rId281"/>
                <a:stretch>
                  <a:fillRect/>
                </a:stretch>
              </p:blipFill>
              <p:spPr>
                <a:xfrm>
                  <a:off x="2555250" y="3470479"/>
                  <a:ext cx="127080" cy="8378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2">
              <p14:nvContentPartPr>
                <p14:cNvPr id="280" name="Ink 279">
                  <a:extLst>
                    <a:ext uri="{FF2B5EF4-FFF2-40B4-BE49-F238E27FC236}">
                      <a16:creationId xmlns:a16="http://schemas.microsoft.com/office/drawing/2014/main" id="{13D44677-14BD-0BB7-E488-13CB5CFDB7C5}"/>
                    </a:ext>
                  </a:extLst>
                </p14:cNvPr>
                <p14:cNvContentPartPr/>
                <p14:nvPr/>
              </p14:nvContentPartPr>
              <p14:xfrm>
                <a:off x="2667210" y="3361710"/>
                <a:ext cx="344520" cy="188280"/>
              </p14:xfrm>
            </p:contentPart>
          </mc:Choice>
          <mc:Fallback xmlns="">
            <p:pic>
              <p:nvPicPr>
                <p:cNvPr id="280" name="Ink 279">
                  <a:extLst>
                    <a:ext uri="{FF2B5EF4-FFF2-40B4-BE49-F238E27FC236}">
                      <a16:creationId xmlns:a16="http://schemas.microsoft.com/office/drawing/2014/main" id="{13D44677-14BD-0BB7-E488-13CB5CFDB7C5}"/>
                    </a:ext>
                  </a:extLst>
                </p:cNvPr>
                <p:cNvPicPr/>
                <p:nvPr/>
              </p:nvPicPr>
              <p:blipFill>
                <a:blip r:embed="rId283"/>
                <a:stretch>
                  <a:fillRect/>
                </a:stretch>
              </p:blipFill>
              <p:spPr>
                <a:xfrm>
                  <a:off x="2658210" y="3352693"/>
                  <a:ext cx="362160" cy="205954"/>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4">
              <p14:nvContentPartPr>
                <p14:cNvPr id="281" name="Ink 280">
                  <a:extLst>
                    <a:ext uri="{FF2B5EF4-FFF2-40B4-BE49-F238E27FC236}">
                      <a16:creationId xmlns:a16="http://schemas.microsoft.com/office/drawing/2014/main" id="{F5DF64CF-9BA2-385F-C920-7AE2C26BD527}"/>
                    </a:ext>
                  </a:extLst>
                </p14:cNvPr>
                <p14:cNvContentPartPr/>
                <p14:nvPr/>
              </p14:nvContentPartPr>
              <p14:xfrm>
                <a:off x="3014250" y="3363510"/>
                <a:ext cx="356760" cy="187920"/>
              </p14:xfrm>
            </p:contentPart>
          </mc:Choice>
          <mc:Fallback xmlns="">
            <p:pic>
              <p:nvPicPr>
                <p:cNvPr id="281" name="Ink 280">
                  <a:extLst>
                    <a:ext uri="{FF2B5EF4-FFF2-40B4-BE49-F238E27FC236}">
                      <a16:creationId xmlns:a16="http://schemas.microsoft.com/office/drawing/2014/main" id="{F5DF64CF-9BA2-385F-C920-7AE2C26BD527}"/>
                    </a:ext>
                  </a:extLst>
                </p:cNvPr>
                <p:cNvPicPr/>
                <p:nvPr/>
              </p:nvPicPr>
              <p:blipFill>
                <a:blip r:embed="rId285"/>
                <a:stretch>
                  <a:fillRect/>
                </a:stretch>
              </p:blipFill>
              <p:spPr>
                <a:xfrm>
                  <a:off x="3005250" y="3354510"/>
                  <a:ext cx="374400" cy="205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6">
              <p14:nvContentPartPr>
                <p14:cNvPr id="283" name="Ink 282">
                  <a:extLst>
                    <a:ext uri="{FF2B5EF4-FFF2-40B4-BE49-F238E27FC236}">
                      <a16:creationId xmlns:a16="http://schemas.microsoft.com/office/drawing/2014/main" id="{2D44EE50-7182-2676-0E99-5E9F73645FA6}"/>
                    </a:ext>
                  </a:extLst>
                </p14:cNvPr>
                <p14:cNvContentPartPr/>
                <p14:nvPr/>
              </p14:nvContentPartPr>
              <p14:xfrm>
                <a:off x="3426450" y="3244710"/>
                <a:ext cx="12960" cy="44640"/>
              </p14:xfrm>
            </p:contentPart>
          </mc:Choice>
          <mc:Fallback xmlns="">
            <p:pic>
              <p:nvPicPr>
                <p:cNvPr id="283" name="Ink 282">
                  <a:extLst>
                    <a:ext uri="{FF2B5EF4-FFF2-40B4-BE49-F238E27FC236}">
                      <a16:creationId xmlns:a16="http://schemas.microsoft.com/office/drawing/2014/main" id="{2D44EE50-7182-2676-0E99-5E9F73645FA6}"/>
                    </a:ext>
                  </a:extLst>
                </p:cNvPr>
                <p:cNvPicPr/>
                <p:nvPr/>
              </p:nvPicPr>
              <p:blipFill>
                <a:blip r:embed="rId287"/>
                <a:stretch>
                  <a:fillRect/>
                </a:stretch>
              </p:blipFill>
              <p:spPr>
                <a:xfrm>
                  <a:off x="3417450" y="3235710"/>
                  <a:ext cx="30600" cy="62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88">
              <p14:nvContentPartPr>
                <p14:cNvPr id="287" name="Ink 286">
                  <a:extLst>
                    <a:ext uri="{FF2B5EF4-FFF2-40B4-BE49-F238E27FC236}">
                      <a16:creationId xmlns:a16="http://schemas.microsoft.com/office/drawing/2014/main" id="{B2419B2D-4918-2B6A-20FF-4B8519DA84B9}"/>
                    </a:ext>
                  </a:extLst>
                </p14:cNvPr>
                <p14:cNvContentPartPr/>
                <p14:nvPr/>
              </p14:nvContentPartPr>
              <p14:xfrm>
                <a:off x="3729570" y="3047430"/>
                <a:ext cx="63000" cy="8280"/>
              </p14:xfrm>
            </p:contentPart>
          </mc:Choice>
          <mc:Fallback xmlns="">
            <p:pic>
              <p:nvPicPr>
                <p:cNvPr id="287" name="Ink 286">
                  <a:extLst>
                    <a:ext uri="{FF2B5EF4-FFF2-40B4-BE49-F238E27FC236}">
                      <a16:creationId xmlns:a16="http://schemas.microsoft.com/office/drawing/2014/main" id="{B2419B2D-4918-2B6A-20FF-4B8519DA84B9}"/>
                    </a:ext>
                  </a:extLst>
                </p:cNvPr>
                <p:cNvPicPr/>
                <p:nvPr/>
              </p:nvPicPr>
              <p:blipFill>
                <a:blip r:embed="rId289"/>
                <a:stretch>
                  <a:fillRect/>
                </a:stretch>
              </p:blipFill>
              <p:spPr>
                <a:xfrm>
                  <a:off x="3720621" y="3038430"/>
                  <a:ext cx="80540" cy="25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0">
              <p14:nvContentPartPr>
                <p14:cNvPr id="155" name="Ink 154">
                  <a:extLst>
                    <a:ext uri="{FF2B5EF4-FFF2-40B4-BE49-F238E27FC236}">
                      <a16:creationId xmlns:a16="http://schemas.microsoft.com/office/drawing/2014/main" id="{ECA85C8A-5EC4-ADC3-9EF3-B2CD0BA94C50}"/>
                    </a:ext>
                  </a:extLst>
                </p14:cNvPr>
                <p14:cNvContentPartPr/>
                <p14:nvPr/>
              </p14:nvContentPartPr>
              <p14:xfrm>
                <a:off x="7720170" y="3428310"/>
                <a:ext cx="122400" cy="1449720"/>
              </p14:xfrm>
            </p:contentPart>
          </mc:Choice>
          <mc:Fallback xmlns="">
            <p:pic>
              <p:nvPicPr>
                <p:cNvPr id="155" name="Ink 154">
                  <a:extLst>
                    <a:ext uri="{FF2B5EF4-FFF2-40B4-BE49-F238E27FC236}">
                      <a16:creationId xmlns:a16="http://schemas.microsoft.com/office/drawing/2014/main" id="{ECA85C8A-5EC4-ADC3-9EF3-B2CD0BA94C50}"/>
                    </a:ext>
                  </a:extLst>
                </p:cNvPr>
                <p:cNvPicPr/>
                <p:nvPr/>
              </p:nvPicPr>
              <p:blipFill>
                <a:blip r:embed="rId291"/>
                <a:stretch>
                  <a:fillRect/>
                </a:stretch>
              </p:blipFill>
              <p:spPr>
                <a:xfrm>
                  <a:off x="7711170" y="3419310"/>
                  <a:ext cx="140040" cy="1467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2">
              <p14:nvContentPartPr>
                <p14:cNvPr id="156" name="Ink 155">
                  <a:extLst>
                    <a:ext uri="{FF2B5EF4-FFF2-40B4-BE49-F238E27FC236}">
                      <a16:creationId xmlns:a16="http://schemas.microsoft.com/office/drawing/2014/main" id="{84693798-08B8-8D5C-D908-BBA133875FB8}"/>
                    </a:ext>
                  </a:extLst>
                </p14:cNvPr>
                <p14:cNvContentPartPr/>
                <p14:nvPr/>
              </p14:nvContentPartPr>
              <p14:xfrm>
                <a:off x="7858050" y="3377190"/>
                <a:ext cx="1809360" cy="86400"/>
              </p14:xfrm>
            </p:contentPart>
          </mc:Choice>
          <mc:Fallback xmlns="">
            <p:pic>
              <p:nvPicPr>
                <p:cNvPr id="156" name="Ink 155">
                  <a:extLst>
                    <a:ext uri="{FF2B5EF4-FFF2-40B4-BE49-F238E27FC236}">
                      <a16:creationId xmlns:a16="http://schemas.microsoft.com/office/drawing/2014/main" id="{84693798-08B8-8D5C-D908-BBA133875FB8}"/>
                    </a:ext>
                  </a:extLst>
                </p:cNvPr>
                <p:cNvPicPr/>
                <p:nvPr/>
              </p:nvPicPr>
              <p:blipFill>
                <a:blip r:embed="rId293"/>
                <a:stretch>
                  <a:fillRect/>
                </a:stretch>
              </p:blipFill>
              <p:spPr>
                <a:xfrm>
                  <a:off x="7849050" y="3368190"/>
                  <a:ext cx="1827000" cy="10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4">
              <p14:nvContentPartPr>
                <p14:cNvPr id="158" name="Ink 157">
                  <a:extLst>
                    <a:ext uri="{FF2B5EF4-FFF2-40B4-BE49-F238E27FC236}">
                      <a16:creationId xmlns:a16="http://schemas.microsoft.com/office/drawing/2014/main" id="{66929707-6E3E-AE23-FA7F-EA5527759C2A}"/>
                    </a:ext>
                  </a:extLst>
                </p14:cNvPr>
                <p14:cNvContentPartPr/>
                <p14:nvPr/>
              </p14:nvContentPartPr>
              <p14:xfrm>
                <a:off x="7832850" y="3800550"/>
                <a:ext cx="1497600" cy="75600"/>
              </p14:xfrm>
            </p:contentPart>
          </mc:Choice>
          <mc:Fallback xmlns="">
            <p:pic>
              <p:nvPicPr>
                <p:cNvPr id="158" name="Ink 157">
                  <a:extLst>
                    <a:ext uri="{FF2B5EF4-FFF2-40B4-BE49-F238E27FC236}">
                      <a16:creationId xmlns:a16="http://schemas.microsoft.com/office/drawing/2014/main" id="{66929707-6E3E-AE23-FA7F-EA5527759C2A}"/>
                    </a:ext>
                  </a:extLst>
                </p:cNvPr>
                <p:cNvPicPr/>
                <p:nvPr/>
              </p:nvPicPr>
              <p:blipFill>
                <a:blip r:embed="rId295"/>
                <a:stretch>
                  <a:fillRect/>
                </a:stretch>
              </p:blipFill>
              <p:spPr>
                <a:xfrm>
                  <a:off x="7823850" y="3791550"/>
                  <a:ext cx="1515240" cy="93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6">
              <p14:nvContentPartPr>
                <p14:cNvPr id="159" name="Ink 158">
                  <a:extLst>
                    <a:ext uri="{FF2B5EF4-FFF2-40B4-BE49-F238E27FC236}">
                      <a16:creationId xmlns:a16="http://schemas.microsoft.com/office/drawing/2014/main" id="{52B56104-A71C-CBFC-EDE0-7915042D9813}"/>
                    </a:ext>
                  </a:extLst>
                </p14:cNvPr>
                <p14:cNvContentPartPr/>
                <p14:nvPr/>
              </p14:nvContentPartPr>
              <p14:xfrm>
                <a:off x="7717290" y="4248390"/>
                <a:ext cx="1705680" cy="98280"/>
              </p14:xfrm>
            </p:contentPart>
          </mc:Choice>
          <mc:Fallback xmlns="">
            <p:pic>
              <p:nvPicPr>
                <p:cNvPr id="159" name="Ink 158">
                  <a:extLst>
                    <a:ext uri="{FF2B5EF4-FFF2-40B4-BE49-F238E27FC236}">
                      <a16:creationId xmlns:a16="http://schemas.microsoft.com/office/drawing/2014/main" id="{52B56104-A71C-CBFC-EDE0-7915042D9813}"/>
                    </a:ext>
                  </a:extLst>
                </p:cNvPr>
                <p:cNvPicPr/>
                <p:nvPr/>
              </p:nvPicPr>
              <p:blipFill>
                <a:blip r:embed="rId297"/>
                <a:stretch>
                  <a:fillRect/>
                </a:stretch>
              </p:blipFill>
              <p:spPr>
                <a:xfrm>
                  <a:off x="7708290" y="4239357"/>
                  <a:ext cx="1723320" cy="11598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8">
              <p14:nvContentPartPr>
                <p14:cNvPr id="160" name="Ink 159">
                  <a:extLst>
                    <a:ext uri="{FF2B5EF4-FFF2-40B4-BE49-F238E27FC236}">
                      <a16:creationId xmlns:a16="http://schemas.microsoft.com/office/drawing/2014/main" id="{7AD17E37-B1F9-C70E-30DA-DE68CCDFB5EC}"/>
                    </a:ext>
                  </a:extLst>
                </p14:cNvPr>
                <p14:cNvContentPartPr/>
                <p14:nvPr/>
              </p14:nvContentPartPr>
              <p14:xfrm>
                <a:off x="7754730" y="4574190"/>
                <a:ext cx="1617120" cy="118440"/>
              </p14:xfrm>
            </p:contentPart>
          </mc:Choice>
          <mc:Fallback xmlns="">
            <p:pic>
              <p:nvPicPr>
                <p:cNvPr id="160" name="Ink 159">
                  <a:extLst>
                    <a:ext uri="{FF2B5EF4-FFF2-40B4-BE49-F238E27FC236}">
                      <a16:creationId xmlns:a16="http://schemas.microsoft.com/office/drawing/2014/main" id="{7AD17E37-B1F9-C70E-30DA-DE68CCDFB5EC}"/>
                    </a:ext>
                  </a:extLst>
                </p:cNvPr>
                <p:cNvPicPr/>
                <p:nvPr/>
              </p:nvPicPr>
              <p:blipFill>
                <a:blip r:embed="rId299"/>
                <a:stretch>
                  <a:fillRect/>
                </a:stretch>
              </p:blipFill>
              <p:spPr>
                <a:xfrm>
                  <a:off x="7745732" y="4565190"/>
                  <a:ext cx="1634756" cy="136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0">
              <p14:nvContentPartPr>
                <p14:cNvPr id="161" name="Ink 160">
                  <a:extLst>
                    <a:ext uri="{FF2B5EF4-FFF2-40B4-BE49-F238E27FC236}">
                      <a16:creationId xmlns:a16="http://schemas.microsoft.com/office/drawing/2014/main" id="{317990C7-6351-4DDC-2E90-3DF07F3CC69A}"/>
                    </a:ext>
                  </a:extLst>
                </p14:cNvPr>
                <p14:cNvContentPartPr/>
                <p14:nvPr/>
              </p14:nvContentPartPr>
              <p14:xfrm>
                <a:off x="8320290" y="3459270"/>
                <a:ext cx="91080" cy="1192320"/>
              </p14:xfrm>
            </p:contentPart>
          </mc:Choice>
          <mc:Fallback xmlns="">
            <p:pic>
              <p:nvPicPr>
                <p:cNvPr id="161" name="Ink 160">
                  <a:extLst>
                    <a:ext uri="{FF2B5EF4-FFF2-40B4-BE49-F238E27FC236}">
                      <a16:creationId xmlns:a16="http://schemas.microsoft.com/office/drawing/2014/main" id="{317990C7-6351-4DDC-2E90-3DF07F3CC69A}"/>
                    </a:ext>
                  </a:extLst>
                </p:cNvPr>
                <p:cNvPicPr/>
                <p:nvPr/>
              </p:nvPicPr>
              <p:blipFill>
                <a:blip r:embed="rId301"/>
                <a:stretch>
                  <a:fillRect/>
                </a:stretch>
              </p:blipFill>
              <p:spPr>
                <a:xfrm>
                  <a:off x="8311290" y="3450267"/>
                  <a:ext cx="108720" cy="1209965"/>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2">
              <p14:nvContentPartPr>
                <p14:cNvPr id="250" name="Ink 249">
                  <a:extLst>
                    <a:ext uri="{FF2B5EF4-FFF2-40B4-BE49-F238E27FC236}">
                      <a16:creationId xmlns:a16="http://schemas.microsoft.com/office/drawing/2014/main" id="{E2664006-587F-B57E-9983-F5938BD2D5AF}"/>
                    </a:ext>
                  </a:extLst>
                </p14:cNvPr>
                <p14:cNvContentPartPr/>
                <p14:nvPr/>
              </p14:nvContentPartPr>
              <p14:xfrm>
                <a:off x="8795490" y="3432990"/>
                <a:ext cx="256680" cy="1175040"/>
              </p14:xfrm>
            </p:contentPart>
          </mc:Choice>
          <mc:Fallback xmlns="">
            <p:pic>
              <p:nvPicPr>
                <p:cNvPr id="250" name="Ink 249">
                  <a:extLst>
                    <a:ext uri="{FF2B5EF4-FFF2-40B4-BE49-F238E27FC236}">
                      <a16:creationId xmlns:a16="http://schemas.microsoft.com/office/drawing/2014/main" id="{E2664006-587F-B57E-9983-F5938BD2D5AF}"/>
                    </a:ext>
                  </a:extLst>
                </p:cNvPr>
                <p:cNvPicPr/>
                <p:nvPr/>
              </p:nvPicPr>
              <p:blipFill>
                <a:blip r:embed="rId303"/>
                <a:stretch>
                  <a:fillRect/>
                </a:stretch>
              </p:blipFill>
              <p:spPr>
                <a:xfrm>
                  <a:off x="8786490" y="3423990"/>
                  <a:ext cx="274320" cy="1192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4">
              <p14:nvContentPartPr>
                <p14:cNvPr id="251" name="Ink 250">
                  <a:extLst>
                    <a:ext uri="{FF2B5EF4-FFF2-40B4-BE49-F238E27FC236}">
                      <a16:creationId xmlns:a16="http://schemas.microsoft.com/office/drawing/2014/main" id="{70CFB5B5-54DD-2F6C-2FE5-E19B9652E272}"/>
                    </a:ext>
                  </a:extLst>
                </p14:cNvPr>
                <p14:cNvContentPartPr/>
                <p14:nvPr/>
              </p14:nvContentPartPr>
              <p14:xfrm>
                <a:off x="9326490" y="3406710"/>
                <a:ext cx="147600" cy="1135440"/>
              </p14:xfrm>
            </p:contentPart>
          </mc:Choice>
          <mc:Fallback xmlns="">
            <p:pic>
              <p:nvPicPr>
                <p:cNvPr id="251" name="Ink 250">
                  <a:extLst>
                    <a:ext uri="{FF2B5EF4-FFF2-40B4-BE49-F238E27FC236}">
                      <a16:creationId xmlns:a16="http://schemas.microsoft.com/office/drawing/2014/main" id="{70CFB5B5-54DD-2F6C-2FE5-E19B9652E272}"/>
                    </a:ext>
                  </a:extLst>
                </p:cNvPr>
                <p:cNvPicPr/>
                <p:nvPr/>
              </p:nvPicPr>
              <p:blipFill>
                <a:blip r:embed="rId305"/>
                <a:stretch>
                  <a:fillRect/>
                </a:stretch>
              </p:blipFill>
              <p:spPr>
                <a:xfrm>
                  <a:off x="9317490" y="3397710"/>
                  <a:ext cx="165240" cy="1153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6">
              <p14:nvContentPartPr>
                <p14:cNvPr id="263" name="Ink 262">
                  <a:extLst>
                    <a:ext uri="{FF2B5EF4-FFF2-40B4-BE49-F238E27FC236}">
                      <a16:creationId xmlns:a16="http://schemas.microsoft.com/office/drawing/2014/main" id="{BBC76826-E983-269B-25F8-71B45F04B49E}"/>
                    </a:ext>
                  </a:extLst>
                </p14:cNvPr>
                <p14:cNvContentPartPr/>
                <p14:nvPr/>
              </p14:nvContentPartPr>
              <p14:xfrm>
                <a:off x="9626370" y="3348030"/>
                <a:ext cx="316440" cy="1236960"/>
              </p14:xfrm>
            </p:contentPart>
          </mc:Choice>
          <mc:Fallback xmlns="">
            <p:pic>
              <p:nvPicPr>
                <p:cNvPr id="263" name="Ink 262">
                  <a:extLst>
                    <a:ext uri="{FF2B5EF4-FFF2-40B4-BE49-F238E27FC236}">
                      <a16:creationId xmlns:a16="http://schemas.microsoft.com/office/drawing/2014/main" id="{BBC76826-E983-269B-25F8-71B45F04B49E}"/>
                    </a:ext>
                  </a:extLst>
                </p:cNvPr>
                <p:cNvPicPr/>
                <p:nvPr/>
              </p:nvPicPr>
              <p:blipFill>
                <a:blip r:embed="rId307"/>
                <a:stretch>
                  <a:fillRect/>
                </a:stretch>
              </p:blipFill>
              <p:spPr>
                <a:xfrm>
                  <a:off x="9617370" y="3339030"/>
                  <a:ext cx="334080" cy="1254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8">
              <p14:nvContentPartPr>
                <p14:cNvPr id="264" name="Ink 263">
                  <a:extLst>
                    <a:ext uri="{FF2B5EF4-FFF2-40B4-BE49-F238E27FC236}">
                      <a16:creationId xmlns:a16="http://schemas.microsoft.com/office/drawing/2014/main" id="{6B11F822-A5EE-AFD8-B578-B4EAF5CC8EE1}"/>
                    </a:ext>
                  </a:extLst>
                </p14:cNvPr>
                <p14:cNvContentPartPr/>
                <p14:nvPr/>
              </p14:nvContentPartPr>
              <p14:xfrm>
                <a:off x="9407850" y="4232910"/>
                <a:ext cx="650880" cy="29880"/>
              </p14:xfrm>
            </p:contentPart>
          </mc:Choice>
          <mc:Fallback xmlns="">
            <p:pic>
              <p:nvPicPr>
                <p:cNvPr id="264" name="Ink 263">
                  <a:extLst>
                    <a:ext uri="{FF2B5EF4-FFF2-40B4-BE49-F238E27FC236}">
                      <a16:creationId xmlns:a16="http://schemas.microsoft.com/office/drawing/2014/main" id="{6B11F822-A5EE-AFD8-B578-B4EAF5CC8EE1}"/>
                    </a:ext>
                  </a:extLst>
                </p:cNvPr>
                <p:cNvPicPr/>
                <p:nvPr/>
              </p:nvPicPr>
              <p:blipFill>
                <a:blip r:embed="rId309"/>
                <a:stretch>
                  <a:fillRect/>
                </a:stretch>
              </p:blipFill>
              <p:spPr>
                <a:xfrm>
                  <a:off x="9398855" y="4223910"/>
                  <a:ext cx="668510" cy="47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0">
              <p14:nvContentPartPr>
                <p14:cNvPr id="265" name="Ink 264">
                  <a:extLst>
                    <a:ext uri="{FF2B5EF4-FFF2-40B4-BE49-F238E27FC236}">
                      <a16:creationId xmlns:a16="http://schemas.microsoft.com/office/drawing/2014/main" id="{502BE57D-BEF7-09F7-4489-88345487E2A9}"/>
                    </a:ext>
                  </a:extLst>
                </p14:cNvPr>
                <p14:cNvContentPartPr/>
                <p14:nvPr/>
              </p14:nvContentPartPr>
              <p14:xfrm>
                <a:off x="9270330" y="3772110"/>
                <a:ext cx="707400" cy="49320"/>
              </p14:xfrm>
            </p:contentPart>
          </mc:Choice>
          <mc:Fallback xmlns="">
            <p:pic>
              <p:nvPicPr>
                <p:cNvPr id="265" name="Ink 264">
                  <a:extLst>
                    <a:ext uri="{FF2B5EF4-FFF2-40B4-BE49-F238E27FC236}">
                      <a16:creationId xmlns:a16="http://schemas.microsoft.com/office/drawing/2014/main" id="{502BE57D-BEF7-09F7-4489-88345487E2A9}"/>
                    </a:ext>
                  </a:extLst>
                </p:cNvPr>
                <p:cNvPicPr/>
                <p:nvPr/>
              </p:nvPicPr>
              <p:blipFill>
                <a:blip r:embed="rId311"/>
                <a:stretch>
                  <a:fillRect/>
                </a:stretch>
              </p:blipFill>
              <p:spPr>
                <a:xfrm>
                  <a:off x="9261330" y="3763110"/>
                  <a:ext cx="725040" cy="66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2">
              <p14:nvContentPartPr>
                <p14:cNvPr id="266" name="Ink 265">
                  <a:extLst>
                    <a:ext uri="{FF2B5EF4-FFF2-40B4-BE49-F238E27FC236}">
                      <a16:creationId xmlns:a16="http://schemas.microsoft.com/office/drawing/2014/main" id="{56B22A45-E567-986A-1DD9-78211AEB4B2E}"/>
                    </a:ext>
                  </a:extLst>
                </p14:cNvPr>
                <p14:cNvContentPartPr/>
                <p14:nvPr/>
              </p14:nvContentPartPr>
              <p14:xfrm>
                <a:off x="9516930" y="3838350"/>
                <a:ext cx="7200" cy="43920"/>
              </p14:xfrm>
            </p:contentPart>
          </mc:Choice>
          <mc:Fallback xmlns="">
            <p:pic>
              <p:nvPicPr>
                <p:cNvPr id="266" name="Ink 265">
                  <a:extLst>
                    <a:ext uri="{FF2B5EF4-FFF2-40B4-BE49-F238E27FC236}">
                      <a16:creationId xmlns:a16="http://schemas.microsoft.com/office/drawing/2014/main" id="{56B22A45-E567-986A-1DD9-78211AEB4B2E}"/>
                    </a:ext>
                  </a:extLst>
                </p:cNvPr>
                <p:cNvPicPr/>
                <p:nvPr/>
              </p:nvPicPr>
              <p:blipFill>
                <a:blip r:embed="rId313"/>
                <a:stretch>
                  <a:fillRect/>
                </a:stretch>
              </p:blipFill>
              <p:spPr>
                <a:xfrm>
                  <a:off x="9507930" y="3829276"/>
                  <a:ext cx="24840" cy="6170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4">
              <p14:nvContentPartPr>
                <p14:cNvPr id="326" name="Ink 325">
                  <a:extLst>
                    <a:ext uri="{FF2B5EF4-FFF2-40B4-BE49-F238E27FC236}">
                      <a16:creationId xmlns:a16="http://schemas.microsoft.com/office/drawing/2014/main" id="{1E162245-95E9-7A90-89F7-ECF75E6A17E5}"/>
                    </a:ext>
                  </a:extLst>
                </p14:cNvPr>
                <p14:cNvContentPartPr/>
                <p14:nvPr/>
              </p14:nvContentPartPr>
              <p14:xfrm>
                <a:off x="7789290" y="4744470"/>
                <a:ext cx="1803600" cy="394920"/>
              </p14:xfrm>
            </p:contentPart>
          </mc:Choice>
          <mc:Fallback xmlns="">
            <p:pic>
              <p:nvPicPr>
                <p:cNvPr id="326" name="Ink 325">
                  <a:extLst>
                    <a:ext uri="{FF2B5EF4-FFF2-40B4-BE49-F238E27FC236}">
                      <a16:creationId xmlns:a16="http://schemas.microsoft.com/office/drawing/2014/main" id="{1E162245-95E9-7A90-89F7-ECF75E6A17E5}"/>
                    </a:ext>
                  </a:extLst>
                </p:cNvPr>
                <p:cNvPicPr/>
                <p:nvPr/>
              </p:nvPicPr>
              <p:blipFill>
                <a:blip r:embed="rId315"/>
                <a:stretch>
                  <a:fillRect/>
                </a:stretch>
              </p:blipFill>
              <p:spPr>
                <a:xfrm>
                  <a:off x="7780292" y="4735470"/>
                  <a:ext cx="1821236" cy="41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6">
              <p14:nvContentPartPr>
                <p14:cNvPr id="327" name="Ink 326">
                  <a:extLst>
                    <a:ext uri="{FF2B5EF4-FFF2-40B4-BE49-F238E27FC236}">
                      <a16:creationId xmlns:a16="http://schemas.microsoft.com/office/drawing/2014/main" id="{E97D925C-DD9B-7C7E-8068-52844DCA2457}"/>
                    </a:ext>
                  </a:extLst>
                </p14:cNvPr>
                <p14:cNvContentPartPr/>
                <p14:nvPr/>
              </p14:nvContentPartPr>
              <p14:xfrm>
                <a:off x="9481290" y="4593990"/>
                <a:ext cx="482760" cy="431280"/>
              </p14:xfrm>
            </p:contentPart>
          </mc:Choice>
          <mc:Fallback xmlns="">
            <p:pic>
              <p:nvPicPr>
                <p:cNvPr id="327" name="Ink 326">
                  <a:extLst>
                    <a:ext uri="{FF2B5EF4-FFF2-40B4-BE49-F238E27FC236}">
                      <a16:creationId xmlns:a16="http://schemas.microsoft.com/office/drawing/2014/main" id="{E97D925C-DD9B-7C7E-8068-52844DCA2457}"/>
                    </a:ext>
                  </a:extLst>
                </p:cNvPr>
                <p:cNvPicPr/>
                <p:nvPr/>
              </p:nvPicPr>
              <p:blipFill>
                <a:blip r:embed="rId317"/>
                <a:stretch>
                  <a:fillRect/>
                </a:stretch>
              </p:blipFill>
              <p:spPr>
                <a:xfrm>
                  <a:off x="9472290" y="4584990"/>
                  <a:ext cx="500400" cy="448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18">
              <p14:nvContentPartPr>
                <p14:cNvPr id="328" name="Ink 327">
                  <a:extLst>
                    <a:ext uri="{FF2B5EF4-FFF2-40B4-BE49-F238E27FC236}">
                      <a16:creationId xmlns:a16="http://schemas.microsoft.com/office/drawing/2014/main" id="{8EFEE389-CE01-D94C-0BE5-ABC7020742C0}"/>
                    </a:ext>
                  </a:extLst>
                </p14:cNvPr>
                <p14:cNvContentPartPr/>
                <p14:nvPr/>
              </p14:nvContentPartPr>
              <p14:xfrm>
                <a:off x="9335850" y="4588230"/>
                <a:ext cx="56880" cy="379080"/>
              </p14:xfrm>
            </p:contentPart>
          </mc:Choice>
          <mc:Fallback xmlns="">
            <p:pic>
              <p:nvPicPr>
                <p:cNvPr id="328" name="Ink 327">
                  <a:extLst>
                    <a:ext uri="{FF2B5EF4-FFF2-40B4-BE49-F238E27FC236}">
                      <a16:creationId xmlns:a16="http://schemas.microsoft.com/office/drawing/2014/main" id="{8EFEE389-CE01-D94C-0BE5-ABC7020742C0}"/>
                    </a:ext>
                  </a:extLst>
                </p:cNvPr>
                <p:cNvPicPr/>
                <p:nvPr/>
              </p:nvPicPr>
              <p:blipFill>
                <a:blip r:embed="rId319"/>
                <a:stretch>
                  <a:fillRect/>
                </a:stretch>
              </p:blipFill>
              <p:spPr>
                <a:xfrm>
                  <a:off x="9326850" y="4579230"/>
                  <a:ext cx="74520" cy="396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0">
              <p14:nvContentPartPr>
                <p14:cNvPr id="329" name="Ink 328">
                  <a:extLst>
                    <a:ext uri="{FF2B5EF4-FFF2-40B4-BE49-F238E27FC236}">
                      <a16:creationId xmlns:a16="http://schemas.microsoft.com/office/drawing/2014/main" id="{EE708E3F-7A79-8F6F-8DC5-16C9FCCD010A}"/>
                    </a:ext>
                  </a:extLst>
                </p14:cNvPr>
                <p14:cNvContentPartPr/>
                <p14:nvPr/>
              </p14:nvContentPartPr>
              <p14:xfrm>
                <a:off x="8954970" y="4604070"/>
                <a:ext cx="100440" cy="408960"/>
              </p14:xfrm>
            </p:contentPart>
          </mc:Choice>
          <mc:Fallback xmlns="">
            <p:pic>
              <p:nvPicPr>
                <p:cNvPr id="329" name="Ink 328">
                  <a:extLst>
                    <a:ext uri="{FF2B5EF4-FFF2-40B4-BE49-F238E27FC236}">
                      <a16:creationId xmlns:a16="http://schemas.microsoft.com/office/drawing/2014/main" id="{EE708E3F-7A79-8F6F-8DC5-16C9FCCD010A}"/>
                    </a:ext>
                  </a:extLst>
                </p:cNvPr>
                <p:cNvPicPr/>
                <p:nvPr/>
              </p:nvPicPr>
              <p:blipFill>
                <a:blip r:embed="rId321"/>
                <a:stretch>
                  <a:fillRect/>
                </a:stretch>
              </p:blipFill>
              <p:spPr>
                <a:xfrm>
                  <a:off x="8945970" y="4595070"/>
                  <a:ext cx="118080" cy="426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2">
              <p14:nvContentPartPr>
                <p14:cNvPr id="330" name="Ink 329">
                  <a:extLst>
                    <a:ext uri="{FF2B5EF4-FFF2-40B4-BE49-F238E27FC236}">
                      <a16:creationId xmlns:a16="http://schemas.microsoft.com/office/drawing/2014/main" id="{FE546D83-1AAE-BD50-9A0A-F33040601505}"/>
                    </a:ext>
                  </a:extLst>
                </p14:cNvPr>
                <p14:cNvContentPartPr/>
                <p14:nvPr/>
              </p14:nvContentPartPr>
              <p14:xfrm>
                <a:off x="8401650" y="4656990"/>
                <a:ext cx="102600" cy="387000"/>
              </p14:xfrm>
            </p:contentPart>
          </mc:Choice>
          <mc:Fallback xmlns="">
            <p:pic>
              <p:nvPicPr>
                <p:cNvPr id="330" name="Ink 329">
                  <a:extLst>
                    <a:ext uri="{FF2B5EF4-FFF2-40B4-BE49-F238E27FC236}">
                      <a16:creationId xmlns:a16="http://schemas.microsoft.com/office/drawing/2014/main" id="{FE546D83-1AAE-BD50-9A0A-F33040601505}"/>
                    </a:ext>
                  </a:extLst>
                </p:cNvPr>
                <p:cNvPicPr/>
                <p:nvPr/>
              </p:nvPicPr>
              <p:blipFill>
                <a:blip r:embed="rId323"/>
                <a:stretch>
                  <a:fillRect/>
                </a:stretch>
              </p:blipFill>
              <p:spPr>
                <a:xfrm>
                  <a:off x="8392650" y="4647990"/>
                  <a:ext cx="120240" cy="404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4">
              <p14:nvContentPartPr>
                <p14:cNvPr id="354" name="Ink 353">
                  <a:extLst>
                    <a:ext uri="{FF2B5EF4-FFF2-40B4-BE49-F238E27FC236}">
                      <a16:creationId xmlns:a16="http://schemas.microsoft.com/office/drawing/2014/main" id="{03CE8FC6-20E3-715B-AA6B-6DEB5F00B43D}"/>
                    </a:ext>
                  </a:extLst>
                </p14:cNvPr>
                <p14:cNvContentPartPr/>
                <p14:nvPr/>
              </p14:nvContentPartPr>
              <p14:xfrm>
                <a:off x="9375810" y="4744470"/>
                <a:ext cx="367200" cy="164160"/>
              </p14:xfrm>
            </p:contentPart>
          </mc:Choice>
          <mc:Fallback xmlns="">
            <p:pic>
              <p:nvPicPr>
                <p:cNvPr id="354" name="Ink 353">
                  <a:extLst>
                    <a:ext uri="{FF2B5EF4-FFF2-40B4-BE49-F238E27FC236}">
                      <a16:creationId xmlns:a16="http://schemas.microsoft.com/office/drawing/2014/main" id="{03CE8FC6-20E3-715B-AA6B-6DEB5F00B43D}"/>
                    </a:ext>
                  </a:extLst>
                </p:cNvPr>
                <p:cNvPicPr/>
                <p:nvPr/>
              </p:nvPicPr>
              <p:blipFill>
                <a:blip r:embed="rId325"/>
                <a:stretch>
                  <a:fillRect/>
                </a:stretch>
              </p:blipFill>
              <p:spPr>
                <a:xfrm>
                  <a:off x="9366810" y="4735470"/>
                  <a:ext cx="384840" cy="181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6">
              <p14:nvContentPartPr>
                <p14:cNvPr id="356" name="Ink 355">
                  <a:extLst>
                    <a:ext uri="{FF2B5EF4-FFF2-40B4-BE49-F238E27FC236}">
                      <a16:creationId xmlns:a16="http://schemas.microsoft.com/office/drawing/2014/main" id="{3BFB3E4E-ACF5-D692-3656-9BA1A87489CE}"/>
                    </a:ext>
                  </a:extLst>
                </p14:cNvPr>
                <p14:cNvContentPartPr/>
                <p14:nvPr/>
              </p14:nvContentPartPr>
              <p14:xfrm>
                <a:off x="8039850" y="5225070"/>
                <a:ext cx="196920" cy="164880"/>
              </p14:xfrm>
            </p:contentPart>
          </mc:Choice>
          <mc:Fallback xmlns="">
            <p:pic>
              <p:nvPicPr>
                <p:cNvPr id="356" name="Ink 355">
                  <a:extLst>
                    <a:ext uri="{FF2B5EF4-FFF2-40B4-BE49-F238E27FC236}">
                      <a16:creationId xmlns:a16="http://schemas.microsoft.com/office/drawing/2014/main" id="{3BFB3E4E-ACF5-D692-3656-9BA1A87489CE}"/>
                    </a:ext>
                  </a:extLst>
                </p:cNvPr>
                <p:cNvPicPr/>
                <p:nvPr/>
              </p:nvPicPr>
              <p:blipFill>
                <a:blip r:embed="rId327"/>
                <a:stretch>
                  <a:fillRect/>
                </a:stretch>
              </p:blipFill>
              <p:spPr>
                <a:xfrm>
                  <a:off x="8030850" y="5216070"/>
                  <a:ext cx="214560" cy="182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8">
              <p14:nvContentPartPr>
                <p14:cNvPr id="357" name="Ink 356">
                  <a:extLst>
                    <a:ext uri="{FF2B5EF4-FFF2-40B4-BE49-F238E27FC236}">
                      <a16:creationId xmlns:a16="http://schemas.microsoft.com/office/drawing/2014/main" id="{787665E8-BC47-A0D6-FC6B-3010B2D5D16E}"/>
                    </a:ext>
                  </a:extLst>
                </p14:cNvPr>
                <p14:cNvContentPartPr/>
                <p14:nvPr/>
              </p14:nvContentPartPr>
              <p14:xfrm>
                <a:off x="8267370" y="5310750"/>
                <a:ext cx="164160" cy="92880"/>
              </p14:xfrm>
            </p:contentPart>
          </mc:Choice>
          <mc:Fallback xmlns="">
            <p:pic>
              <p:nvPicPr>
                <p:cNvPr id="357" name="Ink 356">
                  <a:extLst>
                    <a:ext uri="{FF2B5EF4-FFF2-40B4-BE49-F238E27FC236}">
                      <a16:creationId xmlns:a16="http://schemas.microsoft.com/office/drawing/2014/main" id="{787665E8-BC47-A0D6-FC6B-3010B2D5D16E}"/>
                    </a:ext>
                  </a:extLst>
                </p:cNvPr>
                <p:cNvPicPr/>
                <p:nvPr/>
              </p:nvPicPr>
              <p:blipFill>
                <a:blip r:embed="rId329"/>
                <a:stretch>
                  <a:fillRect/>
                </a:stretch>
              </p:blipFill>
              <p:spPr>
                <a:xfrm>
                  <a:off x="8258350" y="5301750"/>
                  <a:ext cx="181839" cy="110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0">
              <p14:nvContentPartPr>
                <p14:cNvPr id="358" name="Ink 357">
                  <a:extLst>
                    <a:ext uri="{FF2B5EF4-FFF2-40B4-BE49-F238E27FC236}">
                      <a16:creationId xmlns:a16="http://schemas.microsoft.com/office/drawing/2014/main" id="{C2E54C3D-DCA2-D85E-11E2-2F1A8F06BC40}"/>
                    </a:ext>
                  </a:extLst>
                </p14:cNvPr>
                <p14:cNvContentPartPr/>
                <p14:nvPr/>
              </p14:nvContentPartPr>
              <p14:xfrm>
                <a:off x="8454930" y="5268270"/>
                <a:ext cx="173520" cy="86400"/>
              </p14:xfrm>
            </p:contentPart>
          </mc:Choice>
          <mc:Fallback xmlns="">
            <p:pic>
              <p:nvPicPr>
                <p:cNvPr id="358" name="Ink 357">
                  <a:extLst>
                    <a:ext uri="{FF2B5EF4-FFF2-40B4-BE49-F238E27FC236}">
                      <a16:creationId xmlns:a16="http://schemas.microsoft.com/office/drawing/2014/main" id="{C2E54C3D-DCA2-D85E-11E2-2F1A8F06BC40}"/>
                    </a:ext>
                  </a:extLst>
                </p:cNvPr>
                <p:cNvPicPr/>
                <p:nvPr/>
              </p:nvPicPr>
              <p:blipFill>
                <a:blip r:embed="rId331"/>
                <a:stretch>
                  <a:fillRect/>
                </a:stretch>
              </p:blipFill>
              <p:spPr>
                <a:xfrm>
                  <a:off x="8445930" y="5259270"/>
                  <a:ext cx="191160" cy="10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2">
              <p14:nvContentPartPr>
                <p14:cNvPr id="359" name="Ink 358">
                  <a:extLst>
                    <a:ext uri="{FF2B5EF4-FFF2-40B4-BE49-F238E27FC236}">
                      <a16:creationId xmlns:a16="http://schemas.microsoft.com/office/drawing/2014/main" id="{6E48FCEB-2A66-49E8-D99B-40B94C88B370}"/>
                    </a:ext>
                  </a:extLst>
                </p14:cNvPr>
                <p14:cNvContentPartPr/>
                <p14:nvPr/>
              </p14:nvContentPartPr>
              <p14:xfrm>
                <a:off x="8687850" y="5237310"/>
                <a:ext cx="55440" cy="91440"/>
              </p14:xfrm>
            </p:contentPart>
          </mc:Choice>
          <mc:Fallback xmlns="">
            <p:pic>
              <p:nvPicPr>
                <p:cNvPr id="359" name="Ink 358">
                  <a:extLst>
                    <a:ext uri="{FF2B5EF4-FFF2-40B4-BE49-F238E27FC236}">
                      <a16:creationId xmlns:a16="http://schemas.microsoft.com/office/drawing/2014/main" id="{6E48FCEB-2A66-49E8-D99B-40B94C88B370}"/>
                    </a:ext>
                  </a:extLst>
                </p:cNvPr>
                <p:cNvPicPr/>
                <p:nvPr/>
              </p:nvPicPr>
              <p:blipFill>
                <a:blip r:embed="rId333"/>
                <a:stretch>
                  <a:fillRect/>
                </a:stretch>
              </p:blipFill>
              <p:spPr>
                <a:xfrm>
                  <a:off x="8678850" y="5228310"/>
                  <a:ext cx="73080" cy="109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4">
              <p14:nvContentPartPr>
                <p14:cNvPr id="360" name="Ink 359">
                  <a:extLst>
                    <a:ext uri="{FF2B5EF4-FFF2-40B4-BE49-F238E27FC236}">
                      <a16:creationId xmlns:a16="http://schemas.microsoft.com/office/drawing/2014/main" id="{8CC45680-5529-4397-4B06-05362415AEFF}"/>
                    </a:ext>
                  </a:extLst>
                </p14:cNvPr>
                <p14:cNvContentPartPr/>
                <p14:nvPr/>
              </p14:nvContentPartPr>
              <p14:xfrm>
                <a:off x="8867130" y="5085030"/>
                <a:ext cx="588240" cy="240120"/>
              </p14:xfrm>
            </p:contentPart>
          </mc:Choice>
          <mc:Fallback xmlns="">
            <p:pic>
              <p:nvPicPr>
                <p:cNvPr id="360" name="Ink 359">
                  <a:extLst>
                    <a:ext uri="{FF2B5EF4-FFF2-40B4-BE49-F238E27FC236}">
                      <a16:creationId xmlns:a16="http://schemas.microsoft.com/office/drawing/2014/main" id="{8CC45680-5529-4397-4B06-05362415AEFF}"/>
                    </a:ext>
                  </a:extLst>
                </p:cNvPr>
                <p:cNvPicPr/>
                <p:nvPr/>
              </p:nvPicPr>
              <p:blipFill>
                <a:blip r:embed="rId335"/>
                <a:stretch>
                  <a:fillRect/>
                </a:stretch>
              </p:blipFill>
              <p:spPr>
                <a:xfrm>
                  <a:off x="8858124" y="5076030"/>
                  <a:ext cx="605891" cy="257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6">
              <p14:nvContentPartPr>
                <p14:cNvPr id="361" name="Ink 360">
                  <a:extLst>
                    <a:ext uri="{FF2B5EF4-FFF2-40B4-BE49-F238E27FC236}">
                      <a16:creationId xmlns:a16="http://schemas.microsoft.com/office/drawing/2014/main" id="{0E685AE3-2823-793A-2DD6-AD71C28D2CC5}"/>
                    </a:ext>
                  </a:extLst>
                </p14:cNvPr>
                <p14:cNvContentPartPr/>
                <p14:nvPr/>
              </p14:nvContentPartPr>
              <p14:xfrm>
                <a:off x="8799090" y="5509470"/>
                <a:ext cx="18720" cy="118080"/>
              </p14:xfrm>
            </p:contentPart>
          </mc:Choice>
          <mc:Fallback xmlns="">
            <p:pic>
              <p:nvPicPr>
                <p:cNvPr id="361" name="Ink 360">
                  <a:extLst>
                    <a:ext uri="{FF2B5EF4-FFF2-40B4-BE49-F238E27FC236}">
                      <a16:creationId xmlns:a16="http://schemas.microsoft.com/office/drawing/2014/main" id="{0E685AE3-2823-793A-2DD6-AD71C28D2CC5}"/>
                    </a:ext>
                  </a:extLst>
                </p:cNvPr>
                <p:cNvPicPr/>
                <p:nvPr/>
              </p:nvPicPr>
              <p:blipFill>
                <a:blip r:embed="rId337"/>
                <a:stretch>
                  <a:fillRect/>
                </a:stretch>
              </p:blipFill>
              <p:spPr>
                <a:xfrm>
                  <a:off x="8789914" y="5500497"/>
                  <a:ext cx="36706" cy="135666"/>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8">
              <p14:nvContentPartPr>
                <p14:cNvPr id="362" name="Ink 361">
                  <a:extLst>
                    <a:ext uri="{FF2B5EF4-FFF2-40B4-BE49-F238E27FC236}">
                      <a16:creationId xmlns:a16="http://schemas.microsoft.com/office/drawing/2014/main" id="{D064E8C9-4CAD-56CD-13B3-B97BF4329C7D}"/>
                    </a:ext>
                  </a:extLst>
                </p14:cNvPr>
                <p14:cNvContentPartPr/>
                <p14:nvPr/>
              </p14:nvContentPartPr>
              <p14:xfrm>
                <a:off x="8742210" y="5420190"/>
                <a:ext cx="28440" cy="39960"/>
              </p14:xfrm>
            </p:contentPart>
          </mc:Choice>
          <mc:Fallback xmlns="">
            <p:pic>
              <p:nvPicPr>
                <p:cNvPr id="362" name="Ink 361">
                  <a:extLst>
                    <a:ext uri="{FF2B5EF4-FFF2-40B4-BE49-F238E27FC236}">
                      <a16:creationId xmlns:a16="http://schemas.microsoft.com/office/drawing/2014/main" id="{D064E8C9-4CAD-56CD-13B3-B97BF4329C7D}"/>
                    </a:ext>
                  </a:extLst>
                </p:cNvPr>
                <p:cNvPicPr/>
                <p:nvPr/>
              </p:nvPicPr>
              <p:blipFill>
                <a:blip r:embed="rId339"/>
                <a:stretch>
                  <a:fillRect/>
                </a:stretch>
              </p:blipFill>
              <p:spPr>
                <a:xfrm>
                  <a:off x="8733210" y="5411190"/>
                  <a:ext cx="46080" cy="57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0">
              <p14:nvContentPartPr>
                <p14:cNvPr id="363" name="Ink 362">
                  <a:extLst>
                    <a:ext uri="{FF2B5EF4-FFF2-40B4-BE49-F238E27FC236}">
                      <a16:creationId xmlns:a16="http://schemas.microsoft.com/office/drawing/2014/main" id="{D5A22C9E-D275-0C40-F972-D0FBFD18D84B}"/>
                    </a:ext>
                  </a:extLst>
                </p14:cNvPr>
                <p14:cNvContentPartPr/>
                <p14:nvPr/>
              </p14:nvContentPartPr>
              <p14:xfrm>
                <a:off x="8936250" y="5437830"/>
                <a:ext cx="558720" cy="269640"/>
              </p14:xfrm>
            </p:contentPart>
          </mc:Choice>
          <mc:Fallback xmlns="">
            <p:pic>
              <p:nvPicPr>
                <p:cNvPr id="363" name="Ink 362">
                  <a:extLst>
                    <a:ext uri="{FF2B5EF4-FFF2-40B4-BE49-F238E27FC236}">
                      <a16:creationId xmlns:a16="http://schemas.microsoft.com/office/drawing/2014/main" id="{D5A22C9E-D275-0C40-F972-D0FBFD18D84B}"/>
                    </a:ext>
                  </a:extLst>
                </p:cNvPr>
                <p:cNvPicPr/>
                <p:nvPr/>
              </p:nvPicPr>
              <p:blipFill>
                <a:blip r:embed="rId341"/>
                <a:stretch>
                  <a:fillRect/>
                </a:stretch>
              </p:blipFill>
              <p:spPr>
                <a:xfrm>
                  <a:off x="8927250" y="5428830"/>
                  <a:ext cx="576360" cy="287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2">
              <p14:nvContentPartPr>
                <p14:cNvPr id="364" name="Ink 363">
                  <a:extLst>
                    <a:ext uri="{FF2B5EF4-FFF2-40B4-BE49-F238E27FC236}">
                      <a16:creationId xmlns:a16="http://schemas.microsoft.com/office/drawing/2014/main" id="{7E91860E-2740-7B55-55BA-F4CF02838391}"/>
                    </a:ext>
                  </a:extLst>
                </p14:cNvPr>
                <p14:cNvContentPartPr/>
                <p14:nvPr/>
              </p14:nvContentPartPr>
              <p14:xfrm>
                <a:off x="9024450" y="5691990"/>
                <a:ext cx="464040" cy="109440"/>
              </p14:xfrm>
            </p:contentPart>
          </mc:Choice>
          <mc:Fallback xmlns="">
            <p:pic>
              <p:nvPicPr>
                <p:cNvPr id="364" name="Ink 363">
                  <a:extLst>
                    <a:ext uri="{FF2B5EF4-FFF2-40B4-BE49-F238E27FC236}">
                      <a16:creationId xmlns:a16="http://schemas.microsoft.com/office/drawing/2014/main" id="{7E91860E-2740-7B55-55BA-F4CF02838391}"/>
                    </a:ext>
                  </a:extLst>
                </p:cNvPr>
                <p:cNvPicPr/>
                <p:nvPr/>
              </p:nvPicPr>
              <p:blipFill>
                <a:blip r:embed="rId343"/>
                <a:stretch>
                  <a:fillRect/>
                </a:stretch>
              </p:blipFill>
              <p:spPr>
                <a:xfrm>
                  <a:off x="9015457" y="5682960"/>
                  <a:ext cx="481666" cy="127138"/>
                </a:xfrm>
                <a:prstGeom prst="rect">
                  <a:avLst/>
                </a:prstGeom>
              </p:spPr>
            </p:pic>
          </mc:Fallback>
        </mc:AlternateContent>
      </p:grpSp>
      <p:grpSp>
        <p:nvGrpSpPr>
          <p:cNvPr id="372" name="Group 371">
            <a:extLst>
              <a:ext uri="{FF2B5EF4-FFF2-40B4-BE49-F238E27FC236}">
                <a16:creationId xmlns:a16="http://schemas.microsoft.com/office/drawing/2014/main" id="{1692CBD8-B5A1-F2D6-AFAA-B0193197AE68}"/>
              </a:ext>
            </a:extLst>
          </p:cNvPr>
          <p:cNvGrpSpPr/>
          <p:nvPr/>
        </p:nvGrpSpPr>
        <p:grpSpPr>
          <a:xfrm>
            <a:off x="1164210" y="5846790"/>
            <a:ext cx="563760" cy="183600"/>
            <a:chOff x="1164210" y="5846790"/>
            <a:chExt cx="563760" cy="183600"/>
          </a:xfrm>
        </p:grpSpPr>
        <mc:AlternateContent xmlns:mc="http://schemas.openxmlformats.org/markup-compatibility/2006" xmlns:p14="http://schemas.microsoft.com/office/powerpoint/2010/main" xmlns:aink="http://schemas.microsoft.com/office/drawing/2016/ink">
          <mc:Choice Requires="p14 aink">
            <p:contentPart p14:bwMode="auto" r:id="rId344">
              <p14:nvContentPartPr>
                <p14:cNvPr id="366" name="Ink 365">
                  <a:extLst>
                    <a:ext uri="{FF2B5EF4-FFF2-40B4-BE49-F238E27FC236}">
                      <a16:creationId xmlns:a16="http://schemas.microsoft.com/office/drawing/2014/main" id="{1272BF39-45B4-B582-785C-1070675F11AF}"/>
                    </a:ext>
                  </a:extLst>
                </p14:cNvPr>
                <p14:cNvContentPartPr/>
                <p14:nvPr/>
              </p14:nvContentPartPr>
              <p14:xfrm>
                <a:off x="1164210" y="5868750"/>
                <a:ext cx="267120" cy="161640"/>
              </p14:xfrm>
            </p:contentPart>
          </mc:Choice>
          <mc:Fallback xmlns="">
            <p:pic>
              <p:nvPicPr>
                <p:cNvPr id="366" name="Ink 365">
                  <a:extLst>
                    <a:ext uri="{FF2B5EF4-FFF2-40B4-BE49-F238E27FC236}">
                      <a16:creationId xmlns:a16="http://schemas.microsoft.com/office/drawing/2014/main" id="{1272BF39-45B4-B582-785C-1070675F11AF}"/>
                    </a:ext>
                  </a:extLst>
                </p:cNvPr>
                <p:cNvPicPr/>
                <p:nvPr/>
              </p:nvPicPr>
              <p:blipFill>
                <a:blip r:embed="rId345"/>
                <a:stretch>
                  <a:fillRect/>
                </a:stretch>
              </p:blipFill>
              <p:spPr>
                <a:xfrm>
                  <a:off x="1155210" y="5859750"/>
                  <a:ext cx="284760" cy="179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6">
              <p14:nvContentPartPr>
                <p14:cNvPr id="367" name="Ink 366">
                  <a:extLst>
                    <a:ext uri="{FF2B5EF4-FFF2-40B4-BE49-F238E27FC236}">
                      <a16:creationId xmlns:a16="http://schemas.microsoft.com/office/drawing/2014/main" id="{63476454-28F9-8544-6554-ACBB3042BDE1}"/>
                    </a:ext>
                  </a:extLst>
                </p14:cNvPr>
                <p14:cNvContentPartPr/>
                <p14:nvPr/>
              </p14:nvContentPartPr>
              <p14:xfrm>
                <a:off x="1526730" y="5846790"/>
                <a:ext cx="201240" cy="117000"/>
              </p14:xfrm>
            </p:contentPart>
          </mc:Choice>
          <mc:Fallback xmlns="">
            <p:pic>
              <p:nvPicPr>
                <p:cNvPr id="367" name="Ink 366">
                  <a:extLst>
                    <a:ext uri="{FF2B5EF4-FFF2-40B4-BE49-F238E27FC236}">
                      <a16:creationId xmlns:a16="http://schemas.microsoft.com/office/drawing/2014/main" id="{63476454-28F9-8544-6554-ACBB3042BDE1}"/>
                    </a:ext>
                  </a:extLst>
                </p:cNvPr>
                <p:cNvPicPr/>
                <p:nvPr/>
              </p:nvPicPr>
              <p:blipFill>
                <a:blip r:embed="rId347"/>
                <a:stretch>
                  <a:fillRect/>
                </a:stretch>
              </p:blipFill>
              <p:spPr>
                <a:xfrm>
                  <a:off x="1517746" y="5837762"/>
                  <a:ext cx="218849" cy="134694"/>
                </a:xfrm>
                <a:prstGeom prst="rect">
                  <a:avLst/>
                </a:prstGeom>
              </p:spPr>
            </p:pic>
          </mc:Fallback>
        </mc:AlternateContent>
      </p:grpSp>
      <p:grpSp>
        <p:nvGrpSpPr>
          <p:cNvPr id="371" name="Group 370">
            <a:extLst>
              <a:ext uri="{FF2B5EF4-FFF2-40B4-BE49-F238E27FC236}">
                <a16:creationId xmlns:a16="http://schemas.microsoft.com/office/drawing/2014/main" id="{050AC0CD-0C1E-073B-C17C-0A22EC58689A}"/>
              </a:ext>
            </a:extLst>
          </p:cNvPr>
          <p:cNvGrpSpPr/>
          <p:nvPr/>
        </p:nvGrpSpPr>
        <p:grpSpPr>
          <a:xfrm>
            <a:off x="4719570" y="5466990"/>
            <a:ext cx="523800" cy="226440"/>
            <a:chOff x="4719570" y="5466990"/>
            <a:chExt cx="523800" cy="226440"/>
          </a:xfrm>
        </p:grpSpPr>
        <mc:AlternateContent xmlns:mc="http://schemas.openxmlformats.org/markup-compatibility/2006" xmlns:p14="http://schemas.microsoft.com/office/powerpoint/2010/main" xmlns:aink="http://schemas.microsoft.com/office/drawing/2016/ink">
          <mc:Choice Requires="p14 aink">
            <p:contentPart p14:bwMode="auto" r:id="rId348">
              <p14:nvContentPartPr>
                <p14:cNvPr id="368" name="Ink 367">
                  <a:extLst>
                    <a:ext uri="{FF2B5EF4-FFF2-40B4-BE49-F238E27FC236}">
                      <a16:creationId xmlns:a16="http://schemas.microsoft.com/office/drawing/2014/main" id="{F08E1849-5AD3-5FDB-3141-321474F99739}"/>
                    </a:ext>
                  </a:extLst>
                </p14:cNvPr>
                <p14:cNvContentPartPr/>
                <p14:nvPr/>
              </p14:nvContentPartPr>
              <p14:xfrm>
                <a:off x="4719570" y="5466990"/>
                <a:ext cx="145080" cy="226440"/>
              </p14:xfrm>
            </p:contentPart>
          </mc:Choice>
          <mc:Fallback xmlns="">
            <p:pic>
              <p:nvPicPr>
                <p:cNvPr id="368" name="Ink 367">
                  <a:extLst>
                    <a:ext uri="{FF2B5EF4-FFF2-40B4-BE49-F238E27FC236}">
                      <a16:creationId xmlns:a16="http://schemas.microsoft.com/office/drawing/2014/main" id="{F08E1849-5AD3-5FDB-3141-321474F99739}"/>
                    </a:ext>
                  </a:extLst>
                </p:cNvPr>
                <p:cNvPicPr/>
                <p:nvPr/>
              </p:nvPicPr>
              <p:blipFill>
                <a:blip r:embed="rId349"/>
                <a:stretch>
                  <a:fillRect/>
                </a:stretch>
              </p:blipFill>
              <p:spPr>
                <a:xfrm>
                  <a:off x="4710592" y="5457990"/>
                  <a:ext cx="162676" cy="244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50">
              <p14:nvContentPartPr>
                <p14:cNvPr id="369" name="Ink 368">
                  <a:extLst>
                    <a:ext uri="{FF2B5EF4-FFF2-40B4-BE49-F238E27FC236}">
                      <a16:creationId xmlns:a16="http://schemas.microsoft.com/office/drawing/2014/main" id="{BD807610-5B9D-B3B1-B804-BE285B43DE63}"/>
                    </a:ext>
                  </a:extLst>
                </p14:cNvPr>
                <p14:cNvContentPartPr/>
                <p14:nvPr/>
              </p14:nvContentPartPr>
              <p14:xfrm>
                <a:off x="4742250" y="5571030"/>
                <a:ext cx="165960" cy="37080"/>
              </p14:xfrm>
            </p:contentPart>
          </mc:Choice>
          <mc:Fallback xmlns="">
            <p:pic>
              <p:nvPicPr>
                <p:cNvPr id="369" name="Ink 368">
                  <a:extLst>
                    <a:ext uri="{FF2B5EF4-FFF2-40B4-BE49-F238E27FC236}">
                      <a16:creationId xmlns:a16="http://schemas.microsoft.com/office/drawing/2014/main" id="{BD807610-5B9D-B3B1-B804-BE285B43DE63}"/>
                    </a:ext>
                  </a:extLst>
                </p:cNvPr>
                <p:cNvPicPr/>
                <p:nvPr/>
              </p:nvPicPr>
              <p:blipFill>
                <a:blip r:embed="rId351"/>
                <a:stretch>
                  <a:fillRect/>
                </a:stretch>
              </p:blipFill>
              <p:spPr>
                <a:xfrm>
                  <a:off x="4733269" y="5562030"/>
                  <a:ext cx="183562" cy="5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52">
              <p14:nvContentPartPr>
                <p14:cNvPr id="370" name="Ink 369">
                  <a:extLst>
                    <a:ext uri="{FF2B5EF4-FFF2-40B4-BE49-F238E27FC236}">
                      <a16:creationId xmlns:a16="http://schemas.microsoft.com/office/drawing/2014/main" id="{5D221035-CD28-8142-83DC-E096914AE617}"/>
                    </a:ext>
                  </a:extLst>
                </p14:cNvPr>
                <p14:cNvContentPartPr/>
                <p14:nvPr/>
              </p14:nvContentPartPr>
              <p14:xfrm>
                <a:off x="5099730" y="5498310"/>
                <a:ext cx="143640" cy="78480"/>
              </p14:xfrm>
            </p:contentPart>
          </mc:Choice>
          <mc:Fallback xmlns="">
            <p:pic>
              <p:nvPicPr>
                <p:cNvPr id="370" name="Ink 369">
                  <a:extLst>
                    <a:ext uri="{FF2B5EF4-FFF2-40B4-BE49-F238E27FC236}">
                      <a16:creationId xmlns:a16="http://schemas.microsoft.com/office/drawing/2014/main" id="{5D221035-CD28-8142-83DC-E096914AE617}"/>
                    </a:ext>
                  </a:extLst>
                </p:cNvPr>
                <p:cNvPicPr/>
                <p:nvPr/>
              </p:nvPicPr>
              <p:blipFill>
                <a:blip r:embed="rId353"/>
                <a:stretch>
                  <a:fillRect/>
                </a:stretch>
              </p:blipFill>
              <p:spPr>
                <a:xfrm>
                  <a:off x="5090707" y="5489310"/>
                  <a:ext cx="161324" cy="96120"/>
                </a:xfrm>
                <a:prstGeom prst="rect">
                  <a:avLst/>
                </a:prstGeom>
              </p:spPr>
            </p:pic>
          </mc:Fallback>
        </mc:AlternateContent>
      </p:grpSp>
      <p:grpSp>
        <p:nvGrpSpPr>
          <p:cNvPr id="141" name="Group 140">
            <a:extLst>
              <a:ext uri="{FF2B5EF4-FFF2-40B4-BE49-F238E27FC236}">
                <a16:creationId xmlns:a16="http://schemas.microsoft.com/office/drawing/2014/main" id="{AF7C44C9-F24F-E639-1EC4-DC80A7205BA4}"/>
              </a:ext>
            </a:extLst>
          </p:cNvPr>
          <p:cNvGrpSpPr/>
          <p:nvPr/>
        </p:nvGrpSpPr>
        <p:grpSpPr>
          <a:xfrm>
            <a:off x="1195530" y="1571790"/>
            <a:ext cx="6847560" cy="888840"/>
            <a:chOff x="1195530" y="1571790"/>
            <a:chExt cx="6847560" cy="888840"/>
          </a:xfrm>
        </p:grpSpPr>
        <mc:AlternateContent xmlns:mc="http://schemas.openxmlformats.org/markup-compatibility/2006" xmlns:p14="http://schemas.microsoft.com/office/powerpoint/2010/main">
          <mc:Choice Requires="p14">
            <p:contentPart p14:bwMode="auto" r:id="rId354">
              <p14:nvContentPartPr>
                <p14:cNvPr id="3" name="Ink 2">
                  <a:extLst>
                    <a:ext uri="{FF2B5EF4-FFF2-40B4-BE49-F238E27FC236}">
                      <a16:creationId xmlns:a16="http://schemas.microsoft.com/office/drawing/2014/main" id="{B096A1C5-A8EA-6B73-3231-1F16C617EC5E}"/>
                    </a:ext>
                  </a:extLst>
                </p14:cNvPr>
                <p14:cNvContentPartPr/>
                <p14:nvPr/>
              </p14:nvContentPartPr>
              <p14:xfrm>
                <a:off x="1195530" y="1977150"/>
                <a:ext cx="206640" cy="148680"/>
              </p14:xfrm>
            </p:contentPart>
          </mc:Choice>
          <mc:Fallback xmlns="">
            <p:pic>
              <p:nvPicPr>
                <p:cNvPr id="3" name="Ink 2">
                  <a:extLst>
                    <a:ext uri="{FF2B5EF4-FFF2-40B4-BE49-F238E27FC236}">
                      <a16:creationId xmlns:a16="http://schemas.microsoft.com/office/drawing/2014/main" id="{B096A1C5-A8EA-6B73-3231-1F16C617EC5E}"/>
                    </a:ext>
                  </a:extLst>
                </p:cNvPr>
                <p:cNvPicPr/>
                <p:nvPr/>
              </p:nvPicPr>
              <p:blipFill>
                <a:blip r:embed="rId355"/>
                <a:stretch>
                  <a:fillRect/>
                </a:stretch>
              </p:blipFill>
              <p:spPr>
                <a:xfrm>
                  <a:off x="1189410" y="1971030"/>
                  <a:ext cx="21888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4" name="Ink 3">
                  <a:extLst>
                    <a:ext uri="{FF2B5EF4-FFF2-40B4-BE49-F238E27FC236}">
                      <a16:creationId xmlns:a16="http://schemas.microsoft.com/office/drawing/2014/main" id="{342B8CDA-6B2A-BF4B-B0AD-761340B8B8B4}"/>
                    </a:ext>
                  </a:extLst>
                </p14:cNvPr>
                <p14:cNvContentPartPr/>
                <p14:nvPr/>
              </p14:nvContentPartPr>
              <p14:xfrm>
                <a:off x="1411170" y="2043750"/>
                <a:ext cx="163080" cy="109800"/>
              </p14:xfrm>
            </p:contentPart>
          </mc:Choice>
          <mc:Fallback xmlns="">
            <p:pic>
              <p:nvPicPr>
                <p:cNvPr id="4" name="Ink 3">
                  <a:extLst>
                    <a:ext uri="{FF2B5EF4-FFF2-40B4-BE49-F238E27FC236}">
                      <a16:creationId xmlns:a16="http://schemas.microsoft.com/office/drawing/2014/main" id="{342B8CDA-6B2A-BF4B-B0AD-761340B8B8B4}"/>
                    </a:ext>
                  </a:extLst>
                </p:cNvPr>
                <p:cNvPicPr/>
                <p:nvPr/>
              </p:nvPicPr>
              <p:blipFill>
                <a:blip r:embed="rId357"/>
                <a:stretch>
                  <a:fillRect/>
                </a:stretch>
              </p:blipFill>
              <p:spPr>
                <a:xfrm>
                  <a:off x="1405050" y="2037630"/>
                  <a:ext cx="17532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6" name="Ink 5">
                  <a:extLst>
                    <a:ext uri="{FF2B5EF4-FFF2-40B4-BE49-F238E27FC236}">
                      <a16:creationId xmlns:a16="http://schemas.microsoft.com/office/drawing/2014/main" id="{9647E716-91CC-C7DF-A546-5E3510DB38F0}"/>
                    </a:ext>
                  </a:extLst>
                </p14:cNvPr>
                <p14:cNvContentPartPr/>
                <p14:nvPr/>
              </p14:nvContentPartPr>
              <p14:xfrm>
                <a:off x="1626090" y="2046990"/>
                <a:ext cx="105120" cy="124560"/>
              </p14:xfrm>
            </p:contentPart>
          </mc:Choice>
          <mc:Fallback xmlns="">
            <p:pic>
              <p:nvPicPr>
                <p:cNvPr id="6" name="Ink 5">
                  <a:extLst>
                    <a:ext uri="{FF2B5EF4-FFF2-40B4-BE49-F238E27FC236}">
                      <a16:creationId xmlns:a16="http://schemas.microsoft.com/office/drawing/2014/main" id="{9647E716-91CC-C7DF-A546-5E3510DB38F0}"/>
                    </a:ext>
                  </a:extLst>
                </p:cNvPr>
                <p:cNvPicPr/>
                <p:nvPr/>
              </p:nvPicPr>
              <p:blipFill>
                <a:blip r:embed="rId359"/>
                <a:stretch>
                  <a:fillRect/>
                </a:stretch>
              </p:blipFill>
              <p:spPr>
                <a:xfrm>
                  <a:off x="1619970" y="2040870"/>
                  <a:ext cx="11736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7" name="Ink 6">
                  <a:extLst>
                    <a:ext uri="{FF2B5EF4-FFF2-40B4-BE49-F238E27FC236}">
                      <a16:creationId xmlns:a16="http://schemas.microsoft.com/office/drawing/2014/main" id="{E6573AA4-005F-38C9-1B89-D727C338DA00}"/>
                    </a:ext>
                  </a:extLst>
                </p14:cNvPr>
                <p14:cNvContentPartPr/>
                <p14:nvPr/>
              </p14:nvContentPartPr>
              <p14:xfrm>
                <a:off x="1782330" y="1945830"/>
                <a:ext cx="310320" cy="208080"/>
              </p14:xfrm>
            </p:contentPart>
          </mc:Choice>
          <mc:Fallback xmlns="">
            <p:pic>
              <p:nvPicPr>
                <p:cNvPr id="7" name="Ink 6">
                  <a:extLst>
                    <a:ext uri="{FF2B5EF4-FFF2-40B4-BE49-F238E27FC236}">
                      <a16:creationId xmlns:a16="http://schemas.microsoft.com/office/drawing/2014/main" id="{E6573AA4-005F-38C9-1B89-D727C338DA00}"/>
                    </a:ext>
                  </a:extLst>
                </p:cNvPr>
                <p:cNvPicPr/>
                <p:nvPr/>
              </p:nvPicPr>
              <p:blipFill>
                <a:blip r:embed="rId361"/>
                <a:stretch>
                  <a:fillRect/>
                </a:stretch>
              </p:blipFill>
              <p:spPr>
                <a:xfrm>
                  <a:off x="1776210" y="1939710"/>
                  <a:ext cx="32256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11" name="Ink 10">
                  <a:extLst>
                    <a:ext uri="{FF2B5EF4-FFF2-40B4-BE49-F238E27FC236}">
                      <a16:creationId xmlns:a16="http://schemas.microsoft.com/office/drawing/2014/main" id="{A07991CB-AB99-724A-C208-769431BD759E}"/>
                    </a:ext>
                  </a:extLst>
                </p14:cNvPr>
                <p14:cNvContentPartPr/>
                <p14:nvPr/>
              </p14:nvContentPartPr>
              <p14:xfrm>
                <a:off x="1839570" y="2040150"/>
                <a:ext cx="72000" cy="53280"/>
              </p14:xfrm>
            </p:contentPart>
          </mc:Choice>
          <mc:Fallback xmlns="">
            <p:pic>
              <p:nvPicPr>
                <p:cNvPr id="11" name="Ink 10">
                  <a:extLst>
                    <a:ext uri="{FF2B5EF4-FFF2-40B4-BE49-F238E27FC236}">
                      <a16:creationId xmlns:a16="http://schemas.microsoft.com/office/drawing/2014/main" id="{A07991CB-AB99-724A-C208-769431BD759E}"/>
                    </a:ext>
                  </a:extLst>
                </p:cNvPr>
                <p:cNvPicPr/>
                <p:nvPr/>
              </p:nvPicPr>
              <p:blipFill>
                <a:blip r:embed="rId363"/>
                <a:stretch>
                  <a:fillRect/>
                </a:stretch>
              </p:blipFill>
              <p:spPr>
                <a:xfrm>
                  <a:off x="1833450" y="2034030"/>
                  <a:ext cx="8424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13" name="Ink 12">
                  <a:extLst>
                    <a:ext uri="{FF2B5EF4-FFF2-40B4-BE49-F238E27FC236}">
                      <a16:creationId xmlns:a16="http://schemas.microsoft.com/office/drawing/2014/main" id="{5D37C5D8-9C1D-061E-F489-EEBB8E76FB23}"/>
                    </a:ext>
                  </a:extLst>
                </p14:cNvPr>
                <p14:cNvContentPartPr/>
                <p14:nvPr/>
              </p14:nvContentPartPr>
              <p14:xfrm>
                <a:off x="2118570" y="1960950"/>
                <a:ext cx="359640" cy="209880"/>
              </p14:xfrm>
            </p:contentPart>
          </mc:Choice>
          <mc:Fallback xmlns="">
            <p:pic>
              <p:nvPicPr>
                <p:cNvPr id="13" name="Ink 12">
                  <a:extLst>
                    <a:ext uri="{FF2B5EF4-FFF2-40B4-BE49-F238E27FC236}">
                      <a16:creationId xmlns:a16="http://schemas.microsoft.com/office/drawing/2014/main" id="{5D37C5D8-9C1D-061E-F489-EEBB8E76FB23}"/>
                    </a:ext>
                  </a:extLst>
                </p:cNvPr>
                <p:cNvPicPr/>
                <p:nvPr/>
              </p:nvPicPr>
              <p:blipFill>
                <a:blip r:embed="rId365"/>
                <a:stretch>
                  <a:fillRect/>
                </a:stretch>
              </p:blipFill>
              <p:spPr>
                <a:xfrm>
                  <a:off x="2112450" y="1954830"/>
                  <a:ext cx="37188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17" name="Ink 16">
                  <a:extLst>
                    <a:ext uri="{FF2B5EF4-FFF2-40B4-BE49-F238E27FC236}">
                      <a16:creationId xmlns:a16="http://schemas.microsoft.com/office/drawing/2014/main" id="{77542A1D-972C-24BD-B8BE-D1703423DD12}"/>
                    </a:ext>
                  </a:extLst>
                </p14:cNvPr>
                <p14:cNvContentPartPr/>
                <p14:nvPr/>
              </p14:nvContentPartPr>
              <p14:xfrm>
                <a:off x="2301810" y="1888590"/>
                <a:ext cx="594000" cy="271800"/>
              </p14:xfrm>
            </p:contentPart>
          </mc:Choice>
          <mc:Fallback xmlns="">
            <p:pic>
              <p:nvPicPr>
                <p:cNvPr id="17" name="Ink 16">
                  <a:extLst>
                    <a:ext uri="{FF2B5EF4-FFF2-40B4-BE49-F238E27FC236}">
                      <a16:creationId xmlns:a16="http://schemas.microsoft.com/office/drawing/2014/main" id="{77542A1D-972C-24BD-B8BE-D1703423DD12}"/>
                    </a:ext>
                  </a:extLst>
                </p:cNvPr>
                <p:cNvPicPr/>
                <p:nvPr/>
              </p:nvPicPr>
              <p:blipFill>
                <a:blip r:embed="rId367"/>
                <a:stretch>
                  <a:fillRect/>
                </a:stretch>
              </p:blipFill>
              <p:spPr>
                <a:xfrm>
                  <a:off x="2295690" y="1882470"/>
                  <a:ext cx="60624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19" name="Ink 18">
                  <a:extLst>
                    <a:ext uri="{FF2B5EF4-FFF2-40B4-BE49-F238E27FC236}">
                      <a16:creationId xmlns:a16="http://schemas.microsoft.com/office/drawing/2014/main" id="{3EC537BC-FCB3-283C-A8CA-294BDDCB60DC}"/>
                    </a:ext>
                  </a:extLst>
                </p14:cNvPr>
                <p14:cNvContentPartPr/>
                <p14:nvPr/>
              </p14:nvContentPartPr>
              <p14:xfrm>
                <a:off x="2980410" y="2039430"/>
                <a:ext cx="153000" cy="125640"/>
              </p14:xfrm>
            </p:contentPart>
          </mc:Choice>
          <mc:Fallback xmlns="">
            <p:pic>
              <p:nvPicPr>
                <p:cNvPr id="19" name="Ink 18">
                  <a:extLst>
                    <a:ext uri="{FF2B5EF4-FFF2-40B4-BE49-F238E27FC236}">
                      <a16:creationId xmlns:a16="http://schemas.microsoft.com/office/drawing/2014/main" id="{3EC537BC-FCB3-283C-A8CA-294BDDCB60DC}"/>
                    </a:ext>
                  </a:extLst>
                </p:cNvPr>
                <p:cNvPicPr/>
                <p:nvPr/>
              </p:nvPicPr>
              <p:blipFill>
                <a:blip r:embed="rId369"/>
                <a:stretch>
                  <a:fillRect/>
                </a:stretch>
              </p:blipFill>
              <p:spPr>
                <a:xfrm>
                  <a:off x="2974290" y="2033310"/>
                  <a:ext cx="1652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6" name="Ink 25">
                  <a:extLst>
                    <a:ext uri="{FF2B5EF4-FFF2-40B4-BE49-F238E27FC236}">
                      <a16:creationId xmlns:a16="http://schemas.microsoft.com/office/drawing/2014/main" id="{784DF447-D3C2-4637-8BD9-60B731589DDC}"/>
                    </a:ext>
                  </a:extLst>
                </p14:cNvPr>
                <p14:cNvContentPartPr/>
                <p14:nvPr/>
              </p14:nvContentPartPr>
              <p14:xfrm>
                <a:off x="3098130" y="1959150"/>
                <a:ext cx="35640" cy="10440"/>
              </p14:xfrm>
            </p:contentPart>
          </mc:Choice>
          <mc:Fallback xmlns="">
            <p:pic>
              <p:nvPicPr>
                <p:cNvPr id="26" name="Ink 25">
                  <a:extLst>
                    <a:ext uri="{FF2B5EF4-FFF2-40B4-BE49-F238E27FC236}">
                      <a16:creationId xmlns:a16="http://schemas.microsoft.com/office/drawing/2014/main" id="{784DF447-D3C2-4637-8BD9-60B731589DDC}"/>
                    </a:ext>
                  </a:extLst>
                </p:cNvPr>
                <p:cNvPicPr/>
                <p:nvPr/>
              </p:nvPicPr>
              <p:blipFill>
                <a:blip r:embed="rId371"/>
                <a:stretch>
                  <a:fillRect/>
                </a:stretch>
              </p:blipFill>
              <p:spPr>
                <a:xfrm>
                  <a:off x="3092010" y="1953030"/>
                  <a:ext cx="4788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9" name="Ink 28">
                  <a:extLst>
                    <a:ext uri="{FF2B5EF4-FFF2-40B4-BE49-F238E27FC236}">
                      <a16:creationId xmlns:a16="http://schemas.microsoft.com/office/drawing/2014/main" id="{AD3B4B95-8A45-FFBA-EB84-C51C0BC50D1E}"/>
                    </a:ext>
                  </a:extLst>
                </p14:cNvPr>
                <p14:cNvContentPartPr/>
                <p14:nvPr/>
              </p14:nvContentPartPr>
              <p14:xfrm>
                <a:off x="3145650" y="1982190"/>
                <a:ext cx="909720" cy="343080"/>
              </p14:xfrm>
            </p:contentPart>
          </mc:Choice>
          <mc:Fallback xmlns="">
            <p:pic>
              <p:nvPicPr>
                <p:cNvPr id="29" name="Ink 28">
                  <a:extLst>
                    <a:ext uri="{FF2B5EF4-FFF2-40B4-BE49-F238E27FC236}">
                      <a16:creationId xmlns:a16="http://schemas.microsoft.com/office/drawing/2014/main" id="{AD3B4B95-8A45-FFBA-EB84-C51C0BC50D1E}"/>
                    </a:ext>
                  </a:extLst>
                </p:cNvPr>
                <p:cNvPicPr/>
                <p:nvPr/>
              </p:nvPicPr>
              <p:blipFill>
                <a:blip r:embed="rId373"/>
                <a:stretch>
                  <a:fillRect/>
                </a:stretch>
              </p:blipFill>
              <p:spPr>
                <a:xfrm>
                  <a:off x="3139530" y="1976070"/>
                  <a:ext cx="92196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31" name="Ink 30">
                  <a:extLst>
                    <a:ext uri="{FF2B5EF4-FFF2-40B4-BE49-F238E27FC236}">
                      <a16:creationId xmlns:a16="http://schemas.microsoft.com/office/drawing/2014/main" id="{93501C96-E550-D1D9-C765-E80675E80326}"/>
                    </a:ext>
                  </a:extLst>
                </p14:cNvPr>
                <p14:cNvContentPartPr/>
                <p14:nvPr/>
              </p14:nvContentPartPr>
              <p14:xfrm>
                <a:off x="4222770" y="1965270"/>
                <a:ext cx="354240" cy="154800"/>
              </p14:xfrm>
            </p:contentPart>
          </mc:Choice>
          <mc:Fallback xmlns="">
            <p:pic>
              <p:nvPicPr>
                <p:cNvPr id="31" name="Ink 30">
                  <a:extLst>
                    <a:ext uri="{FF2B5EF4-FFF2-40B4-BE49-F238E27FC236}">
                      <a16:creationId xmlns:a16="http://schemas.microsoft.com/office/drawing/2014/main" id="{93501C96-E550-D1D9-C765-E80675E80326}"/>
                    </a:ext>
                  </a:extLst>
                </p:cNvPr>
                <p:cNvPicPr/>
                <p:nvPr/>
              </p:nvPicPr>
              <p:blipFill>
                <a:blip r:embed="rId375"/>
                <a:stretch>
                  <a:fillRect/>
                </a:stretch>
              </p:blipFill>
              <p:spPr>
                <a:xfrm>
                  <a:off x="4216650" y="1959150"/>
                  <a:ext cx="3664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33" name="Ink 32">
                  <a:extLst>
                    <a:ext uri="{FF2B5EF4-FFF2-40B4-BE49-F238E27FC236}">
                      <a16:creationId xmlns:a16="http://schemas.microsoft.com/office/drawing/2014/main" id="{6BC897C7-1BF3-F078-6318-7867F5CD71F5}"/>
                    </a:ext>
                  </a:extLst>
                </p14:cNvPr>
                <p14:cNvContentPartPr/>
                <p14:nvPr/>
              </p14:nvContentPartPr>
              <p14:xfrm>
                <a:off x="4634970" y="1920630"/>
                <a:ext cx="64080" cy="27720"/>
              </p14:xfrm>
            </p:contentPart>
          </mc:Choice>
          <mc:Fallback xmlns="">
            <p:pic>
              <p:nvPicPr>
                <p:cNvPr id="33" name="Ink 32">
                  <a:extLst>
                    <a:ext uri="{FF2B5EF4-FFF2-40B4-BE49-F238E27FC236}">
                      <a16:creationId xmlns:a16="http://schemas.microsoft.com/office/drawing/2014/main" id="{6BC897C7-1BF3-F078-6318-7867F5CD71F5}"/>
                    </a:ext>
                  </a:extLst>
                </p:cNvPr>
                <p:cNvPicPr/>
                <p:nvPr/>
              </p:nvPicPr>
              <p:blipFill>
                <a:blip r:embed="rId377"/>
                <a:stretch>
                  <a:fillRect/>
                </a:stretch>
              </p:blipFill>
              <p:spPr>
                <a:xfrm>
                  <a:off x="4628850" y="1914510"/>
                  <a:ext cx="763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40" name="Ink 39">
                  <a:extLst>
                    <a:ext uri="{FF2B5EF4-FFF2-40B4-BE49-F238E27FC236}">
                      <a16:creationId xmlns:a16="http://schemas.microsoft.com/office/drawing/2014/main" id="{076A4DFD-BC9A-FDD4-98B3-B67C1C4A661C}"/>
                    </a:ext>
                  </a:extLst>
                </p14:cNvPr>
                <p14:cNvContentPartPr/>
                <p14:nvPr/>
              </p14:nvContentPartPr>
              <p14:xfrm>
                <a:off x="4657650" y="1990110"/>
                <a:ext cx="410040" cy="111600"/>
              </p14:xfrm>
            </p:contentPart>
          </mc:Choice>
          <mc:Fallback xmlns="">
            <p:pic>
              <p:nvPicPr>
                <p:cNvPr id="40" name="Ink 39">
                  <a:extLst>
                    <a:ext uri="{FF2B5EF4-FFF2-40B4-BE49-F238E27FC236}">
                      <a16:creationId xmlns:a16="http://schemas.microsoft.com/office/drawing/2014/main" id="{076A4DFD-BC9A-FDD4-98B3-B67C1C4A661C}"/>
                    </a:ext>
                  </a:extLst>
                </p:cNvPr>
                <p:cNvPicPr/>
                <p:nvPr/>
              </p:nvPicPr>
              <p:blipFill>
                <a:blip r:embed="rId379"/>
                <a:stretch>
                  <a:fillRect/>
                </a:stretch>
              </p:blipFill>
              <p:spPr>
                <a:xfrm>
                  <a:off x="4651530" y="1983990"/>
                  <a:ext cx="4222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45" name="Ink 44">
                  <a:extLst>
                    <a:ext uri="{FF2B5EF4-FFF2-40B4-BE49-F238E27FC236}">
                      <a16:creationId xmlns:a16="http://schemas.microsoft.com/office/drawing/2014/main" id="{B0E7B600-3B1E-8211-596A-6608F8406F8D}"/>
                    </a:ext>
                  </a:extLst>
                </p14:cNvPr>
                <p14:cNvContentPartPr/>
                <p14:nvPr/>
              </p14:nvContentPartPr>
              <p14:xfrm>
                <a:off x="5102250" y="1984710"/>
                <a:ext cx="236880" cy="10080"/>
              </p14:xfrm>
            </p:contentPart>
          </mc:Choice>
          <mc:Fallback xmlns="">
            <p:pic>
              <p:nvPicPr>
                <p:cNvPr id="45" name="Ink 44">
                  <a:extLst>
                    <a:ext uri="{FF2B5EF4-FFF2-40B4-BE49-F238E27FC236}">
                      <a16:creationId xmlns:a16="http://schemas.microsoft.com/office/drawing/2014/main" id="{B0E7B600-3B1E-8211-596A-6608F8406F8D}"/>
                    </a:ext>
                  </a:extLst>
                </p:cNvPr>
                <p:cNvPicPr/>
                <p:nvPr/>
              </p:nvPicPr>
              <p:blipFill>
                <a:blip r:embed="rId381"/>
                <a:stretch>
                  <a:fillRect/>
                </a:stretch>
              </p:blipFill>
              <p:spPr>
                <a:xfrm>
                  <a:off x="5096130" y="1978590"/>
                  <a:ext cx="24912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66" name="Ink 65">
                  <a:extLst>
                    <a:ext uri="{FF2B5EF4-FFF2-40B4-BE49-F238E27FC236}">
                      <a16:creationId xmlns:a16="http://schemas.microsoft.com/office/drawing/2014/main" id="{471EAB1A-2B48-8843-BDEE-7A181C85CBD2}"/>
                    </a:ext>
                  </a:extLst>
                </p14:cNvPr>
                <p14:cNvContentPartPr/>
                <p14:nvPr/>
              </p14:nvContentPartPr>
              <p14:xfrm>
                <a:off x="5068410" y="2057070"/>
                <a:ext cx="339840" cy="23760"/>
              </p14:xfrm>
            </p:contentPart>
          </mc:Choice>
          <mc:Fallback xmlns="">
            <p:pic>
              <p:nvPicPr>
                <p:cNvPr id="66" name="Ink 65">
                  <a:extLst>
                    <a:ext uri="{FF2B5EF4-FFF2-40B4-BE49-F238E27FC236}">
                      <a16:creationId xmlns:a16="http://schemas.microsoft.com/office/drawing/2014/main" id="{471EAB1A-2B48-8843-BDEE-7A181C85CBD2}"/>
                    </a:ext>
                  </a:extLst>
                </p:cNvPr>
                <p:cNvPicPr/>
                <p:nvPr/>
              </p:nvPicPr>
              <p:blipFill>
                <a:blip r:embed="rId383"/>
                <a:stretch>
                  <a:fillRect/>
                </a:stretch>
              </p:blipFill>
              <p:spPr>
                <a:xfrm>
                  <a:off x="5062290" y="2050950"/>
                  <a:ext cx="3520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71" name="Ink 70">
                  <a:extLst>
                    <a:ext uri="{FF2B5EF4-FFF2-40B4-BE49-F238E27FC236}">
                      <a16:creationId xmlns:a16="http://schemas.microsoft.com/office/drawing/2014/main" id="{CEC50604-9874-F2B7-B3E8-A0814E1DAC9C}"/>
                    </a:ext>
                  </a:extLst>
                </p14:cNvPr>
                <p14:cNvContentPartPr/>
                <p14:nvPr/>
              </p14:nvContentPartPr>
              <p14:xfrm>
                <a:off x="5983170" y="1858710"/>
                <a:ext cx="269280" cy="191520"/>
              </p14:xfrm>
            </p:contentPart>
          </mc:Choice>
          <mc:Fallback xmlns="">
            <p:pic>
              <p:nvPicPr>
                <p:cNvPr id="71" name="Ink 70">
                  <a:extLst>
                    <a:ext uri="{FF2B5EF4-FFF2-40B4-BE49-F238E27FC236}">
                      <a16:creationId xmlns:a16="http://schemas.microsoft.com/office/drawing/2014/main" id="{CEC50604-9874-F2B7-B3E8-A0814E1DAC9C}"/>
                    </a:ext>
                  </a:extLst>
                </p:cNvPr>
                <p:cNvPicPr/>
                <p:nvPr/>
              </p:nvPicPr>
              <p:blipFill>
                <a:blip r:embed="rId385"/>
                <a:stretch>
                  <a:fillRect/>
                </a:stretch>
              </p:blipFill>
              <p:spPr>
                <a:xfrm>
                  <a:off x="5977050" y="1852590"/>
                  <a:ext cx="28152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74" name="Ink 73">
                  <a:extLst>
                    <a:ext uri="{FF2B5EF4-FFF2-40B4-BE49-F238E27FC236}">
                      <a16:creationId xmlns:a16="http://schemas.microsoft.com/office/drawing/2014/main" id="{F0BB11EA-C076-E8A3-9852-C142482B8BEE}"/>
                    </a:ext>
                  </a:extLst>
                </p14:cNvPr>
                <p14:cNvContentPartPr/>
                <p14:nvPr/>
              </p14:nvContentPartPr>
              <p14:xfrm>
                <a:off x="6315450" y="1945830"/>
                <a:ext cx="333720" cy="39600"/>
              </p14:xfrm>
            </p:contentPart>
          </mc:Choice>
          <mc:Fallback xmlns="">
            <p:pic>
              <p:nvPicPr>
                <p:cNvPr id="74" name="Ink 73">
                  <a:extLst>
                    <a:ext uri="{FF2B5EF4-FFF2-40B4-BE49-F238E27FC236}">
                      <a16:creationId xmlns:a16="http://schemas.microsoft.com/office/drawing/2014/main" id="{F0BB11EA-C076-E8A3-9852-C142482B8BEE}"/>
                    </a:ext>
                  </a:extLst>
                </p:cNvPr>
                <p:cNvPicPr/>
                <p:nvPr/>
              </p:nvPicPr>
              <p:blipFill>
                <a:blip r:embed="rId387"/>
                <a:stretch>
                  <a:fillRect/>
                </a:stretch>
              </p:blipFill>
              <p:spPr>
                <a:xfrm>
                  <a:off x="6309330" y="1939710"/>
                  <a:ext cx="3459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86" name="Ink 85">
                  <a:extLst>
                    <a:ext uri="{FF2B5EF4-FFF2-40B4-BE49-F238E27FC236}">
                      <a16:creationId xmlns:a16="http://schemas.microsoft.com/office/drawing/2014/main" id="{471F222F-95E8-BCB5-BD73-56C7F4D99DDA}"/>
                    </a:ext>
                  </a:extLst>
                </p14:cNvPr>
                <p14:cNvContentPartPr/>
                <p14:nvPr/>
              </p14:nvContentPartPr>
              <p14:xfrm>
                <a:off x="6578970" y="1852230"/>
                <a:ext cx="363600" cy="308880"/>
              </p14:xfrm>
            </p:contentPart>
          </mc:Choice>
          <mc:Fallback xmlns="">
            <p:pic>
              <p:nvPicPr>
                <p:cNvPr id="86" name="Ink 85">
                  <a:extLst>
                    <a:ext uri="{FF2B5EF4-FFF2-40B4-BE49-F238E27FC236}">
                      <a16:creationId xmlns:a16="http://schemas.microsoft.com/office/drawing/2014/main" id="{471F222F-95E8-BCB5-BD73-56C7F4D99DDA}"/>
                    </a:ext>
                  </a:extLst>
                </p:cNvPr>
                <p:cNvPicPr/>
                <p:nvPr/>
              </p:nvPicPr>
              <p:blipFill>
                <a:blip r:embed="rId389"/>
                <a:stretch>
                  <a:fillRect/>
                </a:stretch>
              </p:blipFill>
              <p:spPr>
                <a:xfrm>
                  <a:off x="6572850" y="1846110"/>
                  <a:ext cx="37584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92" name="Ink 91">
                  <a:extLst>
                    <a:ext uri="{FF2B5EF4-FFF2-40B4-BE49-F238E27FC236}">
                      <a16:creationId xmlns:a16="http://schemas.microsoft.com/office/drawing/2014/main" id="{CD2300F5-0CF2-8FDA-2274-E443972CF3E0}"/>
                    </a:ext>
                  </a:extLst>
                </p14:cNvPr>
                <p14:cNvContentPartPr/>
                <p14:nvPr/>
              </p14:nvContentPartPr>
              <p14:xfrm>
                <a:off x="6647730" y="1994790"/>
                <a:ext cx="279360" cy="39600"/>
              </p14:xfrm>
            </p:contentPart>
          </mc:Choice>
          <mc:Fallback xmlns="">
            <p:pic>
              <p:nvPicPr>
                <p:cNvPr id="92" name="Ink 91">
                  <a:extLst>
                    <a:ext uri="{FF2B5EF4-FFF2-40B4-BE49-F238E27FC236}">
                      <a16:creationId xmlns:a16="http://schemas.microsoft.com/office/drawing/2014/main" id="{CD2300F5-0CF2-8FDA-2274-E443972CF3E0}"/>
                    </a:ext>
                  </a:extLst>
                </p:cNvPr>
                <p:cNvPicPr/>
                <p:nvPr/>
              </p:nvPicPr>
              <p:blipFill>
                <a:blip r:embed="rId391"/>
                <a:stretch>
                  <a:fillRect/>
                </a:stretch>
              </p:blipFill>
              <p:spPr>
                <a:xfrm>
                  <a:off x="6641610" y="1988670"/>
                  <a:ext cx="29160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114" name="Ink 113">
                  <a:extLst>
                    <a:ext uri="{FF2B5EF4-FFF2-40B4-BE49-F238E27FC236}">
                      <a16:creationId xmlns:a16="http://schemas.microsoft.com/office/drawing/2014/main" id="{11488E54-3F97-EC8A-A776-4D8E6924A3FC}"/>
                    </a:ext>
                  </a:extLst>
                </p14:cNvPr>
                <p14:cNvContentPartPr/>
                <p14:nvPr/>
              </p14:nvContentPartPr>
              <p14:xfrm>
                <a:off x="7023570" y="1945830"/>
                <a:ext cx="356760" cy="35640"/>
              </p14:xfrm>
            </p:contentPart>
          </mc:Choice>
          <mc:Fallback xmlns="">
            <p:pic>
              <p:nvPicPr>
                <p:cNvPr id="114" name="Ink 113">
                  <a:extLst>
                    <a:ext uri="{FF2B5EF4-FFF2-40B4-BE49-F238E27FC236}">
                      <a16:creationId xmlns:a16="http://schemas.microsoft.com/office/drawing/2014/main" id="{11488E54-3F97-EC8A-A776-4D8E6924A3FC}"/>
                    </a:ext>
                  </a:extLst>
                </p:cNvPr>
                <p:cNvPicPr/>
                <p:nvPr/>
              </p:nvPicPr>
              <p:blipFill>
                <a:blip r:embed="rId393"/>
                <a:stretch>
                  <a:fillRect/>
                </a:stretch>
              </p:blipFill>
              <p:spPr>
                <a:xfrm>
                  <a:off x="7017450" y="1939710"/>
                  <a:ext cx="3690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117" name="Ink 116">
                  <a:extLst>
                    <a:ext uri="{FF2B5EF4-FFF2-40B4-BE49-F238E27FC236}">
                      <a16:creationId xmlns:a16="http://schemas.microsoft.com/office/drawing/2014/main" id="{F73AAC5D-0325-1FC7-72BE-A3D111B7677D}"/>
                    </a:ext>
                  </a:extLst>
                </p14:cNvPr>
                <p14:cNvContentPartPr/>
                <p14:nvPr/>
              </p14:nvContentPartPr>
              <p14:xfrm>
                <a:off x="7208610" y="1892910"/>
                <a:ext cx="46800" cy="169560"/>
              </p14:xfrm>
            </p:contentPart>
          </mc:Choice>
          <mc:Fallback xmlns="">
            <p:pic>
              <p:nvPicPr>
                <p:cNvPr id="117" name="Ink 116">
                  <a:extLst>
                    <a:ext uri="{FF2B5EF4-FFF2-40B4-BE49-F238E27FC236}">
                      <a16:creationId xmlns:a16="http://schemas.microsoft.com/office/drawing/2014/main" id="{F73AAC5D-0325-1FC7-72BE-A3D111B7677D}"/>
                    </a:ext>
                  </a:extLst>
                </p:cNvPr>
                <p:cNvPicPr/>
                <p:nvPr/>
              </p:nvPicPr>
              <p:blipFill>
                <a:blip r:embed="rId395"/>
                <a:stretch>
                  <a:fillRect/>
                </a:stretch>
              </p:blipFill>
              <p:spPr>
                <a:xfrm>
                  <a:off x="7202490" y="1886790"/>
                  <a:ext cx="5904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121" name="Ink 120">
                  <a:extLst>
                    <a:ext uri="{FF2B5EF4-FFF2-40B4-BE49-F238E27FC236}">
                      <a16:creationId xmlns:a16="http://schemas.microsoft.com/office/drawing/2014/main" id="{BDBC148F-91A9-62FE-A741-24BD6204F9E5}"/>
                    </a:ext>
                  </a:extLst>
                </p14:cNvPr>
                <p14:cNvContentPartPr/>
                <p14:nvPr/>
              </p14:nvContentPartPr>
              <p14:xfrm>
                <a:off x="7598490" y="1856190"/>
                <a:ext cx="25560" cy="185760"/>
              </p14:xfrm>
            </p:contentPart>
          </mc:Choice>
          <mc:Fallback xmlns="">
            <p:pic>
              <p:nvPicPr>
                <p:cNvPr id="121" name="Ink 120">
                  <a:extLst>
                    <a:ext uri="{FF2B5EF4-FFF2-40B4-BE49-F238E27FC236}">
                      <a16:creationId xmlns:a16="http://schemas.microsoft.com/office/drawing/2014/main" id="{BDBC148F-91A9-62FE-A741-24BD6204F9E5}"/>
                    </a:ext>
                  </a:extLst>
                </p:cNvPr>
                <p:cNvPicPr/>
                <p:nvPr/>
              </p:nvPicPr>
              <p:blipFill>
                <a:blip r:embed="rId397"/>
                <a:stretch>
                  <a:fillRect/>
                </a:stretch>
              </p:blipFill>
              <p:spPr>
                <a:xfrm>
                  <a:off x="7592370" y="1850070"/>
                  <a:ext cx="3780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137" name="Ink 136">
                  <a:extLst>
                    <a:ext uri="{FF2B5EF4-FFF2-40B4-BE49-F238E27FC236}">
                      <a16:creationId xmlns:a16="http://schemas.microsoft.com/office/drawing/2014/main" id="{BD4AF868-9B1E-D5C9-87C5-3316302AC7A6}"/>
                    </a:ext>
                  </a:extLst>
                </p14:cNvPr>
                <p14:cNvContentPartPr/>
                <p14:nvPr/>
              </p14:nvContentPartPr>
              <p14:xfrm>
                <a:off x="5505090" y="1571790"/>
                <a:ext cx="2538000" cy="888840"/>
              </p14:xfrm>
            </p:contentPart>
          </mc:Choice>
          <mc:Fallback xmlns="">
            <p:pic>
              <p:nvPicPr>
                <p:cNvPr id="137" name="Ink 136">
                  <a:extLst>
                    <a:ext uri="{FF2B5EF4-FFF2-40B4-BE49-F238E27FC236}">
                      <a16:creationId xmlns:a16="http://schemas.microsoft.com/office/drawing/2014/main" id="{BD4AF868-9B1E-D5C9-87C5-3316302AC7A6}"/>
                    </a:ext>
                  </a:extLst>
                </p:cNvPr>
                <p:cNvPicPr/>
                <p:nvPr/>
              </p:nvPicPr>
              <p:blipFill>
                <a:blip r:embed="rId399"/>
                <a:stretch>
                  <a:fillRect/>
                </a:stretch>
              </p:blipFill>
              <p:spPr>
                <a:xfrm>
                  <a:off x="5498970" y="1565670"/>
                  <a:ext cx="2550240" cy="901080"/>
                </a:xfrm>
                <a:prstGeom prst="rect">
                  <a:avLst/>
                </a:prstGeom>
              </p:spPr>
            </p:pic>
          </mc:Fallback>
        </mc:AlternateContent>
      </p:grpSp>
    </p:spTree>
    <p:extLst>
      <p:ext uri="{BB962C8B-B14F-4D97-AF65-F5344CB8AC3E}">
        <p14:creationId xmlns:p14="http://schemas.microsoft.com/office/powerpoint/2010/main" val="3299571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D6CA9-8664-B3C7-E38F-162AD5118AF3}"/>
              </a:ext>
            </a:extLst>
          </p:cNvPr>
          <p:cNvSpPr>
            <a:spLocks noGrp="1"/>
          </p:cNvSpPr>
          <p:nvPr>
            <p:ph type="title"/>
          </p:nvPr>
        </p:nvSpPr>
        <p:spPr/>
        <p:txBody>
          <a:bodyPr/>
          <a:lstStyle/>
          <a:p>
            <a:r>
              <a:rPr lang="en-IN" dirty="0"/>
              <a:t>Continue…</a:t>
            </a:r>
          </a:p>
        </p:txBody>
      </p:sp>
      <p:grpSp>
        <p:nvGrpSpPr>
          <p:cNvPr id="24" name="Group 23">
            <a:extLst>
              <a:ext uri="{FF2B5EF4-FFF2-40B4-BE49-F238E27FC236}">
                <a16:creationId xmlns:a16="http://schemas.microsoft.com/office/drawing/2014/main" id="{D2323823-B247-458C-6E7C-55754AEE329C}"/>
              </a:ext>
            </a:extLst>
          </p:cNvPr>
          <p:cNvGrpSpPr/>
          <p:nvPr/>
        </p:nvGrpSpPr>
        <p:grpSpPr>
          <a:xfrm>
            <a:off x="529890" y="2043390"/>
            <a:ext cx="3672360" cy="341640"/>
            <a:chOff x="529890" y="2043390"/>
            <a:chExt cx="3672360" cy="34164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B852F25-96B9-9FAC-5840-C854A9CFC917}"/>
                    </a:ext>
                  </a:extLst>
                </p14:cNvPr>
                <p14:cNvContentPartPr/>
                <p14:nvPr/>
              </p14:nvContentPartPr>
              <p14:xfrm>
                <a:off x="529890" y="2133390"/>
                <a:ext cx="226080" cy="209520"/>
              </p14:xfrm>
            </p:contentPart>
          </mc:Choice>
          <mc:Fallback xmlns="">
            <p:pic>
              <p:nvPicPr>
                <p:cNvPr id="4" name="Ink 3">
                  <a:extLst>
                    <a:ext uri="{FF2B5EF4-FFF2-40B4-BE49-F238E27FC236}">
                      <a16:creationId xmlns:a16="http://schemas.microsoft.com/office/drawing/2014/main" id="{1B852F25-96B9-9FAC-5840-C854A9CFC917}"/>
                    </a:ext>
                  </a:extLst>
                </p:cNvPr>
                <p:cNvPicPr/>
                <p:nvPr/>
              </p:nvPicPr>
              <p:blipFill>
                <a:blip r:embed="rId3"/>
                <a:stretch>
                  <a:fillRect/>
                </a:stretch>
              </p:blipFill>
              <p:spPr>
                <a:xfrm>
                  <a:off x="523770" y="2127270"/>
                  <a:ext cx="23832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4757C3F2-7B9B-6FDA-B7FD-E416AE6FDA53}"/>
                    </a:ext>
                  </a:extLst>
                </p14:cNvPr>
                <p14:cNvContentPartPr/>
                <p14:nvPr/>
              </p14:nvContentPartPr>
              <p14:xfrm>
                <a:off x="623850" y="2094150"/>
                <a:ext cx="222120" cy="59040"/>
              </p14:xfrm>
            </p:contentPart>
          </mc:Choice>
          <mc:Fallback xmlns="">
            <p:pic>
              <p:nvPicPr>
                <p:cNvPr id="5" name="Ink 4">
                  <a:extLst>
                    <a:ext uri="{FF2B5EF4-FFF2-40B4-BE49-F238E27FC236}">
                      <a16:creationId xmlns:a16="http://schemas.microsoft.com/office/drawing/2014/main" id="{4757C3F2-7B9B-6FDA-B7FD-E416AE6FDA53}"/>
                    </a:ext>
                  </a:extLst>
                </p:cNvPr>
                <p:cNvPicPr/>
                <p:nvPr/>
              </p:nvPicPr>
              <p:blipFill>
                <a:blip r:embed="rId5"/>
                <a:stretch>
                  <a:fillRect/>
                </a:stretch>
              </p:blipFill>
              <p:spPr>
                <a:xfrm>
                  <a:off x="617730" y="2088030"/>
                  <a:ext cx="2343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09C56988-9ED1-3369-EAB5-D923A29BDD56}"/>
                    </a:ext>
                  </a:extLst>
                </p14:cNvPr>
                <p14:cNvContentPartPr/>
                <p14:nvPr/>
              </p14:nvContentPartPr>
              <p14:xfrm>
                <a:off x="826890" y="2082630"/>
                <a:ext cx="171000" cy="238320"/>
              </p14:xfrm>
            </p:contentPart>
          </mc:Choice>
          <mc:Fallback xmlns="">
            <p:pic>
              <p:nvPicPr>
                <p:cNvPr id="6" name="Ink 5">
                  <a:extLst>
                    <a:ext uri="{FF2B5EF4-FFF2-40B4-BE49-F238E27FC236}">
                      <a16:creationId xmlns:a16="http://schemas.microsoft.com/office/drawing/2014/main" id="{09C56988-9ED1-3369-EAB5-D923A29BDD56}"/>
                    </a:ext>
                  </a:extLst>
                </p:cNvPr>
                <p:cNvPicPr/>
                <p:nvPr/>
              </p:nvPicPr>
              <p:blipFill>
                <a:blip r:embed="rId7"/>
                <a:stretch>
                  <a:fillRect/>
                </a:stretch>
              </p:blipFill>
              <p:spPr>
                <a:xfrm>
                  <a:off x="820770" y="2076510"/>
                  <a:ext cx="18324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9C84C7A6-28F8-1699-B4FD-341D6ECC5A76}"/>
                    </a:ext>
                  </a:extLst>
                </p14:cNvPr>
                <p14:cNvContentPartPr/>
                <p14:nvPr/>
              </p14:nvContentPartPr>
              <p14:xfrm>
                <a:off x="720690" y="2191350"/>
                <a:ext cx="216000" cy="16560"/>
              </p14:xfrm>
            </p:contentPart>
          </mc:Choice>
          <mc:Fallback xmlns="">
            <p:pic>
              <p:nvPicPr>
                <p:cNvPr id="7" name="Ink 6">
                  <a:extLst>
                    <a:ext uri="{FF2B5EF4-FFF2-40B4-BE49-F238E27FC236}">
                      <a16:creationId xmlns:a16="http://schemas.microsoft.com/office/drawing/2014/main" id="{9C84C7A6-28F8-1699-B4FD-341D6ECC5A76}"/>
                    </a:ext>
                  </a:extLst>
                </p:cNvPr>
                <p:cNvPicPr/>
                <p:nvPr/>
              </p:nvPicPr>
              <p:blipFill>
                <a:blip r:embed="rId9"/>
                <a:stretch>
                  <a:fillRect/>
                </a:stretch>
              </p:blipFill>
              <p:spPr>
                <a:xfrm>
                  <a:off x="714570" y="2185230"/>
                  <a:ext cx="2282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BE098787-AB08-7462-A56A-8520930EA992}"/>
                    </a:ext>
                  </a:extLst>
                </p14:cNvPr>
                <p14:cNvContentPartPr/>
                <p14:nvPr/>
              </p14:nvContentPartPr>
              <p14:xfrm>
                <a:off x="1245210" y="2186670"/>
                <a:ext cx="82080" cy="101160"/>
              </p14:xfrm>
            </p:contentPart>
          </mc:Choice>
          <mc:Fallback xmlns="">
            <p:pic>
              <p:nvPicPr>
                <p:cNvPr id="8" name="Ink 7">
                  <a:extLst>
                    <a:ext uri="{FF2B5EF4-FFF2-40B4-BE49-F238E27FC236}">
                      <a16:creationId xmlns:a16="http://schemas.microsoft.com/office/drawing/2014/main" id="{BE098787-AB08-7462-A56A-8520930EA992}"/>
                    </a:ext>
                  </a:extLst>
                </p:cNvPr>
                <p:cNvPicPr/>
                <p:nvPr/>
              </p:nvPicPr>
              <p:blipFill>
                <a:blip r:embed="rId11"/>
                <a:stretch>
                  <a:fillRect/>
                </a:stretch>
              </p:blipFill>
              <p:spPr>
                <a:xfrm>
                  <a:off x="1239090" y="2180550"/>
                  <a:ext cx="943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479DE695-2BB4-8D7B-F11E-0307EF271062}"/>
                    </a:ext>
                  </a:extLst>
                </p14:cNvPr>
                <p14:cNvContentPartPr/>
                <p14:nvPr/>
              </p14:nvContentPartPr>
              <p14:xfrm>
                <a:off x="1326930" y="2104590"/>
                <a:ext cx="12960" cy="19440"/>
              </p14:xfrm>
            </p:contentPart>
          </mc:Choice>
          <mc:Fallback xmlns="">
            <p:pic>
              <p:nvPicPr>
                <p:cNvPr id="9" name="Ink 8">
                  <a:extLst>
                    <a:ext uri="{FF2B5EF4-FFF2-40B4-BE49-F238E27FC236}">
                      <a16:creationId xmlns:a16="http://schemas.microsoft.com/office/drawing/2014/main" id="{479DE695-2BB4-8D7B-F11E-0307EF271062}"/>
                    </a:ext>
                  </a:extLst>
                </p:cNvPr>
                <p:cNvPicPr/>
                <p:nvPr/>
              </p:nvPicPr>
              <p:blipFill>
                <a:blip r:embed="rId13"/>
                <a:stretch>
                  <a:fillRect/>
                </a:stretch>
              </p:blipFill>
              <p:spPr>
                <a:xfrm>
                  <a:off x="1320810" y="2098470"/>
                  <a:ext cx="2520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DFB1728A-A213-170D-54AB-43ACA27EB087}"/>
                    </a:ext>
                  </a:extLst>
                </p14:cNvPr>
                <p14:cNvContentPartPr/>
                <p14:nvPr/>
              </p14:nvContentPartPr>
              <p14:xfrm>
                <a:off x="1417650" y="2151030"/>
                <a:ext cx="872280" cy="234000"/>
              </p14:xfrm>
            </p:contentPart>
          </mc:Choice>
          <mc:Fallback xmlns="">
            <p:pic>
              <p:nvPicPr>
                <p:cNvPr id="10" name="Ink 9">
                  <a:extLst>
                    <a:ext uri="{FF2B5EF4-FFF2-40B4-BE49-F238E27FC236}">
                      <a16:creationId xmlns:a16="http://schemas.microsoft.com/office/drawing/2014/main" id="{DFB1728A-A213-170D-54AB-43ACA27EB087}"/>
                    </a:ext>
                  </a:extLst>
                </p:cNvPr>
                <p:cNvPicPr/>
                <p:nvPr/>
              </p:nvPicPr>
              <p:blipFill>
                <a:blip r:embed="rId15"/>
                <a:stretch>
                  <a:fillRect/>
                </a:stretch>
              </p:blipFill>
              <p:spPr>
                <a:xfrm>
                  <a:off x="1411530" y="2144910"/>
                  <a:ext cx="88452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128F6AF6-EE69-E460-A821-28452AB93270}"/>
                    </a:ext>
                  </a:extLst>
                </p14:cNvPr>
                <p14:cNvContentPartPr/>
                <p14:nvPr/>
              </p14:nvContentPartPr>
              <p14:xfrm>
                <a:off x="2664330" y="2149230"/>
                <a:ext cx="47880" cy="101520"/>
              </p14:xfrm>
            </p:contentPart>
          </mc:Choice>
          <mc:Fallback xmlns="">
            <p:pic>
              <p:nvPicPr>
                <p:cNvPr id="11" name="Ink 10">
                  <a:extLst>
                    <a:ext uri="{FF2B5EF4-FFF2-40B4-BE49-F238E27FC236}">
                      <a16:creationId xmlns:a16="http://schemas.microsoft.com/office/drawing/2014/main" id="{128F6AF6-EE69-E460-A821-28452AB93270}"/>
                    </a:ext>
                  </a:extLst>
                </p:cNvPr>
                <p:cNvPicPr/>
                <p:nvPr/>
              </p:nvPicPr>
              <p:blipFill>
                <a:blip r:embed="rId17"/>
                <a:stretch>
                  <a:fillRect/>
                </a:stretch>
              </p:blipFill>
              <p:spPr>
                <a:xfrm>
                  <a:off x="2658210" y="2143110"/>
                  <a:ext cx="6012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4E4CB315-8CA2-13F7-74BA-1E3FB9B024A2}"/>
                    </a:ext>
                  </a:extLst>
                </p14:cNvPr>
                <p14:cNvContentPartPr/>
                <p14:nvPr/>
              </p14:nvContentPartPr>
              <p14:xfrm>
                <a:off x="2673690" y="2043390"/>
                <a:ext cx="50400" cy="33480"/>
              </p14:xfrm>
            </p:contentPart>
          </mc:Choice>
          <mc:Fallback xmlns="">
            <p:pic>
              <p:nvPicPr>
                <p:cNvPr id="12" name="Ink 11">
                  <a:extLst>
                    <a:ext uri="{FF2B5EF4-FFF2-40B4-BE49-F238E27FC236}">
                      <a16:creationId xmlns:a16="http://schemas.microsoft.com/office/drawing/2014/main" id="{4E4CB315-8CA2-13F7-74BA-1E3FB9B024A2}"/>
                    </a:ext>
                  </a:extLst>
                </p:cNvPr>
                <p:cNvPicPr/>
                <p:nvPr/>
              </p:nvPicPr>
              <p:blipFill>
                <a:blip r:embed="rId19"/>
                <a:stretch>
                  <a:fillRect/>
                </a:stretch>
              </p:blipFill>
              <p:spPr>
                <a:xfrm>
                  <a:off x="2667570" y="2037270"/>
                  <a:ext cx="6264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5AB14D21-744B-DAE0-8727-98EA95E72CA0}"/>
                    </a:ext>
                  </a:extLst>
                </p14:cNvPr>
                <p14:cNvContentPartPr/>
                <p14:nvPr/>
              </p14:nvContentPartPr>
              <p14:xfrm>
                <a:off x="2772690" y="2079030"/>
                <a:ext cx="279000" cy="162720"/>
              </p14:xfrm>
            </p:contentPart>
          </mc:Choice>
          <mc:Fallback xmlns="">
            <p:pic>
              <p:nvPicPr>
                <p:cNvPr id="13" name="Ink 12">
                  <a:extLst>
                    <a:ext uri="{FF2B5EF4-FFF2-40B4-BE49-F238E27FC236}">
                      <a16:creationId xmlns:a16="http://schemas.microsoft.com/office/drawing/2014/main" id="{5AB14D21-744B-DAE0-8727-98EA95E72CA0}"/>
                    </a:ext>
                  </a:extLst>
                </p:cNvPr>
                <p:cNvPicPr/>
                <p:nvPr/>
              </p:nvPicPr>
              <p:blipFill>
                <a:blip r:embed="rId21"/>
                <a:stretch>
                  <a:fillRect/>
                </a:stretch>
              </p:blipFill>
              <p:spPr>
                <a:xfrm>
                  <a:off x="2766570" y="2072910"/>
                  <a:ext cx="2912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1DC9F2A1-A182-4C03-ACAC-9D8F28F8B5DC}"/>
                    </a:ext>
                  </a:extLst>
                </p14:cNvPr>
                <p14:cNvContentPartPr/>
                <p14:nvPr/>
              </p14:nvContentPartPr>
              <p14:xfrm>
                <a:off x="2873850" y="2090190"/>
                <a:ext cx="97200" cy="168480"/>
              </p14:xfrm>
            </p:contentPart>
          </mc:Choice>
          <mc:Fallback xmlns="">
            <p:pic>
              <p:nvPicPr>
                <p:cNvPr id="14" name="Ink 13">
                  <a:extLst>
                    <a:ext uri="{FF2B5EF4-FFF2-40B4-BE49-F238E27FC236}">
                      <a16:creationId xmlns:a16="http://schemas.microsoft.com/office/drawing/2014/main" id="{1DC9F2A1-A182-4C03-ACAC-9D8F28F8B5DC}"/>
                    </a:ext>
                  </a:extLst>
                </p:cNvPr>
                <p:cNvPicPr/>
                <p:nvPr/>
              </p:nvPicPr>
              <p:blipFill>
                <a:blip r:embed="rId23"/>
                <a:stretch>
                  <a:fillRect/>
                </a:stretch>
              </p:blipFill>
              <p:spPr>
                <a:xfrm>
                  <a:off x="2867730" y="2084070"/>
                  <a:ext cx="1094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E7A32B69-4D45-EE6F-BFB1-53199526FA75}"/>
                    </a:ext>
                  </a:extLst>
                </p14:cNvPr>
                <p14:cNvContentPartPr/>
                <p14:nvPr/>
              </p14:nvContentPartPr>
              <p14:xfrm>
                <a:off x="3305130" y="2050950"/>
                <a:ext cx="240840" cy="252360"/>
              </p14:xfrm>
            </p:contentPart>
          </mc:Choice>
          <mc:Fallback xmlns="">
            <p:pic>
              <p:nvPicPr>
                <p:cNvPr id="15" name="Ink 14">
                  <a:extLst>
                    <a:ext uri="{FF2B5EF4-FFF2-40B4-BE49-F238E27FC236}">
                      <a16:creationId xmlns:a16="http://schemas.microsoft.com/office/drawing/2014/main" id="{E7A32B69-4D45-EE6F-BFB1-53199526FA75}"/>
                    </a:ext>
                  </a:extLst>
                </p:cNvPr>
                <p:cNvPicPr/>
                <p:nvPr/>
              </p:nvPicPr>
              <p:blipFill>
                <a:blip r:embed="rId25"/>
                <a:stretch>
                  <a:fillRect/>
                </a:stretch>
              </p:blipFill>
              <p:spPr>
                <a:xfrm>
                  <a:off x="3299010" y="2044830"/>
                  <a:ext cx="2530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DA87EB07-36E9-EE53-51C4-BB50AB005A32}"/>
                    </a:ext>
                  </a:extLst>
                </p14:cNvPr>
                <p14:cNvContentPartPr/>
                <p14:nvPr/>
              </p14:nvContentPartPr>
              <p14:xfrm>
                <a:off x="3610410" y="2090190"/>
                <a:ext cx="263880" cy="201960"/>
              </p14:xfrm>
            </p:contentPart>
          </mc:Choice>
          <mc:Fallback xmlns="">
            <p:pic>
              <p:nvPicPr>
                <p:cNvPr id="16" name="Ink 15">
                  <a:extLst>
                    <a:ext uri="{FF2B5EF4-FFF2-40B4-BE49-F238E27FC236}">
                      <a16:creationId xmlns:a16="http://schemas.microsoft.com/office/drawing/2014/main" id="{DA87EB07-36E9-EE53-51C4-BB50AB005A32}"/>
                    </a:ext>
                  </a:extLst>
                </p:cNvPr>
                <p:cNvPicPr/>
                <p:nvPr/>
              </p:nvPicPr>
              <p:blipFill>
                <a:blip r:embed="rId27"/>
                <a:stretch>
                  <a:fillRect/>
                </a:stretch>
              </p:blipFill>
              <p:spPr>
                <a:xfrm>
                  <a:off x="3604290" y="2084070"/>
                  <a:ext cx="27612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0852CEE9-E4DE-24A9-8E8F-393FC3F4FAEC}"/>
                    </a:ext>
                  </a:extLst>
                </p14:cNvPr>
                <p14:cNvContentPartPr/>
                <p14:nvPr/>
              </p14:nvContentPartPr>
              <p14:xfrm>
                <a:off x="3761250" y="2095230"/>
                <a:ext cx="441000" cy="190440"/>
              </p14:xfrm>
            </p:contentPart>
          </mc:Choice>
          <mc:Fallback xmlns="">
            <p:pic>
              <p:nvPicPr>
                <p:cNvPr id="17" name="Ink 16">
                  <a:extLst>
                    <a:ext uri="{FF2B5EF4-FFF2-40B4-BE49-F238E27FC236}">
                      <a16:creationId xmlns:a16="http://schemas.microsoft.com/office/drawing/2014/main" id="{0852CEE9-E4DE-24A9-8E8F-393FC3F4FAEC}"/>
                    </a:ext>
                  </a:extLst>
                </p:cNvPr>
                <p:cNvPicPr/>
                <p:nvPr/>
              </p:nvPicPr>
              <p:blipFill>
                <a:blip r:embed="rId29"/>
                <a:stretch>
                  <a:fillRect/>
                </a:stretch>
              </p:blipFill>
              <p:spPr>
                <a:xfrm>
                  <a:off x="3755130" y="2089110"/>
                  <a:ext cx="453240" cy="202680"/>
                </a:xfrm>
                <a:prstGeom prst="rect">
                  <a:avLst/>
                </a:prstGeom>
              </p:spPr>
            </p:pic>
          </mc:Fallback>
        </mc:AlternateContent>
      </p:grpSp>
      <p:grpSp>
        <p:nvGrpSpPr>
          <p:cNvPr id="27" name="Group 26">
            <a:extLst>
              <a:ext uri="{FF2B5EF4-FFF2-40B4-BE49-F238E27FC236}">
                <a16:creationId xmlns:a16="http://schemas.microsoft.com/office/drawing/2014/main" id="{9B46B678-D332-DDD1-E1DA-5EA4D31784ED}"/>
              </a:ext>
            </a:extLst>
          </p:cNvPr>
          <p:cNvGrpSpPr/>
          <p:nvPr/>
        </p:nvGrpSpPr>
        <p:grpSpPr>
          <a:xfrm>
            <a:off x="1280130" y="2649270"/>
            <a:ext cx="2509920" cy="1518120"/>
            <a:chOff x="1280130" y="2649270"/>
            <a:chExt cx="2509920" cy="1518120"/>
          </a:xfrm>
        </p:grpSpPr>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3501C834-A58A-7792-B90E-4D1C6FEF89B0}"/>
                    </a:ext>
                  </a:extLst>
                </p14:cNvPr>
                <p14:cNvContentPartPr/>
                <p14:nvPr/>
              </p14:nvContentPartPr>
              <p14:xfrm>
                <a:off x="1417290" y="3189990"/>
                <a:ext cx="326520" cy="959040"/>
              </p14:xfrm>
            </p:contentPart>
          </mc:Choice>
          <mc:Fallback xmlns="">
            <p:pic>
              <p:nvPicPr>
                <p:cNvPr id="18" name="Ink 17">
                  <a:extLst>
                    <a:ext uri="{FF2B5EF4-FFF2-40B4-BE49-F238E27FC236}">
                      <a16:creationId xmlns:a16="http://schemas.microsoft.com/office/drawing/2014/main" id="{3501C834-A58A-7792-B90E-4D1C6FEF89B0}"/>
                    </a:ext>
                  </a:extLst>
                </p:cNvPr>
                <p:cNvPicPr/>
                <p:nvPr/>
              </p:nvPicPr>
              <p:blipFill>
                <a:blip r:embed="rId31"/>
                <a:stretch>
                  <a:fillRect/>
                </a:stretch>
              </p:blipFill>
              <p:spPr>
                <a:xfrm>
                  <a:off x="1411170" y="3183870"/>
                  <a:ext cx="338760" cy="971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58AF1987-2321-2545-DAAB-51A8CFDDAAA9}"/>
                    </a:ext>
                  </a:extLst>
                </p14:cNvPr>
                <p14:cNvContentPartPr/>
                <p14:nvPr/>
              </p14:nvContentPartPr>
              <p14:xfrm>
                <a:off x="1688370" y="3180270"/>
                <a:ext cx="1242720" cy="763560"/>
              </p14:xfrm>
            </p:contentPart>
          </mc:Choice>
          <mc:Fallback xmlns="">
            <p:pic>
              <p:nvPicPr>
                <p:cNvPr id="19" name="Ink 18">
                  <a:extLst>
                    <a:ext uri="{FF2B5EF4-FFF2-40B4-BE49-F238E27FC236}">
                      <a16:creationId xmlns:a16="http://schemas.microsoft.com/office/drawing/2014/main" id="{58AF1987-2321-2545-DAAB-51A8CFDDAAA9}"/>
                    </a:ext>
                  </a:extLst>
                </p:cNvPr>
                <p:cNvPicPr/>
                <p:nvPr/>
              </p:nvPicPr>
              <p:blipFill>
                <a:blip r:embed="rId33"/>
                <a:stretch>
                  <a:fillRect/>
                </a:stretch>
              </p:blipFill>
              <p:spPr>
                <a:xfrm>
                  <a:off x="1682250" y="3174150"/>
                  <a:ext cx="1254960" cy="775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C928F8B3-7E6D-CDA0-BF7C-594FCD48F014}"/>
                    </a:ext>
                  </a:extLst>
                </p14:cNvPr>
                <p14:cNvContentPartPr/>
                <p14:nvPr/>
              </p14:nvContentPartPr>
              <p14:xfrm>
                <a:off x="1280130" y="3889110"/>
                <a:ext cx="1485000" cy="278280"/>
              </p14:xfrm>
            </p:contentPart>
          </mc:Choice>
          <mc:Fallback xmlns="">
            <p:pic>
              <p:nvPicPr>
                <p:cNvPr id="20" name="Ink 19">
                  <a:extLst>
                    <a:ext uri="{FF2B5EF4-FFF2-40B4-BE49-F238E27FC236}">
                      <a16:creationId xmlns:a16="http://schemas.microsoft.com/office/drawing/2014/main" id="{C928F8B3-7E6D-CDA0-BF7C-594FCD48F014}"/>
                    </a:ext>
                  </a:extLst>
                </p:cNvPr>
                <p:cNvPicPr/>
                <p:nvPr/>
              </p:nvPicPr>
              <p:blipFill>
                <a:blip r:embed="rId35"/>
                <a:stretch>
                  <a:fillRect/>
                </a:stretch>
              </p:blipFill>
              <p:spPr>
                <a:xfrm>
                  <a:off x="1274010" y="3882990"/>
                  <a:ext cx="149724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F5C4BC32-48CF-2AF0-A3A7-0E975513CD4F}"/>
                    </a:ext>
                  </a:extLst>
                </p14:cNvPr>
                <p14:cNvContentPartPr/>
                <p14:nvPr/>
              </p14:nvContentPartPr>
              <p14:xfrm>
                <a:off x="1889970" y="2934030"/>
                <a:ext cx="140400" cy="226800"/>
              </p14:xfrm>
            </p:contentPart>
          </mc:Choice>
          <mc:Fallback xmlns="">
            <p:pic>
              <p:nvPicPr>
                <p:cNvPr id="21" name="Ink 20">
                  <a:extLst>
                    <a:ext uri="{FF2B5EF4-FFF2-40B4-BE49-F238E27FC236}">
                      <a16:creationId xmlns:a16="http://schemas.microsoft.com/office/drawing/2014/main" id="{F5C4BC32-48CF-2AF0-A3A7-0E975513CD4F}"/>
                    </a:ext>
                  </a:extLst>
                </p:cNvPr>
                <p:cNvPicPr/>
                <p:nvPr/>
              </p:nvPicPr>
              <p:blipFill>
                <a:blip r:embed="rId37"/>
                <a:stretch>
                  <a:fillRect/>
                </a:stretch>
              </p:blipFill>
              <p:spPr>
                <a:xfrm>
                  <a:off x="1883850" y="2927910"/>
                  <a:ext cx="15264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5C31CBA4-CDE1-936D-889A-E7A1F1422D0C}"/>
                    </a:ext>
                  </a:extLst>
                </p14:cNvPr>
                <p14:cNvContentPartPr/>
                <p14:nvPr/>
              </p14:nvContentPartPr>
              <p14:xfrm>
                <a:off x="2055570" y="2908830"/>
                <a:ext cx="1212480" cy="901440"/>
              </p14:xfrm>
            </p:contentPart>
          </mc:Choice>
          <mc:Fallback xmlns="">
            <p:pic>
              <p:nvPicPr>
                <p:cNvPr id="22" name="Ink 21">
                  <a:extLst>
                    <a:ext uri="{FF2B5EF4-FFF2-40B4-BE49-F238E27FC236}">
                      <a16:creationId xmlns:a16="http://schemas.microsoft.com/office/drawing/2014/main" id="{5C31CBA4-CDE1-936D-889A-E7A1F1422D0C}"/>
                    </a:ext>
                  </a:extLst>
                </p:cNvPr>
                <p:cNvPicPr/>
                <p:nvPr/>
              </p:nvPicPr>
              <p:blipFill>
                <a:blip r:embed="rId39"/>
                <a:stretch>
                  <a:fillRect/>
                </a:stretch>
              </p:blipFill>
              <p:spPr>
                <a:xfrm>
                  <a:off x="2049450" y="2902710"/>
                  <a:ext cx="1224720" cy="913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70EE16C1-E340-2522-C8D8-685173AFED3D}"/>
                    </a:ext>
                  </a:extLst>
                </p14:cNvPr>
                <p14:cNvContentPartPr/>
                <p14:nvPr/>
              </p14:nvContentPartPr>
              <p14:xfrm>
                <a:off x="2241690" y="2649270"/>
                <a:ext cx="176040" cy="236160"/>
              </p14:xfrm>
            </p:contentPart>
          </mc:Choice>
          <mc:Fallback xmlns="">
            <p:pic>
              <p:nvPicPr>
                <p:cNvPr id="25" name="Ink 24">
                  <a:extLst>
                    <a:ext uri="{FF2B5EF4-FFF2-40B4-BE49-F238E27FC236}">
                      <a16:creationId xmlns:a16="http://schemas.microsoft.com/office/drawing/2014/main" id="{70EE16C1-E340-2522-C8D8-685173AFED3D}"/>
                    </a:ext>
                  </a:extLst>
                </p:cNvPr>
                <p:cNvPicPr/>
                <p:nvPr/>
              </p:nvPicPr>
              <p:blipFill>
                <a:blip r:embed="rId41"/>
                <a:stretch>
                  <a:fillRect/>
                </a:stretch>
              </p:blipFill>
              <p:spPr>
                <a:xfrm>
                  <a:off x="2235570" y="2643150"/>
                  <a:ext cx="18828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67F9ABD5-E83D-E7D5-C062-68AA4C11AC75}"/>
                    </a:ext>
                  </a:extLst>
                </p14:cNvPr>
                <p14:cNvContentPartPr/>
                <p14:nvPr/>
              </p14:nvContentPartPr>
              <p14:xfrm>
                <a:off x="2433210" y="2670510"/>
                <a:ext cx="1356840" cy="841680"/>
              </p14:xfrm>
            </p:contentPart>
          </mc:Choice>
          <mc:Fallback xmlns="">
            <p:pic>
              <p:nvPicPr>
                <p:cNvPr id="26" name="Ink 25">
                  <a:extLst>
                    <a:ext uri="{FF2B5EF4-FFF2-40B4-BE49-F238E27FC236}">
                      <a16:creationId xmlns:a16="http://schemas.microsoft.com/office/drawing/2014/main" id="{67F9ABD5-E83D-E7D5-C062-68AA4C11AC75}"/>
                    </a:ext>
                  </a:extLst>
                </p:cNvPr>
                <p:cNvPicPr/>
                <p:nvPr/>
              </p:nvPicPr>
              <p:blipFill>
                <a:blip r:embed="rId43"/>
                <a:stretch>
                  <a:fillRect/>
                </a:stretch>
              </p:blipFill>
              <p:spPr>
                <a:xfrm>
                  <a:off x="2427090" y="2664390"/>
                  <a:ext cx="1369080" cy="853920"/>
                </a:xfrm>
                <a:prstGeom prst="rect">
                  <a:avLst/>
                </a:prstGeom>
              </p:spPr>
            </p:pic>
          </mc:Fallback>
        </mc:AlternateContent>
      </p:grpSp>
      <p:grpSp>
        <p:nvGrpSpPr>
          <p:cNvPr id="48" name="Group 47">
            <a:extLst>
              <a:ext uri="{FF2B5EF4-FFF2-40B4-BE49-F238E27FC236}">
                <a16:creationId xmlns:a16="http://schemas.microsoft.com/office/drawing/2014/main" id="{58F17861-99DE-A286-4E22-B9F6535A1B7E}"/>
              </a:ext>
            </a:extLst>
          </p:cNvPr>
          <p:cNvGrpSpPr/>
          <p:nvPr/>
        </p:nvGrpSpPr>
        <p:grpSpPr>
          <a:xfrm>
            <a:off x="1575690" y="4377270"/>
            <a:ext cx="1408320" cy="240480"/>
            <a:chOff x="1575690" y="4377270"/>
            <a:chExt cx="1408320" cy="240480"/>
          </a:xfrm>
        </p:grpSpPr>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226AAE9E-2A8E-C677-CECD-F1FA78F35704}"/>
                    </a:ext>
                  </a:extLst>
                </p14:cNvPr>
                <p14:cNvContentPartPr/>
                <p14:nvPr/>
              </p14:nvContentPartPr>
              <p14:xfrm>
                <a:off x="1575690" y="4430190"/>
                <a:ext cx="148320" cy="187560"/>
              </p14:xfrm>
            </p:contentPart>
          </mc:Choice>
          <mc:Fallback xmlns="">
            <p:pic>
              <p:nvPicPr>
                <p:cNvPr id="28" name="Ink 27">
                  <a:extLst>
                    <a:ext uri="{FF2B5EF4-FFF2-40B4-BE49-F238E27FC236}">
                      <a16:creationId xmlns:a16="http://schemas.microsoft.com/office/drawing/2014/main" id="{226AAE9E-2A8E-C677-CECD-F1FA78F35704}"/>
                    </a:ext>
                  </a:extLst>
                </p:cNvPr>
                <p:cNvPicPr/>
                <p:nvPr/>
              </p:nvPicPr>
              <p:blipFill>
                <a:blip r:embed="rId45"/>
                <a:stretch>
                  <a:fillRect/>
                </a:stretch>
              </p:blipFill>
              <p:spPr>
                <a:xfrm>
                  <a:off x="1569570" y="4424070"/>
                  <a:ext cx="16056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E9B6F5F7-AC39-2709-C5DA-D5CC273502AD}"/>
                    </a:ext>
                  </a:extLst>
                </p14:cNvPr>
                <p14:cNvContentPartPr/>
                <p14:nvPr/>
              </p14:nvContentPartPr>
              <p14:xfrm>
                <a:off x="1873770" y="4449630"/>
                <a:ext cx="165960" cy="106920"/>
              </p14:xfrm>
            </p:contentPart>
          </mc:Choice>
          <mc:Fallback xmlns="">
            <p:pic>
              <p:nvPicPr>
                <p:cNvPr id="29" name="Ink 28">
                  <a:extLst>
                    <a:ext uri="{FF2B5EF4-FFF2-40B4-BE49-F238E27FC236}">
                      <a16:creationId xmlns:a16="http://schemas.microsoft.com/office/drawing/2014/main" id="{E9B6F5F7-AC39-2709-C5DA-D5CC273502AD}"/>
                    </a:ext>
                  </a:extLst>
                </p:cNvPr>
                <p:cNvPicPr/>
                <p:nvPr/>
              </p:nvPicPr>
              <p:blipFill>
                <a:blip r:embed="rId47"/>
                <a:stretch>
                  <a:fillRect/>
                </a:stretch>
              </p:blipFill>
              <p:spPr>
                <a:xfrm>
                  <a:off x="1867650" y="4443510"/>
                  <a:ext cx="17820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C082B361-D539-0B63-307F-C5611FC2B7B9}"/>
                    </a:ext>
                  </a:extLst>
                </p14:cNvPr>
                <p14:cNvContentPartPr/>
                <p14:nvPr/>
              </p14:nvContentPartPr>
              <p14:xfrm>
                <a:off x="1914450" y="4420470"/>
                <a:ext cx="109800" cy="117360"/>
              </p14:xfrm>
            </p:contentPart>
          </mc:Choice>
          <mc:Fallback xmlns="">
            <p:pic>
              <p:nvPicPr>
                <p:cNvPr id="30" name="Ink 29">
                  <a:extLst>
                    <a:ext uri="{FF2B5EF4-FFF2-40B4-BE49-F238E27FC236}">
                      <a16:creationId xmlns:a16="http://schemas.microsoft.com/office/drawing/2014/main" id="{C082B361-D539-0B63-307F-C5611FC2B7B9}"/>
                    </a:ext>
                  </a:extLst>
                </p:cNvPr>
                <p:cNvPicPr/>
                <p:nvPr/>
              </p:nvPicPr>
              <p:blipFill>
                <a:blip r:embed="rId49"/>
                <a:stretch>
                  <a:fillRect/>
                </a:stretch>
              </p:blipFill>
              <p:spPr>
                <a:xfrm>
                  <a:off x="1908330" y="4414350"/>
                  <a:ext cx="12204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D2A37B37-5BEB-B795-6B34-D9FF42033D37}"/>
                    </a:ext>
                  </a:extLst>
                </p14:cNvPr>
                <p14:cNvContentPartPr/>
                <p14:nvPr/>
              </p14:nvContentPartPr>
              <p14:xfrm>
                <a:off x="2139450" y="4390950"/>
                <a:ext cx="178560" cy="166680"/>
              </p14:xfrm>
            </p:contentPart>
          </mc:Choice>
          <mc:Fallback xmlns="">
            <p:pic>
              <p:nvPicPr>
                <p:cNvPr id="31" name="Ink 30">
                  <a:extLst>
                    <a:ext uri="{FF2B5EF4-FFF2-40B4-BE49-F238E27FC236}">
                      <a16:creationId xmlns:a16="http://schemas.microsoft.com/office/drawing/2014/main" id="{D2A37B37-5BEB-B795-6B34-D9FF42033D37}"/>
                    </a:ext>
                  </a:extLst>
                </p:cNvPr>
                <p:cNvPicPr/>
                <p:nvPr/>
              </p:nvPicPr>
              <p:blipFill>
                <a:blip r:embed="rId51"/>
                <a:stretch>
                  <a:fillRect/>
                </a:stretch>
              </p:blipFill>
              <p:spPr>
                <a:xfrm>
                  <a:off x="2133330" y="4384830"/>
                  <a:ext cx="1908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7D1D6B91-C362-9033-33CB-499B87329AC8}"/>
                    </a:ext>
                  </a:extLst>
                </p14:cNvPr>
                <p14:cNvContentPartPr/>
                <p14:nvPr/>
              </p14:nvContentPartPr>
              <p14:xfrm>
                <a:off x="2480010" y="4408950"/>
                <a:ext cx="203400" cy="127440"/>
              </p14:xfrm>
            </p:contentPart>
          </mc:Choice>
          <mc:Fallback xmlns="">
            <p:pic>
              <p:nvPicPr>
                <p:cNvPr id="32" name="Ink 31">
                  <a:extLst>
                    <a:ext uri="{FF2B5EF4-FFF2-40B4-BE49-F238E27FC236}">
                      <a16:creationId xmlns:a16="http://schemas.microsoft.com/office/drawing/2014/main" id="{7D1D6B91-C362-9033-33CB-499B87329AC8}"/>
                    </a:ext>
                  </a:extLst>
                </p:cNvPr>
                <p:cNvPicPr/>
                <p:nvPr/>
              </p:nvPicPr>
              <p:blipFill>
                <a:blip r:embed="rId53"/>
                <a:stretch>
                  <a:fillRect/>
                </a:stretch>
              </p:blipFill>
              <p:spPr>
                <a:xfrm>
                  <a:off x="2473890" y="4402830"/>
                  <a:ext cx="2156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561E2383-607C-E3D7-4B80-06CC2240A82A}"/>
                    </a:ext>
                  </a:extLst>
                </p14:cNvPr>
                <p14:cNvContentPartPr/>
                <p14:nvPr/>
              </p14:nvContentPartPr>
              <p14:xfrm>
                <a:off x="2511330" y="4422630"/>
                <a:ext cx="81720" cy="115200"/>
              </p14:xfrm>
            </p:contentPart>
          </mc:Choice>
          <mc:Fallback xmlns="">
            <p:pic>
              <p:nvPicPr>
                <p:cNvPr id="33" name="Ink 32">
                  <a:extLst>
                    <a:ext uri="{FF2B5EF4-FFF2-40B4-BE49-F238E27FC236}">
                      <a16:creationId xmlns:a16="http://schemas.microsoft.com/office/drawing/2014/main" id="{561E2383-607C-E3D7-4B80-06CC2240A82A}"/>
                    </a:ext>
                  </a:extLst>
                </p:cNvPr>
                <p:cNvPicPr/>
                <p:nvPr/>
              </p:nvPicPr>
              <p:blipFill>
                <a:blip r:embed="rId55"/>
                <a:stretch>
                  <a:fillRect/>
                </a:stretch>
              </p:blipFill>
              <p:spPr>
                <a:xfrm>
                  <a:off x="2505210" y="4416510"/>
                  <a:ext cx="9396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CC7D6539-ED67-F94E-07C6-C6955571EDA4}"/>
                    </a:ext>
                  </a:extLst>
                </p14:cNvPr>
                <p14:cNvContentPartPr/>
                <p14:nvPr/>
              </p14:nvContentPartPr>
              <p14:xfrm>
                <a:off x="2558130" y="4377270"/>
                <a:ext cx="425880" cy="226080"/>
              </p14:xfrm>
            </p:contentPart>
          </mc:Choice>
          <mc:Fallback xmlns="">
            <p:pic>
              <p:nvPicPr>
                <p:cNvPr id="34" name="Ink 33">
                  <a:extLst>
                    <a:ext uri="{FF2B5EF4-FFF2-40B4-BE49-F238E27FC236}">
                      <a16:creationId xmlns:a16="http://schemas.microsoft.com/office/drawing/2014/main" id="{CC7D6539-ED67-F94E-07C6-C6955571EDA4}"/>
                    </a:ext>
                  </a:extLst>
                </p:cNvPr>
                <p:cNvPicPr/>
                <p:nvPr/>
              </p:nvPicPr>
              <p:blipFill>
                <a:blip r:embed="rId57"/>
                <a:stretch>
                  <a:fillRect/>
                </a:stretch>
              </p:blipFill>
              <p:spPr>
                <a:xfrm>
                  <a:off x="2552010" y="4371150"/>
                  <a:ext cx="438120" cy="238320"/>
                </a:xfrm>
                <a:prstGeom prst="rect">
                  <a:avLst/>
                </a:prstGeom>
              </p:spPr>
            </p:pic>
          </mc:Fallback>
        </mc:AlternateContent>
      </p:grpSp>
      <p:grpSp>
        <p:nvGrpSpPr>
          <p:cNvPr id="47" name="Group 46">
            <a:extLst>
              <a:ext uri="{FF2B5EF4-FFF2-40B4-BE49-F238E27FC236}">
                <a16:creationId xmlns:a16="http://schemas.microsoft.com/office/drawing/2014/main" id="{35E32AA9-B773-DBB2-9C48-4BD4049FA413}"/>
              </a:ext>
            </a:extLst>
          </p:cNvPr>
          <p:cNvGrpSpPr/>
          <p:nvPr/>
        </p:nvGrpSpPr>
        <p:grpSpPr>
          <a:xfrm>
            <a:off x="4057890" y="3543870"/>
            <a:ext cx="331920" cy="103680"/>
            <a:chOff x="4057890" y="3543870"/>
            <a:chExt cx="331920" cy="103680"/>
          </a:xfrm>
        </p:grpSpPr>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F9962EA5-72D2-5447-8AE7-D3C9020E3FD7}"/>
                    </a:ext>
                  </a:extLst>
                </p14:cNvPr>
                <p14:cNvContentPartPr/>
                <p14:nvPr/>
              </p14:nvContentPartPr>
              <p14:xfrm>
                <a:off x="4117290" y="3543870"/>
                <a:ext cx="150480" cy="103680"/>
              </p14:xfrm>
            </p:contentPart>
          </mc:Choice>
          <mc:Fallback xmlns="">
            <p:pic>
              <p:nvPicPr>
                <p:cNvPr id="35" name="Ink 34">
                  <a:extLst>
                    <a:ext uri="{FF2B5EF4-FFF2-40B4-BE49-F238E27FC236}">
                      <a16:creationId xmlns:a16="http://schemas.microsoft.com/office/drawing/2014/main" id="{F9962EA5-72D2-5447-8AE7-D3C9020E3FD7}"/>
                    </a:ext>
                  </a:extLst>
                </p:cNvPr>
                <p:cNvPicPr/>
                <p:nvPr/>
              </p:nvPicPr>
              <p:blipFill>
                <a:blip r:embed="rId59"/>
                <a:stretch>
                  <a:fillRect/>
                </a:stretch>
              </p:blipFill>
              <p:spPr>
                <a:xfrm>
                  <a:off x="4111170" y="3537750"/>
                  <a:ext cx="16272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A591ECA1-08A3-AE24-DFC6-6A4559DA7175}"/>
                    </a:ext>
                  </a:extLst>
                </p14:cNvPr>
                <p14:cNvContentPartPr/>
                <p14:nvPr/>
              </p14:nvContentPartPr>
              <p14:xfrm>
                <a:off x="4089210" y="3552150"/>
                <a:ext cx="194040" cy="84960"/>
              </p14:xfrm>
            </p:contentPart>
          </mc:Choice>
          <mc:Fallback xmlns="">
            <p:pic>
              <p:nvPicPr>
                <p:cNvPr id="36" name="Ink 35">
                  <a:extLst>
                    <a:ext uri="{FF2B5EF4-FFF2-40B4-BE49-F238E27FC236}">
                      <a16:creationId xmlns:a16="http://schemas.microsoft.com/office/drawing/2014/main" id="{A591ECA1-08A3-AE24-DFC6-6A4559DA7175}"/>
                    </a:ext>
                  </a:extLst>
                </p:cNvPr>
                <p:cNvPicPr/>
                <p:nvPr/>
              </p:nvPicPr>
              <p:blipFill>
                <a:blip r:embed="rId61"/>
                <a:stretch>
                  <a:fillRect/>
                </a:stretch>
              </p:blipFill>
              <p:spPr>
                <a:xfrm>
                  <a:off x="4083090" y="3546030"/>
                  <a:ext cx="20628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E63355A7-790A-8140-B2D8-FC44A4E8517D}"/>
                    </a:ext>
                  </a:extLst>
                </p14:cNvPr>
                <p14:cNvContentPartPr/>
                <p14:nvPr/>
              </p14:nvContentPartPr>
              <p14:xfrm>
                <a:off x="4057890" y="3594270"/>
                <a:ext cx="331920" cy="26280"/>
              </p14:xfrm>
            </p:contentPart>
          </mc:Choice>
          <mc:Fallback xmlns="">
            <p:pic>
              <p:nvPicPr>
                <p:cNvPr id="37" name="Ink 36">
                  <a:extLst>
                    <a:ext uri="{FF2B5EF4-FFF2-40B4-BE49-F238E27FC236}">
                      <a16:creationId xmlns:a16="http://schemas.microsoft.com/office/drawing/2014/main" id="{E63355A7-790A-8140-B2D8-FC44A4E8517D}"/>
                    </a:ext>
                  </a:extLst>
                </p:cNvPr>
                <p:cNvPicPr/>
                <p:nvPr/>
              </p:nvPicPr>
              <p:blipFill>
                <a:blip r:embed="rId63"/>
                <a:stretch>
                  <a:fillRect/>
                </a:stretch>
              </p:blipFill>
              <p:spPr>
                <a:xfrm>
                  <a:off x="4051770" y="3588150"/>
                  <a:ext cx="344160" cy="38520"/>
                </a:xfrm>
                <a:prstGeom prst="rect">
                  <a:avLst/>
                </a:prstGeom>
              </p:spPr>
            </p:pic>
          </mc:Fallback>
        </mc:AlternateContent>
      </p:grpSp>
      <p:grpSp>
        <p:nvGrpSpPr>
          <p:cNvPr id="46" name="Group 45">
            <a:extLst>
              <a:ext uri="{FF2B5EF4-FFF2-40B4-BE49-F238E27FC236}">
                <a16:creationId xmlns:a16="http://schemas.microsoft.com/office/drawing/2014/main" id="{5611BC2B-A489-1B87-A247-2FA8B41C9B24}"/>
              </a:ext>
            </a:extLst>
          </p:cNvPr>
          <p:cNvGrpSpPr/>
          <p:nvPr/>
        </p:nvGrpSpPr>
        <p:grpSpPr>
          <a:xfrm>
            <a:off x="5160570" y="2733870"/>
            <a:ext cx="1494720" cy="1119600"/>
            <a:chOff x="5160570" y="2733870"/>
            <a:chExt cx="1494720" cy="1119600"/>
          </a:xfrm>
        </p:grpSpPr>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91217046-DA52-2D18-C822-505D88E253FE}"/>
                    </a:ext>
                  </a:extLst>
                </p14:cNvPr>
                <p14:cNvContentPartPr/>
                <p14:nvPr/>
              </p14:nvContentPartPr>
              <p14:xfrm>
                <a:off x="5178570" y="3113670"/>
                <a:ext cx="73800" cy="736200"/>
              </p14:xfrm>
            </p:contentPart>
          </mc:Choice>
          <mc:Fallback xmlns="">
            <p:pic>
              <p:nvPicPr>
                <p:cNvPr id="38" name="Ink 37">
                  <a:extLst>
                    <a:ext uri="{FF2B5EF4-FFF2-40B4-BE49-F238E27FC236}">
                      <a16:creationId xmlns:a16="http://schemas.microsoft.com/office/drawing/2014/main" id="{91217046-DA52-2D18-C822-505D88E253FE}"/>
                    </a:ext>
                  </a:extLst>
                </p:cNvPr>
                <p:cNvPicPr/>
                <p:nvPr/>
              </p:nvPicPr>
              <p:blipFill>
                <a:blip r:embed="rId65"/>
                <a:stretch>
                  <a:fillRect/>
                </a:stretch>
              </p:blipFill>
              <p:spPr>
                <a:xfrm>
                  <a:off x="5172450" y="3107550"/>
                  <a:ext cx="86040" cy="748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a:extLst>
                    <a:ext uri="{FF2B5EF4-FFF2-40B4-BE49-F238E27FC236}">
                      <a16:creationId xmlns:a16="http://schemas.microsoft.com/office/drawing/2014/main" id="{6BC94F03-EB44-007B-FB4B-13937302B049}"/>
                    </a:ext>
                  </a:extLst>
                </p14:cNvPr>
                <p14:cNvContentPartPr/>
                <p14:nvPr/>
              </p14:nvContentPartPr>
              <p14:xfrm>
                <a:off x="5160570" y="3070470"/>
                <a:ext cx="970560" cy="694080"/>
              </p14:xfrm>
            </p:contentPart>
          </mc:Choice>
          <mc:Fallback xmlns="">
            <p:pic>
              <p:nvPicPr>
                <p:cNvPr id="39" name="Ink 38">
                  <a:extLst>
                    <a:ext uri="{FF2B5EF4-FFF2-40B4-BE49-F238E27FC236}">
                      <a16:creationId xmlns:a16="http://schemas.microsoft.com/office/drawing/2014/main" id="{6BC94F03-EB44-007B-FB4B-13937302B049}"/>
                    </a:ext>
                  </a:extLst>
                </p:cNvPr>
                <p:cNvPicPr/>
                <p:nvPr/>
              </p:nvPicPr>
              <p:blipFill>
                <a:blip r:embed="rId67"/>
                <a:stretch>
                  <a:fillRect/>
                </a:stretch>
              </p:blipFill>
              <p:spPr>
                <a:xfrm>
                  <a:off x="5154450" y="3064350"/>
                  <a:ext cx="982800" cy="706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0" name="Ink 39">
                  <a:extLst>
                    <a:ext uri="{FF2B5EF4-FFF2-40B4-BE49-F238E27FC236}">
                      <a16:creationId xmlns:a16="http://schemas.microsoft.com/office/drawing/2014/main" id="{AE0ADE3C-908C-4D86-09E0-5374F85A8CA4}"/>
                    </a:ext>
                  </a:extLst>
                </p14:cNvPr>
                <p14:cNvContentPartPr/>
                <p14:nvPr/>
              </p14:nvContentPartPr>
              <p14:xfrm>
                <a:off x="5176770" y="3691830"/>
                <a:ext cx="900360" cy="161640"/>
              </p14:xfrm>
            </p:contentPart>
          </mc:Choice>
          <mc:Fallback xmlns="">
            <p:pic>
              <p:nvPicPr>
                <p:cNvPr id="40" name="Ink 39">
                  <a:extLst>
                    <a:ext uri="{FF2B5EF4-FFF2-40B4-BE49-F238E27FC236}">
                      <a16:creationId xmlns:a16="http://schemas.microsoft.com/office/drawing/2014/main" id="{AE0ADE3C-908C-4D86-09E0-5374F85A8CA4}"/>
                    </a:ext>
                  </a:extLst>
                </p:cNvPr>
                <p:cNvPicPr/>
                <p:nvPr/>
              </p:nvPicPr>
              <p:blipFill>
                <a:blip r:embed="rId69"/>
                <a:stretch>
                  <a:fillRect/>
                </a:stretch>
              </p:blipFill>
              <p:spPr>
                <a:xfrm>
                  <a:off x="5170650" y="3685710"/>
                  <a:ext cx="91260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1" name="Ink 40">
                  <a:extLst>
                    <a:ext uri="{FF2B5EF4-FFF2-40B4-BE49-F238E27FC236}">
                      <a16:creationId xmlns:a16="http://schemas.microsoft.com/office/drawing/2014/main" id="{D8325149-8BFD-309D-ED80-969C699C27EA}"/>
                    </a:ext>
                  </a:extLst>
                </p14:cNvPr>
                <p14:cNvContentPartPr/>
                <p14:nvPr/>
              </p14:nvContentPartPr>
              <p14:xfrm>
                <a:off x="5404650" y="2932590"/>
                <a:ext cx="59760" cy="173520"/>
              </p14:xfrm>
            </p:contentPart>
          </mc:Choice>
          <mc:Fallback xmlns="">
            <p:pic>
              <p:nvPicPr>
                <p:cNvPr id="41" name="Ink 40">
                  <a:extLst>
                    <a:ext uri="{FF2B5EF4-FFF2-40B4-BE49-F238E27FC236}">
                      <a16:creationId xmlns:a16="http://schemas.microsoft.com/office/drawing/2014/main" id="{D8325149-8BFD-309D-ED80-969C699C27EA}"/>
                    </a:ext>
                  </a:extLst>
                </p:cNvPr>
                <p:cNvPicPr/>
                <p:nvPr/>
              </p:nvPicPr>
              <p:blipFill>
                <a:blip r:embed="rId71"/>
                <a:stretch>
                  <a:fillRect/>
                </a:stretch>
              </p:blipFill>
              <p:spPr>
                <a:xfrm>
                  <a:off x="5398530" y="2926470"/>
                  <a:ext cx="720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2" name="Ink 41">
                  <a:extLst>
                    <a:ext uri="{FF2B5EF4-FFF2-40B4-BE49-F238E27FC236}">
                      <a16:creationId xmlns:a16="http://schemas.microsoft.com/office/drawing/2014/main" id="{BE980BB4-BDFE-CE77-DF6C-7B4B8E6E65B7}"/>
                    </a:ext>
                  </a:extLst>
                </p14:cNvPr>
                <p14:cNvContentPartPr/>
                <p14:nvPr/>
              </p14:nvContentPartPr>
              <p14:xfrm>
                <a:off x="5451810" y="2912430"/>
                <a:ext cx="948240" cy="651600"/>
              </p14:xfrm>
            </p:contentPart>
          </mc:Choice>
          <mc:Fallback xmlns="">
            <p:pic>
              <p:nvPicPr>
                <p:cNvPr id="42" name="Ink 41">
                  <a:extLst>
                    <a:ext uri="{FF2B5EF4-FFF2-40B4-BE49-F238E27FC236}">
                      <a16:creationId xmlns:a16="http://schemas.microsoft.com/office/drawing/2014/main" id="{BE980BB4-BDFE-CE77-DF6C-7B4B8E6E65B7}"/>
                    </a:ext>
                  </a:extLst>
                </p:cNvPr>
                <p:cNvPicPr/>
                <p:nvPr/>
              </p:nvPicPr>
              <p:blipFill>
                <a:blip r:embed="rId73"/>
                <a:stretch>
                  <a:fillRect/>
                </a:stretch>
              </p:blipFill>
              <p:spPr>
                <a:xfrm>
                  <a:off x="5445690" y="2906310"/>
                  <a:ext cx="960480" cy="663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3" name="Ink 42">
                  <a:extLst>
                    <a:ext uri="{FF2B5EF4-FFF2-40B4-BE49-F238E27FC236}">
                      <a16:creationId xmlns:a16="http://schemas.microsoft.com/office/drawing/2014/main" id="{A867A24F-5CDA-FFAC-2153-114A9F294F58}"/>
                    </a:ext>
                  </a:extLst>
                </p14:cNvPr>
                <p14:cNvContentPartPr/>
                <p14:nvPr/>
              </p14:nvContentPartPr>
              <p14:xfrm>
                <a:off x="6002250" y="3500310"/>
                <a:ext cx="384840" cy="169200"/>
              </p14:xfrm>
            </p:contentPart>
          </mc:Choice>
          <mc:Fallback xmlns="">
            <p:pic>
              <p:nvPicPr>
                <p:cNvPr id="43" name="Ink 42">
                  <a:extLst>
                    <a:ext uri="{FF2B5EF4-FFF2-40B4-BE49-F238E27FC236}">
                      <a16:creationId xmlns:a16="http://schemas.microsoft.com/office/drawing/2014/main" id="{A867A24F-5CDA-FFAC-2153-114A9F294F58}"/>
                    </a:ext>
                  </a:extLst>
                </p:cNvPr>
                <p:cNvPicPr/>
                <p:nvPr/>
              </p:nvPicPr>
              <p:blipFill>
                <a:blip r:embed="rId75"/>
                <a:stretch>
                  <a:fillRect/>
                </a:stretch>
              </p:blipFill>
              <p:spPr>
                <a:xfrm>
                  <a:off x="5996130" y="3494190"/>
                  <a:ext cx="3970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4" name="Ink 43">
                  <a:extLst>
                    <a:ext uri="{FF2B5EF4-FFF2-40B4-BE49-F238E27FC236}">
                      <a16:creationId xmlns:a16="http://schemas.microsoft.com/office/drawing/2014/main" id="{2BC65317-A4AD-AC68-8CE3-DD58CE212C8B}"/>
                    </a:ext>
                  </a:extLst>
                </p14:cNvPr>
                <p14:cNvContentPartPr/>
                <p14:nvPr/>
              </p14:nvContentPartPr>
              <p14:xfrm>
                <a:off x="5661330" y="2733870"/>
                <a:ext cx="31680" cy="231840"/>
              </p14:xfrm>
            </p:contentPart>
          </mc:Choice>
          <mc:Fallback xmlns="">
            <p:pic>
              <p:nvPicPr>
                <p:cNvPr id="44" name="Ink 43">
                  <a:extLst>
                    <a:ext uri="{FF2B5EF4-FFF2-40B4-BE49-F238E27FC236}">
                      <a16:creationId xmlns:a16="http://schemas.microsoft.com/office/drawing/2014/main" id="{2BC65317-A4AD-AC68-8CE3-DD58CE212C8B}"/>
                    </a:ext>
                  </a:extLst>
                </p:cNvPr>
                <p:cNvPicPr/>
                <p:nvPr/>
              </p:nvPicPr>
              <p:blipFill>
                <a:blip r:embed="rId77"/>
                <a:stretch>
                  <a:fillRect/>
                </a:stretch>
              </p:blipFill>
              <p:spPr>
                <a:xfrm>
                  <a:off x="5655210" y="2727750"/>
                  <a:ext cx="439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 name="Ink 44">
                  <a:extLst>
                    <a:ext uri="{FF2B5EF4-FFF2-40B4-BE49-F238E27FC236}">
                      <a16:creationId xmlns:a16="http://schemas.microsoft.com/office/drawing/2014/main" id="{B43885B2-D22D-968D-764E-0A8A8BB4A6BF}"/>
                    </a:ext>
                  </a:extLst>
                </p14:cNvPr>
                <p14:cNvContentPartPr/>
                <p14:nvPr/>
              </p14:nvContentPartPr>
              <p14:xfrm>
                <a:off x="5686530" y="2759790"/>
                <a:ext cx="968760" cy="753840"/>
              </p14:xfrm>
            </p:contentPart>
          </mc:Choice>
          <mc:Fallback xmlns="">
            <p:pic>
              <p:nvPicPr>
                <p:cNvPr id="45" name="Ink 44">
                  <a:extLst>
                    <a:ext uri="{FF2B5EF4-FFF2-40B4-BE49-F238E27FC236}">
                      <a16:creationId xmlns:a16="http://schemas.microsoft.com/office/drawing/2014/main" id="{B43885B2-D22D-968D-764E-0A8A8BB4A6BF}"/>
                    </a:ext>
                  </a:extLst>
                </p:cNvPr>
                <p:cNvPicPr/>
                <p:nvPr/>
              </p:nvPicPr>
              <p:blipFill>
                <a:blip r:embed="rId79"/>
                <a:stretch>
                  <a:fillRect/>
                </a:stretch>
              </p:blipFill>
              <p:spPr>
                <a:xfrm>
                  <a:off x="5680410" y="2753670"/>
                  <a:ext cx="981000" cy="766080"/>
                </a:xfrm>
                <a:prstGeom prst="rect">
                  <a:avLst/>
                </a:prstGeom>
              </p:spPr>
            </p:pic>
          </mc:Fallback>
        </mc:AlternateContent>
      </p:grpSp>
      <p:grpSp>
        <p:nvGrpSpPr>
          <p:cNvPr id="56" name="Group 55">
            <a:extLst>
              <a:ext uri="{FF2B5EF4-FFF2-40B4-BE49-F238E27FC236}">
                <a16:creationId xmlns:a16="http://schemas.microsoft.com/office/drawing/2014/main" id="{2D402985-DDBC-EBF2-6A4A-5956AC9BEF3E}"/>
              </a:ext>
            </a:extLst>
          </p:cNvPr>
          <p:cNvGrpSpPr/>
          <p:nvPr/>
        </p:nvGrpSpPr>
        <p:grpSpPr>
          <a:xfrm>
            <a:off x="5214210" y="4045350"/>
            <a:ext cx="1250640" cy="207720"/>
            <a:chOff x="5214210" y="4045350"/>
            <a:chExt cx="1250640" cy="207720"/>
          </a:xfrm>
        </p:grpSpPr>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4A19C158-4C77-E1F0-6214-3F7CD2C19DD6}"/>
                    </a:ext>
                  </a:extLst>
                </p14:cNvPr>
                <p14:cNvContentPartPr/>
                <p14:nvPr/>
              </p14:nvContentPartPr>
              <p14:xfrm>
                <a:off x="5214210" y="4045350"/>
                <a:ext cx="242280" cy="207720"/>
              </p14:xfrm>
            </p:contentPart>
          </mc:Choice>
          <mc:Fallback xmlns="">
            <p:pic>
              <p:nvPicPr>
                <p:cNvPr id="49" name="Ink 48">
                  <a:extLst>
                    <a:ext uri="{FF2B5EF4-FFF2-40B4-BE49-F238E27FC236}">
                      <a16:creationId xmlns:a16="http://schemas.microsoft.com/office/drawing/2014/main" id="{4A19C158-4C77-E1F0-6214-3F7CD2C19DD6}"/>
                    </a:ext>
                  </a:extLst>
                </p:cNvPr>
                <p:cNvPicPr/>
                <p:nvPr/>
              </p:nvPicPr>
              <p:blipFill>
                <a:blip r:embed="rId81"/>
                <a:stretch>
                  <a:fillRect/>
                </a:stretch>
              </p:blipFill>
              <p:spPr>
                <a:xfrm>
                  <a:off x="5208090" y="4039230"/>
                  <a:ext cx="25452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0" name="Ink 49">
                  <a:extLst>
                    <a:ext uri="{FF2B5EF4-FFF2-40B4-BE49-F238E27FC236}">
                      <a16:creationId xmlns:a16="http://schemas.microsoft.com/office/drawing/2014/main" id="{30E4A214-89B9-6501-6422-733DAF799FC0}"/>
                    </a:ext>
                  </a:extLst>
                </p14:cNvPr>
                <p14:cNvContentPartPr/>
                <p14:nvPr/>
              </p14:nvContentPartPr>
              <p14:xfrm>
                <a:off x="5586090" y="4109790"/>
                <a:ext cx="178560" cy="119520"/>
              </p14:xfrm>
            </p:contentPart>
          </mc:Choice>
          <mc:Fallback xmlns="">
            <p:pic>
              <p:nvPicPr>
                <p:cNvPr id="50" name="Ink 49">
                  <a:extLst>
                    <a:ext uri="{FF2B5EF4-FFF2-40B4-BE49-F238E27FC236}">
                      <a16:creationId xmlns:a16="http://schemas.microsoft.com/office/drawing/2014/main" id="{30E4A214-89B9-6501-6422-733DAF799FC0}"/>
                    </a:ext>
                  </a:extLst>
                </p:cNvPr>
                <p:cNvPicPr/>
                <p:nvPr/>
              </p:nvPicPr>
              <p:blipFill>
                <a:blip r:embed="rId83"/>
                <a:stretch>
                  <a:fillRect/>
                </a:stretch>
              </p:blipFill>
              <p:spPr>
                <a:xfrm>
                  <a:off x="5579970" y="4103670"/>
                  <a:ext cx="1908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1" name="Ink 50">
                  <a:extLst>
                    <a:ext uri="{FF2B5EF4-FFF2-40B4-BE49-F238E27FC236}">
                      <a16:creationId xmlns:a16="http://schemas.microsoft.com/office/drawing/2014/main" id="{187CA509-348C-BA0B-5DA4-B6A0BDDB4060}"/>
                    </a:ext>
                  </a:extLst>
                </p14:cNvPr>
                <p14:cNvContentPartPr/>
                <p14:nvPr/>
              </p14:nvContentPartPr>
              <p14:xfrm>
                <a:off x="5561250" y="4128870"/>
                <a:ext cx="194040" cy="67680"/>
              </p14:xfrm>
            </p:contentPart>
          </mc:Choice>
          <mc:Fallback xmlns="">
            <p:pic>
              <p:nvPicPr>
                <p:cNvPr id="51" name="Ink 50">
                  <a:extLst>
                    <a:ext uri="{FF2B5EF4-FFF2-40B4-BE49-F238E27FC236}">
                      <a16:creationId xmlns:a16="http://schemas.microsoft.com/office/drawing/2014/main" id="{187CA509-348C-BA0B-5DA4-B6A0BDDB4060}"/>
                    </a:ext>
                  </a:extLst>
                </p:cNvPr>
                <p:cNvPicPr/>
                <p:nvPr/>
              </p:nvPicPr>
              <p:blipFill>
                <a:blip r:embed="rId85"/>
                <a:stretch>
                  <a:fillRect/>
                </a:stretch>
              </p:blipFill>
              <p:spPr>
                <a:xfrm>
                  <a:off x="5555130" y="4122750"/>
                  <a:ext cx="20628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2" name="Ink 51">
                  <a:extLst>
                    <a:ext uri="{FF2B5EF4-FFF2-40B4-BE49-F238E27FC236}">
                      <a16:creationId xmlns:a16="http://schemas.microsoft.com/office/drawing/2014/main" id="{2FCFB8BD-9E1A-43B8-57A5-910E4DBEB647}"/>
                    </a:ext>
                  </a:extLst>
                </p14:cNvPr>
                <p14:cNvContentPartPr/>
                <p14:nvPr/>
              </p14:nvContentPartPr>
              <p14:xfrm>
                <a:off x="5842410" y="4078110"/>
                <a:ext cx="191880" cy="155160"/>
              </p14:xfrm>
            </p:contentPart>
          </mc:Choice>
          <mc:Fallback xmlns="">
            <p:pic>
              <p:nvPicPr>
                <p:cNvPr id="52" name="Ink 51">
                  <a:extLst>
                    <a:ext uri="{FF2B5EF4-FFF2-40B4-BE49-F238E27FC236}">
                      <a16:creationId xmlns:a16="http://schemas.microsoft.com/office/drawing/2014/main" id="{2FCFB8BD-9E1A-43B8-57A5-910E4DBEB647}"/>
                    </a:ext>
                  </a:extLst>
                </p:cNvPr>
                <p:cNvPicPr/>
                <p:nvPr/>
              </p:nvPicPr>
              <p:blipFill>
                <a:blip r:embed="rId87"/>
                <a:stretch>
                  <a:fillRect/>
                </a:stretch>
              </p:blipFill>
              <p:spPr>
                <a:xfrm>
                  <a:off x="5836290" y="4071990"/>
                  <a:ext cx="20412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3" name="Ink 52">
                  <a:extLst>
                    <a:ext uri="{FF2B5EF4-FFF2-40B4-BE49-F238E27FC236}">
                      <a16:creationId xmlns:a16="http://schemas.microsoft.com/office/drawing/2014/main" id="{F836FABA-1974-38B4-C1CA-2B9A7ED499DC}"/>
                    </a:ext>
                  </a:extLst>
                </p14:cNvPr>
                <p14:cNvContentPartPr/>
                <p14:nvPr/>
              </p14:nvContentPartPr>
              <p14:xfrm>
                <a:off x="6123570" y="4104390"/>
                <a:ext cx="128520" cy="108360"/>
              </p14:xfrm>
            </p:contentPart>
          </mc:Choice>
          <mc:Fallback xmlns="">
            <p:pic>
              <p:nvPicPr>
                <p:cNvPr id="53" name="Ink 52">
                  <a:extLst>
                    <a:ext uri="{FF2B5EF4-FFF2-40B4-BE49-F238E27FC236}">
                      <a16:creationId xmlns:a16="http://schemas.microsoft.com/office/drawing/2014/main" id="{F836FABA-1974-38B4-C1CA-2B9A7ED499DC}"/>
                    </a:ext>
                  </a:extLst>
                </p:cNvPr>
                <p:cNvPicPr/>
                <p:nvPr/>
              </p:nvPicPr>
              <p:blipFill>
                <a:blip r:embed="rId89"/>
                <a:stretch>
                  <a:fillRect/>
                </a:stretch>
              </p:blipFill>
              <p:spPr>
                <a:xfrm>
                  <a:off x="6117450" y="4098270"/>
                  <a:ext cx="1407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4" name="Ink 53">
                  <a:extLst>
                    <a:ext uri="{FF2B5EF4-FFF2-40B4-BE49-F238E27FC236}">
                      <a16:creationId xmlns:a16="http://schemas.microsoft.com/office/drawing/2014/main" id="{C81F4567-0E98-3FE3-E082-7B9C1C236599}"/>
                    </a:ext>
                  </a:extLst>
                </p14:cNvPr>
                <p14:cNvContentPartPr/>
                <p14:nvPr/>
              </p14:nvContentPartPr>
              <p14:xfrm>
                <a:off x="6123570" y="4096110"/>
                <a:ext cx="93960" cy="86400"/>
              </p14:xfrm>
            </p:contentPart>
          </mc:Choice>
          <mc:Fallback xmlns="">
            <p:pic>
              <p:nvPicPr>
                <p:cNvPr id="54" name="Ink 53">
                  <a:extLst>
                    <a:ext uri="{FF2B5EF4-FFF2-40B4-BE49-F238E27FC236}">
                      <a16:creationId xmlns:a16="http://schemas.microsoft.com/office/drawing/2014/main" id="{C81F4567-0E98-3FE3-E082-7B9C1C236599}"/>
                    </a:ext>
                  </a:extLst>
                </p:cNvPr>
                <p:cNvPicPr/>
                <p:nvPr/>
              </p:nvPicPr>
              <p:blipFill>
                <a:blip r:embed="rId91"/>
                <a:stretch>
                  <a:fillRect/>
                </a:stretch>
              </p:blipFill>
              <p:spPr>
                <a:xfrm>
                  <a:off x="6117450" y="4089990"/>
                  <a:ext cx="10620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5" name="Ink 54">
                  <a:extLst>
                    <a:ext uri="{FF2B5EF4-FFF2-40B4-BE49-F238E27FC236}">
                      <a16:creationId xmlns:a16="http://schemas.microsoft.com/office/drawing/2014/main" id="{FBE1A28D-A4DA-1693-D175-3E34D3A21F29}"/>
                    </a:ext>
                  </a:extLst>
                </p14:cNvPr>
                <p14:cNvContentPartPr/>
                <p14:nvPr/>
              </p14:nvContentPartPr>
              <p14:xfrm>
                <a:off x="6258210" y="4059030"/>
                <a:ext cx="206640" cy="177480"/>
              </p14:xfrm>
            </p:contentPart>
          </mc:Choice>
          <mc:Fallback xmlns="">
            <p:pic>
              <p:nvPicPr>
                <p:cNvPr id="55" name="Ink 54">
                  <a:extLst>
                    <a:ext uri="{FF2B5EF4-FFF2-40B4-BE49-F238E27FC236}">
                      <a16:creationId xmlns:a16="http://schemas.microsoft.com/office/drawing/2014/main" id="{FBE1A28D-A4DA-1693-D175-3E34D3A21F29}"/>
                    </a:ext>
                  </a:extLst>
                </p:cNvPr>
                <p:cNvPicPr/>
                <p:nvPr/>
              </p:nvPicPr>
              <p:blipFill>
                <a:blip r:embed="rId93"/>
                <a:stretch>
                  <a:fillRect/>
                </a:stretch>
              </p:blipFill>
              <p:spPr>
                <a:xfrm>
                  <a:off x="6252090" y="4052910"/>
                  <a:ext cx="218880" cy="189720"/>
                </a:xfrm>
                <a:prstGeom prst="rect">
                  <a:avLst/>
                </a:prstGeom>
              </p:spPr>
            </p:pic>
          </mc:Fallback>
        </mc:AlternateContent>
      </p:grpSp>
      <p:grpSp>
        <p:nvGrpSpPr>
          <p:cNvPr id="61" name="Group 60">
            <a:extLst>
              <a:ext uri="{FF2B5EF4-FFF2-40B4-BE49-F238E27FC236}">
                <a16:creationId xmlns:a16="http://schemas.microsoft.com/office/drawing/2014/main" id="{B2E2FD9A-CA5B-E145-00CB-F4808FC4C445}"/>
              </a:ext>
            </a:extLst>
          </p:cNvPr>
          <p:cNvGrpSpPr/>
          <p:nvPr/>
        </p:nvGrpSpPr>
        <p:grpSpPr>
          <a:xfrm>
            <a:off x="7189170" y="3344070"/>
            <a:ext cx="627840" cy="262080"/>
            <a:chOff x="7189170" y="3344070"/>
            <a:chExt cx="627840" cy="262080"/>
          </a:xfrm>
        </p:grpSpPr>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20FE9D1B-8B86-3615-B4AA-FD70556DC044}"/>
                    </a:ext>
                  </a:extLst>
                </p14:cNvPr>
                <p14:cNvContentPartPr/>
                <p14:nvPr/>
              </p14:nvContentPartPr>
              <p14:xfrm>
                <a:off x="7189170" y="3420390"/>
                <a:ext cx="428400" cy="21960"/>
              </p14:xfrm>
            </p:contentPart>
          </mc:Choice>
          <mc:Fallback xmlns="">
            <p:pic>
              <p:nvPicPr>
                <p:cNvPr id="57" name="Ink 56">
                  <a:extLst>
                    <a:ext uri="{FF2B5EF4-FFF2-40B4-BE49-F238E27FC236}">
                      <a16:creationId xmlns:a16="http://schemas.microsoft.com/office/drawing/2014/main" id="{20FE9D1B-8B86-3615-B4AA-FD70556DC044}"/>
                    </a:ext>
                  </a:extLst>
                </p:cNvPr>
                <p:cNvPicPr/>
                <p:nvPr/>
              </p:nvPicPr>
              <p:blipFill>
                <a:blip r:embed="rId95"/>
                <a:stretch>
                  <a:fillRect/>
                </a:stretch>
              </p:blipFill>
              <p:spPr>
                <a:xfrm>
                  <a:off x="7183050" y="3414270"/>
                  <a:ext cx="44064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55AB2322-E7CF-0DE7-D9F3-8A10F238FF7A}"/>
                    </a:ext>
                  </a:extLst>
                </p14:cNvPr>
                <p14:cNvContentPartPr/>
                <p14:nvPr/>
              </p14:nvContentPartPr>
              <p14:xfrm>
                <a:off x="7253250" y="3490590"/>
                <a:ext cx="395640" cy="33480"/>
              </p14:xfrm>
            </p:contentPart>
          </mc:Choice>
          <mc:Fallback xmlns="">
            <p:pic>
              <p:nvPicPr>
                <p:cNvPr id="58" name="Ink 57">
                  <a:extLst>
                    <a:ext uri="{FF2B5EF4-FFF2-40B4-BE49-F238E27FC236}">
                      <a16:creationId xmlns:a16="http://schemas.microsoft.com/office/drawing/2014/main" id="{55AB2322-E7CF-0DE7-D9F3-8A10F238FF7A}"/>
                    </a:ext>
                  </a:extLst>
                </p:cNvPr>
                <p:cNvPicPr/>
                <p:nvPr/>
              </p:nvPicPr>
              <p:blipFill>
                <a:blip r:embed="rId97"/>
                <a:stretch>
                  <a:fillRect/>
                </a:stretch>
              </p:blipFill>
              <p:spPr>
                <a:xfrm>
                  <a:off x="7247130" y="3484470"/>
                  <a:ext cx="4078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D78193B1-9E2C-B1BA-B784-5A0D9BEE9A6E}"/>
                    </a:ext>
                  </a:extLst>
                </p14:cNvPr>
                <p14:cNvContentPartPr/>
                <p14:nvPr/>
              </p14:nvContentPartPr>
              <p14:xfrm>
                <a:off x="7454850" y="3344070"/>
                <a:ext cx="362160" cy="262080"/>
              </p14:xfrm>
            </p:contentPart>
          </mc:Choice>
          <mc:Fallback xmlns="">
            <p:pic>
              <p:nvPicPr>
                <p:cNvPr id="59" name="Ink 58">
                  <a:extLst>
                    <a:ext uri="{FF2B5EF4-FFF2-40B4-BE49-F238E27FC236}">
                      <a16:creationId xmlns:a16="http://schemas.microsoft.com/office/drawing/2014/main" id="{D78193B1-9E2C-B1BA-B784-5A0D9BEE9A6E}"/>
                    </a:ext>
                  </a:extLst>
                </p:cNvPr>
                <p:cNvPicPr/>
                <p:nvPr/>
              </p:nvPicPr>
              <p:blipFill>
                <a:blip r:embed="rId99"/>
                <a:stretch>
                  <a:fillRect/>
                </a:stretch>
              </p:blipFill>
              <p:spPr>
                <a:xfrm>
                  <a:off x="7448730" y="3337950"/>
                  <a:ext cx="374400" cy="274320"/>
                </a:xfrm>
                <a:prstGeom prst="rect">
                  <a:avLst/>
                </a:prstGeom>
              </p:spPr>
            </p:pic>
          </mc:Fallback>
        </mc:AlternateContent>
      </p:grpSp>
      <p:grpSp>
        <p:nvGrpSpPr>
          <p:cNvPr id="68" name="Group 67">
            <a:extLst>
              <a:ext uri="{FF2B5EF4-FFF2-40B4-BE49-F238E27FC236}">
                <a16:creationId xmlns:a16="http://schemas.microsoft.com/office/drawing/2014/main" id="{EF7ED18E-9EE4-8A35-FBB4-90F50C2C8B25}"/>
              </a:ext>
            </a:extLst>
          </p:cNvPr>
          <p:cNvGrpSpPr/>
          <p:nvPr/>
        </p:nvGrpSpPr>
        <p:grpSpPr>
          <a:xfrm>
            <a:off x="8511090" y="2915670"/>
            <a:ext cx="1678320" cy="1461960"/>
            <a:chOff x="8511090" y="2915670"/>
            <a:chExt cx="1678320" cy="1461960"/>
          </a:xfrm>
        </p:grpSpPr>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EBCE9A4D-6B8F-7693-72DF-BD5506AA0834}"/>
                    </a:ext>
                  </a:extLst>
                </p14:cNvPr>
                <p14:cNvContentPartPr/>
                <p14:nvPr/>
              </p14:nvContentPartPr>
              <p14:xfrm>
                <a:off x="8511090" y="2971110"/>
                <a:ext cx="182520" cy="1030680"/>
              </p14:xfrm>
            </p:contentPart>
          </mc:Choice>
          <mc:Fallback xmlns="">
            <p:pic>
              <p:nvPicPr>
                <p:cNvPr id="60" name="Ink 59">
                  <a:extLst>
                    <a:ext uri="{FF2B5EF4-FFF2-40B4-BE49-F238E27FC236}">
                      <a16:creationId xmlns:a16="http://schemas.microsoft.com/office/drawing/2014/main" id="{EBCE9A4D-6B8F-7693-72DF-BD5506AA0834}"/>
                    </a:ext>
                  </a:extLst>
                </p:cNvPr>
                <p:cNvPicPr/>
                <p:nvPr/>
              </p:nvPicPr>
              <p:blipFill>
                <a:blip r:embed="rId101"/>
                <a:stretch>
                  <a:fillRect/>
                </a:stretch>
              </p:blipFill>
              <p:spPr>
                <a:xfrm>
                  <a:off x="8504970" y="2964990"/>
                  <a:ext cx="194760" cy="10429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EB41002D-7708-B5A5-D318-14D48564CF8C}"/>
                    </a:ext>
                  </a:extLst>
                </p14:cNvPr>
                <p14:cNvContentPartPr/>
                <p14:nvPr/>
              </p14:nvContentPartPr>
              <p14:xfrm>
                <a:off x="8589210" y="2915670"/>
                <a:ext cx="1600200" cy="855720"/>
              </p14:xfrm>
            </p:contentPart>
          </mc:Choice>
          <mc:Fallback xmlns="">
            <p:pic>
              <p:nvPicPr>
                <p:cNvPr id="62" name="Ink 61">
                  <a:extLst>
                    <a:ext uri="{FF2B5EF4-FFF2-40B4-BE49-F238E27FC236}">
                      <a16:creationId xmlns:a16="http://schemas.microsoft.com/office/drawing/2014/main" id="{EB41002D-7708-B5A5-D318-14D48564CF8C}"/>
                    </a:ext>
                  </a:extLst>
                </p:cNvPr>
                <p:cNvPicPr/>
                <p:nvPr/>
              </p:nvPicPr>
              <p:blipFill>
                <a:blip r:embed="rId103"/>
                <a:stretch>
                  <a:fillRect/>
                </a:stretch>
              </p:blipFill>
              <p:spPr>
                <a:xfrm>
                  <a:off x="8583090" y="2909550"/>
                  <a:ext cx="1612440" cy="8679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B9F1B150-9CD0-C1AB-BB9D-8933704079C9}"/>
                    </a:ext>
                  </a:extLst>
                </p14:cNvPr>
                <p14:cNvContentPartPr/>
                <p14:nvPr/>
              </p14:nvContentPartPr>
              <p14:xfrm>
                <a:off x="8633490" y="3697590"/>
                <a:ext cx="1500840" cy="345960"/>
              </p14:xfrm>
            </p:contentPart>
          </mc:Choice>
          <mc:Fallback xmlns="">
            <p:pic>
              <p:nvPicPr>
                <p:cNvPr id="63" name="Ink 62">
                  <a:extLst>
                    <a:ext uri="{FF2B5EF4-FFF2-40B4-BE49-F238E27FC236}">
                      <a16:creationId xmlns:a16="http://schemas.microsoft.com/office/drawing/2014/main" id="{B9F1B150-9CD0-C1AB-BB9D-8933704079C9}"/>
                    </a:ext>
                  </a:extLst>
                </p:cNvPr>
                <p:cNvPicPr/>
                <p:nvPr/>
              </p:nvPicPr>
              <p:blipFill>
                <a:blip r:embed="rId105"/>
                <a:stretch>
                  <a:fillRect/>
                </a:stretch>
              </p:blipFill>
              <p:spPr>
                <a:xfrm>
                  <a:off x="8627370" y="3691470"/>
                  <a:ext cx="151308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4" name="Ink 63">
                  <a:extLst>
                    <a:ext uri="{FF2B5EF4-FFF2-40B4-BE49-F238E27FC236}">
                      <a16:creationId xmlns:a16="http://schemas.microsoft.com/office/drawing/2014/main" id="{19A17333-B610-8B3F-6885-F3B0CA341B6E}"/>
                    </a:ext>
                  </a:extLst>
                </p14:cNvPr>
                <p14:cNvContentPartPr/>
                <p14:nvPr/>
              </p14:nvContentPartPr>
              <p14:xfrm>
                <a:off x="9180330" y="4169190"/>
                <a:ext cx="203040" cy="208440"/>
              </p14:xfrm>
            </p:contentPart>
          </mc:Choice>
          <mc:Fallback xmlns="">
            <p:pic>
              <p:nvPicPr>
                <p:cNvPr id="64" name="Ink 63">
                  <a:extLst>
                    <a:ext uri="{FF2B5EF4-FFF2-40B4-BE49-F238E27FC236}">
                      <a16:creationId xmlns:a16="http://schemas.microsoft.com/office/drawing/2014/main" id="{19A17333-B610-8B3F-6885-F3B0CA341B6E}"/>
                    </a:ext>
                  </a:extLst>
                </p:cNvPr>
                <p:cNvPicPr/>
                <p:nvPr/>
              </p:nvPicPr>
              <p:blipFill>
                <a:blip r:embed="rId107"/>
                <a:stretch>
                  <a:fillRect/>
                </a:stretch>
              </p:blipFill>
              <p:spPr>
                <a:xfrm>
                  <a:off x="9174210" y="4163070"/>
                  <a:ext cx="2152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5" name="Ink 64">
                  <a:extLst>
                    <a:ext uri="{FF2B5EF4-FFF2-40B4-BE49-F238E27FC236}">
                      <a16:creationId xmlns:a16="http://schemas.microsoft.com/office/drawing/2014/main" id="{4C86AD13-6096-4B7A-9AF8-5B37A2AFDBF1}"/>
                    </a:ext>
                  </a:extLst>
                </p14:cNvPr>
                <p14:cNvContentPartPr/>
                <p14:nvPr/>
              </p14:nvContentPartPr>
              <p14:xfrm>
                <a:off x="9586050" y="4227150"/>
                <a:ext cx="147600" cy="116280"/>
              </p14:xfrm>
            </p:contentPart>
          </mc:Choice>
          <mc:Fallback xmlns="">
            <p:pic>
              <p:nvPicPr>
                <p:cNvPr id="65" name="Ink 64">
                  <a:extLst>
                    <a:ext uri="{FF2B5EF4-FFF2-40B4-BE49-F238E27FC236}">
                      <a16:creationId xmlns:a16="http://schemas.microsoft.com/office/drawing/2014/main" id="{4C86AD13-6096-4B7A-9AF8-5B37A2AFDBF1}"/>
                    </a:ext>
                  </a:extLst>
                </p:cNvPr>
                <p:cNvPicPr/>
                <p:nvPr/>
              </p:nvPicPr>
              <p:blipFill>
                <a:blip r:embed="rId109"/>
                <a:stretch>
                  <a:fillRect/>
                </a:stretch>
              </p:blipFill>
              <p:spPr>
                <a:xfrm>
                  <a:off x="9579930" y="4221030"/>
                  <a:ext cx="1598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6" name="Ink 65">
                  <a:extLst>
                    <a:ext uri="{FF2B5EF4-FFF2-40B4-BE49-F238E27FC236}">
                      <a16:creationId xmlns:a16="http://schemas.microsoft.com/office/drawing/2014/main" id="{12311285-2265-4945-7F44-07A5A9BBBB39}"/>
                    </a:ext>
                  </a:extLst>
                </p14:cNvPr>
                <p14:cNvContentPartPr/>
                <p14:nvPr/>
              </p14:nvContentPartPr>
              <p14:xfrm>
                <a:off x="9551850" y="4252350"/>
                <a:ext cx="206640" cy="75600"/>
              </p14:xfrm>
            </p:contentPart>
          </mc:Choice>
          <mc:Fallback xmlns="">
            <p:pic>
              <p:nvPicPr>
                <p:cNvPr id="66" name="Ink 65">
                  <a:extLst>
                    <a:ext uri="{FF2B5EF4-FFF2-40B4-BE49-F238E27FC236}">
                      <a16:creationId xmlns:a16="http://schemas.microsoft.com/office/drawing/2014/main" id="{12311285-2265-4945-7F44-07A5A9BBBB39}"/>
                    </a:ext>
                  </a:extLst>
                </p:cNvPr>
                <p:cNvPicPr/>
                <p:nvPr/>
              </p:nvPicPr>
              <p:blipFill>
                <a:blip r:embed="rId111"/>
                <a:stretch>
                  <a:fillRect/>
                </a:stretch>
              </p:blipFill>
              <p:spPr>
                <a:xfrm>
                  <a:off x="9545730" y="4246230"/>
                  <a:ext cx="21888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7" name="Ink 66">
                  <a:extLst>
                    <a:ext uri="{FF2B5EF4-FFF2-40B4-BE49-F238E27FC236}">
                      <a16:creationId xmlns:a16="http://schemas.microsoft.com/office/drawing/2014/main" id="{E0A668A2-17DB-F0BB-FBA1-D9E8D9CC3336}"/>
                    </a:ext>
                  </a:extLst>
                </p14:cNvPr>
                <p14:cNvContentPartPr/>
                <p14:nvPr/>
              </p14:nvContentPartPr>
              <p14:xfrm>
                <a:off x="9898530" y="4184670"/>
                <a:ext cx="200520" cy="183240"/>
              </p14:xfrm>
            </p:contentPart>
          </mc:Choice>
          <mc:Fallback xmlns="">
            <p:pic>
              <p:nvPicPr>
                <p:cNvPr id="67" name="Ink 66">
                  <a:extLst>
                    <a:ext uri="{FF2B5EF4-FFF2-40B4-BE49-F238E27FC236}">
                      <a16:creationId xmlns:a16="http://schemas.microsoft.com/office/drawing/2014/main" id="{E0A668A2-17DB-F0BB-FBA1-D9E8D9CC3336}"/>
                    </a:ext>
                  </a:extLst>
                </p:cNvPr>
                <p:cNvPicPr/>
                <p:nvPr/>
              </p:nvPicPr>
              <p:blipFill>
                <a:blip r:embed="rId113"/>
                <a:stretch>
                  <a:fillRect/>
                </a:stretch>
              </p:blipFill>
              <p:spPr>
                <a:xfrm>
                  <a:off x="9892410" y="4178550"/>
                  <a:ext cx="212760" cy="195480"/>
                </a:xfrm>
                <a:prstGeom prst="rect">
                  <a:avLst/>
                </a:prstGeom>
              </p:spPr>
            </p:pic>
          </mc:Fallback>
        </mc:AlternateContent>
      </p:grpSp>
      <p:pic>
        <p:nvPicPr>
          <p:cNvPr id="9218" name="Picture 2">
            <a:extLst>
              <a:ext uri="{FF2B5EF4-FFF2-40B4-BE49-F238E27FC236}">
                <a16:creationId xmlns:a16="http://schemas.microsoft.com/office/drawing/2014/main" id="{CF70F71D-F02A-801B-E934-A12409ACD7EB}"/>
              </a:ext>
            </a:extLst>
          </p:cNvPr>
          <p:cNvPicPr>
            <a:picLocks noChangeAspect="1" noChangeArrowheads="1"/>
          </p:cNvPicPr>
          <p:nvPr/>
        </p:nvPicPr>
        <p:blipFill>
          <a:blip r:embed="rId114">
            <a:extLst>
              <a:ext uri="{28A0092B-C50C-407E-A947-70E740481C1C}">
                <a14:useLocalDpi xmlns:a14="http://schemas.microsoft.com/office/drawing/2010/main" val="0"/>
              </a:ext>
            </a:extLst>
          </a:blip>
          <a:srcRect/>
          <a:stretch>
            <a:fillRect/>
          </a:stretch>
        </p:blipFill>
        <p:spPr bwMode="auto">
          <a:xfrm>
            <a:off x="8602350" y="4584780"/>
            <a:ext cx="3236423" cy="1705967"/>
          </a:xfrm>
          <a:prstGeom prst="rect">
            <a:avLst/>
          </a:prstGeom>
          <a:noFill/>
          <a:extLst>
            <a:ext uri="{909E8E84-426E-40DD-AFC4-6F175D3DCCD1}">
              <a14:hiddenFill xmlns:a14="http://schemas.microsoft.com/office/drawing/2010/main">
                <a:solidFill>
                  <a:srgbClr val="FFFFFF"/>
                </a:solidFill>
              </a14:hiddenFill>
            </a:ext>
          </a:extLst>
        </p:spPr>
      </p:pic>
      <p:grpSp>
        <p:nvGrpSpPr>
          <p:cNvPr id="79" name="Group 78">
            <a:extLst>
              <a:ext uri="{FF2B5EF4-FFF2-40B4-BE49-F238E27FC236}">
                <a16:creationId xmlns:a16="http://schemas.microsoft.com/office/drawing/2014/main" id="{A9DCE9B0-4368-CD14-270F-5347DD6C359C}"/>
              </a:ext>
            </a:extLst>
          </p:cNvPr>
          <p:cNvGrpSpPr/>
          <p:nvPr/>
        </p:nvGrpSpPr>
        <p:grpSpPr>
          <a:xfrm>
            <a:off x="351690" y="4908630"/>
            <a:ext cx="3027600" cy="468360"/>
            <a:chOff x="351690" y="4908630"/>
            <a:chExt cx="3027600" cy="468360"/>
          </a:xfrm>
        </p:grpSpPr>
        <mc:AlternateContent xmlns:mc="http://schemas.openxmlformats.org/markup-compatibility/2006" xmlns:p14="http://schemas.microsoft.com/office/powerpoint/2010/main">
          <mc:Choice Requires="p14">
            <p:contentPart p14:bwMode="auto" r:id="rId115">
              <p14:nvContentPartPr>
                <p14:cNvPr id="69" name="Ink 68">
                  <a:extLst>
                    <a:ext uri="{FF2B5EF4-FFF2-40B4-BE49-F238E27FC236}">
                      <a16:creationId xmlns:a16="http://schemas.microsoft.com/office/drawing/2014/main" id="{15009362-7D2D-2B10-E245-BE5AA5B0BA2C}"/>
                    </a:ext>
                  </a:extLst>
                </p14:cNvPr>
                <p14:cNvContentPartPr/>
                <p14:nvPr/>
              </p14:nvContentPartPr>
              <p14:xfrm>
                <a:off x="351690" y="5056230"/>
                <a:ext cx="708840" cy="290520"/>
              </p14:xfrm>
            </p:contentPart>
          </mc:Choice>
          <mc:Fallback xmlns="">
            <p:pic>
              <p:nvPicPr>
                <p:cNvPr id="69" name="Ink 68">
                  <a:extLst>
                    <a:ext uri="{FF2B5EF4-FFF2-40B4-BE49-F238E27FC236}">
                      <a16:creationId xmlns:a16="http://schemas.microsoft.com/office/drawing/2014/main" id="{15009362-7D2D-2B10-E245-BE5AA5B0BA2C}"/>
                    </a:ext>
                  </a:extLst>
                </p:cNvPr>
                <p:cNvPicPr/>
                <p:nvPr/>
              </p:nvPicPr>
              <p:blipFill>
                <a:blip r:embed="rId116"/>
                <a:stretch>
                  <a:fillRect/>
                </a:stretch>
              </p:blipFill>
              <p:spPr>
                <a:xfrm>
                  <a:off x="345570" y="5050110"/>
                  <a:ext cx="72108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0" name="Ink 69">
                  <a:extLst>
                    <a:ext uri="{FF2B5EF4-FFF2-40B4-BE49-F238E27FC236}">
                      <a16:creationId xmlns:a16="http://schemas.microsoft.com/office/drawing/2014/main" id="{C178C25C-B6ED-1FF3-B9C5-EC2AF8CCA1ED}"/>
                    </a:ext>
                  </a:extLst>
                </p14:cNvPr>
                <p14:cNvContentPartPr/>
                <p14:nvPr/>
              </p14:nvContentPartPr>
              <p14:xfrm>
                <a:off x="1133610" y="5053350"/>
                <a:ext cx="580680" cy="214560"/>
              </p14:xfrm>
            </p:contentPart>
          </mc:Choice>
          <mc:Fallback xmlns="">
            <p:pic>
              <p:nvPicPr>
                <p:cNvPr id="70" name="Ink 69">
                  <a:extLst>
                    <a:ext uri="{FF2B5EF4-FFF2-40B4-BE49-F238E27FC236}">
                      <a16:creationId xmlns:a16="http://schemas.microsoft.com/office/drawing/2014/main" id="{C178C25C-B6ED-1FF3-B9C5-EC2AF8CCA1ED}"/>
                    </a:ext>
                  </a:extLst>
                </p:cNvPr>
                <p:cNvPicPr/>
                <p:nvPr/>
              </p:nvPicPr>
              <p:blipFill>
                <a:blip r:embed="rId118"/>
                <a:stretch>
                  <a:fillRect/>
                </a:stretch>
              </p:blipFill>
              <p:spPr>
                <a:xfrm>
                  <a:off x="1127490" y="5047230"/>
                  <a:ext cx="59292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1" name="Ink 70">
                  <a:extLst>
                    <a:ext uri="{FF2B5EF4-FFF2-40B4-BE49-F238E27FC236}">
                      <a16:creationId xmlns:a16="http://schemas.microsoft.com/office/drawing/2014/main" id="{2DEB7083-3BDE-6F43-A330-57F8B31AF298}"/>
                    </a:ext>
                  </a:extLst>
                </p14:cNvPr>
                <p14:cNvContentPartPr/>
                <p14:nvPr/>
              </p14:nvContentPartPr>
              <p14:xfrm>
                <a:off x="1639770" y="5015910"/>
                <a:ext cx="46800" cy="39600"/>
              </p14:xfrm>
            </p:contentPart>
          </mc:Choice>
          <mc:Fallback xmlns="">
            <p:pic>
              <p:nvPicPr>
                <p:cNvPr id="71" name="Ink 70">
                  <a:extLst>
                    <a:ext uri="{FF2B5EF4-FFF2-40B4-BE49-F238E27FC236}">
                      <a16:creationId xmlns:a16="http://schemas.microsoft.com/office/drawing/2014/main" id="{2DEB7083-3BDE-6F43-A330-57F8B31AF298}"/>
                    </a:ext>
                  </a:extLst>
                </p:cNvPr>
                <p:cNvPicPr/>
                <p:nvPr/>
              </p:nvPicPr>
              <p:blipFill>
                <a:blip r:embed="rId120"/>
                <a:stretch>
                  <a:fillRect/>
                </a:stretch>
              </p:blipFill>
              <p:spPr>
                <a:xfrm>
                  <a:off x="1633650" y="5009790"/>
                  <a:ext cx="590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2" name="Ink 71">
                  <a:extLst>
                    <a:ext uri="{FF2B5EF4-FFF2-40B4-BE49-F238E27FC236}">
                      <a16:creationId xmlns:a16="http://schemas.microsoft.com/office/drawing/2014/main" id="{7B8DDABD-8673-B71D-5189-EB51900EDE07}"/>
                    </a:ext>
                  </a:extLst>
                </p14:cNvPr>
                <p14:cNvContentPartPr/>
                <p14:nvPr/>
              </p14:nvContentPartPr>
              <p14:xfrm>
                <a:off x="1833090" y="5067030"/>
                <a:ext cx="634680" cy="309960"/>
              </p14:xfrm>
            </p:contentPart>
          </mc:Choice>
          <mc:Fallback xmlns="">
            <p:pic>
              <p:nvPicPr>
                <p:cNvPr id="72" name="Ink 71">
                  <a:extLst>
                    <a:ext uri="{FF2B5EF4-FFF2-40B4-BE49-F238E27FC236}">
                      <a16:creationId xmlns:a16="http://schemas.microsoft.com/office/drawing/2014/main" id="{7B8DDABD-8673-B71D-5189-EB51900EDE07}"/>
                    </a:ext>
                  </a:extLst>
                </p:cNvPr>
                <p:cNvPicPr/>
                <p:nvPr/>
              </p:nvPicPr>
              <p:blipFill>
                <a:blip r:embed="rId122"/>
                <a:stretch>
                  <a:fillRect/>
                </a:stretch>
              </p:blipFill>
              <p:spPr>
                <a:xfrm>
                  <a:off x="1826970" y="5060910"/>
                  <a:ext cx="64692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4" name="Ink 73">
                  <a:extLst>
                    <a:ext uri="{FF2B5EF4-FFF2-40B4-BE49-F238E27FC236}">
                      <a16:creationId xmlns:a16="http://schemas.microsoft.com/office/drawing/2014/main" id="{CD5A8725-7BDB-50E2-A868-AC3364FA627F}"/>
                    </a:ext>
                  </a:extLst>
                </p14:cNvPr>
                <p14:cNvContentPartPr/>
                <p14:nvPr/>
              </p14:nvContentPartPr>
              <p14:xfrm>
                <a:off x="1952250" y="5106990"/>
                <a:ext cx="190440" cy="122040"/>
              </p14:xfrm>
            </p:contentPart>
          </mc:Choice>
          <mc:Fallback xmlns="">
            <p:pic>
              <p:nvPicPr>
                <p:cNvPr id="74" name="Ink 73">
                  <a:extLst>
                    <a:ext uri="{FF2B5EF4-FFF2-40B4-BE49-F238E27FC236}">
                      <a16:creationId xmlns:a16="http://schemas.microsoft.com/office/drawing/2014/main" id="{CD5A8725-7BDB-50E2-A868-AC3364FA627F}"/>
                    </a:ext>
                  </a:extLst>
                </p:cNvPr>
                <p:cNvPicPr/>
                <p:nvPr/>
              </p:nvPicPr>
              <p:blipFill>
                <a:blip r:embed="rId124"/>
                <a:stretch>
                  <a:fillRect/>
                </a:stretch>
              </p:blipFill>
              <p:spPr>
                <a:xfrm>
                  <a:off x="1946130" y="5100870"/>
                  <a:ext cx="2026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5" name="Ink 74">
                  <a:extLst>
                    <a:ext uri="{FF2B5EF4-FFF2-40B4-BE49-F238E27FC236}">
                      <a16:creationId xmlns:a16="http://schemas.microsoft.com/office/drawing/2014/main" id="{D8555A99-7D17-DA8D-55A1-B1887EEFC9A0}"/>
                    </a:ext>
                  </a:extLst>
                </p14:cNvPr>
                <p14:cNvContentPartPr/>
                <p14:nvPr/>
              </p14:nvContentPartPr>
              <p14:xfrm>
                <a:off x="2598090" y="4908630"/>
                <a:ext cx="447840" cy="267840"/>
              </p14:xfrm>
            </p:contentPart>
          </mc:Choice>
          <mc:Fallback xmlns="">
            <p:pic>
              <p:nvPicPr>
                <p:cNvPr id="75" name="Ink 74">
                  <a:extLst>
                    <a:ext uri="{FF2B5EF4-FFF2-40B4-BE49-F238E27FC236}">
                      <a16:creationId xmlns:a16="http://schemas.microsoft.com/office/drawing/2014/main" id="{D8555A99-7D17-DA8D-55A1-B1887EEFC9A0}"/>
                    </a:ext>
                  </a:extLst>
                </p:cNvPr>
                <p:cNvPicPr/>
                <p:nvPr/>
              </p:nvPicPr>
              <p:blipFill>
                <a:blip r:embed="rId126"/>
                <a:stretch>
                  <a:fillRect/>
                </a:stretch>
              </p:blipFill>
              <p:spPr>
                <a:xfrm>
                  <a:off x="2591970" y="4902510"/>
                  <a:ext cx="46008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6" name="Ink 75">
                  <a:extLst>
                    <a:ext uri="{FF2B5EF4-FFF2-40B4-BE49-F238E27FC236}">
                      <a16:creationId xmlns:a16="http://schemas.microsoft.com/office/drawing/2014/main" id="{12C08509-DC98-1A55-56C1-8F3F4C5F626A}"/>
                    </a:ext>
                  </a:extLst>
                </p14:cNvPr>
                <p14:cNvContentPartPr/>
                <p14:nvPr/>
              </p14:nvContentPartPr>
              <p14:xfrm>
                <a:off x="2998050" y="4992510"/>
                <a:ext cx="63360" cy="31680"/>
              </p14:xfrm>
            </p:contentPart>
          </mc:Choice>
          <mc:Fallback xmlns="">
            <p:pic>
              <p:nvPicPr>
                <p:cNvPr id="76" name="Ink 75">
                  <a:extLst>
                    <a:ext uri="{FF2B5EF4-FFF2-40B4-BE49-F238E27FC236}">
                      <a16:creationId xmlns:a16="http://schemas.microsoft.com/office/drawing/2014/main" id="{12C08509-DC98-1A55-56C1-8F3F4C5F626A}"/>
                    </a:ext>
                  </a:extLst>
                </p:cNvPr>
                <p:cNvPicPr/>
                <p:nvPr/>
              </p:nvPicPr>
              <p:blipFill>
                <a:blip r:embed="rId128"/>
                <a:stretch>
                  <a:fillRect/>
                </a:stretch>
              </p:blipFill>
              <p:spPr>
                <a:xfrm>
                  <a:off x="2991930" y="4986390"/>
                  <a:ext cx="756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7" name="Ink 76">
                  <a:extLst>
                    <a:ext uri="{FF2B5EF4-FFF2-40B4-BE49-F238E27FC236}">
                      <a16:creationId xmlns:a16="http://schemas.microsoft.com/office/drawing/2014/main" id="{FBB81B51-A9D8-3B28-B284-8B8D4893C785}"/>
                    </a:ext>
                  </a:extLst>
                </p14:cNvPr>
                <p14:cNvContentPartPr/>
                <p14:nvPr/>
              </p14:nvContentPartPr>
              <p14:xfrm>
                <a:off x="3021090" y="5053350"/>
                <a:ext cx="253080" cy="107280"/>
              </p14:xfrm>
            </p:contentPart>
          </mc:Choice>
          <mc:Fallback xmlns="">
            <p:pic>
              <p:nvPicPr>
                <p:cNvPr id="77" name="Ink 76">
                  <a:extLst>
                    <a:ext uri="{FF2B5EF4-FFF2-40B4-BE49-F238E27FC236}">
                      <a16:creationId xmlns:a16="http://schemas.microsoft.com/office/drawing/2014/main" id="{FBB81B51-A9D8-3B28-B284-8B8D4893C785}"/>
                    </a:ext>
                  </a:extLst>
                </p:cNvPr>
                <p:cNvPicPr/>
                <p:nvPr/>
              </p:nvPicPr>
              <p:blipFill>
                <a:blip r:embed="rId130"/>
                <a:stretch>
                  <a:fillRect/>
                </a:stretch>
              </p:blipFill>
              <p:spPr>
                <a:xfrm>
                  <a:off x="3014970" y="5047230"/>
                  <a:ext cx="26532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8" name="Ink 77">
                  <a:extLst>
                    <a:ext uri="{FF2B5EF4-FFF2-40B4-BE49-F238E27FC236}">
                      <a16:creationId xmlns:a16="http://schemas.microsoft.com/office/drawing/2014/main" id="{F4C599A4-7ABE-0532-3393-8F49D5A0A22A}"/>
                    </a:ext>
                  </a:extLst>
                </p14:cNvPr>
                <p14:cNvContentPartPr/>
                <p14:nvPr/>
              </p14:nvContentPartPr>
              <p14:xfrm>
                <a:off x="2954850" y="5226870"/>
                <a:ext cx="424440" cy="47160"/>
              </p14:xfrm>
            </p:contentPart>
          </mc:Choice>
          <mc:Fallback xmlns="">
            <p:pic>
              <p:nvPicPr>
                <p:cNvPr id="78" name="Ink 77">
                  <a:extLst>
                    <a:ext uri="{FF2B5EF4-FFF2-40B4-BE49-F238E27FC236}">
                      <a16:creationId xmlns:a16="http://schemas.microsoft.com/office/drawing/2014/main" id="{F4C599A4-7ABE-0532-3393-8F49D5A0A22A}"/>
                    </a:ext>
                  </a:extLst>
                </p:cNvPr>
                <p:cNvPicPr/>
                <p:nvPr/>
              </p:nvPicPr>
              <p:blipFill>
                <a:blip r:embed="rId132"/>
                <a:stretch>
                  <a:fillRect/>
                </a:stretch>
              </p:blipFill>
              <p:spPr>
                <a:xfrm>
                  <a:off x="2948730" y="5220750"/>
                  <a:ext cx="436680" cy="59400"/>
                </a:xfrm>
                <a:prstGeom prst="rect">
                  <a:avLst/>
                </a:prstGeom>
              </p:spPr>
            </p:pic>
          </mc:Fallback>
        </mc:AlternateContent>
      </p:grpSp>
      <p:grpSp>
        <p:nvGrpSpPr>
          <p:cNvPr id="96" name="Group 95">
            <a:extLst>
              <a:ext uri="{FF2B5EF4-FFF2-40B4-BE49-F238E27FC236}">
                <a16:creationId xmlns:a16="http://schemas.microsoft.com/office/drawing/2014/main" id="{119D6EFF-A486-96CA-8862-B01C4D11F2CA}"/>
              </a:ext>
            </a:extLst>
          </p:cNvPr>
          <p:cNvGrpSpPr/>
          <p:nvPr/>
        </p:nvGrpSpPr>
        <p:grpSpPr>
          <a:xfrm>
            <a:off x="1526010" y="5666430"/>
            <a:ext cx="1496880" cy="311040"/>
            <a:chOff x="1526010" y="5666430"/>
            <a:chExt cx="1496880" cy="311040"/>
          </a:xfrm>
        </p:grpSpPr>
        <mc:AlternateContent xmlns:mc="http://schemas.openxmlformats.org/markup-compatibility/2006" xmlns:p14="http://schemas.microsoft.com/office/powerpoint/2010/main">
          <mc:Choice Requires="p14">
            <p:contentPart p14:bwMode="auto" r:id="rId133">
              <p14:nvContentPartPr>
                <p14:cNvPr id="80" name="Ink 79">
                  <a:extLst>
                    <a:ext uri="{FF2B5EF4-FFF2-40B4-BE49-F238E27FC236}">
                      <a16:creationId xmlns:a16="http://schemas.microsoft.com/office/drawing/2014/main" id="{5A1A9BAA-339D-7388-D1F1-41801FADE6EA}"/>
                    </a:ext>
                  </a:extLst>
                </p14:cNvPr>
                <p14:cNvContentPartPr/>
                <p14:nvPr/>
              </p14:nvContentPartPr>
              <p14:xfrm>
                <a:off x="1826610" y="5689830"/>
                <a:ext cx="103680" cy="170280"/>
              </p14:xfrm>
            </p:contentPart>
          </mc:Choice>
          <mc:Fallback xmlns="">
            <p:pic>
              <p:nvPicPr>
                <p:cNvPr id="80" name="Ink 79">
                  <a:extLst>
                    <a:ext uri="{FF2B5EF4-FFF2-40B4-BE49-F238E27FC236}">
                      <a16:creationId xmlns:a16="http://schemas.microsoft.com/office/drawing/2014/main" id="{5A1A9BAA-339D-7388-D1F1-41801FADE6EA}"/>
                    </a:ext>
                  </a:extLst>
                </p:cNvPr>
                <p:cNvPicPr/>
                <p:nvPr/>
              </p:nvPicPr>
              <p:blipFill>
                <a:blip r:embed="rId134"/>
                <a:stretch>
                  <a:fillRect/>
                </a:stretch>
              </p:blipFill>
              <p:spPr>
                <a:xfrm>
                  <a:off x="1820490" y="5683710"/>
                  <a:ext cx="1159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1" name="Ink 80">
                  <a:extLst>
                    <a:ext uri="{FF2B5EF4-FFF2-40B4-BE49-F238E27FC236}">
                      <a16:creationId xmlns:a16="http://schemas.microsoft.com/office/drawing/2014/main" id="{39D5C12B-90CD-1A96-BADE-280088BA23EB}"/>
                    </a:ext>
                  </a:extLst>
                </p14:cNvPr>
                <p14:cNvContentPartPr/>
                <p14:nvPr/>
              </p14:nvContentPartPr>
              <p14:xfrm>
                <a:off x="1708170" y="5867670"/>
                <a:ext cx="178560" cy="23760"/>
              </p14:xfrm>
            </p:contentPart>
          </mc:Choice>
          <mc:Fallback xmlns="">
            <p:pic>
              <p:nvPicPr>
                <p:cNvPr id="81" name="Ink 80">
                  <a:extLst>
                    <a:ext uri="{FF2B5EF4-FFF2-40B4-BE49-F238E27FC236}">
                      <a16:creationId xmlns:a16="http://schemas.microsoft.com/office/drawing/2014/main" id="{39D5C12B-90CD-1A96-BADE-280088BA23EB}"/>
                    </a:ext>
                  </a:extLst>
                </p:cNvPr>
                <p:cNvPicPr/>
                <p:nvPr/>
              </p:nvPicPr>
              <p:blipFill>
                <a:blip r:embed="rId136"/>
                <a:stretch>
                  <a:fillRect/>
                </a:stretch>
              </p:blipFill>
              <p:spPr>
                <a:xfrm>
                  <a:off x="1702050" y="5861550"/>
                  <a:ext cx="1908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2" name="Ink 81">
                  <a:extLst>
                    <a:ext uri="{FF2B5EF4-FFF2-40B4-BE49-F238E27FC236}">
                      <a16:creationId xmlns:a16="http://schemas.microsoft.com/office/drawing/2014/main" id="{ABFAF971-3CE5-2539-72FB-CFB941049C1B}"/>
                    </a:ext>
                  </a:extLst>
                </p14:cNvPr>
                <p14:cNvContentPartPr/>
                <p14:nvPr/>
              </p14:nvContentPartPr>
              <p14:xfrm>
                <a:off x="1764330" y="5717190"/>
                <a:ext cx="153720" cy="29880"/>
              </p14:xfrm>
            </p:contentPart>
          </mc:Choice>
          <mc:Fallback xmlns="">
            <p:pic>
              <p:nvPicPr>
                <p:cNvPr id="82" name="Ink 81">
                  <a:extLst>
                    <a:ext uri="{FF2B5EF4-FFF2-40B4-BE49-F238E27FC236}">
                      <a16:creationId xmlns:a16="http://schemas.microsoft.com/office/drawing/2014/main" id="{ABFAF971-3CE5-2539-72FB-CFB941049C1B}"/>
                    </a:ext>
                  </a:extLst>
                </p:cNvPr>
                <p:cNvPicPr/>
                <p:nvPr/>
              </p:nvPicPr>
              <p:blipFill>
                <a:blip r:embed="rId138"/>
                <a:stretch>
                  <a:fillRect/>
                </a:stretch>
              </p:blipFill>
              <p:spPr>
                <a:xfrm>
                  <a:off x="1758210" y="5711070"/>
                  <a:ext cx="16596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4" name="Ink 83">
                  <a:extLst>
                    <a:ext uri="{FF2B5EF4-FFF2-40B4-BE49-F238E27FC236}">
                      <a16:creationId xmlns:a16="http://schemas.microsoft.com/office/drawing/2014/main" id="{5F423285-C29C-CC7D-66E7-8C1CDAF8FE37}"/>
                    </a:ext>
                  </a:extLst>
                </p14:cNvPr>
                <p14:cNvContentPartPr/>
                <p14:nvPr/>
              </p14:nvContentPartPr>
              <p14:xfrm>
                <a:off x="1911210" y="5846070"/>
                <a:ext cx="103320" cy="118080"/>
              </p14:xfrm>
            </p:contentPart>
          </mc:Choice>
          <mc:Fallback xmlns="">
            <p:pic>
              <p:nvPicPr>
                <p:cNvPr id="84" name="Ink 83">
                  <a:extLst>
                    <a:ext uri="{FF2B5EF4-FFF2-40B4-BE49-F238E27FC236}">
                      <a16:creationId xmlns:a16="http://schemas.microsoft.com/office/drawing/2014/main" id="{5F423285-C29C-CC7D-66E7-8C1CDAF8FE37}"/>
                    </a:ext>
                  </a:extLst>
                </p:cNvPr>
                <p:cNvPicPr/>
                <p:nvPr/>
              </p:nvPicPr>
              <p:blipFill>
                <a:blip r:embed="rId140"/>
                <a:stretch>
                  <a:fillRect/>
                </a:stretch>
              </p:blipFill>
              <p:spPr>
                <a:xfrm>
                  <a:off x="1905090" y="5839950"/>
                  <a:ext cx="1155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6" name="Ink 85">
                  <a:extLst>
                    <a:ext uri="{FF2B5EF4-FFF2-40B4-BE49-F238E27FC236}">
                      <a16:creationId xmlns:a16="http://schemas.microsoft.com/office/drawing/2014/main" id="{3A9722E7-1A47-3CB9-7E75-39D16A2D5CC0}"/>
                    </a:ext>
                  </a:extLst>
                </p14:cNvPr>
                <p14:cNvContentPartPr/>
                <p14:nvPr/>
              </p14:nvContentPartPr>
              <p14:xfrm>
                <a:off x="2017410" y="5783790"/>
                <a:ext cx="153360" cy="19800"/>
              </p14:xfrm>
            </p:contentPart>
          </mc:Choice>
          <mc:Fallback xmlns="">
            <p:pic>
              <p:nvPicPr>
                <p:cNvPr id="86" name="Ink 85">
                  <a:extLst>
                    <a:ext uri="{FF2B5EF4-FFF2-40B4-BE49-F238E27FC236}">
                      <a16:creationId xmlns:a16="http://schemas.microsoft.com/office/drawing/2014/main" id="{3A9722E7-1A47-3CB9-7E75-39D16A2D5CC0}"/>
                    </a:ext>
                  </a:extLst>
                </p:cNvPr>
                <p:cNvPicPr/>
                <p:nvPr/>
              </p:nvPicPr>
              <p:blipFill>
                <a:blip r:embed="rId142"/>
                <a:stretch>
                  <a:fillRect/>
                </a:stretch>
              </p:blipFill>
              <p:spPr>
                <a:xfrm>
                  <a:off x="2011290" y="5777670"/>
                  <a:ext cx="1656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7" name="Ink 86">
                  <a:extLst>
                    <a:ext uri="{FF2B5EF4-FFF2-40B4-BE49-F238E27FC236}">
                      <a16:creationId xmlns:a16="http://schemas.microsoft.com/office/drawing/2014/main" id="{D7E49EA9-A224-81EF-6043-C7D2C0FDD1F7}"/>
                    </a:ext>
                  </a:extLst>
                </p14:cNvPr>
                <p14:cNvContentPartPr/>
                <p14:nvPr/>
              </p14:nvContentPartPr>
              <p14:xfrm>
                <a:off x="2236290" y="5707470"/>
                <a:ext cx="175320" cy="191880"/>
              </p14:xfrm>
            </p:contentPart>
          </mc:Choice>
          <mc:Fallback xmlns="">
            <p:pic>
              <p:nvPicPr>
                <p:cNvPr id="87" name="Ink 86">
                  <a:extLst>
                    <a:ext uri="{FF2B5EF4-FFF2-40B4-BE49-F238E27FC236}">
                      <a16:creationId xmlns:a16="http://schemas.microsoft.com/office/drawing/2014/main" id="{D7E49EA9-A224-81EF-6043-C7D2C0FDD1F7}"/>
                    </a:ext>
                  </a:extLst>
                </p:cNvPr>
                <p:cNvPicPr/>
                <p:nvPr/>
              </p:nvPicPr>
              <p:blipFill>
                <a:blip r:embed="rId144"/>
                <a:stretch>
                  <a:fillRect/>
                </a:stretch>
              </p:blipFill>
              <p:spPr>
                <a:xfrm>
                  <a:off x="2230170" y="5701350"/>
                  <a:ext cx="1875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8" name="Ink 87">
                  <a:extLst>
                    <a:ext uri="{FF2B5EF4-FFF2-40B4-BE49-F238E27FC236}">
                      <a16:creationId xmlns:a16="http://schemas.microsoft.com/office/drawing/2014/main" id="{AA4C05EF-EBD5-72BE-BCF0-3C2E8683C52C}"/>
                    </a:ext>
                  </a:extLst>
                </p14:cNvPr>
                <p14:cNvContentPartPr/>
                <p14:nvPr/>
              </p14:nvContentPartPr>
              <p14:xfrm>
                <a:off x="2130090" y="5793510"/>
                <a:ext cx="397080" cy="139320"/>
              </p14:xfrm>
            </p:contentPart>
          </mc:Choice>
          <mc:Fallback xmlns="">
            <p:pic>
              <p:nvPicPr>
                <p:cNvPr id="88" name="Ink 87">
                  <a:extLst>
                    <a:ext uri="{FF2B5EF4-FFF2-40B4-BE49-F238E27FC236}">
                      <a16:creationId xmlns:a16="http://schemas.microsoft.com/office/drawing/2014/main" id="{AA4C05EF-EBD5-72BE-BCF0-3C2E8683C52C}"/>
                    </a:ext>
                  </a:extLst>
                </p:cNvPr>
                <p:cNvPicPr/>
                <p:nvPr/>
              </p:nvPicPr>
              <p:blipFill>
                <a:blip r:embed="rId146"/>
                <a:stretch>
                  <a:fillRect/>
                </a:stretch>
              </p:blipFill>
              <p:spPr>
                <a:xfrm>
                  <a:off x="2123970" y="5787390"/>
                  <a:ext cx="4093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0" name="Ink 89">
                  <a:extLst>
                    <a:ext uri="{FF2B5EF4-FFF2-40B4-BE49-F238E27FC236}">
                      <a16:creationId xmlns:a16="http://schemas.microsoft.com/office/drawing/2014/main" id="{1FDCC39A-60DB-AE7C-459C-DAAC13E140D0}"/>
                    </a:ext>
                  </a:extLst>
                </p14:cNvPr>
                <p14:cNvContentPartPr/>
                <p14:nvPr/>
              </p14:nvContentPartPr>
              <p14:xfrm>
                <a:off x="2582970" y="5766150"/>
                <a:ext cx="159840" cy="21960"/>
              </p14:xfrm>
            </p:contentPart>
          </mc:Choice>
          <mc:Fallback xmlns="">
            <p:pic>
              <p:nvPicPr>
                <p:cNvPr id="90" name="Ink 89">
                  <a:extLst>
                    <a:ext uri="{FF2B5EF4-FFF2-40B4-BE49-F238E27FC236}">
                      <a16:creationId xmlns:a16="http://schemas.microsoft.com/office/drawing/2014/main" id="{1FDCC39A-60DB-AE7C-459C-DAAC13E140D0}"/>
                    </a:ext>
                  </a:extLst>
                </p:cNvPr>
                <p:cNvPicPr/>
                <p:nvPr/>
              </p:nvPicPr>
              <p:blipFill>
                <a:blip r:embed="rId148"/>
                <a:stretch>
                  <a:fillRect/>
                </a:stretch>
              </p:blipFill>
              <p:spPr>
                <a:xfrm>
                  <a:off x="2576850" y="5760030"/>
                  <a:ext cx="1720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91" name="Ink 90">
                  <a:extLst>
                    <a:ext uri="{FF2B5EF4-FFF2-40B4-BE49-F238E27FC236}">
                      <a16:creationId xmlns:a16="http://schemas.microsoft.com/office/drawing/2014/main" id="{F0F112E5-598D-B618-6155-9261985AA0E2}"/>
                    </a:ext>
                  </a:extLst>
                </p14:cNvPr>
                <p14:cNvContentPartPr/>
                <p14:nvPr/>
              </p14:nvContentPartPr>
              <p14:xfrm>
                <a:off x="2573610" y="5726550"/>
                <a:ext cx="103320" cy="103680"/>
              </p14:xfrm>
            </p:contentPart>
          </mc:Choice>
          <mc:Fallback xmlns="">
            <p:pic>
              <p:nvPicPr>
                <p:cNvPr id="91" name="Ink 90">
                  <a:extLst>
                    <a:ext uri="{FF2B5EF4-FFF2-40B4-BE49-F238E27FC236}">
                      <a16:creationId xmlns:a16="http://schemas.microsoft.com/office/drawing/2014/main" id="{F0F112E5-598D-B618-6155-9261985AA0E2}"/>
                    </a:ext>
                  </a:extLst>
                </p:cNvPr>
                <p:cNvPicPr/>
                <p:nvPr/>
              </p:nvPicPr>
              <p:blipFill>
                <a:blip r:embed="rId150"/>
                <a:stretch>
                  <a:fillRect/>
                </a:stretch>
              </p:blipFill>
              <p:spPr>
                <a:xfrm>
                  <a:off x="2567490" y="5720430"/>
                  <a:ext cx="1155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92" name="Ink 91">
                  <a:extLst>
                    <a:ext uri="{FF2B5EF4-FFF2-40B4-BE49-F238E27FC236}">
                      <a16:creationId xmlns:a16="http://schemas.microsoft.com/office/drawing/2014/main" id="{1296971B-7005-007B-AC01-E4AB076CB371}"/>
                    </a:ext>
                  </a:extLst>
                </p14:cNvPr>
                <p14:cNvContentPartPr/>
                <p14:nvPr/>
              </p14:nvContentPartPr>
              <p14:xfrm>
                <a:off x="2743170" y="5699910"/>
                <a:ext cx="30960" cy="151920"/>
              </p14:xfrm>
            </p:contentPart>
          </mc:Choice>
          <mc:Fallback xmlns="">
            <p:pic>
              <p:nvPicPr>
                <p:cNvPr id="92" name="Ink 91">
                  <a:extLst>
                    <a:ext uri="{FF2B5EF4-FFF2-40B4-BE49-F238E27FC236}">
                      <a16:creationId xmlns:a16="http://schemas.microsoft.com/office/drawing/2014/main" id="{1296971B-7005-007B-AC01-E4AB076CB371}"/>
                    </a:ext>
                  </a:extLst>
                </p:cNvPr>
                <p:cNvPicPr/>
                <p:nvPr/>
              </p:nvPicPr>
              <p:blipFill>
                <a:blip r:embed="rId152"/>
                <a:stretch>
                  <a:fillRect/>
                </a:stretch>
              </p:blipFill>
              <p:spPr>
                <a:xfrm>
                  <a:off x="2737050" y="5693790"/>
                  <a:ext cx="4320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3" name="Ink 92">
                  <a:extLst>
                    <a:ext uri="{FF2B5EF4-FFF2-40B4-BE49-F238E27FC236}">
                      <a16:creationId xmlns:a16="http://schemas.microsoft.com/office/drawing/2014/main" id="{1238F986-EA1B-FF92-8686-79BD2650B6DA}"/>
                    </a:ext>
                  </a:extLst>
                </p14:cNvPr>
                <p14:cNvContentPartPr/>
                <p14:nvPr/>
              </p14:nvContentPartPr>
              <p14:xfrm>
                <a:off x="2805090" y="5673270"/>
                <a:ext cx="217800" cy="292320"/>
              </p14:xfrm>
            </p:contentPart>
          </mc:Choice>
          <mc:Fallback xmlns="">
            <p:pic>
              <p:nvPicPr>
                <p:cNvPr id="93" name="Ink 92">
                  <a:extLst>
                    <a:ext uri="{FF2B5EF4-FFF2-40B4-BE49-F238E27FC236}">
                      <a16:creationId xmlns:a16="http://schemas.microsoft.com/office/drawing/2014/main" id="{1238F986-EA1B-FF92-8686-79BD2650B6DA}"/>
                    </a:ext>
                  </a:extLst>
                </p:cNvPr>
                <p:cNvPicPr/>
                <p:nvPr/>
              </p:nvPicPr>
              <p:blipFill>
                <a:blip r:embed="rId154"/>
                <a:stretch>
                  <a:fillRect/>
                </a:stretch>
              </p:blipFill>
              <p:spPr>
                <a:xfrm>
                  <a:off x="2798970" y="5667150"/>
                  <a:ext cx="23004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5" name="Ink 94">
                  <a:extLst>
                    <a:ext uri="{FF2B5EF4-FFF2-40B4-BE49-F238E27FC236}">
                      <a16:creationId xmlns:a16="http://schemas.microsoft.com/office/drawing/2014/main" id="{22D468EC-22FD-E4A0-FBF9-7B445990E5C1}"/>
                    </a:ext>
                  </a:extLst>
                </p14:cNvPr>
                <p14:cNvContentPartPr/>
                <p14:nvPr/>
              </p14:nvContentPartPr>
              <p14:xfrm>
                <a:off x="1526010" y="5666430"/>
                <a:ext cx="360720" cy="311040"/>
              </p14:xfrm>
            </p:contentPart>
          </mc:Choice>
          <mc:Fallback xmlns="">
            <p:pic>
              <p:nvPicPr>
                <p:cNvPr id="95" name="Ink 94">
                  <a:extLst>
                    <a:ext uri="{FF2B5EF4-FFF2-40B4-BE49-F238E27FC236}">
                      <a16:creationId xmlns:a16="http://schemas.microsoft.com/office/drawing/2014/main" id="{22D468EC-22FD-E4A0-FBF9-7B445990E5C1}"/>
                    </a:ext>
                  </a:extLst>
                </p:cNvPr>
                <p:cNvPicPr/>
                <p:nvPr/>
              </p:nvPicPr>
              <p:blipFill>
                <a:blip r:embed="rId156"/>
                <a:stretch>
                  <a:fillRect/>
                </a:stretch>
              </p:blipFill>
              <p:spPr>
                <a:xfrm>
                  <a:off x="1519890" y="5660310"/>
                  <a:ext cx="372960" cy="323280"/>
                </a:xfrm>
                <a:prstGeom prst="rect">
                  <a:avLst/>
                </a:prstGeom>
              </p:spPr>
            </p:pic>
          </mc:Fallback>
        </mc:AlternateContent>
      </p:grpSp>
      <p:grpSp>
        <p:nvGrpSpPr>
          <p:cNvPr id="114" name="Group 113">
            <a:extLst>
              <a:ext uri="{FF2B5EF4-FFF2-40B4-BE49-F238E27FC236}">
                <a16:creationId xmlns:a16="http://schemas.microsoft.com/office/drawing/2014/main" id="{CD52E76B-6835-67E8-7A22-B95410C1CAA1}"/>
              </a:ext>
            </a:extLst>
          </p:cNvPr>
          <p:cNvGrpSpPr/>
          <p:nvPr/>
        </p:nvGrpSpPr>
        <p:grpSpPr>
          <a:xfrm>
            <a:off x="3092370" y="5529630"/>
            <a:ext cx="2047320" cy="383760"/>
            <a:chOff x="3092370" y="5529630"/>
            <a:chExt cx="2047320" cy="383760"/>
          </a:xfrm>
        </p:grpSpPr>
        <mc:AlternateContent xmlns:mc="http://schemas.openxmlformats.org/markup-compatibility/2006" xmlns:p14="http://schemas.microsoft.com/office/powerpoint/2010/main">
          <mc:Choice Requires="p14">
            <p:contentPart p14:bwMode="auto" r:id="rId157">
              <p14:nvContentPartPr>
                <p14:cNvPr id="97" name="Ink 96">
                  <a:extLst>
                    <a:ext uri="{FF2B5EF4-FFF2-40B4-BE49-F238E27FC236}">
                      <a16:creationId xmlns:a16="http://schemas.microsoft.com/office/drawing/2014/main" id="{B993036D-95BC-CD8B-E747-9B53E3C4AE20}"/>
                    </a:ext>
                  </a:extLst>
                </p14:cNvPr>
                <p14:cNvContentPartPr/>
                <p14:nvPr/>
              </p14:nvContentPartPr>
              <p14:xfrm>
                <a:off x="3245730" y="5738790"/>
                <a:ext cx="65880" cy="74160"/>
              </p14:xfrm>
            </p:contentPart>
          </mc:Choice>
          <mc:Fallback xmlns="">
            <p:pic>
              <p:nvPicPr>
                <p:cNvPr id="97" name="Ink 96">
                  <a:extLst>
                    <a:ext uri="{FF2B5EF4-FFF2-40B4-BE49-F238E27FC236}">
                      <a16:creationId xmlns:a16="http://schemas.microsoft.com/office/drawing/2014/main" id="{B993036D-95BC-CD8B-E747-9B53E3C4AE20}"/>
                    </a:ext>
                  </a:extLst>
                </p:cNvPr>
                <p:cNvPicPr/>
                <p:nvPr/>
              </p:nvPicPr>
              <p:blipFill>
                <a:blip r:embed="rId158"/>
                <a:stretch>
                  <a:fillRect/>
                </a:stretch>
              </p:blipFill>
              <p:spPr>
                <a:xfrm>
                  <a:off x="3239610" y="5732670"/>
                  <a:ext cx="7812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8" name="Ink 97">
                  <a:extLst>
                    <a:ext uri="{FF2B5EF4-FFF2-40B4-BE49-F238E27FC236}">
                      <a16:creationId xmlns:a16="http://schemas.microsoft.com/office/drawing/2014/main" id="{ADDAF82D-E943-3736-517E-384EE2B0A191}"/>
                    </a:ext>
                  </a:extLst>
                </p14:cNvPr>
                <p14:cNvContentPartPr/>
                <p14:nvPr/>
              </p14:nvContentPartPr>
              <p14:xfrm>
                <a:off x="3154290" y="5752470"/>
                <a:ext cx="126000" cy="61200"/>
              </p14:xfrm>
            </p:contentPart>
          </mc:Choice>
          <mc:Fallback xmlns="">
            <p:pic>
              <p:nvPicPr>
                <p:cNvPr id="98" name="Ink 97">
                  <a:extLst>
                    <a:ext uri="{FF2B5EF4-FFF2-40B4-BE49-F238E27FC236}">
                      <a16:creationId xmlns:a16="http://schemas.microsoft.com/office/drawing/2014/main" id="{ADDAF82D-E943-3736-517E-384EE2B0A191}"/>
                    </a:ext>
                  </a:extLst>
                </p:cNvPr>
                <p:cNvPicPr/>
                <p:nvPr/>
              </p:nvPicPr>
              <p:blipFill>
                <a:blip r:embed="rId160"/>
                <a:stretch>
                  <a:fillRect/>
                </a:stretch>
              </p:blipFill>
              <p:spPr>
                <a:xfrm>
                  <a:off x="3148170" y="5746350"/>
                  <a:ext cx="13824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00" name="Ink 99">
                  <a:extLst>
                    <a:ext uri="{FF2B5EF4-FFF2-40B4-BE49-F238E27FC236}">
                      <a16:creationId xmlns:a16="http://schemas.microsoft.com/office/drawing/2014/main" id="{075C6F8C-DAAC-09BD-1604-91088FFD9EEC}"/>
                    </a:ext>
                  </a:extLst>
                </p14:cNvPr>
                <p14:cNvContentPartPr/>
                <p14:nvPr/>
              </p14:nvContentPartPr>
              <p14:xfrm>
                <a:off x="3122970" y="5736630"/>
                <a:ext cx="204120" cy="124200"/>
              </p14:xfrm>
            </p:contentPart>
          </mc:Choice>
          <mc:Fallback xmlns="">
            <p:pic>
              <p:nvPicPr>
                <p:cNvPr id="100" name="Ink 99">
                  <a:extLst>
                    <a:ext uri="{FF2B5EF4-FFF2-40B4-BE49-F238E27FC236}">
                      <a16:creationId xmlns:a16="http://schemas.microsoft.com/office/drawing/2014/main" id="{075C6F8C-DAAC-09BD-1604-91088FFD9EEC}"/>
                    </a:ext>
                  </a:extLst>
                </p:cNvPr>
                <p:cNvPicPr/>
                <p:nvPr/>
              </p:nvPicPr>
              <p:blipFill>
                <a:blip r:embed="rId162"/>
                <a:stretch>
                  <a:fillRect/>
                </a:stretch>
              </p:blipFill>
              <p:spPr>
                <a:xfrm>
                  <a:off x="3116850" y="5730510"/>
                  <a:ext cx="2163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1" name="Ink 100">
                  <a:extLst>
                    <a:ext uri="{FF2B5EF4-FFF2-40B4-BE49-F238E27FC236}">
                      <a16:creationId xmlns:a16="http://schemas.microsoft.com/office/drawing/2014/main" id="{431698A4-1EE8-4C5A-D083-ED8208C8C112}"/>
                    </a:ext>
                  </a:extLst>
                </p14:cNvPr>
                <p14:cNvContentPartPr/>
                <p14:nvPr/>
              </p14:nvContentPartPr>
              <p14:xfrm>
                <a:off x="3151770" y="5742750"/>
                <a:ext cx="134640" cy="111600"/>
              </p14:xfrm>
            </p:contentPart>
          </mc:Choice>
          <mc:Fallback xmlns="">
            <p:pic>
              <p:nvPicPr>
                <p:cNvPr id="101" name="Ink 100">
                  <a:extLst>
                    <a:ext uri="{FF2B5EF4-FFF2-40B4-BE49-F238E27FC236}">
                      <a16:creationId xmlns:a16="http://schemas.microsoft.com/office/drawing/2014/main" id="{431698A4-1EE8-4C5A-D083-ED8208C8C112}"/>
                    </a:ext>
                  </a:extLst>
                </p:cNvPr>
                <p:cNvPicPr/>
                <p:nvPr/>
              </p:nvPicPr>
              <p:blipFill>
                <a:blip r:embed="rId164"/>
                <a:stretch>
                  <a:fillRect/>
                </a:stretch>
              </p:blipFill>
              <p:spPr>
                <a:xfrm>
                  <a:off x="3145650" y="5736630"/>
                  <a:ext cx="1468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2" name="Ink 101">
                  <a:extLst>
                    <a:ext uri="{FF2B5EF4-FFF2-40B4-BE49-F238E27FC236}">
                      <a16:creationId xmlns:a16="http://schemas.microsoft.com/office/drawing/2014/main" id="{F64CFD48-BA0A-6E56-5C36-4B69512EA2B7}"/>
                    </a:ext>
                  </a:extLst>
                </p14:cNvPr>
                <p14:cNvContentPartPr/>
                <p14:nvPr/>
              </p14:nvContentPartPr>
              <p14:xfrm>
                <a:off x="3092370" y="5787390"/>
                <a:ext cx="172080" cy="18000"/>
              </p14:xfrm>
            </p:contentPart>
          </mc:Choice>
          <mc:Fallback xmlns="">
            <p:pic>
              <p:nvPicPr>
                <p:cNvPr id="102" name="Ink 101">
                  <a:extLst>
                    <a:ext uri="{FF2B5EF4-FFF2-40B4-BE49-F238E27FC236}">
                      <a16:creationId xmlns:a16="http://schemas.microsoft.com/office/drawing/2014/main" id="{F64CFD48-BA0A-6E56-5C36-4B69512EA2B7}"/>
                    </a:ext>
                  </a:extLst>
                </p:cNvPr>
                <p:cNvPicPr/>
                <p:nvPr/>
              </p:nvPicPr>
              <p:blipFill>
                <a:blip r:embed="rId166"/>
                <a:stretch>
                  <a:fillRect/>
                </a:stretch>
              </p:blipFill>
              <p:spPr>
                <a:xfrm>
                  <a:off x="3086250" y="5781270"/>
                  <a:ext cx="1843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3" name="Ink 102">
                  <a:extLst>
                    <a:ext uri="{FF2B5EF4-FFF2-40B4-BE49-F238E27FC236}">
                      <a16:creationId xmlns:a16="http://schemas.microsoft.com/office/drawing/2014/main" id="{E7DC0ABC-F0B3-939C-8AFD-981AAE4B372A}"/>
                    </a:ext>
                  </a:extLst>
                </p14:cNvPr>
                <p14:cNvContentPartPr/>
                <p14:nvPr/>
              </p14:nvContentPartPr>
              <p14:xfrm>
                <a:off x="3507810" y="5643030"/>
                <a:ext cx="131760" cy="270360"/>
              </p14:xfrm>
            </p:contentPart>
          </mc:Choice>
          <mc:Fallback xmlns="">
            <p:pic>
              <p:nvPicPr>
                <p:cNvPr id="103" name="Ink 102">
                  <a:extLst>
                    <a:ext uri="{FF2B5EF4-FFF2-40B4-BE49-F238E27FC236}">
                      <a16:creationId xmlns:a16="http://schemas.microsoft.com/office/drawing/2014/main" id="{E7DC0ABC-F0B3-939C-8AFD-981AAE4B372A}"/>
                    </a:ext>
                  </a:extLst>
                </p:cNvPr>
                <p:cNvPicPr/>
                <p:nvPr/>
              </p:nvPicPr>
              <p:blipFill>
                <a:blip r:embed="rId168"/>
                <a:stretch>
                  <a:fillRect/>
                </a:stretch>
              </p:blipFill>
              <p:spPr>
                <a:xfrm>
                  <a:off x="3501690" y="5636910"/>
                  <a:ext cx="14400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04" name="Ink 103">
                  <a:extLst>
                    <a:ext uri="{FF2B5EF4-FFF2-40B4-BE49-F238E27FC236}">
                      <a16:creationId xmlns:a16="http://schemas.microsoft.com/office/drawing/2014/main" id="{AD807776-598C-795A-445C-581B398CE736}"/>
                    </a:ext>
                  </a:extLst>
                </p14:cNvPr>
                <p14:cNvContentPartPr/>
                <p14:nvPr/>
              </p14:nvContentPartPr>
              <p14:xfrm>
                <a:off x="3717330" y="5730510"/>
                <a:ext cx="38160" cy="104040"/>
              </p14:xfrm>
            </p:contentPart>
          </mc:Choice>
          <mc:Fallback xmlns="">
            <p:pic>
              <p:nvPicPr>
                <p:cNvPr id="104" name="Ink 103">
                  <a:extLst>
                    <a:ext uri="{FF2B5EF4-FFF2-40B4-BE49-F238E27FC236}">
                      <a16:creationId xmlns:a16="http://schemas.microsoft.com/office/drawing/2014/main" id="{AD807776-598C-795A-445C-581B398CE736}"/>
                    </a:ext>
                  </a:extLst>
                </p:cNvPr>
                <p:cNvPicPr/>
                <p:nvPr/>
              </p:nvPicPr>
              <p:blipFill>
                <a:blip r:embed="rId170"/>
                <a:stretch>
                  <a:fillRect/>
                </a:stretch>
              </p:blipFill>
              <p:spPr>
                <a:xfrm>
                  <a:off x="3711210" y="5724390"/>
                  <a:ext cx="5040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5" name="Ink 104">
                  <a:extLst>
                    <a:ext uri="{FF2B5EF4-FFF2-40B4-BE49-F238E27FC236}">
                      <a16:creationId xmlns:a16="http://schemas.microsoft.com/office/drawing/2014/main" id="{540C0001-B3FD-87E3-E638-DDF9E5C4ACCE}"/>
                    </a:ext>
                  </a:extLst>
                </p14:cNvPr>
                <p14:cNvContentPartPr/>
                <p14:nvPr/>
              </p14:nvContentPartPr>
              <p14:xfrm>
                <a:off x="3689250" y="5816910"/>
                <a:ext cx="131760" cy="28080"/>
              </p14:xfrm>
            </p:contentPart>
          </mc:Choice>
          <mc:Fallback xmlns="">
            <p:pic>
              <p:nvPicPr>
                <p:cNvPr id="105" name="Ink 104">
                  <a:extLst>
                    <a:ext uri="{FF2B5EF4-FFF2-40B4-BE49-F238E27FC236}">
                      <a16:creationId xmlns:a16="http://schemas.microsoft.com/office/drawing/2014/main" id="{540C0001-B3FD-87E3-E638-DDF9E5C4ACCE}"/>
                    </a:ext>
                  </a:extLst>
                </p:cNvPr>
                <p:cNvPicPr/>
                <p:nvPr/>
              </p:nvPicPr>
              <p:blipFill>
                <a:blip r:embed="rId172"/>
                <a:stretch>
                  <a:fillRect/>
                </a:stretch>
              </p:blipFill>
              <p:spPr>
                <a:xfrm>
                  <a:off x="3683130" y="5810790"/>
                  <a:ext cx="1440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6" name="Ink 105">
                  <a:extLst>
                    <a:ext uri="{FF2B5EF4-FFF2-40B4-BE49-F238E27FC236}">
                      <a16:creationId xmlns:a16="http://schemas.microsoft.com/office/drawing/2014/main" id="{4B514294-8408-C00F-7CCE-DE7589CA6D88}"/>
                    </a:ext>
                  </a:extLst>
                </p14:cNvPr>
                <p14:cNvContentPartPr/>
                <p14:nvPr/>
              </p14:nvContentPartPr>
              <p14:xfrm>
                <a:off x="3643170" y="5697750"/>
                <a:ext cx="165240" cy="35640"/>
              </p14:xfrm>
            </p:contentPart>
          </mc:Choice>
          <mc:Fallback xmlns="">
            <p:pic>
              <p:nvPicPr>
                <p:cNvPr id="106" name="Ink 105">
                  <a:extLst>
                    <a:ext uri="{FF2B5EF4-FFF2-40B4-BE49-F238E27FC236}">
                      <a16:creationId xmlns:a16="http://schemas.microsoft.com/office/drawing/2014/main" id="{4B514294-8408-C00F-7CCE-DE7589CA6D88}"/>
                    </a:ext>
                  </a:extLst>
                </p:cNvPr>
                <p:cNvPicPr/>
                <p:nvPr/>
              </p:nvPicPr>
              <p:blipFill>
                <a:blip r:embed="rId174"/>
                <a:stretch>
                  <a:fillRect/>
                </a:stretch>
              </p:blipFill>
              <p:spPr>
                <a:xfrm>
                  <a:off x="3637050" y="5691630"/>
                  <a:ext cx="1774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7" name="Ink 106">
                  <a:extLst>
                    <a:ext uri="{FF2B5EF4-FFF2-40B4-BE49-F238E27FC236}">
                      <a16:creationId xmlns:a16="http://schemas.microsoft.com/office/drawing/2014/main" id="{E904E793-0A30-75EA-6673-CC911B07F4A6}"/>
                    </a:ext>
                  </a:extLst>
                </p14:cNvPr>
                <p14:cNvContentPartPr/>
                <p14:nvPr/>
              </p14:nvContentPartPr>
              <p14:xfrm>
                <a:off x="3801570" y="5758230"/>
                <a:ext cx="181800" cy="109440"/>
              </p14:xfrm>
            </p:contentPart>
          </mc:Choice>
          <mc:Fallback xmlns="">
            <p:pic>
              <p:nvPicPr>
                <p:cNvPr id="107" name="Ink 106">
                  <a:extLst>
                    <a:ext uri="{FF2B5EF4-FFF2-40B4-BE49-F238E27FC236}">
                      <a16:creationId xmlns:a16="http://schemas.microsoft.com/office/drawing/2014/main" id="{E904E793-0A30-75EA-6673-CC911B07F4A6}"/>
                    </a:ext>
                  </a:extLst>
                </p:cNvPr>
                <p:cNvPicPr/>
                <p:nvPr/>
              </p:nvPicPr>
              <p:blipFill>
                <a:blip r:embed="rId176"/>
                <a:stretch>
                  <a:fillRect/>
                </a:stretch>
              </p:blipFill>
              <p:spPr>
                <a:xfrm>
                  <a:off x="3795450" y="5752110"/>
                  <a:ext cx="19404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8" name="Ink 107">
                  <a:extLst>
                    <a:ext uri="{FF2B5EF4-FFF2-40B4-BE49-F238E27FC236}">
                      <a16:creationId xmlns:a16="http://schemas.microsoft.com/office/drawing/2014/main" id="{F1D8B022-5185-1C95-2F22-89F10A1E5EF6}"/>
                    </a:ext>
                  </a:extLst>
                </p14:cNvPr>
                <p14:cNvContentPartPr/>
                <p14:nvPr/>
              </p14:nvContentPartPr>
              <p14:xfrm>
                <a:off x="4107930" y="5742750"/>
                <a:ext cx="119160" cy="14400"/>
              </p14:xfrm>
            </p:contentPart>
          </mc:Choice>
          <mc:Fallback xmlns="">
            <p:pic>
              <p:nvPicPr>
                <p:cNvPr id="108" name="Ink 107">
                  <a:extLst>
                    <a:ext uri="{FF2B5EF4-FFF2-40B4-BE49-F238E27FC236}">
                      <a16:creationId xmlns:a16="http://schemas.microsoft.com/office/drawing/2014/main" id="{F1D8B022-5185-1C95-2F22-89F10A1E5EF6}"/>
                    </a:ext>
                  </a:extLst>
                </p:cNvPr>
                <p:cNvPicPr/>
                <p:nvPr/>
              </p:nvPicPr>
              <p:blipFill>
                <a:blip r:embed="rId178"/>
                <a:stretch>
                  <a:fillRect/>
                </a:stretch>
              </p:blipFill>
              <p:spPr>
                <a:xfrm>
                  <a:off x="4101810" y="5736630"/>
                  <a:ext cx="1314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09" name="Ink 108">
                  <a:extLst>
                    <a:ext uri="{FF2B5EF4-FFF2-40B4-BE49-F238E27FC236}">
                      <a16:creationId xmlns:a16="http://schemas.microsoft.com/office/drawing/2014/main" id="{2537DCF6-16CF-8CDD-4044-4B0330E3D8B3}"/>
                    </a:ext>
                  </a:extLst>
                </p14:cNvPr>
                <p14:cNvContentPartPr/>
                <p14:nvPr/>
              </p14:nvContentPartPr>
              <p14:xfrm>
                <a:off x="4280010" y="5651310"/>
                <a:ext cx="112320" cy="227520"/>
              </p14:xfrm>
            </p:contentPart>
          </mc:Choice>
          <mc:Fallback xmlns="">
            <p:pic>
              <p:nvPicPr>
                <p:cNvPr id="109" name="Ink 108">
                  <a:extLst>
                    <a:ext uri="{FF2B5EF4-FFF2-40B4-BE49-F238E27FC236}">
                      <a16:creationId xmlns:a16="http://schemas.microsoft.com/office/drawing/2014/main" id="{2537DCF6-16CF-8CDD-4044-4B0330E3D8B3}"/>
                    </a:ext>
                  </a:extLst>
                </p:cNvPr>
                <p:cNvPicPr/>
                <p:nvPr/>
              </p:nvPicPr>
              <p:blipFill>
                <a:blip r:embed="rId180"/>
                <a:stretch>
                  <a:fillRect/>
                </a:stretch>
              </p:blipFill>
              <p:spPr>
                <a:xfrm>
                  <a:off x="4273890" y="5645190"/>
                  <a:ext cx="12456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10" name="Ink 109">
                  <a:extLst>
                    <a:ext uri="{FF2B5EF4-FFF2-40B4-BE49-F238E27FC236}">
                      <a16:creationId xmlns:a16="http://schemas.microsoft.com/office/drawing/2014/main" id="{07D6A211-EF9B-CE58-DCF9-3DE35E6F5BB7}"/>
                    </a:ext>
                  </a:extLst>
                </p14:cNvPr>
                <p14:cNvContentPartPr/>
                <p14:nvPr/>
              </p14:nvContentPartPr>
              <p14:xfrm>
                <a:off x="4240050" y="5754270"/>
                <a:ext cx="387000" cy="148320"/>
              </p14:xfrm>
            </p:contentPart>
          </mc:Choice>
          <mc:Fallback xmlns="">
            <p:pic>
              <p:nvPicPr>
                <p:cNvPr id="110" name="Ink 109">
                  <a:extLst>
                    <a:ext uri="{FF2B5EF4-FFF2-40B4-BE49-F238E27FC236}">
                      <a16:creationId xmlns:a16="http://schemas.microsoft.com/office/drawing/2014/main" id="{07D6A211-EF9B-CE58-DCF9-3DE35E6F5BB7}"/>
                    </a:ext>
                  </a:extLst>
                </p:cNvPr>
                <p:cNvPicPr/>
                <p:nvPr/>
              </p:nvPicPr>
              <p:blipFill>
                <a:blip r:embed="rId182"/>
                <a:stretch>
                  <a:fillRect/>
                </a:stretch>
              </p:blipFill>
              <p:spPr>
                <a:xfrm>
                  <a:off x="4233930" y="5748150"/>
                  <a:ext cx="3992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11" name="Ink 110">
                  <a:extLst>
                    <a:ext uri="{FF2B5EF4-FFF2-40B4-BE49-F238E27FC236}">
                      <a16:creationId xmlns:a16="http://schemas.microsoft.com/office/drawing/2014/main" id="{6FDEF55E-E956-CCFC-258A-3275CF8ED5F8}"/>
                    </a:ext>
                  </a:extLst>
                </p14:cNvPr>
                <p14:cNvContentPartPr/>
                <p14:nvPr/>
              </p14:nvContentPartPr>
              <p14:xfrm>
                <a:off x="4657650" y="5682270"/>
                <a:ext cx="177840" cy="119160"/>
              </p14:xfrm>
            </p:contentPart>
          </mc:Choice>
          <mc:Fallback xmlns="">
            <p:pic>
              <p:nvPicPr>
                <p:cNvPr id="111" name="Ink 110">
                  <a:extLst>
                    <a:ext uri="{FF2B5EF4-FFF2-40B4-BE49-F238E27FC236}">
                      <a16:creationId xmlns:a16="http://schemas.microsoft.com/office/drawing/2014/main" id="{6FDEF55E-E956-CCFC-258A-3275CF8ED5F8}"/>
                    </a:ext>
                  </a:extLst>
                </p:cNvPr>
                <p:cNvPicPr/>
                <p:nvPr/>
              </p:nvPicPr>
              <p:blipFill>
                <a:blip r:embed="rId184"/>
                <a:stretch>
                  <a:fillRect/>
                </a:stretch>
              </p:blipFill>
              <p:spPr>
                <a:xfrm>
                  <a:off x="4651530" y="5676150"/>
                  <a:ext cx="19008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12" name="Ink 111">
                  <a:extLst>
                    <a:ext uri="{FF2B5EF4-FFF2-40B4-BE49-F238E27FC236}">
                      <a16:creationId xmlns:a16="http://schemas.microsoft.com/office/drawing/2014/main" id="{77F67A25-631D-DDB7-9638-37F2861B1CA9}"/>
                    </a:ext>
                  </a:extLst>
                </p14:cNvPr>
                <p14:cNvContentPartPr/>
                <p14:nvPr/>
              </p14:nvContentPartPr>
              <p14:xfrm>
                <a:off x="4874370" y="5643030"/>
                <a:ext cx="68400" cy="148320"/>
              </p14:xfrm>
            </p:contentPart>
          </mc:Choice>
          <mc:Fallback xmlns="">
            <p:pic>
              <p:nvPicPr>
                <p:cNvPr id="112" name="Ink 111">
                  <a:extLst>
                    <a:ext uri="{FF2B5EF4-FFF2-40B4-BE49-F238E27FC236}">
                      <a16:creationId xmlns:a16="http://schemas.microsoft.com/office/drawing/2014/main" id="{77F67A25-631D-DDB7-9638-37F2861B1CA9}"/>
                    </a:ext>
                  </a:extLst>
                </p:cNvPr>
                <p:cNvPicPr/>
                <p:nvPr/>
              </p:nvPicPr>
              <p:blipFill>
                <a:blip r:embed="rId186"/>
                <a:stretch>
                  <a:fillRect/>
                </a:stretch>
              </p:blipFill>
              <p:spPr>
                <a:xfrm>
                  <a:off x="4868250" y="5636910"/>
                  <a:ext cx="806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3" name="Ink 112">
                  <a:extLst>
                    <a:ext uri="{FF2B5EF4-FFF2-40B4-BE49-F238E27FC236}">
                      <a16:creationId xmlns:a16="http://schemas.microsoft.com/office/drawing/2014/main" id="{BA1FE861-B4FD-092D-899F-A028AC1BF91F}"/>
                    </a:ext>
                  </a:extLst>
                </p14:cNvPr>
                <p14:cNvContentPartPr/>
                <p14:nvPr/>
              </p14:nvContentPartPr>
              <p14:xfrm>
                <a:off x="4876890" y="5529630"/>
                <a:ext cx="262800" cy="318960"/>
              </p14:xfrm>
            </p:contentPart>
          </mc:Choice>
          <mc:Fallback xmlns="">
            <p:pic>
              <p:nvPicPr>
                <p:cNvPr id="113" name="Ink 112">
                  <a:extLst>
                    <a:ext uri="{FF2B5EF4-FFF2-40B4-BE49-F238E27FC236}">
                      <a16:creationId xmlns:a16="http://schemas.microsoft.com/office/drawing/2014/main" id="{BA1FE861-B4FD-092D-899F-A028AC1BF91F}"/>
                    </a:ext>
                  </a:extLst>
                </p:cNvPr>
                <p:cNvPicPr/>
                <p:nvPr/>
              </p:nvPicPr>
              <p:blipFill>
                <a:blip r:embed="rId188"/>
                <a:stretch>
                  <a:fillRect/>
                </a:stretch>
              </p:blipFill>
              <p:spPr>
                <a:xfrm>
                  <a:off x="4870770" y="5523510"/>
                  <a:ext cx="275040" cy="331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9">
            <p14:nvContentPartPr>
              <p14:cNvPr id="118" name="Ink 117">
                <a:extLst>
                  <a:ext uri="{FF2B5EF4-FFF2-40B4-BE49-F238E27FC236}">
                    <a16:creationId xmlns:a16="http://schemas.microsoft.com/office/drawing/2014/main" id="{8726DF32-8453-53E5-FE49-FCCAFC011ED7}"/>
                  </a:ext>
                </a:extLst>
              </p14:cNvPr>
              <p14:cNvContentPartPr/>
              <p14:nvPr/>
            </p14:nvContentPartPr>
            <p14:xfrm>
              <a:off x="4017570" y="6125430"/>
              <a:ext cx="21600" cy="8280"/>
            </p14:xfrm>
          </p:contentPart>
        </mc:Choice>
        <mc:Fallback xmlns="">
          <p:pic>
            <p:nvPicPr>
              <p:cNvPr id="118" name="Ink 117">
                <a:extLst>
                  <a:ext uri="{FF2B5EF4-FFF2-40B4-BE49-F238E27FC236}">
                    <a16:creationId xmlns:a16="http://schemas.microsoft.com/office/drawing/2014/main" id="{8726DF32-8453-53E5-FE49-FCCAFC011ED7}"/>
                  </a:ext>
                </a:extLst>
              </p:cNvPr>
              <p:cNvPicPr/>
              <p:nvPr/>
            </p:nvPicPr>
            <p:blipFill>
              <a:blip r:embed="rId190"/>
              <a:stretch>
                <a:fillRect/>
              </a:stretch>
            </p:blipFill>
            <p:spPr>
              <a:xfrm>
                <a:off x="4011450" y="6119310"/>
                <a:ext cx="33840" cy="20520"/>
              </a:xfrm>
              <a:prstGeom prst="rect">
                <a:avLst/>
              </a:prstGeom>
            </p:spPr>
          </p:pic>
        </mc:Fallback>
      </mc:AlternateContent>
      <p:grpSp>
        <p:nvGrpSpPr>
          <p:cNvPr id="9241" name="Group 9240">
            <a:extLst>
              <a:ext uri="{FF2B5EF4-FFF2-40B4-BE49-F238E27FC236}">
                <a16:creationId xmlns:a16="http://schemas.microsoft.com/office/drawing/2014/main" id="{1B29F15B-6A19-A7B5-F53F-FE3AE7088135}"/>
              </a:ext>
            </a:extLst>
          </p:cNvPr>
          <p:cNvGrpSpPr/>
          <p:nvPr/>
        </p:nvGrpSpPr>
        <p:grpSpPr>
          <a:xfrm>
            <a:off x="5476650" y="4777950"/>
            <a:ext cx="2423160" cy="1490760"/>
            <a:chOff x="5476650" y="4777950"/>
            <a:chExt cx="2423160" cy="1490760"/>
          </a:xfrm>
        </p:grpSpPr>
        <mc:AlternateContent xmlns:mc="http://schemas.openxmlformats.org/markup-compatibility/2006" xmlns:p14="http://schemas.microsoft.com/office/powerpoint/2010/main">
          <mc:Choice Requires="p14">
            <p:contentPart p14:bwMode="auto" r:id="rId191">
              <p14:nvContentPartPr>
                <p14:cNvPr id="115" name="Ink 114">
                  <a:extLst>
                    <a:ext uri="{FF2B5EF4-FFF2-40B4-BE49-F238E27FC236}">
                      <a16:creationId xmlns:a16="http://schemas.microsoft.com/office/drawing/2014/main" id="{106295BB-4A6C-38FA-058D-2B57A7B59B7B}"/>
                    </a:ext>
                  </a:extLst>
                </p14:cNvPr>
                <p14:cNvContentPartPr/>
                <p14:nvPr/>
              </p14:nvContentPartPr>
              <p14:xfrm>
                <a:off x="5501490" y="5624310"/>
                <a:ext cx="56880" cy="109080"/>
              </p14:xfrm>
            </p:contentPart>
          </mc:Choice>
          <mc:Fallback xmlns="">
            <p:pic>
              <p:nvPicPr>
                <p:cNvPr id="115" name="Ink 114">
                  <a:extLst>
                    <a:ext uri="{FF2B5EF4-FFF2-40B4-BE49-F238E27FC236}">
                      <a16:creationId xmlns:a16="http://schemas.microsoft.com/office/drawing/2014/main" id="{106295BB-4A6C-38FA-058D-2B57A7B59B7B}"/>
                    </a:ext>
                  </a:extLst>
                </p:cNvPr>
                <p:cNvPicPr/>
                <p:nvPr/>
              </p:nvPicPr>
              <p:blipFill>
                <a:blip r:embed="rId192"/>
                <a:stretch>
                  <a:fillRect/>
                </a:stretch>
              </p:blipFill>
              <p:spPr>
                <a:xfrm>
                  <a:off x="5495370" y="5618190"/>
                  <a:ext cx="6912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16" name="Ink 115">
                  <a:extLst>
                    <a:ext uri="{FF2B5EF4-FFF2-40B4-BE49-F238E27FC236}">
                      <a16:creationId xmlns:a16="http://schemas.microsoft.com/office/drawing/2014/main" id="{05D7E7F8-7F6F-6340-E4EE-2F4AF0893315}"/>
                    </a:ext>
                  </a:extLst>
                </p14:cNvPr>
                <p14:cNvContentPartPr/>
                <p14:nvPr/>
              </p14:nvContentPartPr>
              <p14:xfrm>
                <a:off x="5476650" y="5613870"/>
                <a:ext cx="163080" cy="87120"/>
              </p14:xfrm>
            </p:contentPart>
          </mc:Choice>
          <mc:Fallback xmlns="">
            <p:pic>
              <p:nvPicPr>
                <p:cNvPr id="116" name="Ink 115">
                  <a:extLst>
                    <a:ext uri="{FF2B5EF4-FFF2-40B4-BE49-F238E27FC236}">
                      <a16:creationId xmlns:a16="http://schemas.microsoft.com/office/drawing/2014/main" id="{05D7E7F8-7F6F-6340-E4EE-2F4AF0893315}"/>
                    </a:ext>
                  </a:extLst>
                </p:cNvPr>
                <p:cNvPicPr/>
                <p:nvPr/>
              </p:nvPicPr>
              <p:blipFill>
                <a:blip r:embed="rId194"/>
                <a:stretch>
                  <a:fillRect/>
                </a:stretch>
              </p:blipFill>
              <p:spPr>
                <a:xfrm>
                  <a:off x="5470530" y="5607750"/>
                  <a:ext cx="1753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7" name="Ink 116">
                  <a:extLst>
                    <a:ext uri="{FF2B5EF4-FFF2-40B4-BE49-F238E27FC236}">
                      <a16:creationId xmlns:a16="http://schemas.microsoft.com/office/drawing/2014/main" id="{561F4333-094F-882E-0525-20FBD06AE709}"/>
                    </a:ext>
                  </a:extLst>
                </p14:cNvPr>
                <p14:cNvContentPartPr/>
                <p14:nvPr/>
              </p14:nvContentPartPr>
              <p14:xfrm>
                <a:off x="5732970" y="5588310"/>
                <a:ext cx="54000" cy="144720"/>
              </p14:xfrm>
            </p:contentPart>
          </mc:Choice>
          <mc:Fallback xmlns="">
            <p:pic>
              <p:nvPicPr>
                <p:cNvPr id="117" name="Ink 116">
                  <a:extLst>
                    <a:ext uri="{FF2B5EF4-FFF2-40B4-BE49-F238E27FC236}">
                      <a16:creationId xmlns:a16="http://schemas.microsoft.com/office/drawing/2014/main" id="{561F4333-094F-882E-0525-20FBD06AE709}"/>
                    </a:ext>
                  </a:extLst>
                </p:cNvPr>
                <p:cNvPicPr/>
                <p:nvPr/>
              </p:nvPicPr>
              <p:blipFill>
                <a:blip r:embed="rId196"/>
                <a:stretch>
                  <a:fillRect/>
                </a:stretch>
              </p:blipFill>
              <p:spPr>
                <a:xfrm>
                  <a:off x="5726850" y="5582190"/>
                  <a:ext cx="662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9219" name="Ink 9218">
                  <a:extLst>
                    <a:ext uri="{FF2B5EF4-FFF2-40B4-BE49-F238E27FC236}">
                      <a16:creationId xmlns:a16="http://schemas.microsoft.com/office/drawing/2014/main" id="{1C19645E-C386-C23F-CFCA-0F51C2EAF5AF}"/>
                    </a:ext>
                  </a:extLst>
                </p14:cNvPr>
                <p14:cNvContentPartPr/>
                <p14:nvPr/>
              </p14:nvContentPartPr>
              <p14:xfrm>
                <a:off x="5711010" y="4777950"/>
                <a:ext cx="176040" cy="1490760"/>
              </p14:xfrm>
            </p:contentPart>
          </mc:Choice>
          <mc:Fallback xmlns="">
            <p:pic>
              <p:nvPicPr>
                <p:cNvPr id="9219" name="Ink 9218">
                  <a:extLst>
                    <a:ext uri="{FF2B5EF4-FFF2-40B4-BE49-F238E27FC236}">
                      <a16:creationId xmlns:a16="http://schemas.microsoft.com/office/drawing/2014/main" id="{1C19645E-C386-C23F-CFCA-0F51C2EAF5AF}"/>
                    </a:ext>
                  </a:extLst>
                </p:cNvPr>
                <p:cNvPicPr/>
                <p:nvPr/>
              </p:nvPicPr>
              <p:blipFill>
                <a:blip r:embed="rId198"/>
                <a:stretch>
                  <a:fillRect/>
                </a:stretch>
              </p:blipFill>
              <p:spPr>
                <a:xfrm>
                  <a:off x="5704890" y="4771830"/>
                  <a:ext cx="188280" cy="15030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9220" name="Ink 9219">
                  <a:extLst>
                    <a:ext uri="{FF2B5EF4-FFF2-40B4-BE49-F238E27FC236}">
                      <a16:creationId xmlns:a16="http://schemas.microsoft.com/office/drawing/2014/main" id="{77052310-9D18-CC26-B233-A48AE73A0356}"/>
                    </a:ext>
                  </a:extLst>
                </p14:cNvPr>
                <p14:cNvContentPartPr/>
                <p14:nvPr/>
              </p14:nvContentPartPr>
              <p14:xfrm>
                <a:off x="5965170" y="4939230"/>
                <a:ext cx="138240" cy="242280"/>
              </p14:xfrm>
            </p:contentPart>
          </mc:Choice>
          <mc:Fallback xmlns="">
            <p:pic>
              <p:nvPicPr>
                <p:cNvPr id="9220" name="Ink 9219">
                  <a:extLst>
                    <a:ext uri="{FF2B5EF4-FFF2-40B4-BE49-F238E27FC236}">
                      <a16:creationId xmlns:a16="http://schemas.microsoft.com/office/drawing/2014/main" id="{77052310-9D18-CC26-B233-A48AE73A0356}"/>
                    </a:ext>
                  </a:extLst>
                </p:cNvPr>
                <p:cNvPicPr/>
                <p:nvPr/>
              </p:nvPicPr>
              <p:blipFill>
                <a:blip r:embed="rId200"/>
                <a:stretch>
                  <a:fillRect/>
                </a:stretch>
              </p:blipFill>
              <p:spPr>
                <a:xfrm>
                  <a:off x="5959050" y="4933110"/>
                  <a:ext cx="15048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9221" name="Ink 9220">
                  <a:extLst>
                    <a:ext uri="{FF2B5EF4-FFF2-40B4-BE49-F238E27FC236}">
                      <a16:creationId xmlns:a16="http://schemas.microsoft.com/office/drawing/2014/main" id="{CB59BBC2-98CD-4258-6B96-180D9133C87E}"/>
                    </a:ext>
                  </a:extLst>
                </p14:cNvPr>
                <p14:cNvContentPartPr/>
                <p14:nvPr/>
              </p14:nvContentPartPr>
              <p14:xfrm>
                <a:off x="6201690" y="4980630"/>
                <a:ext cx="245520" cy="129600"/>
              </p14:xfrm>
            </p:contentPart>
          </mc:Choice>
          <mc:Fallback xmlns="">
            <p:pic>
              <p:nvPicPr>
                <p:cNvPr id="9221" name="Ink 9220">
                  <a:extLst>
                    <a:ext uri="{FF2B5EF4-FFF2-40B4-BE49-F238E27FC236}">
                      <a16:creationId xmlns:a16="http://schemas.microsoft.com/office/drawing/2014/main" id="{CB59BBC2-98CD-4258-6B96-180D9133C87E}"/>
                    </a:ext>
                  </a:extLst>
                </p:cNvPr>
                <p:cNvPicPr/>
                <p:nvPr/>
              </p:nvPicPr>
              <p:blipFill>
                <a:blip r:embed="rId202"/>
                <a:stretch>
                  <a:fillRect/>
                </a:stretch>
              </p:blipFill>
              <p:spPr>
                <a:xfrm>
                  <a:off x="6195570" y="4974510"/>
                  <a:ext cx="2577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9222" name="Ink 9221">
                  <a:extLst>
                    <a:ext uri="{FF2B5EF4-FFF2-40B4-BE49-F238E27FC236}">
                      <a16:creationId xmlns:a16="http://schemas.microsoft.com/office/drawing/2014/main" id="{FB161150-874C-81E3-B818-D25D86542051}"/>
                    </a:ext>
                  </a:extLst>
                </p14:cNvPr>
                <p14:cNvContentPartPr/>
                <p14:nvPr/>
              </p14:nvContentPartPr>
              <p14:xfrm>
                <a:off x="6645570" y="4949670"/>
                <a:ext cx="191160" cy="135720"/>
              </p14:xfrm>
            </p:contentPart>
          </mc:Choice>
          <mc:Fallback xmlns="">
            <p:pic>
              <p:nvPicPr>
                <p:cNvPr id="9222" name="Ink 9221">
                  <a:extLst>
                    <a:ext uri="{FF2B5EF4-FFF2-40B4-BE49-F238E27FC236}">
                      <a16:creationId xmlns:a16="http://schemas.microsoft.com/office/drawing/2014/main" id="{FB161150-874C-81E3-B818-D25D86542051}"/>
                    </a:ext>
                  </a:extLst>
                </p:cNvPr>
                <p:cNvPicPr/>
                <p:nvPr/>
              </p:nvPicPr>
              <p:blipFill>
                <a:blip r:embed="rId204"/>
                <a:stretch>
                  <a:fillRect/>
                </a:stretch>
              </p:blipFill>
              <p:spPr>
                <a:xfrm>
                  <a:off x="6639450" y="4943550"/>
                  <a:ext cx="2034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9223" name="Ink 9222">
                  <a:extLst>
                    <a:ext uri="{FF2B5EF4-FFF2-40B4-BE49-F238E27FC236}">
                      <a16:creationId xmlns:a16="http://schemas.microsoft.com/office/drawing/2014/main" id="{B9AD99BA-9DC8-334A-4AF4-E2A705ECCED9}"/>
                    </a:ext>
                  </a:extLst>
                </p14:cNvPr>
                <p14:cNvContentPartPr/>
                <p14:nvPr/>
              </p14:nvContentPartPr>
              <p14:xfrm>
                <a:off x="6848610" y="4954710"/>
                <a:ext cx="165960" cy="104760"/>
              </p14:xfrm>
            </p:contentPart>
          </mc:Choice>
          <mc:Fallback xmlns="">
            <p:pic>
              <p:nvPicPr>
                <p:cNvPr id="9223" name="Ink 9222">
                  <a:extLst>
                    <a:ext uri="{FF2B5EF4-FFF2-40B4-BE49-F238E27FC236}">
                      <a16:creationId xmlns:a16="http://schemas.microsoft.com/office/drawing/2014/main" id="{B9AD99BA-9DC8-334A-4AF4-E2A705ECCED9}"/>
                    </a:ext>
                  </a:extLst>
                </p:cNvPr>
                <p:cNvPicPr/>
                <p:nvPr/>
              </p:nvPicPr>
              <p:blipFill>
                <a:blip r:embed="rId206"/>
                <a:stretch>
                  <a:fillRect/>
                </a:stretch>
              </p:blipFill>
              <p:spPr>
                <a:xfrm>
                  <a:off x="6842490" y="4948590"/>
                  <a:ext cx="1782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9224" name="Ink 9223">
                  <a:extLst>
                    <a:ext uri="{FF2B5EF4-FFF2-40B4-BE49-F238E27FC236}">
                      <a16:creationId xmlns:a16="http://schemas.microsoft.com/office/drawing/2014/main" id="{E4D3DBC6-C70A-DA0F-7456-2A6F82F3150A}"/>
                    </a:ext>
                  </a:extLst>
                </p14:cNvPr>
                <p14:cNvContentPartPr/>
                <p14:nvPr/>
              </p14:nvContentPartPr>
              <p14:xfrm>
                <a:off x="7233090" y="4852110"/>
                <a:ext cx="666720" cy="252360"/>
              </p14:xfrm>
            </p:contentPart>
          </mc:Choice>
          <mc:Fallback xmlns="">
            <p:pic>
              <p:nvPicPr>
                <p:cNvPr id="9224" name="Ink 9223">
                  <a:extLst>
                    <a:ext uri="{FF2B5EF4-FFF2-40B4-BE49-F238E27FC236}">
                      <a16:creationId xmlns:a16="http://schemas.microsoft.com/office/drawing/2014/main" id="{E4D3DBC6-C70A-DA0F-7456-2A6F82F3150A}"/>
                    </a:ext>
                  </a:extLst>
                </p:cNvPr>
                <p:cNvPicPr/>
                <p:nvPr/>
              </p:nvPicPr>
              <p:blipFill>
                <a:blip r:embed="rId208"/>
                <a:stretch>
                  <a:fillRect/>
                </a:stretch>
              </p:blipFill>
              <p:spPr>
                <a:xfrm>
                  <a:off x="7226970" y="4845990"/>
                  <a:ext cx="67896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9226" name="Ink 9225">
                  <a:extLst>
                    <a:ext uri="{FF2B5EF4-FFF2-40B4-BE49-F238E27FC236}">
                      <a16:creationId xmlns:a16="http://schemas.microsoft.com/office/drawing/2014/main" id="{CE813DCE-CE19-1C2D-F2DB-B0D905086E15}"/>
                    </a:ext>
                  </a:extLst>
                </p14:cNvPr>
                <p14:cNvContentPartPr/>
                <p14:nvPr/>
              </p14:nvContentPartPr>
              <p14:xfrm>
                <a:off x="6167490" y="5343870"/>
                <a:ext cx="878400" cy="258480"/>
              </p14:xfrm>
            </p:contentPart>
          </mc:Choice>
          <mc:Fallback xmlns="">
            <p:pic>
              <p:nvPicPr>
                <p:cNvPr id="9226" name="Ink 9225">
                  <a:extLst>
                    <a:ext uri="{FF2B5EF4-FFF2-40B4-BE49-F238E27FC236}">
                      <a16:creationId xmlns:a16="http://schemas.microsoft.com/office/drawing/2014/main" id="{CE813DCE-CE19-1C2D-F2DB-B0D905086E15}"/>
                    </a:ext>
                  </a:extLst>
                </p:cNvPr>
                <p:cNvPicPr/>
                <p:nvPr/>
              </p:nvPicPr>
              <p:blipFill>
                <a:blip r:embed="rId210"/>
                <a:stretch>
                  <a:fillRect/>
                </a:stretch>
              </p:blipFill>
              <p:spPr>
                <a:xfrm>
                  <a:off x="6161370" y="5337750"/>
                  <a:ext cx="89064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9227" name="Ink 9226">
                  <a:extLst>
                    <a:ext uri="{FF2B5EF4-FFF2-40B4-BE49-F238E27FC236}">
                      <a16:creationId xmlns:a16="http://schemas.microsoft.com/office/drawing/2014/main" id="{7A7C5411-D48D-E84F-4397-790297E40F4C}"/>
                    </a:ext>
                  </a:extLst>
                </p14:cNvPr>
                <p14:cNvContentPartPr/>
                <p14:nvPr/>
              </p14:nvContentPartPr>
              <p14:xfrm>
                <a:off x="6751770" y="5379510"/>
                <a:ext cx="181440" cy="47160"/>
              </p14:xfrm>
            </p:contentPart>
          </mc:Choice>
          <mc:Fallback xmlns="">
            <p:pic>
              <p:nvPicPr>
                <p:cNvPr id="9227" name="Ink 9226">
                  <a:extLst>
                    <a:ext uri="{FF2B5EF4-FFF2-40B4-BE49-F238E27FC236}">
                      <a16:creationId xmlns:a16="http://schemas.microsoft.com/office/drawing/2014/main" id="{7A7C5411-D48D-E84F-4397-790297E40F4C}"/>
                    </a:ext>
                  </a:extLst>
                </p:cNvPr>
                <p:cNvPicPr/>
                <p:nvPr/>
              </p:nvPicPr>
              <p:blipFill>
                <a:blip r:embed="rId212"/>
                <a:stretch>
                  <a:fillRect/>
                </a:stretch>
              </p:blipFill>
              <p:spPr>
                <a:xfrm>
                  <a:off x="6745650" y="5373390"/>
                  <a:ext cx="19368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9228" name="Ink 9227">
                  <a:extLst>
                    <a:ext uri="{FF2B5EF4-FFF2-40B4-BE49-F238E27FC236}">
                      <a16:creationId xmlns:a16="http://schemas.microsoft.com/office/drawing/2014/main" id="{22CC20F1-1116-3487-4626-3CEC496EAB77}"/>
                    </a:ext>
                  </a:extLst>
                </p14:cNvPr>
                <p14:cNvContentPartPr/>
                <p14:nvPr/>
              </p14:nvContentPartPr>
              <p14:xfrm>
                <a:off x="6939330" y="5344230"/>
                <a:ext cx="31680" cy="14040"/>
              </p14:xfrm>
            </p:contentPart>
          </mc:Choice>
          <mc:Fallback xmlns="">
            <p:pic>
              <p:nvPicPr>
                <p:cNvPr id="9228" name="Ink 9227">
                  <a:extLst>
                    <a:ext uri="{FF2B5EF4-FFF2-40B4-BE49-F238E27FC236}">
                      <a16:creationId xmlns:a16="http://schemas.microsoft.com/office/drawing/2014/main" id="{22CC20F1-1116-3487-4626-3CEC496EAB77}"/>
                    </a:ext>
                  </a:extLst>
                </p:cNvPr>
                <p:cNvPicPr/>
                <p:nvPr/>
              </p:nvPicPr>
              <p:blipFill>
                <a:blip r:embed="rId214"/>
                <a:stretch>
                  <a:fillRect/>
                </a:stretch>
              </p:blipFill>
              <p:spPr>
                <a:xfrm>
                  <a:off x="6933210" y="5338110"/>
                  <a:ext cx="439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9229" name="Ink 9228">
                  <a:extLst>
                    <a:ext uri="{FF2B5EF4-FFF2-40B4-BE49-F238E27FC236}">
                      <a16:creationId xmlns:a16="http://schemas.microsoft.com/office/drawing/2014/main" id="{604A240D-4BAF-DBE7-9F16-04FD13C07EA7}"/>
                    </a:ext>
                  </a:extLst>
                </p14:cNvPr>
                <p14:cNvContentPartPr/>
                <p14:nvPr/>
              </p14:nvContentPartPr>
              <p14:xfrm>
                <a:off x="7160010" y="5271870"/>
                <a:ext cx="333360" cy="304920"/>
              </p14:xfrm>
            </p:contentPart>
          </mc:Choice>
          <mc:Fallback xmlns="">
            <p:pic>
              <p:nvPicPr>
                <p:cNvPr id="9229" name="Ink 9228">
                  <a:extLst>
                    <a:ext uri="{FF2B5EF4-FFF2-40B4-BE49-F238E27FC236}">
                      <a16:creationId xmlns:a16="http://schemas.microsoft.com/office/drawing/2014/main" id="{604A240D-4BAF-DBE7-9F16-04FD13C07EA7}"/>
                    </a:ext>
                  </a:extLst>
                </p:cNvPr>
                <p:cNvPicPr/>
                <p:nvPr/>
              </p:nvPicPr>
              <p:blipFill>
                <a:blip r:embed="rId216"/>
                <a:stretch>
                  <a:fillRect/>
                </a:stretch>
              </p:blipFill>
              <p:spPr>
                <a:xfrm>
                  <a:off x="7153890" y="5265750"/>
                  <a:ext cx="34560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9230" name="Ink 9229">
                  <a:extLst>
                    <a:ext uri="{FF2B5EF4-FFF2-40B4-BE49-F238E27FC236}">
                      <a16:creationId xmlns:a16="http://schemas.microsoft.com/office/drawing/2014/main" id="{C7D55DC5-74EA-8156-5216-947C5E6F5D1A}"/>
                    </a:ext>
                  </a:extLst>
                </p14:cNvPr>
                <p14:cNvContentPartPr/>
                <p14:nvPr/>
              </p14:nvContentPartPr>
              <p14:xfrm>
                <a:off x="6336330" y="5786670"/>
                <a:ext cx="187920" cy="272520"/>
              </p14:xfrm>
            </p:contentPart>
          </mc:Choice>
          <mc:Fallback xmlns="">
            <p:pic>
              <p:nvPicPr>
                <p:cNvPr id="9230" name="Ink 9229">
                  <a:extLst>
                    <a:ext uri="{FF2B5EF4-FFF2-40B4-BE49-F238E27FC236}">
                      <a16:creationId xmlns:a16="http://schemas.microsoft.com/office/drawing/2014/main" id="{C7D55DC5-74EA-8156-5216-947C5E6F5D1A}"/>
                    </a:ext>
                  </a:extLst>
                </p:cNvPr>
                <p:cNvPicPr/>
                <p:nvPr/>
              </p:nvPicPr>
              <p:blipFill>
                <a:blip r:embed="rId218"/>
                <a:stretch>
                  <a:fillRect/>
                </a:stretch>
              </p:blipFill>
              <p:spPr>
                <a:xfrm>
                  <a:off x="6330210" y="5780550"/>
                  <a:ext cx="20016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9231" name="Ink 9230">
                  <a:extLst>
                    <a:ext uri="{FF2B5EF4-FFF2-40B4-BE49-F238E27FC236}">
                      <a16:creationId xmlns:a16="http://schemas.microsoft.com/office/drawing/2014/main" id="{FDEF5B72-EEEF-BBCE-11A8-8A7882DC9906}"/>
                    </a:ext>
                  </a:extLst>
                </p14:cNvPr>
                <p14:cNvContentPartPr/>
                <p14:nvPr/>
              </p14:nvContentPartPr>
              <p14:xfrm>
                <a:off x="6283050" y="5918430"/>
                <a:ext cx="297360" cy="89640"/>
              </p14:xfrm>
            </p:contentPart>
          </mc:Choice>
          <mc:Fallback xmlns="">
            <p:pic>
              <p:nvPicPr>
                <p:cNvPr id="9231" name="Ink 9230">
                  <a:extLst>
                    <a:ext uri="{FF2B5EF4-FFF2-40B4-BE49-F238E27FC236}">
                      <a16:creationId xmlns:a16="http://schemas.microsoft.com/office/drawing/2014/main" id="{FDEF5B72-EEEF-BBCE-11A8-8A7882DC9906}"/>
                    </a:ext>
                  </a:extLst>
                </p:cNvPr>
                <p:cNvPicPr/>
                <p:nvPr/>
              </p:nvPicPr>
              <p:blipFill>
                <a:blip r:embed="rId220"/>
                <a:stretch>
                  <a:fillRect/>
                </a:stretch>
              </p:blipFill>
              <p:spPr>
                <a:xfrm>
                  <a:off x="6276930" y="5912310"/>
                  <a:ext cx="30960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9232" name="Ink 9231">
                  <a:extLst>
                    <a:ext uri="{FF2B5EF4-FFF2-40B4-BE49-F238E27FC236}">
                      <a16:creationId xmlns:a16="http://schemas.microsoft.com/office/drawing/2014/main" id="{CAC39AB5-FCED-7B86-D613-DB7124CE3812}"/>
                    </a:ext>
                  </a:extLst>
                </p14:cNvPr>
                <p14:cNvContentPartPr/>
                <p14:nvPr/>
              </p14:nvContentPartPr>
              <p14:xfrm>
                <a:off x="6567450" y="5812950"/>
                <a:ext cx="75240" cy="10080"/>
              </p14:xfrm>
            </p:contentPart>
          </mc:Choice>
          <mc:Fallback xmlns="">
            <p:pic>
              <p:nvPicPr>
                <p:cNvPr id="9232" name="Ink 9231">
                  <a:extLst>
                    <a:ext uri="{FF2B5EF4-FFF2-40B4-BE49-F238E27FC236}">
                      <a16:creationId xmlns:a16="http://schemas.microsoft.com/office/drawing/2014/main" id="{CAC39AB5-FCED-7B86-D613-DB7124CE3812}"/>
                    </a:ext>
                  </a:extLst>
                </p:cNvPr>
                <p:cNvPicPr/>
                <p:nvPr/>
              </p:nvPicPr>
              <p:blipFill>
                <a:blip r:embed="rId222"/>
                <a:stretch>
                  <a:fillRect/>
                </a:stretch>
              </p:blipFill>
              <p:spPr>
                <a:xfrm>
                  <a:off x="6561330" y="5806830"/>
                  <a:ext cx="8748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9233" name="Ink 9232">
                  <a:extLst>
                    <a:ext uri="{FF2B5EF4-FFF2-40B4-BE49-F238E27FC236}">
                      <a16:creationId xmlns:a16="http://schemas.microsoft.com/office/drawing/2014/main" id="{7209E471-7AA5-259F-7D49-8A1B1444E513}"/>
                    </a:ext>
                  </a:extLst>
                </p14:cNvPr>
                <p14:cNvContentPartPr/>
                <p14:nvPr/>
              </p14:nvContentPartPr>
              <p14:xfrm>
                <a:off x="6742410" y="5736270"/>
                <a:ext cx="281520" cy="221760"/>
              </p14:xfrm>
            </p:contentPart>
          </mc:Choice>
          <mc:Fallback xmlns="">
            <p:pic>
              <p:nvPicPr>
                <p:cNvPr id="9233" name="Ink 9232">
                  <a:extLst>
                    <a:ext uri="{FF2B5EF4-FFF2-40B4-BE49-F238E27FC236}">
                      <a16:creationId xmlns:a16="http://schemas.microsoft.com/office/drawing/2014/main" id="{7209E471-7AA5-259F-7D49-8A1B1444E513}"/>
                    </a:ext>
                  </a:extLst>
                </p:cNvPr>
                <p:cNvPicPr/>
                <p:nvPr/>
              </p:nvPicPr>
              <p:blipFill>
                <a:blip r:embed="rId224"/>
                <a:stretch>
                  <a:fillRect/>
                </a:stretch>
              </p:blipFill>
              <p:spPr>
                <a:xfrm>
                  <a:off x="6736290" y="5730150"/>
                  <a:ext cx="29376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9236" name="Ink 9235">
                  <a:extLst>
                    <a:ext uri="{FF2B5EF4-FFF2-40B4-BE49-F238E27FC236}">
                      <a16:creationId xmlns:a16="http://schemas.microsoft.com/office/drawing/2014/main" id="{48CBC013-F501-38D8-7348-7435436EBFF6}"/>
                    </a:ext>
                  </a:extLst>
                </p14:cNvPr>
                <p14:cNvContentPartPr/>
                <p14:nvPr/>
              </p14:nvContentPartPr>
              <p14:xfrm>
                <a:off x="6648090" y="5773710"/>
                <a:ext cx="69480" cy="197280"/>
              </p14:xfrm>
            </p:contentPart>
          </mc:Choice>
          <mc:Fallback xmlns="">
            <p:pic>
              <p:nvPicPr>
                <p:cNvPr id="9236" name="Ink 9235">
                  <a:extLst>
                    <a:ext uri="{FF2B5EF4-FFF2-40B4-BE49-F238E27FC236}">
                      <a16:creationId xmlns:a16="http://schemas.microsoft.com/office/drawing/2014/main" id="{48CBC013-F501-38D8-7348-7435436EBFF6}"/>
                    </a:ext>
                  </a:extLst>
                </p:cNvPr>
                <p:cNvPicPr/>
                <p:nvPr/>
              </p:nvPicPr>
              <p:blipFill>
                <a:blip r:embed="rId226"/>
                <a:stretch>
                  <a:fillRect/>
                </a:stretch>
              </p:blipFill>
              <p:spPr>
                <a:xfrm>
                  <a:off x="6641970" y="5767590"/>
                  <a:ext cx="8172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9238" name="Ink 9237">
                  <a:extLst>
                    <a:ext uri="{FF2B5EF4-FFF2-40B4-BE49-F238E27FC236}">
                      <a16:creationId xmlns:a16="http://schemas.microsoft.com/office/drawing/2014/main" id="{BC3CD6F7-9C18-5510-86D2-3E8513BF664C}"/>
                    </a:ext>
                  </a:extLst>
                </p14:cNvPr>
                <p14:cNvContentPartPr/>
                <p14:nvPr/>
              </p14:nvContentPartPr>
              <p14:xfrm>
                <a:off x="6879930" y="5830590"/>
                <a:ext cx="284760" cy="125280"/>
              </p14:xfrm>
            </p:contentPart>
          </mc:Choice>
          <mc:Fallback xmlns="">
            <p:pic>
              <p:nvPicPr>
                <p:cNvPr id="9238" name="Ink 9237">
                  <a:extLst>
                    <a:ext uri="{FF2B5EF4-FFF2-40B4-BE49-F238E27FC236}">
                      <a16:creationId xmlns:a16="http://schemas.microsoft.com/office/drawing/2014/main" id="{BC3CD6F7-9C18-5510-86D2-3E8513BF664C}"/>
                    </a:ext>
                  </a:extLst>
                </p:cNvPr>
                <p:cNvPicPr/>
                <p:nvPr/>
              </p:nvPicPr>
              <p:blipFill>
                <a:blip r:embed="rId228"/>
                <a:stretch>
                  <a:fillRect/>
                </a:stretch>
              </p:blipFill>
              <p:spPr>
                <a:xfrm>
                  <a:off x="6873810" y="5824470"/>
                  <a:ext cx="2970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9239" name="Ink 9238">
                  <a:extLst>
                    <a:ext uri="{FF2B5EF4-FFF2-40B4-BE49-F238E27FC236}">
                      <a16:creationId xmlns:a16="http://schemas.microsoft.com/office/drawing/2014/main" id="{250CE6BA-C178-E37B-4537-81725AD04FE0}"/>
                    </a:ext>
                  </a:extLst>
                </p14:cNvPr>
                <p14:cNvContentPartPr/>
                <p14:nvPr/>
              </p14:nvContentPartPr>
              <p14:xfrm>
                <a:off x="7082970" y="5723670"/>
                <a:ext cx="299160" cy="220680"/>
              </p14:xfrm>
            </p:contentPart>
          </mc:Choice>
          <mc:Fallback xmlns="">
            <p:pic>
              <p:nvPicPr>
                <p:cNvPr id="9239" name="Ink 9238">
                  <a:extLst>
                    <a:ext uri="{FF2B5EF4-FFF2-40B4-BE49-F238E27FC236}">
                      <a16:creationId xmlns:a16="http://schemas.microsoft.com/office/drawing/2014/main" id="{250CE6BA-C178-E37B-4537-81725AD04FE0}"/>
                    </a:ext>
                  </a:extLst>
                </p:cNvPr>
                <p:cNvPicPr/>
                <p:nvPr/>
              </p:nvPicPr>
              <p:blipFill>
                <a:blip r:embed="rId230"/>
                <a:stretch>
                  <a:fillRect/>
                </a:stretch>
              </p:blipFill>
              <p:spPr>
                <a:xfrm>
                  <a:off x="7076850" y="5717550"/>
                  <a:ext cx="31140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9240" name="Ink 9239">
                  <a:extLst>
                    <a:ext uri="{FF2B5EF4-FFF2-40B4-BE49-F238E27FC236}">
                      <a16:creationId xmlns:a16="http://schemas.microsoft.com/office/drawing/2014/main" id="{D4146211-AD2D-72D6-B5CB-50ADD1FD1556}"/>
                    </a:ext>
                  </a:extLst>
                </p14:cNvPr>
                <p14:cNvContentPartPr/>
                <p14:nvPr/>
              </p14:nvContentPartPr>
              <p14:xfrm>
                <a:off x="6776970" y="5982870"/>
                <a:ext cx="572400" cy="90360"/>
              </p14:xfrm>
            </p:contentPart>
          </mc:Choice>
          <mc:Fallback xmlns="">
            <p:pic>
              <p:nvPicPr>
                <p:cNvPr id="9240" name="Ink 9239">
                  <a:extLst>
                    <a:ext uri="{FF2B5EF4-FFF2-40B4-BE49-F238E27FC236}">
                      <a16:creationId xmlns:a16="http://schemas.microsoft.com/office/drawing/2014/main" id="{D4146211-AD2D-72D6-B5CB-50ADD1FD1556}"/>
                    </a:ext>
                  </a:extLst>
                </p:cNvPr>
                <p:cNvPicPr/>
                <p:nvPr/>
              </p:nvPicPr>
              <p:blipFill>
                <a:blip r:embed="rId232"/>
                <a:stretch>
                  <a:fillRect/>
                </a:stretch>
              </p:blipFill>
              <p:spPr>
                <a:xfrm>
                  <a:off x="6770850" y="5976750"/>
                  <a:ext cx="584640" cy="102600"/>
                </a:xfrm>
                <a:prstGeom prst="rect">
                  <a:avLst/>
                </a:prstGeom>
              </p:spPr>
            </p:pic>
          </mc:Fallback>
        </mc:AlternateContent>
      </p:grpSp>
    </p:spTree>
    <p:extLst>
      <p:ext uri="{BB962C8B-B14F-4D97-AF65-F5344CB8AC3E}">
        <p14:creationId xmlns:p14="http://schemas.microsoft.com/office/powerpoint/2010/main" val="4212373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8EF4A-4FBF-B335-75BA-94CA4E6287C6}"/>
              </a:ext>
            </a:extLst>
          </p:cNvPr>
          <p:cNvSpPr>
            <a:spLocks noGrp="1"/>
          </p:cNvSpPr>
          <p:nvPr>
            <p:ph type="title"/>
          </p:nvPr>
        </p:nvSpPr>
        <p:spPr/>
        <p:txBody>
          <a:bodyPr/>
          <a:lstStyle/>
          <a:p>
            <a:r>
              <a:rPr lang="en-IN" dirty="0"/>
              <a:t>Continue…</a:t>
            </a:r>
          </a:p>
        </p:txBody>
      </p:sp>
      <p:pic>
        <p:nvPicPr>
          <p:cNvPr id="10242" name="Picture 2" descr="Student Notes: Convolutional Neural Networks (CNN) Introduction – Belajar  Pembelajaran Mesin Indonesia">
            <a:extLst>
              <a:ext uri="{FF2B5EF4-FFF2-40B4-BE49-F238E27FC236}">
                <a16:creationId xmlns:a16="http://schemas.microsoft.com/office/drawing/2014/main" id="{3A425215-9C99-84A8-EEBB-B8CCDB4B26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3863" y="1971675"/>
            <a:ext cx="6086475" cy="2914650"/>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a:extLst>
              <a:ext uri="{FF2B5EF4-FFF2-40B4-BE49-F238E27FC236}">
                <a16:creationId xmlns:a16="http://schemas.microsoft.com/office/drawing/2014/main" id="{AACB3521-4F68-BC01-8B5B-AA842AA66CB2}"/>
              </a:ext>
            </a:extLst>
          </p:cNvPr>
          <p:cNvGrpSpPr/>
          <p:nvPr/>
        </p:nvGrpSpPr>
        <p:grpSpPr>
          <a:xfrm>
            <a:off x="3826770" y="4838430"/>
            <a:ext cx="2122200" cy="1317960"/>
            <a:chOff x="3826770" y="4838430"/>
            <a:chExt cx="2122200" cy="131796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701097E-3F75-84F4-2A52-327C38B6D502}"/>
                    </a:ext>
                  </a:extLst>
                </p14:cNvPr>
                <p14:cNvContentPartPr/>
                <p14:nvPr/>
              </p14:nvContentPartPr>
              <p14:xfrm>
                <a:off x="3826770" y="5107710"/>
                <a:ext cx="253440" cy="645120"/>
              </p14:xfrm>
            </p:contentPart>
          </mc:Choice>
          <mc:Fallback xmlns="">
            <p:pic>
              <p:nvPicPr>
                <p:cNvPr id="4" name="Ink 3">
                  <a:extLst>
                    <a:ext uri="{FF2B5EF4-FFF2-40B4-BE49-F238E27FC236}">
                      <a16:creationId xmlns:a16="http://schemas.microsoft.com/office/drawing/2014/main" id="{4701097E-3F75-84F4-2A52-327C38B6D502}"/>
                    </a:ext>
                  </a:extLst>
                </p:cNvPr>
                <p:cNvPicPr/>
                <p:nvPr/>
              </p:nvPicPr>
              <p:blipFill>
                <a:blip r:embed="rId4"/>
                <a:stretch>
                  <a:fillRect/>
                </a:stretch>
              </p:blipFill>
              <p:spPr>
                <a:xfrm>
                  <a:off x="3820650" y="5101590"/>
                  <a:ext cx="265680" cy="657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81DA6BDD-8CBB-85E3-7B56-EC0E54D5AFAF}"/>
                    </a:ext>
                  </a:extLst>
                </p14:cNvPr>
                <p14:cNvContentPartPr/>
                <p14:nvPr/>
              </p14:nvContentPartPr>
              <p14:xfrm>
                <a:off x="4079850" y="5027790"/>
                <a:ext cx="707040" cy="727200"/>
              </p14:xfrm>
            </p:contentPart>
          </mc:Choice>
          <mc:Fallback xmlns="">
            <p:pic>
              <p:nvPicPr>
                <p:cNvPr id="5" name="Ink 4">
                  <a:extLst>
                    <a:ext uri="{FF2B5EF4-FFF2-40B4-BE49-F238E27FC236}">
                      <a16:creationId xmlns:a16="http://schemas.microsoft.com/office/drawing/2014/main" id="{81DA6BDD-8CBB-85E3-7B56-EC0E54D5AFAF}"/>
                    </a:ext>
                  </a:extLst>
                </p:cNvPr>
                <p:cNvPicPr/>
                <p:nvPr/>
              </p:nvPicPr>
              <p:blipFill>
                <a:blip r:embed="rId6"/>
                <a:stretch>
                  <a:fillRect/>
                </a:stretch>
              </p:blipFill>
              <p:spPr>
                <a:xfrm>
                  <a:off x="4073730" y="5021670"/>
                  <a:ext cx="719280" cy="739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BEFBBA4B-B38C-AD5C-92A4-536C3E9ACD71}"/>
                    </a:ext>
                  </a:extLst>
                </p14:cNvPr>
                <p14:cNvContentPartPr/>
                <p14:nvPr/>
              </p14:nvContentPartPr>
              <p14:xfrm>
                <a:off x="3830010" y="5685870"/>
                <a:ext cx="1003320" cy="244080"/>
              </p14:xfrm>
            </p:contentPart>
          </mc:Choice>
          <mc:Fallback xmlns="">
            <p:pic>
              <p:nvPicPr>
                <p:cNvPr id="7" name="Ink 6">
                  <a:extLst>
                    <a:ext uri="{FF2B5EF4-FFF2-40B4-BE49-F238E27FC236}">
                      <a16:creationId xmlns:a16="http://schemas.microsoft.com/office/drawing/2014/main" id="{BEFBBA4B-B38C-AD5C-92A4-536C3E9ACD71}"/>
                    </a:ext>
                  </a:extLst>
                </p:cNvPr>
                <p:cNvPicPr/>
                <p:nvPr/>
              </p:nvPicPr>
              <p:blipFill>
                <a:blip r:embed="rId8"/>
                <a:stretch>
                  <a:fillRect/>
                </a:stretch>
              </p:blipFill>
              <p:spPr>
                <a:xfrm>
                  <a:off x="3823890" y="5679750"/>
                  <a:ext cx="101556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D5FE6682-B1C6-A170-5216-F0C923BE3F37}"/>
                    </a:ext>
                  </a:extLst>
                </p14:cNvPr>
                <p14:cNvContentPartPr/>
                <p14:nvPr/>
              </p14:nvContentPartPr>
              <p14:xfrm>
                <a:off x="4201170" y="4953630"/>
                <a:ext cx="870120" cy="496440"/>
              </p14:xfrm>
            </p:contentPart>
          </mc:Choice>
          <mc:Fallback xmlns="">
            <p:pic>
              <p:nvPicPr>
                <p:cNvPr id="9" name="Ink 8">
                  <a:extLst>
                    <a:ext uri="{FF2B5EF4-FFF2-40B4-BE49-F238E27FC236}">
                      <a16:creationId xmlns:a16="http://schemas.microsoft.com/office/drawing/2014/main" id="{D5FE6682-B1C6-A170-5216-F0C923BE3F37}"/>
                    </a:ext>
                  </a:extLst>
                </p:cNvPr>
                <p:cNvPicPr/>
                <p:nvPr/>
              </p:nvPicPr>
              <p:blipFill>
                <a:blip r:embed="rId10"/>
                <a:stretch>
                  <a:fillRect/>
                </a:stretch>
              </p:blipFill>
              <p:spPr>
                <a:xfrm>
                  <a:off x="4195050" y="4947510"/>
                  <a:ext cx="882360" cy="5086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A0FC2184-D739-030F-CFB0-25017866DCD3}"/>
                    </a:ext>
                  </a:extLst>
                </p14:cNvPr>
                <p14:cNvContentPartPr/>
                <p14:nvPr/>
              </p14:nvContentPartPr>
              <p14:xfrm>
                <a:off x="4430130" y="4838430"/>
                <a:ext cx="822240" cy="342720"/>
              </p14:xfrm>
            </p:contentPart>
          </mc:Choice>
          <mc:Fallback xmlns="">
            <p:pic>
              <p:nvPicPr>
                <p:cNvPr id="11" name="Ink 10">
                  <a:extLst>
                    <a:ext uri="{FF2B5EF4-FFF2-40B4-BE49-F238E27FC236}">
                      <a16:creationId xmlns:a16="http://schemas.microsoft.com/office/drawing/2014/main" id="{A0FC2184-D739-030F-CFB0-25017866DCD3}"/>
                    </a:ext>
                  </a:extLst>
                </p:cNvPr>
                <p:cNvPicPr/>
                <p:nvPr/>
              </p:nvPicPr>
              <p:blipFill>
                <a:blip r:embed="rId12"/>
                <a:stretch>
                  <a:fillRect/>
                </a:stretch>
              </p:blipFill>
              <p:spPr>
                <a:xfrm>
                  <a:off x="4424010" y="4832310"/>
                  <a:ext cx="83448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4BC0417B-C9A0-8E6F-B100-C14F0179617F}"/>
                    </a:ext>
                  </a:extLst>
                </p14:cNvPr>
                <p14:cNvContentPartPr/>
                <p14:nvPr/>
              </p14:nvContentPartPr>
              <p14:xfrm>
                <a:off x="4115850" y="6002310"/>
                <a:ext cx="235800" cy="154080"/>
              </p14:xfrm>
            </p:contentPart>
          </mc:Choice>
          <mc:Fallback xmlns="">
            <p:pic>
              <p:nvPicPr>
                <p:cNvPr id="12" name="Ink 11">
                  <a:extLst>
                    <a:ext uri="{FF2B5EF4-FFF2-40B4-BE49-F238E27FC236}">
                      <a16:creationId xmlns:a16="http://schemas.microsoft.com/office/drawing/2014/main" id="{4BC0417B-C9A0-8E6F-B100-C14F0179617F}"/>
                    </a:ext>
                  </a:extLst>
                </p:cNvPr>
                <p:cNvPicPr/>
                <p:nvPr/>
              </p:nvPicPr>
              <p:blipFill>
                <a:blip r:embed="rId14"/>
                <a:stretch>
                  <a:fillRect/>
                </a:stretch>
              </p:blipFill>
              <p:spPr>
                <a:xfrm>
                  <a:off x="4109730" y="5996190"/>
                  <a:ext cx="2480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0CC54B45-63CD-228E-1360-750E9785ADA6}"/>
                    </a:ext>
                  </a:extLst>
                </p14:cNvPr>
                <p14:cNvContentPartPr/>
                <p14:nvPr/>
              </p14:nvContentPartPr>
              <p14:xfrm>
                <a:off x="4389090" y="6010230"/>
                <a:ext cx="162360" cy="104400"/>
              </p14:xfrm>
            </p:contentPart>
          </mc:Choice>
          <mc:Fallback xmlns="">
            <p:pic>
              <p:nvPicPr>
                <p:cNvPr id="13" name="Ink 12">
                  <a:extLst>
                    <a:ext uri="{FF2B5EF4-FFF2-40B4-BE49-F238E27FC236}">
                      <a16:creationId xmlns:a16="http://schemas.microsoft.com/office/drawing/2014/main" id="{0CC54B45-63CD-228E-1360-750E9785ADA6}"/>
                    </a:ext>
                  </a:extLst>
                </p:cNvPr>
                <p:cNvPicPr/>
                <p:nvPr/>
              </p:nvPicPr>
              <p:blipFill>
                <a:blip r:embed="rId16"/>
                <a:stretch>
                  <a:fillRect/>
                </a:stretch>
              </p:blipFill>
              <p:spPr>
                <a:xfrm>
                  <a:off x="4382970" y="6004110"/>
                  <a:ext cx="1746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ED1391B4-2CE7-DEE2-1A85-47E7D4FFD406}"/>
                    </a:ext>
                  </a:extLst>
                </p14:cNvPr>
                <p14:cNvContentPartPr/>
                <p14:nvPr/>
              </p14:nvContentPartPr>
              <p14:xfrm>
                <a:off x="4573770" y="5978190"/>
                <a:ext cx="228240" cy="124200"/>
              </p14:xfrm>
            </p:contentPart>
          </mc:Choice>
          <mc:Fallback xmlns="">
            <p:pic>
              <p:nvPicPr>
                <p:cNvPr id="14" name="Ink 13">
                  <a:extLst>
                    <a:ext uri="{FF2B5EF4-FFF2-40B4-BE49-F238E27FC236}">
                      <a16:creationId xmlns:a16="http://schemas.microsoft.com/office/drawing/2014/main" id="{ED1391B4-2CE7-DEE2-1A85-47E7D4FFD406}"/>
                    </a:ext>
                  </a:extLst>
                </p:cNvPr>
                <p:cNvPicPr/>
                <p:nvPr/>
              </p:nvPicPr>
              <p:blipFill>
                <a:blip r:embed="rId18"/>
                <a:stretch>
                  <a:fillRect/>
                </a:stretch>
              </p:blipFill>
              <p:spPr>
                <a:xfrm>
                  <a:off x="4567650" y="5972070"/>
                  <a:ext cx="2404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A42622EB-AA69-D523-1CF8-D558619CCF77}"/>
                    </a:ext>
                  </a:extLst>
                </p14:cNvPr>
                <p14:cNvContentPartPr/>
                <p14:nvPr/>
              </p14:nvContentPartPr>
              <p14:xfrm>
                <a:off x="4845570" y="5969190"/>
                <a:ext cx="137160" cy="106560"/>
              </p14:xfrm>
            </p:contentPart>
          </mc:Choice>
          <mc:Fallback xmlns="">
            <p:pic>
              <p:nvPicPr>
                <p:cNvPr id="15" name="Ink 14">
                  <a:extLst>
                    <a:ext uri="{FF2B5EF4-FFF2-40B4-BE49-F238E27FC236}">
                      <a16:creationId xmlns:a16="http://schemas.microsoft.com/office/drawing/2014/main" id="{A42622EB-AA69-D523-1CF8-D558619CCF77}"/>
                    </a:ext>
                  </a:extLst>
                </p:cNvPr>
                <p:cNvPicPr/>
                <p:nvPr/>
              </p:nvPicPr>
              <p:blipFill>
                <a:blip r:embed="rId20"/>
                <a:stretch>
                  <a:fillRect/>
                </a:stretch>
              </p:blipFill>
              <p:spPr>
                <a:xfrm>
                  <a:off x="4839450" y="5963070"/>
                  <a:ext cx="1494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B561823E-FC6E-0714-944F-6901BF3AB30F}"/>
                    </a:ext>
                  </a:extLst>
                </p14:cNvPr>
                <p14:cNvContentPartPr/>
                <p14:nvPr/>
              </p14:nvContentPartPr>
              <p14:xfrm>
                <a:off x="4798770" y="5963790"/>
                <a:ext cx="128520" cy="56520"/>
              </p14:xfrm>
            </p:contentPart>
          </mc:Choice>
          <mc:Fallback xmlns="">
            <p:pic>
              <p:nvPicPr>
                <p:cNvPr id="16" name="Ink 15">
                  <a:extLst>
                    <a:ext uri="{FF2B5EF4-FFF2-40B4-BE49-F238E27FC236}">
                      <a16:creationId xmlns:a16="http://schemas.microsoft.com/office/drawing/2014/main" id="{B561823E-FC6E-0714-944F-6901BF3AB30F}"/>
                    </a:ext>
                  </a:extLst>
                </p:cNvPr>
                <p:cNvPicPr/>
                <p:nvPr/>
              </p:nvPicPr>
              <p:blipFill>
                <a:blip r:embed="rId22"/>
                <a:stretch>
                  <a:fillRect/>
                </a:stretch>
              </p:blipFill>
              <p:spPr>
                <a:xfrm>
                  <a:off x="4792650" y="5957670"/>
                  <a:ext cx="14076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4A9FAF2B-B643-2FAD-97E7-DFF41F563604}"/>
                    </a:ext>
                  </a:extLst>
                </p14:cNvPr>
                <p14:cNvContentPartPr/>
                <p14:nvPr/>
              </p14:nvContentPartPr>
              <p14:xfrm>
                <a:off x="4957890" y="5895030"/>
                <a:ext cx="291240" cy="186480"/>
              </p14:xfrm>
            </p:contentPart>
          </mc:Choice>
          <mc:Fallback xmlns="">
            <p:pic>
              <p:nvPicPr>
                <p:cNvPr id="17" name="Ink 16">
                  <a:extLst>
                    <a:ext uri="{FF2B5EF4-FFF2-40B4-BE49-F238E27FC236}">
                      <a16:creationId xmlns:a16="http://schemas.microsoft.com/office/drawing/2014/main" id="{4A9FAF2B-B643-2FAD-97E7-DFF41F563604}"/>
                    </a:ext>
                  </a:extLst>
                </p:cNvPr>
                <p:cNvPicPr/>
                <p:nvPr/>
              </p:nvPicPr>
              <p:blipFill>
                <a:blip r:embed="rId24"/>
                <a:stretch>
                  <a:fillRect/>
                </a:stretch>
              </p:blipFill>
              <p:spPr>
                <a:xfrm>
                  <a:off x="4951770" y="5888910"/>
                  <a:ext cx="30348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B1633A38-5BA8-88DF-98B6-64FF12A020EC}"/>
                    </a:ext>
                  </a:extLst>
                </p14:cNvPr>
                <p14:cNvContentPartPr/>
                <p14:nvPr/>
              </p14:nvContentPartPr>
              <p14:xfrm>
                <a:off x="5433090" y="5619990"/>
                <a:ext cx="515880" cy="164160"/>
              </p14:xfrm>
            </p:contentPart>
          </mc:Choice>
          <mc:Fallback xmlns="">
            <p:pic>
              <p:nvPicPr>
                <p:cNvPr id="18" name="Ink 17">
                  <a:extLst>
                    <a:ext uri="{FF2B5EF4-FFF2-40B4-BE49-F238E27FC236}">
                      <a16:creationId xmlns:a16="http://schemas.microsoft.com/office/drawing/2014/main" id="{B1633A38-5BA8-88DF-98B6-64FF12A020EC}"/>
                    </a:ext>
                  </a:extLst>
                </p:cNvPr>
                <p:cNvPicPr/>
                <p:nvPr/>
              </p:nvPicPr>
              <p:blipFill>
                <a:blip r:embed="rId26"/>
                <a:stretch>
                  <a:fillRect/>
                </a:stretch>
              </p:blipFill>
              <p:spPr>
                <a:xfrm>
                  <a:off x="5426970" y="5613870"/>
                  <a:ext cx="528120" cy="176400"/>
                </a:xfrm>
                <a:prstGeom prst="rect">
                  <a:avLst/>
                </a:prstGeom>
              </p:spPr>
            </p:pic>
          </mc:Fallback>
        </mc:AlternateContent>
      </p:grpSp>
      <p:grpSp>
        <p:nvGrpSpPr>
          <p:cNvPr id="22" name="Group 21">
            <a:extLst>
              <a:ext uri="{FF2B5EF4-FFF2-40B4-BE49-F238E27FC236}">
                <a16:creationId xmlns:a16="http://schemas.microsoft.com/office/drawing/2014/main" id="{A400F7CA-269A-5C69-B9B3-2F6E8C32807A}"/>
              </a:ext>
            </a:extLst>
          </p:cNvPr>
          <p:cNvGrpSpPr/>
          <p:nvPr/>
        </p:nvGrpSpPr>
        <p:grpSpPr>
          <a:xfrm>
            <a:off x="6911250" y="2477190"/>
            <a:ext cx="1277280" cy="1089000"/>
            <a:chOff x="6911250" y="2477190"/>
            <a:chExt cx="1277280" cy="1089000"/>
          </a:xfrm>
        </p:grpSpPr>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D98AD7D7-84CF-D879-6779-DAFC06F7F4B8}"/>
                    </a:ext>
                  </a:extLst>
                </p14:cNvPr>
                <p14:cNvContentPartPr/>
                <p14:nvPr/>
              </p14:nvContentPartPr>
              <p14:xfrm>
                <a:off x="6911250" y="2622270"/>
                <a:ext cx="84600" cy="207000"/>
              </p14:xfrm>
            </p:contentPart>
          </mc:Choice>
          <mc:Fallback xmlns="">
            <p:pic>
              <p:nvPicPr>
                <p:cNvPr id="20" name="Ink 19">
                  <a:extLst>
                    <a:ext uri="{FF2B5EF4-FFF2-40B4-BE49-F238E27FC236}">
                      <a16:creationId xmlns:a16="http://schemas.microsoft.com/office/drawing/2014/main" id="{D98AD7D7-84CF-D879-6779-DAFC06F7F4B8}"/>
                    </a:ext>
                  </a:extLst>
                </p:cNvPr>
                <p:cNvPicPr/>
                <p:nvPr/>
              </p:nvPicPr>
              <p:blipFill>
                <a:blip r:embed="rId28"/>
                <a:stretch>
                  <a:fillRect/>
                </a:stretch>
              </p:blipFill>
              <p:spPr>
                <a:xfrm>
                  <a:off x="6905130" y="2616150"/>
                  <a:ext cx="968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6FDD0F09-FEC4-085D-A21D-5E82F2B30352}"/>
                    </a:ext>
                  </a:extLst>
                </p14:cNvPr>
                <p14:cNvContentPartPr/>
                <p14:nvPr/>
              </p14:nvContentPartPr>
              <p14:xfrm>
                <a:off x="7036170" y="2477190"/>
                <a:ext cx="1152360" cy="1089000"/>
              </p14:xfrm>
            </p:contentPart>
          </mc:Choice>
          <mc:Fallback xmlns="">
            <p:pic>
              <p:nvPicPr>
                <p:cNvPr id="21" name="Ink 20">
                  <a:extLst>
                    <a:ext uri="{FF2B5EF4-FFF2-40B4-BE49-F238E27FC236}">
                      <a16:creationId xmlns:a16="http://schemas.microsoft.com/office/drawing/2014/main" id="{6FDD0F09-FEC4-085D-A21D-5E82F2B30352}"/>
                    </a:ext>
                  </a:extLst>
                </p:cNvPr>
                <p:cNvPicPr/>
                <p:nvPr/>
              </p:nvPicPr>
              <p:blipFill>
                <a:blip r:embed="rId30"/>
                <a:stretch>
                  <a:fillRect/>
                </a:stretch>
              </p:blipFill>
              <p:spPr>
                <a:xfrm>
                  <a:off x="7030050" y="2471070"/>
                  <a:ext cx="1164600" cy="1101240"/>
                </a:xfrm>
                <a:prstGeom prst="rect">
                  <a:avLst/>
                </a:prstGeom>
              </p:spPr>
            </p:pic>
          </mc:Fallback>
        </mc:AlternateContent>
      </p:grpSp>
      <p:grpSp>
        <p:nvGrpSpPr>
          <p:cNvPr id="31" name="Group 30">
            <a:extLst>
              <a:ext uri="{FF2B5EF4-FFF2-40B4-BE49-F238E27FC236}">
                <a16:creationId xmlns:a16="http://schemas.microsoft.com/office/drawing/2014/main" id="{2E4278EE-296B-D1CA-E511-20C35D417C91}"/>
              </a:ext>
            </a:extLst>
          </p:cNvPr>
          <p:cNvGrpSpPr/>
          <p:nvPr/>
        </p:nvGrpSpPr>
        <p:grpSpPr>
          <a:xfrm>
            <a:off x="8107890" y="4201230"/>
            <a:ext cx="1388160" cy="463680"/>
            <a:chOff x="8107890" y="4201230"/>
            <a:chExt cx="1388160" cy="463680"/>
          </a:xfrm>
        </p:grpSpPr>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5D70725B-2683-53CC-86CD-AC244AB9EF3B}"/>
                    </a:ext>
                  </a:extLst>
                </p14:cNvPr>
                <p14:cNvContentPartPr/>
                <p14:nvPr/>
              </p14:nvContentPartPr>
              <p14:xfrm>
                <a:off x="8107890" y="4203030"/>
                <a:ext cx="187920" cy="247320"/>
              </p14:xfrm>
            </p:contentPart>
          </mc:Choice>
          <mc:Fallback xmlns="">
            <p:pic>
              <p:nvPicPr>
                <p:cNvPr id="23" name="Ink 22">
                  <a:extLst>
                    <a:ext uri="{FF2B5EF4-FFF2-40B4-BE49-F238E27FC236}">
                      <a16:creationId xmlns:a16="http://schemas.microsoft.com/office/drawing/2014/main" id="{5D70725B-2683-53CC-86CD-AC244AB9EF3B}"/>
                    </a:ext>
                  </a:extLst>
                </p:cNvPr>
                <p:cNvPicPr/>
                <p:nvPr/>
              </p:nvPicPr>
              <p:blipFill>
                <a:blip r:embed="rId32"/>
                <a:stretch>
                  <a:fillRect/>
                </a:stretch>
              </p:blipFill>
              <p:spPr>
                <a:xfrm>
                  <a:off x="8101770" y="4196910"/>
                  <a:ext cx="2001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98F26FEF-CEAE-36BD-709D-F5F24A03610D}"/>
                    </a:ext>
                  </a:extLst>
                </p14:cNvPr>
                <p14:cNvContentPartPr/>
                <p14:nvPr/>
              </p14:nvContentPartPr>
              <p14:xfrm>
                <a:off x="8436570" y="4250550"/>
                <a:ext cx="93600" cy="148680"/>
              </p14:xfrm>
            </p:contentPart>
          </mc:Choice>
          <mc:Fallback xmlns="">
            <p:pic>
              <p:nvPicPr>
                <p:cNvPr id="24" name="Ink 23">
                  <a:extLst>
                    <a:ext uri="{FF2B5EF4-FFF2-40B4-BE49-F238E27FC236}">
                      <a16:creationId xmlns:a16="http://schemas.microsoft.com/office/drawing/2014/main" id="{98F26FEF-CEAE-36BD-709D-F5F24A03610D}"/>
                    </a:ext>
                  </a:extLst>
                </p:cNvPr>
                <p:cNvPicPr/>
                <p:nvPr/>
              </p:nvPicPr>
              <p:blipFill>
                <a:blip r:embed="rId34"/>
                <a:stretch>
                  <a:fillRect/>
                </a:stretch>
              </p:blipFill>
              <p:spPr>
                <a:xfrm>
                  <a:off x="8430450" y="4244430"/>
                  <a:ext cx="10584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Ink 24">
                  <a:extLst>
                    <a:ext uri="{FF2B5EF4-FFF2-40B4-BE49-F238E27FC236}">
                      <a16:creationId xmlns:a16="http://schemas.microsoft.com/office/drawing/2014/main" id="{C09041DE-6DD3-9836-55DB-1FA1DFDE5203}"/>
                    </a:ext>
                  </a:extLst>
                </p14:cNvPr>
                <p14:cNvContentPartPr/>
                <p14:nvPr/>
              </p14:nvContentPartPr>
              <p14:xfrm>
                <a:off x="8401650" y="4271790"/>
                <a:ext cx="181440" cy="126000"/>
              </p14:xfrm>
            </p:contentPart>
          </mc:Choice>
          <mc:Fallback xmlns="">
            <p:pic>
              <p:nvPicPr>
                <p:cNvPr id="25" name="Ink 24">
                  <a:extLst>
                    <a:ext uri="{FF2B5EF4-FFF2-40B4-BE49-F238E27FC236}">
                      <a16:creationId xmlns:a16="http://schemas.microsoft.com/office/drawing/2014/main" id="{C09041DE-6DD3-9836-55DB-1FA1DFDE5203}"/>
                    </a:ext>
                  </a:extLst>
                </p:cNvPr>
                <p:cNvPicPr/>
                <p:nvPr/>
              </p:nvPicPr>
              <p:blipFill>
                <a:blip r:embed="rId36"/>
                <a:stretch>
                  <a:fillRect/>
                </a:stretch>
              </p:blipFill>
              <p:spPr>
                <a:xfrm>
                  <a:off x="8395530" y="4265670"/>
                  <a:ext cx="1936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90FC28CD-0545-9A3C-F820-EE6F8FD09878}"/>
                    </a:ext>
                  </a:extLst>
                </p14:cNvPr>
                <p14:cNvContentPartPr/>
                <p14:nvPr/>
              </p14:nvContentPartPr>
              <p14:xfrm>
                <a:off x="8629890" y="4252350"/>
                <a:ext cx="165600" cy="144720"/>
              </p14:xfrm>
            </p:contentPart>
          </mc:Choice>
          <mc:Fallback xmlns="">
            <p:pic>
              <p:nvPicPr>
                <p:cNvPr id="26" name="Ink 25">
                  <a:extLst>
                    <a:ext uri="{FF2B5EF4-FFF2-40B4-BE49-F238E27FC236}">
                      <a16:creationId xmlns:a16="http://schemas.microsoft.com/office/drawing/2014/main" id="{90FC28CD-0545-9A3C-F820-EE6F8FD09878}"/>
                    </a:ext>
                  </a:extLst>
                </p:cNvPr>
                <p:cNvPicPr/>
                <p:nvPr/>
              </p:nvPicPr>
              <p:blipFill>
                <a:blip r:embed="rId38"/>
                <a:stretch>
                  <a:fillRect/>
                </a:stretch>
              </p:blipFill>
              <p:spPr>
                <a:xfrm>
                  <a:off x="8623770" y="4246230"/>
                  <a:ext cx="17784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F5995324-2E4B-7DC1-2142-1AED544DCF60}"/>
                    </a:ext>
                  </a:extLst>
                </p14:cNvPr>
                <p14:cNvContentPartPr/>
                <p14:nvPr/>
              </p14:nvContentPartPr>
              <p14:xfrm>
                <a:off x="8998530" y="4219230"/>
                <a:ext cx="91080" cy="178200"/>
              </p14:xfrm>
            </p:contentPart>
          </mc:Choice>
          <mc:Fallback xmlns="">
            <p:pic>
              <p:nvPicPr>
                <p:cNvPr id="27" name="Ink 26">
                  <a:extLst>
                    <a:ext uri="{FF2B5EF4-FFF2-40B4-BE49-F238E27FC236}">
                      <a16:creationId xmlns:a16="http://schemas.microsoft.com/office/drawing/2014/main" id="{F5995324-2E4B-7DC1-2142-1AED544DCF60}"/>
                    </a:ext>
                  </a:extLst>
                </p:cNvPr>
                <p:cNvPicPr/>
                <p:nvPr/>
              </p:nvPicPr>
              <p:blipFill>
                <a:blip r:embed="rId40"/>
                <a:stretch>
                  <a:fillRect/>
                </a:stretch>
              </p:blipFill>
              <p:spPr>
                <a:xfrm>
                  <a:off x="8992410" y="4213110"/>
                  <a:ext cx="10332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FDFAF3D5-E300-A77E-0CE1-CD19784DE742}"/>
                    </a:ext>
                  </a:extLst>
                </p14:cNvPr>
                <p14:cNvContentPartPr/>
                <p14:nvPr/>
              </p14:nvContentPartPr>
              <p14:xfrm>
                <a:off x="8964330" y="4248390"/>
                <a:ext cx="134640" cy="117720"/>
              </p14:xfrm>
            </p:contentPart>
          </mc:Choice>
          <mc:Fallback xmlns="">
            <p:pic>
              <p:nvPicPr>
                <p:cNvPr id="28" name="Ink 27">
                  <a:extLst>
                    <a:ext uri="{FF2B5EF4-FFF2-40B4-BE49-F238E27FC236}">
                      <a16:creationId xmlns:a16="http://schemas.microsoft.com/office/drawing/2014/main" id="{FDFAF3D5-E300-A77E-0CE1-CD19784DE742}"/>
                    </a:ext>
                  </a:extLst>
                </p:cNvPr>
                <p:cNvPicPr/>
                <p:nvPr/>
              </p:nvPicPr>
              <p:blipFill>
                <a:blip r:embed="rId42"/>
                <a:stretch>
                  <a:fillRect/>
                </a:stretch>
              </p:blipFill>
              <p:spPr>
                <a:xfrm>
                  <a:off x="8958210" y="4242270"/>
                  <a:ext cx="1468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0ECEDD9C-058A-41DB-4A09-8A36DC4D3DC5}"/>
                    </a:ext>
                  </a:extLst>
                </p14:cNvPr>
                <p14:cNvContentPartPr/>
                <p14:nvPr/>
              </p14:nvContentPartPr>
              <p14:xfrm>
                <a:off x="9286530" y="4201230"/>
                <a:ext cx="209520" cy="234000"/>
              </p14:xfrm>
            </p:contentPart>
          </mc:Choice>
          <mc:Fallback xmlns="">
            <p:pic>
              <p:nvPicPr>
                <p:cNvPr id="29" name="Ink 28">
                  <a:extLst>
                    <a:ext uri="{FF2B5EF4-FFF2-40B4-BE49-F238E27FC236}">
                      <a16:creationId xmlns:a16="http://schemas.microsoft.com/office/drawing/2014/main" id="{0ECEDD9C-058A-41DB-4A09-8A36DC4D3DC5}"/>
                    </a:ext>
                  </a:extLst>
                </p:cNvPr>
                <p:cNvPicPr/>
                <p:nvPr/>
              </p:nvPicPr>
              <p:blipFill>
                <a:blip r:embed="rId44"/>
                <a:stretch>
                  <a:fillRect/>
                </a:stretch>
              </p:blipFill>
              <p:spPr>
                <a:xfrm>
                  <a:off x="9280410" y="4195110"/>
                  <a:ext cx="22176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563977EF-9BD1-E212-59C7-6A12C8ECDB3F}"/>
                    </a:ext>
                  </a:extLst>
                </p14:cNvPr>
                <p14:cNvContentPartPr/>
                <p14:nvPr/>
              </p14:nvContentPartPr>
              <p14:xfrm>
                <a:off x="8511810" y="4566990"/>
                <a:ext cx="705960" cy="97920"/>
              </p14:xfrm>
            </p:contentPart>
          </mc:Choice>
          <mc:Fallback xmlns="">
            <p:pic>
              <p:nvPicPr>
                <p:cNvPr id="30" name="Ink 29">
                  <a:extLst>
                    <a:ext uri="{FF2B5EF4-FFF2-40B4-BE49-F238E27FC236}">
                      <a16:creationId xmlns:a16="http://schemas.microsoft.com/office/drawing/2014/main" id="{563977EF-9BD1-E212-59C7-6A12C8ECDB3F}"/>
                    </a:ext>
                  </a:extLst>
                </p:cNvPr>
                <p:cNvPicPr/>
                <p:nvPr/>
              </p:nvPicPr>
              <p:blipFill>
                <a:blip r:embed="rId46"/>
                <a:stretch>
                  <a:fillRect/>
                </a:stretch>
              </p:blipFill>
              <p:spPr>
                <a:xfrm>
                  <a:off x="8505690" y="4560870"/>
                  <a:ext cx="718200" cy="110160"/>
                </a:xfrm>
                <a:prstGeom prst="rect">
                  <a:avLst/>
                </a:prstGeom>
              </p:spPr>
            </p:pic>
          </mc:Fallback>
        </mc:AlternateContent>
      </p:grpSp>
      <p:grpSp>
        <p:nvGrpSpPr>
          <p:cNvPr id="52" name="Group 51">
            <a:extLst>
              <a:ext uri="{FF2B5EF4-FFF2-40B4-BE49-F238E27FC236}">
                <a16:creationId xmlns:a16="http://schemas.microsoft.com/office/drawing/2014/main" id="{A61A79C9-500C-B733-76E5-7AFE2D204F55}"/>
              </a:ext>
            </a:extLst>
          </p:cNvPr>
          <p:cNvGrpSpPr/>
          <p:nvPr/>
        </p:nvGrpSpPr>
        <p:grpSpPr>
          <a:xfrm>
            <a:off x="7545570" y="5353950"/>
            <a:ext cx="362520" cy="267840"/>
            <a:chOff x="7545570" y="5353950"/>
            <a:chExt cx="362520" cy="267840"/>
          </a:xfrm>
        </p:grpSpPr>
        <mc:AlternateContent xmlns:mc="http://schemas.openxmlformats.org/markup-compatibility/2006" xmlns:p14="http://schemas.microsoft.com/office/powerpoint/2010/main">
          <mc:Choice Requires="p14">
            <p:contentPart p14:bwMode="auto" r:id="rId47">
              <p14:nvContentPartPr>
                <p14:cNvPr id="32" name="Ink 31">
                  <a:extLst>
                    <a:ext uri="{FF2B5EF4-FFF2-40B4-BE49-F238E27FC236}">
                      <a16:creationId xmlns:a16="http://schemas.microsoft.com/office/drawing/2014/main" id="{FA694AAF-7575-A55E-B398-B1623B47A1EF}"/>
                    </a:ext>
                  </a:extLst>
                </p14:cNvPr>
                <p14:cNvContentPartPr/>
                <p14:nvPr/>
              </p14:nvContentPartPr>
              <p14:xfrm>
                <a:off x="7690650" y="5366550"/>
                <a:ext cx="189360" cy="225720"/>
              </p14:xfrm>
            </p:contentPart>
          </mc:Choice>
          <mc:Fallback xmlns="">
            <p:pic>
              <p:nvPicPr>
                <p:cNvPr id="32" name="Ink 31">
                  <a:extLst>
                    <a:ext uri="{FF2B5EF4-FFF2-40B4-BE49-F238E27FC236}">
                      <a16:creationId xmlns:a16="http://schemas.microsoft.com/office/drawing/2014/main" id="{FA694AAF-7575-A55E-B398-B1623B47A1EF}"/>
                    </a:ext>
                  </a:extLst>
                </p:cNvPr>
                <p:cNvPicPr/>
                <p:nvPr/>
              </p:nvPicPr>
              <p:blipFill>
                <a:blip r:embed="rId48"/>
                <a:stretch>
                  <a:fillRect/>
                </a:stretch>
              </p:blipFill>
              <p:spPr>
                <a:xfrm>
                  <a:off x="7684530" y="5360430"/>
                  <a:ext cx="20160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3" name="Ink 32">
                  <a:extLst>
                    <a:ext uri="{FF2B5EF4-FFF2-40B4-BE49-F238E27FC236}">
                      <a16:creationId xmlns:a16="http://schemas.microsoft.com/office/drawing/2014/main" id="{23F9FF72-56A6-C220-EBFC-DAF05531BB69}"/>
                    </a:ext>
                  </a:extLst>
                </p14:cNvPr>
                <p14:cNvContentPartPr/>
                <p14:nvPr/>
              </p14:nvContentPartPr>
              <p14:xfrm>
                <a:off x="7604970" y="5396790"/>
                <a:ext cx="303120" cy="195840"/>
              </p14:xfrm>
            </p:contentPart>
          </mc:Choice>
          <mc:Fallback xmlns="">
            <p:pic>
              <p:nvPicPr>
                <p:cNvPr id="33" name="Ink 32">
                  <a:extLst>
                    <a:ext uri="{FF2B5EF4-FFF2-40B4-BE49-F238E27FC236}">
                      <a16:creationId xmlns:a16="http://schemas.microsoft.com/office/drawing/2014/main" id="{23F9FF72-56A6-C220-EBFC-DAF05531BB69}"/>
                    </a:ext>
                  </a:extLst>
                </p:cNvPr>
                <p:cNvPicPr/>
                <p:nvPr/>
              </p:nvPicPr>
              <p:blipFill>
                <a:blip r:embed="rId50"/>
                <a:stretch>
                  <a:fillRect/>
                </a:stretch>
              </p:blipFill>
              <p:spPr>
                <a:xfrm>
                  <a:off x="7598850" y="5390670"/>
                  <a:ext cx="3153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4" name="Ink 33">
                  <a:extLst>
                    <a:ext uri="{FF2B5EF4-FFF2-40B4-BE49-F238E27FC236}">
                      <a16:creationId xmlns:a16="http://schemas.microsoft.com/office/drawing/2014/main" id="{1CABC8F4-DDBA-BBAB-35D6-BB91F8409B95}"/>
                    </a:ext>
                  </a:extLst>
                </p14:cNvPr>
                <p14:cNvContentPartPr/>
                <p14:nvPr/>
              </p14:nvContentPartPr>
              <p14:xfrm>
                <a:off x="7545570" y="5467350"/>
                <a:ext cx="361800" cy="60840"/>
              </p14:xfrm>
            </p:contentPart>
          </mc:Choice>
          <mc:Fallback xmlns="">
            <p:pic>
              <p:nvPicPr>
                <p:cNvPr id="34" name="Ink 33">
                  <a:extLst>
                    <a:ext uri="{FF2B5EF4-FFF2-40B4-BE49-F238E27FC236}">
                      <a16:creationId xmlns:a16="http://schemas.microsoft.com/office/drawing/2014/main" id="{1CABC8F4-DDBA-BBAB-35D6-BB91F8409B95}"/>
                    </a:ext>
                  </a:extLst>
                </p:cNvPr>
                <p:cNvPicPr/>
                <p:nvPr/>
              </p:nvPicPr>
              <p:blipFill>
                <a:blip r:embed="rId52"/>
                <a:stretch>
                  <a:fillRect/>
                </a:stretch>
              </p:blipFill>
              <p:spPr>
                <a:xfrm>
                  <a:off x="7539450" y="5461230"/>
                  <a:ext cx="37404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Ink 34">
                  <a:extLst>
                    <a:ext uri="{FF2B5EF4-FFF2-40B4-BE49-F238E27FC236}">
                      <a16:creationId xmlns:a16="http://schemas.microsoft.com/office/drawing/2014/main" id="{399E6590-6C36-1C22-4DD8-2530ABD7759C}"/>
                    </a:ext>
                  </a:extLst>
                </p14:cNvPr>
                <p14:cNvContentPartPr/>
                <p14:nvPr/>
              </p14:nvContentPartPr>
              <p14:xfrm>
                <a:off x="7770570" y="5353950"/>
                <a:ext cx="30960" cy="267840"/>
              </p14:xfrm>
            </p:contentPart>
          </mc:Choice>
          <mc:Fallback xmlns="">
            <p:pic>
              <p:nvPicPr>
                <p:cNvPr id="35" name="Ink 34">
                  <a:extLst>
                    <a:ext uri="{FF2B5EF4-FFF2-40B4-BE49-F238E27FC236}">
                      <a16:creationId xmlns:a16="http://schemas.microsoft.com/office/drawing/2014/main" id="{399E6590-6C36-1C22-4DD8-2530ABD7759C}"/>
                    </a:ext>
                  </a:extLst>
                </p:cNvPr>
                <p:cNvPicPr/>
                <p:nvPr/>
              </p:nvPicPr>
              <p:blipFill>
                <a:blip r:embed="rId54"/>
                <a:stretch>
                  <a:fillRect/>
                </a:stretch>
              </p:blipFill>
              <p:spPr>
                <a:xfrm>
                  <a:off x="7764450" y="5347830"/>
                  <a:ext cx="43200" cy="280080"/>
                </a:xfrm>
                <a:prstGeom prst="rect">
                  <a:avLst/>
                </a:prstGeom>
              </p:spPr>
            </p:pic>
          </mc:Fallback>
        </mc:AlternateContent>
      </p:grpSp>
      <p:grpSp>
        <p:nvGrpSpPr>
          <p:cNvPr id="51" name="Group 50">
            <a:extLst>
              <a:ext uri="{FF2B5EF4-FFF2-40B4-BE49-F238E27FC236}">
                <a16:creationId xmlns:a16="http://schemas.microsoft.com/office/drawing/2014/main" id="{BEEB3752-6F5D-3726-0E39-2147FF42420F}"/>
              </a:ext>
            </a:extLst>
          </p:cNvPr>
          <p:cNvGrpSpPr/>
          <p:nvPr/>
        </p:nvGrpSpPr>
        <p:grpSpPr>
          <a:xfrm>
            <a:off x="8291490" y="5000790"/>
            <a:ext cx="3326400" cy="1137240"/>
            <a:chOff x="8291490" y="5000790"/>
            <a:chExt cx="3326400" cy="1137240"/>
          </a:xfrm>
        </p:grpSpPr>
        <mc:AlternateContent xmlns:mc="http://schemas.openxmlformats.org/markup-compatibility/2006" xmlns:p14="http://schemas.microsoft.com/office/powerpoint/2010/main">
          <mc:Choice Requires="p14">
            <p:contentPart p14:bwMode="auto" r:id="rId55">
              <p14:nvContentPartPr>
                <p14:cNvPr id="36" name="Ink 35">
                  <a:extLst>
                    <a:ext uri="{FF2B5EF4-FFF2-40B4-BE49-F238E27FC236}">
                      <a16:creationId xmlns:a16="http://schemas.microsoft.com/office/drawing/2014/main" id="{15F2CD08-D9F6-F554-6CA4-509F5786AA00}"/>
                    </a:ext>
                  </a:extLst>
                </p14:cNvPr>
                <p14:cNvContentPartPr/>
                <p14:nvPr/>
              </p14:nvContentPartPr>
              <p14:xfrm>
                <a:off x="8295450" y="5274030"/>
                <a:ext cx="172080" cy="287640"/>
              </p14:xfrm>
            </p:contentPart>
          </mc:Choice>
          <mc:Fallback xmlns="">
            <p:pic>
              <p:nvPicPr>
                <p:cNvPr id="36" name="Ink 35">
                  <a:extLst>
                    <a:ext uri="{FF2B5EF4-FFF2-40B4-BE49-F238E27FC236}">
                      <a16:creationId xmlns:a16="http://schemas.microsoft.com/office/drawing/2014/main" id="{15F2CD08-D9F6-F554-6CA4-509F5786AA00}"/>
                    </a:ext>
                  </a:extLst>
                </p:cNvPr>
                <p:cNvPicPr/>
                <p:nvPr/>
              </p:nvPicPr>
              <p:blipFill>
                <a:blip r:embed="rId56"/>
                <a:stretch>
                  <a:fillRect/>
                </a:stretch>
              </p:blipFill>
              <p:spPr>
                <a:xfrm>
                  <a:off x="8289330" y="5267910"/>
                  <a:ext cx="18432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7" name="Ink 36">
                  <a:extLst>
                    <a:ext uri="{FF2B5EF4-FFF2-40B4-BE49-F238E27FC236}">
                      <a16:creationId xmlns:a16="http://schemas.microsoft.com/office/drawing/2014/main" id="{23C031C8-3CD2-6CFD-CD8D-8994FAAE1857}"/>
                    </a:ext>
                  </a:extLst>
                </p14:cNvPr>
                <p14:cNvContentPartPr/>
                <p14:nvPr/>
              </p14:nvContentPartPr>
              <p14:xfrm>
                <a:off x="8291490" y="5359710"/>
                <a:ext cx="400680" cy="190080"/>
              </p14:xfrm>
            </p:contentPart>
          </mc:Choice>
          <mc:Fallback xmlns="">
            <p:pic>
              <p:nvPicPr>
                <p:cNvPr id="37" name="Ink 36">
                  <a:extLst>
                    <a:ext uri="{FF2B5EF4-FFF2-40B4-BE49-F238E27FC236}">
                      <a16:creationId xmlns:a16="http://schemas.microsoft.com/office/drawing/2014/main" id="{23C031C8-3CD2-6CFD-CD8D-8994FAAE1857}"/>
                    </a:ext>
                  </a:extLst>
                </p:cNvPr>
                <p:cNvPicPr/>
                <p:nvPr/>
              </p:nvPicPr>
              <p:blipFill>
                <a:blip r:embed="rId58"/>
                <a:stretch>
                  <a:fillRect/>
                </a:stretch>
              </p:blipFill>
              <p:spPr>
                <a:xfrm>
                  <a:off x="8285370" y="5353590"/>
                  <a:ext cx="41292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8" name="Ink 37">
                  <a:extLst>
                    <a:ext uri="{FF2B5EF4-FFF2-40B4-BE49-F238E27FC236}">
                      <a16:creationId xmlns:a16="http://schemas.microsoft.com/office/drawing/2014/main" id="{C6535E3A-44D1-A934-EC35-9C714F75CB81}"/>
                    </a:ext>
                  </a:extLst>
                </p14:cNvPr>
                <p14:cNvContentPartPr/>
                <p14:nvPr/>
              </p14:nvContentPartPr>
              <p14:xfrm>
                <a:off x="8827170" y="5294190"/>
                <a:ext cx="972000" cy="265320"/>
              </p14:xfrm>
            </p:contentPart>
          </mc:Choice>
          <mc:Fallback xmlns="">
            <p:pic>
              <p:nvPicPr>
                <p:cNvPr id="38" name="Ink 37">
                  <a:extLst>
                    <a:ext uri="{FF2B5EF4-FFF2-40B4-BE49-F238E27FC236}">
                      <a16:creationId xmlns:a16="http://schemas.microsoft.com/office/drawing/2014/main" id="{C6535E3A-44D1-A934-EC35-9C714F75CB81}"/>
                    </a:ext>
                  </a:extLst>
                </p:cNvPr>
                <p:cNvPicPr/>
                <p:nvPr/>
              </p:nvPicPr>
              <p:blipFill>
                <a:blip r:embed="rId60"/>
                <a:stretch>
                  <a:fillRect/>
                </a:stretch>
              </p:blipFill>
              <p:spPr>
                <a:xfrm>
                  <a:off x="8821050" y="5288070"/>
                  <a:ext cx="98424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9" name="Ink 38">
                  <a:extLst>
                    <a:ext uri="{FF2B5EF4-FFF2-40B4-BE49-F238E27FC236}">
                      <a16:creationId xmlns:a16="http://schemas.microsoft.com/office/drawing/2014/main" id="{F95BCDE2-FA3B-50BE-C33C-5C15A2A298C6}"/>
                    </a:ext>
                  </a:extLst>
                </p14:cNvPr>
                <p14:cNvContentPartPr/>
                <p14:nvPr/>
              </p14:nvContentPartPr>
              <p14:xfrm>
                <a:off x="9902130" y="5248110"/>
                <a:ext cx="372600" cy="190800"/>
              </p14:xfrm>
            </p:contentPart>
          </mc:Choice>
          <mc:Fallback xmlns="">
            <p:pic>
              <p:nvPicPr>
                <p:cNvPr id="39" name="Ink 38">
                  <a:extLst>
                    <a:ext uri="{FF2B5EF4-FFF2-40B4-BE49-F238E27FC236}">
                      <a16:creationId xmlns:a16="http://schemas.microsoft.com/office/drawing/2014/main" id="{F95BCDE2-FA3B-50BE-C33C-5C15A2A298C6}"/>
                    </a:ext>
                  </a:extLst>
                </p:cNvPr>
                <p:cNvPicPr/>
                <p:nvPr/>
              </p:nvPicPr>
              <p:blipFill>
                <a:blip r:embed="rId62"/>
                <a:stretch>
                  <a:fillRect/>
                </a:stretch>
              </p:blipFill>
              <p:spPr>
                <a:xfrm>
                  <a:off x="9896010" y="5241990"/>
                  <a:ext cx="3848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0" name="Ink 39">
                  <a:extLst>
                    <a:ext uri="{FF2B5EF4-FFF2-40B4-BE49-F238E27FC236}">
                      <a16:creationId xmlns:a16="http://schemas.microsoft.com/office/drawing/2014/main" id="{54D98DC8-E66C-B7FD-F09B-C4C4AADDC703}"/>
                    </a:ext>
                  </a:extLst>
                </p14:cNvPr>
                <p14:cNvContentPartPr/>
                <p14:nvPr/>
              </p14:nvContentPartPr>
              <p14:xfrm>
                <a:off x="10636170" y="5037870"/>
                <a:ext cx="150480" cy="357120"/>
              </p14:xfrm>
            </p:contentPart>
          </mc:Choice>
          <mc:Fallback xmlns="">
            <p:pic>
              <p:nvPicPr>
                <p:cNvPr id="40" name="Ink 39">
                  <a:extLst>
                    <a:ext uri="{FF2B5EF4-FFF2-40B4-BE49-F238E27FC236}">
                      <a16:creationId xmlns:a16="http://schemas.microsoft.com/office/drawing/2014/main" id="{54D98DC8-E66C-B7FD-F09B-C4C4AADDC703}"/>
                    </a:ext>
                  </a:extLst>
                </p:cNvPr>
                <p:cNvPicPr/>
                <p:nvPr/>
              </p:nvPicPr>
              <p:blipFill>
                <a:blip r:embed="rId64"/>
                <a:stretch>
                  <a:fillRect/>
                </a:stretch>
              </p:blipFill>
              <p:spPr>
                <a:xfrm>
                  <a:off x="10630050" y="5031750"/>
                  <a:ext cx="16272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1" name="Ink 40">
                  <a:extLst>
                    <a:ext uri="{FF2B5EF4-FFF2-40B4-BE49-F238E27FC236}">
                      <a16:creationId xmlns:a16="http://schemas.microsoft.com/office/drawing/2014/main" id="{761B973F-1843-A2CA-CAD6-DFC8C73CCE99}"/>
                    </a:ext>
                  </a:extLst>
                </p14:cNvPr>
                <p14:cNvContentPartPr/>
                <p14:nvPr/>
              </p14:nvContentPartPr>
              <p14:xfrm>
                <a:off x="10529610" y="5238750"/>
                <a:ext cx="287640" cy="114480"/>
              </p14:xfrm>
            </p:contentPart>
          </mc:Choice>
          <mc:Fallback xmlns="">
            <p:pic>
              <p:nvPicPr>
                <p:cNvPr id="41" name="Ink 40">
                  <a:extLst>
                    <a:ext uri="{FF2B5EF4-FFF2-40B4-BE49-F238E27FC236}">
                      <a16:creationId xmlns:a16="http://schemas.microsoft.com/office/drawing/2014/main" id="{761B973F-1843-A2CA-CAD6-DFC8C73CCE99}"/>
                    </a:ext>
                  </a:extLst>
                </p:cNvPr>
                <p:cNvPicPr/>
                <p:nvPr/>
              </p:nvPicPr>
              <p:blipFill>
                <a:blip r:embed="rId66"/>
                <a:stretch>
                  <a:fillRect/>
                </a:stretch>
              </p:blipFill>
              <p:spPr>
                <a:xfrm>
                  <a:off x="10523490" y="5232630"/>
                  <a:ext cx="29988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2" name="Ink 41">
                  <a:extLst>
                    <a:ext uri="{FF2B5EF4-FFF2-40B4-BE49-F238E27FC236}">
                      <a16:creationId xmlns:a16="http://schemas.microsoft.com/office/drawing/2014/main" id="{54DA7623-3C15-C718-35C2-7796D1C92D31}"/>
                    </a:ext>
                  </a:extLst>
                </p14:cNvPr>
                <p14:cNvContentPartPr/>
                <p14:nvPr/>
              </p14:nvContentPartPr>
              <p14:xfrm>
                <a:off x="10805010" y="5176110"/>
                <a:ext cx="68760" cy="37440"/>
              </p14:xfrm>
            </p:contentPart>
          </mc:Choice>
          <mc:Fallback xmlns="">
            <p:pic>
              <p:nvPicPr>
                <p:cNvPr id="42" name="Ink 41">
                  <a:extLst>
                    <a:ext uri="{FF2B5EF4-FFF2-40B4-BE49-F238E27FC236}">
                      <a16:creationId xmlns:a16="http://schemas.microsoft.com/office/drawing/2014/main" id="{54DA7623-3C15-C718-35C2-7796D1C92D31}"/>
                    </a:ext>
                  </a:extLst>
                </p:cNvPr>
                <p:cNvPicPr/>
                <p:nvPr/>
              </p:nvPicPr>
              <p:blipFill>
                <a:blip r:embed="rId68"/>
                <a:stretch>
                  <a:fillRect/>
                </a:stretch>
              </p:blipFill>
              <p:spPr>
                <a:xfrm>
                  <a:off x="10798890" y="5169990"/>
                  <a:ext cx="810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3" name="Ink 42">
                  <a:extLst>
                    <a:ext uri="{FF2B5EF4-FFF2-40B4-BE49-F238E27FC236}">
                      <a16:creationId xmlns:a16="http://schemas.microsoft.com/office/drawing/2014/main" id="{774C2F8F-0F5D-1060-97E8-6F1DBC5B7E95}"/>
                    </a:ext>
                  </a:extLst>
                </p14:cNvPr>
                <p14:cNvContentPartPr/>
                <p14:nvPr/>
              </p14:nvContentPartPr>
              <p14:xfrm>
                <a:off x="11014170" y="5025630"/>
                <a:ext cx="29160" cy="304200"/>
              </p14:xfrm>
            </p:contentPart>
          </mc:Choice>
          <mc:Fallback xmlns="">
            <p:pic>
              <p:nvPicPr>
                <p:cNvPr id="43" name="Ink 42">
                  <a:extLst>
                    <a:ext uri="{FF2B5EF4-FFF2-40B4-BE49-F238E27FC236}">
                      <a16:creationId xmlns:a16="http://schemas.microsoft.com/office/drawing/2014/main" id="{774C2F8F-0F5D-1060-97E8-6F1DBC5B7E95}"/>
                    </a:ext>
                  </a:extLst>
                </p:cNvPr>
                <p:cNvPicPr/>
                <p:nvPr/>
              </p:nvPicPr>
              <p:blipFill>
                <a:blip r:embed="rId70"/>
                <a:stretch>
                  <a:fillRect/>
                </a:stretch>
              </p:blipFill>
              <p:spPr>
                <a:xfrm>
                  <a:off x="11008050" y="5019510"/>
                  <a:ext cx="4140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4" name="Ink 43">
                  <a:extLst>
                    <a:ext uri="{FF2B5EF4-FFF2-40B4-BE49-F238E27FC236}">
                      <a16:creationId xmlns:a16="http://schemas.microsoft.com/office/drawing/2014/main" id="{0BFABF1F-E4DD-CEDA-9F58-B829BCC24ED7}"/>
                    </a:ext>
                  </a:extLst>
                </p14:cNvPr>
                <p14:cNvContentPartPr/>
                <p14:nvPr/>
              </p14:nvContentPartPr>
              <p14:xfrm>
                <a:off x="11242410" y="5000790"/>
                <a:ext cx="56880" cy="280080"/>
              </p14:xfrm>
            </p:contentPart>
          </mc:Choice>
          <mc:Fallback xmlns="">
            <p:pic>
              <p:nvPicPr>
                <p:cNvPr id="44" name="Ink 43">
                  <a:extLst>
                    <a:ext uri="{FF2B5EF4-FFF2-40B4-BE49-F238E27FC236}">
                      <a16:creationId xmlns:a16="http://schemas.microsoft.com/office/drawing/2014/main" id="{0BFABF1F-E4DD-CEDA-9F58-B829BCC24ED7}"/>
                    </a:ext>
                  </a:extLst>
                </p:cNvPr>
                <p:cNvPicPr/>
                <p:nvPr/>
              </p:nvPicPr>
              <p:blipFill>
                <a:blip r:embed="rId72"/>
                <a:stretch>
                  <a:fillRect/>
                </a:stretch>
              </p:blipFill>
              <p:spPr>
                <a:xfrm>
                  <a:off x="11236290" y="4994670"/>
                  <a:ext cx="6912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5" name="Ink 44">
                  <a:extLst>
                    <a:ext uri="{FF2B5EF4-FFF2-40B4-BE49-F238E27FC236}">
                      <a16:creationId xmlns:a16="http://schemas.microsoft.com/office/drawing/2014/main" id="{0AACC71F-D582-3B42-84A4-92591351327A}"/>
                    </a:ext>
                  </a:extLst>
                </p14:cNvPr>
                <p14:cNvContentPartPr/>
                <p14:nvPr/>
              </p14:nvContentPartPr>
              <p14:xfrm>
                <a:off x="11083650" y="5083590"/>
                <a:ext cx="534240" cy="178560"/>
              </p14:xfrm>
            </p:contentPart>
          </mc:Choice>
          <mc:Fallback xmlns="">
            <p:pic>
              <p:nvPicPr>
                <p:cNvPr id="45" name="Ink 44">
                  <a:extLst>
                    <a:ext uri="{FF2B5EF4-FFF2-40B4-BE49-F238E27FC236}">
                      <a16:creationId xmlns:a16="http://schemas.microsoft.com/office/drawing/2014/main" id="{0AACC71F-D582-3B42-84A4-92591351327A}"/>
                    </a:ext>
                  </a:extLst>
                </p:cNvPr>
                <p:cNvPicPr/>
                <p:nvPr/>
              </p:nvPicPr>
              <p:blipFill>
                <a:blip r:embed="rId74"/>
                <a:stretch>
                  <a:fillRect/>
                </a:stretch>
              </p:blipFill>
              <p:spPr>
                <a:xfrm>
                  <a:off x="11077530" y="5077470"/>
                  <a:ext cx="5464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6" name="Ink 45">
                  <a:extLst>
                    <a:ext uri="{FF2B5EF4-FFF2-40B4-BE49-F238E27FC236}">
                      <a16:creationId xmlns:a16="http://schemas.microsoft.com/office/drawing/2014/main" id="{A3A3F93C-4A6D-2080-FE54-6A1FCE41F80E}"/>
                    </a:ext>
                  </a:extLst>
                </p14:cNvPr>
                <p14:cNvContentPartPr/>
                <p14:nvPr/>
              </p14:nvContentPartPr>
              <p14:xfrm>
                <a:off x="8601810" y="5816910"/>
                <a:ext cx="552240" cy="321120"/>
              </p14:xfrm>
            </p:contentPart>
          </mc:Choice>
          <mc:Fallback xmlns="">
            <p:pic>
              <p:nvPicPr>
                <p:cNvPr id="46" name="Ink 45">
                  <a:extLst>
                    <a:ext uri="{FF2B5EF4-FFF2-40B4-BE49-F238E27FC236}">
                      <a16:creationId xmlns:a16="http://schemas.microsoft.com/office/drawing/2014/main" id="{A3A3F93C-4A6D-2080-FE54-6A1FCE41F80E}"/>
                    </a:ext>
                  </a:extLst>
                </p:cNvPr>
                <p:cNvPicPr/>
                <p:nvPr/>
              </p:nvPicPr>
              <p:blipFill>
                <a:blip r:embed="rId76"/>
                <a:stretch>
                  <a:fillRect/>
                </a:stretch>
              </p:blipFill>
              <p:spPr>
                <a:xfrm>
                  <a:off x="8595690" y="5810790"/>
                  <a:ext cx="56448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7" name="Ink 46">
                  <a:extLst>
                    <a:ext uri="{FF2B5EF4-FFF2-40B4-BE49-F238E27FC236}">
                      <a16:creationId xmlns:a16="http://schemas.microsoft.com/office/drawing/2014/main" id="{CAD5153C-CD62-9F55-02F0-44875E009601}"/>
                    </a:ext>
                  </a:extLst>
                </p14:cNvPr>
                <p14:cNvContentPartPr/>
                <p14:nvPr/>
              </p14:nvContentPartPr>
              <p14:xfrm>
                <a:off x="9223530" y="5834190"/>
                <a:ext cx="159840" cy="93240"/>
              </p14:xfrm>
            </p:contentPart>
          </mc:Choice>
          <mc:Fallback xmlns="">
            <p:pic>
              <p:nvPicPr>
                <p:cNvPr id="47" name="Ink 46">
                  <a:extLst>
                    <a:ext uri="{FF2B5EF4-FFF2-40B4-BE49-F238E27FC236}">
                      <a16:creationId xmlns:a16="http://schemas.microsoft.com/office/drawing/2014/main" id="{CAD5153C-CD62-9F55-02F0-44875E009601}"/>
                    </a:ext>
                  </a:extLst>
                </p:cNvPr>
                <p:cNvPicPr/>
                <p:nvPr/>
              </p:nvPicPr>
              <p:blipFill>
                <a:blip r:embed="rId78"/>
                <a:stretch>
                  <a:fillRect/>
                </a:stretch>
              </p:blipFill>
              <p:spPr>
                <a:xfrm>
                  <a:off x="9217410" y="5828070"/>
                  <a:ext cx="17208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8" name="Ink 47">
                  <a:extLst>
                    <a:ext uri="{FF2B5EF4-FFF2-40B4-BE49-F238E27FC236}">
                      <a16:creationId xmlns:a16="http://schemas.microsoft.com/office/drawing/2014/main" id="{CDDA3734-6137-AFFF-04BF-B9DC818A3644}"/>
                    </a:ext>
                  </a:extLst>
                </p14:cNvPr>
                <p14:cNvContentPartPr/>
                <p14:nvPr/>
              </p14:nvContentPartPr>
              <p14:xfrm>
                <a:off x="9570570" y="5773710"/>
                <a:ext cx="631800" cy="136080"/>
              </p14:xfrm>
            </p:contentPart>
          </mc:Choice>
          <mc:Fallback xmlns="">
            <p:pic>
              <p:nvPicPr>
                <p:cNvPr id="48" name="Ink 47">
                  <a:extLst>
                    <a:ext uri="{FF2B5EF4-FFF2-40B4-BE49-F238E27FC236}">
                      <a16:creationId xmlns:a16="http://schemas.microsoft.com/office/drawing/2014/main" id="{CDDA3734-6137-AFFF-04BF-B9DC818A3644}"/>
                    </a:ext>
                  </a:extLst>
                </p:cNvPr>
                <p:cNvPicPr/>
                <p:nvPr/>
              </p:nvPicPr>
              <p:blipFill>
                <a:blip r:embed="rId80"/>
                <a:stretch>
                  <a:fillRect/>
                </a:stretch>
              </p:blipFill>
              <p:spPr>
                <a:xfrm>
                  <a:off x="9564450" y="5767590"/>
                  <a:ext cx="64404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9" name="Ink 48">
                  <a:extLst>
                    <a:ext uri="{FF2B5EF4-FFF2-40B4-BE49-F238E27FC236}">
                      <a16:creationId xmlns:a16="http://schemas.microsoft.com/office/drawing/2014/main" id="{974F2FA4-358F-080C-8BE4-F8D4C1C089CC}"/>
                    </a:ext>
                  </a:extLst>
                </p14:cNvPr>
                <p14:cNvContentPartPr/>
                <p14:nvPr/>
              </p14:nvContentPartPr>
              <p14:xfrm>
                <a:off x="10345290" y="5621070"/>
                <a:ext cx="1085040" cy="417240"/>
              </p14:xfrm>
            </p:contentPart>
          </mc:Choice>
          <mc:Fallback xmlns="">
            <p:pic>
              <p:nvPicPr>
                <p:cNvPr id="49" name="Ink 48">
                  <a:extLst>
                    <a:ext uri="{FF2B5EF4-FFF2-40B4-BE49-F238E27FC236}">
                      <a16:creationId xmlns:a16="http://schemas.microsoft.com/office/drawing/2014/main" id="{974F2FA4-358F-080C-8BE4-F8D4C1C089CC}"/>
                    </a:ext>
                  </a:extLst>
                </p:cNvPr>
                <p:cNvPicPr/>
                <p:nvPr/>
              </p:nvPicPr>
              <p:blipFill>
                <a:blip r:embed="rId82"/>
                <a:stretch>
                  <a:fillRect/>
                </a:stretch>
              </p:blipFill>
              <p:spPr>
                <a:xfrm>
                  <a:off x="10339170" y="5614950"/>
                  <a:ext cx="1097280"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0" name="Ink 49">
                  <a:extLst>
                    <a:ext uri="{FF2B5EF4-FFF2-40B4-BE49-F238E27FC236}">
                      <a16:creationId xmlns:a16="http://schemas.microsoft.com/office/drawing/2014/main" id="{34981E12-FED5-8D12-8457-F00412D7E092}"/>
                    </a:ext>
                  </a:extLst>
                </p14:cNvPr>
                <p14:cNvContentPartPr/>
                <p14:nvPr/>
              </p14:nvContentPartPr>
              <p14:xfrm>
                <a:off x="10306050" y="6037590"/>
                <a:ext cx="448560" cy="52920"/>
              </p14:xfrm>
            </p:contentPart>
          </mc:Choice>
          <mc:Fallback xmlns="">
            <p:pic>
              <p:nvPicPr>
                <p:cNvPr id="50" name="Ink 49">
                  <a:extLst>
                    <a:ext uri="{FF2B5EF4-FFF2-40B4-BE49-F238E27FC236}">
                      <a16:creationId xmlns:a16="http://schemas.microsoft.com/office/drawing/2014/main" id="{34981E12-FED5-8D12-8457-F00412D7E092}"/>
                    </a:ext>
                  </a:extLst>
                </p:cNvPr>
                <p:cNvPicPr/>
                <p:nvPr/>
              </p:nvPicPr>
              <p:blipFill>
                <a:blip r:embed="rId84"/>
                <a:stretch>
                  <a:fillRect/>
                </a:stretch>
              </p:blipFill>
              <p:spPr>
                <a:xfrm>
                  <a:off x="10299930" y="6031470"/>
                  <a:ext cx="460800" cy="65160"/>
                </a:xfrm>
                <a:prstGeom prst="rect">
                  <a:avLst/>
                </a:prstGeom>
              </p:spPr>
            </p:pic>
          </mc:Fallback>
        </mc:AlternateContent>
      </p:grpSp>
      <p:sp>
        <p:nvSpPr>
          <p:cNvPr id="54" name="TextBox 53">
            <a:extLst>
              <a:ext uri="{FF2B5EF4-FFF2-40B4-BE49-F238E27FC236}">
                <a16:creationId xmlns:a16="http://schemas.microsoft.com/office/drawing/2014/main" id="{C3AF1BD5-18CA-90FD-8641-C8C24AF9DDD6}"/>
              </a:ext>
            </a:extLst>
          </p:cNvPr>
          <p:cNvSpPr txBox="1"/>
          <p:nvPr/>
        </p:nvSpPr>
        <p:spPr>
          <a:xfrm>
            <a:off x="5996070" y="255283"/>
            <a:ext cx="6096000" cy="1477328"/>
          </a:xfrm>
          <a:prstGeom prst="rect">
            <a:avLst/>
          </a:prstGeom>
          <a:noFill/>
        </p:spPr>
        <p:txBody>
          <a:bodyPr wrap="square">
            <a:spAutoFit/>
          </a:bodyPr>
          <a:lstStyle/>
          <a:p>
            <a:r>
              <a:rPr lang="en-US" dirty="0"/>
              <a:t>The convolutional layer uses a kernel or filter (they are the same thing) to find and extract local features of an image. In modern CNNs, it is common to use multiple convolutional layers with distinct filters in order to capture a wider range of features and patterns.</a:t>
            </a:r>
            <a:endParaRPr lang="en-IN" dirty="0"/>
          </a:p>
        </p:txBody>
      </p:sp>
      <p:grpSp>
        <p:nvGrpSpPr>
          <p:cNvPr id="10244" name="Group 10243">
            <a:extLst>
              <a:ext uri="{FF2B5EF4-FFF2-40B4-BE49-F238E27FC236}">
                <a16:creationId xmlns:a16="http://schemas.microsoft.com/office/drawing/2014/main" id="{2E7F9613-0F81-EB8C-1F47-9992DE99630E}"/>
              </a:ext>
            </a:extLst>
          </p:cNvPr>
          <p:cNvGrpSpPr/>
          <p:nvPr/>
        </p:nvGrpSpPr>
        <p:grpSpPr>
          <a:xfrm>
            <a:off x="7851930" y="2955270"/>
            <a:ext cx="3600000" cy="952200"/>
            <a:chOff x="7851930" y="2955270"/>
            <a:chExt cx="3600000" cy="952200"/>
          </a:xfrm>
        </p:grpSpPr>
        <mc:AlternateContent xmlns:mc="http://schemas.openxmlformats.org/markup-compatibility/2006" xmlns:p14="http://schemas.microsoft.com/office/powerpoint/2010/main">
          <mc:Choice Requires="p14">
            <p:contentPart p14:bwMode="auto" r:id="rId85">
              <p14:nvContentPartPr>
                <p14:cNvPr id="55" name="Ink 54">
                  <a:extLst>
                    <a:ext uri="{FF2B5EF4-FFF2-40B4-BE49-F238E27FC236}">
                      <a16:creationId xmlns:a16="http://schemas.microsoft.com/office/drawing/2014/main" id="{6CBE43E1-72A5-C0F0-5000-F28B8C67ACBE}"/>
                    </a:ext>
                  </a:extLst>
                </p14:cNvPr>
                <p14:cNvContentPartPr/>
                <p14:nvPr/>
              </p14:nvContentPartPr>
              <p14:xfrm>
                <a:off x="7851930" y="3746550"/>
                <a:ext cx="673560" cy="160920"/>
              </p14:xfrm>
            </p:contentPart>
          </mc:Choice>
          <mc:Fallback xmlns="">
            <p:pic>
              <p:nvPicPr>
                <p:cNvPr id="55" name="Ink 54">
                  <a:extLst>
                    <a:ext uri="{FF2B5EF4-FFF2-40B4-BE49-F238E27FC236}">
                      <a16:creationId xmlns:a16="http://schemas.microsoft.com/office/drawing/2014/main" id="{6CBE43E1-72A5-C0F0-5000-F28B8C67ACBE}"/>
                    </a:ext>
                  </a:extLst>
                </p:cNvPr>
                <p:cNvPicPr/>
                <p:nvPr/>
              </p:nvPicPr>
              <p:blipFill>
                <a:blip r:embed="rId86"/>
                <a:stretch>
                  <a:fillRect/>
                </a:stretch>
              </p:blipFill>
              <p:spPr>
                <a:xfrm>
                  <a:off x="7845810" y="3740430"/>
                  <a:ext cx="68580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6" name="Ink 55">
                  <a:extLst>
                    <a:ext uri="{FF2B5EF4-FFF2-40B4-BE49-F238E27FC236}">
                      <a16:creationId xmlns:a16="http://schemas.microsoft.com/office/drawing/2014/main" id="{7BD973D9-E06A-D355-5DEC-73B524B9F50E}"/>
                    </a:ext>
                  </a:extLst>
                </p14:cNvPr>
                <p14:cNvContentPartPr/>
                <p14:nvPr/>
              </p14:nvContentPartPr>
              <p14:xfrm>
                <a:off x="8348730" y="3731070"/>
                <a:ext cx="124920" cy="123480"/>
              </p14:xfrm>
            </p:contentPart>
          </mc:Choice>
          <mc:Fallback xmlns="">
            <p:pic>
              <p:nvPicPr>
                <p:cNvPr id="56" name="Ink 55">
                  <a:extLst>
                    <a:ext uri="{FF2B5EF4-FFF2-40B4-BE49-F238E27FC236}">
                      <a16:creationId xmlns:a16="http://schemas.microsoft.com/office/drawing/2014/main" id="{7BD973D9-E06A-D355-5DEC-73B524B9F50E}"/>
                    </a:ext>
                  </a:extLst>
                </p:cNvPr>
                <p:cNvPicPr/>
                <p:nvPr/>
              </p:nvPicPr>
              <p:blipFill>
                <a:blip r:embed="rId88"/>
                <a:stretch>
                  <a:fillRect/>
                </a:stretch>
              </p:blipFill>
              <p:spPr>
                <a:xfrm>
                  <a:off x="8342610" y="3724950"/>
                  <a:ext cx="13716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7" name="Ink 56">
                  <a:extLst>
                    <a:ext uri="{FF2B5EF4-FFF2-40B4-BE49-F238E27FC236}">
                      <a16:creationId xmlns:a16="http://schemas.microsoft.com/office/drawing/2014/main" id="{A511A19D-C5FA-75B6-1256-E1905D8C06FD}"/>
                    </a:ext>
                  </a:extLst>
                </p14:cNvPr>
                <p14:cNvContentPartPr/>
                <p14:nvPr/>
              </p14:nvContentPartPr>
              <p14:xfrm>
                <a:off x="8755170" y="3513630"/>
                <a:ext cx="90720" cy="149040"/>
              </p14:xfrm>
            </p:contentPart>
          </mc:Choice>
          <mc:Fallback xmlns="">
            <p:pic>
              <p:nvPicPr>
                <p:cNvPr id="57" name="Ink 56">
                  <a:extLst>
                    <a:ext uri="{FF2B5EF4-FFF2-40B4-BE49-F238E27FC236}">
                      <a16:creationId xmlns:a16="http://schemas.microsoft.com/office/drawing/2014/main" id="{A511A19D-C5FA-75B6-1256-E1905D8C06FD}"/>
                    </a:ext>
                  </a:extLst>
                </p:cNvPr>
                <p:cNvPicPr/>
                <p:nvPr/>
              </p:nvPicPr>
              <p:blipFill>
                <a:blip r:embed="rId90"/>
                <a:stretch>
                  <a:fillRect/>
                </a:stretch>
              </p:blipFill>
              <p:spPr>
                <a:xfrm>
                  <a:off x="8749050" y="3507510"/>
                  <a:ext cx="10296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8" name="Ink 57">
                  <a:extLst>
                    <a:ext uri="{FF2B5EF4-FFF2-40B4-BE49-F238E27FC236}">
                      <a16:creationId xmlns:a16="http://schemas.microsoft.com/office/drawing/2014/main" id="{CCB96A2C-0279-2CAA-A41B-809FF21CE4D9}"/>
                    </a:ext>
                  </a:extLst>
                </p14:cNvPr>
                <p14:cNvContentPartPr/>
                <p14:nvPr/>
              </p14:nvContentPartPr>
              <p14:xfrm>
                <a:off x="8926530" y="3277830"/>
                <a:ext cx="260280" cy="353520"/>
              </p14:xfrm>
            </p:contentPart>
          </mc:Choice>
          <mc:Fallback xmlns="">
            <p:pic>
              <p:nvPicPr>
                <p:cNvPr id="58" name="Ink 57">
                  <a:extLst>
                    <a:ext uri="{FF2B5EF4-FFF2-40B4-BE49-F238E27FC236}">
                      <a16:creationId xmlns:a16="http://schemas.microsoft.com/office/drawing/2014/main" id="{CCB96A2C-0279-2CAA-A41B-809FF21CE4D9}"/>
                    </a:ext>
                  </a:extLst>
                </p:cNvPr>
                <p:cNvPicPr/>
                <p:nvPr/>
              </p:nvPicPr>
              <p:blipFill>
                <a:blip r:embed="rId92"/>
                <a:stretch>
                  <a:fillRect/>
                </a:stretch>
              </p:blipFill>
              <p:spPr>
                <a:xfrm>
                  <a:off x="8920410" y="3271710"/>
                  <a:ext cx="27252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9" name="Ink 58">
                  <a:extLst>
                    <a:ext uri="{FF2B5EF4-FFF2-40B4-BE49-F238E27FC236}">
                      <a16:creationId xmlns:a16="http://schemas.microsoft.com/office/drawing/2014/main" id="{1C8095A1-A850-D55B-97F5-DF720C04B41D}"/>
                    </a:ext>
                  </a:extLst>
                </p14:cNvPr>
                <p14:cNvContentPartPr/>
                <p14:nvPr/>
              </p14:nvContentPartPr>
              <p14:xfrm>
                <a:off x="9104730" y="3377550"/>
                <a:ext cx="260640" cy="221040"/>
              </p14:xfrm>
            </p:contentPart>
          </mc:Choice>
          <mc:Fallback xmlns="">
            <p:pic>
              <p:nvPicPr>
                <p:cNvPr id="59" name="Ink 58">
                  <a:extLst>
                    <a:ext uri="{FF2B5EF4-FFF2-40B4-BE49-F238E27FC236}">
                      <a16:creationId xmlns:a16="http://schemas.microsoft.com/office/drawing/2014/main" id="{1C8095A1-A850-D55B-97F5-DF720C04B41D}"/>
                    </a:ext>
                  </a:extLst>
                </p:cNvPr>
                <p:cNvPicPr/>
                <p:nvPr/>
              </p:nvPicPr>
              <p:blipFill>
                <a:blip r:embed="rId94"/>
                <a:stretch>
                  <a:fillRect/>
                </a:stretch>
              </p:blipFill>
              <p:spPr>
                <a:xfrm>
                  <a:off x="9098610" y="3371430"/>
                  <a:ext cx="2728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0" name="Ink 59">
                  <a:extLst>
                    <a:ext uri="{FF2B5EF4-FFF2-40B4-BE49-F238E27FC236}">
                      <a16:creationId xmlns:a16="http://schemas.microsoft.com/office/drawing/2014/main" id="{EED9FC39-94B5-3C18-EBA6-CFEF8183B35C}"/>
                    </a:ext>
                  </a:extLst>
                </p14:cNvPr>
                <p14:cNvContentPartPr/>
                <p14:nvPr/>
              </p14:nvContentPartPr>
              <p14:xfrm>
                <a:off x="9467250" y="3223110"/>
                <a:ext cx="212760" cy="258120"/>
              </p14:xfrm>
            </p:contentPart>
          </mc:Choice>
          <mc:Fallback xmlns="">
            <p:pic>
              <p:nvPicPr>
                <p:cNvPr id="60" name="Ink 59">
                  <a:extLst>
                    <a:ext uri="{FF2B5EF4-FFF2-40B4-BE49-F238E27FC236}">
                      <a16:creationId xmlns:a16="http://schemas.microsoft.com/office/drawing/2014/main" id="{EED9FC39-94B5-3C18-EBA6-CFEF8183B35C}"/>
                    </a:ext>
                  </a:extLst>
                </p:cNvPr>
                <p:cNvPicPr/>
                <p:nvPr/>
              </p:nvPicPr>
              <p:blipFill>
                <a:blip r:embed="rId96"/>
                <a:stretch>
                  <a:fillRect/>
                </a:stretch>
              </p:blipFill>
              <p:spPr>
                <a:xfrm>
                  <a:off x="9461130" y="3216990"/>
                  <a:ext cx="22500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1" name="Ink 60">
                  <a:extLst>
                    <a:ext uri="{FF2B5EF4-FFF2-40B4-BE49-F238E27FC236}">
                      <a16:creationId xmlns:a16="http://schemas.microsoft.com/office/drawing/2014/main" id="{884D1B32-A786-7BFA-37C9-14DCC5FABF89}"/>
                    </a:ext>
                  </a:extLst>
                </p14:cNvPr>
                <p14:cNvContentPartPr/>
                <p14:nvPr/>
              </p14:nvContentPartPr>
              <p14:xfrm>
                <a:off x="9640770" y="3306990"/>
                <a:ext cx="108360" cy="23760"/>
              </p14:xfrm>
            </p:contentPart>
          </mc:Choice>
          <mc:Fallback xmlns="">
            <p:pic>
              <p:nvPicPr>
                <p:cNvPr id="61" name="Ink 60">
                  <a:extLst>
                    <a:ext uri="{FF2B5EF4-FFF2-40B4-BE49-F238E27FC236}">
                      <a16:creationId xmlns:a16="http://schemas.microsoft.com/office/drawing/2014/main" id="{884D1B32-A786-7BFA-37C9-14DCC5FABF89}"/>
                    </a:ext>
                  </a:extLst>
                </p:cNvPr>
                <p:cNvPicPr/>
                <p:nvPr/>
              </p:nvPicPr>
              <p:blipFill>
                <a:blip r:embed="rId98"/>
                <a:stretch>
                  <a:fillRect/>
                </a:stretch>
              </p:blipFill>
              <p:spPr>
                <a:xfrm>
                  <a:off x="9634650" y="3300870"/>
                  <a:ext cx="120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2" name="Ink 61">
                  <a:extLst>
                    <a:ext uri="{FF2B5EF4-FFF2-40B4-BE49-F238E27FC236}">
                      <a16:creationId xmlns:a16="http://schemas.microsoft.com/office/drawing/2014/main" id="{4042257A-A5C8-F617-9C8F-24357AD0E27F}"/>
                    </a:ext>
                  </a:extLst>
                </p14:cNvPr>
                <p14:cNvContentPartPr/>
                <p14:nvPr/>
              </p14:nvContentPartPr>
              <p14:xfrm>
                <a:off x="9973770" y="3077310"/>
                <a:ext cx="169200" cy="420120"/>
              </p14:xfrm>
            </p:contentPart>
          </mc:Choice>
          <mc:Fallback xmlns="">
            <p:pic>
              <p:nvPicPr>
                <p:cNvPr id="62" name="Ink 61">
                  <a:extLst>
                    <a:ext uri="{FF2B5EF4-FFF2-40B4-BE49-F238E27FC236}">
                      <a16:creationId xmlns:a16="http://schemas.microsoft.com/office/drawing/2014/main" id="{4042257A-A5C8-F617-9C8F-24357AD0E27F}"/>
                    </a:ext>
                  </a:extLst>
                </p:cNvPr>
                <p:cNvPicPr/>
                <p:nvPr/>
              </p:nvPicPr>
              <p:blipFill>
                <a:blip r:embed="rId100"/>
                <a:stretch>
                  <a:fillRect/>
                </a:stretch>
              </p:blipFill>
              <p:spPr>
                <a:xfrm>
                  <a:off x="9967650" y="3071190"/>
                  <a:ext cx="181440" cy="4323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3" name="Ink 62">
                  <a:extLst>
                    <a:ext uri="{FF2B5EF4-FFF2-40B4-BE49-F238E27FC236}">
                      <a16:creationId xmlns:a16="http://schemas.microsoft.com/office/drawing/2014/main" id="{15031798-2762-AC93-7132-BDEC1A978348}"/>
                    </a:ext>
                  </a:extLst>
                </p14:cNvPr>
                <p14:cNvContentPartPr/>
                <p14:nvPr/>
              </p14:nvContentPartPr>
              <p14:xfrm>
                <a:off x="9945330" y="3279630"/>
                <a:ext cx="172080" cy="35640"/>
              </p14:xfrm>
            </p:contentPart>
          </mc:Choice>
          <mc:Fallback xmlns="">
            <p:pic>
              <p:nvPicPr>
                <p:cNvPr id="63" name="Ink 62">
                  <a:extLst>
                    <a:ext uri="{FF2B5EF4-FFF2-40B4-BE49-F238E27FC236}">
                      <a16:creationId xmlns:a16="http://schemas.microsoft.com/office/drawing/2014/main" id="{15031798-2762-AC93-7132-BDEC1A978348}"/>
                    </a:ext>
                  </a:extLst>
                </p:cNvPr>
                <p:cNvPicPr/>
                <p:nvPr/>
              </p:nvPicPr>
              <p:blipFill>
                <a:blip r:embed="rId102"/>
                <a:stretch>
                  <a:fillRect/>
                </a:stretch>
              </p:blipFill>
              <p:spPr>
                <a:xfrm>
                  <a:off x="9939210" y="3273510"/>
                  <a:ext cx="1843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0240" name="Ink 10239">
                  <a:extLst>
                    <a:ext uri="{FF2B5EF4-FFF2-40B4-BE49-F238E27FC236}">
                      <a16:creationId xmlns:a16="http://schemas.microsoft.com/office/drawing/2014/main" id="{4736B978-3A45-B878-0571-4041F203CA2F}"/>
                    </a:ext>
                  </a:extLst>
                </p14:cNvPr>
                <p14:cNvContentPartPr/>
                <p14:nvPr/>
              </p14:nvContentPartPr>
              <p14:xfrm>
                <a:off x="10095810" y="2955270"/>
                <a:ext cx="1356120" cy="416520"/>
              </p14:xfrm>
            </p:contentPart>
          </mc:Choice>
          <mc:Fallback xmlns="">
            <p:pic>
              <p:nvPicPr>
                <p:cNvPr id="10240" name="Ink 10239">
                  <a:extLst>
                    <a:ext uri="{FF2B5EF4-FFF2-40B4-BE49-F238E27FC236}">
                      <a16:creationId xmlns:a16="http://schemas.microsoft.com/office/drawing/2014/main" id="{4736B978-3A45-B878-0571-4041F203CA2F}"/>
                    </a:ext>
                  </a:extLst>
                </p:cNvPr>
                <p:cNvPicPr/>
                <p:nvPr/>
              </p:nvPicPr>
              <p:blipFill>
                <a:blip r:embed="rId104"/>
                <a:stretch>
                  <a:fillRect/>
                </a:stretch>
              </p:blipFill>
              <p:spPr>
                <a:xfrm>
                  <a:off x="10089690" y="2949150"/>
                  <a:ext cx="1368360" cy="4287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0241" name="Ink 10240">
                  <a:extLst>
                    <a:ext uri="{FF2B5EF4-FFF2-40B4-BE49-F238E27FC236}">
                      <a16:creationId xmlns:a16="http://schemas.microsoft.com/office/drawing/2014/main" id="{3E372452-0352-13EA-A019-20239244F7AC}"/>
                    </a:ext>
                  </a:extLst>
                </p14:cNvPr>
                <p14:cNvContentPartPr/>
                <p14:nvPr/>
              </p14:nvContentPartPr>
              <p14:xfrm>
                <a:off x="10333050" y="3102150"/>
                <a:ext cx="203400" cy="66600"/>
              </p14:xfrm>
            </p:contentPart>
          </mc:Choice>
          <mc:Fallback xmlns="">
            <p:pic>
              <p:nvPicPr>
                <p:cNvPr id="10241" name="Ink 10240">
                  <a:extLst>
                    <a:ext uri="{FF2B5EF4-FFF2-40B4-BE49-F238E27FC236}">
                      <a16:creationId xmlns:a16="http://schemas.microsoft.com/office/drawing/2014/main" id="{3E372452-0352-13EA-A019-20239244F7AC}"/>
                    </a:ext>
                  </a:extLst>
                </p:cNvPr>
                <p:cNvPicPr/>
                <p:nvPr/>
              </p:nvPicPr>
              <p:blipFill>
                <a:blip r:embed="rId106"/>
                <a:stretch>
                  <a:fillRect/>
                </a:stretch>
              </p:blipFill>
              <p:spPr>
                <a:xfrm>
                  <a:off x="10326930" y="3096030"/>
                  <a:ext cx="21564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0243" name="Ink 10242">
                  <a:extLst>
                    <a:ext uri="{FF2B5EF4-FFF2-40B4-BE49-F238E27FC236}">
                      <a16:creationId xmlns:a16="http://schemas.microsoft.com/office/drawing/2014/main" id="{962D0C85-FB89-4A64-88CA-7EBC1E00007E}"/>
                    </a:ext>
                  </a:extLst>
                </p14:cNvPr>
                <p14:cNvContentPartPr/>
                <p14:nvPr/>
              </p14:nvContentPartPr>
              <p14:xfrm>
                <a:off x="10345290" y="3473670"/>
                <a:ext cx="747360" cy="265320"/>
              </p14:xfrm>
            </p:contentPart>
          </mc:Choice>
          <mc:Fallback xmlns="">
            <p:pic>
              <p:nvPicPr>
                <p:cNvPr id="10243" name="Ink 10242">
                  <a:extLst>
                    <a:ext uri="{FF2B5EF4-FFF2-40B4-BE49-F238E27FC236}">
                      <a16:creationId xmlns:a16="http://schemas.microsoft.com/office/drawing/2014/main" id="{962D0C85-FB89-4A64-88CA-7EBC1E00007E}"/>
                    </a:ext>
                  </a:extLst>
                </p:cNvPr>
                <p:cNvPicPr/>
                <p:nvPr/>
              </p:nvPicPr>
              <p:blipFill>
                <a:blip r:embed="rId108"/>
                <a:stretch>
                  <a:fillRect/>
                </a:stretch>
              </p:blipFill>
              <p:spPr>
                <a:xfrm>
                  <a:off x="10339170" y="3467550"/>
                  <a:ext cx="759600" cy="277560"/>
                </a:xfrm>
                <a:prstGeom prst="rect">
                  <a:avLst/>
                </a:prstGeom>
              </p:spPr>
            </p:pic>
          </mc:Fallback>
        </mc:AlternateContent>
      </p:grpSp>
    </p:spTree>
    <p:extLst>
      <p:ext uri="{BB962C8B-B14F-4D97-AF65-F5344CB8AC3E}">
        <p14:creationId xmlns:p14="http://schemas.microsoft.com/office/powerpoint/2010/main" val="2992809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FF55-E02D-7A4C-F8CB-4C0C9236D295}"/>
              </a:ext>
            </a:extLst>
          </p:cNvPr>
          <p:cNvSpPr>
            <a:spLocks noGrp="1"/>
          </p:cNvSpPr>
          <p:nvPr>
            <p:ph type="title"/>
          </p:nvPr>
        </p:nvSpPr>
        <p:spPr/>
        <p:txBody>
          <a:bodyPr/>
          <a:lstStyle/>
          <a:p>
            <a:r>
              <a:rPr lang="en-IN" dirty="0"/>
              <a:t>Padding</a:t>
            </a:r>
          </a:p>
        </p:txBody>
      </p:sp>
      <p:pic>
        <p:nvPicPr>
          <p:cNvPr id="11266" name="Picture 2">
            <a:extLst>
              <a:ext uri="{FF2B5EF4-FFF2-40B4-BE49-F238E27FC236}">
                <a16:creationId xmlns:a16="http://schemas.microsoft.com/office/drawing/2014/main" id="{622363F6-8361-5432-38B8-9406D2CD21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9299" y="1790011"/>
            <a:ext cx="6931025" cy="3901177"/>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Group 32">
            <a:extLst>
              <a:ext uri="{FF2B5EF4-FFF2-40B4-BE49-F238E27FC236}">
                <a16:creationId xmlns:a16="http://schemas.microsoft.com/office/drawing/2014/main" id="{7B7C409C-977F-FF6D-CD0C-202017EBE0F9}"/>
              </a:ext>
            </a:extLst>
          </p:cNvPr>
          <p:cNvGrpSpPr/>
          <p:nvPr/>
        </p:nvGrpSpPr>
        <p:grpSpPr>
          <a:xfrm>
            <a:off x="7657170" y="4649070"/>
            <a:ext cx="1376280" cy="198360"/>
            <a:chOff x="7657170" y="4649070"/>
            <a:chExt cx="1376280" cy="198360"/>
          </a:xfrm>
        </p:grpSpPr>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7A4BA4E9-8689-AAC6-5B5E-1796F62CA725}"/>
                    </a:ext>
                  </a:extLst>
                </p14:cNvPr>
                <p14:cNvContentPartPr/>
                <p14:nvPr/>
              </p14:nvContentPartPr>
              <p14:xfrm>
                <a:off x="7657170" y="4697670"/>
                <a:ext cx="147600" cy="102240"/>
              </p14:xfrm>
            </p:contentPart>
          </mc:Choice>
          <mc:Fallback xmlns="">
            <p:pic>
              <p:nvPicPr>
                <p:cNvPr id="12" name="Ink 11">
                  <a:extLst>
                    <a:ext uri="{FF2B5EF4-FFF2-40B4-BE49-F238E27FC236}">
                      <a16:creationId xmlns:a16="http://schemas.microsoft.com/office/drawing/2014/main" id="{7A4BA4E9-8689-AAC6-5B5E-1796F62CA725}"/>
                    </a:ext>
                  </a:extLst>
                </p:cNvPr>
                <p:cNvPicPr/>
                <p:nvPr/>
              </p:nvPicPr>
              <p:blipFill>
                <a:blip r:embed="rId4"/>
                <a:stretch>
                  <a:fillRect/>
                </a:stretch>
              </p:blipFill>
              <p:spPr>
                <a:xfrm>
                  <a:off x="7651050" y="4691550"/>
                  <a:ext cx="15984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D5F03B9-0562-C5B4-8AF6-4F7707FB9C3F}"/>
                    </a:ext>
                  </a:extLst>
                </p14:cNvPr>
                <p14:cNvContentPartPr/>
                <p14:nvPr/>
              </p14:nvContentPartPr>
              <p14:xfrm>
                <a:off x="7795410" y="4760310"/>
                <a:ext cx="75600" cy="45360"/>
              </p14:xfrm>
            </p:contentPart>
          </mc:Choice>
          <mc:Fallback xmlns="">
            <p:pic>
              <p:nvPicPr>
                <p:cNvPr id="13" name="Ink 12">
                  <a:extLst>
                    <a:ext uri="{FF2B5EF4-FFF2-40B4-BE49-F238E27FC236}">
                      <a16:creationId xmlns:a16="http://schemas.microsoft.com/office/drawing/2014/main" id="{4D5F03B9-0562-C5B4-8AF6-4F7707FB9C3F}"/>
                    </a:ext>
                  </a:extLst>
                </p:cNvPr>
                <p:cNvPicPr/>
                <p:nvPr/>
              </p:nvPicPr>
              <p:blipFill>
                <a:blip r:embed="rId6"/>
                <a:stretch>
                  <a:fillRect/>
                </a:stretch>
              </p:blipFill>
              <p:spPr>
                <a:xfrm>
                  <a:off x="7789290" y="4754190"/>
                  <a:ext cx="8784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59D50E96-6DC2-FB87-EC90-6E0A85216C41}"/>
                    </a:ext>
                  </a:extLst>
                </p14:cNvPr>
                <p14:cNvContentPartPr/>
                <p14:nvPr/>
              </p14:nvContentPartPr>
              <p14:xfrm>
                <a:off x="7917450" y="4694430"/>
                <a:ext cx="122400" cy="103320"/>
              </p14:xfrm>
            </p:contentPart>
          </mc:Choice>
          <mc:Fallback xmlns="">
            <p:pic>
              <p:nvPicPr>
                <p:cNvPr id="14" name="Ink 13">
                  <a:extLst>
                    <a:ext uri="{FF2B5EF4-FFF2-40B4-BE49-F238E27FC236}">
                      <a16:creationId xmlns:a16="http://schemas.microsoft.com/office/drawing/2014/main" id="{59D50E96-6DC2-FB87-EC90-6E0A85216C41}"/>
                    </a:ext>
                  </a:extLst>
                </p:cNvPr>
                <p:cNvPicPr/>
                <p:nvPr/>
              </p:nvPicPr>
              <p:blipFill>
                <a:blip r:embed="rId8"/>
                <a:stretch>
                  <a:fillRect/>
                </a:stretch>
              </p:blipFill>
              <p:spPr>
                <a:xfrm>
                  <a:off x="7911330" y="4688310"/>
                  <a:ext cx="13464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F4A7619A-49C1-2102-42D4-23CED0B7C016}"/>
                    </a:ext>
                  </a:extLst>
                </p14:cNvPr>
                <p14:cNvContentPartPr/>
                <p14:nvPr/>
              </p14:nvContentPartPr>
              <p14:xfrm>
                <a:off x="8067570" y="4674630"/>
                <a:ext cx="275760" cy="134640"/>
              </p14:xfrm>
            </p:contentPart>
          </mc:Choice>
          <mc:Fallback xmlns="">
            <p:pic>
              <p:nvPicPr>
                <p:cNvPr id="15" name="Ink 14">
                  <a:extLst>
                    <a:ext uri="{FF2B5EF4-FFF2-40B4-BE49-F238E27FC236}">
                      <a16:creationId xmlns:a16="http://schemas.microsoft.com/office/drawing/2014/main" id="{F4A7619A-49C1-2102-42D4-23CED0B7C016}"/>
                    </a:ext>
                  </a:extLst>
                </p:cNvPr>
                <p:cNvPicPr/>
                <p:nvPr/>
              </p:nvPicPr>
              <p:blipFill>
                <a:blip r:embed="rId10"/>
                <a:stretch>
                  <a:fillRect/>
                </a:stretch>
              </p:blipFill>
              <p:spPr>
                <a:xfrm>
                  <a:off x="8061450" y="4668510"/>
                  <a:ext cx="28800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DF3088CC-4648-B5F5-BDD1-D846977541EC}"/>
                    </a:ext>
                  </a:extLst>
                </p14:cNvPr>
                <p14:cNvContentPartPr/>
                <p14:nvPr/>
              </p14:nvContentPartPr>
              <p14:xfrm>
                <a:off x="8070450" y="4748070"/>
                <a:ext cx="134280" cy="99360"/>
              </p14:xfrm>
            </p:contentPart>
          </mc:Choice>
          <mc:Fallback xmlns="">
            <p:pic>
              <p:nvPicPr>
                <p:cNvPr id="16" name="Ink 15">
                  <a:extLst>
                    <a:ext uri="{FF2B5EF4-FFF2-40B4-BE49-F238E27FC236}">
                      <a16:creationId xmlns:a16="http://schemas.microsoft.com/office/drawing/2014/main" id="{DF3088CC-4648-B5F5-BDD1-D846977541EC}"/>
                    </a:ext>
                  </a:extLst>
                </p:cNvPr>
                <p:cNvPicPr/>
                <p:nvPr/>
              </p:nvPicPr>
              <p:blipFill>
                <a:blip r:embed="rId12"/>
                <a:stretch>
                  <a:fillRect/>
                </a:stretch>
              </p:blipFill>
              <p:spPr>
                <a:xfrm>
                  <a:off x="8064330" y="4741950"/>
                  <a:ext cx="1465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A1377166-A6F5-D61F-C14A-32124C9B84BC}"/>
                    </a:ext>
                  </a:extLst>
                </p14:cNvPr>
                <p14:cNvContentPartPr/>
                <p14:nvPr/>
              </p14:nvContentPartPr>
              <p14:xfrm>
                <a:off x="8344050" y="4650510"/>
                <a:ext cx="195840" cy="188640"/>
              </p14:xfrm>
            </p:contentPart>
          </mc:Choice>
          <mc:Fallback xmlns="">
            <p:pic>
              <p:nvPicPr>
                <p:cNvPr id="18" name="Ink 17">
                  <a:extLst>
                    <a:ext uri="{FF2B5EF4-FFF2-40B4-BE49-F238E27FC236}">
                      <a16:creationId xmlns:a16="http://schemas.microsoft.com/office/drawing/2014/main" id="{A1377166-A6F5-D61F-C14A-32124C9B84BC}"/>
                    </a:ext>
                  </a:extLst>
                </p:cNvPr>
                <p:cNvPicPr/>
                <p:nvPr/>
              </p:nvPicPr>
              <p:blipFill>
                <a:blip r:embed="rId14"/>
                <a:stretch>
                  <a:fillRect/>
                </a:stretch>
              </p:blipFill>
              <p:spPr>
                <a:xfrm>
                  <a:off x="8337930" y="4644390"/>
                  <a:ext cx="20808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 name="Ink 18">
                  <a:extLst>
                    <a:ext uri="{FF2B5EF4-FFF2-40B4-BE49-F238E27FC236}">
                      <a16:creationId xmlns:a16="http://schemas.microsoft.com/office/drawing/2014/main" id="{03FB26AF-7905-8050-D3D3-20495BB10F0C}"/>
                    </a:ext>
                  </a:extLst>
                </p14:cNvPr>
                <p14:cNvContentPartPr/>
                <p14:nvPr/>
              </p14:nvContentPartPr>
              <p14:xfrm>
                <a:off x="8370690" y="4740870"/>
                <a:ext cx="175320" cy="72360"/>
              </p14:xfrm>
            </p:contentPart>
          </mc:Choice>
          <mc:Fallback xmlns="">
            <p:pic>
              <p:nvPicPr>
                <p:cNvPr id="19" name="Ink 18">
                  <a:extLst>
                    <a:ext uri="{FF2B5EF4-FFF2-40B4-BE49-F238E27FC236}">
                      <a16:creationId xmlns:a16="http://schemas.microsoft.com/office/drawing/2014/main" id="{03FB26AF-7905-8050-D3D3-20495BB10F0C}"/>
                    </a:ext>
                  </a:extLst>
                </p:cNvPr>
                <p:cNvPicPr/>
                <p:nvPr/>
              </p:nvPicPr>
              <p:blipFill>
                <a:blip r:embed="rId16"/>
                <a:stretch>
                  <a:fillRect/>
                </a:stretch>
              </p:blipFill>
              <p:spPr>
                <a:xfrm>
                  <a:off x="8364570" y="4734750"/>
                  <a:ext cx="1875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0" name="Ink 19">
                  <a:extLst>
                    <a:ext uri="{FF2B5EF4-FFF2-40B4-BE49-F238E27FC236}">
                      <a16:creationId xmlns:a16="http://schemas.microsoft.com/office/drawing/2014/main" id="{9C83C528-198A-7D78-A42C-0E7D270764E3}"/>
                    </a:ext>
                  </a:extLst>
                </p14:cNvPr>
                <p14:cNvContentPartPr/>
                <p14:nvPr/>
              </p14:nvContentPartPr>
              <p14:xfrm>
                <a:off x="8607930" y="4678230"/>
                <a:ext cx="9720" cy="11880"/>
              </p14:xfrm>
            </p:contentPart>
          </mc:Choice>
          <mc:Fallback xmlns="">
            <p:pic>
              <p:nvPicPr>
                <p:cNvPr id="20" name="Ink 19">
                  <a:extLst>
                    <a:ext uri="{FF2B5EF4-FFF2-40B4-BE49-F238E27FC236}">
                      <a16:creationId xmlns:a16="http://schemas.microsoft.com/office/drawing/2014/main" id="{9C83C528-198A-7D78-A42C-0E7D270764E3}"/>
                    </a:ext>
                  </a:extLst>
                </p:cNvPr>
                <p:cNvPicPr/>
                <p:nvPr/>
              </p:nvPicPr>
              <p:blipFill>
                <a:blip r:embed="rId18"/>
                <a:stretch>
                  <a:fillRect/>
                </a:stretch>
              </p:blipFill>
              <p:spPr>
                <a:xfrm>
                  <a:off x="8601810" y="4672110"/>
                  <a:ext cx="219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1" name="Ink 20">
                  <a:extLst>
                    <a:ext uri="{FF2B5EF4-FFF2-40B4-BE49-F238E27FC236}">
                      <a16:creationId xmlns:a16="http://schemas.microsoft.com/office/drawing/2014/main" id="{8A59B1FE-25B8-6444-CCEE-06561E0D5DF2}"/>
                    </a:ext>
                  </a:extLst>
                </p14:cNvPr>
                <p14:cNvContentPartPr/>
                <p14:nvPr/>
              </p14:nvContentPartPr>
              <p14:xfrm>
                <a:off x="8607210" y="4649070"/>
                <a:ext cx="88920" cy="146880"/>
              </p14:xfrm>
            </p:contentPart>
          </mc:Choice>
          <mc:Fallback xmlns="">
            <p:pic>
              <p:nvPicPr>
                <p:cNvPr id="21" name="Ink 20">
                  <a:extLst>
                    <a:ext uri="{FF2B5EF4-FFF2-40B4-BE49-F238E27FC236}">
                      <a16:creationId xmlns:a16="http://schemas.microsoft.com/office/drawing/2014/main" id="{8A59B1FE-25B8-6444-CCEE-06561E0D5DF2}"/>
                    </a:ext>
                  </a:extLst>
                </p:cNvPr>
                <p:cNvPicPr/>
                <p:nvPr/>
              </p:nvPicPr>
              <p:blipFill>
                <a:blip r:embed="rId20"/>
                <a:stretch>
                  <a:fillRect/>
                </a:stretch>
              </p:blipFill>
              <p:spPr>
                <a:xfrm>
                  <a:off x="8601090" y="4642950"/>
                  <a:ext cx="1011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2" name="Ink 21">
                  <a:extLst>
                    <a:ext uri="{FF2B5EF4-FFF2-40B4-BE49-F238E27FC236}">
                      <a16:creationId xmlns:a16="http://schemas.microsoft.com/office/drawing/2014/main" id="{600F9785-84C5-28AF-FC12-7CA390A6B3FA}"/>
                    </a:ext>
                  </a:extLst>
                </p14:cNvPr>
                <p14:cNvContentPartPr/>
                <p14:nvPr/>
              </p14:nvContentPartPr>
              <p14:xfrm>
                <a:off x="8664090" y="4654830"/>
                <a:ext cx="134280" cy="153000"/>
              </p14:xfrm>
            </p:contentPart>
          </mc:Choice>
          <mc:Fallback xmlns="">
            <p:pic>
              <p:nvPicPr>
                <p:cNvPr id="22" name="Ink 21">
                  <a:extLst>
                    <a:ext uri="{FF2B5EF4-FFF2-40B4-BE49-F238E27FC236}">
                      <a16:creationId xmlns:a16="http://schemas.microsoft.com/office/drawing/2014/main" id="{600F9785-84C5-28AF-FC12-7CA390A6B3FA}"/>
                    </a:ext>
                  </a:extLst>
                </p:cNvPr>
                <p:cNvPicPr/>
                <p:nvPr/>
              </p:nvPicPr>
              <p:blipFill>
                <a:blip r:embed="rId22"/>
                <a:stretch>
                  <a:fillRect/>
                </a:stretch>
              </p:blipFill>
              <p:spPr>
                <a:xfrm>
                  <a:off x="8657970" y="4648710"/>
                  <a:ext cx="1465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3" name="Ink 22">
                  <a:extLst>
                    <a:ext uri="{FF2B5EF4-FFF2-40B4-BE49-F238E27FC236}">
                      <a16:creationId xmlns:a16="http://schemas.microsoft.com/office/drawing/2014/main" id="{6DE89EDA-1130-D5BC-2F96-DE6E062F67A3}"/>
                    </a:ext>
                  </a:extLst>
                </p14:cNvPr>
                <p14:cNvContentPartPr/>
                <p14:nvPr/>
              </p14:nvContentPartPr>
              <p14:xfrm>
                <a:off x="8698650" y="4687950"/>
                <a:ext cx="334800" cy="129600"/>
              </p14:xfrm>
            </p:contentPart>
          </mc:Choice>
          <mc:Fallback xmlns="">
            <p:pic>
              <p:nvPicPr>
                <p:cNvPr id="23" name="Ink 22">
                  <a:extLst>
                    <a:ext uri="{FF2B5EF4-FFF2-40B4-BE49-F238E27FC236}">
                      <a16:creationId xmlns:a16="http://schemas.microsoft.com/office/drawing/2014/main" id="{6DE89EDA-1130-D5BC-2F96-DE6E062F67A3}"/>
                    </a:ext>
                  </a:extLst>
                </p:cNvPr>
                <p:cNvPicPr/>
                <p:nvPr/>
              </p:nvPicPr>
              <p:blipFill>
                <a:blip r:embed="rId24"/>
                <a:stretch>
                  <a:fillRect/>
                </a:stretch>
              </p:blipFill>
              <p:spPr>
                <a:xfrm>
                  <a:off x="8692530" y="4681830"/>
                  <a:ext cx="347040" cy="141840"/>
                </a:xfrm>
                <a:prstGeom prst="rect">
                  <a:avLst/>
                </a:prstGeom>
              </p:spPr>
            </p:pic>
          </mc:Fallback>
        </mc:AlternateContent>
      </p:grpSp>
      <p:grpSp>
        <p:nvGrpSpPr>
          <p:cNvPr id="51" name="Group 50">
            <a:extLst>
              <a:ext uri="{FF2B5EF4-FFF2-40B4-BE49-F238E27FC236}">
                <a16:creationId xmlns:a16="http://schemas.microsoft.com/office/drawing/2014/main" id="{C7559CD2-F5B5-C8AC-8A4E-981BC38E298D}"/>
              </a:ext>
            </a:extLst>
          </p:cNvPr>
          <p:cNvGrpSpPr/>
          <p:nvPr/>
        </p:nvGrpSpPr>
        <p:grpSpPr>
          <a:xfrm>
            <a:off x="7736730" y="4955430"/>
            <a:ext cx="2266200" cy="877680"/>
            <a:chOff x="7736730" y="4955430"/>
            <a:chExt cx="2266200" cy="877680"/>
          </a:xfrm>
        </p:grpSpPr>
        <mc:AlternateContent xmlns:mc="http://schemas.openxmlformats.org/markup-compatibility/2006" xmlns:p14="http://schemas.microsoft.com/office/powerpoint/2010/main">
          <mc:Choice Requires="p14">
            <p:contentPart p14:bwMode="auto" r:id="rId25">
              <p14:nvContentPartPr>
                <p14:cNvPr id="24" name="Ink 23">
                  <a:extLst>
                    <a:ext uri="{FF2B5EF4-FFF2-40B4-BE49-F238E27FC236}">
                      <a16:creationId xmlns:a16="http://schemas.microsoft.com/office/drawing/2014/main" id="{B7B5C17B-53BC-E9F1-DB21-B25ED83E6E5E}"/>
                    </a:ext>
                  </a:extLst>
                </p14:cNvPr>
                <p14:cNvContentPartPr/>
                <p14:nvPr/>
              </p14:nvContentPartPr>
              <p14:xfrm>
                <a:off x="7808010" y="4955430"/>
                <a:ext cx="113040" cy="94680"/>
              </p14:xfrm>
            </p:contentPart>
          </mc:Choice>
          <mc:Fallback xmlns="">
            <p:pic>
              <p:nvPicPr>
                <p:cNvPr id="24" name="Ink 23">
                  <a:extLst>
                    <a:ext uri="{FF2B5EF4-FFF2-40B4-BE49-F238E27FC236}">
                      <a16:creationId xmlns:a16="http://schemas.microsoft.com/office/drawing/2014/main" id="{B7B5C17B-53BC-E9F1-DB21-B25ED83E6E5E}"/>
                    </a:ext>
                  </a:extLst>
                </p:cNvPr>
                <p:cNvPicPr/>
                <p:nvPr/>
              </p:nvPicPr>
              <p:blipFill>
                <a:blip r:embed="rId26"/>
                <a:stretch>
                  <a:fillRect/>
                </a:stretch>
              </p:blipFill>
              <p:spPr>
                <a:xfrm>
                  <a:off x="7801890" y="4949310"/>
                  <a:ext cx="1252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 name="Ink 24">
                  <a:extLst>
                    <a:ext uri="{FF2B5EF4-FFF2-40B4-BE49-F238E27FC236}">
                      <a16:creationId xmlns:a16="http://schemas.microsoft.com/office/drawing/2014/main" id="{80A92119-CC9E-6727-FD68-9CA1A2A57A08}"/>
                    </a:ext>
                  </a:extLst>
                </p14:cNvPr>
                <p14:cNvContentPartPr/>
                <p14:nvPr/>
              </p14:nvContentPartPr>
              <p14:xfrm>
                <a:off x="7986930" y="4963350"/>
                <a:ext cx="103320" cy="96840"/>
              </p14:xfrm>
            </p:contentPart>
          </mc:Choice>
          <mc:Fallback xmlns="">
            <p:pic>
              <p:nvPicPr>
                <p:cNvPr id="25" name="Ink 24">
                  <a:extLst>
                    <a:ext uri="{FF2B5EF4-FFF2-40B4-BE49-F238E27FC236}">
                      <a16:creationId xmlns:a16="http://schemas.microsoft.com/office/drawing/2014/main" id="{80A92119-CC9E-6727-FD68-9CA1A2A57A08}"/>
                    </a:ext>
                  </a:extLst>
                </p:cNvPr>
                <p:cNvPicPr/>
                <p:nvPr/>
              </p:nvPicPr>
              <p:blipFill>
                <a:blip r:embed="rId28"/>
                <a:stretch>
                  <a:fillRect/>
                </a:stretch>
              </p:blipFill>
              <p:spPr>
                <a:xfrm>
                  <a:off x="7980810" y="4957230"/>
                  <a:ext cx="11556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6" name="Ink 25">
                  <a:extLst>
                    <a:ext uri="{FF2B5EF4-FFF2-40B4-BE49-F238E27FC236}">
                      <a16:creationId xmlns:a16="http://schemas.microsoft.com/office/drawing/2014/main" id="{985EF907-A6A1-2F3C-7AC3-26A9B51CCD17}"/>
                    </a:ext>
                  </a:extLst>
                </p14:cNvPr>
                <p14:cNvContentPartPr/>
                <p14:nvPr/>
              </p14:nvContentPartPr>
              <p14:xfrm>
                <a:off x="8097090" y="4959390"/>
                <a:ext cx="208080" cy="82800"/>
              </p14:xfrm>
            </p:contentPart>
          </mc:Choice>
          <mc:Fallback xmlns="">
            <p:pic>
              <p:nvPicPr>
                <p:cNvPr id="26" name="Ink 25">
                  <a:extLst>
                    <a:ext uri="{FF2B5EF4-FFF2-40B4-BE49-F238E27FC236}">
                      <a16:creationId xmlns:a16="http://schemas.microsoft.com/office/drawing/2014/main" id="{985EF907-A6A1-2F3C-7AC3-26A9B51CCD17}"/>
                    </a:ext>
                  </a:extLst>
                </p:cNvPr>
                <p:cNvPicPr/>
                <p:nvPr/>
              </p:nvPicPr>
              <p:blipFill>
                <a:blip r:embed="rId30"/>
                <a:stretch>
                  <a:fillRect/>
                </a:stretch>
              </p:blipFill>
              <p:spPr>
                <a:xfrm>
                  <a:off x="8090970" y="4953270"/>
                  <a:ext cx="2203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7" name="Ink 26">
                  <a:extLst>
                    <a:ext uri="{FF2B5EF4-FFF2-40B4-BE49-F238E27FC236}">
                      <a16:creationId xmlns:a16="http://schemas.microsoft.com/office/drawing/2014/main" id="{C59737D6-602E-01EA-F0AB-D0A4F12B55F9}"/>
                    </a:ext>
                  </a:extLst>
                </p14:cNvPr>
                <p14:cNvContentPartPr/>
                <p14:nvPr/>
              </p14:nvContentPartPr>
              <p14:xfrm>
                <a:off x="8254410" y="4964070"/>
                <a:ext cx="188280" cy="132120"/>
              </p14:xfrm>
            </p:contentPart>
          </mc:Choice>
          <mc:Fallback xmlns="">
            <p:pic>
              <p:nvPicPr>
                <p:cNvPr id="27" name="Ink 26">
                  <a:extLst>
                    <a:ext uri="{FF2B5EF4-FFF2-40B4-BE49-F238E27FC236}">
                      <a16:creationId xmlns:a16="http://schemas.microsoft.com/office/drawing/2014/main" id="{C59737D6-602E-01EA-F0AB-D0A4F12B55F9}"/>
                    </a:ext>
                  </a:extLst>
                </p:cNvPr>
                <p:cNvPicPr/>
                <p:nvPr/>
              </p:nvPicPr>
              <p:blipFill>
                <a:blip r:embed="rId32"/>
                <a:stretch>
                  <a:fillRect/>
                </a:stretch>
              </p:blipFill>
              <p:spPr>
                <a:xfrm>
                  <a:off x="8248290" y="4957950"/>
                  <a:ext cx="20052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8" name="Ink 27">
                  <a:extLst>
                    <a:ext uri="{FF2B5EF4-FFF2-40B4-BE49-F238E27FC236}">
                      <a16:creationId xmlns:a16="http://schemas.microsoft.com/office/drawing/2014/main" id="{C3B78A85-9FF8-3088-383D-C7770A6A94B4}"/>
                    </a:ext>
                  </a:extLst>
                </p14:cNvPr>
                <p14:cNvContentPartPr/>
                <p14:nvPr/>
              </p14:nvContentPartPr>
              <p14:xfrm>
                <a:off x="8583090" y="4970190"/>
                <a:ext cx="184320" cy="202680"/>
              </p14:xfrm>
            </p:contentPart>
          </mc:Choice>
          <mc:Fallback xmlns="">
            <p:pic>
              <p:nvPicPr>
                <p:cNvPr id="28" name="Ink 27">
                  <a:extLst>
                    <a:ext uri="{FF2B5EF4-FFF2-40B4-BE49-F238E27FC236}">
                      <a16:creationId xmlns:a16="http://schemas.microsoft.com/office/drawing/2014/main" id="{C3B78A85-9FF8-3088-383D-C7770A6A94B4}"/>
                    </a:ext>
                  </a:extLst>
                </p:cNvPr>
                <p:cNvPicPr/>
                <p:nvPr/>
              </p:nvPicPr>
              <p:blipFill>
                <a:blip r:embed="rId34"/>
                <a:stretch>
                  <a:fillRect/>
                </a:stretch>
              </p:blipFill>
              <p:spPr>
                <a:xfrm>
                  <a:off x="8576970" y="4964070"/>
                  <a:ext cx="1965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9" name="Ink 28">
                  <a:extLst>
                    <a:ext uri="{FF2B5EF4-FFF2-40B4-BE49-F238E27FC236}">
                      <a16:creationId xmlns:a16="http://schemas.microsoft.com/office/drawing/2014/main" id="{E0D8F965-B034-89CF-769C-FA3B0D4E05E3}"/>
                    </a:ext>
                  </a:extLst>
                </p14:cNvPr>
                <p14:cNvContentPartPr/>
                <p14:nvPr/>
              </p14:nvContentPartPr>
              <p14:xfrm>
                <a:off x="8548530" y="5029950"/>
                <a:ext cx="359640" cy="104400"/>
              </p14:xfrm>
            </p:contentPart>
          </mc:Choice>
          <mc:Fallback xmlns="">
            <p:pic>
              <p:nvPicPr>
                <p:cNvPr id="29" name="Ink 28">
                  <a:extLst>
                    <a:ext uri="{FF2B5EF4-FFF2-40B4-BE49-F238E27FC236}">
                      <a16:creationId xmlns:a16="http://schemas.microsoft.com/office/drawing/2014/main" id="{E0D8F965-B034-89CF-769C-FA3B0D4E05E3}"/>
                    </a:ext>
                  </a:extLst>
                </p:cNvPr>
                <p:cNvPicPr/>
                <p:nvPr/>
              </p:nvPicPr>
              <p:blipFill>
                <a:blip r:embed="rId36"/>
                <a:stretch>
                  <a:fillRect/>
                </a:stretch>
              </p:blipFill>
              <p:spPr>
                <a:xfrm>
                  <a:off x="8542410" y="5023830"/>
                  <a:ext cx="37188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0" name="Ink 29">
                  <a:extLst>
                    <a:ext uri="{FF2B5EF4-FFF2-40B4-BE49-F238E27FC236}">
                      <a16:creationId xmlns:a16="http://schemas.microsoft.com/office/drawing/2014/main" id="{EAFE04F6-0666-6EDE-F8D6-4CB1A1D6C6BB}"/>
                    </a:ext>
                  </a:extLst>
                </p14:cNvPr>
                <p14:cNvContentPartPr/>
                <p14:nvPr/>
              </p14:nvContentPartPr>
              <p14:xfrm>
                <a:off x="7736730" y="5289510"/>
                <a:ext cx="162360" cy="99000"/>
              </p14:xfrm>
            </p:contentPart>
          </mc:Choice>
          <mc:Fallback xmlns="">
            <p:pic>
              <p:nvPicPr>
                <p:cNvPr id="30" name="Ink 29">
                  <a:extLst>
                    <a:ext uri="{FF2B5EF4-FFF2-40B4-BE49-F238E27FC236}">
                      <a16:creationId xmlns:a16="http://schemas.microsoft.com/office/drawing/2014/main" id="{EAFE04F6-0666-6EDE-F8D6-4CB1A1D6C6BB}"/>
                    </a:ext>
                  </a:extLst>
                </p:cNvPr>
                <p:cNvPicPr/>
                <p:nvPr/>
              </p:nvPicPr>
              <p:blipFill>
                <a:blip r:embed="rId38"/>
                <a:stretch>
                  <a:fillRect/>
                </a:stretch>
              </p:blipFill>
              <p:spPr>
                <a:xfrm>
                  <a:off x="7730610" y="5283390"/>
                  <a:ext cx="1746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1" name="Ink 30">
                  <a:extLst>
                    <a:ext uri="{FF2B5EF4-FFF2-40B4-BE49-F238E27FC236}">
                      <a16:creationId xmlns:a16="http://schemas.microsoft.com/office/drawing/2014/main" id="{E20C8A24-6779-E085-E9CB-836208F99EA8}"/>
                    </a:ext>
                  </a:extLst>
                </p14:cNvPr>
                <p14:cNvContentPartPr/>
                <p14:nvPr/>
              </p14:nvContentPartPr>
              <p14:xfrm>
                <a:off x="7905570" y="5212110"/>
                <a:ext cx="549720" cy="304560"/>
              </p14:xfrm>
            </p:contentPart>
          </mc:Choice>
          <mc:Fallback xmlns="">
            <p:pic>
              <p:nvPicPr>
                <p:cNvPr id="31" name="Ink 30">
                  <a:extLst>
                    <a:ext uri="{FF2B5EF4-FFF2-40B4-BE49-F238E27FC236}">
                      <a16:creationId xmlns:a16="http://schemas.microsoft.com/office/drawing/2014/main" id="{E20C8A24-6779-E085-E9CB-836208F99EA8}"/>
                    </a:ext>
                  </a:extLst>
                </p:cNvPr>
                <p:cNvPicPr/>
                <p:nvPr/>
              </p:nvPicPr>
              <p:blipFill>
                <a:blip r:embed="rId40"/>
                <a:stretch>
                  <a:fillRect/>
                </a:stretch>
              </p:blipFill>
              <p:spPr>
                <a:xfrm>
                  <a:off x="7899450" y="5205990"/>
                  <a:ext cx="56196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5" name="Ink 34">
                  <a:extLst>
                    <a:ext uri="{FF2B5EF4-FFF2-40B4-BE49-F238E27FC236}">
                      <a16:creationId xmlns:a16="http://schemas.microsoft.com/office/drawing/2014/main" id="{B8D7CD7F-1241-6768-2803-8CD59C4C714A}"/>
                    </a:ext>
                  </a:extLst>
                </p14:cNvPr>
                <p14:cNvContentPartPr/>
                <p14:nvPr/>
              </p14:nvContentPartPr>
              <p14:xfrm>
                <a:off x="8641770" y="5229390"/>
                <a:ext cx="768960" cy="248040"/>
              </p14:xfrm>
            </p:contentPart>
          </mc:Choice>
          <mc:Fallback xmlns="">
            <p:pic>
              <p:nvPicPr>
                <p:cNvPr id="35" name="Ink 34">
                  <a:extLst>
                    <a:ext uri="{FF2B5EF4-FFF2-40B4-BE49-F238E27FC236}">
                      <a16:creationId xmlns:a16="http://schemas.microsoft.com/office/drawing/2014/main" id="{B8D7CD7F-1241-6768-2803-8CD59C4C714A}"/>
                    </a:ext>
                  </a:extLst>
                </p:cNvPr>
                <p:cNvPicPr/>
                <p:nvPr/>
              </p:nvPicPr>
              <p:blipFill>
                <a:blip r:embed="rId42"/>
                <a:stretch>
                  <a:fillRect/>
                </a:stretch>
              </p:blipFill>
              <p:spPr>
                <a:xfrm>
                  <a:off x="8635650" y="5223270"/>
                  <a:ext cx="7812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6" name="Ink 35">
                  <a:extLst>
                    <a:ext uri="{FF2B5EF4-FFF2-40B4-BE49-F238E27FC236}">
                      <a16:creationId xmlns:a16="http://schemas.microsoft.com/office/drawing/2014/main" id="{D9E1B50F-8CEA-E6E0-D59F-66935AAD6413}"/>
                    </a:ext>
                  </a:extLst>
                </p14:cNvPr>
                <p14:cNvContentPartPr/>
                <p14:nvPr/>
              </p14:nvContentPartPr>
              <p14:xfrm>
                <a:off x="9441690" y="5314710"/>
                <a:ext cx="38520" cy="21960"/>
              </p14:xfrm>
            </p:contentPart>
          </mc:Choice>
          <mc:Fallback xmlns="">
            <p:pic>
              <p:nvPicPr>
                <p:cNvPr id="36" name="Ink 35">
                  <a:extLst>
                    <a:ext uri="{FF2B5EF4-FFF2-40B4-BE49-F238E27FC236}">
                      <a16:creationId xmlns:a16="http://schemas.microsoft.com/office/drawing/2014/main" id="{D9E1B50F-8CEA-E6E0-D59F-66935AAD6413}"/>
                    </a:ext>
                  </a:extLst>
                </p:cNvPr>
                <p:cNvPicPr/>
                <p:nvPr/>
              </p:nvPicPr>
              <p:blipFill>
                <a:blip r:embed="rId44"/>
                <a:stretch>
                  <a:fillRect/>
                </a:stretch>
              </p:blipFill>
              <p:spPr>
                <a:xfrm>
                  <a:off x="9435570" y="5308590"/>
                  <a:ext cx="5076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7" name="Ink 36">
                  <a:extLst>
                    <a:ext uri="{FF2B5EF4-FFF2-40B4-BE49-F238E27FC236}">
                      <a16:creationId xmlns:a16="http://schemas.microsoft.com/office/drawing/2014/main" id="{3B47B2BC-CEEB-D4F7-7AAB-E5D25B8285D9}"/>
                    </a:ext>
                  </a:extLst>
                </p14:cNvPr>
                <p14:cNvContentPartPr/>
                <p14:nvPr/>
              </p14:nvContentPartPr>
              <p14:xfrm>
                <a:off x="9426570" y="5334510"/>
                <a:ext cx="303480" cy="84600"/>
              </p14:xfrm>
            </p:contentPart>
          </mc:Choice>
          <mc:Fallback xmlns="">
            <p:pic>
              <p:nvPicPr>
                <p:cNvPr id="37" name="Ink 36">
                  <a:extLst>
                    <a:ext uri="{FF2B5EF4-FFF2-40B4-BE49-F238E27FC236}">
                      <a16:creationId xmlns:a16="http://schemas.microsoft.com/office/drawing/2014/main" id="{3B47B2BC-CEEB-D4F7-7AAB-E5D25B8285D9}"/>
                    </a:ext>
                  </a:extLst>
                </p:cNvPr>
                <p:cNvPicPr/>
                <p:nvPr/>
              </p:nvPicPr>
              <p:blipFill>
                <a:blip r:embed="rId46"/>
                <a:stretch>
                  <a:fillRect/>
                </a:stretch>
              </p:blipFill>
              <p:spPr>
                <a:xfrm>
                  <a:off x="9420450" y="5328390"/>
                  <a:ext cx="31572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9" name="Ink 38">
                  <a:extLst>
                    <a:ext uri="{FF2B5EF4-FFF2-40B4-BE49-F238E27FC236}">
                      <a16:creationId xmlns:a16="http://schemas.microsoft.com/office/drawing/2014/main" id="{991CF31E-451D-BB47-F81B-D62A871B61E8}"/>
                    </a:ext>
                  </a:extLst>
                </p14:cNvPr>
                <p14:cNvContentPartPr/>
                <p14:nvPr/>
              </p14:nvContentPartPr>
              <p14:xfrm>
                <a:off x="7742490" y="5643030"/>
                <a:ext cx="31680" cy="120240"/>
              </p14:xfrm>
            </p:contentPart>
          </mc:Choice>
          <mc:Fallback xmlns="">
            <p:pic>
              <p:nvPicPr>
                <p:cNvPr id="39" name="Ink 38">
                  <a:extLst>
                    <a:ext uri="{FF2B5EF4-FFF2-40B4-BE49-F238E27FC236}">
                      <a16:creationId xmlns:a16="http://schemas.microsoft.com/office/drawing/2014/main" id="{991CF31E-451D-BB47-F81B-D62A871B61E8}"/>
                    </a:ext>
                  </a:extLst>
                </p:cNvPr>
                <p:cNvPicPr/>
                <p:nvPr/>
              </p:nvPicPr>
              <p:blipFill>
                <a:blip r:embed="rId48"/>
                <a:stretch>
                  <a:fillRect/>
                </a:stretch>
              </p:blipFill>
              <p:spPr>
                <a:xfrm>
                  <a:off x="7736370" y="5636910"/>
                  <a:ext cx="4392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0" name="Ink 39">
                  <a:extLst>
                    <a:ext uri="{FF2B5EF4-FFF2-40B4-BE49-F238E27FC236}">
                      <a16:creationId xmlns:a16="http://schemas.microsoft.com/office/drawing/2014/main" id="{89150EEC-EAC0-7354-D9EF-11035E3541AA}"/>
                    </a:ext>
                  </a:extLst>
                </p14:cNvPr>
                <p14:cNvContentPartPr/>
                <p14:nvPr/>
              </p14:nvContentPartPr>
              <p14:xfrm>
                <a:off x="7836090" y="5500470"/>
                <a:ext cx="64440" cy="49320"/>
              </p14:xfrm>
            </p:contentPart>
          </mc:Choice>
          <mc:Fallback xmlns="">
            <p:pic>
              <p:nvPicPr>
                <p:cNvPr id="40" name="Ink 39">
                  <a:extLst>
                    <a:ext uri="{FF2B5EF4-FFF2-40B4-BE49-F238E27FC236}">
                      <a16:creationId xmlns:a16="http://schemas.microsoft.com/office/drawing/2014/main" id="{89150EEC-EAC0-7354-D9EF-11035E3541AA}"/>
                    </a:ext>
                  </a:extLst>
                </p:cNvPr>
                <p:cNvPicPr/>
                <p:nvPr/>
              </p:nvPicPr>
              <p:blipFill>
                <a:blip r:embed="rId50"/>
                <a:stretch>
                  <a:fillRect/>
                </a:stretch>
              </p:blipFill>
              <p:spPr>
                <a:xfrm>
                  <a:off x="7829970" y="5494350"/>
                  <a:ext cx="766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1" name="Ink 40">
                  <a:extLst>
                    <a:ext uri="{FF2B5EF4-FFF2-40B4-BE49-F238E27FC236}">
                      <a16:creationId xmlns:a16="http://schemas.microsoft.com/office/drawing/2014/main" id="{38030263-30BE-E261-116B-E1A1586186C6}"/>
                    </a:ext>
                  </a:extLst>
                </p14:cNvPr>
                <p14:cNvContentPartPr/>
                <p14:nvPr/>
              </p14:nvContentPartPr>
              <p14:xfrm>
                <a:off x="7839330" y="5585790"/>
                <a:ext cx="128520" cy="118080"/>
              </p14:xfrm>
            </p:contentPart>
          </mc:Choice>
          <mc:Fallback xmlns="">
            <p:pic>
              <p:nvPicPr>
                <p:cNvPr id="41" name="Ink 40">
                  <a:extLst>
                    <a:ext uri="{FF2B5EF4-FFF2-40B4-BE49-F238E27FC236}">
                      <a16:creationId xmlns:a16="http://schemas.microsoft.com/office/drawing/2014/main" id="{38030263-30BE-E261-116B-E1A1586186C6}"/>
                    </a:ext>
                  </a:extLst>
                </p:cNvPr>
                <p:cNvPicPr/>
                <p:nvPr/>
              </p:nvPicPr>
              <p:blipFill>
                <a:blip r:embed="rId52"/>
                <a:stretch>
                  <a:fillRect/>
                </a:stretch>
              </p:blipFill>
              <p:spPr>
                <a:xfrm>
                  <a:off x="7833210" y="5579670"/>
                  <a:ext cx="1407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2" name="Ink 41">
                  <a:extLst>
                    <a:ext uri="{FF2B5EF4-FFF2-40B4-BE49-F238E27FC236}">
                      <a16:creationId xmlns:a16="http://schemas.microsoft.com/office/drawing/2014/main" id="{C35198D4-982B-6BE0-6C58-333095FB0C7C}"/>
                    </a:ext>
                  </a:extLst>
                </p14:cNvPr>
                <p14:cNvContentPartPr/>
                <p14:nvPr/>
              </p14:nvContentPartPr>
              <p14:xfrm>
                <a:off x="8133450" y="5616750"/>
                <a:ext cx="154440" cy="108720"/>
              </p14:xfrm>
            </p:contentPart>
          </mc:Choice>
          <mc:Fallback xmlns="">
            <p:pic>
              <p:nvPicPr>
                <p:cNvPr id="42" name="Ink 41">
                  <a:extLst>
                    <a:ext uri="{FF2B5EF4-FFF2-40B4-BE49-F238E27FC236}">
                      <a16:creationId xmlns:a16="http://schemas.microsoft.com/office/drawing/2014/main" id="{C35198D4-982B-6BE0-6C58-333095FB0C7C}"/>
                    </a:ext>
                  </a:extLst>
                </p:cNvPr>
                <p:cNvPicPr/>
                <p:nvPr/>
              </p:nvPicPr>
              <p:blipFill>
                <a:blip r:embed="rId54"/>
                <a:stretch>
                  <a:fillRect/>
                </a:stretch>
              </p:blipFill>
              <p:spPr>
                <a:xfrm>
                  <a:off x="8127330" y="5610630"/>
                  <a:ext cx="1666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3" name="Ink 42">
                  <a:extLst>
                    <a:ext uri="{FF2B5EF4-FFF2-40B4-BE49-F238E27FC236}">
                      <a16:creationId xmlns:a16="http://schemas.microsoft.com/office/drawing/2014/main" id="{DB014A52-79B1-B65A-E0E0-539375A74078}"/>
                    </a:ext>
                  </a:extLst>
                </p14:cNvPr>
                <p14:cNvContentPartPr/>
                <p14:nvPr/>
              </p14:nvContentPartPr>
              <p14:xfrm>
                <a:off x="8332890" y="5566710"/>
                <a:ext cx="322920" cy="209160"/>
              </p14:xfrm>
            </p:contentPart>
          </mc:Choice>
          <mc:Fallback xmlns="">
            <p:pic>
              <p:nvPicPr>
                <p:cNvPr id="43" name="Ink 42">
                  <a:extLst>
                    <a:ext uri="{FF2B5EF4-FFF2-40B4-BE49-F238E27FC236}">
                      <a16:creationId xmlns:a16="http://schemas.microsoft.com/office/drawing/2014/main" id="{DB014A52-79B1-B65A-E0E0-539375A74078}"/>
                    </a:ext>
                  </a:extLst>
                </p:cNvPr>
                <p:cNvPicPr/>
                <p:nvPr/>
              </p:nvPicPr>
              <p:blipFill>
                <a:blip r:embed="rId56"/>
                <a:stretch>
                  <a:fillRect/>
                </a:stretch>
              </p:blipFill>
              <p:spPr>
                <a:xfrm>
                  <a:off x="8326770" y="5560590"/>
                  <a:ext cx="33516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4" name="Ink 43">
                  <a:extLst>
                    <a:ext uri="{FF2B5EF4-FFF2-40B4-BE49-F238E27FC236}">
                      <a16:creationId xmlns:a16="http://schemas.microsoft.com/office/drawing/2014/main" id="{D7EA3A94-091B-A74B-F8C2-800E86F51911}"/>
                    </a:ext>
                  </a:extLst>
                </p14:cNvPr>
                <p14:cNvContentPartPr/>
                <p14:nvPr/>
              </p14:nvContentPartPr>
              <p14:xfrm>
                <a:off x="8576610" y="5678310"/>
                <a:ext cx="229680" cy="91440"/>
              </p14:xfrm>
            </p:contentPart>
          </mc:Choice>
          <mc:Fallback xmlns="">
            <p:pic>
              <p:nvPicPr>
                <p:cNvPr id="44" name="Ink 43">
                  <a:extLst>
                    <a:ext uri="{FF2B5EF4-FFF2-40B4-BE49-F238E27FC236}">
                      <a16:creationId xmlns:a16="http://schemas.microsoft.com/office/drawing/2014/main" id="{D7EA3A94-091B-A74B-F8C2-800E86F51911}"/>
                    </a:ext>
                  </a:extLst>
                </p:cNvPr>
                <p:cNvPicPr/>
                <p:nvPr/>
              </p:nvPicPr>
              <p:blipFill>
                <a:blip r:embed="rId58"/>
                <a:stretch>
                  <a:fillRect/>
                </a:stretch>
              </p:blipFill>
              <p:spPr>
                <a:xfrm>
                  <a:off x="8570490" y="5672190"/>
                  <a:ext cx="241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5" name="Ink 44">
                  <a:extLst>
                    <a:ext uri="{FF2B5EF4-FFF2-40B4-BE49-F238E27FC236}">
                      <a16:creationId xmlns:a16="http://schemas.microsoft.com/office/drawing/2014/main" id="{641E9D9E-2076-B0F5-E40E-67E47A40455D}"/>
                    </a:ext>
                  </a:extLst>
                </p14:cNvPr>
                <p14:cNvContentPartPr/>
                <p14:nvPr/>
              </p14:nvContentPartPr>
              <p14:xfrm>
                <a:off x="8874330" y="5600190"/>
                <a:ext cx="15120" cy="6480"/>
              </p14:xfrm>
            </p:contentPart>
          </mc:Choice>
          <mc:Fallback xmlns="">
            <p:pic>
              <p:nvPicPr>
                <p:cNvPr id="45" name="Ink 44">
                  <a:extLst>
                    <a:ext uri="{FF2B5EF4-FFF2-40B4-BE49-F238E27FC236}">
                      <a16:creationId xmlns:a16="http://schemas.microsoft.com/office/drawing/2014/main" id="{641E9D9E-2076-B0F5-E40E-67E47A40455D}"/>
                    </a:ext>
                  </a:extLst>
                </p:cNvPr>
                <p:cNvPicPr/>
                <p:nvPr/>
              </p:nvPicPr>
              <p:blipFill>
                <a:blip r:embed="rId60"/>
                <a:stretch>
                  <a:fillRect/>
                </a:stretch>
              </p:blipFill>
              <p:spPr>
                <a:xfrm>
                  <a:off x="8868210" y="5594070"/>
                  <a:ext cx="273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6" name="Ink 45">
                  <a:extLst>
                    <a:ext uri="{FF2B5EF4-FFF2-40B4-BE49-F238E27FC236}">
                      <a16:creationId xmlns:a16="http://schemas.microsoft.com/office/drawing/2014/main" id="{07BB639F-F73A-563F-B67D-44C7FA2D7204}"/>
                    </a:ext>
                  </a:extLst>
                </p14:cNvPr>
                <p14:cNvContentPartPr/>
                <p14:nvPr/>
              </p14:nvContentPartPr>
              <p14:xfrm>
                <a:off x="8967210" y="5588670"/>
                <a:ext cx="372240" cy="210960"/>
              </p14:xfrm>
            </p:contentPart>
          </mc:Choice>
          <mc:Fallback xmlns="">
            <p:pic>
              <p:nvPicPr>
                <p:cNvPr id="46" name="Ink 45">
                  <a:extLst>
                    <a:ext uri="{FF2B5EF4-FFF2-40B4-BE49-F238E27FC236}">
                      <a16:creationId xmlns:a16="http://schemas.microsoft.com/office/drawing/2014/main" id="{07BB639F-F73A-563F-B67D-44C7FA2D7204}"/>
                    </a:ext>
                  </a:extLst>
                </p:cNvPr>
                <p:cNvPicPr/>
                <p:nvPr/>
              </p:nvPicPr>
              <p:blipFill>
                <a:blip r:embed="rId62"/>
                <a:stretch>
                  <a:fillRect/>
                </a:stretch>
              </p:blipFill>
              <p:spPr>
                <a:xfrm>
                  <a:off x="8961090" y="5582550"/>
                  <a:ext cx="38448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7" name="Ink 46">
                  <a:extLst>
                    <a:ext uri="{FF2B5EF4-FFF2-40B4-BE49-F238E27FC236}">
                      <a16:creationId xmlns:a16="http://schemas.microsoft.com/office/drawing/2014/main" id="{0DC6208C-71FD-DE7D-B5CF-2D4464CF2E4C}"/>
                    </a:ext>
                  </a:extLst>
                </p14:cNvPr>
                <p14:cNvContentPartPr/>
                <p14:nvPr/>
              </p14:nvContentPartPr>
              <p14:xfrm>
                <a:off x="9370410" y="5541510"/>
                <a:ext cx="219240" cy="291600"/>
              </p14:xfrm>
            </p:contentPart>
          </mc:Choice>
          <mc:Fallback xmlns="">
            <p:pic>
              <p:nvPicPr>
                <p:cNvPr id="47" name="Ink 46">
                  <a:extLst>
                    <a:ext uri="{FF2B5EF4-FFF2-40B4-BE49-F238E27FC236}">
                      <a16:creationId xmlns:a16="http://schemas.microsoft.com/office/drawing/2014/main" id="{0DC6208C-71FD-DE7D-B5CF-2D4464CF2E4C}"/>
                    </a:ext>
                  </a:extLst>
                </p:cNvPr>
                <p:cNvPicPr/>
                <p:nvPr/>
              </p:nvPicPr>
              <p:blipFill>
                <a:blip r:embed="rId64"/>
                <a:stretch>
                  <a:fillRect/>
                </a:stretch>
              </p:blipFill>
              <p:spPr>
                <a:xfrm>
                  <a:off x="9364290" y="5535390"/>
                  <a:ext cx="23148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8" name="Ink 47">
                  <a:extLst>
                    <a:ext uri="{FF2B5EF4-FFF2-40B4-BE49-F238E27FC236}">
                      <a16:creationId xmlns:a16="http://schemas.microsoft.com/office/drawing/2014/main" id="{11C29ECB-FE62-52ED-B0D6-1D746FBA49E4}"/>
                    </a:ext>
                  </a:extLst>
                </p14:cNvPr>
                <p14:cNvContentPartPr/>
                <p14:nvPr/>
              </p14:nvContentPartPr>
              <p14:xfrm>
                <a:off x="9632850" y="5666790"/>
                <a:ext cx="75240" cy="128880"/>
              </p14:xfrm>
            </p:contentPart>
          </mc:Choice>
          <mc:Fallback xmlns="">
            <p:pic>
              <p:nvPicPr>
                <p:cNvPr id="48" name="Ink 47">
                  <a:extLst>
                    <a:ext uri="{FF2B5EF4-FFF2-40B4-BE49-F238E27FC236}">
                      <a16:creationId xmlns:a16="http://schemas.microsoft.com/office/drawing/2014/main" id="{11C29ECB-FE62-52ED-B0D6-1D746FBA49E4}"/>
                    </a:ext>
                  </a:extLst>
                </p:cNvPr>
                <p:cNvPicPr/>
                <p:nvPr/>
              </p:nvPicPr>
              <p:blipFill>
                <a:blip r:embed="rId66"/>
                <a:stretch>
                  <a:fillRect/>
                </a:stretch>
              </p:blipFill>
              <p:spPr>
                <a:xfrm>
                  <a:off x="9626730" y="5660670"/>
                  <a:ext cx="8748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9" name="Ink 48">
                  <a:extLst>
                    <a:ext uri="{FF2B5EF4-FFF2-40B4-BE49-F238E27FC236}">
                      <a16:creationId xmlns:a16="http://schemas.microsoft.com/office/drawing/2014/main" id="{54E6481D-E76B-C7C3-CD50-E739F30A37E5}"/>
                    </a:ext>
                  </a:extLst>
                </p14:cNvPr>
                <p14:cNvContentPartPr/>
                <p14:nvPr/>
              </p14:nvContentPartPr>
              <p14:xfrm>
                <a:off x="9696210" y="5565630"/>
                <a:ext cx="37080" cy="17280"/>
              </p14:xfrm>
            </p:contentPart>
          </mc:Choice>
          <mc:Fallback xmlns="">
            <p:pic>
              <p:nvPicPr>
                <p:cNvPr id="49" name="Ink 48">
                  <a:extLst>
                    <a:ext uri="{FF2B5EF4-FFF2-40B4-BE49-F238E27FC236}">
                      <a16:creationId xmlns:a16="http://schemas.microsoft.com/office/drawing/2014/main" id="{54E6481D-E76B-C7C3-CD50-E739F30A37E5}"/>
                    </a:ext>
                  </a:extLst>
                </p:cNvPr>
                <p:cNvPicPr/>
                <p:nvPr/>
              </p:nvPicPr>
              <p:blipFill>
                <a:blip r:embed="rId68"/>
                <a:stretch>
                  <a:fillRect/>
                </a:stretch>
              </p:blipFill>
              <p:spPr>
                <a:xfrm>
                  <a:off x="9690090" y="5559510"/>
                  <a:ext cx="493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0" name="Ink 49">
                  <a:extLst>
                    <a:ext uri="{FF2B5EF4-FFF2-40B4-BE49-F238E27FC236}">
                      <a16:creationId xmlns:a16="http://schemas.microsoft.com/office/drawing/2014/main" id="{4FA122F6-58DD-8C43-3EA8-4169B6936DFA}"/>
                    </a:ext>
                  </a:extLst>
                </p14:cNvPr>
                <p14:cNvContentPartPr/>
                <p14:nvPr/>
              </p14:nvContentPartPr>
              <p14:xfrm>
                <a:off x="9703770" y="5548350"/>
                <a:ext cx="299160" cy="192600"/>
              </p14:xfrm>
            </p:contentPart>
          </mc:Choice>
          <mc:Fallback xmlns="">
            <p:pic>
              <p:nvPicPr>
                <p:cNvPr id="50" name="Ink 49">
                  <a:extLst>
                    <a:ext uri="{FF2B5EF4-FFF2-40B4-BE49-F238E27FC236}">
                      <a16:creationId xmlns:a16="http://schemas.microsoft.com/office/drawing/2014/main" id="{4FA122F6-58DD-8C43-3EA8-4169B6936DFA}"/>
                    </a:ext>
                  </a:extLst>
                </p:cNvPr>
                <p:cNvPicPr/>
                <p:nvPr/>
              </p:nvPicPr>
              <p:blipFill>
                <a:blip r:embed="rId70"/>
                <a:stretch>
                  <a:fillRect/>
                </a:stretch>
              </p:blipFill>
              <p:spPr>
                <a:xfrm>
                  <a:off x="9697650" y="5542230"/>
                  <a:ext cx="311400" cy="204840"/>
                </a:xfrm>
                <a:prstGeom prst="rect">
                  <a:avLst/>
                </a:prstGeom>
              </p:spPr>
            </p:pic>
          </mc:Fallback>
        </mc:AlternateContent>
      </p:grpSp>
      <p:grpSp>
        <p:nvGrpSpPr>
          <p:cNvPr id="58" name="Group 57">
            <a:extLst>
              <a:ext uri="{FF2B5EF4-FFF2-40B4-BE49-F238E27FC236}">
                <a16:creationId xmlns:a16="http://schemas.microsoft.com/office/drawing/2014/main" id="{25D0EE26-2EDD-22A9-2CB8-9ADAD550505C}"/>
              </a:ext>
            </a:extLst>
          </p:cNvPr>
          <p:cNvGrpSpPr/>
          <p:nvPr/>
        </p:nvGrpSpPr>
        <p:grpSpPr>
          <a:xfrm>
            <a:off x="7675890" y="5892870"/>
            <a:ext cx="2670480" cy="311040"/>
            <a:chOff x="7675890" y="5892870"/>
            <a:chExt cx="2670480" cy="311040"/>
          </a:xfrm>
        </p:grpSpPr>
        <mc:AlternateContent xmlns:mc="http://schemas.openxmlformats.org/markup-compatibility/2006" xmlns:p14="http://schemas.microsoft.com/office/powerpoint/2010/main">
          <mc:Choice Requires="p14">
            <p:contentPart p14:bwMode="auto" r:id="rId71">
              <p14:nvContentPartPr>
                <p14:cNvPr id="52" name="Ink 51">
                  <a:extLst>
                    <a:ext uri="{FF2B5EF4-FFF2-40B4-BE49-F238E27FC236}">
                      <a16:creationId xmlns:a16="http://schemas.microsoft.com/office/drawing/2014/main" id="{BC3E010E-DAF9-8BF5-BD7D-10DBDD8235F0}"/>
                    </a:ext>
                  </a:extLst>
                </p14:cNvPr>
                <p14:cNvContentPartPr/>
                <p14:nvPr/>
              </p14:nvContentPartPr>
              <p14:xfrm>
                <a:off x="7675890" y="5968830"/>
                <a:ext cx="227160" cy="153000"/>
              </p14:xfrm>
            </p:contentPart>
          </mc:Choice>
          <mc:Fallback xmlns="">
            <p:pic>
              <p:nvPicPr>
                <p:cNvPr id="52" name="Ink 51">
                  <a:extLst>
                    <a:ext uri="{FF2B5EF4-FFF2-40B4-BE49-F238E27FC236}">
                      <a16:creationId xmlns:a16="http://schemas.microsoft.com/office/drawing/2014/main" id="{BC3E010E-DAF9-8BF5-BD7D-10DBDD8235F0}"/>
                    </a:ext>
                  </a:extLst>
                </p:cNvPr>
                <p:cNvPicPr/>
                <p:nvPr/>
              </p:nvPicPr>
              <p:blipFill>
                <a:blip r:embed="rId72"/>
                <a:stretch>
                  <a:fillRect/>
                </a:stretch>
              </p:blipFill>
              <p:spPr>
                <a:xfrm>
                  <a:off x="7669770" y="5962710"/>
                  <a:ext cx="2394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3" name="Ink 52">
                  <a:extLst>
                    <a:ext uri="{FF2B5EF4-FFF2-40B4-BE49-F238E27FC236}">
                      <a16:creationId xmlns:a16="http://schemas.microsoft.com/office/drawing/2014/main" id="{1C86461E-B128-30EA-0CBC-EA5F1FED9F7C}"/>
                    </a:ext>
                  </a:extLst>
                </p14:cNvPr>
                <p14:cNvContentPartPr/>
                <p14:nvPr/>
              </p14:nvContentPartPr>
              <p14:xfrm>
                <a:off x="7939050" y="5987550"/>
                <a:ext cx="605880" cy="155880"/>
              </p14:xfrm>
            </p:contentPart>
          </mc:Choice>
          <mc:Fallback xmlns="">
            <p:pic>
              <p:nvPicPr>
                <p:cNvPr id="53" name="Ink 52">
                  <a:extLst>
                    <a:ext uri="{FF2B5EF4-FFF2-40B4-BE49-F238E27FC236}">
                      <a16:creationId xmlns:a16="http://schemas.microsoft.com/office/drawing/2014/main" id="{1C86461E-B128-30EA-0CBC-EA5F1FED9F7C}"/>
                    </a:ext>
                  </a:extLst>
                </p:cNvPr>
                <p:cNvPicPr/>
                <p:nvPr/>
              </p:nvPicPr>
              <p:blipFill>
                <a:blip r:embed="rId74"/>
                <a:stretch>
                  <a:fillRect/>
                </a:stretch>
              </p:blipFill>
              <p:spPr>
                <a:xfrm>
                  <a:off x="7932930" y="5981430"/>
                  <a:ext cx="6181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4" name="Ink 53">
                  <a:extLst>
                    <a:ext uri="{FF2B5EF4-FFF2-40B4-BE49-F238E27FC236}">
                      <a16:creationId xmlns:a16="http://schemas.microsoft.com/office/drawing/2014/main" id="{EEC8CD43-2454-0443-7A38-E41B9DF630C0}"/>
                    </a:ext>
                  </a:extLst>
                </p14:cNvPr>
                <p14:cNvContentPartPr/>
                <p14:nvPr/>
              </p14:nvContentPartPr>
              <p14:xfrm>
                <a:off x="8720610" y="5892870"/>
                <a:ext cx="734760" cy="250200"/>
              </p14:xfrm>
            </p:contentPart>
          </mc:Choice>
          <mc:Fallback xmlns="">
            <p:pic>
              <p:nvPicPr>
                <p:cNvPr id="54" name="Ink 53">
                  <a:extLst>
                    <a:ext uri="{FF2B5EF4-FFF2-40B4-BE49-F238E27FC236}">
                      <a16:creationId xmlns:a16="http://schemas.microsoft.com/office/drawing/2014/main" id="{EEC8CD43-2454-0443-7A38-E41B9DF630C0}"/>
                    </a:ext>
                  </a:extLst>
                </p:cNvPr>
                <p:cNvPicPr/>
                <p:nvPr/>
              </p:nvPicPr>
              <p:blipFill>
                <a:blip r:embed="rId76"/>
                <a:stretch>
                  <a:fillRect/>
                </a:stretch>
              </p:blipFill>
              <p:spPr>
                <a:xfrm>
                  <a:off x="8714490" y="5886750"/>
                  <a:ext cx="74700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5" name="Ink 54">
                  <a:extLst>
                    <a:ext uri="{FF2B5EF4-FFF2-40B4-BE49-F238E27FC236}">
                      <a16:creationId xmlns:a16="http://schemas.microsoft.com/office/drawing/2014/main" id="{61147A2A-4AE6-7DD6-CF09-537101E99FAA}"/>
                    </a:ext>
                  </a:extLst>
                </p14:cNvPr>
                <p14:cNvContentPartPr/>
                <p14:nvPr/>
              </p14:nvContentPartPr>
              <p14:xfrm>
                <a:off x="9543210" y="5939310"/>
                <a:ext cx="21240" cy="18720"/>
              </p14:xfrm>
            </p:contentPart>
          </mc:Choice>
          <mc:Fallback xmlns="">
            <p:pic>
              <p:nvPicPr>
                <p:cNvPr id="55" name="Ink 54">
                  <a:extLst>
                    <a:ext uri="{FF2B5EF4-FFF2-40B4-BE49-F238E27FC236}">
                      <a16:creationId xmlns:a16="http://schemas.microsoft.com/office/drawing/2014/main" id="{61147A2A-4AE6-7DD6-CF09-537101E99FAA}"/>
                    </a:ext>
                  </a:extLst>
                </p:cNvPr>
                <p:cNvPicPr/>
                <p:nvPr/>
              </p:nvPicPr>
              <p:blipFill>
                <a:blip r:embed="rId78"/>
                <a:stretch>
                  <a:fillRect/>
                </a:stretch>
              </p:blipFill>
              <p:spPr>
                <a:xfrm>
                  <a:off x="9537090" y="5933190"/>
                  <a:ext cx="334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7" name="Ink 56">
                  <a:extLst>
                    <a:ext uri="{FF2B5EF4-FFF2-40B4-BE49-F238E27FC236}">
                      <a16:creationId xmlns:a16="http://schemas.microsoft.com/office/drawing/2014/main" id="{23B5152F-D25B-8E54-74AF-14D5CD85B114}"/>
                    </a:ext>
                  </a:extLst>
                </p14:cNvPr>
                <p14:cNvContentPartPr/>
                <p14:nvPr/>
              </p14:nvContentPartPr>
              <p14:xfrm>
                <a:off x="9568050" y="5965590"/>
                <a:ext cx="778320" cy="238320"/>
              </p14:xfrm>
            </p:contentPart>
          </mc:Choice>
          <mc:Fallback xmlns="">
            <p:pic>
              <p:nvPicPr>
                <p:cNvPr id="57" name="Ink 56">
                  <a:extLst>
                    <a:ext uri="{FF2B5EF4-FFF2-40B4-BE49-F238E27FC236}">
                      <a16:creationId xmlns:a16="http://schemas.microsoft.com/office/drawing/2014/main" id="{23B5152F-D25B-8E54-74AF-14D5CD85B114}"/>
                    </a:ext>
                  </a:extLst>
                </p:cNvPr>
                <p:cNvPicPr/>
                <p:nvPr/>
              </p:nvPicPr>
              <p:blipFill>
                <a:blip r:embed="rId80"/>
                <a:stretch>
                  <a:fillRect/>
                </a:stretch>
              </p:blipFill>
              <p:spPr>
                <a:xfrm>
                  <a:off x="9561930" y="5959470"/>
                  <a:ext cx="790560" cy="250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1">
            <p14:nvContentPartPr>
              <p14:cNvPr id="59" name="Ink 58">
                <a:extLst>
                  <a:ext uri="{FF2B5EF4-FFF2-40B4-BE49-F238E27FC236}">
                    <a16:creationId xmlns:a16="http://schemas.microsoft.com/office/drawing/2014/main" id="{E1845C2C-F4A4-F084-1538-F99550A2CC56}"/>
                  </a:ext>
                </a:extLst>
              </p14:cNvPr>
              <p14:cNvContentPartPr/>
              <p14:nvPr/>
            </p14:nvContentPartPr>
            <p14:xfrm>
              <a:off x="10504770" y="5861190"/>
              <a:ext cx="919080" cy="466200"/>
            </p14:xfrm>
          </p:contentPart>
        </mc:Choice>
        <mc:Fallback xmlns="">
          <p:pic>
            <p:nvPicPr>
              <p:cNvPr id="59" name="Ink 58">
                <a:extLst>
                  <a:ext uri="{FF2B5EF4-FFF2-40B4-BE49-F238E27FC236}">
                    <a16:creationId xmlns:a16="http://schemas.microsoft.com/office/drawing/2014/main" id="{E1845C2C-F4A4-F084-1538-F99550A2CC56}"/>
                  </a:ext>
                </a:extLst>
              </p:cNvPr>
              <p:cNvPicPr/>
              <p:nvPr/>
            </p:nvPicPr>
            <p:blipFill>
              <a:blip r:embed="rId82"/>
              <a:stretch>
                <a:fillRect/>
              </a:stretch>
            </p:blipFill>
            <p:spPr>
              <a:xfrm>
                <a:off x="10498650" y="5855070"/>
                <a:ext cx="931320" cy="478440"/>
              </a:xfrm>
              <a:prstGeom prst="rect">
                <a:avLst/>
              </a:prstGeom>
            </p:spPr>
          </p:pic>
        </mc:Fallback>
      </mc:AlternateContent>
      <p:grpSp>
        <p:nvGrpSpPr>
          <p:cNvPr id="11264" name="Group 11263">
            <a:extLst>
              <a:ext uri="{FF2B5EF4-FFF2-40B4-BE49-F238E27FC236}">
                <a16:creationId xmlns:a16="http://schemas.microsoft.com/office/drawing/2014/main" id="{2F18CF37-51E4-3549-84B6-30CD297280C6}"/>
              </a:ext>
            </a:extLst>
          </p:cNvPr>
          <p:cNvGrpSpPr/>
          <p:nvPr/>
        </p:nvGrpSpPr>
        <p:grpSpPr>
          <a:xfrm>
            <a:off x="5564490" y="5027070"/>
            <a:ext cx="718920" cy="235080"/>
            <a:chOff x="5564490" y="5027070"/>
            <a:chExt cx="718920" cy="235080"/>
          </a:xfrm>
        </p:grpSpPr>
        <mc:AlternateContent xmlns:mc="http://schemas.openxmlformats.org/markup-compatibility/2006" xmlns:p14="http://schemas.microsoft.com/office/powerpoint/2010/main">
          <mc:Choice Requires="p14">
            <p:contentPart p14:bwMode="auto" r:id="rId83">
              <p14:nvContentPartPr>
                <p14:cNvPr id="60" name="Ink 59">
                  <a:extLst>
                    <a:ext uri="{FF2B5EF4-FFF2-40B4-BE49-F238E27FC236}">
                      <a16:creationId xmlns:a16="http://schemas.microsoft.com/office/drawing/2014/main" id="{FA214579-440E-974E-F776-3745632A3174}"/>
                    </a:ext>
                  </a:extLst>
                </p14:cNvPr>
                <p14:cNvContentPartPr/>
                <p14:nvPr/>
              </p14:nvContentPartPr>
              <p14:xfrm>
                <a:off x="5564490" y="5027070"/>
                <a:ext cx="290880" cy="201240"/>
              </p14:xfrm>
            </p:contentPart>
          </mc:Choice>
          <mc:Fallback xmlns="">
            <p:pic>
              <p:nvPicPr>
                <p:cNvPr id="60" name="Ink 59">
                  <a:extLst>
                    <a:ext uri="{FF2B5EF4-FFF2-40B4-BE49-F238E27FC236}">
                      <a16:creationId xmlns:a16="http://schemas.microsoft.com/office/drawing/2014/main" id="{FA214579-440E-974E-F776-3745632A3174}"/>
                    </a:ext>
                  </a:extLst>
                </p:cNvPr>
                <p:cNvPicPr/>
                <p:nvPr/>
              </p:nvPicPr>
              <p:blipFill>
                <a:blip r:embed="rId84"/>
                <a:stretch>
                  <a:fillRect/>
                </a:stretch>
              </p:blipFill>
              <p:spPr>
                <a:xfrm>
                  <a:off x="5558370" y="5020950"/>
                  <a:ext cx="30312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1" name="Ink 60">
                  <a:extLst>
                    <a:ext uri="{FF2B5EF4-FFF2-40B4-BE49-F238E27FC236}">
                      <a16:creationId xmlns:a16="http://schemas.microsoft.com/office/drawing/2014/main" id="{AA864331-8C8B-B9E4-3084-B2485A156230}"/>
                    </a:ext>
                  </a:extLst>
                </p14:cNvPr>
                <p14:cNvContentPartPr/>
                <p14:nvPr/>
              </p14:nvContentPartPr>
              <p14:xfrm>
                <a:off x="5896050" y="5117790"/>
                <a:ext cx="181080" cy="144360"/>
              </p14:xfrm>
            </p:contentPart>
          </mc:Choice>
          <mc:Fallback xmlns="">
            <p:pic>
              <p:nvPicPr>
                <p:cNvPr id="61" name="Ink 60">
                  <a:extLst>
                    <a:ext uri="{FF2B5EF4-FFF2-40B4-BE49-F238E27FC236}">
                      <a16:creationId xmlns:a16="http://schemas.microsoft.com/office/drawing/2014/main" id="{AA864331-8C8B-B9E4-3084-B2485A156230}"/>
                    </a:ext>
                  </a:extLst>
                </p:cNvPr>
                <p:cNvPicPr/>
                <p:nvPr/>
              </p:nvPicPr>
              <p:blipFill>
                <a:blip r:embed="rId86"/>
                <a:stretch>
                  <a:fillRect/>
                </a:stretch>
              </p:blipFill>
              <p:spPr>
                <a:xfrm>
                  <a:off x="5889930" y="5111670"/>
                  <a:ext cx="19332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2" name="Ink 61">
                  <a:extLst>
                    <a:ext uri="{FF2B5EF4-FFF2-40B4-BE49-F238E27FC236}">
                      <a16:creationId xmlns:a16="http://schemas.microsoft.com/office/drawing/2014/main" id="{A0EC827B-06E1-ACF4-726A-167240EBBF12}"/>
                    </a:ext>
                  </a:extLst>
                </p14:cNvPr>
                <p14:cNvContentPartPr/>
                <p14:nvPr/>
              </p14:nvContentPartPr>
              <p14:xfrm>
                <a:off x="5959050" y="5140830"/>
                <a:ext cx="111600" cy="81000"/>
              </p14:xfrm>
            </p:contentPart>
          </mc:Choice>
          <mc:Fallback xmlns="">
            <p:pic>
              <p:nvPicPr>
                <p:cNvPr id="62" name="Ink 61">
                  <a:extLst>
                    <a:ext uri="{FF2B5EF4-FFF2-40B4-BE49-F238E27FC236}">
                      <a16:creationId xmlns:a16="http://schemas.microsoft.com/office/drawing/2014/main" id="{A0EC827B-06E1-ACF4-726A-167240EBBF12}"/>
                    </a:ext>
                  </a:extLst>
                </p:cNvPr>
                <p:cNvPicPr/>
                <p:nvPr/>
              </p:nvPicPr>
              <p:blipFill>
                <a:blip r:embed="rId88"/>
                <a:stretch>
                  <a:fillRect/>
                </a:stretch>
              </p:blipFill>
              <p:spPr>
                <a:xfrm>
                  <a:off x="5952930" y="5134710"/>
                  <a:ext cx="1238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3" name="Ink 62">
                  <a:extLst>
                    <a:ext uri="{FF2B5EF4-FFF2-40B4-BE49-F238E27FC236}">
                      <a16:creationId xmlns:a16="http://schemas.microsoft.com/office/drawing/2014/main" id="{377FE1A6-C5A0-3BFC-834A-979390D34A88}"/>
                    </a:ext>
                  </a:extLst>
                </p14:cNvPr>
                <p14:cNvContentPartPr/>
                <p14:nvPr/>
              </p14:nvContentPartPr>
              <p14:xfrm>
                <a:off x="6086130" y="5097990"/>
                <a:ext cx="197280" cy="139320"/>
              </p14:xfrm>
            </p:contentPart>
          </mc:Choice>
          <mc:Fallback xmlns="">
            <p:pic>
              <p:nvPicPr>
                <p:cNvPr id="63" name="Ink 62">
                  <a:extLst>
                    <a:ext uri="{FF2B5EF4-FFF2-40B4-BE49-F238E27FC236}">
                      <a16:creationId xmlns:a16="http://schemas.microsoft.com/office/drawing/2014/main" id="{377FE1A6-C5A0-3BFC-834A-979390D34A88}"/>
                    </a:ext>
                  </a:extLst>
                </p:cNvPr>
                <p:cNvPicPr/>
                <p:nvPr/>
              </p:nvPicPr>
              <p:blipFill>
                <a:blip r:embed="rId90"/>
                <a:stretch>
                  <a:fillRect/>
                </a:stretch>
              </p:blipFill>
              <p:spPr>
                <a:xfrm>
                  <a:off x="6080010" y="5091870"/>
                  <a:ext cx="209520" cy="151560"/>
                </a:xfrm>
                <a:prstGeom prst="rect">
                  <a:avLst/>
                </a:prstGeom>
              </p:spPr>
            </p:pic>
          </mc:Fallback>
        </mc:AlternateContent>
      </p:grpSp>
      <p:grpSp>
        <p:nvGrpSpPr>
          <p:cNvPr id="11270" name="Group 11269">
            <a:extLst>
              <a:ext uri="{FF2B5EF4-FFF2-40B4-BE49-F238E27FC236}">
                <a16:creationId xmlns:a16="http://schemas.microsoft.com/office/drawing/2014/main" id="{D4394A25-D569-C1C4-2094-55EC318E1C8B}"/>
              </a:ext>
            </a:extLst>
          </p:cNvPr>
          <p:cNvGrpSpPr/>
          <p:nvPr/>
        </p:nvGrpSpPr>
        <p:grpSpPr>
          <a:xfrm>
            <a:off x="7799370" y="2638470"/>
            <a:ext cx="808560" cy="199080"/>
            <a:chOff x="7799370" y="2638470"/>
            <a:chExt cx="808560" cy="199080"/>
          </a:xfrm>
        </p:grpSpPr>
        <mc:AlternateContent xmlns:mc="http://schemas.openxmlformats.org/markup-compatibility/2006" xmlns:p14="http://schemas.microsoft.com/office/powerpoint/2010/main">
          <mc:Choice Requires="p14">
            <p:contentPart p14:bwMode="auto" r:id="rId91">
              <p14:nvContentPartPr>
                <p14:cNvPr id="11265" name="Ink 11264">
                  <a:extLst>
                    <a:ext uri="{FF2B5EF4-FFF2-40B4-BE49-F238E27FC236}">
                      <a16:creationId xmlns:a16="http://schemas.microsoft.com/office/drawing/2014/main" id="{C7A91940-993C-E009-4850-AFC1FBC7C914}"/>
                    </a:ext>
                  </a:extLst>
                </p14:cNvPr>
                <p14:cNvContentPartPr/>
                <p14:nvPr/>
              </p14:nvContentPartPr>
              <p14:xfrm>
                <a:off x="7799370" y="2638470"/>
                <a:ext cx="206640" cy="199080"/>
              </p14:xfrm>
            </p:contentPart>
          </mc:Choice>
          <mc:Fallback xmlns="">
            <p:pic>
              <p:nvPicPr>
                <p:cNvPr id="11265" name="Ink 11264">
                  <a:extLst>
                    <a:ext uri="{FF2B5EF4-FFF2-40B4-BE49-F238E27FC236}">
                      <a16:creationId xmlns:a16="http://schemas.microsoft.com/office/drawing/2014/main" id="{C7A91940-993C-E009-4850-AFC1FBC7C914}"/>
                    </a:ext>
                  </a:extLst>
                </p:cNvPr>
                <p:cNvPicPr/>
                <p:nvPr/>
              </p:nvPicPr>
              <p:blipFill>
                <a:blip r:embed="rId92"/>
                <a:stretch>
                  <a:fillRect/>
                </a:stretch>
              </p:blipFill>
              <p:spPr>
                <a:xfrm>
                  <a:off x="7793250" y="2632350"/>
                  <a:ext cx="21888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1267" name="Ink 11266">
                  <a:extLst>
                    <a:ext uri="{FF2B5EF4-FFF2-40B4-BE49-F238E27FC236}">
                      <a16:creationId xmlns:a16="http://schemas.microsoft.com/office/drawing/2014/main" id="{5D599ED5-505E-C757-95A4-71B7BABE7551}"/>
                    </a:ext>
                  </a:extLst>
                </p14:cNvPr>
                <p14:cNvContentPartPr/>
                <p14:nvPr/>
              </p14:nvContentPartPr>
              <p14:xfrm>
                <a:off x="8105010" y="2667270"/>
                <a:ext cx="191160" cy="105120"/>
              </p14:xfrm>
            </p:contentPart>
          </mc:Choice>
          <mc:Fallback xmlns="">
            <p:pic>
              <p:nvPicPr>
                <p:cNvPr id="11267" name="Ink 11266">
                  <a:extLst>
                    <a:ext uri="{FF2B5EF4-FFF2-40B4-BE49-F238E27FC236}">
                      <a16:creationId xmlns:a16="http://schemas.microsoft.com/office/drawing/2014/main" id="{5D599ED5-505E-C757-95A4-71B7BABE7551}"/>
                    </a:ext>
                  </a:extLst>
                </p:cNvPr>
                <p:cNvPicPr/>
                <p:nvPr/>
              </p:nvPicPr>
              <p:blipFill>
                <a:blip r:embed="rId94"/>
                <a:stretch>
                  <a:fillRect/>
                </a:stretch>
              </p:blipFill>
              <p:spPr>
                <a:xfrm>
                  <a:off x="8098890" y="2661150"/>
                  <a:ext cx="20340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1268" name="Ink 11267">
                  <a:extLst>
                    <a:ext uri="{FF2B5EF4-FFF2-40B4-BE49-F238E27FC236}">
                      <a16:creationId xmlns:a16="http://schemas.microsoft.com/office/drawing/2014/main" id="{982729E5-9B72-8FE8-BCE4-5BED66D00E7D}"/>
                    </a:ext>
                  </a:extLst>
                </p14:cNvPr>
                <p14:cNvContentPartPr/>
                <p14:nvPr/>
              </p14:nvContentPartPr>
              <p14:xfrm>
                <a:off x="8105010" y="2687430"/>
                <a:ext cx="237960" cy="79200"/>
              </p14:xfrm>
            </p:contentPart>
          </mc:Choice>
          <mc:Fallback xmlns="">
            <p:pic>
              <p:nvPicPr>
                <p:cNvPr id="11268" name="Ink 11267">
                  <a:extLst>
                    <a:ext uri="{FF2B5EF4-FFF2-40B4-BE49-F238E27FC236}">
                      <a16:creationId xmlns:a16="http://schemas.microsoft.com/office/drawing/2014/main" id="{982729E5-9B72-8FE8-BCE4-5BED66D00E7D}"/>
                    </a:ext>
                  </a:extLst>
                </p:cNvPr>
                <p:cNvPicPr/>
                <p:nvPr/>
              </p:nvPicPr>
              <p:blipFill>
                <a:blip r:embed="rId96"/>
                <a:stretch>
                  <a:fillRect/>
                </a:stretch>
              </p:blipFill>
              <p:spPr>
                <a:xfrm>
                  <a:off x="8098890" y="2681310"/>
                  <a:ext cx="25020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269" name="Ink 11268">
                  <a:extLst>
                    <a:ext uri="{FF2B5EF4-FFF2-40B4-BE49-F238E27FC236}">
                      <a16:creationId xmlns:a16="http://schemas.microsoft.com/office/drawing/2014/main" id="{9C9CE210-276E-AC22-DF49-32FB0562497E}"/>
                    </a:ext>
                  </a:extLst>
                </p14:cNvPr>
                <p14:cNvContentPartPr/>
                <p14:nvPr/>
              </p14:nvContentPartPr>
              <p14:xfrm>
                <a:off x="8367450" y="2648550"/>
                <a:ext cx="240480" cy="164520"/>
              </p14:xfrm>
            </p:contentPart>
          </mc:Choice>
          <mc:Fallback xmlns="">
            <p:pic>
              <p:nvPicPr>
                <p:cNvPr id="11269" name="Ink 11268">
                  <a:extLst>
                    <a:ext uri="{FF2B5EF4-FFF2-40B4-BE49-F238E27FC236}">
                      <a16:creationId xmlns:a16="http://schemas.microsoft.com/office/drawing/2014/main" id="{9C9CE210-276E-AC22-DF49-32FB0562497E}"/>
                    </a:ext>
                  </a:extLst>
                </p:cNvPr>
                <p:cNvPicPr/>
                <p:nvPr/>
              </p:nvPicPr>
              <p:blipFill>
                <a:blip r:embed="rId98"/>
                <a:stretch>
                  <a:fillRect/>
                </a:stretch>
              </p:blipFill>
              <p:spPr>
                <a:xfrm>
                  <a:off x="8361330" y="2642430"/>
                  <a:ext cx="252720" cy="176760"/>
                </a:xfrm>
                <a:prstGeom prst="rect">
                  <a:avLst/>
                </a:prstGeom>
              </p:spPr>
            </p:pic>
          </mc:Fallback>
        </mc:AlternateContent>
      </p:grpSp>
      <p:grpSp>
        <p:nvGrpSpPr>
          <p:cNvPr id="11275" name="Group 11274">
            <a:extLst>
              <a:ext uri="{FF2B5EF4-FFF2-40B4-BE49-F238E27FC236}">
                <a16:creationId xmlns:a16="http://schemas.microsoft.com/office/drawing/2014/main" id="{814BD08D-9485-F2B0-2DA7-A7960001F763}"/>
              </a:ext>
            </a:extLst>
          </p:cNvPr>
          <p:cNvGrpSpPr/>
          <p:nvPr/>
        </p:nvGrpSpPr>
        <p:grpSpPr>
          <a:xfrm>
            <a:off x="10101570" y="4758150"/>
            <a:ext cx="766080" cy="195840"/>
            <a:chOff x="10101570" y="4758150"/>
            <a:chExt cx="766080" cy="195840"/>
          </a:xfrm>
        </p:grpSpPr>
        <mc:AlternateContent xmlns:mc="http://schemas.openxmlformats.org/markup-compatibility/2006" xmlns:p14="http://schemas.microsoft.com/office/powerpoint/2010/main">
          <mc:Choice Requires="p14">
            <p:contentPart p14:bwMode="auto" r:id="rId99">
              <p14:nvContentPartPr>
                <p14:cNvPr id="11271" name="Ink 11270">
                  <a:extLst>
                    <a:ext uri="{FF2B5EF4-FFF2-40B4-BE49-F238E27FC236}">
                      <a16:creationId xmlns:a16="http://schemas.microsoft.com/office/drawing/2014/main" id="{C234339B-34C5-E6EF-9C1D-217DE74E6A48}"/>
                    </a:ext>
                  </a:extLst>
                </p14:cNvPr>
                <p14:cNvContentPartPr/>
                <p14:nvPr/>
              </p14:nvContentPartPr>
              <p14:xfrm>
                <a:off x="10101570" y="4758150"/>
                <a:ext cx="169920" cy="125280"/>
              </p14:xfrm>
            </p:contentPart>
          </mc:Choice>
          <mc:Fallback xmlns="">
            <p:pic>
              <p:nvPicPr>
                <p:cNvPr id="11271" name="Ink 11270">
                  <a:extLst>
                    <a:ext uri="{FF2B5EF4-FFF2-40B4-BE49-F238E27FC236}">
                      <a16:creationId xmlns:a16="http://schemas.microsoft.com/office/drawing/2014/main" id="{C234339B-34C5-E6EF-9C1D-217DE74E6A48}"/>
                    </a:ext>
                  </a:extLst>
                </p:cNvPr>
                <p:cNvPicPr/>
                <p:nvPr/>
              </p:nvPicPr>
              <p:blipFill>
                <a:blip r:embed="rId100"/>
                <a:stretch>
                  <a:fillRect/>
                </a:stretch>
              </p:blipFill>
              <p:spPr>
                <a:xfrm>
                  <a:off x="10095450" y="4752030"/>
                  <a:ext cx="18216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1272" name="Ink 11271">
                  <a:extLst>
                    <a:ext uri="{FF2B5EF4-FFF2-40B4-BE49-F238E27FC236}">
                      <a16:creationId xmlns:a16="http://schemas.microsoft.com/office/drawing/2014/main" id="{2E1959A8-8DF4-1D59-0FAB-A0CA96D90025}"/>
                    </a:ext>
                  </a:extLst>
                </p14:cNvPr>
                <p14:cNvContentPartPr/>
                <p14:nvPr/>
              </p14:nvContentPartPr>
              <p14:xfrm>
                <a:off x="10396050" y="4840230"/>
                <a:ext cx="124920" cy="76680"/>
              </p14:xfrm>
            </p:contentPart>
          </mc:Choice>
          <mc:Fallback xmlns="">
            <p:pic>
              <p:nvPicPr>
                <p:cNvPr id="11272" name="Ink 11271">
                  <a:extLst>
                    <a:ext uri="{FF2B5EF4-FFF2-40B4-BE49-F238E27FC236}">
                      <a16:creationId xmlns:a16="http://schemas.microsoft.com/office/drawing/2014/main" id="{2E1959A8-8DF4-1D59-0FAB-A0CA96D90025}"/>
                    </a:ext>
                  </a:extLst>
                </p:cNvPr>
                <p:cNvPicPr/>
                <p:nvPr/>
              </p:nvPicPr>
              <p:blipFill>
                <a:blip r:embed="rId102"/>
                <a:stretch>
                  <a:fillRect/>
                </a:stretch>
              </p:blipFill>
              <p:spPr>
                <a:xfrm>
                  <a:off x="10389930" y="4834110"/>
                  <a:ext cx="1371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1273" name="Ink 11272">
                  <a:extLst>
                    <a:ext uri="{FF2B5EF4-FFF2-40B4-BE49-F238E27FC236}">
                      <a16:creationId xmlns:a16="http://schemas.microsoft.com/office/drawing/2014/main" id="{03ED6957-E193-BA68-60AD-95D4027AF952}"/>
                    </a:ext>
                  </a:extLst>
                </p14:cNvPr>
                <p14:cNvContentPartPr/>
                <p14:nvPr/>
              </p14:nvContentPartPr>
              <p14:xfrm>
                <a:off x="10361130" y="4815390"/>
                <a:ext cx="250200" cy="79920"/>
              </p14:xfrm>
            </p:contentPart>
          </mc:Choice>
          <mc:Fallback xmlns="">
            <p:pic>
              <p:nvPicPr>
                <p:cNvPr id="11273" name="Ink 11272">
                  <a:extLst>
                    <a:ext uri="{FF2B5EF4-FFF2-40B4-BE49-F238E27FC236}">
                      <a16:creationId xmlns:a16="http://schemas.microsoft.com/office/drawing/2014/main" id="{03ED6957-E193-BA68-60AD-95D4027AF952}"/>
                    </a:ext>
                  </a:extLst>
                </p:cNvPr>
                <p:cNvPicPr/>
                <p:nvPr/>
              </p:nvPicPr>
              <p:blipFill>
                <a:blip r:embed="rId104"/>
                <a:stretch>
                  <a:fillRect/>
                </a:stretch>
              </p:blipFill>
              <p:spPr>
                <a:xfrm>
                  <a:off x="10355010" y="4809270"/>
                  <a:ext cx="2624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1274" name="Ink 11273">
                  <a:extLst>
                    <a:ext uri="{FF2B5EF4-FFF2-40B4-BE49-F238E27FC236}">
                      <a16:creationId xmlns:a16="http://schemas.microsoft.com/office/drawing/2014/main" id="{A74A6FF1-07A9-29D4-0997-D0E1242A183D}"/>
                    </a:ext>
                  </a:extLst>
                </p14:cNvPr>
                <p14:cNvContentPartPr/>
                <p14:nvPr/>
              </p14:nvContentPartPr>
              <p14:xfrm>
                <a:off x="10761090" y="4768950"/>
                <a:ext cx="106560" cy="185040"/>
              </p14:xfrm>
            </p:contentPart>
          </mc:Choice>
          <mc:Fallback xmlns="">
            <p:pic>
              <p:nvPicPr>
                <p:cNvPr id="11274" name="Ink 11273">
                  <a:extLst>
                    <a:ext uri="{FF2B5EF4-FFF2-40B4-BE49-F238E27FC236}">
                      <a16:creationId xmlns:a16="http://schemas.microsoft.com/office/drawing/2014/main" id="{A74A6FF1-07A9-29D4-0997-D0E1242A183D}"/>
                    </a:ext>
                  </a:extLst>
                </p:cNvPr>
                <p:cNvPicPr/>
                <p:nvPr/>
              </p:nvPicPr>
              <p:blipFill>
                <a:blip r:embed="rId106"/>
                <a:stretch>
                  <a:fillRect/>
                </a:stretch>
              </p:blipFill>
              <p:spPr>
                <a:xfrm>
                  <a:off x="10754970" y="4762830"/>
                  <a:ext cx="118800" cy="197280"/>
                </a:xfrm>
                <a:prstGeom prst="rect">
                  <a:avLst/>
                </a:prstGeom>
              </p:spPr>
            </p:pic>
          </mc:Fallback>
        </mc:AlternateContent>
      </p:grpSp>
      <p:sp>
        <p:nvSpPr>
          <p:cNvPr id="11276" name="TextBox 11275">
            <a:extLst>
              <a:ext uri="{FF2B5EF4-FFF2-40B4-BE49-F238E27FC236}">
                <a16:creationId xmlns:a16="http://schemas.microsoft.com/office/drawing/2014/main" id="{941DDCC8-12C1-3509-5486-F383A7EF9FF6}"/>
              </a:ext>
            </a:extLst>
          </p:cNvPr>
          <p:cNvSpPr txBox="1"/>
          <p:nvPr/>
        </p:nvSpPr>
        <p:spPr>
          <a:xfrm>
            <a:off x="835200" y="2036879"/>
            <a:ext cx="3972580" cy="4308872"/>
          </a:xfrm>
          <a:prstGeom prst="rect">
            <a:avLst/>
          </a:prstGeom>
          <a:noFill/>
        </p:spPr>
        <p:txBody>
          <a:bodyPr wrap="square" rtlCol="0">
            <a:spAutoFit/>
          </a:bodyPr>
          <a:lstStyle/>
          <a:p>
            <a:pPr marL="285750" indent="-285750" algn="just">
              <a:buFont typeface="Arial" panose="020B0604020202020204" pitchFamily="34" charset="0"/>
              <a:buChar char="•"/>
            </a:pPr>
            <a:r>
              <a:rPr lang="en-US" sz="1600" b="1" dirty="0"/>
              <a:t>Convolution reduces image size</a:t>
            </a:r>
            <a:r>
              <a:rPr lang="en-US" sz="1600" dirty="0"/>
              <a:t>: When a filter is applied to an input image, the resulting feature map becomes smaller, causing a loss of edge information.</a:t>
            </a:r>
          </a:p>
          <a:p>
            <a:pPr marL="285750" indent="-285750" algn="just">
              <a:buFont typeface="Arial" panose="020B0604020202020204" pitchFamily="34" charset="0"/>
              <a:buChar char="•"/>
            </a:pPr>
            <a:r>
              <a:rPr lang="en-US" sz="1600" b="1" dirty="0"/>
              <a:t>Focus shifts to the center</a:t>
            </a:r>
            <a:r>
              <a:rPr lang="en-US" sz="1600" dirty="0"/>
              <a:t>: Without padding, the convolution emphasizes the central part of the image while neglecting important features near the edges.</a:t>
            </a:r>
          </a:p>
          <a:p>
            <a:pPr marL="285750" indent="-285750" algn="just">
              <a:buFont typeface="Arial" panose="020B0604020202020204" pitchFamily="34" charset="0"/>
              <a:buChar char="•"/>
            </a:pPr>
            <a:r>
              <a:rPr lang="en-US" sz="1600" b="1" dirty="0"/>
              <a:t>Quality may degrade</a:t>
            </a:r>
            <a:r>
              <a:rPr lang="en-US" sz="1600" dirty="0"/>
              <a:t>: This shrinking effect can degrade the overall quality and completeness of feature extraction from the original image.</a:t>
            </a:r>
          </a:p>
          <a:p>
            <a:pPr marL="285750" indent="-285750" algn="just">
              <a:buFont typeface="Arial" panose="020B0604020202020204" pitchFamily="34" charset="0"/>
              <a:buChar char="•"/>
            </a:pPr>
            <a:r>
              <a:rPr lang="en-US" sz="1600" b="1" dirty="0"/>
              <a:t>Quality may degrade</a:t>
            </a:r>
            <a:r>
              <a:rPr lang="en-US" sz="1600" dirty="0"/>
              <a:t>: This shrinking effect can degrade the overall quality and completeness of feature extraction from the original image.</a:t>
            </a:r>
          </a:p>
          <a:p>
            <a:endParaRPr lang="en-IN" dirty="0"/>
          </a:p>
        </p:txBody>
      </p:sp>
    </p:spTree>
    <p:extLst>
      <p:ext uri="{BB962C8B-B14F-4D97-AF65-F5344CB8AC3E}">
        <p14:creationId xmlns:p14="http://schemas.microsoft.com/office/powerpoint/2010/main" val="1765639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D3D95-5319-A007-1B23-4C8A57E10C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9D5D26-8282-0252-2F2D-B2DDDA222873}"/>
              </a:ext>
            </a:extLst>
          </p:cNvPr>
          <p:cNvSpPr>
            <a:spLocks noGrp="1"/>
          </p:cNvSpPr>
          <p:nvPr>
            <p:ph type="title"/>
          </p:nvPr>
        </p:nvSpPr>
        <p:spPr/>
        <p:txBody>
          <a:bodyPr/>
          <a:lstStyle/>
          <a:p>
            <a:r>
              <a:rPr lang="en-IN" dirty="0"/>
              <a:t>Padding…</a:t>
            </a:r>
          </a:p>
        </p:txBody>
      </p:sp>
      <p:grpSp>
        <p:nvGrpSpPr>
          <p:cNvPr id="11264" name="Group 11263">
            <a:extLst>
              <a:ext uri="{FF2B5EF4-FFF2-40B4-BE49-F238E27FC236}">
                <a16:creationId xmlns:a16="http://schemas.microsoft.com/office/drawing/2014/main" id="{D1FE9934-9717-7ACE-28B8-C9A6611BDE2B}"/>
              </a:ext>
            </a:extLst>
          </p:cNvPr>
          <p:cNvGrpSpPr/>
          <p:nvPr/>
        </p:nvGrpSpPr>
        <p:grpSpPr>
          <a:xfrm>
            <a:off x="5564490" y="5027070"/>
            <a:ext cx="718920" cy="235080"/>
            <a:chOff x="5564490" y="5027070"/>
            <a:chExt cx="718920" cy="235080"/>
          </a:xfrm>
        </p:grpSpPr>
        <mc:AlternateContent xmlns:mc="http://schemas.openxmlformats.org/markup-compatibility/2006" xmlns:p14="http://schemas.microsoft.com/office/powerpoint/2010/main">
          <mc:Choice Requires="p14">
            <p:contentPart p14:bwMode="auto" r:id="rId2">
              <p14:nvContentPartPr>
                <p14:cNvPr id="60" name="Ink 59">
                  <a:extLst>
                    <a:ext uri="{FF2B5EF4-FFF2-40B4-BE49-F238E27FC236}">
                      <a16:creationId xmlns:a16="http://schemas.microsoft.com/office/drawing/2014/main" id="{021EF08D-60E3-422E-FB56-9FE07FAED9EC}"/>
                    </a:ext>
                  </a:extLst>
                </p14:cNvPr>
                <p14:cNvContentPartPr/>
                <p14:nvPr/>
              </p14:nvContentPartPr>
              <p14:xfrm>
                <a:off x="5564490" y="5027070"/>
                <a:ext cx="290880" cy="201240"/>
              </p14:xfrm>
            </p:contentPart>
          </mc:Choice>
          <mc:Fallback xmlns="">
            <p:pic>
              <p:nvPicPr>
                <p:cNvPr id="60" name="Ink 59">
                  <a:extLst>
                    <a:ext uri="{FF2B5EF4-FFF2-40B4-BE49-F238E27FC236}">
                      <a16:creationId xmlns:a16="http://schemas.microsoft.com/office/drawing/2014/main" id="{021EF08D-60E3-422E-FB56-9FE07FAED9EC}"/>
                    </a:ext>
                  </a:extLst>
                </p:cNvPr>
                <p:cNvPicPr/>
                <p:nvPr/>
              </p:nvPicPr>
              <p:blipFill>
                <a:blip r:embed="rId3"/>
                <a:stretch>
                  <a:fillRect/>
                </a:stretch>
              </p:blipFill>
              <p:spPr>
                <a:xfrm>
                  <a:off x="5558370" y="5020950"/>
                  <a:ext cx="30312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1" name="Ink 60">
                  <a:extLst>
                    <a:ext uri="{FF2B5EF4-FFF2-40B4-BE49-F238E27FC236}">
                      <a16:creationId xmlns:a16="http://schemas.microsoft.com/office/drawing/2014/main" id="{B2520B31-CB15-5376-4B83-7D47445F5424}"/>
                    </a:ext>
                  </a:extLst>
                </p14:cNvPr>
                <p14:cNvContentPartPr/>
                <p14:nvPr/>
              </p14:nvContentPartPr>
              <p14:xfrm>
                <a:off x="5896050" y="5117790"/>
                <a:ext cx="181080" cy="144360"/>
              </p14:xfrm>
            </p:contentPart>
          </mc:Choice>
          <mc:Fallback xmlns="">
            <p:pic>
              <p:nvPicPr>
                <p:cNvPr id="61" name="Ink 60">
                  <a:extLst>
                    <a:ext uri="{FF2B5EF4-FFF2-40B4-BE49-F238E27FC236}">
                      <a16:creationId xmlns:a16="http://schemas.microsoft.com/office/drawing/2014/main" id="{B2520B31-CB15-5376-4B83-7D47445F5424}"/>
                    </a:ext>
                  </a:extLst>
                </p:cNvPr>
                <p:cNvPicPr/>
                <p:nvPr/>
              </p:nvPicPr>
              <p:blipFill>
                <a:blip r:embed="rId5"/>
                <a:stretch>
                  <a:fillRect/>
                </a:stretch>
              </p:blipFill>
              <p:spPr>
                <a:xfrm>
                  <a:off x="5889930" y="5111670"/>
                  <a:ext cx="19332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2" name="Ink 61">
                  <a:extLst>
                    <a:ext uri="{FF2B5EF4-FFF2-40B4-BE49-F238E27FC236}">
                      <a16:creationId xmlns:a16="http://schemas.microsoft.com/office/drawing/2014/main" id="{43904BB2-EBFB-7FBB-219F-BE17687AB152}"/>
                    </a:ext>
                  </a:extLst>
                </p14:cNvPr>
                <p14:cNvContentPartPr/>
                <p14:nvPr/>
              </p14:nvContentPartPr>
              <p14:xfrm>
                <a:off x="5959050" y="5140830"/>
                <a:ext cx="111600" cy="81000"/>
              </p14:xfrm>
            </p:contentPart>
          </mc:Choice>
          <mc:Fallback xmlns="">
            <p:pic>
              <p:nvPicPr>
                <p:cNvPr id="62" name="Ink 61">
                  <a:extLst>
                    <a:ext uri="{FF2B5EF4-FFF2-40B4-BE49-F238E27FC236}">
                      <a16:creationId xmlns:a16="http://schemas.microsoft.com/office/drawing/2014/main" id="{43904BB2-EBFB-7FBB-219F-BE17687AB152}"/>
                    </a:ext>
                  </a:extLst>
                </p:cNvPr>
                <p:cNvPicPr/>
                <p:nvPr/>
              </p:nvPicPr>
              <p:blipFill>
                <a:blip r:embed="rId7"/>
                <a:stretch>
                  <a:fillRect/>
                </a:stretch>
              </p:blipFill>
              <p:spPr>
                <a:xfrm>
                  <a:off x="5952930" y="5134710"/>
                  <a:ext cx="1238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3" name="Ink 62">
                  <a:extLst>
                    <a:ext uri="{FF2B5EF4-FFF2-40B4-BE49-F238E27FC236}">
                      <a16:creationId xmlns:a16="http://schemas.microsoft.com/office/drawing/2014/main" id="{1AD4D45C-D561-772D-51A1-89B855A27A76}"/>
                    </a:ext>
                  </a:extLst>
                </p14:cNvPr>
                <p14:cNvContentPartPr/>
                <p14:nvPr/>
              </p14:nvContentPartPr>
              <p14:xfrm>
                <a:off x="6086130" y="5097990"/>
                <a:ext cx="197280" cy="139320"/>
              </p14:xfrm>
            </p:contentPart>
          </mc:Choice>
          <mc:Fallback xmlns="">
            <p:pic>
              <p:nvPicPr>
                <p:cNvPr id="63" name="Ink 62">
                  <a:extLst>
                    <a:ext uri="{FF2B5EF4-FFF2-40B4-BE49-F238E27FC236}">
                      <a16:creationId xmlns:a16="http://schemas.microsoft.com/office/drawing/2014/main" id="{1AD4D45C-D561-772D-51A1-89B855A27A76}"/>
                    </a:ext>
                  </a:extLst>
                </p:cNvPr>
                <p:cNvPicPr/>
                <p:nvPr/>
              </p:nvPicPr>
              <p:blipFill>
                <a:blip r:embed="rId9"/>
                <a:stretch>
                  <a:fillRect/>
                </a:stretch>
              </p:blipFill>
              <p:spPr>
                <a:xfrm>
                  <a:off x="6079999" y="5091870"/>
                  <a:ext cx="209542" cy="151560"/>
                </a:xfrm>
                <a:prstGeom prst="rect">
                  <a:avLst/>
                </a:prstGeom>
              </p:spPr>
            </p:pic>
          </mc:Fallback>
        </mc:AlternateContent>
      </p:grpSp>
      <p:grpSp>
        <p:nvGrpSpPr>
          <p:cNvPr id="8" name="Group 7">
            <a:extLst>
              <a:ext uri="{FF2B5EF4-FFF2-40B4-BE49-F238E27FC236}">
                <a16:creationId xmlns:a16="http://schemas.microsoft.com/office/drawing/2014/main" id="{EB8926C8-49C3-137B-0182-EE30739DB8FE}"/>
              </a:ext>
            </a:extLst>
          </p:cNvPr>
          <p:cNvGrpSpPr/>
          <p:nvPr/>
        </p:nvGrpSpPr>
        <p:grpSpPr>
          <a:xfrm>
            <a:off x="1117050" y="2033310"/>
            <a:ext cx="801000" cy="306720"/>
            <a:chOff x="1117050" y="2033310"/>
            <a:chExt cx="801000" cy="306720"/>
          </a:xfrm>
        </p:grpSpPr>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7C63FA6A-91E4-2B6D-C6F3-9F338F1E0EAE}"/>
                    </a:ext>
                  </a:extLst>
                </p14:cNvPr>
                <p14:cNvContentPartPr/>
                <p14:nvPr/>
              </p14:nvContentPartPr>
              <p14:xfrm>
                <a:off x="1117050" y="2033310"/>
                <a:ext cx="773280" cy="306720"/>
              </p14:xfrm>
            </p:contentPart>
          </mc:Choice>
          <mc:Fallback xmlns="">
            <p:pic>
              <p:nvPicPr>
                <p:cNvPr id="6" name="Ink 5">
                  <a:extLst>
                    <a:ext uri="{FF2B5EF4-FFF2-40B4-BE49-F238E27FC236}">
                      <a16:creationId xmlns:a16="http://schemas.microsoft.com/office/drawing/2014/main" id="{7C63FA6A-91E4-2B6D-C6F3-9F338F1E0EAE}"/>
                    </a:ext>
                  </a:extLst>
                </p:cNvPr>
                <p:cNvPicPr/>
                <p:nvPr/>
              </p:nvPicPr>
              <p:blipFill>
                <a:blip r:embed="rId11"/>
                <a:stretch>
                  <a:fillRect/>
                </a:stretch>
              </p:blipFill>
              <p:spPr>
                <a:xfrm>
                  <a:off x="1110930" y="2027190"/>
                  <a:ext cx="78552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F8A56FAB-0147-A71C-08FE-B072602C6849}"/>
                    </a:ext>
                  </a:extLst>
                </p14:cNvPr>
                <p14:cNvContentPartPr/>
                <p14:nvPr/>
              </p14:nvContentPartPr>
              <p14:xfrm>
                <a:off x="1806450" y="2182350"/>
                <a:ext cx="111600" cy="16920"/>
              </p14:xfrm>
            </p:contentPart>
          </mc:Choice>
          <mc:Fallback xmlns="">
            <p:pic>
              <p:nvPicPr>
                <p:cNvPr id="7" name="Ink 6">
                  <a:extLst>
                    <a:ext uri="{FF2B5EF4-FFF2-40B4-BE49-F238E27FC236}">
                      <a16:creationId xmlns:a16="http://schemas.microsoft.com/office/drawing/2014/main" id="{F8A56FAB-0147-A71C-08FE-B072602C6849}"/>
                    </a:ext>
                  </a:extLst>
                </p:cNvPr>
                <p:cNvPicPr/>
                <p:nvPr/>
              </p:nvPicPr>
              <p:blipFill>
                <a:blip r:embed="rId13"/>
                <a:stretch>
                  <a:fillRect/>
                </a:stretch>
              </p:blipFill>
              <p:spPr>
                <a:xfrm>
                  <a:off x="1800330" y="2176230"/>
                  <a:ext cx="123840" cy="29160"/>
                </a:xfrm>
                <a:prstGeom prst="rect">
                  <a:avLst/>
                </a:prstGeom>
              </p:spPr>
            </p:pic>
          </mc:Fallback>
        </mc:AlternateContent>
      </p:grpSp>
      <p:grpSp>
        <p:nvGrpSpPr>
          <p:cNvPr id="11285" name="Group 11284">
            <a:extLst>
              <a:ext uri="{FF2B5EF4-FFF2-40B4-BE49-F238E27FC236}">
                <a16:creationId xmlns:a16="http://schemas.microsoft.com/office/drawing/2014/main" id="{ADC56CDE-F7AC-443E-95CA-45E94D6FB206}"/>
              </a:ext>
            </a:extLst>
          </p:cNvPr>
          <p:cNvGrpSpPr/>
          <p:nvPr/>
        </p:nvGrpSpPr>
        <p:grpSpPr>
          <a:xfrm>
            <a:off x="2102010" y="1926750"/>
            <a:ext cx="3125880" cy="560520"/>
            <a:chOff x="2102010" y="1926750"/>
            <a:chExt cx="3125880" cy="560520"/>
          </a:xfrm>
        </p:grpSpPr>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67927457-2FDE-3F98-988E-1BCEAA37C2D5}"/>
                    </a:ext>
                  </a:extLst>
                </p14:cNvPr>
                <p14:cNvContentPartPr/>
                <p14:nvPr/>
              </p14:nvContentPartPr>
              <p14:xfrm>
                <a:off x="2102010" y="2206470"/>
                <a:ext cx="162720" cy="93240"/>
              </p14:xfrm>
            </p:contentPart>
          </mc:Choice>
          <mc:Fallback xmlns="">
            <p:pic>
              <p:nvPicPr>
                <p:cNvPr id="9" name="Ink 8">
                  <a:extLst>
                    <a:ext uri="{FF2B5EF4-FFF2-40B4-BE49-F238E27FC236}">
                      <a16:creationId xmlns:a16="http://schemas.microsoft.com/office/drawing/2014/main" id="{67927457-2FDE-3F98-988E-1BCEAA37C2D5}"/>
                    </a:ext>
                  </a:extLst>
                </p:cNvPr>
                <p:cNvPicPr/>
                <p:nvPr/>
              </p:nvPicPr>
              <p:blipFill>
                <a:blip r:embed="rId15"/>
                <a:stretch>
                  <a:fillRect/>
                </a:stretch>
              </p:blipFill>
              <p:spPr>
                <a:xfrm>
                  <a:off x="2095890" y="2200350"/>
                  <a:ext cx="1749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7AD7C67F-8F3C-3AA1-1AE0-6F0717D5B84A}"/>
                    </a:ext>
                  </a:extLst>
                </p14:cNvPr>
                <p14:cNvContentPartPr/>
                <p14:nvPr/>
              </p14:nvContentPartPr>
              <p14:xfrm>
                <a:off x="2292450" y="2207550"/>
                <a:ext cx="141120" cy="87840"/>
              </p14:xfrm>
            </p:contentPart>
          </mc:Choice>
          <mc:Fallback xmlns="">
            <p:pic>
              <p:nvPicPr>
                <p:cNvPr id="10" name="Ink 9">
                  <a:extLst>
                    <a:ext uri="{FF2B5EF4-FFF2-40B4-BE49-F238E27FC236}">
                      <a16:creationId xmlns:a16="http://schemas.microsoft.com/office/drawing/2014/main" id="{7AD7C67F-8F3C-3AA1-1AE0-6F0717D5B84A}"/>
                    </a:ext>
                  </a:extLst>
                </p:cNvPr>
                <p:cNvPicPr/>
                <p:nvPr/>
              </p:nvPicPr>
              <p:blipFill>
                <a:blip r:embed="rId17"/>
                <a:stretch>
                  <a:fillRect/>
                </a:stretch>
              </p:blipFill>
              <p:spPr>
                <a:xfrm>
                  <a:off x="2286330" y="2201430"/>
                  <a:ext cx="15336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79D3AD3A-8B63-38CF-9588-47C138090ADF}"/>
                    </a:ext>
                  </a:extLst>
                </p14:cNvPr>
                <p14:cNvContentPartPr/>
                <p14:nvPr/>
              </p14:nvContentPartPr>
              <p14:xfrm>
                <a:off x="2582970" y="2207550"/>
                <a:ext cx="141120" cy="97920"/>
              </p14:xfrm>
            </p:contentPart>
          </mc:Choice>
          <mc:Fallback xmlns="">
            <p:pic>
              <p:nvPicPr>
                <p:cNvPr id="11" name="Ink 10">
                  <a:extLst>
                    <a:ext uri="{FF2B5EF4-FFF2-40B4-BE49-F238E27FC236}">
                      <a16:creationId xmlns:a16="http://schemas.microsoft.com/office/drawing/2014/main" id="{79D3AD3A-8B63-38CF-9588-47C138090ADF}"/>
                    </a:ext>
                  </a:extLst>
                </p:cNvPr>
                <p:cNvPicPr/>
                <p:nvPr/>
              </p:nvPicPr>
              <p:blipFill>
                <a:blip r:embed="rId19"/>
                <a:stretch>
                  <a:fillRect/>
                </a:stretch>
              </p:blipFill>
              <p:spPr>
                <a:xfrm>
                  <a:off x="2576850" y="2201430"/>
                  <a:ext cx="15336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0321ED0A-E85E-AB60-429B-0EA2D307A4B5}"/>
                    </a:ext>
                  </a:extLst>
                </p14:cNvPr>
                <p14:cNvContentPartPr/>
                <p14:nvPr/>
              </p14:nvContentPartPr>
              <p14:xfrm>
                <a:off x="2782410" y="2093070"/>
                <a:ext cx="419760" cy="223920"/>
              </p14:xfrm>
            </p:contentPart>
          </mc:Choice>
          <mc:Fallback xmlns="">
            <p:pic>
              <p:nvPicPr>
                <p:cNvPr id="17" name="Ink 16">
                  <a:extLst>
                    <a:ext uri="{FF2B5EF4-FFF2-40B4-BE49-F238E27FC236}">
                      <a16:creationId xmlns:a16="http://schemas.microsoft.com/office/drawing/2014/main" id="{0321ED0A-E85E-AB60-429B-0EA2D307A4B5}"/>
                    </a:ext>
                  </a:extLst>
                </p:cNvPr>
                <p:cNvPicPr/>
                <p:nvPr/>
              </p:nvPicPr>
              <p:blipFill>
                <a:blip r:embed="rId21"/>
                <a:stretch>
                  <a:fillRect/>
                </a:stretch>
              </p:blipFill>
              <p:spPr>
                <a:xfrm>
                  <a:off x="2776290" y="2086950"/>
                  <a:ext cx="4320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2" name="Ink 31">
                  <a:extLst>
                    <a:ext uri="{FF2B5EF4-FFF2-40B4-BE49-F238E27FC236}">
                      <a16:creationId xmlns:a16="http://schemas.microsoft.com/office/drawing/2014/main" id="{328DF59E-3D0B-C6B5-5A2E-F59C1991CD9D}"/>
                    </a:ext>
                  </a:extLst>
                </p14:cNvPr>
                <p14:cNvContentPartPr/>
                <p14:nvPr/>
              </p14:nvContentPartPr>
              <p14:xfrm>
                <a:off x="3308010" y="2205390"/>
                <a:ext cx="50400" cy="78480"/>
              </p14:xfrm>
            </p:contentPart>
          </mc:Choice>
          <mc:Fallback xmlns="">
            <p:pic>
              <p:nvPicPr>
                <p:cNvPr id="32" name="Ink 31">
                  <a:extLst>
                    <a:ext uri="{FF2B5EF4-FFF2-40B4-BE49-F238E27FC236}">
                      <a16:creationId xmlns:a16="http://schemas.microsoft.com/office/drawing/2014/main" id="{328DF59E-3D0B-C6B5-5A2E-F59C1991CD9D}"/>
                    </a:ext>
                  </a:extLst>
                </p:cNvPr>
                <p:cNvPicPr/>
                <p:nvPr/>
              </p:nvPicPr>
              <p:blipFill>
                <a:blip r:embed="rId23"/>
                <a:stretch>
                  <a:fillRect/>
                </a:stretch>
              </p:blipFill>
              <p:spPr>
                <a:xfrm>
                  <a:off x="3301890" y="2199270"/>
                  <a:ext cx="626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4" name="Ink 33">
                  <a:extLst>
                    <a:ext uri="{FF2B5EF4-FFF2-40B4-BE49-F238E27FC236}">
                      <a16:creationId xmlns:a16="http://schemas.microsoft.com/office/drawing/2014/main" id="{211FAF08-F463-D458-358E-E8B6819FAB78}"/>
                    </a:ext>
                  </a:extLst>
                </p14:cNvPr>
                <p14:cNvContentPartPr/>
                <p14:nvPr/>
              </p14:nvContentPartPr>
              <p14:xfrm>
                <a:off x="3340050" y="2084430"/>
                <a:ext cx="59040" cy="55080"/>
              </p14:xfrm>
            </p:contentPart>
          </mc:Choice>
          <mc:Fallback xmlns="">
            <p:pic>
              <p:nvPicPr>
                <p:cNvPr id="34" name="Ink 33">
                  <a:extLst>
                    <a:ext uri="{FF2B5EF4-FFF2-40B4-BE49-F238E27FC236}">
                      <a16:creationId xmlns:a16="http://schemas.microsoft.com/office/drawing/2014/main" id="{211FAF08-F463-D458-358E-E8B6819FAB78}"/>
                    </a:ext>
                  </a:extLst>
                </p:cNvPr>
                <p:cNvPicPr/>
                <p:nvPr/>
              </p:nvPicPr>
              <p:blipFill>
                <a:blip r:embed="rId25"/>
                <a:stretch>
                  <a:fillRect/>
                </a:stretch>
              </p:blipFill>
              <p:spPr>
                <a:xfrm>
                  <a:off x="3333930" y="2078310"/>
                  <a:ext cx="7128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8" name="Ink 37">
                  <a:extLst>
                    <a:ext uri="{FF2B5EF4-FFF2-40B4-BE49-F238E27FC236}">
                      <a16:creationId xmlns:a16="http://schemas.microsoft.com/office/drawing/2014/main" id="{278E6204-EC83-3761-0997-A5E86075E038}"/>
                    </a:ext>
                  </a:extLst>
                </p14:cNvPr>
                <p14:cNvContentPartPr/>
                <p14:nvPr/>
              </p14:nvContentPartPr>
              <p14:xfrm>
                <a:off x="3404850" y="2154630"/>
                <a:ext cx="153360" cy="107280"/>
              </p14:xfrm>
            </p:contentPart>
          </mc:Choice>
          <mc:Fallback xmlns="">
            <p:pic>
              <p:nvPicPr>
                <p:cNvPr id="38" name="Ink 37">
                  <a:extLst>
                    <a:ext uri="{FF2B5EF4-FFF2-40B4-BE49-F238E27FC236}">
                      <a16:creationId xmlns:a16="http://schemas.microsoft.com/office/drawing/2014/main" id="{278E6204-EC83-3761-0997-A5E86075E038}"/>
                    </a:ext>
                  </a:extLst>
                </p:cNvPr>
                <p:cNvPicPr/>
                <p:nvPr/>
              </p:nvPicPr>
              <p:blipFill>
                <a:blip r:embed="rId27"/>
                <a:stretch>
                  <a:fillRect/>
                </a:stretch>
              </p:blipFill>
              <p:spPr>
                <a:xfrm>
                  <a:off x="3398730" y="2148510"/>
                  <a:ext cx="1656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6" name="Ink 55">
                  <a:extLst>
                    <a:ext uri="{FF2B5EF4-FFF2-40B4-BE49-F238E27FC236}">
                      <a16:creationId xmlns:a16="http://schemas.microsoft.com/office/drawing/2014/main" id="{4DD6168A-33EB-76A4-68EE-CEAC05CE4B0C}"/>
                    </a:ext>
                  </a:extLst>
                </p14:cNvPr>
                <p14:cNvContentPartPr/>
                <p14:nvPr/>
              </p14:nvContentPartPr>
              <p14:xfrm>
                <a:off x="3617610" y="2171910"/>
                <a:ext cx="201240" cy="174600"/>
              </p14:xfrm>
            </p:contentPart>
          </mc:Choice>
          <mc:Fallback xmlns="">
            <p:pic>
              <p:nvPicPr>
                <p:cNvPr id="56" name="Ink 55">
                  <a:extLst>
                    <a:ext uri="{FF2B5EF4-FFF2-40B4-BE49-F238E27FC236}">
                      <a16:creationId xmlns:a16="http://schemas.microsoft.com/office/drawing/2014/main" id="{4DD6168A-33EB-76A4-68EE-CEAC05CE4B0C}"/>
                    </a:ext>
                  </a:extLst>
                </p:cNvPr>
                <p:cNvPicPr/>
                <p:nvPr/>
              </p:nvPicPr>
              <p:blipFill>
                <a:blip r:embed="rId29"/>
                <a:stretch>
                  <a:fillRect/>
                </a:stretch>
              </p:blipFill>
              <p:spPr>
                <a:xfrm>
                  <a:off x="3611490" y="2165790"/>
                  <a:ext cx="2134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1277" name="Ink 11276">
                  <a:extLst>
                    <a:ext uri="{FF2B5EF4-FFF2-40B4-BE49-F238E27FC236}">
                      <a16:creationId xmlns:a16="http://schemas.microsoft.com/office/drawing/2014/main" id="{A5041A11-B2D0-EAB6-8A34-CB026584681C}"/>
                    </a:ext>
                  </a:extLst>
                </p14:cNvPr>
                <p14:cNvContentPartPr/>
                <p14:nvPr/>
              </p14:nvContentPartPr>
              <p14:xfrm>
                <a:off x="3801570" y="2192070"/>
                <a:ext cx="156960" cy="81000"/>
              </p14:xfrm>
            </p:contentPart>
          </mc:Choice>
          <mc:Fallback xmlns="">
            <p:pic>
              <p:nvPicPr>
                <p:cNvPr id="11277" name="Ink 11276">
                  <a:extLst>
                    <a:ext uri="{FF2B5EF4-FFF2-40B4-BE49-F238E27FC236}">
                      <a16:creationId xmlns:a16="http://schemas.microsoft.com/office/drawing/2014/main" id="{A5041A11-B2D0-EAB6-8A34-CB026584681C}"/>
                    </a:ext>
                  </a:extLst>
                </p:cNvPr>
                <p:cNvPicPr/>
                <p:nvPr/>
              </p:nvPicPr>
              <p:blipFill>
                <a:blip r:embed="rId31"/>
                <a:stretch>
                  <a:fillRect/>
                </a:stretch>
              </p:blipFill>
              <p:spPr>
                <a:xfrm>
                  <a:off x="3795450" y="2185950"/>
                  <a:ext cx="1692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1278" name="Ink 11277">
                  <a:extLst>
                    <a:ext uri="{FF2B5EF4-FFF2-40B4-BE49-F238E27FC236}">
                      <a16:creationId xmlns:a16="http://schemas.microsoft.com/office/drawing/2014/main" id="{2F91B0CA-47DD-02F1-C54F-A7443BD937B7}"/>
                    </a:ext>
                  </a:extLst>
                </p14:cNvPr>
                <p14:cNvContentPartPr/>
                <p14:nvPr/>
              </p14:nvContentPartPr>
              <p14:xfrm>
                <a:off x="4007850" y="2115750"/>
                <a:ext cx="235080" cy="139320"/>
              </p14:xfrm>
            </p:contentPart>
          </mc:Choice>
          <mc:Fallback xmlns="">
            <p:pic>
              <p:nvPicPr>
                <p:cNvPr id="11278" name="Ink 11277">
                  <a:extLst>
                    <a:ext uri="{FF2B5EF4-FFF2-40B4-BE49-F238E27FC236}">
                      <a16:creationId xmlns:a16="http://schemas.microsoft.com/office/drawing/2014/main" id="{2F91B0CA-47DD-02F1-C54F-A7443BD937B7}"/>
                    </a:ext>
                  </a:extLst>
                </p:cNvPr>
                <p:cNvPicPr/>
                <p:nvPr/>
              </p:nvPicPr>
              <p:blipFill>
                <a:blip r:embed="rId33"/>
                <a:stretch>
                  <a:fillRect/>
                </a:stretch>
              </p:blipFill>
              <p:spPr>
                <a:xfrm>
                  <a:off x="4001730" y="2109630"/>
                  <a:ext cx="24732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1279" name="Ink 11278">
                  <a:extLst>
                    <a:ext uri="{FF2B5EF4-FFF2-40B4-BE49-F238E27FC236}">
                      <a16:creationId xmlns:a16="http://schemas.microsoft.com/office/drawing/2014/main" id="{F8C733A6-F745-B0A4-50B8-4D46F3230A84}"/>
                    </a:ext>
                  </a:extLst>
                </p14:cNvPr>
                <p14:cNvContentPartPr/>
                <p14:nvPr/>
              </p14:nvContentPartPr>
              <p14:xfrm>
                <a:off x="4291890" y="2104230"/>
                <a:ext cx="182160" cy="172080"/>
              </p14:xfrm>
            </p:contentPart>
          </mc:Choice>
          <mc:Fallback xmlns="">
            <p:pic>
              <p:nvPicPr>
                <p:cNvPr id="11279" name="Ink 11278">
                  <a:extLst>
                    <a:ext uri="{FF2B5EF4-FFF2-40B4-BE49-F238E27FC236}">
                      <a16:creationId xmlns:a16="http://schemas.microsoft.com/office/drawing/2014/main" id="{F8C733A6-F745-B0A4-50B8-4D46F3230A84}"/>
                    </a:ext>
                  </a:extLst>
                </p:cNvPr>
                <p:cNvPicPr/>
                <p:nvPr/>
              </p:nvPicPr>
              <p:blipFill>
                <a:blip r:embed="rId35"/>
                <a:stretch>
                  <a:fillRect/>
                </a:stretch>
              </p:blipFill>
              <p:spPr>
                <a:xfrm>
                  <a:off x="4285770" y="2098110"/>
                  <a:ext cx="19440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1280" name="Ink 11279">
                  <a:extLst>
                    <a:ext uri="{FF2B5EF4-FFF2-40B4-BE49-F238E27FC236}">
                      <a16:creationId xmlns:a16="http://schemas.microsoft.com/office/drawing/2014/main" id="{F88F3B8B-3B7B-7EF3-7C94-6D66BD8CF625}"/>
                    </a:ext>
                  </a:extLst>
                </p14:cNvPr>
                <p14:cNvContentPartPr/>
                <p14:nvPr/>
              </p14:nvContentPartPr>
              <p14:xfrm>
                <a:off x="4539210" y="2178030"/>
                <a:ext cx="74160" cy="76680"/>
              </p14:xfrm>
            </p:contentPart>
          </mc:Choice>
          <mc:Fallback xmlns="">
            <p:pic>
              <p:nvPicPr>
                <p:cNvPr id="11280" name="Ink 11279">
                  <a:extLst>
                    <a:ext uri="{FF2B5EF4-FFF2-40B4-BE49-F238E27FC236}">
                      <a16:creationId xmlns:a16="http://schemas.microsoft.com/office/drawing/2014/main" id="{F88F3B8B-3B7B-7EF3-7C94-6D66BD8CF625}"/>
                    </a:ext>
                  </a:extLst>
                </p:cNvPr>
                <p:cNvPicPr/>
                <p:nvPr/>
              </p:nvPicPr>
              <p:blipFill>
                <a:blip r:embed="rId37"/>
                <a:stretch>
                  <a:fillRect/>
                </a:stretch>
              </p:blipFill>
              <p:spPr>
                <a:xfrm>
                  <a:off x="4533090" y="2171910"/>
                  <a:ext cx="8640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1281" name="Ink 11280">
                  <a:extLst>
                    <a:ext uri="{FF2B5EF4-FFF2-40B4-BE49-F238E27FC236}">
                      <a16:creationId xmlns:a16="http://schemas.microsoft.com/office/drawing/2014/main" id="{9ECD6085-22A4-C516-2F78-8B703E6F156B}"/>
                    </a:ext>
                  </a:extLst>
                </p14:cNvPr>
                <p14:cNvContentPartPr/>
                <p14:nvPr/>
              </p14:nvContentPartPr>
              <p14:xfrm>
                <a:off x="4614090" y="2094510"/>
                <a:ext cx="3960" cy="11880"/>
              </p14:xfrm>
            </p:contentPart>
          </mc:Choice>
          <mc:Fallback xmlns="">
            <p:pic>
              <p:nvPicPr>
                <p:cNvPr id="11281" name="Ink 11280">
                  <a:extLst>
                    <a:ext uri="{FF2B5EF4-FFF2-40B4-BE49-F238E27FC236}">
                      <a16:creationId xmlns:a16="http://schemas.microsoft.com/office/drawing/2014/main" id="{9ECD6085-22A4-C516-2F78-8B703E6F156B}"/>
                    </a:ext>
                  </a:extLst>
                </p:cNvPr>
                <p:cNvPicPr/>
                <p:nvPr/>
              </p:nvPicPr>
              <p:blipFill>
                <a:blip r:embed="rId39"/>
                <a:stretch>
                  <a:fillRect/>
                </a:stretch>
              </p:blipFill>
              <p:spPr>
                <a:xfrm>
                  <a:off x="4607970" y="2088390"/>
                  <a:ext cx="162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1282" name="Ink 11281">
                  <a:extLst>
                    <a:ext uri="{FF2B5EF4-FFF2-40B4-BE49-F238E27FC236}">
                      <a16:creationId xmlns:a16="http://schemas.microsoft.com/office/drawing/2014/main" id="{1E661646-0BEE-4A6F-50B3-9B56F4F06169}"/>
                    </a:ext>
                  </a:extLst>
                </p14:cNvPr>
                <p14:cNvContentPartPr/>
                <p14:nvPr/>
              </p14:nvContentPartPr>
              <p14:xfrm>
                <a:off x="4604730" y="2130870"/>
                <a:ext cx="430560" cy="356400"/>
              </p14:xfrm>
            </p:contentPart>
          </mc:Choice>
          <mc:Fallback xmlns="">
            <p:pic>
              <p:nvPicPr>
                <p:cNvPr id="11282" name="Ink 11281">
                  <a:extLst>
                    <a:ext uri="{FF2B5EF4-FFF2-40B4-BE49-F238E27FC236}">
                      <a16:creationId xmlns:a16="http://schemas.microsoft.com/office/drawing/2014/main" id="{1E661646-0BEE-4A6F-50B3-9B56F4F06169}"/>
                    </a:ext>
                  </a:extLst>
                </p:cNvPr>
                <p:cNvPicPr/>
                <p:nvPr/>
              </p:nvPicPr>
              <p:blipFill>
                <a:blip r:embed="rId41"/>
                <a:stretch>
                  <a:fillRect/>
                </a:stretch>
              </p:blipFill>
              <p:spPr>
                <a:xfrm>
                  <a:off x="4598610" y="2124750"/>
                  <a:ext cx="44280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1283" name="Ink 11282">
                  <a:extLst>
                    <a:ext uri="{FF2B5EF4-FFF2-40B4-BE49-F238E27FC236}">
                      <a16:creationId xmlns:a16="http://schemas.microsoft.com/office/drawing/2014/main" id="{5580E019-69AE-1880-1F55-42D62CD2C36A}"/>
                    </a:ext>
                  </a:extLst>
                </p14:cNvPr>
                <p14:cNvContentPartPr/>
                <p14:nvPr/>
              </p14:nvContentPartPr>
              <p14:xfrm>
                <a:off x="5108010" y="2178390"/>
                <a:ext cx="38160" cy="47160"/>
              </p14:xfrm>
            </p:contentPart>
          </mc:Choice>
          <mc:Fallback xmlns="">
            <p:pic>
              <p:nvPicPr>
                <p:cNvPr id="11283" name="Ink 11282">
                  <a:extLst>
                    <a:ext uri="{FF2B5EF4-FFF2-40B4-BE49-F238E27FC236}">
                      <a16:creationId xmlns:a16="http://schemas.microsoft.com/office/drawing/2014/main" id="{5580E019-69AE-1880-1F55-42D62CD2C36A}"/>
                    </a:ext>
                  </a:extLst>
                </p:cNvPr>
                <p:cNvPicPr/>
                <p:nvPr/>
              </p:nvPicPr>
              <p:blipFill>
                <a:blip r:embed="rId43"/>
                <a:stretch>
                  <a:fillRect/>
                </a:stretch>
              </p:blipFill>
              <p:spPr>
                <a:xfrm>
                  <a:off x="5101890" y="2172270"/>
                  <a:ext cx="5040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1284" name="Ink 11283">
                  <a:extLst>
                    <a:ext uri="{FF2B5EF4-FFF2-40B4-BE49-F238E27FC236}">
                      <a16:creationId xmlns:a16="http://schemas.microsoft.com/office/drawing/2014/main" id="{82574E2F-AE67-581F-8BB6-BFC6D5323F9E}"/>
                    </a:ext>
                  </a:extLst>
                </p14:cNvPr>
                <p14:cNvContentPartPr/>
                <p14:nvPr/>
              </p14:nvContentPartPr>
              <p14:xfrm>
                <a:off x="5086050" y="1926750"/>
                <a:ext cx="141840" cy="189360"/>
              </p14:xfrm>
            </p:contentPart>
          </mc:Choice>
          <mc:Fallback xmlns="">
            <p:pic>
              <p:nvPicPr>
                <p:cNvPr id="11284" name="Ink 11283">
                  <a:extLst>
                    <a:ext uri="{FF2B5EF4-FFF2-40B4-BE49-F238E27FC236}">
                      <a16:creationId xmlns:a16="http://schemas.microsoft.com/office/drawing/2014/main" id="{82574E2F-AE67-581F-8BB6-BFC6D5323F9E}"/>
                    </a:ext>
                  </a:extLst>
                </p:cNvPr>
                <p:cNvPicPr/>
                <p:nvPr/>
              </p:nvPicPr>
              <p:blipFill>
                <a:blip r:embed="rId45"/>
                <a:stretch>
                  <a:fillRect/>
                </a:stretch>
              </p:blipFill>
              <p:spPr>
                <a:xfrm>
                  <a:off x="5079930" y="1920630"/>
                  <a:ext cx="154080" cy="201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6">
            <p14:nvContentPartPr>
              <p14:cNvPr id="11286" name="Ink 11285">
                <a:extLst>
                  <a:ext uri="{FF2B5EF4-FFF2-40B4-BE49-F238E27FC236}">
                    <a16:creationId xmlns:a16="http://schemas.microsoft.com/office/drawing/2014/main" id="{6DE732FF-8251-B151-5684-CD772D69751E}"/>
                  </a:ext>
                </a:extLst>
              </p14:cNvPr>
              <p14:cNvContentPartPr/>
              <p14:nvPr/>
            </p14:nvContentPartPr>
            <p14:xfrm>
              <a:off x="956490" y="2481150"/>
              <a:ext cx="3764520" cy="119160"/>
            </p14:xfrm>
          </p:contentPart>
        </mc:Choice>
        <mc:Fallback xmlns="">
          <p:pic>
            <p:nvPicPr>
              <p:cNvPr id="11286" name="Ink 11285">
                <a:extLst>
                  <a:ext uri="{FF2B5EF4-FFF2-40B4-BE49-F238E27FC236}">
                    <a16:creationId xmlns:a16="http://schemas.microsoft.com/office/drawing/2014/main" id="{6DE732FF-8251-B151-5684-CD772D69751E}"/>
                  </a:ext>
                </a:extLst>
              </p:cNvPr>
              <p:cNvPicPr/>
              <p:nvPr/>
            </p:nvPicPr>
            <p:blipFill>
              <a:blip r:embed="rId47"/>
              <a:stretch>
                <a:fillRect/>
              </a:stretch>
            </p:blipFill>
            <p:spPr>
              <a:xfrm>
                <a:off x="950370" y="2475030"/>
                <a:ext cx="3776760" cy="131400"/>
              </a:xfrm>
              <a:prstGeom prst="rect">
                <a:avLst/>
              </a:prstGeom>
            </p:spPr>
          </p:pic>
        </mc:Fallback>
      </mc:AlternateContent>
      <p:grpSp>
        <p:nvGrpSpPr>
          <p:cNvPr id="11298" name="Group 11297">
            <a:extLst>
              <a:ext uri="{FF2B5EF4-FFF2-40B4-BE49-F238E27FC236}">
                <a16:creationId xmlns:a16="http://schemas.microsoft.com/office/drawing/2014/main" id="{41708872-BB71-6550-1109-7F9A787EDBC7}"/>
              </a:ext>
            </a:extLst>
          </p:cNvPr>
          <p:cNvGrpSpPr/>
          <p:nvPr/>
        </p:nvGrpSpPr>
        <p:grpSpPr>
          <a:xfrm>
            <a:off x="723570" y="2783550"/>
            <a:ext cx="1804320" cy="256320"/>
            <a:chOff x="723570" y="2783550"/>
            <a:chExt cx="1804320" cy="256320"/>
          </a:xfrm>
        </p:grpSpPr>
        <mc:AlternateContent xmlns:mc="http://schemas.openxmlformats.org/markup-compatibility/2006" xmlns:p14="http://schemas.microsoft.com/office/powerpoint/2010/main">
          <mc:Choice Requires="p14">
            <p:contentPart p14:bwMode="auto" r:id="rId48">
              <p14:nvContentPartPr>
                <p14:cNvPr id="11287" name="Ink 11286">
                  <a:extLst>
                    <a:ext uri="{FF2B5EF4-FFF2-40B4-BE49-F238E27FC236}">
                      <a16:creationId xmlns:a16="http://schemas.microsoft.com/office/drawing/2014/main" id="{9E9352B8-E6D4-10D3-5460-743725D42F89}"/>
                    </a:ext>
                  </a:extLst>
                </p14:cNvPr>
                <p14:cNvContentPartPr/>
                <p14:nvPr/>
              </p14:nvContentPartPr>
              <p14:xfrm>
                <a:off x="723570" y="2883270"/>
                <a:ext cx="291240" cy="121320"/>
              </p14:xfrm>
            </p:contentPart>
          </mc:Choice>
          <mc:Fallback xmlns="">
            <p:pic>
              <p:nvPicPr>
                <p:cNvPr id="11287" name="Ink 11286">
                  <a:extLst>
                    <a:ext uri="{FF2B5EF4-FFF2-40B4-BE49-F238E27FC236}">
                      <a16:creationId xmlns:a16="http://schemas.microsoft.com/office/drawing/2014/main" id="{9E9352B8-E6D4-10D3-5460-743725D42F89}"/>
                    </a:ext>
                  </a:extLst>
                </p:cNvPr>
                <p:cNvPicPr/>
                <p:nvPr/>
              </p:nvPicPr>
              <p:blipFill>
                <a:blip r:embed="rId49"/>
                <a:stretch>
                  <a:fillRect/>
                </a:stretch>
              </p:blipFill>
              <p:spPr>
                <a:xfrm>
                  <a:off x="717450" y="2877150"/>
                  <a:ext cx="3034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1288" name="Ink 11287">
                  <a:extLst>
                    <a:ext uri="{FF2B5EF4-FFF2-40B4-BE49-F238E27FC236}">
                      <a16:creationId xmlns:a16="http://schemas.microsoft.com/office/drawing/2014/main" id="{D5107872-0F34-E965-FA78-5919602046DF}"/>
                    </a:ext>
                  </a:extLst>
                </p14:cNvPr>
                <p14:cNvContentPartPr/>
                <p14:nvPr/>
              </p14:nvContentPartPr>
              <p14:xfrm>
                <a:off x="1086090" y="2916390"/>
                <a:ext cx="134640" cy="14040"/>
              </p14:xfrm>
            </p:contentPart>
          </mc:Choice>
          <mc:Fallback xmlns="">
            <p:pic>
              <p:nvPicPr>
                <p:cNvPr id="11288" name="Ink 11287">
                  <a:extLst>
                    <a:ext uri="{FF2B5EF4-FFF2-40B4-BE49-F238E27FC236}">
                      <a16:creationId xmlns:a16="http://schemas.microsoft.com/office/drawing/2014/main" id="{D5107872-0F34-E965-FA78-5919602046DF}"/>
                    </a:ext>
                  </a:extLst>
                </p:cNvPr>
                <p:cNvPicPr/>
                <p:nvPr/>
              </p:nvPicPr>
              <p:blipFill>
                <a:blip r:embed="rId51"/>
                <a:stretch>
                  <a:fillRect/>
                </a:stretch>
              </p:blipFill>
              <p:spPr>
                <a:xfrm>
                  <a:off x="1079970" y="2910270"/>
                  <a:ext cx="1468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1289" name="Ink 11288">
                  <a:extLst>
                    <a:ext uri="{FF2B5EF4-FFF2-40B4-BE49-F238E27FC236}">
                      <a16:creationId xmlns:a16="http://schemas.microsoft.com/office/drawing/2014/main" id="{7C0E154D-A071-5202-0B16-5EE4E32801F2}"/>
                    </a:ext>
                  </a:extLst>
                </p14:cNvPr>
                <p14:cNvContentPartPr/>
                <p14:nvPr/>
              </p14:nvContentPartPr>
              <p14:xfrm>
                <a:off x="1295610" y="2809110"/>
                <a:ext cx="163080" cy="230760"/>
              </p14:xfrm>
            </p:contentPart>
          </mc:Choice>
          <mc:Fallback xmlns="">
            <p:pic>
              <p:nvPicPr>
                <p:cNvPr id="11289" name="Ink 11288">
                  <a:extLst>
                    <a:ext uri="{FF2B5EF4-FFF2-40B4-BE49-F238E27FC236}">
                      <a16:creationId xmlns:a16="http://schemas.microsoft.com/office/drawing/2014/main" id="{7C0E154D-A071-5202-0B16-5EE4E32801F2}"/>
                    </a:ext>
                  </a:extLst>
                </p:cNvPr>
                <p:cNvPicPr/>
                <p:nvPr/>
              </p:nvPicPr>
              <p:blipFill>
                <a:blip r:embed="rId53"/>
                <a:stretch>
                  <a:fillRect/>
                </a:stretch>
              </p:blipFill>
              <p:spPr>
                <a:xfrm>
                  <a:off x="1289490" y="2802990"/>
                  <a:ext cx="17532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1290" name="Ink 11289">
                  <a:extLst>
                    <a:ext uri="{FF2B5EF4-FFF2-40B4-BE49-F238E27FC236}">
                      <a16:creationId xmlns:a16="http://schemas.microsoft.com/office/drawing/2014/main" id="{A895B262-A5C5-43B3-526A-F216F5559148}"/>
                    </a:ext>
                  </a:extLst>
                </p14:cNvPr>
                <p14:cNvContentPartPr/>
                <p14:nvPr/>
              </p14:nvContentPartPr>
              <p14:xfrm>
                <a:off x="1281570" y="2928270"/>
                <a:ext cx="100800" cy="10080"/>
              </p14:xfrm>
            </p:contentPart>
          </mc:Choice>
          <mc:Fallback xmlns="">
            <p:pic>
              <p:nvPicPr>
                <p:cNvPr id="11290" name="Ink 11289">
                  <a:extLst>
                    <a:ext uri="{FF2B5EF4-FFF2-40B4-BE49-F238E27FC236}">
                      <a16:creationId xmlns:a16="http://schemas.microsoft.com/office/drawing/2014/main" id="{A895B262-A5C5-43B3-526A-F216F5559148}"/>
                    </a:ext>
                  </a:extLst>
                </p:cNvPr>
                <p:cNvPicPr/>
                <p:nvPr/>
              </p:nvPicPr>
              <p:blipFill>
                <a:blip r:embed="rId55"/>
                <a:stretch>
                  <a:fillRect/>
                </a:stretch>
              </p:blipFill>
              <p:spPr>
                <a:xfrm>
                  <a:off x="1275450" y="2922150"/>
                  <a:ext cx="11304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1291" name="Ink 11290">
                  <a:extLst>
                    <a:ext uri="{FF2B5EF4-FFF2-40B4-BE49-F238E27FC236}">
                      <a16:creationId xmlns:a16="http://schemas.microsoft.com/office/drawing/2014/main" id="{4B774A19-D4D3-69FE-E404-799CD7D212B7}"/>
                    </a:ext>
                  </a:extLst>
                </p14:cNvPr>
                <p14:cNvContentPartPr/>
                <p14:nvPr/>
              </p14:nvContentPartPr>
              <p14:xfrm>
                <a:off x="1505130" y="2912430"/>
                <a:ext cx="172800" cy="14040"/>
              </p14:xfrm>
            </p:contentPart>
          </mc:Choice>
          <mc:Fallback xmlns="">
            <p:pic>
              <p:nvPicPr>
                <p:cNvPr id="11291" name="Ink 11290">
                  <a:extLst>
                    <a:ext uri="{FF2B5EF4-FFF2-40B4-BE49-F238E27FC236}">
                      <a16:creationId xmlns:a16="http://schemas.microsoft.com/office/drawing/2014/main" id="{4B774A19-D4D3-69FE-E404-799CD7D212B7}"/>
                    </a:ext>
                  </a:extLst>
                </p:cNvPr>
                <p:cNvPicPr/>
                <p:nvPr/>
              </p:nvPicPr>
              <p:blipFill>
                <a:blip r:embed="rId57"/>
                <a:stretch>
                  <a:fillRect/>
                </a:stretch>
              </p:blipFill>
              <p:spPr>
                <a:xfrm>
                  <a:off x="1499010" y="2906310"/>
                  <a:ext cx="1850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1292" name="Ink 11291">
                  <a:extLst>
                    <a:ext uri="{FF2B5EF4-FFF2-40B4-BE49-F238E27FC236}">
                      <a16:creationId xmlns:a16="http://schemas.microsoft.com/office/drawing/2014/main" id="{41A18171-4500-F0F9-914D-5F5AC4B680E3}"/>
                    </a:ext>
                  </a:extLst>
                </p14:cNvPr>
                <p14:cNvContentPartPr/>
                <p14:nvPr/>
              </p14:nvContentPartPr>
              <p14:xfrm>
                <a:off x="1585770" y="2863470"/>
                <a:ext cx="31680" cy="135000"/>
              </p14:xfrm>
            </p:contentPart>
          </mc:Choice>
          <mc:Fallback xmlns="">
            <p:pic>
              <p:nvPicPr>
                <p:cNvPr id="11292" name="Ink 11291">
                  <a:extLst>
                    <a:ext uri="{FF2B5EF4-FFF2-40B4-BE49-F238E27FC236}">
                      <a16:creationId xmlns:a16="http://schemas.microsoft.com/office/drawing/2014/main" id="{41A18171-4500-F0F9-914D-5F5AC4B680E3}"/>
                    </a:ext>
                  </a:extLst>
                </p:cNvPr>
                <p:cNvPicPr/>
                <p:nvPr/>
              </p:nvPicPr>
              <p:blipFill>
                <a:blip r:embed="rId59"/>
                <a:stretch>
                  <a:fillRect/>
                </a:stretch>
              </p:blipFill>
              <p:spPr>
                <a:xfrm>
                  <a:off x="1579650" y="2857350"/>
                  <a:ext cx="439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1293" name="Ink 11292">
                  <a:extLst>
                    <a:ext uri="{FF2B5EF4-FFF2-40B4-BE49-F238E27FC236}">
                      <a16:creationId xmlns:a16="http://schemas.microsoft.com/office/drawing/2014/main" id="{E7DC6047-5837-28EE-9F1B-3BEF0FF54E6A}"/>
                    </a:ext>
                  </a:extLst>
                </p14:cNvPr>
                <p14:cNvContentPartPr/>
                <p14:nvPr/>
              </p14:nvContentPartPr>
              <p14:xfrm>
                <a:off x="1811130" y="2846550"/>
                <a:ext cx="23040" cy="161640"/>
              </p14:xfrm>
            </p:contentPart>
          </mc:Choice>
          <mc:Fallback xmlns="">
            <p:pic>
              <p:nvPicPr>
                <p:cNvPr id="11293" name="Ink 11292">
                  <a:extLst>
                    <a:ext uri="{FF2B5EF4-FFF2-40B4-BE49-F238E27FC236}">
                      <a16:creationId xmlns:a16="http://schemas.microsoft.com/office/drawing/2014/main" id="{E7DC6047-5837-28EE-9F1B-3BEF0FF54E6A}"/>
                    </a:ext>
                  </a:extLst>
                </p:cNvPr>
                <p:cNvPicPr/>
                <p:nvPr/>
              </p:nvPicPr>
              <p:blipFill>
                <a:blip r:embed="rId61"/>
                <a:stretch>
                  <a:fillRect/>
                </a:stretch>
              </p:blipFill>
              <p:spPr>
                <a:xfrm>
                  <a:off x="1805010" y="2840430"/>
                  <a:ext cx="3528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1294" name="Ink 11293">
                  <a:extLst>
                    <a:ext uri="{FF2B5EF4-FFF2-40B4-BE49-F238E27FC236}">
                      <a16:creationId xmlns:a16="http://schemas.microsoft.com/office/drawing/2014/main" id="{B7E37AA7-6498-9C00-A614-1A1BBA64A0D2}"/>
                    </a:ext>
                  </a:extLst>
                </p14:cNvPr>
                <p14:cNvContentPartPr/>
                <p14:nvPr/>
              </p14:nvContentPartPr>
              <p14:xfrm>
                <a:off x="2033250" y="2900550"/>
                <a:ext cx="159840" cy="6480"/>
              </p14:xfrm>
            </p:contentPart>
          </mc:Choice>
          <mc:Fallback xmlns="">
            <p:pic>
              <p:nvPicPr>
                <p:cNvPr id="11294" name="Ink 11293">
                  <a:extLst>
                    <a:ext uri="{FF2B5EF4-FFF2-40B4-BE49-F238E27FC236}">
                      <a16:creationId xmlns:a16="http://schemas.microsoft.com/office/drawing/2014/main" id="{B7E37AA7-6498-9C00-A614-1A1BBA64A0D2}"/>
                    </a:ext>
                  </a:extLst>
                </p:cNvPr>
                <p:cNvPicPr/>
                <p:nvPr/>
              </p:nvPicPr>
              <p:blipFill>
                <a:blip r:embed="rId63"/>
                <a:stretch>
                  <a:fillRect/>
                </a:stretch>
              </p:blipFill>
              <p:spPr>
                <a:xfrm>
                  <a:off x="2027130" y="2894430"/>
                  <a:ext cx="1720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1295" name="Ink 11294">
                  <a:extLst>
                    <a:ext uri="{FF2B5EF4-FFF2-40B4-BE49-F238E27FC236}">
                      <a16:creationId xmlns:a16="http://schemas.microsoft.com/office/drawing/2014/main" id="{B40AFC61-BF9D-B25B-4098-6B98F742A00B}"/>
                    </a:ext>
                  </a:extLst>
                </p14:cNvPr>
                <p14:cNvContentPartPr/>
                <p14:nvPr/>
              </p14:nvContentPartPr>
              <p14:xfrm>
                <a:off x="1942530" y="2970750"/>
                <a:ext cx="246960" cy="14400"/>
              </p14:xfrm>
            </p:contentPart>
          </mc:Choice>
          <mc:Fallback xmlns="">
            <p:pic>
              <p:nvPicPr>
                <p:cNvPr id="11295" name="Ink 11294">
                  <a:extLst>
                    <a:ext uri="{FF2B5EF4-FFF2-40B4-BE49-F238E27FC236}">
                      <a16:creationId xmlns:a16="http://schemas.microsoft.com/office/drawing/2014/main" id="{B40AFC61-BF9D-B25B-4098-6B98F742A00B}"/>
                    </a:ext>
                  </a:extLst>
                </p:cNvPr>
                <p:cNvPicPr/>
                <p:nvPr/>
              </p:nvPicPr>
              <p:blipFill>
                <a:blip r:embed="rId65"/>
                <a:stretch>
                  <a:fillRect/>
                </a:stretch>
              </p:blipFill>
              <p:spPr>
                <a:xfrm>
                  <a:off x="1936410" y="2964630"/>
                  <a:ext cx="2592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1297" name="Ink 11296">
                  <a:extLst>
                    <a:ext uri="{FF2B5EF4-FFF2-40B4-BE49-F238E27FC236}">
                      <a16:creationId xmlns:a16="http://schemas.microsoft.com/office/drawing/2014/main" id="{2C92E49D-54D1-211A-6612-E955D094D431}"/>
                    </a:ext>
                  </a:extLst>
                </p14:cNvPr>
                <p14:cNvContentPartPr/>
                <p14:nvPr/>
              </p14:nvContentPartPr>
              <p14:xfrm>
                <a:off x="2333130" y="2783550"/>
                <a:ext cx="194760" cy="173520"/>
              </p14:xfrm>
            </p:contentPart>
          </mc:Choice>
          <mc:Fallback xmlns="">
            <p:pic>
              <p:nvPicPr>
                <p:cNvPr id="11297" name="Ink 11296">
                  <a:extLst>
                    <a:ext uri="{FF2B5EF4-FFF2-40B4-BE49-F238E27FC236}">
                      <a16:creationId xmlns:a16="http://schemas.microsoft.com/office/drawing/2014/main" id="{2C92E49D-54D1-211A-6612-E955D094D431}"/>
                    </a:ext>
                  </a:extLst>
                </p:cNvPr>
                <p:cNvPicPr/>
                <p:nvPr/>
              </p:nvPicPr>
              <p:blipFill>
                <a:blip r:embed="rId67"/>
                <a:stretch>
                  <a:fillRect/>
                </a:stretch>
              </p:blipFill>
              <p:spPr>
                <a:xfrm>
                  <a:off x="2327010" y="2777430"/>
                  <a:ext cx="207000" cy="185760"/>
                </a:xfrm>
                <a:prstGeom prst="rect">
                  <a:avLst/>
                </a:prstGeom>
              </p:spPr>
            </p:pic>
          </mc:Fallback>
        </mc:AlternateContent>
      </p:grpSp>
      <p:grpSp>
        <p:nvGrpSpPr>
          <p:cNvPr id="11315" name="Group 11314">
            <a:extLst>
              <a:ext uri="{FF2B5EF4-FFF2-40B4-BE49-F238E27FC236}">
                <a16:creationId xmlns:a16="http://schemas.microsoft.com/office/drawing/2014/main" id="{E122377B-6BB2-0027-32C5-EFC4132C0326}"/>
              </a:ext>
            </a:extLst>
          </p:cNvPr>
          <p:cNvGrpSpPr/>
          <p:nvPr/>
        </p:nvGrpSpPr>
        <p:grpSpPr>
          <a:xfrm>
            <a:off x="770010" y="3267750"/>
            <a:ext cx="1900800" cy="231480"/>
            <a:chOff x="770010" y="3267750"/>
            <a:chExt cx="1900800" cy="231480"/>
          </a:xfrm>
        </p:grpSpPr>
        <mc:AlternateContent xmlns:mc="http://schemas.openxmlformats.org/markup-compatibility/2006" xmlns:p14="http://schemas.microsoft.com/office/powerpoint/2010/main">
          <mc:Choice Requires="p14">
            <p:contentPart p14:bwMode="auto" r:id="rId68">
              <p14:nvContentPartPr>
                <p14:cNvPr id="11299" name="Ink 11298">
                  <a:extLst>
                    <a:ext uri="{FF2B5EF4-FFF2-40B4-BE49-F238E27FC236}">
                      <a16:creationId xmlns:a16="http://schemas.microsoft.com/office/drawing/2014/main" id="{D8A2F6B0-CD01-C1BA-7451-B3EFCF482ADA}"/>
                    </a:ext>
                  </a:extLst>
                </p14:cNvPr>
                <p14:cNvContentPartPr/>
                <p14:nvPr/>
              </p14:nvContentPartPr>
              <p14:xfrm>
                <a:off x="770010" y="3371430"/>
                <a:ext cx="157320" cy="127800"/>
              </p14:xfrm>
            </p:contentPart>
          </mc:Choice>
          <mc:Fallback xmlns="">
            <p:pic>
              <p:nvPicPr>
                <p:cNvPr id="11299" name="Ink 11298">
                  <a:extLst>
                    <a:ext uri="{FF2B5EF4-FFF2-40B4-BE49-F238E27FC236}">
                      <a16:creationId xmlns:a16="http://schemas.microsoft.com/office/drawing/2014/main" id="{D8A2F6B0-CD01-C1BA-7451-B3EFCF482ADA}"/>
                    </a:ext>
                  </a:extLst>
                </p:cNvPr>
                <p:cNvPicPr/>
                <p:nvPr/>
              </p:nvPicPr>
              <p:blipFill>
                <a:blip r:embed="rId69"/>
                <a:stretch>
                  <a:fillRect/>
                </a:stretch>
              </p:blipFill>
              <p:spPr>
                <a:xfrm>
                  <a:off x="763890" y="3365310"/>
                  <a:ext cx="1695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1300" name="Ink 11299">
                  <a:extLst>
                    <a:ext uri="{FF2B5EF4-FFF2-40B4-BE49-F238E27FC236}">
                      <a16:creationId xmlns:a16="http://schemas.microsoft.com/office/drawing/2014/main" id="{A9CE4955-7EE3-EFC5-775B-63F1C32DFBB6}"/>
                    </a:ext>
                  </a:extLst>
                </p14:cNvPr>
                <p14:cNvContentPartPr/>
                <p14:nvPr/>
              </p14:nvContentPartPr>
              <p14:xfrm>
                <a:off x="1034970" y="3412470"/>
                <a:ext cx="195480" cy="23760"/>
              </p14:xfrm>
            </p:contentPart>
          </mc:Choice>
          <mc:Fallback xmlns="">
            <p:pic>
              <p:nvPicPr>
                <p:cNvPr id="11300" name="Ink 11299">
                  <a:extLst>
                    <a:ext uri="{FF2B5EF4-FFF2-40B4-BE49-F238E27FC236}">
                      <a16:creationId xmlns:a16="http://schemas.microsoft.com/office/drawing/2014/main" id="{A9CE4955-7EE3-EFC5-775B-63F1C32DFBB6}"/>
                    </a:ext>
                  </a:extLst>
                </p:cNvPr>
                <p:cNvPicPr/>
                <p:nvPr/>
              </p:nvPicPr>
              <p:blipFill>
                <a:blip r:embed="rId71"/>
                <a:stretch>
                  <a:fillRect/>
                </a:stretch>
              </p:blipFill>
              <p:spPr>
                <a:xfrm>
                  <a:off x="1028850" y="3406350"/>
                  <a:ext cx="2077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1301" name="Ink 11300">
                  <a:extLst>
                    <a:ext uri="{FF2B5EF4-FFF2-40B4-BE49-F238E27FC236}">
                      <a16:creationId xmlns:a16="http://schemas.microsoft.com/office/drawing/2014/main" id="{674E5F66-33FC-695D-3FF0-98878FF143DA}"/>
                    </a:ext>
                  </a:extLst>
                </p14:cNvPr>
                <p14:cNvContentPartPr/>
                <p14:nvPr/>
              </p14:nvContentPartPr>
              <p14:xfrm>
                <a:off x="1339890" y="3340830"/>
                <a:ext cx="161640" cy="120960"/>
              </p14:xfrm>
            </p:contentPart>
          </mc:Choice>
          <mc:Fallback xmlns="">
            <p:pic>
              <p:nvPicPr>
                <p:cNvPr id="11301" name="Ink 11300">
                  <a:extLst>
                    <a:ext uri="{FF2B5EF4-FFF2-40B4-BE49-F238E27FC236}">
                      <a16:creationId xmlns:a16="http://schemas.microsoft.com/office/drawing/2014/main" id="{674E5F66-33FC-695D-3FF0-98878FF143DA}"/>
                    </a:ext>
                  </a:extLst>
                </p:cNvPr>
                <p:cNvPicPr/>
                <p:nvPr/>
              </p:nvPicPr>
              <p:blipFill>
                <a:blip r:embed="rId73"/>
                <a:stretch>
                  <a:fillRect/>
                </a:stretch>
              </p:blipFill>
              <p:spPr>
                <a:xfrm>
                  <a:off x="1333770" y="3334710"/>
                  <a:ext cx="1738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1302" name="Ink 11301">
                  <a:extLst>
                    <a:ext uri="{FF2B5EF4-FFF2-40B4-BE49-F238E27FC236}">
                      <a16:creationId xmlns:a16="http://schemas.microsoft.com/office/drawing/2014/main" id="{A445BBAA-580B-22E8-85F0-A1651E177A28}"/>
                    </a:ext>
                  </a:extLst>
                </p14:cNvPr>
                <p14:cNvContentPartPr/>
                <p14:nvPr/>
              </p14:nvContentPartPr>
              <p14:xfrm>
                <a:off x="1536090" y="3349470"/>
                <a:ext cx="181440" cy="110520"/>
              </p14:xfrm>
            </p:contentPart>
          </mc:Choice>
          <mc:Fallback xmlns="">
            <p:pic>
              <p:nvPicPr>
                <p:cNvPr id="11302" name="Ink 11301">
                  <a:extLst>
                    <a:ext uri="{FF2B5EF4-FFF2-40B4-BE49-F238E27FC236}">
                      <a16:creationId xmlns:a16="http://schemas.microsoft.com/office/drawing/2014/main" id="{A445BBAA-580B-22E8-85F0-A1651E177A28}"/>
                    </a:ext>
                  </a:extLst>
                </p:cNvPr>
                <p:cNvPicPr/>
                <p:nvPr/>
              </p:nvPicPr>
              <p:blipFill>
                <a:blip r:embed="rId75"/>
                <a:stretch>
                  <a:fillRect/>
                </a:stretch>
              </p:blipFill>
              <p:spPr>
                <a:xfrm>
                  <a:off x="1529970" y="3343350"/>
                  <a:ext cx="19368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1303" name="Ink 11302">
                  <a:extLst>
                    <a:ext uri="{FF2B5EF4-FFF2-40B4-BE49-F238E27FC236}">
                      <a16:creationId xmlns:a16="http://schemas.microsoft.com/office/drawing/2014/main" id="{9FFD55DB-DBAF-045D-F810-34193B98DF14}"/>
                    </a:ext>
                  </a:extLst>
                </p14:cNvPr>
                <p14:cNvContentPartPr/>
                <p14:nvPr/>
              </p14:nvContentPartPr>
              <p14:xfrm>
                <a:off x="1851810" y="3318510"/>
                <a:ext cx="65880" cy="100440"/>
              </p14:xfrm>
            </p:contentPart>
          </mc:Choice>
          <mc:Fallback xmlns="">
            <p:pic>
              <p:nvPicPr>
                <p:cNvPr id="11303" name="Ink 11302">
                  <a:extLst>
                    <a:ext uri="{FF2B5EF4-FFF2-40B4-BE49-F238E27FC236}">
                      <a16:creationId xmlns:a16="http://schemas.microsoft.com/office/drawing/2014/main" id="{9FFD55DB-DBAF-045D-F810-34193B98DF14}"/>
                    </a:ext>
                  </a:extLst>
                </p:cNvPr>
                <p:cNvPicPr/>
                <p:nvPr/>
              </p:nvPicPr>
              <p:blipFill>
                <a:blip r:embed="rId77"/>
                <a:stretch>
                  <a:fillRect/>
                </a:stretch>
              </p:blipFill>
              <p:spPr>
                <a:xfrm>
                  <a:off x="1845690" y="3312390"/>
                  <a:ext cx="781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1304" name="Ink 11303">
                  <a:extLst>
                    <a:ext uri="{FF2B5EF4-FFF2-40B4-BE49-F238E27FC236}">
                      <a16:creationId xmlns:a16="http://schemas.microsoft.com/office/drawing/2014/main" id="{80AE4385-773A-EE5C-10A4-8F3CA211D316}"/>
                    </a:ext>
                  </a:extLst>
                </p14:cNvPr>
                <p14:cNvContentPartPr/>
                <p14:nvPr/>
              </p14:nvContentPartPr>
              <p14:xfrm>
                <a:off x="2061330" y="3324630"/>
                <a:ext cx="237960" cy="25920"/>
              </p14:xfrm>
            </p:contentPart>
          </mc:Choice>
          <mc:Fallback xmlns="">
            <p:pic>
              <p:nvPicPr>
                <p:cNvPr id="11304" name="Ink 11303">
                  <a:extLst>
                    <a:ext uri="{FF2B5EF4-FFF2-40B4-BE49-F238E27FC236}">
                      <a16:creationId xmlns:a16="http://schemas.microsoft.com/office/drawing/2014/main" id="{80AE4385-773A-EE5C-10A4-8F3CA211D316}"/>
                    </a:ext>
                  </a:extLst>
                </p:cNvPr>
                <p:cNvPicPr/>
                <p:nvPr/>
              </p:nvPicPr>
              <p:blipFill>
                <a:blip r:embed="rId79"/>
                <a:stretch>
                  <a:fillRect/>
                </a:stretch>
              </p:blipFill>
              <p:spPr>
                <a:xfrm>
                  <a:off x="2055210" y="3318510"/>
                  <a:ext cx="2502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1305" name="Ink 11304">
                  <a:extLst>
                    <a:ext uri="{FF2B5EF4-FFF2-40B4-BE49-F238E27FC236}">
                      <a16:creationId xmlns:a16="http://schemas.microsoft.com/office/drawing/2014/main" id="{F252AA0F-DD79-0708-C02E-EDBF68383E47}"/>
                    </a:ext>
                  </a:extLst>
                </p14:cNvPr>
                <p14:cNvContentPartPr/>
                <p14:nvPr/>
              </p14:nvContentPartPr>
              <p14:xfrm>
                <a:off x="2086170" y="3381510"/>
                <a:ext cx="203040" cy="19800"/>
              </p14:xfrm>
            </p:contentPart>
          </mc:Choice>
          <mc:Fallback xmlns="">
            <p:pic>
              <p:nvPicPr>
                <p:cNvPr id="11305" name="Ink 11304">
                  <a:extLst>
                    <a:ext uri="{FF2B5EF4-FFF2-40B4-BE49-F238E27FC236}">
                      <a16:creationId xmlns:a16="http://schemas.microsoft.com/office/drawing/2014/main" id="{F252AA0F-DD79-0708-C02E-EDBF68383E47}"/>
                    </a:ext>
                  </a:extLst>
                </p:cNvPr>
                <p:cNvPicPr/>
                <p:nvPr/>
              </p:nvPicPr>
              <p:blipFill>
                <a:blip r:embed="rId81"/>
                <a:stretch>
                  <a:fillRect/>
                </a:stretch>
              </p:blipFill>
              <p:spPr>
                <a:xfrm>
                  <a:off x="2080050" y="3375390"/>
                  <a:ext cx="2152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1306" name="Ink 11305">
                  <a:extLst>
                    <a:ext uri="{FF2B5EF4-FFF2-40B4-BE49-F238E27FC236}">
                      <a16:creationId xmlns:a16="http://schemas.microsoft.com/office/drawing/2014/main" id="{C15285BC-F588-B844-F935-E3DAB5F5487C}"/>
                    </a:ext>
                  </a:extLst>
                </p14:cNvPr>
                <p14:cNvContentPartPr/>
                <p14:nvPr/>
              </p14:nvContentPartPr>
              <p14:xfrm>
                <a:off x="2476770" y="3267750"/>
                <a:ext cx="194040" cy="127440"/>
              </p14:xfrm>
            </p:contentPart>
          </mc:Choice>
          <mc:Fallback xmlns="">
            <p:pic>
              <p:nvPicPr>
                <p:cNvPr id="11306" name="Ink 11305">
                  <a:extLst>
                    <a:ext uri="{FF2B5EF4-FFF2-40B4-BE49-F238E27FC236}">
                      <a16:creationId xmlns:a16="http://schemas.microsoft.com/office/drawing/2014/main" id="{C15285BC-F588-B844-F935-E3DAB5F5487C}"/>
                    </a:ext>
                  </a:extLst>
                </p:cNvPr>
                <p:cNvPicPr/>
                <p:nvPr/>
              </p:nvPicPr>
              <p:blipFill>
                <a:blip r:embed="rId83"/>
                <a:stretch>
                  <a:fillRect/>
                </a:stretch>
              </p:blipFill>
              <p:spPr>
                <a:xfrm>
                  <a:off x="2470650" y="3261630"/>
                  <a:ext cx="206280" cy="139680"/>
                </a:xfrm>
                <a:prstGeom prst="rect">
                  <a:avLst/>
                </a:prstGeom>
              </p:spPr>
            </p:pic>
          </mc:Fallback>
        </mc:AlternateContent>
      </p:grpSp>
      <p:grpSp>
        <p:nvGrpSpPr>
          <p:cNvPr id="11342" name="Group 11341">
            <a:extLst>
              <a:ext uri="{FF2B5EF4-FFF2-40B4-BE49-F238E27FC236}">
                <a16:creationId xmlns:a16="http://schemas.microsoft.com/office/drawing/2014/main" id="{E9821893-6C2A-8329-B2D7-01157CA9D84B}"/>
              </a:ext>
            </a:extLst>
          </p:cNvPr>
          <p:cNvGrpSpPr/>
          <p:nvPr/>
        </p:nvGrpSpPr>
        <p:grpSpPr>
          <a:xfrm>
            <a:off x="698370" y="3561870"/>
            <a:ext cx="3641400" cy="566640"/>
            <a:chOff x="698370" y="3561870"/>
            <a:chExt cx="3641400" cy="566640"/>
          </a:xfrm>
        </p:grpSpPr>
        <mc:AlternateContent xmlns:mc="http://schemas.openxmlformats.org/markup-compatibility/2006" xmlns:p14="http://schemas.microsoft.com/office/powerpoint/2010/main">
          <mc:Choice Requires="p14">
            <p:contentPart p14:bwMode="auto" r:id="rId84">
              <p14:nvContentPartPr>
                <p14:cNvPr id="11307" name="Ink 11306">
                  <a:extLst>
                    <a:ext uri="{FF2B5EF4-FFF2-40B4-BE49-F238E27FC236}">
                      <a16:creationId xmlns:a16="http://schemas.microsoft.com/office/drawing/2014/main" id="{6A61791C-22B6-81DD-8B0F-FF27B73CCD61}"/>
                    </a:ext>
                  </a:extLst>
                </p14:cNvPr>
                <p14:cNvContentPartPr/>
                <p14:nvPr/>
              </p14:nvContentPartPr>
              <p14:xfrm>
                <a:off x="698370" y="3715230"/>
                <a:ext cx="313200" cy="24840"/>
              </p14:xfrm>
            </p:contentPart>
          </mc:Choice>
          <mc:Fallback xmlns="">
            <p:pic>
              <p:nvPicPr>
                <p:cNvPr id="11307" name="Ink 11306">
                  <a:extLst>
                    <a:ext uri="{FF2B5EF4-FFF2-40B4-BE49-F238E27FC236}">
                      <a16:creationId xmlns:a16="http://schemas.microsoft.com/office/drawing/2014/main" id="{6A61791C-22B6-81DD-8B0F-FF27B73CCD61}"/>
                    </a:ext>
                  </a:extLst>
                </p:cNvPr>
                <p:cNvPicPr/>
                <p:nvPr/>
              </p:nvPicPr>
              <p:blipFill>
                <a:blip r:embed="rId85"/>
                <a:stretch>
                  <a:fillRect/>
                </a:stretch>
              </p:blipFill>
              <p:spPr>
                <a:xfrm>
                  <a:off x="692250" y="3709110"/>
                  <a:ext cx="32544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1308" name="Ink 11307">
                  <a:extLst>
                    <a:ext uri="{FF2B5EF4-FFF2-40B4-BE49-F238E27FC236}">
                      <a16:creationId xmlns:a16="http://schemas.microsoft.com/office/drawing/2014/main" id="{39188FC8-2D84-800F-6966-F61CDDE1757E}"/>
                    </a:ext>
                  </a:extLst>
                </p14:cNvPr>
                <p14:cNvContentPartPr/>
                <p14:nvPr/>
              </p14:nvContentPartPr>
              <p14:xfrm>
                <a:off x="732930" y="3762030"/>
                <a:ext cx="244440" cy="28080"/>
              </p14:xfrm>
            </p:contentPart>
          </mc:Choice>
          <mc:Fallback xmlns="">
            <p:pic>
              <p:nvPicPr>
                <p:cNvPr id="11308" name="Ink 11307">
                  <a:extLst>
                    <a:ext uri="{FF2B5EF4-FFF2-40B4-BE49-F238E27FC236}">
                      <a16:creationId xmlns:a16="http://schemas.microsoft.com/office/drawing/2014/main" id="{39188FC8-2D84-800F-6966-F61CDDE1757E}"/>
                    </a:ext>
                  </a:extLst>
                </p:cNvPr>
                <p:cNvPicPr/>
                <p:nvPr/>
              </p:nvPicPr>
              <p:blipFill>
                <a:blip r:embed="rId87"/>
                <a:stretch>
                  <a:fillRect/>
                </a:stretch>
              </p:blipFill>
              <p:spPr>
                <a:xfrm>
                  <a:off x="726810" y="3755910"/>
                  <a:ext cx="25668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1309" name="Ink 11308">
                  <a:extLst>
                    <a:ext uri="{FF2B5EF4-FFF2-40B4-BE49-F238E27FC236}">
                      <a16:creationId xmlns:a16="http://schemas.microsoft.com/office/drawing/2014/main" id="{72D67F42-BD70-ED8B-E5AE-9C2CBF27682B}"/>
                    </a:ext>
                  </a:extLst>
                </p14:cNvPr>
                <p14:cNvContentPartPr/>
                <p14:nvPr/>
              </p14:nvContentPartPr>
              <p14:xfrm>
                <a:off x="893130" y="3680670"/>
                <a:ext cx="142920" cy="125640"/>
              </p14:xfrm>
            </p:contentPart>
          </mc:Choice>
          <mc:Fallback xmlns="">
            <p:pic>
              <p:nvPicPr>
                <p:cNvPr id="11309" name="Ink 11308">
                  <a:extLst>
                    <a:ext uri="{FF2B5EF4-FFF2-40B4-BE49-F238E27FC236}">
                      <a16:creationId xmlns:a16="http://schemas.microsoft.com/office/drawing/2014/main" id="{72D67F42-BD70-ED8B-E5AE-9C2CBF27682B}"/>
                    </a:ext>
                  </a:extLst>
                </p:cNvPr>
                <p:cNvPicPr/>
                <p:nvPr/>
              </p:nvPicPr>
              <p:blipFill>
                <a:blip r:embed="rId89"/>
                <a:stretch>
                  <a:fillRect/>
                </a:stretch>
              </p:blipFill>
              <p:spPr>
                <a:xfrm>
                  <a:off x="887010" y="3674550"/>
                  <a:ext cx="15516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1310" name="Ink 11309">
                  <a:extLst>
                    <a:ext uri="{FF2B5EF4-FFF2-40B4-BE49-F238E27FC236}">
                      <a16:creationId xmlns:a16="http://schemas.microsoft.com/office/drawing/2014/main" id="{1912CBE3-730A-0E4C-0F44-A5F7CAAF1F22}"/>
                    </a:ext>
                  </a:extLst>
                </p14:cNvPr>
                <p14:cNvContentPartPr/>
                <p14:nvPr/>
              </p14:nvContentPartPr>
              <p14:xfrm>
                <a:off x="1370490" y="3639270"/>
                <a:ext cx="156600" cy="101160"/>
              </p14:xfrm>
            </p:contentPart>
          </mc:Choice>
          <mc:Fallback xmlns="">
            <p:pic>
              <p:nvPicPr>
                <p:cNvPr id="11310" name="Ink 11309">
                  <a:extLst>
                    <a:ext uri="{FF2B5EF4-FFF2-40B4-BE49-F238E27FC236}">
                      <a16:creationId xmlns:a16="http://schemas.microsoft.com/office/drawing/2014/main" id="{1912CBE3-730A-0E4C-0F44-A5F7CAAF1F22}"/>
                    </a:ext>
                  </a:extLst>
                </p:cNvPr>
                <p:cNvPicPr/>
                <p:nvPr/>
              </p:nvPicPr>
              <p:blipFill>
                <a:blip r:embed="rId91"/>
                <a:stretch>
                  <a:fillRect/>
                </a:stretch>
              </p:blipFill>
              <p:spPr>
                <a:xfrm>
                  <a:off x="1364370" y="3633150"/>
                  <a:ext cx="1688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1311" name="Ink 11310">
                  <a:extLst>
                    <a:ext uri="{FF2B5EF4-FFF2-40B4-BE49-F238E27FC236}">
                      <a16:creationId xmlns:a16="http://schemas.microsoft.com/office/drawing/2014/main" id="{E5251D7A-EA74-721C-D4F1-FE5D388A8EBA}"/>
                    </a:ext>
                  </a:extLst>
                </p14:cNvPr>
                <p14:cNvContentPartPr/>
                <p14:nvPr/>
              </p14:nvContentPartPr>
              <p14:xfrm>
                <a:off x="1704930" y="3663030"/>
                <a:ext cx="127800" cy="20880"/>
              </p14:xfrm>
            </p:contentPart>
          </mc:Choice>
          <mc:Fallback xmlns="">
            <p:pic>
              <p:nvPicPr>
                <p:cNvPr id="11311" name="Ink 11310">
                  <a:extLst>
                    <a:ext uri="{FF2B5EF4-FFF2-40B4-BE49-F238E27FC236}">
                      <a16:creationId xmlns:a16="http://schemas.microsoft.com/office/drawing/2014/main" id="{E5251D7A-EA74-721C-D4F1-FE5D388A8EBA}"/>
                    </a:ext>
                  </a:extLst>
                </p:cNvPr>
                <p:cNvPicPr/>
                <p:nvPr/>
              </p:nvPicPr>
              <p:blipFill>
                <a:blip r:embed="rId93"/>
                <a:stretch>
                  <a:fillRect/>
                </a:stretch>
              </p:blipFill>
              <p:spPr>
                <a:xfrm>
                  <a:off x="1698810" y="3656910"/>
                  <a:ext cx="14004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1312" name="Ink 11311">
                  <a:extLst>
                    <a:ext uri="{FF2B5EF4-FFF2-40B4-BE49-F238E27FC236}">
                      <a16:creationId xmlns:a16="http://schemas.microsoft.com/office/drawing/2014/main" id="{AB3CC72B-E3D3-7778-26BD-F96F26252654}"/>
                    </a:ext>
                  </a:extLst>
                </p14:cNvPr>
                <p14:cNvContentPartPr/>
                <p14:nvPr/>
              </p14:nvContentPartPr>
              <p14:xfrm>
                <a:off x="1652010" y="3721350"/>
                <a:ext cx="175320" cy="15840"/>
              </p14:xfrm>
            </p:contentPart>
          </mc:Choice>
          <mc:Fallback xmlns="">
            <p:pic>
              <p:nvPicPr>
                <p:cNvPr id="11312" name="Ink 11311">
                  <a:extLst>
                    <a:ext uri="{FF2B5EF4-FFF2-40B4-BE49-F238E27FC236}">
                      <a16:creationId xmlns:a16="http://schemas.microsoft.com/office/drawing/2014/main" id="{AB3CC72B-E3D3-7778-26BD-F96F26252654}"/>
                    </a:ext>
                  </a:extLst>
                </p:cNvPr>
                <p:cNvPicPr/>
                <p:nvPr/>
              </p:nvPicPr>
              <p:blipFill>
                <a:blip r:embed="rId95"/>
                <a:stretch>
                  <a:fillRect/>
                </a:stretch>
              </p:blipFill>
              <p:spPr>
                <a:xfrm>
                  <a:off x="1645890" y="3715230"/>
                  <a:ext cx="1875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1316" name="Ink 11315">
                  <a:extLst>
                    <a:ext uri="{FF2B5EF4-FFF2-40B4-BE49-F238E27FC236}">
                      <a16:creationId xmlns:a16="http://schemas.microsoft.com/office/drawing/2014/main" id="{53D9519E-DC6E-0752-F48E-61C896D5D0C0}"/>
                    </a:ext>
                  </a:extLst>
                </p14:cNvPr>
                <p14:cNvContentPartPr/>
                <p14:nvPr/>
              </p14:nvContentPartPr>
              <p14:xfrm>
                <a:off x="1976730" y="3644310"/>
                <a:ext cx="159840" cy="147600"/>
              </p14:xfrm>
            </p:contentPart>
          </mc:Choice>
          <mc:Fallback xmlns="">
            <p:pic>
              <p:nvPicPr>
                <p:cNvPr id="11316" name="Ink 11315">
                  <a:extLst>
                    <a:ext uri="{FF2B5EF4-FFF2-40B4-BE49-F238E27FC236}">
                      <a16:creationId xmlns:a16="http://schemas.microsoft.com/office/drawing/2014/main" id="{53D9519E-DC6E-0752-F48E-61C896D5D0C0}"/>
                    </a:ext>
                  </a:extLst>
                </p:cNvPr>
                <p:cNvPicPr/>
                <p:nvPr/>
              </p:nvPicPr>
              <p:blipFill>
                <a:blip r:embed="rId97"/>
                <a:stretch>
                  <a:fillRect/>
                </a:stretch>
              </p:blipFill>
              <p:spPr>
                <a:xfrm>
                  <a:off x="1970610" y="3638190"/>
                  <a:ext cx="17208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1317" name="Ink 11316">
                  <a:extLst>
                    <a:ext uri="{FF2B5EF4-FFF2-40B4-BE49-F238E27FC236}">
                      <a16:creationId xmlns:a16="http://schemas.microsoft.com/office/drawing/2014/main" id="{C7906430-DB60-E0DA-74FF-4800C8376A44}"/>
                    </a:ext>
                  </a:extLst>
                </p14:cNvPr>
                <p14:cNvContentPartPr/>
                <p14:nvPr/>
              </p14:nvContentPartPr>
              <p14:xfrm>
                <a:off x="1245570" y="3645030"/>
                <a:ext cx="41400" cy="236880"/>
              </p14:xfrm>
            </p:contentPart>
          </mc:Choice>
          <mc:Fallback xmlns="">
            <p:pic>
              <p:nvPicPr>
                <p:cNvPr id="11317" name="Ink 11316">
                  <a:extLst>
                    <a:ext uri="{FF2B5EF4-FFF2-40B4-BE49-F238E27FC236}">
                      <a16:creationId xmlns:a16="http://schemas.microsoft.com/office/drawing/2014/main" id="{C7906430-DB60-E0DA-74FF-4800C8376A44}"/>
                    </a:ext>
                  </a:extLst>
                </p:cNvPr>
                <p:cNvPicPr/>
                <p:nvPr/>
              </p:nvPicPr>
              <p:blipFill>
                <a:blip r:embed="rId99"/>
                <a:stretch>
                  <a:fillRect/>
                </a:stretch>
              </p:blipFill>
              <p:spPr>
                <a:xfrm>
                  <a:off x="1239450" y="3638910"/>
                  <a:ext cx="5364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1318" name="Ink 11317">
                  <a:extLst>
                    <a:ext uri="{FF2B5EF4-FFF2-40B4-BE49-F238E27FC236}">
                      <a16:creationId xmlns:a16="http://schemas.microsoft.com/office/drawing/2014/main" id="{4325CA70-DE87-EE09-71FD-D2BEC458470B}"/>
                    </a:ext>
                  </a:extLst>
                </p14:cNvPr>
                <p14:cNvContentPartPr/>
                <p14:nvPr/>
              </p14:nvContentPartPr>
              <p14:xfrm>
                <a:off x="1312530" y="3596430"/>
                <a:ext cx="933480" cy="302400"/>
              </p14:xfrm>
            </p:contentPart>
          </mc:Choice>
          <mc:Fallback xmlns="">
            <p:pic>
              <p:nvPicPr>
                <p:cNvPr id="11318" name="Ink 11317">
                  <a:extLst>
                    <a:ext uri="{FF2B5EF4-FFF2-40B4-BE49-F238E27FC236}">
                      <a16:creationId xmlns:a16="http://schemas.microsoft.com/office/drawing/2014/main" id="{4325CA70-DE87-EE09-71FD-D2BEC458470B}"/>
                    </a:ext>
                  </a:extLst>
                </p:cNvPr>
                <p:cNvPicPr/>
                <p:nvPr/>
              </p:nvPicPr>
              <p:blipFill>
                <a:blip r:embed="rId101"/>
                <a:stretch>
                  <a:fillRect/>
                </a:stretch>
              </p:blipFill>
              <p:spPr>
                <a:xfrm>
                  <a:off x="1306410" y="3590310"/>
                  <a:ext cx="94572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1319" name="Ink 11318">
                  <a:extLst>
                    <a:ext uri="{FF2B5EF4-FFF2-40B4-BE49-F238E27FC236}">
                      <a16:creationId xmlns:a16="http://schemas.microsoft.com/office/drawing/2014/main" id="{05C9F643-29B0-0CB4-E957-6351F5695A75}"/>
                    </a:ext>
                  </a:extLst>
                </p14:cNvPr>
                <p14:cNvContentPartPr/>
                <p14:nvPr/>
              </p14:nvContentPartPr>
              <p14:xfrm>
                <a:off x="1239450" y="3879390"/>
                <a:ext cx="912960" cy="33840"/>
              </p14:xfrm>
            </p:contentPart>
          </mc:Choice>
          <mc:Fallback xmlns="">
            <p:pic>
              <p:nvPicPr>
                <p:cNvPr id="11319" name="Ink 11318">
                  <a:extLst>
                    <a:ext uri="{FF2B5EF4-FFF2-40B4-BE49-F238E27FC236}">
                      <a16:creationId xmlns:a16="http://schemas.microsoft.com/office/drawing/2014/main" id="{05C9F643-29B0-0CB4-E957-6351F5695A75}"/>
                    </a:ext>
                  </a:extLst>
                </p:cNvPr>
                <p:cNvPicPr/>
                <p:nvPr/>
              </p:nvPicPr>
              <p:blipFill>
                <a:blip r:embed="rId103"/>
                <a:stretch>
                  <a:fillRect/>
                </a:stretch>
              </p:blipFill>
              <p:spPr>
                <a:xfrm>
                  <a:off x="1233330" y="3873270"/>
                  <a:ext cx="9252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1321" name="Ink 11320">
                  <a:extLst>
                    <a:ext uri="{FF2B5EF4-FFF2-40B4-BE49-F238E27FC236}">
                      <a16:creationId xmlns:a16="http://schemas.microsoft.com/office/drawing/2014/main" id="{DEB5DDE0-527A-12BE-B8AD-03FB0A79A2F7}"/>
                    </a:ext>
                  </a:extLst>
                </p14:cNvPr>
                <p14:cNvContentPartPr/>
                <p14:nvPr/>
              </p14:nvContentPartPr>
              <p14:xfrm>
                <a:off x="2283090" y="3760230"/>
                <a:ext cx="281520" cy="26640"/>
              </p14:xfrm>
            </p:contentPart>
          </mc:Choice>
          <mc:Fallback xmlns="">
            <p:pic>
              <p:nvPicPr>
                <p:cNvPr id="11321" name="Ink 11320">
                  <a:extLst>
                    <a:ext uri="{FF2B5EF4-FFF2-40B4-BE49-F238E27FC236}">
                      <a16:creationId xmlns:a16="http://schemas.microsoft.com/office/drawing/2014/main" id="{DEB5DDE0-527A-12BE-B8AD-03FB0A79A2F7}"/>
                    </a:ext>
                  </a:extLst>
                </p:cNvPr>
                <p:cNvPicPr/>
                <p:nvPr/>
              </p:nvPicPr>
              <p:blipFill>
                <a:blip r:embed="rId105"/>
                <a:stretch>
                  <a:fillRect/>
                </a:stretch>
              </p:blipFill>
              <p:spPr>
                <a:xfrm>
                  <a:off x="2276970" y="3754110"/>
                  <a:ext cx="29376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1322" name="Ink 11321">
                  <a:extLst>
                    <a:ext uri="{FF2B5EF4-FFF2-40B4-BE49-F238E27FC236}">
                      <a16:creationId xmlns:a16="http://schemas.microsoft.com/office/drawing/2014/main" id="{223786A2-3960-FC8F-6A63-3E6BB5D0B70C}"/>
                    </a:ext>
                  </a:extLst>
                </p14:cNvPr>
                <p14:cNvContentPartPr/>
                <p14:nvPr/>
              </p14:nvContentPartPr>
              <p14:xfrm>
                <a:off x="2299290" y="3834390"/>
                <a:ext cx="277920" cy="33480"/>
              </p14:xfrm>
            </p:contentPart>
          </mc:Choice>
          <mc:Fallback xmlns="">
            <p:pic>
              <p:nvPicPr>
                <p:cNvPr id="11322" name="Ink 11321">
                  <a:extLst>
                    <a:ext uri="{FF2B5EF4-FFF2-40B4-BE49-F238E27FC236}">
                      <a16:creationId xmlns:a16="http://schemas.microsoft.com/office/drawing/2014/main" id="{223786A2-3960-FC8F-6A63-3E6BB5D0B70C}"/>
                    </a:ext>
                  </a:extLst>
                </p:cNvPr>
                <p:cNvPicPr/>
                <p:nvPr/>
              </p:nvPicPr>
              <p:blipFill>
                <a:blip r:embed="rId107"/>
                <a:stretch>
                  <a:fillRect/>
                </a:stretch>
              </p:blipFill>
              <p:spPr>
                <a:xfrm>
                  <a:off x="2293170" y="3828270"/>
                  <a:ext cx="2901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1323" name="Ink 11322">
                  <a:extLst>
                    <a:ext uri="{FF2B5EF4-FFF2-40B4-BE49-F238E27FC236}">
                      <a16:creationId xmlns:a16="http://schemas.microsoft.com/office/drawing/2014/main" id="{46E92A97-4E36-7615-E8C5-B20B08B22FD0}"/>
                    </a:ext>
                  </a:extLst>
                </p14:cNvPr>
                <p14:cNvContentPartPr/>
                <p14:nvPr/>
              </p14:nvContentPartPr>
              <p14:xfrm>
                <a:off x="2458050" y="3724950"/>
                <a:ext cx="141480" cy="138960"/>
              </p14:xfrm>
            </p:contentPart>
          </mc:Choice>
          <mc:Fallback xmlns="">
            <p:pic>
              <p:nvPicPr>
                <p:cNvPr id="11323" name="Ink 11322">
                  <a:extLst>
                    <a:ext uri="{FF2B5EF4-FFF2-40B4-BE49-F238E27FC236}">
                      <a16:creationId xmlns:a16="http://schemas.microsoft.com/office/drawing/2014/main" id="{46E92A97-4E36-7615-E8C5-B20B08B22FD0}"/>
                    </a:ext>
                  </a:extLst>
                </p:cNvPr>
                <p:cNvPicPr/>
                <p:nvPr/>
              </p:nvPicPr>
              <p:blipFill>
                <a:blip r:embed="rId109"/>
                <a:stretch>
                  <a:fillRect/>
                </a:stretch>
              </p:blipFill>
              <p:spPr>
                <a:xfrm>
                  <a:off x="2451930" y="3718830"/>
                  <a:ext cx="153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1324" name="Ink 11323">
                  <a:extLst>
                    <a:ext uri="{FF2B5EF4-FFF2-40B4-BE49-F238E27FC236}">
                      <a16:creationId xmlns:a16="http://schemas.microsoft.com/office/drawing/2014/main" id="{9569947B-69E9-8C77-B99E-29884DCB7325}"/>
                    </a:ext>
                  </a:extLst>
                </p14:cNvPr>
                <p14:cNvContentPartPr/>
                <p14:nvPr/>
              </p14:nvContentPartPr>
              <p14:xfrm>
                <a:off x="2755770" y="3705150"/>
                <a:ext cx="25560" cy="133200"/>
              </p14:xfrm>
            </p:contentPart>
          </mc:Choice>
          <mc:Fallback xmlns="">
            <p:pic>
              <p:nvPicPr>
                <p:cNvPr id="11324" name="Ink 11323">
                  <a:extLst>
                    <a:ext uri="{FF2B5EF4-FFF2-40B4-BE49-F238E27FC236}">
                      <a16:creationId xmlns:a16="http://schemas.microsoft.com/office/drawing/2014/main" id="{9569947B-69E9-8C77-B99E-29884DCB7325}"/>
                    </a:ext>
                  </a:extLst>
                </p:cNvPr>
                <p:cNvPicPr/>
                <p:nvPr/>
              </p:nvPicPr>
              <p:blipFill>
                <a:blip r:embed="rId111"/>
                <a:stretch>
                  <a:fillRect/>
                </a:stretch>
              </p:blipFill>
              <p:spPr>
                <a:xfrm>
                  <a:off x="2749650" y="3699030"/>
                  <a:ext cx="3780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1325" name="Ink 11324">
                  <a:extLst>
                    <a:ext uri="{FF2B5EF4-FFF2-40B4-BE49-F238E27FC236}">
                      <a16:creationId xmlns:a16="http://schemas.microsoft.com/office/drawing/2014/main" id="{07AC34A7-5FBE-2959-E808-CDF56A6F467E}"/>
                    </a:ext>
                  </a:extLst>
                </p14:cNvPr>
                <p14:cNvContentPartPr/>
                <p14:nvPr/>
              </p14:nvContentPartPr>
              <p14:xfrm>
                <a:off x="2683050" y="3817110"/>
                <a:ext cx="181440" cy="41040"/>
              </p14:xfrm>
            </p:contentPart>
          </mc:Choice>
          <mc:Fallback xmlns="">
            <p:pic>
              <p:nvPicPr>
                <p:cNvPr id="11325" name="Ink 11324">
                  <a:extLst>
                    <a:ext uri="{FF2B5EF4-FFF2-40B4-BE49-F238E27FC236}">
                      <a16:creationId xmlns:a16="http://schemas.microsoft.com/office/drawing/2014/main" id="{07AC34A7-5FBE-2959-E808-CDF56A6F467E}"/>
                    </a:ext>
                  </a:extLst>
                </p:cNvPr>
                <p:cNvPicPr/>
                <p:nvPr/>
              </p:nvPicPr>
              <p:blipFill>
                <a:blip r:embed="rId113"/>
                <a:stretch>
                  <a:fillRect/>
                </a:stretch>
              </p:blipFill>
              <p:spPr>
                <a:xfrm>
                  <a:off x="2676930" y="3810990"/>
                  <a:ext cx="1936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1326" name="Ink 11325">
                  <a:extLst>
                    <a:ext uri="{FF2B5EF4-FFF2-40B4-BE49-F238E27FC236}">
                      <a16:creationId xmlns:a16="http://schemas.microsoft.com/office/drawing/2014/main" id="{E6754566-A336-B304-E829-8429DA955A19}"/>
                    </a:ext>
                  </a:extLst>
                </p14:cNvPr>
                <p14:cNvContentPartPr/>
                <p14:nvPr/>
              </p14:nvContentPartPr>
              <p14:xfrm>
                <a:off x="2658570" y="3690390"/>
                <a:ext cx="183960" cy="11520"/>
              </p14:xfrm>
            </p:contentPart>
          </mc:Choice>
          <mc:Fallback xmlns="">
            <p:pic>
              <p:nvPicPr>
                <p:cNvPr id="11326" name="Ink 11325">
                  <a:extLst>
                    <a:ext uri="{FF2B5EF4-FFF2-40B4-BE49-F238E27FC236}">
                      <a16:creationId xmlns:a16="http://schemas.microsoft.com/office/drawing/2014/main" id="{E6754566-A336-B304-E829-8429DA955A19}"/>
                    </a:ext>
                  </a:extLst>
                </p:cNvPr>
                <p:cNvPicPr/>
                <p:nvPr/>
              </p:nvPicPr>
              <p:blipFill>
                <a:blip r:embed="rId115"/>
                <a:stretch>
                  <a:fillRect/>
                </a:stretch>
              </p:blipFill>
              <p:spPr>
                <a:xfrm>
                  <a:off x="2652450" y="3684270"/>
                  <a:ext cx="196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1327" name="Ink 11326">
                  <a:extLst>
                    <a:ext uri="{FF2B5EF4-FFF2-40B4-BE49-F238E27FC236}">
                      <a16:creationId xmlns:a16="http://schemas.microsoft.com/office/drawing/2014/main" id="{FFA56A98-05A8-2169-EF78-59B90C65D703}"/>
                    </a:ext>
                  </a:extLst>
                </p14:cNvPr>
                <p14:cNvContentPartPr/>
                <p14:nvPr/>
              </p14:nvContentPartPr>
              <p14:xfrm>
                <a:off x="2873130" y="3701190"/>
                <a:ext cx="313560" cy="193680"/>
              </p14:xfrm>
            </p:contentPart>
          </mc:Choice>
          <mc:Fallback xmlns="">
            <p:pic>
              <p:nvPicPr>
                <p:cNvPr id="11327" name="Ink 11326">
                  <a:extLst>
                    <a:ext uri="{FF2B5EF4-FFF2-40B4-BE49-F238E27FC236}">
                      <a16:creationId xmlns:a16="http://schemas.microsoft.com/office/drawing/2014/main" id="{FFA56A98-05A8-2169-EF78-59B90C65D703}"/>
                    </a:ext>
                  </a:extLst>
                </p:cNvPr>
                <p:cNvPicPr/>
                <p:nvPr/>
              </p:nvPicPr>
              <p:blipFill>
                <a:blip r:embed="rId117"/>
                <a:stretch>
                  <a:fillRect/>
                </a:stretch>
              </p:blipFill>
              <p:spPr>
                <a:xfrm>
                  <a:off x="2867010" y="3695070"/>
                  <a:ext cx="32580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1328" name="Ink 11327">
                  <a:extLst>
                    <a:ext uri="{FF2B5EF4-FFF2-40B4-BE49-F238E27FC236}">
                      <a16:creationId xmlns:a16="http://schemas.microsoft.com/office/drawing/2014/main" id="{0C1E8390-3C43-39E5-1913-063D3F8A3F39}"/>
                    </a:ext>
                  </a:extLst>
                </p14:cNvPr>
                <p14:cNvContentPartPr/>
                <p14:nvPr/>
              </p14:nvContentPartPr>
              <p14:xfrm>
                <a:off x="3195690" y="3633870"/>
                <a:ext cx="259560" cy="171720"/>
              </p14:xfrm>
            </p:contentPart>
          </mc:Choice>
          <mc:Fallback xmlns="">
            <p:pic>
              <p:nvPicPr>
                <p:cNvPr id="11328" name="Ink 11327">
                  <a:extLst>
                    <a:ext uri="{FF2B5EF4-FFF2-40B4-BE49-F238E27FC236}">
                      <a16:creationId xmlns:a16="http://schemas.microsoft.com/office/drawing/2014/main" id="{0C1E8390-3C43-39E5-1913-063D3F8A3F39}"/>
                    </a:ext>
                  </a:extLst>
                </p:cNvPr>
                <p:cNvPicPr/>
                <p:nvPr/>
              </p:nvPicPr>
              <p:blipFill>
                <a:blip r:embed="rId119"/>
                <a:stretch>
                  <a:fillRect/>
                </a:stretch>
              </p:blipFill>
              <p:spPr>
                <a:xfrm>
                  <a:off x="3189570" y="3627750"/>
                  <a:ext cx="27180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1329" name="Ink 11328">
                  <a:extLst>
                    <a:ext uri="{FF2B5EF4-FFF2-40B4-BE49-F238E27FC236}">
                      <a16:creationId xmlns:a16="http://schemas.microsoft.com/office/drawing/2014/main" id="{79A9FD6A-D8A8-DB5E-4540-66A2D0F9FF5C}"/>
                    </a:ext>
                  </a:extLst>
                </p14:cNvPr>
                <p14:cNvContentPartPr/>
                <p14:nvPr/>
              </p14:nvContentPartPr>
              <p14:xfrm>
                <a:off x="3354810" y="3695790"/>
                <a:ext cx="135360" cy="21960"/>
              </p14:xfrm>
            </p:contentPart>
          </mc:Choice>
          <mc:Fallback xmlns="">
            <p:pic>
              <p:nvPicPr>
                <p:cNvPr id="11329" name="Ink 11328">
                  <a:extLst>
                    <a:ext uri="{FF2B5EF4-FFF2-40B4-BE49-F238E27FC236}">
                      <a16:creationId xmlns:a16="http://schemas.microsoft.com/office/drawing/2014/main" id="{79A9FD6A-D8A8-DB5E-4540-66A2D0F9FF5C}"/>
                    </a:ext>
                  </a:extLst>
                </p:cNvPr>
                <p:cNvPicPr/>
                <p:nvPr/>
              </p:nvPicPr>
              <p:blipFill>
                <a:blip r:embed="rId121"/>
                <a:stretch>
                  <a:fillRect/>
                </a:stretch>
              </p:blipFill>
              <p:spPr>
                <a:xfrm>
                  <a:off x="3348690" y="3689670"/>
                  <a:ext cx="1476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1330" name="Ink 11329">
                  <a:extLst>
                    <a:ext uri="{FF2B5EF4-FFF2-40B4-BE49-F238E27FC236}">
                      <a16:creationId xmlns:a16="http://schemas.microsoft.com/office/drawing/2014/main" id="{AF807E20-AA60-AAB6-CBD8-02F0DCAD32C8}"/>
                    </a:ext>
                  </a:extLst>
                </p14:cNvPr>
                <p14:cNvContentPartPr/>
                <p14:nvPr/>
              </p14:nvContentPartPr>
              <p14:xfrm>
                <a:off x="3589170" y="3663750"/>
                <a:ext cx="59400" cy="102960"/>
              </p14:xfrm>
            </p:contentPart>
          </mc:Choice>
          <mc:Fallback xmlns="">
            <p:pic>
              <p:nvPicPr>
                <p:cNvPr id="11330" name="Ink 11329">
                  <a:extLst>
                    <a:ext uri="{FF2B5EF4-FFF2-40B4-BE49-F238E27FC236}">
                      <a16:creationId xmlns:a16="http://schemas.microsoft.com/office/drawing/2014/main" id="{AF807E20-AA60-AAB6-CBD8-02F0DCAD32C8}"/>
                    </a:ext>
                  </a:extLst>
                </p:cNvPr>
                <p:cNvPicPr/>
                <p:nvPr/>
              </p:nvPicPr>
              <p:blipFill>
                <a:blip r:embed="rId123"/>
                <a:stretch>
                  <a:fillRect/>
                </a:stretch>
              </p:blipFill>
              <p:spPr>
                <a:xfrm>
                  <a:off x="3583050" y="3657630"/>
                  <a:ext cx="7164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1331" name="Ink 11330">
                  <a:extLst>
                    <a:ext uri="{FF2B5EF4-FFF2-40B4-BE49-F238E27FC236}">
                      <a16:creationId xmlns:a16="http://schemas.microsoft.com/office/drawing/2014/main" id="{C8E0141B-5463-399F-720E-31191DA172B9}"/>
                    </a:ext>
                  </a:extLst>
                </p14:cNvPr>
                <p14:cNvContentPartPr/>
                <p14:nvPr/>
              </p14:nvContentPartPr>
              <p14:xfrm>
                <a:off x="3554970" y="3561870"/>
                <a:ext cx="53640" cy="38880"/>
              </p14:xfrm>
            </p:contentPart>
          </mc:Choice>
          <mc:Fallback xmlns="">
            <p:pic>
              <p:nvPicPr>
                <p:cNvPr id="11331" name="Ink 11330">
                  <a:extLst>
                    <a:ext uri="{FF2B5EF4-FFF2-40B4-BE49-F238E27FC236}">
                      <a16:creationId xmlns:a16="http://schemas.microsoft.com/office/drawing/2014/main" id="{C8E0141B-5463-399F-720E-31191DA172B9}"/>
                    </a:ext>
                  </a:extLst>
                </p:cNvPr>
                <p:cNvPicPr/>
                <p:nvPr/>
              </p:nvPicPr>
              <p:blipFill>
                <a:blip r:embed="rId125"/>
                <a:stretch>
                  <a:fillRect/>
                </a:stretch>
              </p:blipFill>
              <p:spPr>
                <a:xfrm>
                  <a:off x="3548850" y="3555750"/>
                  <a:ext cx="6588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1332" name="Ink 11331">
                  <a:extLst>
                    <a:ext uri="{FF2B5EF4-FFF2-40B4-BE49-F238E27FC236}">
                      <a16:creationId xmlns:a16="http://schemas.microsoft.com/office/drawing/2014/main" id="{7FD0378A-05BC-0F61-BABE-D41620CE7A72}"/>
                    </a:ext>
                  </a:extLst>
                </p14:cNvPr>
                <p14:cNvContentPartPr/>
                <p14:nvPr/>
              </p14:nvContentPartPr>
              <p14:xfrm>
                <a:off x="3663690" y="3587430"/>
                <a:ext cx="647640" cy="165240"/>
              </p14:xfrm>
            </p:contentPart>
          </mc:Choice>
          <mc:Fallback xmlns="">
            <p:pic>
              <p:nvPicPr>
                <p:cNvPr id="11332" name="Ink 11331">
                  <a:extLst>
                    <a:ext uri="{FF2B5EF4-FFF2-40B4-BE49-F238E27FC236}">
                      <a16:creationId xmlns:a16="http://schemas.microsoft.com/office/drawing/2014/main" id="{7FD0378A-05BC-0F61-BABE-D41620CE7A72}"/>
                    </a:ext>
                  </a:extLst>
                </p:cNvPr>
                <p:cNvPicPr/>
                <p:nvPr/>
              </p:nvPicPr>
              <p:blipFill>
                <a:blip r:embed="rId127"/>
                <a:stretch>
                  <a:fillRect/>
                </a:stretch>
              </p:blipFill>
              <p:spPr>
                <a:xfrm>
                  <a:off x="3657570" y="3581310"/>
                  <a:ext cx="6598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1333" name="Ink 11332">
                  <a:extLst>
                    <a:ext uri="{FF2B5EF4-FFF2-40B4-BE49-F238E27FC236}">
                      <a16:creationId xmlns:a16="http://schemas.microsoft.com/office/drawing/2014/main" id="{2320AD37-5558-C2DE-9B74-DA76C879E6AF}"/>
                    </a:ext>
                  </a:extLst>
                </p14:cNvPr>
                <p14:cNvContentPartPr/>
                <p14:nvPr/>
              </p14:nvContentPartPr>
              <p14:xfrm>
                <a:off x="2904090" y="3955350"/>
                <a:ext cx="266760" cy="173160"/>
              </p14:xfrm>
            </p:contentPart>
          </mc:Choice>
          <mc:Fallback xmlns="">
            <p:pic>
              <p:nvPicPr>
                <p:cNvPr id="11333" name="Ink 11332">
                  <a:extLst>
                    <a:ext uri="{FF2B5EF4-FFF2-40B4-BE49-F238E27FC236}">
                      <a16:creationId xmlns:a16="http://schemas.microsoft.com/office/drawing/2014/main" id="{2320AD37-5558-C2DE-9B74-DA76C879E6AF}"/>
                    </a:ext>
                  </a:extLst>
                </p:cNvPr>
                <p:cNvPicPr/>
                <p:nvPr/>
              </p:nvPicPr>
              <p:blipFill>
                <a:blip r:embed="rId129"/>
                <a:stretch>
                  <a:fillRect/>
                </a:stretch>
              </p:blipFill>
              <p:spPr>
                <a:xfrm>
                  <a:off x="2897970" y="3949230"/>
                  <a:ext cx="2790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1334" name="Ink 11333">
                  <a:extLst>
                    <a:ext uri="{FF2B5EF4-FFF2-40B4-BE49-F238E27FC236}">
                      <a16:creationId xmlns:a16="http://schemas.microsoft.com/office/drawing/2014/main" id="{B3F1AD97-BF8D-BC85-58C8-F7CD7A042DC5}"/>
                    </a:ext>
                  </a:extLst>
                </p14:cNvPr>
                <p14:cNvContentPartPr/>
                <p14:nvPr/>
              </p14:nvContentPartPr>
              <p14:xfrm>
                <a:off x="3100650" y="3980910"/>
                <a:ext cx="41040" cy="19080"/>
              </p14:xfrm>
            </p:contentPart>
          </mc:Choice>
          <mc:Fallback xmlns="">
            <p:pic>
              <p:nvPicPr>
                <p:cNvPr id="11334" name="Ink 11333">
                  <a:extLst>
                    <a:ext uri="{FF2B5EF4-FFF2-40B4-BE49-F238E27FC236}">
                      <a16:creationId xmlns:a16="http://schemas.microsoft.com/office/drawing/2014/main" id="{B3F1AD97-BF8D-BC85-58C8-F7CD7A042DC5}"/>
                    </a:ext>
                  </a:extLst>
                </p:cNvPr>
                <p:cNvPicPr/>
                <p:nvPr/>
              </p:nvPicPr>
              <p:blipFill>
                <a:blip r:embed="rId131"/>
                <a:stretch>
                  <a:fillRect/>
                </a:stretch>
              </p:blipFill>
              <p:spPr>
                <a:xfrm>
                  <a:off x="3094530" y="3974790"/>
                  <a:ext cx="5328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1335" name="Ink 11334">
                  <a:extLst>
                    <a:ext uri="{FF2B5EF4-FFF2-40B4-BE49-F238E27FC236}">
                      <a16:creationId xmlns:a16="http://schemas.microsoft.com/office/drawing/2014/main" id="{52105569-D63A-D97E-78AD-67E673AE744F}"/>
                    </a:ext>
                  </a:extLst>
                </p14:cNvPr>
                <p14:cNvContentPartPr/>
                <p14:nvPr/>
              </p14:nvContentPartPr>
              <p14:xfrm>
                <a:off x="3176970" y="4034550"/>
                <a:ext cx="269280" cy="92880"/>
              </p14:xfrm>
            </p:contentPart>
          </mc:Choice>
          <mc:Fallback xmlns="">
            <p:pic>
              <p:nvPicPr>
                <p:cNvPr id="11335" name="Ink 11334">
                  <a:extLst>
                    <a:ext uri="{FF2B5EF4-FFF2-40B4-BE49-F238E27FC236}">
                      <a16:creationId xmlns:a16="http://schemas.microsoft.com/office/drawing/2014/main" id="{52105569-D63A-D97E-78AD-67E673AE744F}"/>
                    </a:ext>
                  </a:extLst>
                </p:cNvPr>
                <p:cNvPicPr/>
                <p:nvPr/>
              </p:nvPicPr>
              <p:blipFill>
                <a:blip r:embed="rId133"/>
                <a:stretch>
                  <a:fillRect/>
                </a:stretch>
              </p:blipFill>
              <p:spPr>
                <a:xfrm>
                  <a:off x="3170850" y="4028430"/>
                  <a:ext cx="28152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1336" name="Ink 11335">
                  <a:extLst>
                    <a:ext uri="{FF2B5EF4-FFF2-40B4-BE49-F238E27FC236}">
                      <a16:creationId xmlns:a16="http://schemas.microsoft.com/office/drawing/2014/main" id="{3BB1086D-8A25-E623-9341-49DE3685AEEB}"/>
                    </a:ext>
                  </a:extLst>
                </p14:cNvPr>
                <p14:cNvContentPartPr/>
                <p14:nvPr/>
              </p14:nvContentPartPr>
              <p14:xfrm>
                <a:off x="3514290" y="4035630"/>
                <a:ext cx="78120" cy="7920"/>
              </p14:xfrm>
            </p:contentPart>
          </mc:Choice>
          <mc:Fallback xmlns="">
            <p:pic>
              <p:nvPicPr>
                <p:cNvPr id="11336" name="Ink 11335">
                  <a:extLst>
                    <a:ext uri="{FF2B5EF4-FFF2-40B4-BE49-F238E27FC236}">
                      <a16:creationId xmlns:a16="http://schemas.microsoft.com/office/drawing/2014/main" id="{3BB1086D-8A25-E623-9341-49DE3685AEEB}"/>
                    </a:ext>
                  </a:extLst>
                </p:cNvPr>
                <p:cNvPicPr/>
                <p:nvPr/>
              </p:nvPicPr>
              <p:blipFill>
                <a:blip r:embed="rId135"/>
                <a:stretch>
                  <a:fillRect/>
                </a:stretch>
              </p:blipFill>
              <p:spPr>
                <a:xfrm>
                  <a:off x="3508170" y="4029510"/>
                  <a:ext cx="903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1337" name="Ink 11336">
                  <a:extLst>
                    <a:ext uri="{FF2B5EF4-FFF2-40B4-BE49-F238E27FC236}">
                      <a16:creationId xmlns:a16="http://schemas.microsoft.com/office/drawing/2014/main" id="{9B3717E9-EF34-ED2D-272A-9B1390138E3B}"/>
                    </a:ext>
                  </a:extLst>
                </p14:cNvPr>
                <p14:cNvContentPartPr/>
                <p14:nvPr/>
              </p14:nvContentPartPr>
              <p14:xfrm>
                <a:off x="3489450" y="4061190"/>
                <a:ext cx="122400" cy="35640"/>
              </p14:xfrm>
            </p:contentPart>
          </mc:Choice>
          <mc:Fallback xmlns="">
            <p:pic>
              <p:nvPicPr>
                <p:cNvPr id="11337" name="Ink 11336">
                  <a:extLst>
                    <a:ext uri="{FF2B5EF4-FFF2-40B4-BE49-F238E27FC236}">
                      <a16:creationId xmlns:a16="http://schemas.microsoft.com/office/drawing/2014/main" id="{9B3717E9-EF34-ED2D-272A-9B1390138E3B}"/>
                    </a:ext>
                  </a:extLst>
                </p:cNvPr>
                <p:cNvPicPr/>
                <p:nvPr/>
              </p:nvPicPr>
              <p:blipFill>
                <a:blip r:embed="rId137"/>
                <a:stretch>
                  <a:fillRect/>
                </a:stretch>
              </p:blipFill>
              <p:spPr>
                <a:xfrm>
                  <a:off x="3483330" y="4055070"/>
                  <a:ext cx="13464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1338" name="Ink 11337">
                  <a:extLst>
                    <a:ext uri="{FF2B5EF4-FFF2-40B4-BE49-F238E27FC236}">
                      <a16:creationId xmlns:a16="http://schemas.microsoft.com/office/drawing/2014/main" id="{BB03D1B3-0C73-380B-C843-54C2D5E7C4BB}"/>
                    </a:ext>
                  </a:extLst>
                </p14:cNvPr>
                <p14:cNvContentPartPr/>
                <p14:nvPr/>
              </p14:nvContentPartPr>
              <p14:xfrm>
                <a:off x="3735690" y="3955710"/>
                <a:ext cx="136440" cy="135360"/>
              </p14:xfrm>
            </p:contentPart>
          </mc:Choice>
          <mc:Fallback xmlns="">
            <p:pic>
              <p:nvPicPr>
                <p:cNvPr id="11338" name="Ink 11337">
                  <a:extLst>
                    <a:ext uri="{FF2B5EF4-FFF2-40B4-BE49-F238E27FC236}">
                      <a16:creationId xmlns:a16="http://schemas.microsoft.com/office/drawing/2014/main" id="{BB03D1B3-0C73-380B-C843-54C2D5E7C4BB}"/>
                    </a:ext>
                  </a:extLst>
                </p:cNvPr>
                <p:cNvPicPr/>
                <p:nvPr/>
              </p:nvPicPr>
              <p:blipFill>
                <a:blip r:embed="rId139"/>
                <a:stretch>
                  <a:fillRect/>
                </a:stretch>
              </p:blipFill>
              <p:spPr>
                <a:xfrm>
                  <a:off x="3729570" y="3949590"/>
                  <a:ext cx="1486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1339" name="Ink 11338">
                  <a:extLst>
                    <a:ext uri="{FF2B5EF4-FFF2-40B4-BE49-F238E27FC236}">
                      <a16:creationId xmlns:a16="http://schemas.microsoft.com/office/drawing/2014/main" id="{1133E6FD-DCC1-41BC-5591-70BE465F638A}"/>
                    </a:ext>
                  </a:extLst>
                </p14:cNvPr>
                <p14:cNvContentPartPr/>
                <p14:nvPr/>
              </p14:nvContentPartPr>
              <p14:xfrm>
                <a:off x="3911370" y="3971190"/>
                <a:ext cx="182160" cy="96480"/>
              </p14:xfrm>
            </p:contentPart>
          </mc:Choice>
          <mc:Fallback xmlns="">
            <p:pic>
              <p:nvPicPr>
                <p:cNvPr id="11339" name="Ink 11338">
                  <a:extLst>
                    <a:ext uri="{FF2B5EF4-FFF2-40B4-BE49-F238E27FC236}">
                      <a16:creationId xmlns:a16="http://schemas.microsoft.com/office/drawing/2014/main" id="{1133E6FD-DCC1-41BC-5591-70BE465F638A}"/>
                    </a:ext>
                  </a:extLst>
                </p:cNvPr>
                <p:cNvPicPr/>
                <p:nvPr/>
              </p:nvPicPr>
              <p:blipFill>
                <a:blip r:embed="rId141"/>
                <a:stretch>
                  <a:fillRect/>
                </a:stretch>
              </p:blipFill>
              <p:spPr>
                <a:xfrm>
                  <a:off x="3905250" y="3965070"/>
                  <a:ext cx="19440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1340" name="Ink 11339">
                  <a:extLst>
                    <a:ext uri="{FF2B5EF4-FFF2-40B4-BE49-F238E27FC236}">
                      <a16:creationId xmlns:a16="http://schemas.microsoft.com/office/drawing/2014/main" id="{A34EA7F6-F1ED-EB88-0E50-CCD9D5BBDBA5}"/>
                    </a:ext>
                  </a:extLst>
                </p14:cNvPr>
                <p14:cNvContentPartPr/>
                <p14:nvPr/>
              </p14:nvContentPartPr>
              <p14:xfrm>
                <a:off x="3932970" y="3967590"/>
                <a:ext cx="234720" cy="51120"/>
              </p14:xfrm>
            </p:contentPart>
          </mc:Choice>
          <mc:Fallback xmlns="">
            <p:pic>
              <p:nvPicPr>
                <p:cNvPr id="11340" name="Ink 11339">
                  <a:extLst>
                    <a:ext uri="{FF2B5EF4-FFF2-40B4-BE49-F238E27FC236}">
                      <a16:creationId xmlns:a16="http://schemas.microsoft.com/office/drawing/2014/main" id="{A34EA7F6-F1ED-EB88-0E50-CCD9D5BBDBA5}"/>
                    </a:ext>
                  </a:extLst>
                </p:cNvPr>
                <p:cNvPicPr/>
                <p:nvPr/>
              </p:nvPicPr>
              <p:blipFill>
                <a:blip r:embed="rId143"/>
                <a:stretch>
                  <a:fillRect/>
                </a:stretch>
              </p:blipFill>
              <p:spPr>
                <a:xfrm>
                  <a:off x="3926850" y="3961470"/>
                  <a:ext cx="2469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1341" name="Ink 11340">
                  <a:extLst>
                    <a:ext uri="{FF2B5EF4-FFF2-40B4-BE49-F238E27FC236}">
                      <a16:creationId xmlns:a16="http://schemas.microsoft.com/office/drawing/2014/main" id="{6E951903-8709-8BF8-607B-E43F25B1E4B6}"/>
                    </a:ext>
                  </a:extLst>
                </p14:cNvPr>
                <p14:cNvContentPartPr/>
                <p14:nvPr/>
              </p14:nvContentPartPr>
              <p14:xfrm>
                <a:off x="4157250" y="3908550"/>
                <a:ext cx="182520" cy="133560"/>
              </p14:xfrm>
            </p:contentPart>
          </mc:Choice>
          <mc:Fallback xmlns="">
            <p:pic>
              <p:nvPicPr>
                <p:cNvPr id="11341" name="Ink 11340">
                  <a:extLst>
                    <a:ext uri="{FF2B5EF4-FFF2-40B4-BE49-F238E27FC236}">
                      <a16:creationId xmlns:a16="http://schemas.microsoft.com/office/drawing/2014/main" id="{6E951903-8709-8BF8-607B-E43F25B1E4B6}"/>
                    </a:ext>
                  </a:extLst>
                </p:cNvPr>
                <p:cNvPicPr/>
                <p:nvPr/>
              </p:nvPicPr>
              <p:blipFill>
                <a:blip r:embed="rId145"/>
                <a:stretch>
                  <a:fillRect/>
                </a:stretch>
              </p:blipFill>
              <p:spPr>
                <a:xfrm>
                  <a:off x="4151130" y="3902430"/>
                  <a:ext cx="194760" cy="145800"/>
                </a:xfrm>
                <a:prstGeom prst="rect">
                  <a:avLst/>
                </a:prstGeom>
              </p:spPr>
            </p:pic>
          </mc:Fallback>
        </mc:AlternateContent>
      </p:grpSp>
      <p:grpSp>
        <p:nvGrpSpPr>
          <p:cNvPr id="11386" name="Group 11385">
            <a:extLst>
              <a:ext uri="{FF2B5EF4-FFF2-40B4-BE49-F238E27FC236}">
                <a16:creationId xmlns:a16="http://schemas.microsoft.com/office/drawing/2014/main" id="{2C6418D8-4691-C86D-BA55-BE6A321B7983}"/>
              </a:ext>
            </a:extLst>
          </p:cNvPr>
          <p:cNvGrpSpPr/>
          <p:nvPr/>
        </p:nvGrpSpPr>
        <p:grpSpPr>
          <a:xfrm>
            <a:off x="245130" y="4214550"/>
            <a:ext cx="4547520" cy="750600"/>
            <a:chOff x="245130" y="4214550"/>
            <a:chExt cx="4547520" cy="750600"/>
          </a:xfrm>
        </p:grpSpPr>
        <mc:AlternateContent xmlns:mc="http://schemas.openxmlformats.org/markup-compatibility/2006" xmlns:p14="http://schemas.microsoft.com/office/powerpoint/2010/main">
          <mc:Choice Requires="p14">
            <p:contentPart p14:bwMode="auto" r:id="rId146">
              <p14:nvContentPartPr>
                <p14:cNvPr id="11343" name="Ink 11342">
                  <a:extLst>
                    <a:ext uri="{FF2B5EF4-FFF2-40B4-BE49-F238E27FC236}">
                      <a16:creationId xmlns:a16="http://schemas.microsoft.com/office/drawing/2014/main" id="{5E69B36A-35D7-05E3-B986-9668789620E9}"/>
                    </a:ext>
                  </a:extLst>
                </p14:cNvPr>
                <p14:cNvContentPartPr/>
                <p14:nvPr/>
              </p14:nvContentPartPr>
              <p14:xfrm>
                <a:off x="3740370" y="4219230"/>
                <a:ext cx="605520" cy="19800"/>
              </p14:xfrm>
            </p:contentPart>
          </mc:Choice>
          <mc:Fallback xmlns="">
            <p:pic>
              <p:nvPicPr>
                <p:cNvPr id="11343" name="Ink 11342">
                  <a:extLst>
                    <a:ext uri="{FF2B5EF4-FFF2-40B4-BE49-F238E27FC236}">
                      <a16:creationId xmlns:a16="http://schemas.microsoft.com/office/drawing/2014/main" id="{5E69B36A-35D7-05E3-B986-9668789620E9}"/>
                    </a:ext>
                  </a:extLst>
                </p:cNvPr>
                <p:cNvPicPr/>
                <p:nvPr/>
              </p:nvPicPr>
              <p:blipFill>
                <a:blip r:embed="rId147"/>
                <a:stretch>
                  <a:fillRect/>
                </a:stretch>
              </p:blipFill>
              <p:spPr>
                <a:xfrm>
                  <a:off x="3734250" y="4213110"/>
                  <a:ext cx="6177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1344" name="Ink 11343">
                  <a:extLst>
                    <a:ext uri="{FF2B5EF4-FFF2-40B4-BE49-F238E27FC236}">
                      <a16:creationId xmlns:a16="http://schemas.microsoft.com/office/drawing/2014/main" id="{6C260758-64A9-9286-A3FA-575271BA53F7}"/>
                    </a:ext>
                  </a:extLst>
                </p14:cNvPr>
                <p14:cNvContentPartPr/>
                <p14:nvPr/>
              </p14:nvContentPartPr>
              <p14:xfrm>
                <a:off x="3783210" y="4314990"/>
                <a:ext cx="628560" cy="39240"/>
              </p14:xfrm>
            </p:contentPart>
          </mc:Choice>
          <mc:Fallback xmlns="">
            <p:pic>
              <p:nvPicPr>
                <p:cNvPr id="11344" name="Ink 11343">
                  <a:extLst>
                    <a:ext uri="{FF2B5EF4-FFF2-40B4-BE49-F238E27FC236}">
                      <a16:creationId xmlns:a16="http://schemas.microsoft.com/office/drawing/2014/main" id="{6C260758-64A9-9286-A3FA-575271BA53F7}"/>
                    </a:ext>
                  </a:extLst>
                </p:cNvPr>
                <p:cNvPicPr/>
                <p:nvPr/>
              </p:nvPicPr>
              <p:blipFill>
                <a:blip r:embed="rId149"/>
                <a:stretch>
                  <a:fillRect/>
                </a:stretch>
              </p:blipFill>
              <p:spPr>
                <a:xfrm>
                  <a:off x="3777090" y="4308870"/>
                  <a:ext cx="6408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1351" name="Ink 11350">
                  <a:extLst>
                    <a:ext uri="{FF2B5EF4-FFF2-40B4-BE49-F238E27FC236}">
                      <a16:creationId xmlns:a16="http://schemas.microsoft.com/office/drawing/2014/main" id="{C0DCD376-BE74-E0D6-7B54-50B45C78220C}"/>
                    </a:ext>
                  </a:extLst>
                </p14:cNvPr>
                <p14:cNvContentPartPr/>
                <p14:nvPr/>
              </p14:nvContentPartPr>
              <p14:xfrm>
                <a:off x="245130" y="4287630"/>
                <a:ext cx="185040" cy="253800"/>
              </p14:xfrm>
            </p:contentPart>
          </mc:Choice>
          <mc:Fallback xmlns="">
            <p:pic>
              <p:nvPicPr>
                <p:cNvPr id="11351" name="Ink 11350">
                  <a:extLst>
                    <a:ext uri="{FF2B5EF4-FFF2-40B4-BE49-F238E27FC236}">
                      <a16:creationId xmlns:a16="http://schemas.microsoft.com/office/drawing/2014/main" id="{C0DCD376-BE74-E0D6-7B54-50B45C78220C}"/>
                    </a:ext>
                  </a:extLst>
                </p:cNvPr>
                <p:cNvPicPr/>
                <p:nvPr/>
              </p:nvPicPr>
              <p:blipFill>
                <a:blip r:embed="rId151"/>
                <a:stretch>
                  <a:fillRect/>
                </a:stretch>
              </p:blipFill>
              <p:spPr>
                <a:xfrm>
                  <a:off x="239010" y="4281510"/>
                  <a:ext cx="19728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1352" name="Ink 11351">
                  <a:extLst>
                    <a:ext uri="{FF2B5EF4-FFF2-40B4-BE49-F238E27FC236}">
                      <a16:creationId xmlns:a16="http://schemas.microsoft.com/office/drawing/2014/main" id="{B3FB9B62-CB9C-6104-8357-9610871E6822}"/>
                    </a:ext>
                  </a:extLst>
                </p14:cNvPr>
                <p14:cNvContentPartPr/>
                <p14:nvPr/>
              </p14:nvContentPartPr>
              <p14:xfrm>
                <a:off x="433050" y="4361790"/>
                <a:ext cx="122400" cy="97920"/>
              </p14:xfrm>
            </p:contentPart>
          </mc:Choice>
          <mc:Fallback xmlns="">
            <p:pic>
              <p:nvPicPr>
                <p:cNvPr id="11352" name="Ink 11351">
                  <a:extLst>
                    <a:ext uri="{FF2B5EF4-FFF2-40B4-BE49-F238E27FC236}">
                      <a16:creationId xmlns:a16="http://schemas.microsoft.com/office/drawing/2014/main" id="{B3FB9B62-CB9C-6104-8357-9610871E6822}"/>
                    </a:ext>
                  </a:extLst>
                </p:cNvPr>
                <p:cNvPicPr/>
                <p:nvPr/>
              </p:nvPicPr>
              <p:blipFill>
                <a:blip r:embed="rId153"/>
                <a:stretch>
                  <a:fillRect/>
                </a:stretch>
              </p:blipFill>
              <p:spPr>
                <a:xfrm>
                  <a:off x="426930" y="4355670"/>
                  <a:ext cx="13464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353" name="Ink 11352">
                  <a:extLst>
                    <a:ext uri="{FF2B5EF4-FFF2-40B4-BE49-F238E27FC236}">
                      <a16:creationId xmlns:a16="http://schemas.microsoft.com/office/drawing/2014/main" id="{1F5B0F99-CFCD-9A64-3D23-3DEE4F63621F}"/>
                    </a:ext>
                  </a:extLst>
                </p14:cNvPr>
                <p14:cNvContentPartPr/>
                <p14:nvPr/>
              </p14:nvContentPartPr>
              <p14:xfrm>
                <a:off x="557970" y="4345230"/>
                <a:ext cx="131760" cy="132120"/>
              </p14:xfrm>
            </p:contentPart>
          </mc:Choice>
          <mc:Fallback xmlns="">
            <p:pic>
              <p:nvPicPr>
                <p:cNvPr id="11353" name="Ink 11352">
                  <a:extLst>
                    <a:ext uri="{FF2B5EF4-FFF2-40B4-BE49-F238E27FC236}">
                      <a16:creationId xmlns:a16="http://schemas.microsoft.com/office/drawing/2014/main" id="{1F5B0F99-CFCD-9A64-3D23-3DEE4F63621F}"/>
                    </a:ext>
                  </a:extLst>
                </p:cNvPr>
                <p:cNvPicPr/>
                <p:nvPr/>
              </p:nvPicPr>
              <p:blipFill>
                <a:blip r:embed="rId155"/>
                <a:stretch>
                  <a:fillRect/>
                </a:stretch>
              </p:blipFill>
              <p:spPr>
                <a:xfrm>
                  <a:off x="551850" y="4339110"/>
                  <a:ext cx="1440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1354" name="Ink 11353">
                  <a:extLst>
                    <a:ext uri="{FF2B5EF4-FFF2-40B4-BE49-F238E27FC236}">
                      <a16:creationId xmlns:a16="http://schemas.microsoft.com/office/drawing/2014/main" id="{269F83D1-6B0F-38AB-2B08-AB524F356D1F}"/>
                    </a:ext>
                  </a:extLst>
                </p14:cNvPr>
                <p14:cNvContentPartPr/>
                <p14:nvPr/>
              </p14:nvContentPartPr>
              <p14:xfrm>
                <a:off x="686130" y="4345590"/>
                <a:ext cx="347400" cy="119880"/>
              </p14:xfrm>
            </p:contentPart>
          </mc:Choice>
          <mc:Fallback xmlns="">
            <p:pic>
              <p:nvPicPr>
                <p:cNvPr id="11354" name="Ink 11353">
                  <a:extLst>
                    <a:ext uri="{FF2B5EF4-FFF2-40B4-BE49-F238E27FC236}">
                      <a16:creationId xmlns:a16="http://schemas.microsoft.com/office/drawing/2014/main" id="{269F83D1-6B0F-38AB-2B08-AB524F356D1F}"/>
                    </a:ext>
                  </a:extLst>
                </p:cNvPr>
                <p:cNvPicPr/>
                <p:nvPr/>
              </p:nvPicPr>
              <p:blipFill>
                <a:blip r:embed="rId157"/>
                <a:stretch>
                  <a:fillRect/>
                </a:stretch>
              </p:blipFill>
              <p:spPr>
                <a:xfrm>
                  <a:off x="680010" y="4339470"/>
                  <a:ext cx="3596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355" name="Ink 11354">
                  <a:extLst>
                    <a:ext uri="{FF2B5EF4-FFF2-40B4-BE49-F238E27FC236}">
                      <a16:creationId xmlns:a16="http://schemas.microsoft.com/office/drawing/2014/main" id="{F0630BC2-1EE3-A2EC-21B0-3F8224803D56}"/>
                    </a:ext>
                  </a:extLst>
                </p14:cNvPr>
                <p14:cNvContentPartPr/>
                <p14:nvPr/>
              </p14:nvContentPartPr>
              <p14:xfrm>
                <a:off x="1092570" y="4254870"/>
                <a:ext cx="387720" cy="366120"/>
              </p14:xfrm>
            </p:contentPart>
          </mc:Choice>
          <mc:Fallback xmlns="">
            <p:pic>
              <p:nvPicPr>
                <p:cNvPr id="11355" name="Ink 11354">
                  <a:extLst>
                    <a:ext uri="{FF2B5EF4-FFF2-40B4-BE49-F238E27FC236}">
                      <a16:creationId xmlns:a16="http://schemas.microsoft.com/office/drawing/2014/main" id="{F0630BC2-1EE3-A2EC-21B0-3F8224803D56}"/>
                    </a:ext>
                  </a:extLst>
                </p:cNvPr>
                <p:cNvPicPr/>
                <p:nvPr/>
              </p:nvPicPr>
              <p:blipFill>
                <a:blip r:embed="rId159"/>
                <a:stretch>
                  <a:fillRect/>
                </a:stretch>
              </p:blipFill>
              <p:spPr>
                <a:xfrm>
                  <a:off x="1086450" y="4248750"/>
                  <a:ext cx="399960" cy="3783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356" name="Ink 11355">
                  <a:extLst>
                    <a:ext uri="{FF2B5EF4-FFF2-40B4-BE49-F238E27FC236}">
                      <a16:creationId xmlns:a16="http://schemas.microsoft.com/office/drawing/2014/main" id="{9C2542B8-7665-401E-5554-876115009877}"/>
                    </a:ext>
                  </a:extLst>
                </p14:cNvPr>
                <p14:cNvContentPartPr/>
                <p14:nvPr/>
              </p14:nvContentPartPr>
              <p14:xfrm>
                <a:off x="1526370" y="4356390"/>
                <a:ext cx="225720" cy="119520"/>
              </p14:xfrm>
            </p:contentPart>
          </mc:Choice>
          <mc:Fallback xmlns="">
            <p:pic>
              <p:nvPicPr>
                <p:cNvPr id="11356" name="Ink 11355">
                  <a:extLst>
                    <a:ext uri="{FF2B5EF4-FFF2-40B4-BE49-F238E27FC236}">
                      <a16:creationId xmlns:a16="http://schemas.microsoft.com/office/drawing/2014/main" id="{9C2542B8-7665-401E-5554-876115009877}"/>
                    </a:ext>
                  </a:extLst>
                </p:cNvPr>
                <p:cNvPicPr/>
                <p:nvPr/>
              </p:nvPicPr>
              <p:blipFill>
                <a:blip r:embed="rId161"/>
                <a:stretch>
                  <a:fillRect/>
                </a:stretch>
              </p:blipFill>
              <p:spPr>
                <a:xfrm>
                  <a:off x="1520250" y="4350270"/>
                  <a:ext cx="2379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1357" name="Ink 11356">
                  <a:extLst>
                    <a:ext uri="{FF2B5EF4-FFF2-40B4-BE49-F238E27FC236}">
                      <a16:creationId xmlns:a16="http://schemas.microsoft.com/office/drawing/2014/main" id="{4F2680E5-AA83-CC55-0D9C-DC6ACA08E10E}"/>
                    </a:ext>
                  </a:extLst>
                </p14:cNvPr>
                <p14:cNvContentPartPr/>
                <p14:nvPr/>
              </p14:nvContentPartPr>
              <p14:xfrm>
                <a:off x="1739490" y="4330470"/>
                <a:ext cx="103680" cy="117000"/>
              </p14:xfrm>
            </p:contentPart>
          </mc:Choice>
          <mc:Fallback xmlns="">
            <p:pic>
              <p:nvPicPr>
                <p:cNvPr id="11357" name="Ink 11356">
                  <a:extLst>
                    <a:ext uri="{FF2B5EF4-FFF2-40B4-BE49-F238E27FC236}">
                      <a16:creationId xmlns:a16="http://schemas.microsoft.com/office/drawing/2014/main" id="{4F2680E5-AA83-CC55-0D9C-DC6ACA08E10E}"/>
                    </a:ext>
                  </a:extLst>
                </p:cNvPr>
                <p:cNvPicPr/>
                <p:nvPr/>
              </p:nvPicPr>
              <p:blipFill>
                <a:blip r:embed="rId163"/>
                <a:stretch>
                  <a:fillRect/>
                </a:stretch>
              </p:blipFill>
              <p:spPr>
                <a:xfrm>
                  <a:off x="1733370" y="4324350"/>
                  <a:ext cx="1159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1358" name="Ink 11357">
                  <a:extLst>
                    <a:ext uri="{FF2B5EF4-FFF2-40B4-BE49-F238E27FC236}">
                      <a16:creationId xmlns:a16="http://schemas.microsoft.com/office/drawing/2014/main" id="{537106B4-F52A-ECF2-22ED-650E058BE49C}"/>
                    </a:ext>
                  </a:extLst>
                </p14:cNvPr>
                <p14:cNvContentPartPr/>
                <p14:nvPr/>
              </p14:nvContentPartPr>
              <p14:xfrm>
                <a:off x="1929930" y="4353870"/>
                <a:ext cx="194400" cy="99720"/>
              </p14:xfrm>
            </p:contentPart>
          </mc:Choice>
          <mc:Fallback xmlns="">
            <p:pic>
              <p:nvPicPr>
                <p:cNvPr id="11358" name="Ink 11357">
                  <a:extLst>
                    <a:ext uri="{FF2B5EF4-FFF2-40B4-BE49-F238E27FC236}">
                      <a16:creationId xmlns:a16="http://schemas.microsoft.com/office/drawing/2014/main" id="{537106B4-F52A-ECF2-22ED-650E058BE49C}"/>
                    </a:ext>
                  </a:extLst>
                </p:cNvPr>
                <p:cNvPicPr/>
                <p:nvPr/>
              </p:nvPicPr>
              <p:blipFill>
                <a:blip r:embed="rId165"/>
                <a:stretch>
                  <a:fillRect/>
                </a:stretch>
              </p:blipFill>
              <p:spPr>
                <a:xfrm>
                  <a:off x="1923810" y="4347750"/>
                  <a:ext cx="20664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359" name="Ink 11358">
                  <a:extLst>
                    <a:ext uri="{FF2B5EF4-FFF2-40B4-BE49-F238E27FC236}">
                      <a16:creationId xmlns:a16="http://schemas.microsoft.com/office/drawing/2014/main" id="{FFB2B90C-57D6-8C04-B75E-E6CCAACC511D}"/>
                    </a:ext>
                  </a:extLst>
                </p14:cNvPr>
                <p14:cNvContentPartPr/>
                <p14:nvPr/>
              </p14:nvContentPartPr>
              <p14:xfrm>
                <a:off x="2139090" y="4214550"/>
                <a:ext cx="213120" cy="203760"/>
              </p14:xfrm>
            </p:contentPart>
          </mc:Choice>
          <mc:Fallback xmlns="">
            <p:pic>
              <p:nvPicPr>
                <p:cNvPr id="11359" name="Ink 11358">
                  <a:extLst>
                    <a:ext uri="{FF2B5EF4-FFF2-40B4-BE49-F238E27FC236}">
                      <a16:creationId xmlns:a16="http://schemas.microsoft.com/office/drawing/2014/main" id="{FFB2B90C-57D6-8C04-B75E-E6CCAACC511D}"/>
                    </a:ext>
                  </a:extLst>
                </p:cNvPr>
                <p:cNvPicPr/>
                <p:nvPr/>
              </p:nvPicPr>
              <p:blipFill>
                <a:blip r:embed="rId167"/>
                <a:stretch>
                  <a:fillRect/>
                </a:stretch>
              </p:blipFill>
              <p:spPr>
                <a:xfrm>
                  <a:off x="2132970" y="4208430"/>
                  <a:ext cx="2253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360" name="Ink 11359">
                  <a:extLst>
                    <a:ext uri="{FF2B5EF4-FFF2-40B4-BE49-F238E27FC236}">
                      <a16:creationId xmlns:a16="http://schemas.microsoft.com/office/drawing/2014/main" id="{9A7FE879-E6BD-D78C-0E23-FAC92BA20D64}"/>
                    </a:ext>
                  </a:extLst>
                </p14:cNvPr>
                <p14:cNvContentPartPr/>
                <p14:nvPr/>
              </p14:nvContentPartPr>
              <p14:xfrm>
                <a:off x="2276250" y="4244430"/>
                <a:ext cx="226800" cy="194040"/>
              </p14:xfrm>
            </p:contentPart>
          </mc:Choice>
          <mc:Fallback xmlns="">
            <p:pic>
              <p:nvPicPr>
                <p:cNvPr id="11360" name="Ink 11359">
                  <a:extLst>
                    <a:ext uri="{FF2B5EF4-FFF2-40B4-BE49-F238E27FC236}">
                      <a16:creationId xmlns:a16="http://schemas.microsoft.com/office/drawing/2014/main" id="{9A7FE879-E6BD-D78C-0E23-FAC92BA20D64}"/>
                    </a:ext>
                  </a:extLst>
                </p:cNvPr>
                <p:cNvPicPr/>
                <p:nvPr/>
              </p:nvPicPr>
              <p:blipFill>
                <a:blip r:embed="rId169"/>
                <a:stretch>
                  <a:fillRect/>
                </a:stretch>
              </p:blipFill>
              <p:spPr>
                <a:xfrm>
                  <a:off x="2270130" y="4238310"/>
                  <a:ext cx="23904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362" name="Ink 11361">
                  <a:extLst>
                    <a:ext uri="{FF2B5EF4-FFF2-40B4-BE49-F238E27FC236}">
                      <a16:creationId xmlns:a16="http://schemas.microsoft.com/office/drawing/2014/main" id="{BFC86624-03EB-F3DB-E57B-6E9A9E3D97AA}"/>
                    </a:ext>
                  </a:extLst>
                </p14:cNvPr>
                <p14:cNvContentPartPr/>
                <p14:nvPr/>
              </p14:nvContentPartPr>
              <p14:xfrm>
                <a:off x="2685930" y="4342350"/>
                <a:ext cx="241200" cy="129240"/>
              </p14:xfrm>
            </p:contentPart>
          </mc:Choice>
          <mc:Fallback xmlns="">
            <p:pic>
              <p:nvPicPr>
                <p:cNvPr id="11362" name="Ink 11361">
                  <a:extLst>
                    <a:ext uri="{FF2B5EF4-FFF2-40B4-BE49-F238E27FC236}">
                      <a16:creationId xmlns:a16="http://schemas.microsoft.com/office/drawing/2014/main" id="{BFC86624-03EB-F3DB-E57B-6E9A9E3D97AA}"/>
                    </a:ext>
                  </a:extLst>
                </p:cNvPr>
                <p:cNvPicPr/>
                <p:nvPr/>
              </p:nvPicPr>
              <p:blipFill>
                <a:blip r:embed="rId171"/>
                <a:stretch>
                  <a:fillRect/>
                </a:stretch>
              </p:blipFill>
              <p:spPr>
                <a:xfrm>
                  <a:off x="2679810" y="4336230"/>
                  <a:ext cx="25344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363" name="Ink 11362">
                  <a:extLst>
                    <a:ext uri="{FF2B5EF4-FFF2-40B4-BE49-F238E27FC236}">
                      <a16:creationId xmlns:a16="http://schemas.microsoft.com/office/drawing/2014/main" id="{AFB21F18-8510-CD10-FAE2-97D252873A1D}"/>
                    </a:ext>
                  </a:extLst>
                </p14:cNvPr>
                <p14:cNvContentPartPr/>
                <p14:nvPr/>
              </p14:nvContentPartPr>
              <p14:xfrm>
                <a:off x="2927130" y="4398510"/>
                <a:ext cx="231120" cy="70920"/>
              </p14:xfrm>
            </p:contentPart>
          </mc:Choice>
          <mc:Fallback xmlns="">
            <p:pic>
              <p:nvPicPr>
                <p:cNvPr id="11363" name="Ink 11362">
                  <a:extLst>
                    <a:ext uri="{FF2B5EF4-FFF2-40B4-BE49-F238E27FC236}">
                      <a16:creationId xmlns:a16="http://schemas.microsoft.com/office/drawing/2014/main" id="{AFB21F18-8510-CD10-FAE2-97D252873A1D}"/>
                    </a:ext>
                  </a:extLst>
                </p:cNvPr>
                <p:cNvPicPr/>
                <p:nvPr/>
              </p:nvPicPr>
              <p:blipFill>
                <a:blip r:embed="rId173"/>
                <a:stretch>
                  <a:fillRect/>
                </a:stretch>
              </p:blipFill>
              <p:spPr>
                <a:xfrm>
                  <a:off x="2921010" y="4392390"/>
                  <a:ext cx="24336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364" name="Ink 11363">
                  <a:extLst>
                    <a:ext uri="{FF2B5EF4-FFF2-40B4-BE49-F238E27FC236}">
                      <a16:creationId xmlns:a16="http://schemas.microsoft.com/office/drawing/2014/main" id="{90660DB8-020A-3526-64BC-CA07058A933F}"/>
                    </a:ext>
                  </a:extLst>
                </p14:cNvPr>
                <p14:cNvContentPartPr/>
                <p14:nvPr/>
              </p14:nvContentPartPr>
              <p14:xfrm>
                <a:off x="3164730" y="4334790"/>
                <a:ext cx="53280" cy="157320"/>
              </p14:xfrm>
            </p:contentPart>
          </mc:Choice>
          <mc:Fallback xmlns="">
            <p:pic>
              <p:nvPicPr>
                <p:cNvPr id="11364" name="Ink 11363">
                  <a:extLst>
                    <a:ext uri="{FF2B5EF4-FFF2-40B4-BE49-F238E27FC236}">
                      <a16:creationId xmlns:a16="http://schemas.microsoft.com/office/drawing/2014/main" id="{90660DB8-020A-3526-64BC-CA07058A933F}"/>
                    </a:ext>
                  </a:extLst>
                </p:cNvPr>
                <p:cNvPicPr/>
                <p:nvPr/>
              </p:nvPicPr>
              <p:blipFill>
                <a:blip r:embed="rId175"/>
                <a:stretch>
                  <a:fillRect/>
                </a:stretch>
              </p:blipFill>
              <p:spPr>
                <a:xfrm>
                  <a:off x="3158610" y="4328670"/>
                  <a:ext cx="6552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365" name="Ink 11364">
                  <a:extLst>
                    <a:ext uri="{FF2B5EF4-FFF2-40B4-BE49-F238E27FC236}">
                      <a16:creationId xmlns:a16="http://schemas.microsoft.com/office/drawing/2014/main" id="{E7B228F1-3C80-3AA8-D2B3-3E8EDC586CFA}"/>
                    </a:ext>
                  </a:extLst>
                </p14:cNvPr>
                <p14:cNvContentPartPr/>
                <p14:nvPr/>
              </p14:nvContentPartPr>
              <p14:xfrm>
                <a:off x="3128370" y="4386990"/>
                <a:ext cx="367560" cy="94680"/>
              </p14:xfrm>
            </p:contentPart>
          </mc:Choice>
          <mc:Fallback xmlns="">
            <p:pic>
              <p:nvPicPr>
                <p:cNvPr id="11365" name="Ink 11364">
                  <a:extLst>
                    <a:ext uri="{FF2B5EF4-FFF2-40B4-BE49-F238E27FC236}">
                      <a16:creationId xmlns:a16="http://schemas.microsoft.com/office/drawing/2014/main" id="{E7B228F1-3C80-3AA8-D2B3-3E8EDC586CFA}"/>
                    </a:ext>
                  </a:extLst>
                </p:cNvPr>
                <p:cNvPicPr/>
                <p:nvPr/>
              </p:nvPicPr>
              <p:blipFill>
                <a:blip r:embed="rId177"/>
                <a:stretch>
                  <a:fillRect/>
                </a:stretch>
              </p:blipFill>
              <p:spPr>
                <a:xfrm>
                  <a:off x="3122250" y="4380870"/>
                  <a:ext cx="37980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366" name="Ink 11365">
                  <a:extLst>
                    <a:ext uri="{FF2B5EF4-FFF2-40B4-BE49-F238E27FC236}">
                      <a16:creationId xmlns:a16="http://schemas.microsoft.com/office/drawing/2014/main" id="{6F47F1DD-E3E9-514B-4676-C60BD407E554}"/>
                    </a:ext>
                  </a:extLst>
                </p14:cNvPr>
                <p14:cNvContentPartPr/>
                <p14:nvPr/>
              </p14:nvContentPartPr>
              <p14:xfrm>
                <a:off x="3648210" y="4299870"/>
                <a:ext cx="602280" cy="351360"/>
              </p14:xfrm>
            </p:contentPart>
          </mc:Choice>
          <mc:Fallback xmlns="">
            <p:pic>
              <p:nvPicPr>
                <p:cNvPr id="11366" name="Ink 11365">
                  <a:extLst>
                    <a:ext uri="{FF2B5EF4-FFF2-40B4-BE49-F238E27FC236}">
                      <a16:creationId xmlns:a16="http://schemas.microsoft.com/office/drawing/2014/main" id="{6F47F1DD-E3E9-514B-4676-C60BD407E554}"/>
                    </a:ext>
                  </a:extLst>
                </p:cNvPr>
                <p:cNvPicPr/>
                <p:nvPr/>
              </p:nvPicPr>
              <p:blipFill>
                <a:blip r:embed="rId179"/>
                <a:stretch>
                  <a:fillRect/>
                </a:stretch>
              </p:blipFill>
              <p:spPr>
                <a:xfrm>
                  <a:off x="3642090" y="4293750"/>
                  <a:ext cx="61452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368" name="Ink 11367">
                  <a:extLst>
                    <a:ext uri="{FF2B5EF4-FFF2-40B4-BE49-F238E27FC236}">
                      <a16:creationId xmlns:a16="http://schemas.microsoft.com/office/drawing/2014/main" id="{12ABBD90-B56A-64A3-3746-62379D42B715}"/>
                    </a:ext>
                  </a:extLst>
                </p14:cNvPr>
                <p14:cNvContentPartPr/>
                <p14:nvPr/>
              </p14:nvContentPartPr>
              <p14:xfrm>
                <a:off x="300930" y="4744470"/>
                <a:ext cx="223920" cy="119520"/>
              </p14:xfrm>
            </p:contentPart>
          </mc:Choice>
          <mc:Fallback xmlns="">
            <p:pic>
              <p:nvPicPr>
                <p:cNvPr id="11368" name="Ink 11367">
                  <a:extLst>
                    <a:ext uri="{FF2B5EF4-FFF2-40B4-BE49-F238E27FC236}">
                      <a16:creationId xmlns:a16="http://schemas.microsoft.com/office/drawing/2014/main" id="{12ABBD90-B56A-64A3-3746-62379D42B715}"/>
                    </a:ext>
                  </a:extLst>
                </p:cNvPr>
                <p:cNvPicPr/>
                <p:nvPr/>
              </p:nvPicPr>
              <p:blipFill>
                <a:blip r:embed="rId181"/>
                <a:stretch>
                  <a:fillRect/>
                </a:stretch>
              </p:blipFill>
              <p:spPr>
                <a:xfrm>
                  <a:off x="294810" y="4738350"/>
                  <a:ext cx="2361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369" name="Ink 11368">
                  <a:extLst>
                    <a:ext uri="{FF2B5EF4-FFF2-40B4-BE49-F238E27FC236}">
                      <a16:creationId xmlns:a16="http://schemas.microsoft.com/office/drawing/2014/main" id="{9E8A3DD8-28EC-F7CF-D419-164063A5CE83}"/>
                    </a:ext>
                  </a:extLst>
                </p14:cNvPr>
                <p14:cNvContentPartPr/>
                <p14:nvPr/>
              </p14:nvContentPartPr>
              <p14:xfrm>
                <a:off x="585690" y="4746630"/>
                <a:ext cx="32040" cy="104040"/>
              </p14:xfrm>
            </p:contentPart>
          </mc:Choice>
          <mc:Fallback xmlns="">
            <p:pic>
              <p:nvPicPr>
                <p:cNvPr id="11369" name="Ink 11368">
                  <a:extLst>
                    <a:ext uri="{FF2B5EF4-FFF2-40B4-BE49-F238E27FC236}">
                      <a16:creationId xmlns:a16="http://schemas.microsoft.com/office/drawing/2014/main" id="{9E8A3DD8-28EC-F7CF-D419-164063A5CE83}"/>
                    </a:ext>
                  </a:extLst>
                </p:cNvPr>
                <p:cNvPicPr/>
                <p:nvPr/>
              </p:nvPicPr>
              <p:blipFill>
                <a:blip r:embed="rId183"/>
                <a:stretch>
                  <a:fillRect/>
                </a:stretch>
              </p:blipFill>
              <p:spPr>
                <a:xfrm>
                  <a:off x="579570" y="4740510"/>
                  <a:ext cx="4428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370" name="Ink 11369">
                  <a:extLst>
                    <a:ext uri="{FF2B5EF4-FFF2-40B4-BE49-F238E27FC236}">
                      <a16:creationId xmlns:a16="http://schemas.microsoft.com/office/drawing/2014/main" id="{553D3891-5A5D-5D3B-ED3E-7A6798D6217A}"/>
                    </a:ext>
                  </a:extLst>
                </p14:cNvPr>
                <p14:cNvContentPartPr/>
                <p14:nvPr/>
              </p14:nvContentPartPr>
              <p14:xfrm>
                <a:off x="620610" y="4664550"/>
                <a:ext cx="22320" cy="12240"/>
              </p14:xfrm>
            </p:contentPart>
          </mc:Choice>
          <mc:Fallback xmlns="">
            <p:pic>
              <p:nvPicPr>
                <p:cNvPr id="11370" name="Ink 11369">
                  <a:extLst>
                    <a:ext uri="{FF2B5EF4-FFF2-40B4-BE49-F238E27FC236}">
                      <a16:creationId xmlns:a16="http://schemas.microsoft.com/office/drawing/2014/main" id="{553D3891-5A5D-5D3B-ED3E-7A6798D6217A}"/>
                    </a:ext>
                  </a:extLst>
                </p:cNvPr>
                <p:cNvPicPr/>
                <p:nvPr/>
              </p:nvPicPr>
              <p:blipFill>
                <a:blip r:embed="rId185"/>
                <a:stretch>
                  <a:fillRect/>
                </a:stretch>
              </p:blipFill>
              <p:spPr>
                <a:xfrm>
                  <a:off x="614490" y="4658430"/>
                  <a:ext cx="345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371" name="Ink 11370">
                  <a:extLst>
                    <a:ext uri="{FF2B5EF4-FFF2-40B4-BE49-F238E27FC236}">
                      <a16:creationId xmlns:a16="http://schemas.microsoft.com/office/drawing/2014/main" id="{A2DF9D6D-B725-5CF0-0631-EFCE04A4428D}"/>
                    </a:ext>
                  </a:extLst>
                </p14:cNvPr>
                <p14:cNvContentPartPr/>
                <p14:nvPr/>
              </p14:nvContentPartPr>
              <p14:xfrm>
                <a:off x="741930" y="4588230"/>
                <a:ext cx="272880" cy="217800"/>
              </p14:xfrm>
            </p:contentPart>
          </mc:Choice>
          <mc:Fallback xmlns="">
            <p:pic>
              <p:nvPicPr>
                <p:cNvPr id="11371" name="Ink 11370">
                  <a:extLst>
                    <a:ext uri="{FF2B5EF4-FFF2-40B4-BE49-F238E27FC236}">
                      <a16:creationId xmlns:a16="http://schemas.microsoft.com/office/drawing/2014/main" id="{A2DF9D6D-B725-5CF0-0631-EFCE04A4428D}"/>
                    </a:ext>
                  </a:extLst>
                </p:cNvPr>
                <p:cNvPicPr/>
                <p:nvPr/>
              </p:nvPicPr>
              <p:blipFill>
                <a:blip r:embed="rId187"/>
                <a:stretch>
                  <a:fillRect/>
                </a:stretch>
              </p:blipFill>
              <p:spPr>
                <a:xfrm>
                  <a:off x="735810" y="4582110"/>
                  <a:ext cx="2851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372" name="Ink 11371">
                  <a:extLst>
                    <a:ext uri="{FF2B5EF4-FFF2-40B4-BE49-F238E27FC236}">
                      <a16:creationId xmlns:a16="http://schemas.microsoft.com/office/drawing/2014/main" id="{A4004C91-E40C-2D7E-41C8-35B31311A294}"/>
                    </a:ext>
                  </a:extLst>
                </p14:cNvPr>
                <p14:cNvContentPartPr/>
                <p14:nvPr/>
              </p14:nvContentPartPr>
              <p14:xfrm>
                <a:off x="1089330" y="4728990"/>
                <a:ext cx="153360" cy="88920"/>
              </p14:xfrm>
            </p:contentPart>
          </mc:Choice>
          <mc:Fallback xmlns="">
            <p:pic>
              <p:nvPicPr>
                <p:cNvPr id="11372" name="Ink 11371">
                  <a:extLst>
                    <a:ext uri="{FF2B5EF4-FFF2-40B4-BE49-F238E27FC236}">
                      <a16:creationId xmlns:a16="http://schemas.microsoft.com/office/drawing/2014/main" id="{A4004C91-E40C-2D7E-41C8-35B31311A294}"/>
                    </a:ext>
                  </a:extLst>
                </p:cNvPr>
                <p:cNvPicPr/>
                <p:nvPr/>
              </p:nvPicPr>
              <p:blipFill>
                <a:blip r:embed="rId189"/>
                <a:stretch>
                  <a:fillRect/>
                </a:stretch>
              </p:blipFill>
              <p:spPr>
                <a:xfrm>
                  <a:off x="1083210" y="4722870"/>
                  <a:ext cx="1656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373" name="Ink 11372">
                  <a:extLst>
                    <a:ext uri="{FF2B5EF4-FFF2-40B4-BE49-F238E27FC236}">
                      <a16:creationId xmlns:a16="http://schemas.microsoft.com/office/drawing/2014/main" id="{D1A349CE-D4EF-48EF-8FEA-47DD51891A5C}"/>
                    </a:ext>
                  </a:extLst>
                </p14:cNvPr>
                <p14:cNvContentPartPr/>
                <p14:nvPr/>
              </p14:nvContentPartPr>
              <p14:xfrm>
                <a:off x="1226850" y="4713150"/>
                <a:ext cx="153360" cy="91080"/>
              </p14:xfrm>
            </p:contentPart>
          </mc:Choice>
          <mc:Fallback xmlns="">
            <p:pic>
              <p:nvPicPr>
                <p:cNvPr id="11373" name="Ink 11372">
                  <a:extLst>
                    <a:ext uri="{FF2B5EF4-FFF2-40B4-BE49-F238E27FC236}">
                      <a16:creationId xmlns:a16="http://schemas.microsoft.com/office/drawing/2014/main" id="{D1A349CE-D4EF-48EF-8FEA-47DD51891A5C}"/>
                    </a:ext>
                  </a:extLst>
                </p:cNvPr>
                <p:cNvPicPr/>
                <p:nvPr/>
              </p:nvPicPr>
              <p:blipFill>
                <a:blip r:embed="rId191"/>
                <a:stretch>
                  <a:fillRect/>
                </a:stretch>
              </p:blipFill>
              <p:spPr>
                <a:xfrm>
                  <a:off x="1220730" y="4707030"/>
                  <a:ext cx="1656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374" name="Ink 11373">
                  <a:extLst>
                    <a:ext uri="{FF2B5EF4-FFF2-40B4-BE49-F238E27FC236}">
                      <a16:creationId xmlns:a16="http://schemas.microsoft.com/office/drawing/2014/main" id="{12A72D96-9CF4-9F3C-2D5B-6DBB70F4A652}"/>
                    </a:ext>
                  </a:extLst>
                </p14:cNvPr>
                <p14:cNvContentPartPr/>
                <p14:nvPr/>
              </p14:nvContentPartPr>
              <p14:xfrm>
                <a:off x="1401810" y="4695870"/>
                <a:ext cx="195120" cy="98280"/>
              </p14:xfrm>
            </p:contentPart>
          </mc:Choice>
          <mc:Fallback xmlns="">
            <p:pic>
              <p:nvPicPr>
                <p:cNvPr id="11374" name="Ink 11373">
                  <a:extLst>
                    <a:ext uri="{FF2B5EF4-FFF2-40B4-BE49-F238E27FC236}">
                      <a16:creationId xmlns:a16="http://schemas.microsoft.com/office/drawing/2014/main" id="{12A72D96-9CF4-9F3C-2D5B-6DBB70F4A652}"/>
                    </a:ext>
                  </a:extLst>
                </p:cNvPr>
                <p:cNvPicPr/>
                <p:nvPr/>
              </p:nvPicPr>
              <p:blipFill>
                <a:blip r:embed="rId193"/>
                <a:stretch>
                  <a:fillRect/>
                </a:stretch>
              </p:blipFill>
              <p:spPr>
                <a:xfrm>
                  <a:off x="1395690" y="4689750"/>
                  <a:ext cx="20736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375" name="Ink 11374">
                  <a:extLst>
                    <a:ext uri="{FF2B5EF4-FFF2-40B4-BE49-F238E27FC236}">
                      <a16:creationId xmlns:a16="http://schemas.microsoft.com/office/drawing/2014/main" id="{6342B116-33AB-75F5-A958-8D770AA2AE3D}"/>
                    </a:ext>
                  </a:extLst>
                </p14:cNvPr>
                <p14:cNvContentPartPr/>
                <p14:nvPr/>
              </p14:nvContentPartPr>
              <p14:xfrm>
                <a:off x="1748850" y="4677150"/>
                <a:ext cx="203400" cy="119880"/>
              </p14:xfrm>
            </p:contentPart>
          </mc:Choice>
          <mc:Fallback xmlns="">
            <p:pic>
              <p:nvPicPr>
                <p:cNvPr id="11375" name="Ink 11374">
                  <a:extLst>
                    <a:ext uri="{FF2B5EF4-FFF2-40B4-BE49-F238E27FC236}">
                      <a16:creationId xmlns:a16="http://schemas.microsoft.com/office/drawing/2014/main" id="{6342B116-33AB-75F5-A958-8D770AA2AE3D}"/>
                    </a:ext>
                  </a:extLst>
                </p:cNvPr>
                <p:cNvPicPr/>
                <p:nvPr/>
              </p:nvPicPr>
              <p:blipFill>
                <a:blip r:embed="rId195"/>
                <a:stretch>
                  <a:fillRect/>
                </a:stretch>
              </p:blipFill>
              <p:spPr>
                <a:xfrm>
                  <a:off x="1742730" y="4671030"/>
                  <a:ext cx="2156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1376" name="Ink 11375">
                  <a:extLst>
                    <a:ext uri="{FF2B5EF4-FFF2-40B4-BE49-F238E27FC236}">
                      <a16:creationId xmlns:a16="http://schemas.microsoft.com/office/drawing/2014/main" id="{616ECFD1-E099-A137-160F-EA2B51A2E64E}"/>
                    </a:ext>
                  </a:extLst>
                </p14:cNvPr>
                <p14:cNvContentPartPr/>
                <p14:nvPr/>
              </p14:nvContentPartPr>
              <p14:xfrm>
                <a:off x="1876650" y="4540350"/>
                <a:ext cx="475560" cy="229680"/>
              </p14:xfrm>
            </p:contentPart>
          </mc:Choice>
          <mc:Fallback xmlns="">
            <p:pic>
              <p:nvPicPr>
                <p:cNvPr id="11376" name="Ink 11375">
                  <a:extLst>
                    <a:ext uri="{FF2B5EF4-FFF2-40B4-BE49-F238E27FC236}">
                      <a16:creationId xmlns:a16="http://schemas.microsoft.com/office/drawing/2014/main" id="{616ECFD1-E099-A137-160F-EA2B51A2E64E}"/>
                    </a:ext>
                  </a:extLst>
                </p:cNvPr>
                <p:cNvPicPr/>
                <p:nvPr/>
              </p:nvPicPr>
              <p:blipFill>
                <a:blip r:embed="rId197"/>
                <a:stretch>
                  <a:fillRect/>
                </a:stretch>
              </p:blipFill>
              <p:spPr>
                <a:xfrm>
                  <a:off x="1870530" y="4534230"/>
                  <a:ext cx="48780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1377" name="Ink 11376">
                  <a:extLst>
                    <a:ext uri="{FF2B5EF4-FFF2-40B4-BE49-F238E27FC236}">
                      <a16:creationId xmlns:a16="http://schemas.microsoft.com/office/drawing/2014/main" id="{9E89CD37-A191-2278-6450-B893BC93CEE9}"/>
                    </a:ext>
                  </a:extLst>
                </p14:cNvPr>
                <p14:cNvContentPartPr/>
                <p14:nvPr/>
              </p14:nvContentPartPr>
              <p14:xfrm>
                <a:off x="2561730" y="4662750"/>
                <a:ext cx="143640" cy="107280"/>
              </p14:xfrm>
            </p:contentPart>
          </mc:Choice>
          <mc:Fallback xmlns="">
            <p:pic>
              <p:nvPicPr>
                <p:cNvPr id="11377" name="Ink 11376">
                  <a:extLst>
                    <a:ext uri="{FF2B5EF4-FFF2-40B4-BE49-F238E27FC236}">
                      <a16:creationId xmlns:a16="http://schemas.microsoft.com/office/drawing/2014/main" id="{9E89CD37-A191-2278-6450-B893BC93CEE9}"/>
                    </a:ext>
                  </a:extLst>
                </p:cNvPr>
                <p:cNvPicPr/>
                <p:nvPr/>
              </p:nvPicPr>
              <p:blipFill>
                <a:blip r:embed="rId199"/>
                <a:stretch>
                  <a:fillRect/>
                </a:stretch>
              </p:blipFill>
              <p:spPr>
                <a:xfrm>
                  <a:off x="2555610" y="4656630"/>
                  <a:ext cx="1558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1378" name="Ink 11377">
                  <a:extLst>
                    <a:ext uri="{FF2B5EF4-FFF2-40B4-BE49-F238E27FC236}">
                      <a16:creationId xmlns:a16="http://schemas.microsoft.com/office/drawing/2014/main" id="{109627A8-28F4-F078-EF25-6808A4EDEC11}"/>
                    </a:ext>
                  </a:extLst>
                </p14:cNvPr>
                <p14:cNvContentPartPr/>
                <p14:nvPr/>
              </p14:nvContentPartPr>
              <p14:xfrm>
                <a:off x="2764410" y="4726470"/>
                <a:ext cx="147240" cy="155160"/>
              </p14:xfrm>
            </p:contentPart>
          </mc:Choice>
          <mc:Fallback xmlns="">
            <p:pic>
              <p:nvPicPr>
                <p:cNvPr id="11378" name="Ink 11377">
                  <a:extLst>
                    <a:ext uri="{FF2B5EF4-FFF2-40B4-BE49-F238E27FC236}">
                      <a16:creationId xmlns:a16="http://schemas.microsoft.com/office/drawing/2014/main" id="{109627A8-28F4-F078-EF25-6808A4EDEC11}"/>
                    </a:ext>
                  </a:extLst>
                </p:cNvPr>
                <p:cNvPicPr/>
                <p:nvPr/>
              </p:nvPicPr>
              <p:blipFill>
                <a:blip r:embed="rId201"/>
                <a:stretch>
                  <a:fillRect/>
                </a:stretch>
              </p:blipFill>
              <p:spPr>
                <a:xfrm>
                  <a:off x="2758290" y="4720350"/>
                  <a:ext cx="1594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1379" name="Ink 11378">
                  <a:extLst>
                    <a:ext uri="{FF2B5EF4-FFF2-40B4-BE49-F238E27FC236}">
                      <a16:creationId xmlns:a16="http://schemas.microsoft.com/office/drawing/2014/main" id="{529455BF-B118-5D85-4E6D-F8571FA93BBC}"/>
                    </a:ext>
                  </a:extLst>
                </p14:cNvPr>
                <p14:cNvContentPartPr/>
                <p14:nvPr/>
              </p14:nvContentPartPr>
              <p14:xfrm>
                <a:off x="2905170" y="4777950"/>
                <a:ext cx="384480" cy="86040"/>
              </p14:xfrm>
            </p:contentPart>
          </mc:Choice>
          <mc:Fallback xmlns="">
            <p:pic>
              <p:nvPicPr>
                <p:cNvPr id="11379" name="Ink 11378">
                  <a:extLst>
                    <a:ext uri="{FF2B5EF4-FFF2-40B4-BE49-F238E27FC236}">
                      <a16:creationId xmlns:a16="http://schemas.microsoft.com/office/drawing/2014/main" id="{529455BF-B118-5D85-4E6D-F8571FA93BBC}"/>
                    </a:ext>
                  </a:extLst>
                </p:cNvPr>
                <p:cNvPicPr/>
                <p:nvPr/>
              </p:nvPicPr>
              <p:blipFill>
                <a:blip r:embed="rId203"/>
                <a:stretch>
                  <a:fillRect/>
                </a:stretch>
              </p:blipFill>
              <p:spPr>
                <a:xfrm>
                  <a:off x="2899050" y="4771830"/>
                  <a:ext cx="39672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1380" name="Ink 11379">
                  <a:extLst>
                    <a:ext uri="{FF2B5EF4-FFF2-40B4-BE49-F238E27FC236}">
                      <a16:creationId xmlns:a16="http://schemas.microsoft.com/office/drawing/2014/main" id="{80DDEA0C-6829-10B9-51CD-FCCFE0289C22}"/>
                    </a:ext>
                  </a:extLst>
                </p14:cNvPr>
                <p14:cNvContentPartPr/>
                <p14:nvPr/>
              </p14:nvContentPartPr>
              <p14:xfrm>
                <a:off x="3340410" y="4766070"/>
                <a:ext cx="346320" cy="199080"/>
              </p14:xfrm>
            </p:contentPart>
          </mc:Choice>
          <mc:Fallback xmlns="">
            <p:pic>
              <p:nvPicPr>
                <p:cNvPr id="11380" name="Ink 11379">
                  <a:extLst>
                    <a:ext uri="{FF2B5EF4-FFF2-40B4-BE49-F238E27FC236}">
                      <a16:creationId xmlns:a16="http://schemas.microsoft.com/office/drawing/2014/main" id="{80DDEA0C-6829-10B9-51CD-FCCFE0289C22}"/>
                    </a:ext>
                  </a:extLst>
                </p:cNvPr>
                <p:cNvPicPr/>
                <p:nvPr/>
              </p:nvPicPr>
              <p:blipFill>
                <a:blip r:embed="rId205"/>
                <a:stretch>
                  <a:fillRect/>
                </a:stretch>
              </p:blipFill>
              <p:spPr>
                <a:xfrm>
                  <a:off x="3334290" y="4759950"/>
                  <a:ext cx="35856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1381" name="Ink 11380">
                  <a:extLst>
                    <a:ext uri="{FF2B5EF4-FFF2-40B4-BE49-F238E27FC236}">
                      <a16:creationId xmlns:a16="http://schemas.microsoft.com/office/drawing/2014/main" id="{09B668A5-CE7D-5E5C-010B-3B54A35DCF27}"/>
                    </a:ext>
                  </a:extLst>
                </p14:cNvPr>
                <p14:cNvContentPartPr/>
                <p14:nvPr/>
              </p14:nvContentPartPr>
              <p14:xfrm>
                <a:off x="3667290" y="4795230"/>
                <a:ext cx="206640" cy="84240"/>
              </p14:xfrm>
            </p:contentPart>
          </mc:Choice>
          <mc:Fallback xmlns="">
            <p:pic>
              <p:nvPicPr>
                <p:cNvPr id="11381" name="Ink 11380">
                  <a:extLst>
                    <a:ext uri="{FF2B5EF4-FFF2-40B4-BE49-F238E27FC236}">
                      <a16:creationId xmlns:a16="http://schemas.microsoft.com/office/drawing/2014/main" id="{09B668A5-CE7D-5E5C-010B-3B54A35DCF27}"/>
                    </a:ext>
                  </a:extLst>
                </p:cNvPr>
                <p:cNvPicPr/>
                <p:nvPr/>
              </p:nvPicPr>
              <p:blipFill>
                <a:blip r:embed="rId207"/>
                <a:stretch>
                  <a:fillRect/>
                </a:stretch>
              </p:blipFill>
              <p:spPr>
                <a:xfrm>
                  <a:off x="3661170" y="4789110"/>
                  <a:ext cx="21888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1382" name="Ink 11381">
                  <a:extLst>
                    <a:ext uri="{FF2B5EF4-FFF2-40B4-BE49-F238E27FC236}">
                      <a16:creationId xmlns:a16="http://schemas.microsoft.com/office/drawing/2014/main" id="{C97DBC0D-8885-FAD1-7017-F6387D092117}"/>
                    </a:ext>
                  </a:extLst>
                </p14:cNvPr>
                <p14:cNvContentPartPr/>
                <p14:nvPr/>
              </p14:nvContentPartPr>
              <p14:xfrm>
                <a:off x="3870690" y="4721070"/>
                <a:ext cx="184680" cy="126720"/>
              </p14:xfrm>
            </p:contentPart>
          </mc:Choice>
          <mc:Fallback xmlns="">
            <p:pic>
              <p:nvPicPr>
                <p:cNvPr id="11382" name="Ink 11381">
                  <a:extLst>
                    <a:ext uri="{FF2B5EF4-FFF2-40B4-BE49-F238E27FC236}">
                      <a16:creationId xmlns:a16="http://schemas.microsoft.com/office/drawing/2014/main" id="{C97DBC0D-8885-FAD1-7017-F6387D092117}"/>
                    </a:ext>
                  </a:extLst>
                </p:cNvPr>
                <p:cNvPicPr/>
                <p:nvPr/>
              </p:nvPicPr>
              <p:blipFill>
                <a:blip r:embed="rId209"/>
                <a:stretch>
                  <a:fillRect/>
                </a:stretch>
              </p:blipFill>
              <p:spPr>
                <a:xfrm>
                  <a:off x="3864570" y="4714950"/>
                  <a:ext cx="1969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1383" name="Ink 11382">
                  <a:extLst>
                    <a:ext uri="{FF2B5EF4-FFF2-40B4-BE49-F238E27FC236}">
                      <a16:creationId xmlns:a16="http://schemas.microsoft.com/office/drawing/2014/main" id="{D8A24F5E-C8F7-2A9E-4EAB-68E43B8A6B28}"/>
                    </a:ext>
                  </a:extLst>
                </p14:cNvPr>
                <p14:cNvContentPartPr/>
                <p14:nvPr/>
              </p14:nvContentPartPr>
              <p14:xfrm>
                <a:off x="4033050" y="4694070"/>
                <a:ext cx="328320" cy="157320"/>
              </p14:xfrm>
            </p:contentPart>
          </mc:Choice>
          <mc:Fallback xmlns="">
            <p:pic>
              <p:nvPicPr>
                <p:cNvPr id="11383" name="Ink 11382">
                  <a:extLst>
                    <a:ext uri="{FF2B5EF4-FFF2-40B4-BE49-F238E27FC236}">
                      <a16:creationId xmlns:a16="http://schemas.microsoft.com/office/drawing/2014/main" id="{D8A24F5E-C8F7-2A9E-4EAB-68E43B8A6B28}"/>
                    </a:ext>
                  </a:extLst>
                </p:cNvPr>
                <p:cNvPicPr/>
                <p:nvPr/>
              </p:nvPicPr>
              <p:blipFill>
                <a:blip r:embed="rId211"/>
                <a:stretch>
                  <a:fillRect/>
                </a:stretch>
              </p:blipFill>
              <p:spPr>
                <a:xfrm>
                  <a:off x="4026930" y="4687950"/>
                  <a:ext cx="3405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1384" name="Ink 11383">
                  <a:extLst>
                    <a:ext uri="{FF2B5EF4-FFF2-40B4-BE49-F238E27FC236}">
                      <a16:creationId xmlns:a16="http://schemas.microsoft.com/office/drawing/2014/main" id="{35C5751A-66F7-BD37-D582-F7BF2A55331C}"/>
                    </a:ext>
                  </a:extLst>
                </p14:cNvPr>
                <p14:cNvContentPartPr/>
                <p14:nvPr/>
              </p14:nvContentPartPr>
              <p14:xfrm>
                <a:off x="4414290" y="4666350"/>
                <a:ext cx="9720" cy="8280"/>
              </p14:xfrm>
            </p:contentPart>
          </mc:Choice>
          <mc:Fallback xmlns="">
            <p:pic>
              <p:nvPicPr>
                <p:cNvPr id="11384" name="Ink 11383">
                  <a:extLst>
                    <a:ext uri="{FF2B5EF4-FFF2-40B4-BE49-F238E27FC236}">
                      <a16:creationId xmlns:a16="http://schemas.microsoft.com/office/drawing/2014/main" id="{35C5751A-66F7-BD37-D582-F7BF2A55331C}"/>
                    </a:ext>
                  </a:extLst>
                </p:cNvPr>
                <p:cNvPicPr/>
                <p:nvPr/>
              </p:nvPicPr>
              <p:blipFill>
                <a:blip r:embed="rId213"/>
                <a:stretch>
                  <a:fillRect/>
                </a:stretch>
              </p:blipFill>
              <p:spPr>
                <a:xfrm>
                  <a:off x="4408170" y="4660230"/>
                  <a:ext cx="219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1385" name="Ink 11384">
                  <a:extLst>
                    <a:ext uri="{FF2B5EF4-FFF2-40B4-BE49-F238E27FC236}">
                      <a16:creationId xmlns:a16="http://schemas.microsoft.com/office/drawing/2014/main" id="{EE72B03D-A279-FEBD-C052-98553BDF2A1A}"/>
                    </a:ext>
                  </a:extLst>
                </p14:cNvPr>
                <p14:cNvContentPartPr/>
                <p14:nvPr/>
              </p14:nvContentPartPr>
              <p14:xfrm>
                <a:off x="4417890" y="4678950"/>
                <a:ext cx="374760" cy="277560"/>
              </p14:xfrm>
            </p:contentPart>
          </mc:Choice>
          <mc:Fallback xmlns="">
            <p:pic>
              <p:nvPicPr>
                <p:cNvPr id="11385" name="Ink 11384">
                  <a:extLst>
                    <a:ext uri="{FF2B5EF4-FFF2-40B4-BE49-F238E27FC236}">
                      <a16:creationId xmlns:a16="http://schemas.microsoft.com/office/drawing/2014/main" id="{EE72B03D-A279-FEBD-C052-98553BDF2A1A}"/>
                    </a:ext>
                  </a:extLst>
                </p:cNvPr>
                <p:cNvPicPr/>
                <p:nvPr/>
              </p:nvPicPr>
              <p:blipFill>
                <a:blip r:embed="rId215"/>
                <a:stretch>
                  <a:fillRect/>
                </a:stretch>
              </p:blipFill>
              <p:spPr>
                <a:xfrm>
                  <a:off x="4411770" y="4672830"/>
                  <a:ext cx="387000" cy="289800"/>
                </a:xfrm>
                <a:prstGeom prst="rect">
                  <a:avLst/>
                </a:prstGeom>
              </p:spPr>
            </p:pic>
          </mc:Fallback>
        </mc:AlternateContent>
      </p:grpSp>
      <p:grpSp>
        <p:nvGrpSpPr>
          <p:cNvPr id="11462" name="Group 11461">
            <a:extLst>
              <a:ext uri="{FF2B5EF4-FFF2-40B4-BE49-F238E27FC236}">
                <a16:creationId xmlns:a16="http://schemas.microsoft.com/office/drawing/2014/main" id="{8F43F7CB-3B15-9026-F918-D89627DAB43D}"/>
              </a:ext>
            </a:extLst>
          </p:cNvPr>
          <p:cNvGrpSpPr/>
          <p:nvPr/>
        </p:nvGrpSpPr>
        <p:grpSpPr>
          <a:xfrm>
            <a:off x="723930" y="5060910"/>
            <a:ext cx="11009520" cy="1164240"/>
            <a:chOff x="723930" y="5060910"/>
            <a:chExt cx="11009520" cy="1164240"/>
          </a:xfrm>
        </p:grpSpPr>
        <mc:AlternateContent xmlns:mc="http://schemas.openxmlformats.org/markup-compatibility/2006" xmlns:p14="http://schemas.microsoft.com/office/powerpoint/2010/main">
          <mc:Choice Requires="p14">
            <p:contentPart p14:bwMode="auto" r:id="rId216">
              <p14:nvContentPartPr>
                <p14:cNvPr id="11387" name="Ink 11386">
                  <a:extLst>
                    <a:ext uri="{FF2B5EF4-FFF2-40B4-BE49-F238E27FC236}">
                      <a16:creationId xmlns:a16="http://schemas.microsoft.com/office/drawing/2014/main" id="{56D2D1A8-3269-0C1F-A117-B042BA52AC14}"/>
                    </a:ext>
                  </a:extLst>
                </p14:cNvPr>
                <p14:cNvContentPartPr/>
                <p14:nvPr/>
              </p14:nvContentPartPr>
              <p14:xfrm>
                <a:off x="723930" y="5428470"/>
                <a:ext cx="104400" cy="320400"/>
              </p14:xfrm>
            </p:contentPart>
          </mc:Choice>
          <mc:Fallback xmlns="">
            <p:pic>
              <p:nvPicPr>
                <p:cNvPr id="11387" name="Ink 11386">
                  <a:extLst>
                    <a:ext uri="{FF2B5EF4-FFF2-40B4-BE49-F238E27FC236}">
                      <a16:creationId xmlns:a16="http://schemas.microsoft.com/office/drawing/2014/main" id="{56D2D1A8-3269-0C1F-A117-B042BA52AC14}"/>
                    </a:ext>
                  </a:extLst>
                </p:cNvPr>
                <p:cNvPicPr/>
                <p:nvPr/>
              </p:nvPicPr>
              <p:blipFill>
                <a:blip r:embed="rId217"/>
                <a:stretch>
                  <a:fillRect/>
                </a:stretch>
              </p:blipFill>
              <p:spPr>
                <a:xfrm>
                  <a:off x="717810" y="5422350"/>
                  <a:ext cx="11664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1388" name="Ink 11387">
                  <a:extLst>
                    <a:ext uri="{FF2B5EF4-FFF2-40B4-BE49-F238E27FC236}">
                      <a16:creationId xmlns:a16="http://schemas.microsoft.com/office/drawing/2014/main" id="{001B3B23-F38C-3D84-BE85-141391CF52C2}"/>
                    </a:ext>
                  </a:extLst>
                </p14:cNvPr>
                <p14:cNvContentPartPr/>
                <p14:nvPr/>
              </p14:nvContentPartPr>
              <p14:xfrm>
                <a:off x="804930" y="5418750"/>
                <a:ext cx="135000" cy="121320"/>
              </p14:xfrm>
            </p:contentPart>
          </mc:Choice>
          <mc:Fallback xmlns="">
            <p:pic>
              <p:nvPicPr>
                <p:cNvPr id="11388" name="Ink 11387">
                  <a:extLst>
                    <a:ext uri="{FF2B5EF4-FFF2-40B4-BE49-F238E27FC236}">
                      <a16:creationId xmlns:a16="http://schemas.microsoft.com/office/drawing/2014/main" id="{001B3B23-F38C-3D84-BE85-141391CF52C2}"/>
                    </a:ext>
                  </a:extLst>
                </p:cNvPr>
                <p:cNvPicPr/>
                <p:nvPr/>
              </p:nvPicPr>
              <p:blipFill>
                <a:blip r:embed="rId219"/>
                <a:stretch>
                  <a:fillRect/>
                </a:stretch>
              </p:blipFill>
              <p:spPr>
                <a:xfrm>
                  <a:off x="798810" y="5412630"/>
                  <a:ext cx="14724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1389" name="Ink 11388">
                  <a:extLst>
                    <a:ext uri="{FF2B5EF4-FFF2-40B4-BE49-F238E27FC236}">
                      <a16:creationId xmlns:a16="http://schemas.microsoft.com/office/drawing/2014/main" id="{90927D67-6CCF-FFE7-3995-96FE84E8C648}"/>
                    </a:ext>
                  </a:extLst>
                </p14:cNvPr>
                <p14:cNvContentPartPr/>
                <p14:nvPr/>
              </p14:nvContentPartPr>
              <p14:xfrm>
                <a:off x="1026330" y="5482830"/>
                <a:ext cx="182160" cy="92520"/>
              </p14:xfrm>
            </p:contentPart>
          </mc:Choice>
          <mc:Fallback xmlns="">
            <p:pic>
              <p:nvPicPr>
                <p:cNvPr id="11389" name="Ink 11388">
                  <a:extLst>
                    <a:ext uri="{FF2B5EF4-FFF2-40B4-BE49-F238E27FC236}">
                      <a16:creationId xmlns:a16="http://schemas.microsoft.com/office/drawing/2014/main" id="{90927D67-6CCF-FFE7-3995-96FE84E8C648}"/>
                    </a:ext>
                  </a:extLst>
                </p:cNvPr>
                <p:cNvPicPr/>
                <p:nvPr/>
              </p:nvPicPr>
              <p:blipFill>
                <a:blip r:embed="rId221"/>
                <a:stretch>
                  <a:fillRect/>
                </a:stretch>
              </p:blipFill>
              <p:spPr>
                <a:xfrm>
                  <a:off x="1020210" y="5476710"/>
                  <a:ext cx="19440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1390" name="Ink 11389">
                  <a:extLst>
                    <a:ext uri="{FF2B5EF4-FFF2-40B4-BE49-F238E27FC236}">
                      <a16:creationId xmlns:a16="http://schemas.microsoft.com/office/drawing/2014/main" id="{0E4C6933-AF6F-0755-0EB6-7ECA3DBDDA8D}"/>
                    </a:ext>
                  </a:extLst>
                </p14:cNvPr>
                <p14:cNvContentPartPr/>
                <p14:nvPr/>
              </p14:nvContentPartPr>
              <p14:xfrm>
                <a:off x="1282290" y="5290950"/>
                <a:ext cx="207360" cy="269640"/>
              </p14:xfrm>
            </p:contentPart>
          </mc:Choice>
          <mc:Fallback xmlns="">
            <p:pic>
              <p:nvPicPr>
                <p:cNvPr id="11390" name="Ink 11389">
                  <a:extLst>
                    <a:ext uri="{FF2B5EF4-FFF2-40B4-BE49-F238E27FC236}">
                      <a16:creationId xmlns:a16="http://schemas.microsoft.com/office/drawing/2014/main" id="{0E4C6933-AF6F-0755-0EB6-7ECA3DBDDA8D}"/>
                    </a:ext>
                  </a:extLst>
                </p:cNvPr>
                <p:cNvPicPr/>
                <p:nvPr/>
              </p:nvPicPr>
              <p:blipFill>
                <a:blip r:embed="rId223"/>
                <a:stretch>
                  <a:fillRect/>
                </a:stretch>
              </p:blipFill>
              <p:spPr>
                <a:xfrm>
                  <a:off x="1276170" y="5284830"/>
                  <a:ext cx="21960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1391" name="Ink 11390">
                  <a:extLst>
                    <a:ext uri="{FF2B5EF4-FFF2-40B4-BE49-F238E27FC236}">
                      <a16:creationId xmlns:a16="http://schemas.microsoft.com/office/drawing/2014/main" id="{F6BDDAA9-E42B-9EAB-B717-52D89ED86616}"/>
                    </a:ext>
                  </a:extLst>
                </p14:cNvPr>
                <p14:cNvContentPartPr/>
                <p14:nvPr/>
              </p14:nvContentPartPr>
              <p14:xfrm>
                <a:off x="1466970" y="5282670"/>
                <a:ext cx="294840" cy="258840"/>
              </p14:xfrm>
            </p:contentPart>
          </mc:Choice>
          <mc:Fallback xmlns="">
            <p:pic>
              <p:nvPicPr>
                <p:cNvPr id="11391" name="Ink 11390">
                  <a:extLst>
                    <a:ext uri="{FF2B5EF4-FFF2-40B4-BE49-F238E27FC236}">
                      <a16:creationId xmlns:a16="http://schemas.microsoft.com/office/drawing/2014/main" id="{F6BDDAA9-E42B-9EAB-B717-52D89ED86616}"/>
                    </a:ext>
                  </a:extLst>
                </p:cNvPr>
                <p:cNvPicPr/>
                <p:nvPr/>
              </p:nvPicPr>
              <p:blipFill>
                <a:blip r:embed="rId225"/>
                <a:stretch>
                  <a:fillRect/>
                </a:stretch>
              </p:blipFill>
              <p:spPr>
                <a:xfrm>
                  <a:off x="1460850" y="5276550"/>
                  <a:ext cx="30708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1392" name="Ink 11391">
                  <a:extLst>
                    <a:ext uri="{FF2B5EF4-FFF2-40B4-BE49-F238E27FC236}">
                      <a16:creationId xmlns:a16="http://schemas.microsoft.com/office/drawing/2014/main" id="{21B64CB6-AEA4-EBCE-B62A-B0E48061F1FF}"/>
                    </a:ext>
                  </a:extLst>
                </p14:cNvPr>
                <p14:cNvContentPartPr/>
                <p14:nvPr/>
              </p14:nvContentPartPr>
              <p14:xfrm>
                <a:off x="1742370" y="5369430"/>
                <a:ext cx="22320" cy="10440"/>
              </p14:xfrm>
            </p:contentPart>
          </mc:Choice>
          <mc:Fallback xmlns="">
            <p:pic>
              <p:nvPicPr>
                <p:cNvPr id="11392" name="Ink 11391">
                  <a:extLst>
                    <a:ext uri="{FF2B5EF4-FFF2-40B4-BE49-F238E27FC236}">
                      <a16:creationId xmlns:a16="http://schemas.microsoft.com/office/drawing/2014/main" id="{21B64CB6-AEA4-EBCE-B62A-B0E48061F1FF}"/>
                    </a:ext>
                  </a:extLst>
                </p:cNvPr>
                <p:cNvPicPr/>
                <p:nvPr/>
              </p:nvPicPr>
              <p:blipFill>
                <a:blip r:embed="rId227"/>
                <a:stretch>
                  <a:fillRect/>
                </a:stretch>
              </p:blipFill>
              <p:spPr>
                <a:xfrm>
                  <a:off x="1736250" y="5363310"/>
                  <a:ext cx="345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1393" name="Ink 11392">
                  <a:extLst>
                    <a:ext uri="{FF2B5EF4-FFF2-40B4-BE49-F238E27FC236}">
                      <a16:creationId xmlns:a16="http://schemas.microsoft.com/office/drawing/2014/main" id="{34C97DDF-9AF2-D7CE-403F-1DE51CD6E3B5}"/>
                    </a:ext>
                  </a:extLst>
                </p14:cNvPr>
                <p14:cNvContentPartPr/>
                <p14:nvPr/>
              </p14:nvContentPartPr>
              <p14:xfrm>
                <a:off x="1757850" y="5380950"/>
                <a:ext cx="347760" cy="334800"/>
              </p14:xfrm>
            </p:contentPart>
          </mc:Choice>
          <mc:Fallback xmlns="">
            <p:pic>
              <p:nvPicPr>
                <p:cNvPr id="11393" name="Ink 11392">
                  <a:extLst>
                    <a:ext uri="{FF2B5EF4-FFF2-40B4-BE49-F238E27FC236}">
                      <a16:creationId xmlns:a16="http://schemas.microsoft.com/office/drawing/2014/main" id="{34C97DDF-9AF2-D7CE-403F-1DE51CD6E3B5}"/>
                    </a:ext>
                  </a:extLst>
                </p:cNvPr>
                <p:cNvPicPr/>
                <p:nvPr/>
              </p:nvPicPr>
              <p:blipFill>
                <a:blip r:embed="rId229"/>
                <a:stretch>
                  <a:fillRect/>
                </a:stretch>
              </p:blipFill>
              <p:spPr>
                <a:xfrm>
                  <a:off x="1751730" y="5374830"/>
                  <a:ext cx="36000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1394" name="Ink 11393">
                  <a:extLst>
                    <a:ext uri="{FF2B5EF4-FFF2-40B4-BE49-F238E27FC236}">
                      <a16:creationId xmlns:a16="http://schemas.microsoft.com/office/drawing/2014/main" id="{317931D3-C01E-E249-F4F7-CAEBD74965FD}"/>
                    </a:ext>
                  </a:extLst>
                </p14:cNvPr>
                <p14:cNvContentPartPr/>
                <p14:nvPr/>
              </p14:nvContentPartPr>
              <p14:xfrm>
                <a:off x="2136210" y="5162790"/>
                <a:ext cx="632160" cy="314640"/>
              </p14:xfrm>
            </p:contentPart>
          </mc:Choice>
          <mc:Fallback xmlns="">
            <p:pic>
              <p:nvPicPr>
                <p:cNvPr id="11394" name="Ink 11393">
                  <a:extLst>
                    <a:ext uri="{FF2B5EF4-FFF2-40B4-BE49-F238E27FC236}">
                      <a16:creationId xmlns:a16="http://schemas.microsoft.com/office/drawing/2014/main" id="{317931D3-C01E-E249-F4F7-CAEBD74965FD}"/>
                    </a:ext>
                  </a:extLst>
                </p:cNvPr>
                <p:cNvPicPr/>
                <p:nvPr/>
              </p:nvPicPr>
              <p:blipFill>
                <a:blip r:embed="rId231"/>
                <a:stretch>
                  <a:fillRect/>
                </a:stretch>
              </p:blipFill>
              <p:spPr>
                <a:xfrm>
                  <a:off x="2130090" y="5156670"/>
                  <a:ext cx="64440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1395" name="Ink 11394">
                  <a:extLst>
                    <a:ext uri="{FF2B5EF4-FFF2-40B4-BE49-F238E27FC236}">
                      <a16:creationId xmlns:a16="http://schemas.microsoft.com/office/drawing/2014/main" id="{E61940D5-E85C-CD32-33B5-E4EB8513217B}"/>
                    </a:ext>
                  </a:extLst>
                </p14:cNvPr>
                <p14:cNvContentPartPr/>
                <p14:nvPr/>
              </p14:nvContentPartPr>
              <p14:xfrm>
                <a:off x="2145570" y="5467350"/>
                <a:ext cx="628560" cy="277560"/>
              </p14:xfrm>
            </p:contentPart>
          </mc:Choice>
          <mc:Fallback xmlns="">
            <p:pic>
              <p:nvPicPr>
                <p:cNvPr id="11395" name="Ink 11394">
                  <a:extLst>
                    <a:ext uri="{FF2B5EF4-FFF2-40B4-BE49-F238E27FC236}">
                      <a16:creationId xmlns:a16="http://schemas.microsoft.com/office/drawing/2014/main" id="{E61940D5-E85C-CD32-33B5-E4EB8513217B}"/>
                    </a:ext>
                  </a:extLst>
                </p:cNvPr>
                <p:cNvPicPr/>
                <p:nvPr/>
              </p:nvPicPr>
              <p:blipFill>
                <a:blip r:embed="rId233"/>
                <a:stretch>
                  <a:fillRect/>
                </a:stretch>
              </p:blipFill>
              <p:spPr>
                <a:xfrm>
                  <a:off x="2139450" y="5461230"/>
                  <a:ext cx="64080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1396" name="Ink 11395">
                  <a:extLst>
                    <a:ext uri="{FF2B5EF4-FFF2-40B4-BE49-F238E27FC236}">
                      <a16:creationId xmlns:a16="http://schemas.microsoft.com/office/drawing/2014/main" id="{0E3A43FE-AE49-018C-C59F-5A0EEDFC0E8D}"/>
                    </a:ext>
                  </a:extLst>
                </p14:cNvPr>
                <p14:cNvContentPartPr/>
                <p14:nvPr/>
              </p14:nvContentPartPr>
              <p14:xfrm>
                <a:off x="2670450" y="5101950"/>
                <a:ext cx="160200" cy="174240"/>
              </p14:xfrm>
            </p:contentPart>
          </mc:Choice>
          <mc:Fallback xmlns="">
            <p:pic>
              <p:nvPicPr>
                <p:cNvPr id="11396" name="Ink 11395">
                  <a:extLst>
                    <a:ext uri="{FF2B5EF4-FFF2-40B4-BE49-F238E27FC236}">
                      <a16:creationId xmlns:a16="http://schemas.microsoft.com/office/drawing/2014/main" id="{0E3A43FE-AE49-018C-C59F-5A0EEDFC0E8D}"/>
                    </a:ext>
                  </a:extLst>
                </p:cNvPr>
                <p:cNvPicPr/>
                <p:nvPr/>
              </p:nvPicPr>
              <p:blipFill>
                <a:blip r:embed="rId235"/>
                <a:stretch>
                  <a:fillRect/>
                </a:stretch>
              </p:blipFill>
              <p:spPr>
                <a:xfrm>
                  <a:off x="2664330" y="5095830"/>
                  <a:ext cx="1724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1397" name="Ink 11396">
                  <a:extLst>
                    <a:ext uri="{FF2B5EF4-FFF2-40B4-BE49-F238E27FC236}">
                      <a16:creationId xmlns:a16="http://schemas.microsoft.com/office/drawing/2014/main" id="{089713CB-22F4-4085-CB43-7D13D821CB8D}"/>
                    </a:ext>
                  </a:extLst>
                </p14:cNvPr>
                <p14:cNvContentPartPr/>
                <p14:nvPr/>
              </p14:nvContentPartPr>
              <p14:xfrm>
                <a:off x="2601690" y="5618190"/>
                <a:ext cx="221760" cy="146520"/>
              </p14:xfrm>
            </p:contentPart>
          </mc:Choice>
          <mc:Fallback xmlns="">
            <p:pic>
              <p:nvPicPr>
                <p:cNvPr id="11397" name="Ink 11396">
                  <a:extLst>
                    <a:ext uri="{FF2B5EF4-FFF2-40B4-BE49-F238E27FC236}">
                      <a16:creationId xmlns:a16="http://schemas.microsoft.com/office/drawing/2014/main" id="{089713CB-22F4-4085-CB43-7D13D821CB8D}"/>
                    </a:ext>
                  </a:extLst>
                </p:cNvPr>
                <p:cNvPicPr/>
                <p:nvPr/>
              </p:nvPicPr>
              <p:blipFill>
                <a:blip r:embed="rId237"/>
                <a:stretch>
                  <a:fillRect/>
                </a:stretch>
              </p:blipFill>
              <p:spPr>
                <a:xfrm>
                  <a:off x="2595570" y="5612070"/>
                  <a:ext cx="2340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1399" name="Ink 11398">
                  <a:extLst>
                    <a:ext uri="{FF2B5EF4-FFF2-40B4-BE49-F238E27FC236}">
                      <a16:creationId xmlns:a16="http://schemas.microsoft.com/office/drawing/2014/main" id="{5E096F8E-FB98-316D-FC2A-5C0FD41D5D10}"/>
                    </a:ext>
                  </a:extLst>
                </p14:cNvPr>
                <p14:cNvContentPartPr/>
                <p14:nvPr/>
              </p14:nvContentPartPr>
              <p14:xfrm>
                <a:off x="2892570" y="5116350"/>
                <a:ext cx="222120" cy="178200"/>
              </p14:xfrm>
            </p:contentPart>
          </mc:Choice>
          <mc:Fallback xmlns="">
            <p:pic>
              <p:nvPicPr>
                <p:cNvPr id="11399" name="Ink 11398">
                  <a:extLst>
                    <a:ext uri="{FF2B5EF4-FFF2-40B4-BE49-F238E27FC236}">
                      <a16:creationId xmlns:a16="http://schemas.microsoft.com/office/drawing/2014/main" id="{5E096F8E-FB98-316D-FC2A-5C0FD41D5D10}"/>
                    </a:ext>
                  </a:extLst>
                </p:cNvPr>
                <p:cNvPicPr/>
                <p:nvPr/>
              </p:nvPicPr>
              <p:blipFill>
                <a:blip r:embed="rId239"/>
                <a:stretch>
                  <a:fillRect/>
                </a:stretch>
              </p:blipFill>
              <p:spPr>
                <a:xfrm>
                  <a:off x="2886450" y="5110230"/>
                  <a:ext cx="2343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1400" name="Ink 11399">
                  <a:extLst>
                    <a:ext uri="{FF2B5EF4-FFF2-40B4-BE49-F238E27FC236}">
                      <a16:creationId xmlns:a16="http://schemas.microsoft.com/office/drawing/2014/main" id="{4CF19CBE-2D55-5DE6-C8F5-956D2D99FFB1}"/>
                    </a:ext>
                  </a:extLst>
                </p14:cNvPr>
                <p14:cNvContentPartPr/>
                <p14:nvPr/>
              </p14:nvContentPartPr>
              <p14:xfrm>
                <a:off x="3091290" y="5072790"/>
                <a:ext cx="410760" cy="224640"/>
              </p14:xfrm>
            </p:contentPart>
          </mc:Choice>
          <mc:Fallback xmlns="">
            <p:pic>
              <p:nvPicPr>
                <p:cNvPr id="11400" name="Ink 11399">
                  <a:extLst>
                    <a:ext uri="{FF2B5EF4-FFF2-40B4-BE49-F238E27FC236}">
                      <a16:creationId xmlns:a16="http://schemas.microsoft.com/office/drawing/2014/main" id="{4CF19CBE-2D55-5DE6-C8F5-956D2D99FFB1}"/>
                    </a:ext>
                  </a:extLst>
                </p:cNvPr>
                <p:cNvPicPr/>
                <p:nvPr/>
              </p:nvPicPr>
              <p:blipFill>
                <a:blip r:embed="rId241"/>
                <a:stretch>
                  <a:fillRect/>
                </a:stretch>
              </p:blipFill>
              <p:spPr>
                <a:xfrm>
                  <a:off x="3085170" y="5066670"/>
                  <a:ext cx="42300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1401" name="Ink 11400">
                  <a:extLst>
                    <a:ext uri="{FF2B5EF4-FFF2-40B4-BE49-F238E27FC236}">
                      <a16:creationId xmlns:a16="http://schemas.microsoft.com/office/drawing/2014/main" id="{6E98CACD-BADB-4375-7118-9642061A275E}"/>
                    </a:ext>
                  </a:extLst>
                </p14:cNvPr>
                <p14:cNvContentPartPr/>
                <p14:nvPr/>
              </p14:nvContentPartPr>
              <p14:xfrm>
                <a:off x="3443010" y="5088270"/>
                <a:ext cx="64800" cy="37440"/>
              </p14:xfrm>
            </p:contentPart>
          </mc:Choice>
          <mc:Fallback xmlns="">
            <p:pic>
              <p:nvPicPr>
                <p:cNvPr id="11401" name="Ink 11400">
                  <a:extLst>
                    <a:ext uri="{FF2B5EF4-FFF2-40B4-BE49-F238E27FC236}">
                      <a16:creationId xmlns:a16="http://schemas.microsoft.com/office/drawing/2014/main" id="{6E98CACD-BADB-4375-7118-9642061A275E}"/>
                    </a:ext>
                  </a:extLst>
                </p:cNvPr>
                <p:cNvPicPr/>
                <p:nvPr/>
              </p:nvPicPr>
              <p:blipFill>
                <a:blip r:embed="rId243"/>
                <a:stretch>
                  <a:fillRect/>
                </a:stretch>
              </p:blipFill>
              <p:spPr>
                <a:xfrm>
                  <a:off x="3436890" y="5082150"/>
                  <a:ext cx="770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1402" name="Ink 11401">
                  <a:extLst>
                    <a:ext uri="{FF2B5EF4-FFF2-40B4-BE49-F238E27FC236}">
                      <a16:creationId xmlns:a16="http://schemas.microsoft.com/office/drawing/2014/main" id="{CD2B052E-1332-3E1C-BDDD-708E56DC33CC}"/>
                    </a:ext>
                  </a:extLst>
                </p14:cNvPr>
                <p14:cNvContentPartPr/>
                <p14:nvPr/>
              </p14:nvContentPartPr>
              <p14:xfrm>
                <a:off x="3554250" y="5060910"/>
                <a:ext cx="157320" cy="275760"/>
              </p14:xfrm>
            </p:contentPart>
          </mc:Choice>
          <mc:Fallback xmlns="">
            <p:pic>
              <p:nvPicPr>
                <p:cNvPr id="11402" name="Ink 11401">
                  <a:extLst>
                    <a:ext uri="{FF2B5EF4-FFF2-40B4-BE49-F238E27FC236}">
                      <a16:creationId xmlns:a16="http://schemas.microsoft.com/office/drawing/2014/main" id="{CD2B052E-1332-3E1C-BDDD-708E56DC33CC}"/>
                    </a:ext>
                  </a:extLst>
                </p:cNvPr>
                <p:cNvPicPr/>
                <p:nvPr/>
              </p:nvPicPr>
              <p:blipFill>
                <a:blip r:embed="rId245"/>
                <a:stretch>
                  <a:fillRect/>
                </a:stretch>
              </p:blipFill>
              <p:spPr>
                <a:xfrm>
                  <a:off x="3548130" y="5054790"/>
                  <a:ext cx="16956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1403" name="Ink 11402">
                  <a:extLst>
                    <a:ext uri="{FF2B5EF4-FFF2-40B4-BE49-F238E27FC236}">
                      <a16:creationId xmlns:a16="http://schemas.microsoft.com/office/drawing/2014/main" id="{D66B4CBF-B64B-1F88-5ABC-AFB557430960}"/>
                    </a:ext>
                  </a:extLst>
                </p14:cNvPr>
                <p14:cNvContentPartPr/>
                <p14:nvPr/>
              </p14:nvContentPartPr>
              <p14:xfrm>
                <a:off x="2912730" y="5730870"/>
                <a:ext cx="195840" cy="177120"/>
              </p14:xfrm>
            </p:contentPart>
          </mc:Choice>
          <mc:Fallback xmlns="">
            <p:pic>
              <p:nvPicPr>
                <p:cNvPr id="11403" name="Ink 11402">
                  <a:extLst>
                    <a:ext uri="{FF2B5EF4-FFF2-40B4-BE49-F238E27FC236}">
                      <a16:creationId xmlns:a16="http://schemas.microsoft.com/office/drawing/2014/main" id="{D66B4CBF-B64B-1F88-5ABC-AFB557430960}"/>
                    </a:ext>
                  </a:extLst>
                </p:cNvPr>
                <p:cNvPicPr/>
                <p:nvPr/>
              </p:nvPicPr>
              <p:blipFill>
                <a:blip r:embed="rId247"/>
                <a:stretch>
                  <a:fillRect/>
                </a:stretch>
              </p:blipFill>
              <p:spPr>
                <a:xfrm>
                  <a:off x="2906610" y="5724750"/>
                  <a:ext cx="20808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1404" name="Ink 11403">
                  <a:extLst>
                    <a:ext uri="{FF2B5EF4-FFF2-40B4-BE49-F238E27FC236}">
                      <a16:creationId xmlns:a16="http://schemas.microsoft.com/office/drawing/2014/main" id="{1301CBA3-1A86-9485-362A-35F5D234E4E6}"/>
                    </a:ext>
                  </a:extLst>
                </p14:cNvPr>
                <p14:cNvContentPartPr/>
                <p14:nvPr/>
              </p14:nvContentPartPr>
              <p14:xfrm>
                <a:off x="3224130" y="5798910"/>
                <a:ext cx="193680" cy="100080"/>
              </p14:xfrm>
            </p:contentPart>
          </mc:Choice>
          <mc:Fallback xmlns="">
            <p:pic>
              <p:nvPicPr>
                <p:cNvPr id="11404" name="Ink 11403">
                  <a:extLst>
                    <a:ext uri="{FF2B5EF4-FFF2-40B4-BE49-F238E27FC236}">
                      <a16:creationId xmlns:a16="http://schemas.microsoft.com/office/drawing/2014/main" id="{1301CBA3-1A86-9485-362A-35F5D234E4E6}"/>
                    </a:ext>
                  </a:extLst>
                </p:cNvPr>
                <p:cNvPicPr/>
                <p:nvPr/>
              </p:nvPicPr>
              <p:blipFill>
                <a:blip r:embed="rId249"/>
                <a:stretch>
                  <a:fillRect/>
                </a:stretch>
              </p:blipFill>
              <p:spPr>
                <a:xfrm>
                  <a:off x="3218010" y="5792790"/>
                  <a:ext cx="20592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1405" name="Ink 11404">
                  <a:extLst>
                    <a:ext uri="{FF2B5EF4-FFF2-40B4-BE49-F238E27FC236}">
                      <a16:creationId xmlns:a16="http://schemas.microsoft.com/office/drawing/2014/main" id="{A0AA5C62-6C6D-6FE8-2F31-436C8FD64ACB}"/>
                    </a:ext>
                  </a:extLst>
                </p14:cNvPr>
                <p14:cNvContentPartPr/>
                <p14:nvPr/>
              </p14:nvContentPartPr>
              <p14:xfrm>
                <a:off x="3439410" y="5799270"/>
                <a:ext cx="238680" cy="113040"/>
              </p14:xfrm>
            </p:contentPart>
          </mc:Choice>
          <mc:Fallback xmlns="">
            <p:pic>
              <p:nvPicPr>
                <p:cNvPr id="11405" name="Ink 11404">
                  <a:extLst>
                    <a:ext uri="{FF2B5EF4-FFF2-40B4-BE49-F238E27FC236}">
                      <a16:creationId xmlns:a16="http://schemas.microsoft.com/office/drawing/2014/main" id="{A0AA5C62-6C6D-6FE8-2F31-436C8FD64ACB}"/>
                    </a:ext>
                  </a:extLst>
                </p:cNvPr>
                <p:cNvPicPr/>
                <p:nvPr/>
              </p:nvPicPr>
              <p:blipFill>
                <a:blip r:embed="rId251"/>
                <a:stretch>
                  <a:fillRect/>
                </a:stretch>
              </p:blipFill>
              <p:spPr>
                <a:xfrm>
                  <a:off x="3433290" y="5793150"/>
                  <a:ext cx="2509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1406" name="Ink 11405">
                  <a:extLst>
                    <a:ext uri="{FF2B5EF4-FFF2-40B4-BE49-F238E27FC236}">
                      <a16:creationId xmlns:a16="http://schemas.microsoft.com/office/drawing/2014/main" id="{A6C36A38-AB3A-7A3E-AF4A-8A53A69DEFAD}"/>
                    </a:ext>
                  </a:extLst>
                </p14:cNvPr>
                <p14:cNvContentPartPr/>
                <p14:nvPr/>
              </p14:nvContentPartPr>
              <p14:xfrm>
                <a:off x="3764490" y="5785590"/>
                <a:ext cx="175320" cy="127440"/>
              </p14:xfrm>
            </p:contentPart>
          </mc:Choice>
          <mc:Fallback xmlns="">
            <p:pic>
              <p:nvPicPr>
                <p:cNvPr id="11406" name="Ink 11405">
                  <a:extLst>
                    <a:ext uri="{FF2B5EF4-FFF2-40B4-BE49-F238E27FC236}">
                      <a16:creationId xmlns:a16="http://schemas.microsoft.com/office/drawing/2014/main" id="{A6C36A38-AB3A-7A3E-AF4A-8A53A69DEFAD}"/>
                    </a:ext>
                  </a:extLst>
                </p:cNvPr>
                <p:cNvPicPr/>
                <p:nvPr/>
              </p:nvPicPr>
              <p:blipFill>
                <a:blip r:embed="rId253"/>
                <a:stretch>
                  <a:fillRect/>
                </a:stretch>
              </p:blipFill>
              <p:spPr>
                <a:xfrm>
                  <a:off x="3758370" y="5779470"/>
                  <a:ext cx="18756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1408" name="Ink 11407">
                  <a:extLst>
                    <a:ext uri="{FF2B5EF4-FFF2-40B4-BE49-F238E27FC236}">
                      <a16:creationId xmlns:a16="http://schemas.microsoft.com/office/drawing/2014/main" id="{33BEC3FA-64DC-3389-A349-6C2F6DAEB6D3}"/>
                    </a:ext>
                  </a:extLst>
                </p14:cNvPr>
                <p14:cNvContentPartPr/>
                <p14:nvPr/>
              </p14:nvContentPartPr>
              <p14:xfrm>
                <a:off x="3784290" y="5176110"/>
                <a:ext cx="183600" cy="14040"/>
              </p14:xfrm>
            </p:contentPart>
          </mc:Choice>
          <mc:Fallback xmlns="">
            <p:pic>
              <p:nvPicPr>
                <p:cNvPr id="11408" name="Ink 11407">
                  <a:extLst>
                    <a:ext uri="{FF2B5EF4-FFF2-40B4-BE49-F238E27FC236}">
                      <a16:creationId xmlns:a16="http://schemas.microsoft.com/office/drawing/2014/main" id="{33BEC3FA-64DC-3389-A349-6C2F6DAEB6D3}"/>
                    </a:ext>
                  </a:extLst>
                </p:cNvPr>
                <p:cNvPicPr/>
                <p:nvPr/>
              </p:nvPicPr>
              <p:blipFill>
                <a:blip r:embed="rId255"/>
                <a:stretch>
                  <a:fillRect/>
                </a:stretch>
              </p:blipFill>
              <p:spPr>
                <a:xfrm>
                  <a:off x="3778170" y="5169990"/>
                  <a:ext cx="1958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1409" name="Ink 11408">
                  <a:extLst>
                    <a:ext uri="{FF2B5EF4-FFF2-40B4-BE49-F238E27FC236}">
                      <a16:creationId xmlns:a16="http://schemas.microsoft.com/office/drawing/2014/main" id="{F332A992-3EC4-9557-F708-B4FFBC6231F9}"/>
                    </a:ext>
                  </a:extLst>
                </p14:cNvPr>
                <p14:cNvContentPartPr/>
                <p14:nvPr/>
              </p14:nvContentPartPr>
              <p14:xfrm>
                <a:off x="3814890" y="5219310"/>
                <a:ext cx="218520" cy="14400"/>
              </p14:xfrm>
            </p:contentPart>
          </mc:Choice>
          <mc:Fallback xmlns="">
            <p:pic>
              <p:nvPicPr>
                <p:cNvPr id="11409" name="Ink 11408">
                  <a:extLst>
                    <a:ext uri="{FF2B5EF4-FFF2-40B4-BE49-F238E27FC236}">
                      <a16:creationId xmlns:a16="http://schemas.microsoft.com/office/drawing/2014/main" id="{F332A992-3EC4-9557-F708-B4FFBC6231F9}"/>
                    </a:ext>
                  </a:extLst>
                </p:cNvPr>
                <p:cNvPicPr/>
                <p:nvPr/>
              </p:nvPicPr>
              <p:blipFill>
                <a:blip r:embed="rId257"/>
                <a:stretch>
                  <a:fillRect/>
                </a:stretch>
              </p:blipFill>
              <p:spPr>
                <a:xfrm>
                  <a:off x="3808770" y="5213190"/>
                  <a:ext cx="2307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1410" name="Ink 11409">
                  <a:extLst>
                    <a:ext uri="{FF2B5EF4-FFF2-40B4-BE49-F238E27FC236}">
                      <a16:creationId xmlns:a16="http://schemas.microsoft.com/office/drawing/2014/main" id="{6C72BB50-F0C7-758B-E93B-E6926F908BBF}"/>
                    </a:ext>
                  </a:extLst>
                </p14:cNvPr>
                <p14:cNvContentPartPr/>
                <p14:nvPr/>
              </p14:nvContentPartPr>
              <p14:xfrm>
                <a:off x="3802290" y="5095830"/>
                <a:ext cx="221400" cy="239040"/>
              </p14:xfrm>
            </p:contentPart>
          </mc:Choice>
          <mc:Fallback xmlns="">
            <p:pic>
              <p:nvPicPr>
                <p:cNvPr id="11410" name="Ink 11409">
                  <a:extLst>
                    <a:ext uri="{FF2B5EF4-FFF2-40B4-BE49-F238E27FC236}">
                      <a16:creationId xmlns:a16="http://schemas.microsoft.com/office/drawing/2014/main" id="{6C72BB50-F0C7-758B-E93B-E6926F908BBF}"/>
                    </a:ext>
                  </a:extLst>
                </p:cNvPr>
                <p:cNvPicPr/>
                <p:nvPr/>
              </p:nvPicPr>
              <p:blipFill>
                <a:blip r:embed="rId259"/>
                <a:stretch>
                  <a:fillRect/>
                </a:stretch>
              </p:blipFill>
              <p:spPr>
                <a:xfrm>
                  <a:off x="3796170" y="5089710"/>
                  <a:ext cx="23364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1411" name="Ink 11410">
                  <a:extLst>
                    <a:ext uri="{FF2B5EF4-FFF2-40B4-BE49-F238E27FC236}">
                      <a16:creationId xmlns:a16="http://schemas.microsoft.com/office/drawing/2014/main" id="{FD34669C-CE95-9B45-A496-E0B6379BECED}"/>
                    </a:ext>
                  </a:extLst>
                </p14:cNvPr>
                <p14:cNvContentPartPr/>
                <p14:nvPr/>
              </p14:nvContentPartPr>
              <p14:xfrm>
                <a:off x="4079850" y="5219310"/>
                <a:ext cx="309600" cy="110520"/>
              </p14:xfrm>
            </p:contentPart>
          </mc:Choice>
          <mc:Fallback xmlns="">
            <p:pic>
              <p:nvPicPr>
                <p:cNvPr id="11411" name="Ink 11410">
                  <a:extLst>
                    <a:ext uri="{FF2B5EF4-FFF2-40B4-BE49-F238E27FC236}">
                      <a16:creationId xmlns:a16="http://schemas.microsoft.com/office/drawing/2014/main" id="{FD34669C-CE95-9B45-A496-E0B6379BECED}"/>
                    </a:ext>
                  </a:extLst>
                </p:cNvPr>
                <p:cNvPicPr/>
                <p:nvPr/>
              </p:nvPicPr>
              <p:blipFill>
                <a:blip r:embed="rId261"/>
                <a:stretch>
                  <a:fillRect/>
                </a:stretch>
              </p:blipFill>
              <p:spPr>
                <a:xfrm>
                  <a:off x="4073730" y="5213190"/>
                  <a:ext cx="3218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1413" name="Ink 11412">
                  <a:extLst>
                    <a:ext uri="{FF2B5EF4-FFF2-40B4-BE49-F238E27FC236}">
                      <a16:creationId xmlns:a16="http://schemas.microsoft.com/office/drawing/2014/main" id="{AAB88121-A888-451C-B242-4F7021D761DB}"/>
                    </a:ext>
                  </a:extLst>
                </p14:cNvPr>
                <p14:cNvContentPartPr/>
                <p14:nvPr/>
              </p14:nvContentPartPr>
              <p14:xfrm>
                <a:off x="4574130" y="5207790"/>
                <a:ext cx="180720" cy="185400"/>
              </p14:xfrm>
            </p:contentPart>
          </mc:Choice>
          <mc:Fallback xmlns="">
            <p:pic>
              <p:nvPicPr>
                <p:cNvPr id="11413" name="Ink 11412">
                  <a:extLst>
                    <a:ext uri="{FF2B5EF4-FFF2-40B4-BE49-F238E27FC236}">
                      <a16:creationId xmlns:a16="http://schemas.microsoft.com/office/drawing/2014/main" id="{AAB88121-A888-451C-B242-4F7021D761DB}"/>
                    </a:ext>
                  </a:extLst>
                </p:cNvPr>
                <p:cNvPicPr/>
                <p:nvPr/>
              </p:nvPicPr>
              <p:blipFill>
                <a:blip r:embed="rId263"/>
                <a:stretch>
                  <a:fillRect/>
                </a:stretch>
              </p:blipFill>
              <p:spPr>
                <a:xfrm>
                  <a:off x="4568010" y="5201670"/>
                  <a:ext cx="1929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1414" name="Ink 11413">
                  <a:extLst>
                    <a:ext uri="{FF2B5EF4-FFF2-40B4-BE49-F238E27FC236}">
                      <a16:creationId xmlns:a16="http://schemas.microsoft.com/office/drawing/2014/main" id="{4BFA13FC-7B88-6B44-7527-F90F7AB34A5B}"/>
                    </a:ext>
                  </a:extLst>
                </p14:cNvPr>
                <p14:cNvContentPartPr/>
                <p14:nvPr/>
              </p14:nvContentPartPr>
              <p14:xfrm>
                <a:off x="4714170" y="5219310"/>
                <a:ext cx="152280" cy="86400"/>
              </p14:xfrm>
            </p:contentPart>
          </mc:Choice>
          <mc:Fallback xmlns="">
            <p:pic>
              <p:nvPicPr>
                <p:cNvPr id="11414" name="Ink 11413">
                  <a:extLst>
                    <a:ext uri="{FF2B5EF4-FFF2-40B4-BE49-F238E27FC236}">
                      <a16:creationId xmlns:a16="http://schemas.microsoft.com/office/drawing/2014/main" id="{4BFA13FC-7B88-6B44-7527-F90F7AB34A5B}"/>
                    </a:ext>
                  </a:extLst>
                </p:cNvPr>
                <p:cNvPicPr/>
                <p:nvPr/>
              </p:nvPicPr>
              <p:blipFill>
                <a:blip r:embed="rId265"/>
                <a:stretch>
                  <a:fillRect/>
                </a:stretch>
              </p:blipFill>
              <p:spPr>
                <a:xfrm>
                  <a:off x="4708050" y="5213190"/>
                  <a:ext cx="1645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1415" name="Ink 11414">
                  <a:extLst>
                    <a:ext uri="{FF2B5EF4-FFF2-40B4-BE49-F238E27FC236}">
                      <a16:creationId xmlns:a16="http://schemas.microsoft.com/office/drawing/2014/main" id="{F11D5781-1B07-21A6-8BDD-D66CABEAA837}"/>
                    </a:ext>
                  </a:extLst>
                </p14:cNvPr>
                <p14:cNvContentPartPr/>
                <p14:nvPr/>
              </p14:nvContentPartPr>
              <p14:xfrm>
                <a:off x="4839450" y="5106270"/>
                <a:ext cx="194400" cy="185400"/>
              </p14:xfrm>
            </p:contentPart>
          </mc:Choice>
          <mc:Fallback xmlns="">
            <p:pic>
              <p:nvPicPr>
                <p:cNvPr id="11415" name="Ink 11414">
                  <a:extLst>
                    <a:ext uri="{FF2B5EF4-FFF2-40B4-BE49-F238E27FC236}">
                      <a16:creationId xmlns:a16="http://schemas.microsoft.com/office/drawing/2014/main" id="{F11D5781-1B07-21A6-8BDD-D66CABEAA837}"/>
                    </a:ext>
                  </a:extLst>
                </p:cNvPr>
                <p:cNvPicPr/>
                <p:nvPr/>
              </p:nvPicPr>
              <p:blipFill>
                <a:blip r:embed="rId267"/>
                <a:stretch>
                  <a:fillRect/>
                </a:stretch>
              </p:blipFill>
              <p:spPr>
                <a:xfrm>
                  <a:off x="4833330" y="5100150"/>
                  <a:ext cx="20664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1416" name="Ink 11415">
                  <a:extLst>
                    <a:ext uri="{FF2B5EF4-FFF2-40B4-BE49-F238E27FC236}">
                      <a16:creationId xmlns:a16="http://schemas.microsoft.com/office/drawing/2014/main" id="{C2D90232-984A-209E-C238-72BC3DA1F533}"/>
                    </a:ext>
                  </a:extLst>
                </p14:cNvPr>
                <p14:cNvContentPartPr/>
                <p14:nvPr/>
              </p14:nvContentPartPr>
              <p14:xfrm>
                <a:off x="4982370" y="5133270"/>
                <a:ext cx="200520" cy="178200"/>
              </p14:xfrm>
            </p:contentPart>
          </mc:Choice>
          <mc:Fallback xmlns="">
            <p:pic>
              <p:nvPicPr>
                <p:cNvPr id="11416" name="Ink 11415">
                  <a:extLst>
                    <a:ext uri="{FF2B5EF4-FFF2-40B4-BE49-F238E27FC236}">
                      <a16:creationId xmlns:a16="http://schemas.microsoft.com/office/drawing/2014/main" id="{C2D90232-984A-209E-C238-72BC3DA1F533}"/>
                    </a:ext>
                  </a:extLst>
                </p:cNvPr>
                <p:cNvPicPr/>
                <p:nvPr/>
              </p:nvPicPr>
              <p:blipFill>
                <a:blip r:embed="rId269"/>
                <a:stretch>
                  <a:fillRect/>
                </a:stretch>
              </p:blipFill>
              <p:spPr>
                <a:xfrm>
                  <a:off x="4976250" y="5127150"/>
                  <a:ext cx="2127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1417" name="Ink 11416">
                  <a:extLst>
                    <a:ext uri="{FF2B5EF4-FFF2-40B4-BE49-F238E27FC236}">
                      <a16:creationId xmlns:a16="http://schemas.microsoft.com/office/drawing/2014/main" id="{4850FEE3-11CE-515A-6F3C-2AF698485070}"/>
                    </a:ext>
                  </a:extLst>
                </p14:cNvPr>
                <p14:cNvContentPartPr/>
                <p14:nvPr/>
              </p14:nvContentPartPr>
              <p14:xfrm>
                <a:off x="5214210" y="5176110"/>
                <a:ext cx="29880" cy="21960"/>
              </p14:xfrm>
            </p:contentPart>
          </mc:Choice>
          <mc:Fallback xmlns="">
            <p:pic>
              <p:nvPicPr>
                <p:cNvPr id="11417" name="Ink 11416">
                  <a:extLst>
                    <a:ext uri="{FF2B5EF4-FFF2-40B4-BE49-F238E27FC236}">
                      <a16:creationId xmlns:a16="http://schemas.microsoft.com/office/drawing/2014/main" id="{4850FEE3-11CE-515A-6F3C-2AF698485070}"/>
                    </a:ext>
                  </a:extLst>
                </p:cNvPr>
                <p:cNvPicPr/>
                <p:nvPr/>
              </p:nvPicPr>
              <p:blipFill>
                <a:blip r:embed="rId271"/>
                <a:stretch>
                  <a:fillRect/>
                </a:stretch>
              </p:blipFill>
              <p:spPr>
                <a:xfrm>
                  <a:off x="5208090" y="5169990"/>
                  <a:ext cx="421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1418" name="Ink 11417">
                  <a:extLst>
                    <a:ext uri="{FF2B5EF4-FFF2-40B4-BE49-F238E27FC236}">
                      <a16:creationId xmlns:a16="http://schemas.microsoft.com/office/drawing/2014/main" id="{E7064B9F-1E3C-C9E4-A6BB-2F3799E6EF7A}"/>
                    </a:ext>
                  </a:extLst>
                </p14:cNvPr>
                <p14:cNvContentPartPr/>
                <p14:nvPr/>
              </p14:nvContentPartPr>
              <p14:xfrm>
                <a:off x="5138970" y="5223270"/>
                <a:ext cx="207360" cy="207360"/>
              </p14:xfrm>
            </p:contentPart>
          </mc:Choice>
          <mc:Fallback xmlns="">
            <p:pic>
              <p:nvPicPr>
                <p:cNvPr id="11418" name="Ink 11417">
                  <a:extLst>
                    <a:ext uri="{FF2B5EF4-FFF2-40B4-BE49-F238E27FC236}">
                      <a16:creationId xmlns:a16="http://schemas.microsoft.com/office/drawing/2014/main" id="{E7064B9F-1E3C-C9E4-A6BB-2F3799E6EF7A}"/>
                    </a:ext>
                  </a:extLst>
                </p:cNvPr>
                <p:cNvPicPr/>
                <p:nvPr/>
              </p:nvPicPr>
              <p:blipFill>
                <a:blip r:embed="rId273"/>
                <a:stretch>
                  <a:fillRect/>
                </a:stretch>
              </p:blipFill>
              <p:spPr>
                <a:xfrm>
                  <a:off x="5132850" y="5217150"/>
                  <a:ext cx="21960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1420" name="Ink 11419">
                  <a:extLst>
                    <a:ext uri="{FF2B5EF4-FFF2-40B4-BE49-F238E27FC236}">
                      <a16:creationId xmlns:a16="http://schemas.microsoft.com/office/drawing/2014/main" id="{B6305194-C1EE-7A22-814D-CDDA923B1965}"/>
                    </a:ext>
                  </a:extLst>
                </p14:cNvPr>
                <p14:cNvContentPartPr/>
                <p14:nvPr/>
              </p14:nvContentPartPr>
              <p14:xfrm>
                <a:off x="5273610" y="5389230"/>
                <a:ext cx="412560" cy="205560"/>
              </p14:xfrm>
            </p:contentPart>
          </mc:Choice>
          <mc:Fallback xmlns="">
            <p:pic>
              <p:nvPicPr>
                <p:cNvPr id="11420" name="Ink 11419">
                  <a:extLst>
                    <a:ext uri="{FF2B5EF4-FFF2-40B4-BE49-F238E27FC236}">
                      <a16:creationId xmlns:a16="http://schemas.microsoft.com/office/drawing/2014/main" id="{B6305194-C1EE-7A22-814D-CDDA923B1965}"/>
                    </a:ext>
                  </a:extLst>
                </p:cNvPr>
                <p:cNvPicPr/>
                <p:nvPr/>
              </p:nvPicPr>
              <p:blipFill>
                <a:blip r:embed="rId275"/>
                <a:stretch>
                  <a:fillRect/>
                </a:stretch>
              </p:blipFill>
              <p:spPr>
                <a:xfrm>
                  <a:off x="5267490" y="5383110"/>
                  <a:ext cx="42480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1421" name="Ink 11420">
                  <a:extLst>
                    <a:ext uri="{FF2B5EF4-FFF2-40B4-BE49-F238E27FC236}">
                      <a16:creationId xmlns:a16="http://schemas.microsoft.com/office/drawing/2014/main" id="{E411B835-EFB0-F54D-E417-B8B7B227A4AE}"/>
                    </a:ext>
                  </a:extLst>
                </p14:cNvPr>
                <p14:cNvContentPartPr/>
                <p14:nvPr/>
              </p14:nvContentPartPr>
              <p14:xfrm>
                <a:off x="5876970" y="5381670"/>
                <a:ext cx="344160" cy="248760"/>
              </p14:xfrm>
            </p:contentPart>
          </mc:Choice>
          <mc:Fallback xmlns="">
            <p:pic>
              <p:nvPicPr>
                <p:cNvPr id="11421" name="Ink 11420">
                  <a:extLst>
                    <a:ext uri="{FF2B5EF4-FFF2-40B4-BE49-F238E27FC236}">
                      <a16:creationId xmlns:a16="http://schemas.microsoft.com/office/drawing/2014/main" id="{E411B835-EFB0-F54D-E417-B8B7B227A4AE}"/>
                    </a:ext>
                  </a:extLst>
                </p:cNvPr>
                <p:cNvPicPr/>
                <p:nvPr/>
              </p:nvPicPr>
              <p:blipFill>
                <a:blip r:embed="rId277"/>
                <a:stretch>
                  <a:fillRect/>
                </a:stretch>
              </p:blipFill>
              <p:spPr>
                <a:xfrm>
                  <a:off x="5870850" y="5375550"/>
                  <a:ext cx="35640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1422" name="Ink 11421">
                  <a:extLst>
                    <a:ext uri="{FF2B5EF4-FFF2-40B4-BE49-F238E27FC236}">
                      <a16:creationId xmlns:a16="http://schemas.microsoft.com/office/drawing/2014/main" id="{FCE517D7-90C4-C54F-0D1D-1B116596CFA5}"/>
                    </a:ext>
                  </a:extLst>
                </p14:cNvPr>
                <p14:cNvContentPartPr/>
                <p14:nvPr/>
              </p14:nvContentPartPr>
              <p14:xfrm>
                <a:off x="6131490" y="5502630"/>
                <a:ext cx="102240" cy="46800"/>
              </p14:xfrm>
            </p:contentPart>
          </mc:Choice>
          <mc:Fallback xmlns="">
            <p:pic>
              <p:nvPicPr>
                <p:cNvPr id="11422" name="Ink 11421">
                  <a:extLst>
                    <a:ext uri="{FF2B5EF4-FFF2-40B4-BE49-F238E27FC236}">
                      <a16:creationId xmlns:a16="http://schemas.microsoft.com/office/drawing/2014/main" id="{FCE517D7-90C4-C54F-0D1D-1B116596CFA5}"/>
                    </a:ext>
                  </a:extLst>
                </p:cNvPr>
                <p:cNvPicPr/>
                <p:nvPr/>
              </p:nvPicPr>
              <p:blipFill>
                <a:blip r:embed="rId279"/>
                <a:stretch>
                  <a:fillRect/>
                </a:stretch>
              </p:blipFill>
              <p:spPr>
                <a:xfrm>
                  <a:off x="6125370" y="5496510"/>
                  <a:ext cx="11448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1423" name="Ink 11422">
                  <a:extLst>
                    <a:ext uri="{FF2B5EF4-FFF2-40B4-BE49-F238E27FC236}">
                      <a16:creationId xmlns:a16="http://schemas.microsoft.com/office/drawing/2014/main" id="{5E78FCA1-655E-C611-FFA1-AEC7091DF00F}"/>
                    </a:ext>
                  </a:extLst>
                </p14:cNvPr>
                <p14:cNvContentPartPr/>
                <p14:nvPr/>
              </p14:nvContentPartPr>
              <p14:xfrm>
                <a:off x="6379890" y="5471310"/>
                <a:ext cx="122400" cy="128160"/>
              </p14:xfrm>
            </p:contentPart>
          </mc:Choice>
          <mc:Fallback xmlns="">
            <p:pic>
              <p:nvPicPr>
                <p:cNvPr id="11423" name="Ink 11422">
                  <a:extLst>
                    <a:ext uri="{FF2B5EF4-FFF2-40B4-BE49-F238E27FC236}">
                      <a16:creationId xmlns:a16="http://schemas.microsoft.com/office/drawing/2014/main" id="{5E78FCA1-655E-C611-FFA1-AEC7091DF00F}"/>
                    </a:ext>
                  </a:extLst>
                </p:cNvPr>
                <p:cNvPicPr/>
                <p:nvPr/>
              </p:nvPicPr>
              <p:blipFill>
                <a:blip r:embed="rId281"/>
                <a:stretch>
                  <a:fillRect/>
                </a:stretch>
              </p:blipFill>
              <p:spPr>
                <a:xfrm>
                  <a:off x="6373770" y="5465190"/>
                  <a:ext cx="13464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1424" name="Ink 11423">
                  <a:extLst>
                    <a:ext uri="{FF2B5EF4-FFF2-40B4-BE49-F238E27FC236}">
                      <a16:creationId xmlns:a16="http://schemas.microsoft.com/office/drawing/2014/main" id="{4BA054D6-05B4-4D33-E09B-3510C6BDC135}"/>
                    </a:ext>
                  </a:extLst>
                </p14:cNvPr>
                <p14:cNvContentPartPr/>
                <p14:nvPr/>
              </p14:nvContentPartPr>
              <p14:xfrm>
                <a:off x="6479970" y="5333790"/>
                <a:ext cx="63000" cy="71280"/>
              </p14:xfrm>
            </p:contentPart>
          </mc:Choice>
          <mc:Fallback xmlns="">
            <p:pic>
              <p:nvPicPr>
                <p:cNvPr id="11424" name="Ink 11423">
                  <a:extLst>
                    <a:ext uri="{FF2B5EF4-FFF2-40B4-BE49-F238E27FC236}">
                      <a16:creationId xmlns:a16="http://schemas.microsoft.com/office/drawing/2014/main" id="{4BA054D6-05B4-4D33-E09B-3510C6BDC135}"/>
                    </a:ext>
                  </a:extLst>
                </p:cNvPr>
                <p:cNvPicPr/>
                <p:nvPr/>
              </p:nvPicPr>
              <p:blipFill>
                <a:blip r:embed="rId283"/>
                <a:stretch>
                  <a:fillRect/>
                </a:stretch>
              </p:blipFill>
              <p:spPr>
                <a:xfrm>
                  <a:off x="6473850" y="5327670"/>
                  <a:ext cx="7524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1425" name="Ink 11424">
                  <a:extLst>
                    <a:ext uri="{FF2B5EF4-FFF2-40B4-BE49-F238E27FC236}">
                      <a16:creationId xmlns:a16="http://schemas.microsoft.com/office/drawing/2014/main" id="{8E088DE4-DFB2-3987-B0A9-0391A5ED490A}"/>
                    </a:ext>
                  </a:extLst>
                </p14:cNvPr>
                <p14:cNvContentPartPr/>
                <p14:nvPr/>
              </p14:nvContentPartPr>
              <p14:xfrm>
                <a:off x="6445410" y="5432070"/>
                <a:ext cx="634680" cy="244080"/>
              </p14:xfrm>
            </p:contentPart>
          </mc:Choice>
          <mc:Fallback xmlns="">
            <p:pic>
              <p:nvPicPr>
                <p:cNvPr id="11425" name="Ink 11424">
                  <a:extLst>
                    <a:ext uri="{FF2B5EF4-FFF2-40B4-BE49-F238E27FC236}">
                      <a16:creationId xmlns:a16="http://schemas.microsoft.com/office/drawing/2014/main" id="{8E088DE4-DFB2-3987-B0A9-0391A5ED490A}"/>
                    </a:ext>
                  </a:extLst>
                </p:cNvPr>
                <p:cNvPicPr/>
                <p:nvPr/>
              </p:nvPicPr>
              <p:blipFill>
                <a:blip r:embed="rId285"/>
                <a:stretch>
                  <a:fillRect/>
                </a:stretch>
              </p:blipFill>
              <p:spPr>
                <a:xfrm>
                  <a:off x="6439290" y="5425950"/>
                  <a:ext cx="6469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1426" name="Ink 11425">
                  <a:extLst>
                    <a:ext uri="{FF2B5EF4-FFF2-40B4-BE49-F238E27FC236}">
                      <a16:creationId xmlns:a16="http://schemas.microsoft.com/office/drawing/2014/main" id="{C4BE1396-699D-D196-5F43-0FFC36D6C09C}"/>
                    </a:ext>
                  </a:extLst>
                </p14:cNvPr>
                <p14:cNvContentPartPr/>
                <p14:nvPr/>
              </p14:nvContentPartPr>
              <p14:xfrm>
                <a:off x="7320570" y="5388150"/>
                <a:ext cx="146880" cy="164160"/>
              </p14:xfrm>
            </p:contentPart>
          </mc:Choice>
          <mc:Fallback xmlns="">
            <p:pic>
              <p:nvPicPr>
                <p:cNvPr id="11426" name="Ink 11425">
                  <a:extLst>
                    <a:ext uri="{FF2B5EF4-FFF2-40B4-BE49-F238E27FC236}">
                      <a16:creationId xmlns:a16="http://schemas.microsoft.com/office/drawing/2014/main" id="{C4BE1396-699D-D196-5F43-0FFC36D6C09C}"/>
                    </a:ext>
                  </a:extLst>
                </p:cNvPr>
                <p:cNvPicPr/>
                <p:nvPr/>
              </p:nvPicPr>
              <p:blipFill>
                <a:blip r:embed="rId287"/>
                <a:stretch>
                  <a:fillRect/>
                </a:stretch>
              </p:blipFill>
              <p:spPr>
                <a:xfrm>
                  <a:off x="7314450" y="5382030"/>
                  <a:ext cx="15912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1427" name="Ink 11426">
                  <a:extLst>
                    <a:ext uri="{FF2B5EF4-FFF2-40B4-BE49-F238E27FC236}">
                      <a16:creationId xmlns:a16="http://schemas.microsoft.com/office/drawing/2014/main" id="{8F389AB9-9ADB-FEF8-C7A0-DB0023F0AADE}"/>
                    </a:ext>
                  </a:extLst>
                </p14:cNvPr>
                <p14:cNvContentPartPr/>
                <p14:nvPr/>
              </p14:nvContentPartPr>
              <p14:xfrm>
                <a:off x="7462770" y="5413350"/>
                <a:ext cx="67320" cy="129600"/>
              </p14:xfrm>
            </p:contentPart>
          </mc:Choice>
          <mc:Fallback xmlns="">
            <p:pic>
              <p:nvPicPr>
                <p:cNvPr id="11427" name="Ink 11426">
                  <a:extLst>
                    <a:ext uri="{FF2B5EF4-FFF2-40B4-BE49-F238E27FC236}">
                      <a16:creationId xmlns:a16="http://schemas.microsoft.com/office/drawing/2014/main" id="{8F389AB9-9ADB-FEF8-C7A0-DB0023F0AADE}"/>
                    </a:ext>
                  </a:extLst>
                </p:cNvPr>
                <p:cNvPicPr/>
                <p:nvPr/>
              </p:nvPicPr>
              <p:blipFill>
                <a:blip r:embed="rId289"/>
                <a:stretch>
                  <a:fillRect/>
                </a:stretch>
              </p:blipFill>
              <p:spPr>
                <a:xfrm>
                  <a:off x="7456650" y="5407230"/>
                  <a:ext cx="795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1428" name="Ink 11427">
                  <a:extLst>
                    <a:ext uri="{FF2B5EF4-FFF2-40B4-BE49-F238E27FC236}">
                      <a16:creationId xmlns:a16="http://schemas.microsoft.com/office/drawing/2014/main" id="{C5AA66B2-95CF-88EE-C2CC-684F78F8857E}"/>
                    </a:ext>
                  </a:extLst>
                </p14:cNvPr>
                <p14:cNvContentPartPr/>
                <p14:nvPr/>
              </p14:nvContentPartPr>
              <p14:xfrm>
                <a:off x="7573650" y="5308950"/>
                <a:ext cx="56520" cy="19800"/>
              </p14:xfrm>
            </p:contentPart>
          </mc:Choice>
          <mc:Fallback xmlns="">
            <p:pic>
              <p:nvPicPr>
                <p:cNvPr id="11428" name="Ink 11427">
                  <a:extLst>
                    <a:ext uri="{FF2B5EF4-FFF2-40B4-BE49-F238E27FC236}">
                      <a16:creationId xmlns:a16="http://schemas.microsoft.com/office/drawing/2014/main" id="{C5AA66B2-95CF-88EE-C2CC-684F78F8857E}"/>
                    </a:ext>
                  </a:extLst>
                </p:cNvPr>
                <p:cNvPicPr/>
                <p:nvPr/>
              </p:nvPicPr>
              <p:blipFill>
                <a:blip r:embed="rId291"/>
                <a:stretch>
                  <a:fillRect/>
                </a:stretch>
              </p:blipFill>
              <p:spPr>
                <a:xfrm>
                  <a:off x="7567530" y="5302830"/>
                  <a:ext cx="687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1429" name="Ink 11428">
                  <a:extLst>
                    <a:ext uri="{FF2B5EF4-FFF2-40B4-BE49-F238E27FC236}">
                      <a16:creationId xmlns:a16="http://schemas.microsoft.com/office/drawing/2014/main" id="{B520EDFA-0986-FBCE-CB2A-3F10C12E9EAA}"/>
                    </a:ext>
                  </a:extLst>
                </p14:cNvPr>
                <p14:cNvContentPartPr/>
                <p14:nvPr/>
              </p14:nvContentPartPr>
              <p14:xfrm>
                <a:off x="7545930" y="5382390"/>
                <a:ext cx="340560" cy="138240"/>
              </p14:xfrm>
            </p:contentPart>
          </mc:Choice>
          <mc:Fallback xmlns="">
            <p:pic>
              <p:nvPicPr>
                <p:cNvPr id="11429" name="Ink 11428">
                  <a:extLst>
                    <a:ext uri="{FF2B5EF4-FFF2-40B4-BE49-F238E27FC236}">
                      <a16:creationId xmlns:a16="http://schemas.microsoft.com/office/drawing/2014/main" id="{B520EDFA-0986-FBCE-CB2A-3F10C12E9EAA}"/>
                    </a:ext>
                  </a:extLst>
                </p:cNvPr>
                <p:cNvPicPr/>
                <p:nvPr/>
              </p:nvPicPr>
              <p:blipFill>
                <a:blip r:embed="rId293"/>
                <a:stretch>
                  <a:fillRect/>
                </a:stretch>
              </p:blipFill>
              <p:spPr>
                <a:xfrm>
                  <a:off x="7539810" y="5376270"/>
                  <a:ext cx="3528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1430" name="Ink 11429">
                  <a:extLst>
                    <a:ext uri="{FF2B5EF4-FFF2-40B4-BE49-F238E27FC236}">
                      <a16:creationId xmlns:a16="http://schemas.microsoft.com/office/drawing/2014/main" id="{C08D480B-9D77-7620-5031-69C7E98991C7}"/>
                    </a:ext>
                  </a:extLst>
                </p14:cNvPr>
                <p14:cNvContentPartPr/>
                <p14:nvPr/>
              </p14:nvContentPartPr>
              <p14:xfrm>
                <a:off x="8501730" y="5177910"/>
                <a:ext cx="104400" cy="219240"/>
              </p14:xfrm>
            </p:contentPart>
          </mc:Choice>
          <mc:Fallback xmlns="">
            <p:pic>
              <p:nvPicPr>
                <p:cNvPr id="11430" name="Ink 11429">
                  <a:extLst>
                    <a:ext uri="{FF2B5EF4-FFF2-40B4-BE49-F238E27FC236}">
                      <a16:creationId xmlns:a16="http://schemas.microsoft.com/office/drawing/2014/main" id="{C08D480B-9D77-7620-5031-69C7E98991C7}"/>
                    </a:ext>
                  </a:extLst>
                </p:cNvPr>
                <p:cNvPicPr/>
                <p:nvPr/>
              </p:nvPicPr>
              <p:blipFill>
                <a:blip r:embed="rId295"/>
                <a:stretch>
                  <a:fillRect/>
                </a:stretch>
              </p:blipFill>
              <p:spPr>
                <a:xfrm>
                  <a:off x="8495610" y="5171790"/>
                  <a:ext cx="1166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1431" name="Ink 11430">
                  <a:extLst>
                    <a:ext uri="{FF2B5EF4-FFF2-40B4-BE49-F238E27FC236}">
                      <a16:creationId xmlns:a16="http://schemas.microsoft.com/office/drawing/2014/main" id="{FC8E60B5-E0A2-5D30-1FB9-98FB07465031}"/>
                    </a:ext>
                  </a:extLst>
                </p14:cNvPr>
                <p14:cNvContentPartPr/>
                <p14:nvPr/>
              </p14:nvContentPartPr>
              <p14:xfrm>
                <a:off x="8382930" y="5322990"/>
                <a:ext cx="350640" cy="97920"/>
              </p14:xfrm>
            </p:contentPart>
          </mc:Choice>
          <mc:Fallback xmlns="">
            <p:pic>
              <p:nvPicPr>
                <p:cNvPr id="11431" name="Ink 11430">
                  <a:extLst>
                    <a:ext uri="{FF2B5EF4-FFF2-40B4-BE49-F238E27FC236}">
                      <a16:creationId xmlns:a16="http://schemas.microsoft.com/office/drawing/2014/main" id="{FC8E60B5-E0A2-5D30-1FB9-98FB07465031}"/>
                    </a:ext>
                  </a:extLst>
                </p:cNvPr>
                <p:cNvPicPr/>
                <p:nvPr/>
              </p:nvPicPr>
              <p:blipFill>
                <a:blip r:embed="rId297"/>
                <a:stretch>
                  <a:fillRect/>
                </a:stretch>
              </p:blipFill>
              <p:spPr>
                <a:xfrm>
                  <a:off x="8376810" y="5316870"/>
                  <a:ext cx="36288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1432" name="Ink 11431">
                  <a:extLst>
                    <a:ext uri="{FF2B5EF4-FFF2-40B4-BE49-F238E27FC236}">
                      <a16:creationId xmlns:a16="http://schemas.microsoft.com/office/drawing/2014/main" id="{D7AC96D0-F2C4-5DF6-8357-6AFF29C25BB5}"/>
                    </a:ext>
                  </a:extLst>
                </p14:cNvPr>
                <p14:cNvContentPartPr/>
                <p14:nvPr/>
              </p14:nvContentPartPr>
              <p14:xfrm>
                <a:off x="8836170" y="5123550"/>
                <a:ext cx="825480" cy="271440"/>
              </p14:xfrm>
            </p:contentPart>
          </mc:Choice>
          <mc:Fallback xmlns="">
            <p:pic>
              <p:nvPicPr>
                <p:cNvPr id="11432" name="Ink 11431">
                  <a:extLst>
                    <a:ext uri="{FF2B5EF4-FFF2-40B4-BE49-F238E27FC236}">
                      <a16:creationId xmlns:a16="http://schemas.microsoft.com/office/drawing/2014/main" id="{D7AC96D0-F2C4-5DF6-8357-6AFF29C25BB5}"/>
                    </a:ext>
                  </a:extLst>
                </p:cNvPr>
                <p:cNvPicPr/>
                <p:nvPr/>
              </p:nvPicPr>
              <p:blipFill>
                <a:blip r:embed="rId299"/>
                <a:stretch>
                  <a:fillRect/>
                </a:stretch>
              </p:blipFill>
              <p:spPr>
                <a:xfrm>
                  <a:off x="8830050" y="5117430"/>
                  <a:ext cx="83772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1433" name="Ink 11432">
                  <a:extLst>
                    <a:ext uri="{FF2B5EF4-FFF2-40B4-BE49-F238E27FC236}">
                      <a16:creationId xmlns:a16="http://schemas.microsoft.com/office/drawing/2014/main" id="{1749C29F-EBF4-0CD0-FAD3-1DA01C2EA92B}"/>
                    </a:ext>
                  </a:extLst>
                </p14:cNvPr>
                <p14:cNvContentPartPr/>
                <p14:nvPr/>
              </p14:nvContentPartPr>
              <p14:xfrm>
                <a:off x="9734010" y="5245230"/>
                <a:ext cx="323640" cy="148680"/>
              </p14:xfrm>
            </p:contentPart>
          </mc:Choice>
          <mc:Fallback xmlns="">
            <p:pic>
              <p:nvPicPr>
                <p:cNvPr id="11433" name="Ink 11432">
                  <a:extLst>
                    <a:ext uri="{FF2B5EF4-FFF2-40B4-BE49-F238E27FC236}">
                      <a16:creationId xmlns:a16="http://schemas.microsoft.com/office/drawing/2014/main" id="{1749C29F-EBF4-0CD0-FAD3-1DA01C2EA92B}"/>
                    </a:ext>
                  </a:extLst>
                </p:cNvPr>
                <p:cNvPicPr/>
                <p:nvPr/>
              </p:nvPicPr>
              <p:blipFill>
                <a:blip r:embed="rId301"/>
                <a:stretch>
                  <a:fillRect/>
                </a:stretch>
              </p:blipFill>
              <p:spPr>
                <a:xfrm>
                  <a:off x="9727890" y="5239110"/>
                  <a:ext cx="33588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1436" name="Ink 11435">
                  <a:extLst>
                    <a:ext uri="{FF2B5EF4-FFF2-40B4-BE49-F238E27FC236}">
                      <a16:creationId xmlns:a16="http://schemas.microsoft.com/office/drawing/2014/main" id="{A74D7434-388C-B96F-7E57-58D60C3E1F4D}"/>
                    </a:ext>
                  </a:extLst>
                </p14:cNvPr>
                <p14:cNvContentPartPr/>
                <p14:nvPr/>
              </p14:nvContentPartPr>
              <p14:xfrm>
                <a:off x="4036290" y="5927790"/>
                <a:ext cx="284400" cy="155880"/>
              </p14:xfrm>
            </p:contentPart>
          </mc:Choice>
          <mc:Fallback xmlns="">
            <p:pic>
              <p:nvPicPr>
                <p:cNvPr id="11436" name="Ink 11435">
                  <a:extLst>
                    <a:ext uri="{FF2B5EF4-FFF2-40B4-BE49-F238E27FC236}">
                      <a16:creationId xmlns:a16="http://schemas.microsoft.com/office/drawing/2014/main" id="{A74D7434-388C-B96F-7E57-58D60C3E1F4D}"/>
                    </a:ext>
                  </a:extLst>
                </p:cNvPr>
                <p:cNvPicPr/>
                <p:nvPr/>
              </p:nvPicPr>
              <p:blipFill>
                <a:blip r:embed="rId303"/>
                <a:stretch>
                  <a:fillRect/>
                </a:stretch>
              </p:blipFill>
              <p:spPr>
                <a:xfrm>
                  <a:off x="4030170" y="5921670"/>
                  <a:ext cx="29664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1437" name="Ink 11436">
                  <a:extLst>
                    <a:ext uri="{FF2B5EF4-FFF2-40B4-BE49-F238E27FC236}">
                      <a16:creationId xmlns:a16="http://schemas.microsoft.com/office/drawing/2014/main" id="{D76FBC34-3ABD-CF29-1454-024B6C0D6963}"/>
                    </a:ext>
                  </a:extLst>
                </p14:cNvPr>
                <p14:cNvContentPartPr/>
                <p14:nvPr/>
              </p14:nvContentPartPr>
              <p14:xfrm>
                <a:off x="4548930" y="5971350"/>
                <a:ext cx="134280" cy="115560"/>
              </p14:xfrm>
            </p:contentPart>
          </mc:Choice>
          <mc:Fallback xmlns="">
            <p:pic>
              <p:nvPicPr>
                <p:cNvPr id="11437" name="Ink 11436">
                  <a:extLst>
                    <a:ext uri="{FF2B5EF4-FFF2-40B4-BE49-F238E27FC236}">
                      <a16:creationId xmlns:a16="http://schemas.microsoft.com/office/drawing/2014/main" id="{D76FBC34-3ABD-CF29-1454-024B6C0D6963}"/>
                    </a:ext>
                  </a:extLst>
                </p:cNvPr>
                <p:cNvPicPr/>
                <p:nvPr/>
              </p:nvPicPr>
              <p:blipFill>
                <a:blip r:embed="rId305"/>
                <a:stretch>
                  <a:fillRect/>
                </a:stretch>
              </p:blipFill>
              <p:spPr>
                <a:xfrm>
                  <a:off x="4542810" y="5965230"/>
                  <a:ext cx="1465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1438" name="Ink 11437">
                  <a:extLst>
                    <a:ext uri="{FF2B5EF4-FFF2-40B4-BE49-F238E27FC236}">
                      <a16:creationId xmlns:a16="http://schemas.microsoft.com/office/drawing/2014/main" id="{0D714437-9DDC-4657-639E-0EA6ECB620AA}"/>
                    </a:ext>
                  </a:extLst>
                </p14:cNvPr>
                <p14:cNvContentPartPr/>
                <p14:nvPr/>
              </p14:nvContentPartPr>
              <p14:xfrm>
                <a:off x="4754850" y="5859750"/>
                <a:ext cx="653760" cy="365400"/>
              </p14:xfrm>
            </p:contentPart>
          </mc:Choice>
          <mc:Fallback xmlns="">
            <p:pic>
              <p:nvPicPr>
                <p:cNvPr id="11438" name="Ink 11437">
                  <a:extLst>
                    <a:ext uri="{FF2B5EF4-FFF2-40B4-BE49-F238E27FC236}">
                      <a16:creationId xmlns:a16="http://schemas.microsoft.com/office/drawing/2014/main" id="{0D714437-9DDC-4657-639E-0EA6ECB620AA}"/>
                    </a:ext>
                  </a:extLst>
                </p:cNvPr>
                <p:cNvPicPr/>
                <p:nvPr/>
              </p:nvPicPr>
              <p:blipFill>
                <a:blip r:embed="rId307"/>
                <a:stretch>
                  <a:fillRect/>
                </a:stretch>
              </p:blipFill>
              <p:spPr>
                <a:xfrm>
                  <a:off x="4748730" y="5853630"/>
                  <a:ext cx="66600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1439" name="Ink 11438">
                  <a:extLst>
                    <a:ext uri="{FF2B5EF4-FFF2-40B4-BE49-F238E27FC236}">
                      <a16:creationId xmlns:a16="http://schemas.microsoft.com/office/drawing/2014/main" id="{D21BDDC5-3E0A-7B39-FB68-F976543CD7F7}"/>
                    </a:ext>
                  </a:extLst>
                </p14:cNvPr>
                <p14:cNvContentPartPr/>
                <p14:nvPr/>
              </p14:nvContentPartPr>
              <p14:xfrm>
                <a:off x="5673210" y="5803590"/>
                <a:ext cx="579960" cy="288360"/>
              </p14:xfrm>
            </p:contentPart>
          </mc:Choice>
          <mc:Fallback xmlns="">
            <p:pic>
              <p:nvPicPr>
                <p:cNvPr id="11439" name="Ink 11438">
                  <a:extLst>
                    <a:ext uri="{FF2B5EF4-FFF2-40B4-BE49-F238E27FC236}">
                      <a16:creationId xmlns:a16="http://schemas.microsoft.com/office/drawing/2014/main" id="{D21BDDC5-3E0A-7B39-FB68-F976543CD7F7}"/>
                    </a:ext>
                  </a:extLst>
                </p:cNvPr>
                <p:cNvPicPr/>
                <p:nvPr/>
              </p:nvPicPr>
              <p:blipFill>
                <a:blip r:embed="rId309"/>
                <a:stretch>
                  <a:fillRect/>
                </a:stretch>
              </p:blipFill>
              <p:spPr>
                <a:xfrm>
                  <a:off x="5667090" y="5797470"/>
                  <a:ext cx="59220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1440" name="Ink 11439">
                  <a:extLst>
                    <a:ext uri="{FF2B5EF4-FFF2-40B4-BE49-F238E27FC236}">
                      <a16:creationId xmlns:a16="http://schemas.microsoft.com/office/drawing/2014/main" id="{17F578C8-4667-D388-101E-A24489C1703A}"/>
                    </a:ext>
                  </a:extLst>
                </p14:cNvPr>
                <p14:cNvContentPartPr/>
                <p14:nvPr/>
              </p14:nvContentPartPr>
              <p14:xfrm>
                <a:off x="6326970" y="5783790"/>
                <a:ext cx="525240" cy="287640"/>
              </p14:xfrm>
            </p:contentPart>
          </mc:Choice>
          <mc:Fallback xmlns="">
            <p:pic>
              <p:nvPicPr>
                <p:cNvPr id="11440" name="Ink 11439">
                  <a:extLst>
                    <a:ext uri="{FF2B5EF4-FFF2-40B4-BE49-F238E27FC236}">
                      <a16:creationId xmlns:a16="http://schemas.microsoft.com/office/drawing/2014/main" id="{17F578C8-4667-D388-101E-A24489C1703A}"/>
                    </a:ext>
                  </a:extLst>
                </p:cNvPr>
                <p:cNvPicPr/>
                <p:nvPr/>
              </p:nvPicPr>
              <p:blipFill>
                <a:blip r:embed="rId311"/>
                <a:stretch>
                  <a:fillRect/>
                </a:stretch>
              </p:blipFill>
              <p:spPr>
                <a:xfrm>
                  <a:off x="6320850" y="5777670"/>
                  <a:ext cx="53748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1441" name="Ink 11440">
                  <a:extLst>
                    <a:ext uri="{FF2B5EF4-FFF2-40B4-BE49-F238E27FC236}">
                      <a16:creationId xmlns:a16="http://schemas.microsoft.com/office/drawing/2014/main" id="{C0816C01-3947-1635-C65F-DA10C77FEB4E}"/>
                    </a:ext>
                  </a:extLst>
                </p14:cNvPr>
                <p14:cNvContentPartPr/>
                <p14:nvPr/>
              </p14:nvContentPartPr>
              <p14:xfrm>
                <a:off x="6756090" y="5970990"/>
                <a:ext cx="133560" cy="111240"/>
              </p14:xfrm>
            </p:contentPart>
          </mc:Choice>
          <mc:Fallback xmlns="">
            <p:pic>
              <p:nvPicPr>
                <p:cNvPr id="11441" name="Ink 11440">
                  <a:extLst>
                    <a:ext uri="{FF2B5EF4-FFF2-40B4-BE49-F238E27FC236}">
                      <a16:creationId xmlns:a16="http://schemas.microsoft.com/office/drawing/2014/main" id="{C0816C01-3947-1635-C65F-DA10C77FEB4E}"/>
                    </a:ext>
                  </a:extLst>
                </p:cNvPr>
                <p:cNvPicPr/>
                <p:nvPr/>
              </p:nvPicPr>
              <p:blipFill>
                <a:blip r:embed="rId313"/>
                <a:stretch>
                  <a:fillRect/>
                </a:stretch>
              </p:blipFill>
              <p:spPr>
                <a:xfrm>
                  <a:off x="6749970" y="5964870"/>
                  <a:ext cx="14580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1442" name="Ink 11441">
                  <a:extLst>
                    <a:ext uri="{FF2B5EF4-FFF2-40B4-BE49-F238E27FC236}">
                      <a16:creationId xmlns:a16="http://schemas.microsoft.com/office/drawing/2014/main" id="{F3C7FAE5-8B63-74BB-2ED0-F138ADC97576}"/>
                    </a:ext>
                  </a:extLst>
                </p14:cNvPr>
                <p14:cNvContentPartPr/>
                <p14:nvPr/>
              </p14:nvContentPartPr>
              <p14:xfrm>
                <a:off x="6896490" y="5895750"/>
                <a:ext cx="36720" cy="21240"/>
              </p14:xfrm>
            </p:contentPart>
          </mc:Choice>
          <mc:Fallback xmlns="">
            <p:pic>
              <p:nvPicPr>
                <p:cNvPr id="11442" name="Ink 11441">
                  <a:extLst>
                    <a:ext uri="{FF2B5EF4-FFF2-40B4-BE49-F238E27FC236}">
                      <a16:creationId xmlns:a16="http://schemas.microsoft.com/office/drawing/2014/main" id="{F3C7FAE5-8B63-74BB-2ED0-F138ADC97576}"/>
                    </a:ext>
                  </a:extLst>
                </p:cNvPr>
                <p:cNvPicPr/>
                <p:nvPr/>
              </p:nvPicPr>
              <p:blipFill>
                <a:blip r:embed="rId315"/>
                <a:stretch>
                  <a:fillRect/>
                </a:stretch>
              </p:blipFill>
              <p:spPr>
                <a:xfrm>
                  <a:off x="6890370" y="5889630"/>
                  <a:ext cx="489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1443" name="Ink 11442">
                  <a:extLst>
                    <a:ext uri="{FF2B5EF4-FFF2-40B4-BE49-F238E27FC236}">
                      <a16:creationId xmlns:a16="http://schemas.microsoft.com/office/drawing/2014/main" id="{9F5F449E-6BB7-FC9E-51DF-1A79E8CCB282}"/>
                    </a:ext>
                  </a:extLst>
                </p14:cNvPr>
                <p14:cNvContentPartPr/>
                <p14:nvPr/>
              </p14:nvContentPartPr>
              <p14:xfrm>
                <a:off x="6974970" y="5912310"/>
                <a:ext cx="118440" cy="119880"/>
              </p14:xfrm>
            </p:contentPart>
          </mc:Choice>
          <mc:Fallback xmlns="">
            <p:pic>
              <p:nvPicPr>
                <p:cNvPr id="11443" name="Ink 11442">
                  <a:extLst>
                    <a:ext uri="{FF2B5EF4-FFF2-40B4-BE49-F238E27FC236}">
                      <a16:creationId xmlns:a16="http://schemas.microsoft.com/office/drawing/2014/main" id="{9F5F449E-6BB7-FC9E-51DF-1A79E8CCB282}"/>
                    </a:ext>
                  </a:extLst>
                </p:cNvPr>
                <p:cNvPicPr/>
                <p:nvPr/>
              </p:nvPicPr>
              <p:blipFill>
                <a:blip r:embed="rId317"/>
                <a:stretch>
                  <a:fillRect/>
                </a:stretch>
              </p:blipFill>
              <p:spPr>
                <a:xfrm>
                  <a:off x="6968850" y="5906190"/>
                  <a:ext cx="13068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1444" name="Ink 11443">
                  <a:extLst>
                    <a:ext uri="{FF2B5EF4-FFF2-40B4-BE49-F238E27FC236}">
                      <a16:creationId xmlns:a16="http://schemas.microsoft.com/office/drawing/2014/main" id="{4EE07641-9AB2-A325-57DE-8C1C6A14B003}"/>
                    </a:ext>
                  </a:extLst>
                </p14:cNvPr>
                <p14:cNvContentPartPr/>
                <p14:nvPr/>
              </p14:nvContentPartPr>
              <p14:xfrm>
                <a:off x="7226610" y="5867670"/>
                <a:ext cx="122760" cy="203400"/>
              </p14:xfrm>
            </p:contentPart>
          </mc:Choice>
          <mc:Fallback xmlns="">
            <p:pic>
              <p:nvPicPr>
                <p:cNvPr id="11444" name="Ink 11443">
                  <a:extLst>
                    <a:ext uri="{FF2B5EF4-FFF2-40B4-BE49-F238E27FC236}">
                      <a16:creationId xmlns:a16="http://schemas.microsoft.com/office/drawing/2014/main" id="{4EE07641-9AB2-A325-57DE-8C1C6A14B003}"/>
                    </a:ext>
                  </a:extLst>
                </p:cNvPr>
                <p:cNvPicPr/>
                <p:nvPr/>
              </p:nvPicPr>
              <p:blipFill>
                <a:blip r:embed="rId319"/>
                <a:stretch>
                  <a:fillRect/>
                </a:stretch>
              </p:blipFill>
              <p:spPr>
                <a:xfrm>
                  <a:off x="7220490" y="5861550"/>
                  <a:ext cx="13500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1445" name="Ink 11444">
                  <a:extLst>
                    <a:ext uri="{FF2B5EF4-FFF2-40B4-BE49-F238E27FC236}">
                      <a16:creationId xmlns:a16="http://schemas.microsoft.com/office/drawing/2014/main" id="{0B1F7EE0-1382-C264-EC1E-89E6522956DC}"/>
                    </a:ext>
                  </a:extLst>
                </p14:cNvPr>
                <p14:cNvContentPartPr/>
                <p14:nvPr/>
              </p14:nvContentPartPr>
              <p14:xfrm>
                <a:off x="7382490" y="5895390"/>
                <a:ext cx="188640" cy="84240"/>
              </p14:xfrm>
            </p:contentPart>
          </mc:Choice>
          <mc:Fallback xmlns="">
            <p:pic>
              <p:nvPicPr>
                <p:cNvPr id="11445" name="Ink 11444">
                  <a:extLst>
                    <a:ext uri="{FF2B5EF4-FFF2-40B4-BE49-F238E27FC236}">
                      <a16:creationId xmlns:a16="http://schemas.microsoft.com/office/drawing/2014/main" id="{0B1F7EE0-1382-C264-EC1E-89E6522956DC}"/>
                    </a:ext>
                  </a:extLst>
                </p:cNvPr>
                <p:cNvPicPr/>
                <p:nvPr/>
              </p:nvPicPr>
              <p:blipFill>
                <a:blip r:embed="rId321"/>
                <a:stretch>
                  <a:fillRect/>
                </a:stretch>
              </p:blipFill>
              <p:spPr>
                <a:xfrm>
                  <a:off x="7376370" y="5889270"/>
                  <a:ext cx="20088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1446" name="Ink 11445">
                  <a:extLst>
                    <a:ext uri="{FF2B5EF4-FFF2-40B4-BE49-F238E27FC236}">
                      <a16:creationId xmlns:a16="http://schemas.microsoft.com/office/drawing/2014/main" id="{FD7DE250-C4A5-1934-08E4-0C1C6623D390}"/>
                    </a:ext>
                  </a:extLst>
                </p14:cNvPr>
                <p14:cNvContentPartPr/>
                <p14:nvPr/>
              </p14:nvContentPartPr>
              <p14:xfrm>
                <a:off x="7513890" y="5774430"/>
                <a:ext cx="200880" cy="179640"/>
              </p14:xfrm>
            </p:contentPart>
          </mc:Choice>
          <mc:Fallback xmlns="">
            <p:pic>
              <p:nvPicPr>
                <p:cNvPr id="11446" name="Ink 11445">
                  <a:extLst>
                    <a:ext uri="{FF2B5EF4-FFF2-40B4-BE49-F238E27FC236}">
                      <a16:creationId xmlns:a16="http://schemas.microsoft.com/office/drawing/2014/main" id="{FD7DE250-C4A5-1934-08E4-0C1C6623D390}"/>
                    </a:ext>
                  </a:extLst>
                </p:cNvPr>
                <p:cNvPicPr/>
                <p:nvPr/>
              </p:nvPicPr>
              <p:blipFill>
                <a:blip r:embed="rId323"/>
                <a:stretch>
                  <a:fillRect/>
                </a:stretch>
              </p:blipFill>
              <p:spPr>
                <a:xfrm>
                  <a:off x="7507770" y="5768310"/>
                  <a:ext cx="2131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1447" name="Ink 11446">
                  <a:extLst>
                    <a:ext uri="{FF2B5EF4-FFF2-40B4-BE49-F238E27FC236}">
                      <a16:creationId xmlns:a16="http://schemas.microsoft.com/office/drawing/2014/main" id="{BF76D105-80BF-A876-3181-7AE567413FCF}"/>
                    </a:ext>
                  </a:extLst>
                </p14:cNvPr>
                <p14:cNvContentPartPr/>
                <p14:nvPr/>
              </p14:nvContentPartPr>
              <p14:xfrm>
                <a:off x="7714050" y="5742390"/>
                <a:ext cx="278640" cy="193320"/>
              </p14:xfrm>
            </p:contentPart>
          </mc:Choice>
          <mc:Fallback xmlns="">
            <p:pic>
              <p:nvPicPr>
                <p:cNvPr id="11447" name="Ink 11446">
                  <a:extLst>
                    <a:ext uri="{FF2B5EF4-FFF2-40B4-BE49-F238E27FC236}">
                      <a16:creationId xmlns:a16="http://schemas.microsoft.com/office/drawing/2014/main" id="{BF76D105-80BF-A876-3181-7AE567413FCF}"/>
                    </a:ext>
                  </a:extLst>
                </p:cNvPr>
                <p:cNvPicPr/>
                <p:nvPr/>
              </p:nvPicPr>
              <p:blipFill>
                <a:blip r:embed="rId325"/>
                <a:stretch>
                  <a:fillRect/>
                </a:stretch>
              </p:blipFill>
              <p:spPr>
                <a:xfrm>
                  <a:off x="7707930" y="5736270"/>
                  <a:ext cx="29088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1448" name="Ink 11447">
                  <a:extLst>
                    <a:ext uri="{FF2B5EF4-FFF2-40B4-BE49-F238E27FC236}">
                      <a16:creationId xmlns:a16="http://schemas.microsoft.com/office/drawing/2014/main" id="{C8510FCB-E0A1-4F0A-91FF-ADCED65DC670}"/>
                    </a:ext>
                  </a:extLst>
                </p14:cNvPr>
                <p14:cNvContentPartPr/>
                <p14:nvPr/>
              </p14:nvContentPartPr>
              <p14:xfrm>
                <a:off x="8058930" y="5756430"/>
                <a:ext cx="9360" cy="23760"/>
              </p14:xfrm>
            </p:contentPart>
          </mc:Choice>
          <mc:Fallback xmlns="">
            <p:pic>
              <p:nvPicPr>
                <p:cNvPr id="11448" name="Ink 11447">
                  <a:extLst>
                    <a:ext uri="{FF2B5EF4-FFF2-40B4-BE49-F238E27FC236}">
                      <a16:creationId xmlns:a16="http://schemas.microsoft.com/office/drawing/2014/main" id="{C8510FCB-E0A1-4F0A-91FF-ADCED65DC670}"/>
                    </a:ext>
                  </a:extLst>
                </p:cNvPr>
                <p:cNvPicPr/>
                <p:nvPr/>
              </p:nvPicPr>
              <p:blipFill>
                <a:blip r:embed="rId327"/>
                <a:stretch>
                  <a:fillRect/>
                </a:stretch>
              </p:blipFill>
              <p:spPr>
                <a:xfrm>
                  <a:off x="8052810" y="5750310"/>
                  <a:ext cx="21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1449" name="Ink 11448">
                  <a:extLst>
                    <a:ext uri="{FF2B5EF4-FFF2-40B4-BE49-F238E27FC236}">
                      <a16:creationId xmlns:a16="http://schemas.microsoft.com/office/drawing/2014/main" id="{33D7F8CE-18BC-57E0-1D7D-0E0EDFBC4BB5}"/>
                    </a:ext>
                  </a:extLst>
                </p14:cNvPr>
                <p14:cNvContentPartPr/>
                <p14:nvPr/>
              </p14:nvContentPartPr>
              <p14:xfrm>
                <a:off x="8053890" y="5779830"/>
                <a:ext cx="279360" cy="274680"/>
              </p14:xfrm>
            </p:contentPart>
          </mc:Choice>
          <mc:Fallback xmlns="">
            <p:pic>
              <p:nvPicPr>
                <p:cNvPr id="11449" name="Ink 11448">
                  <a:extLst>
                    <a:ext uri="{FF2B5EF4-FFF2-40B4-BE49-F238E27FC236}">
                      <a16:creationId xmlns:a16="http://schemas.microsoft.com/office/drawing/2014/main" id="{33D7F8CE-18BC-57E0-1D7D-0E0EDFBC4BB5}"/>
                    </a:ext>
                  </a:extLst>
                </p:cNvPr>
                <p:cNvPicPr/>
                <p:nvPr/>
              </p:nvPicPr>
              <p:blipFill>
                <a:blip r:embed="rId329"/>
                <a:stretch>
                  <a:fillRect/>
                </a:stretch>
              </p:blipFill>
              <p:spPr>
                <a:xfrm>
                  <a:off x="8047770" y="5773710"/>
                  <a:ext cx="29160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11450" name="Ink 11449">
                  <a:extLst>
                    <a:ext uri="{FF2B5EF4-FFF2-40B4-BE49-F238E27FC236}">
                      <a16:creationId xmlns:a16="http://schemas.microsoft.com/office/drawing/2014/main" id="{ADE87A80-06B0-3B92-CFE5-0FDD1E41701D}"/>
                    </a:ext>
                  </a:extLst>
                </p14:cNvPr>
                <p14:cNvContentPartPr/>
                <p14:nvPr/>
              </p14:nvContentPartPr>
              <p14:xfrm>
                <a:off x="8460690" y="5907990"/>
                <a:ext cx="222120" cy="110160"/>
              </p14:xfrm>
            </p:contentPart>
          </mc:Choice>
          <mc:Fallback xmlns="">
            <p:pic>
              <p:nvPicPr>
                <p:cNvPr id="11450" name="Ink 11449">
                  <a:extLst>
                    <a:ext uri="{FF2B5EF4-FFF2-40B4-BE49-F238E27FC236}">
                      <a16:creationId xmlns:a16="http://schemas.microsoft.com/office/drawing/2014/main" id="{ADE87A80-06B0-3B92-CFE5-0FDD1E41701D}"/>
                    </a:ext>
                  </a:extLst>
                </p:cNvPr>
                <p:cNvPicPr/>
                <p:nvPr/>
              </p:nvPicPr>
              <p:blipFill>
                <a:blip r:embed="rId331"/>
                <a:stretch>
                  <a:fillRect/>
                </a:stretch>
              </p:blipFill>
              <p:spPr>
                <a:xfrm>
                  <a:off x="8454570" y="5901870"/>
                  <a:ext cx="2343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1451" name="Ink 11450">
                  <a:extLst>
                    <a:ext uri="{FF2B5EF4-FFF2-40B4-BE49-F238E27FC236}">
                      <a16:creationId xmlns:a16="http://schemas.microsoft.com/office/drawing/2014/main" id="{4C1BFB21-67DE-8B71-6829-6D72BFD82826}"/>
                    </a:ext>
                  </a:extLst>
                </p14:cNvPr>
                <p14:cNvContentPartPr/>
                <p14:nvPr/>
              </p14:nvContentPartPr>
              <p14:xfrm>
                <a:off x="8754810" y="5879910"/>
                <a:ext cx="837720" cy="160920"/>
              </p14:xfrm>
            </p:contentPart>
          </mc:Choice>
          <mc:Fallback xmlns="">
            <p:pic>
              <p:nvPicPr>
                <p:cNvPr id="11451" name="Ink 11450">
                  <a:extLst>
                    <a:ext uri="{FF2B5EF4-FFF2-40B4-BE49-F238E27FC236}">
                      <a16:creationId xmlns:a16="http://schemas.microsoft.com/office/drawing/2014/main" id="{4C1BFB21-67DE-8B71-6829-6D72BFD82826}"/>
                    </a:ext>
                  </a:extLst>
                </p:cNvPr>
                <p:cNvPicPr/>
                <p:nvPr/>
              </p:nvPicPr>
              <p:blipFill>
                <a:blip r:embed="rId333"/>
                <a:stretch>
                  <a:fillRect/>
                </a:stretch>
              </p:blipFill>
              <p:spPr>
                <a:xfrm>
                  <a:off x="8748690" y="5873790"/>
                  <a:ext cx="84996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1452" name="Ink 11451">
                  <a:extLst>
                    <a:ext uri="{FF2B5EF4-FFF2-40B4-BE49-F238E27FC236}">
                      <a16:creationId xmlns:a16="http://schemas.microsoft.com/office/drawing/2014/main" id="{E8404BC1-5444-1B81-3393-635447D3444A}"/>
                    </a:ext>
                  </a:extLst>
                </p14:cNvPr>
                <p14:cNvContentPartPr/>
                <p14:nvPr/>
              </p14:nvContentPartPr>
              <p14:xfrm>
                <a:off x="9554370" y="5747070"/>
                <a:ext cx="54000" cy="36720"/>
              </p14:xfrm>
            </p:contentPart>
          </mc:Choice>
          <mc:Fallback xmlns="">
            <p:pic>
              <p:nvPicPr>
                <p:cNvPr id="11452" name="Ink 11451">
                  <a:extLst>
                    <a:ext uri="{FF2B5EF4-FFF2-40B4-BE49-F238E27FC236}">
                      <a16:creationId xmlns:a16="http://schemas.microsoft.com/office/drawing/2014/main" id="{E8404BC1-5444-1B81-3393-635447D3444A}"/>
                    </a:ext>
                  </a:extLst>
                </p:cNvPr>
                <p:cNvPicPr/>
                <p:nvPr/>
              </p:nvPicPr>
              <p:blipFill>
                <a:blip r:embed="rId335"/>
                <a:stretch>
                  <a:fillRect/>
                </a:stretch>
              </p:blipFill>
              <p:spPr>
                <a:xfrm>
                  <a:off x="9548250" y="5740950"/>
                  <a:ext cx="662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11453" name="Ink 11452">
                  <a:extLst>
                    <a:ext uri="{FF2B5EF4-FFF2-40B4-BE49-F238E27FC236}">
                      <a16:creationId xmlns:a16="http://schemas.microsoft.com/office/drawing/2014/main" id="{C953BF48-B1AC-EFE6-33A1-AD85FE781E56}"/>
                    </a:ext>
                  </a:extLst>
                </p14:cNvPr>
                <p14:cNvContentPartPr/>
                <p14:nvPr/>
              </p14:nvContentPartPr>
              <p14:xfrm>
                <a:off x="9619890" y="5734110"/>
                <a:ext cx="316800" cy="239040"/>
              </p14:xfrm>
            </p:contentPart>
          </mc:Choice>
          <mc:Fallback xmlns="">
            <p:pic>
              <p:nvPicPr>
                <p:cNvPr id="11453" name="Ink 11452">
                  <a:extLst>
                    <a:ext uri="{FF2B5EF4-FFF2-40B4-BE49-F238E27FC236}">
                      <a16:creationId xmlns:a16="http://schemas.microsoft.com/office/drawing/2014/main" id="{C953BF48-B1AC-EFE6-33A1-AD85FE781E56}"/>
                    </a:ext>
                  </a:extLst>
                </p:cNvPr>
                <p:cNvPicPr/>
                <p:nvPr/>
              </p:nvPicPr>
              <p:blipFill>
                <a:blip r:embed="rId337"/>
                <a:stretch>
                  <a:fillRect/>
                </a:stretch>
              </p:blipFill>
              <p:spPr>
                <a:xfrm>
                  <a:off x="9613770" y="5727990"/>
                  <a:ext cx="32904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11454" name="Ink 11453">
                  <a:extLst>
                    <a:ext uri="{FF2B5EF4-FFF2-40B4-BE49-F238E27FC236}">
                      <a16:creationId xmlns:a16="http://schemas.microsoft.com/office/drawing/2014/main" id="{A13E8101-4966-D0A4-8B7F-52CA5592DD09}"/>
                    </a:ext>
                  </a:extLst>
                </p14:cNvPr>
                <p14:cNvContentPartPr/>
                <p14:nvPr/>
              </p14:nvContentPartPr>
              <p14:xfrm>
                <a:off x="9874050" y="5803950"/>
                <a:ext cx="465480" cy="105840"/>
              </p14:xfrm>
            </p:contentPart>
          </mc:Choice>
          <mc:Fallback xmlns="">
            <p:pic>
              <p:nvPicPr>
                <p:cNvPr id="11454" name="Ink 11453">
                  <a:extLst>
                    <a:ext uri="{FF2B5EF4-FFF2-40B4-BE49-F238E27FC236}">
                      <a16:creationId xmlns:a16="http://schemas.microsoft.com/office/drawing/2014/main" id="{A13E8101-4966-D0A4-8B7F-52CA5592DD09}"/>
                    </a:ext>
                  </a:extLst>
                </p:cNvPr>
                <p:cNvPicPr/>
                <p:nvPr/>
              </p:nvPicPr>
              <p:blipFill>
                <a:blip r:embed="rId339"/>
                <a:stretch>
                  <a:fillRect/>
                </a:stretch>
              </p:blipFill>
              <p:spPr>
                <a:xfrm>
                  <a:off x="9867930" y="5797830"/>
                  <a:ext cx="47772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11455" name="Ink 11454">
                  <a:extLst>
                    <a:ext uri="{FF2B5EF4-FFF2-40B4-BE49-F238E27FC236}">
                      <a16:creationId xmlns:a16="http://schemas.microsoft.com/office/drawing/2014/main" id="{6F01A426-B13E-9376-DFDA-63EA4C7213F6}"/>
                    </a:ext>
                  </a:extLst>
                </p14:cNvPr>
                <p14:cNvContentPartPr/>
                <p14:nvPr/>
              </p14:nvContentPartPr>
              <p14:xfrm>
                <a:off x="10226490" y="5689470"/>
                <a:ext cx="106920" cy="47880"/>
              </p14:xfrm>
            </p:contentPart>
          </mc:Choice>
          <mc:Fallback xmlns="">
            <p:pic>
              <p:nvPicPr>
                <p:cNvPr id="11455" name="Ink 11454">
                  <a:extLst>
                    <a:ext uri="{FF2B5EF4-FFF2-40B4-BE49-F238E27FC236}">
                      <a16:creationId xmlns:a16="http://schemas.microsoft.com/office/drawing/2014/main" id="{6F01A426-B13E-9376-DFDA-63EA4C7213F6}"/>
                    </a:ext>
                  </a:extLst>
                </p:cNvPr>
                <p:cNvPicPr/>
                <p:nvPr/>
              </p:nvPicPr>
              <p:blipFill>
                <a:blip r:embed="rId341"/>
                <a:stretch>
                  <a:fillRect/>
                </a:stretch>
              </p:blipFill>
              <p:spPr>
                <a:xfrm>
                  <a:off x="10220370" y="5683350"/>
                  <a:ext cx="11916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11456" name="Ink 11455">
                  <a:extLst>
                    <a:ext uri="{FF2B5EF4-FFF2-40B4-BE49-F238E27FC236}">
                      <a16:creationId xmlns:a16="http://schemas.microsoft.com/office/drawing/2014/main" id="{A385D3D1-C78A-E112-E0CF-ED8036F1E508}"/>
                    </a:ext>
                  </a:extLst>
                </p14:cNvPr>
                <p14:cNvContentPartPr/>
                <p14:nvPr/>
              </p14:nvContentPartPr>
              <p14:xfrm>
                <a:off x="10351770" y="5758590"/>
                <a:ext cx="172080" cy="123480"/>
              </p14:xfrm>
            </p:contentPart>
          </mc:Choice>
          <mc:Fallback xmlns="">
            <p:pic>
              <p:nvPicPr>
                <p:cNvPr id="11456" name="Ink 11455">
                  <a:extLst>
                    <a:ext uri="{FF2B5EF4-FFF2-40B4-BE49-F238E27FC236}">
                      <a16:creationId xmlns:a16="http://schemas.microsoft.com/office/drawing/2014/main" id="{A385D3D1-C78A-E112-E0CF-ED8036F1E508}"/>
                    </a:ext>
                  </a:extLst>
                </p:cNvPr>
                <p:cNvPicPr/>
                <p:nvPr/>
              </p:nvPicPr>
              <p:blipFill>
                <a:blip r:embed="rId343"/>
                <a:stretch>
                  <a:fillRect/>
                </a:stretch>
              </p:blipFill>
              <p:spPr>
                <a:xfrm>
                  <a:off x="10345650" y="5752470"/>
                  <a:ext cx="18432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11457" name="Ink 11456">
                  <a:extLst>
                    <a:ext uri="{FF2B5EF4-FFF2-40B4-BE49-F238E27FC236}">
                      <a16:creationId xmlns:a16="http://schemas.microsoft.com/office/drawing/2014/main" id="{473B13CB-C9E3-C3F1-9A78-263AF26FC7AA}"/>
                    </a:ext>
                  </a:extLst>
                </p14:cNvPr>
                <p14:cNvContentPartPr/>
                <p14:nvPr/>
              </p14:nvContentPartPr>
              <p14:xfrm>
                <a:off x="10813650" y="5772270"/>
                <a:ext cx="54000" cy="101520"/>
              </p14:xfrm>
            </p:contentPart>
          </mc:Choice>
          <mc:Fallback xmlns="">
            <p:pic>
              <p:nvPicPr>
                <p:cNvPr id="11457" name="Ink 11456">
                  <a:extLst>
                    <a:ext uri="{FF2B5EF4-FFF2-40B4-BE49-F238E27FC236}">
                      <a16:creationId xmlns:a16="http://schemas.microsoft.com/office/drawing/2014/main" id="{473B13CB-C9E3-C3F1-9A78-263AF26FC7AA}"/>
                    </a:ext>
                  </a:extLst>
                </p:cNvPr>
                <p:cNvPicPr/>
                <p:nvPr/>
              </p:nvPicPr>
              <p:blipFill>
                <a:blip r:embed="rId345"/>
                <a:stretch>
                  <a:fillRect/>
                </a:stretch>
              </p:blipFill>
              <p:spPr>
                <a:xfrm>
                  <a:off x="10807530" y="5766150"/>
                  <a:ext cx="6624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11458" name="Ink 11457">
                  <a:extLst>
                    <a:ext uri="{FF2B5EF4-FFF2-40B4-BE49-F238E27FC236}">
                      <a16:creationId xmlns:a16="http://schemas.microsoft.com/office/drawing/2014/main" id="{26475E0C-D189-87FE-A414-25FCB058C9A6}"/>
                    </a:ext>
                  </a:extLst>
                </p14:cNvPr>
                <p14:cNvContentPartPr/>
                <p14:nvPr/>
              </p14:nvContentPartPr>
              <p14:xfrm>
                <a:off x="10779090" y="5666070"/>
                <a:ext cx="69840" cy="51480"/>
              </p14:xfrm>
            </p:contentPart>
          </mc:Choice>
          <mc:Fallback xmlns="">
            <p:pic>
              <p:nvPicPr>
                <p:cNvPr id="11458" name="Ink 11457">
                  <a:extLst>
                    <a:ext uri="{FF2B5EF4-FFF2-40B4-BE49-F238E27FC236}">
                      <a16:creationId xmlns:a16="http://schemas.microsoft.com/office/drawing/2014/main" id="{26475E0C-D189-87FE-A414-25FCB058C9A6}"/>
                    </a:ext>
                  </a:extLst>
                </p:cNvPr>
                <p:cNvPicPr/>
                <p:nvPr/>
              </p:nvPicPr>
              <p:blipFill>
                <a:blip r:embed="rId347"/>
                <a:stretch>
                  <a:fillRect/>
                </a:stretch>
              </p:blipFill>
              <p:spPr>
                <a:xfrm>
                  <a:off x="10772970" y="5659950"/>
                  <a:ext cx="8208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11459" name="Ink 11458">
                  <a:extLst>
                    <a:ext uri="{FF2B5EF4-FFF2-40B4-BE49-F238E27FC236}">
                      <a16:creationId xmlns:a16="http://schemas.microsoft.com/office/drawing/2014/main" id="{A40E05ED-CA7F-4A0C-4517-7EF89E4B52A1}"/>
                    </a:ext>
                  </a:extLst>
                </p14:cNvPr>
                <p14:cNvContentPartPr/>
                <p14:nvPr/>
              </p14:nvContentPartPr>
              <p14:xfrm>
                <a:off x="10920570" y="5721150"/>
                <a:ext cx="353520" cy="263880"/>
              </p14:xfrm>
            </p:contentPart>
          </mc:Choice>
          <mc:Fallback xmlns="">
            <p:pic>
              <p:nvPicPr>
                <p:cNvPr id="11459" name="Ink 11458">
                  <a:extLst>
                    <a:ext uri="{FF2B5EF4-FFF2-40B4-BE49-F238E27FC236}">
                      <a16:creationId xmlns:a16="http://schemas.microsoft.com/office/drawing/2014/main" id="{A40E05ED-CA7F-4A0C-4517-7EF89E4B52A1}"/>
                    </a:ext>
                  </a:extLst>
                </p:cNvPr>
                <p:cNvPicPr/>
                <p:nvPr/>
              </p:nvPicPr>
              <p:blipFill>
                <a:blip r:embed="rId349"/>
                <a:stretch>
                  <a:fillRect/>
                </a:stretch>
              </p:blipFill>
              <p:spPr>
                <a:xfrm>
                  <a:off x="10914450" y="5715030"/>
                  <a:ext cx="36576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11460" name="Ink 11459">
                  <a:extLst>
                    <a:ext uri="{FF2B5EF4-FFF2-40B4-BE49-F238E27FC236}">
                      <a16:creationId xmlns:a16="http://schemas.microsoft.com/office/drawing/2014/main" id="{37AAAF94-F634-705B-77D4-9183865D92DF}"/>
                    </a:ext>
                  </a:extLst>
                </p14:cNvPr>
                <p14:cNvContentPartPr/>
                <p14:nvPr/>
              </p14:nvContentPartPr>
              <p14:xfrm>
                <a:off x="11351850" y="5598750"/>
                <a:ext cx="272520" cy="249840"/>
              </p14:xfrm>
            </p:contentPart>
          </mc:Choice>
          <mc:Fallback xmlns="">
            <p:pic>
              <p:nvPicPr>
                <p:cNvPr id="11460" name="Ink 11459">
                  <a:extLst>
                    <a:ext uri="{FF2B5EF4-FFF2-40B4-BE49-F238E27FC236}">
                      <a16:creationId xmlns:a16="http://schemas.microsoft.com/office/drawing/2014/main" id="{37AAAF94-F634-705B-77D4-9183865D92DF}"/>
                    </a:ext>
                  </a:extLst>
                </p:cNvPr>
                <p:cNvPicPr/>
                <p:nvPr/>
              </p:nvPicPr>
              <p:blipFill>
                <a:blip r:embed="rId351"/>
                <a:stretch>
                  <a:fillRect/>
                </a:stretch>
              </p:blipFill>
              <p:spPr>
                <a:xfrm>
                  <a:off x="11345730" y="5592630"/>
                  <a:ext cx="28476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11461" name="Ink 11460">
                  <a:extLst>
                    <a:ext uri="{FF2B5EF4-FFF2-40B4-BE49-F238E27FC236}">
                      <a16:creationId xmlns:a16="http://schemas.microsoft.com/office/drawing/2014/main" id="{894E6567-5AC0-D14A-02EC-4C43314941B2}"/>
                    </a:ext>
                  </a:extLst>
                </p14:cNvPr>
                <p14:cNvContentPartPr/>
                <p14:nvPr/>
              </p14:nvContentPartPr>
              <p14:xfrm>
                <a:off x="11548770" y="5681910"/>
                <a:ext cx="184680" cy="105840"/>
              </p14:xfrm>
            </p:contentPart>
          </mc:Choice>
          <mc:Fallback xmlns="">
            <p:pic>
              <p:nvPicPr>
                <p:cNvPr id="11461" name="Ink 11460">
                  <a:extLst>
                    <a:ext uri="{FF2B5EF4-FFF2-40B4-BE49-F238E27FC236}">
                      <a16:creationId xmlns:a16="http://schemas.microsoft.com/office/drawing/2014/main" id="{894E6567-5AC0-D14A-02EC-4C43314941B2}"/>
                    </a:ext>
                  </a:extLst>
                </p:cNvPr>
                <p:cNvPicPr/>
                <p:nvPr/>
              </p:nvPicPr>
              <p:blipFill>
                <a:blip r:embed="rId353"/>
                <a:stretch>
                  <a:fillRect/>
                </a:stretch>
              </p:blipFill>
              <p:spPr>
                <a:xfrm>
                  <a:off x="11542650" y="5675790"/>
                  <a:ext cx="196920" cy="118080"/>
                </a:xfrm>
                <a:prstGeom prst="rect">
                  <a:avLst/>
                </a:prstGeom>
              </p:spPr>
            </p:pic>
          </mc:Fallback>
        </mc:AlternateContent>
      </p:grpSp>
      <p:grpSp>
        <p:nvGrpSpPr>
          <p:cNvPr id="11471" name="Group 11470">
            <a:extLst>
              <a:ext uri="{FF2B5EF4-FFF2-40B4-BE49-F238E27FC236}">
                <a16:creationId xmlns:a16="http://schemas.microsoft.com/office/drawing/2014/main" id="{F935E3F5-0F2C-4C43-B9BA-F9714794D0EF}"/>
              </a:ext>
            </a:extLst>
          </p:cNvPr>
          <p:cNvGrpSpPr/>
          <p:nvPr/>
        </p:nvGrpSpPr>
        <p:grpSpPr>
          <a:xfrm>
            <a:off x="9695490" y="6091590"/>
            <a:ext cx="2109600" cy="270360"/>
            <a:chOff x="9695490" y="6091590"/>
            <a:chExt cx="2109600" cy="270360"/>
          </a:xfrm>
        </p:grpSpPr>
        <mc:AlternateContent xmlns:mc="http://schemas.openxmlformats.org/markup-compatibility/2006" xmlns:p14="http://schemas.microsoft.com/office/powerpoint/2010/main">
          <mc:Choice Requires="p14">
            <p:contentPart p14:bwMode="auto" r:id="rId354">
              <p14:nvContentPartPr>
                <p14:cNvPr id="11463" name="Ink 11462">
                  <a:extLst>
                    <a:ext uri="{FF2B5EF4-FFF2-40B4-BE49-F238E27FC236}">
                      <a16:creationId xmlns:a16="http://schemas.microsoft.com/office/drawing/2014/main" id="{38798562-20CB-AEEC-E739-6365B77E93E1}"/>
                    </a:ext>
                  </a:extLst>
                </p14:cNvPr>
                <p14:cNvContentPartPr/>
                <p14:nvPr/>
              </p14:nvContentPartPr>
              <p14:xfrm>
                <a:off x="9704850" y="6237390"/>
                <a:ext cx="87840" cy="79200"/>
              </p14:xfrm>
            </p:contentPart>
          </mc:Choice>
          <mc:Fallback xmlns="">
            <p:pic>
              <p:nvPicPr>
                <p:cNvPr id="11463" name="Ink 11462">
                  <a:extLst>
                    <a:ext uri="{FF2B5EF4-FFF2-40B4-BE49-F238E27FC236}">
                      <a16:creationId xmlns:a16="http://schemas.microsoft.com/office/drawing/2014/main" id="{38798562-20CB-AEEC-E739-6365B77E93E1}"/>
                    </a:ext>
                  </a:extLst>
                </p:cNvPr>
                <p:cNvPicPr/>
                <p:nvPr/>
              </p:nvPicPr>
              <p:blipFill>
                <a:blip r:embed="rId355"/>
                <a:stretch>
                  <a:fillRect/>
                </a:stretch>
              </p:blipFill>
              <p:spPr>
                <a:xfrm>
                  <a:off x="9698730" y="6231270"/>
                  <a:ext cx="10008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11464" name="Ink 11463">
                  <a:extLst>
                    <a:ext uri="{FF2B5EF4-FFF2-40B4-BE49-F238E27FC236}">
                      <a16:creationId xmlns:a16="http://schemas.microsoft.com/office/drawing/2014/main" id="{59AD1157-DB68-F920-CAC3-BF2B59386535}"/>
                    </a:ext>
                  </a:extLst>
                </p14:cNvPr>
                <p14:cNvContentPartPr/>
                <p14:nvPr/>
              </p14:nvContentPartPr>
              <p14:xfrm>
                <a:off x="9695490" y="6109950"/>
                <a:ext cx="41040" cy="72360"/>
              </p14:xfrm>
            </p:contentPart>
          </mc:Choice>
          <mc:Fallback xmlns="">
            <p:pic>
              <p:nvPicPr>
                <p:cNvPr id="11464" name="Ink 11463">
                  <a:extLst>
                    <a:ext uri="{FF2B5EF4-FFF2-40B4-BE49-F238E27FC236}">
                      <a16:creationId xmlns:a16="http://schemas.microsoft.com/office/drawing/2014/main" id="{59AD1157-DB68-F920-CAC3-BF2B59386535}"/>
                    </a:ext>
                  </a:extLst>
                </p:cNvPr>
                <p:cNvPicPr/>
                <p:nvPr/>
              </p:nvPicPr>
              <p:blipFill>
                <a:blip r:embed="rId357"/>
                <a:stretch>
                  <a:fillRect/>
                </a:stretch>
              </p:blipFill>
              <p:spPr>
                <a:xfrm>
                  <a:off x="9689370" y="6103830"/>
                  <a:ext cx="5328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11465" name="Ink 11464">
                  <a:extLst>
                    <a:ext uri="{FF2B5EF4-FFF2-40B4-BE49-F238E27FC236}">
                      <a16:creationId xmlns:a16="http://schemas.microsoft.com/office/drawing/2014/main" id="{7C8D6D1B-2082-0156-935C-FBCCE5BCA894}"/>
                    </a:ext>
                  </a:extLst>
                </p14:cNvPr>
                <p14:cNvContentPartPr/>
                <p14:nvPr/>
              </p14:nvContentPartPr>
              <p14:xfrm>
                <a:off x="9829770" y="6092670"/>
                <a:ext cx="1128600" cy="269280"/>
              </p14:xfrm>
            </p:contentPart>
          </mc:Choice>
          <mc:Fallback xmlns="">
            <p:pic>
              <p:nvPicPr>
                <p:cNvPr id="11465" name="Ink 11464">
                  <a:extLst>
                    <a:ext uri="{FF2B5EF4-FFF2-40B4-BE49-F238E27FC236}">
                      <a16:creationId xmlns:a16="http://schemas.microsoft.com/office/drawing/2014/main" id="{7C8D6D1B-2082-0156-935C-FBCCE5BCA894}"/>
                    </a:ext>
                  </a:extLst>
                </p:cNvPr>
                <p:cNvPicPr/>
                <p:nvPr/>
              </p:nvPicPr>
              <p:blipFill>
                <a:blip r:embed="rId359"/>
                <a:stretch>
                  <a:fillRect/>
                </a:stretch>
              </p:blipFill>
              <p:spPr>
                <a:xfrm>
                  <a:off x="9823650" y="6086550"/>
                  <a:ext cx="114084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11466" name="Ink 11465">
                  <a:extLst>
                    <a:ext uri="{FF2B5EF4-FFF2-40B4-BE49-F238E27FC236}">
                      <a16:creationId xmlns:a16="http://schemas.microsoft.com/office/drawing/2014/main" id="{618D44C9-268F-17E1-6558-0BF6A9D235DF}"/>
                    </a:ext>
                  </a:extLst>
                </p14:cNvPr>
                <p14:cNvContentPartPr/>
                <p14:nvPr/>
              </p14:nvContentPartPr>
              <p14:xfrm>
                <a:off x="10977090" y="6117510"/>
                <a:ext cx="174960" cy="129600"/>
              </p14:xfrm>
            </p:contentPart>
          </mc:Choice>
          <mc:Fallback xmlns="">
            <p:pic>
              <p:nvPicPr>
                <p:cNvPr id="11466" name="Ink 11465">
                  <a:extLst>
                    <a:ext uri="{FF2B5EF4-FFF2-40B4-BE49-F238E27FC236}">
                      <a16:creationId xmlns:a16="http://schemas.microsoft.com/office/drawing/2014/main" id="{618D44C9-268F-17E1-6558-0BF6A9D235DF}"/>
                    </a:ext>
                  </a:extLst>
                </p:cNvPr>
                <p:cNvPicPr/>
                <p:nvPr/>
              </p:nvPicPr>
              <p:blipFill>
                <a:blip r:embed="rId361"/>
                <a:stretch>
                  <a:fillRect/>
                </a:stretch>
              </p:blipFill>
              <p:spPr>
                <a:xfrm>
                  <a:off x="10970970" y="6111390"/>
                  <a:ext cx="1872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11467" name="Ink 11466">
                  <a:extLst>
                    <a:ext uri="{FF2B5EF4-FFF2-40B4-BE49-F238E27FC236}">
                      <a16:creationId xmlns:a16="http://schemas.microsoft.com/office/drawing/2014/main" id="{C34D9E3A-62EE-8E29-9DD8-F72237672521}"/>
                    </a:ext>
                  </a:extLst>
                </p14:cNvPr>
                <p14:cNvContentPartPr/>
                <p14:nvPr/>
              </p14:nvContentPartPr>
              <p14:xfrm>
                <a:off x="11198490" y="6102030"/>
                <a:ext cx="91080" cy="133200"/>
              </p14:xfrm>
            </p:contentPart>
          </mc:Choice>
          <mc:Fallback xmlns="">
            <p:pic>
              <p:nvPicPr>
                <p:cNvPr id="11467" name="Ink 11466">
                  <a:extLst>
                    <a:ext uri="{FF2B5EF4-FFF2-40B4-BE49-F238E27FC236}">
                      <a16:creationId xmlns:a16="http://schemas.microsoft.com/office/drawing/2014/main" id="{C34D9E3A-62EE-8E29-9DD8-F72237672521}"/>
                    </a:ext>
                  </a:extLst>
                </p:cNvPr>
                <p:cNvPicPr/>
                <p:nvPr/>
              </p:nvPicPr>
              <p:blipFill>
                <a:blip r:embed="rId363"/>
                <a:stretch>
                  <a:fillRect/>
                </a:stretch>
              </p:blipFill>
              <p:spPr>
                <a:xfrm>
                  <a:off x="11192370" y="6095910"/>
                  <a:ext cx="1033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11468" name="Ink 11467">
                  <a:extLst>
                    <a:ext uri="{FF2B5EF4-FFF2-40B4-BE49-F238E27FC236}">
                      <a16:creationId xmlns:a16="http://schemas.microsoft.com/office/drawing/2014/main" id="{B45404EA-F54E-DA6E-A245-CE227F06E51A}"/>
                    </a:ext>
                  </a:extLst>
                </p14:cNvPr>
                <p14:cNvContentPartPr/>
                <p14:nvPr/>
              </p14:nvContentPartPr>
              <p14:xfrm>
                <a:off x="11292810" y="6091590"/>
                <a:ext cx="331200" cy="114480"/>
              </p14:xfrm>
            </p:contentPart>
          </mc:Choice>
          <mc:Fallback xmlns="">
            <p:pic>
              <p:nvPicPr>
                <p:cNvPr id="11468" name="Ink 11467">
                  <a:extLst>
                    <a:ext uri="{FF2B5EF4-FFF2-40B4-BE49-F238E27FC236}">
                      <a16:creationId xmlns:a16="http://schemas.microsoft.com/office/drawing/2014/main" id="{B45404EA-F54E-DA6E-A245-CE227F06E51A}"/>
                    </a:ext>
                  </a:extLst>
                </p:cNvPr>
                <p:cNvPicPr/>
                <p:nvPr/>
              </p:nvPicPr>
              <p:blipFill>
                <a:blip r:embed="rId365"/>
                <a:stretch>
                  <a:fillRect/>
                </a:stretch>
              </p:blipFill>
              <p:spPr>
                <a:xfrm>
                  <a:off x="11286690" y="6085470"/>
                  <a:ext cx="3434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11469" name="Ink 11468">
                  <a:extLst>
                    <a:ext uri="{FF2B5EF4-FFF2-40B4-BE49-F238E27FC236}">
                      <a16:creationId xmlns:a16="http://schemas.microsoft.com/office/drawing/2014/main" id="{66B188A3-36DC-C32D-D444-657F8B977A3A}"/>
                    </a:ext>
                  </a:extLst>
                </p14:cNvPr>
                <p14:cNvContentPartPr/>
                <p14:nvPr/>
              </p14:nvContentPartPr>
              <p14:xfrm>
                <a:off x="11173650" y="6248550"/>
                <a:ext cx="400320" cy="69120"/>
              </p14:xfrm>
            </p:contentPart>
          </mc:Choice>
          <mc:Fallback xmlns="">
            <p:pic>
              <p:nvPicPr>
                <p:cNvPr id="11469" name="Ink 11468">
                  <a:extLst>
                    <a:ext uri="{FF2B5EF4-FFF2-40B4-BE49-F238E27FC236}">
                      <a16:creationId xmlns:a16="http://schemas.microsoft.com/office/drawing/2014/main" id="{66B188A3-36DC-C32D-D444-657F8B977A3A}"/>
                    </a:ext>
                  </a:extLst>
                </p:cNvPr>
                <p:cNvPicPr/>
                <p:nvPr/>
              </p:nvPicPr>
              <p:blipFill>
                <a:blip r:embed="rId367"/>
                <a:stretch>
                  <a:fillRect/>
                </a:stretch>
              </p:blipFill>
              <p:spPr>
                <a:xfrm>
                  <a:off x="11167530" y="6242430"/>
                  <a:ext cx="4125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11470" name="Ink 11469">
                  <a:extLst>
                    <a:ext uri="{FF2B5EF4-FFF2-40B4-BE49-F238E27FC236}">
                      <a16:creationId xmlns:a16="http://schemas.microsoft.com/office/drawing/2014/main" id="{0ECFE3A0-C213-5DED-9588-6427F23FEB2C}"/>
                    </a:ext>
                  </a:extLst>
                </p14:cNvPr>
                <p14:cNvContentPartPr/>
                <p14:nvPr/>
              </p14:nvContentPartPr>
              <p14:xfrm>
                <a:off x="11679810" y="6213270"/>
                <a:ext cx="125280" cy="15480"/>
              </p14:xfrm>
            </p:contentPart>
          </mc:Choice>
          <mc:Fallback xmlns="">
            <p:pic>
              <p:nvPicPr>
                <p:cNvPr id="11470" name="Ink 11469">
                  <a:extLst>
                    <a:ext uri="{FF2B5EF4-FFF2-40B4-BE49-F238E27FC236}">
                      <a16:creationId xmlns:a16="http://schemas.microsoft.com/office/drawing/2014/main" id="{0ECFE3A0-C213-5DED-9588-6427F23FEB2C}"/>
                    </a:ext>
                  </a:extLst>
                </p:cNvPr>
                <p:cNvPicPr/>
                <p:nvPr/>
              </p:nvPicPr>
              <p:blipFill>
                <a:blip r:embed="rId369"/>
                <a:stretch>
                  <a:fillRect/>
                </a:stretch>
              </p:blipFill>
              <p:spPr>
                <a:xfrm>
                  <a:off x="11673690" y="6207150"/>
                  <a:ext cx="137520" cy="27720"/>
                </a:xfrm>
                <a:prstGeom prst="rect">
                  <a:avLst/>
                </a:prstGeom>
              </p:spPr>
            </p:pic>
          </mc:Fallback>
        </mc:AlternateContent>
      </p:grpSp>
      <p:pic>
        <p:nvPicPr>
          <p:cNvPr id="12290" name="Picture 2">
            <a:extLst>
              <a:ext uri="{FF2B5EF4-FFF2-40B4-BE49-F238E27FC236}">
                <a16:creationId xmlns:a16="http://schemas.microsoft.com/office/drawing/2014/main" id="{F71896C8-9D6D-0B96-4D28-BB33BF030B54}"/>
              </a:ext>
            </a:extLst>
          </p:cNvPr>
          <p:cNvPicPr>
            <a:picLocks noChangeAspect="1" noChangeArrowheads="1"/>
          </p:cNvPicPr>
          <p:nvPr/>
        </p:nvPicPr>
        <p:blipFill>
          <a:blip r:embed="rId370">
            <a:extLst>
              <a:ext uri="{28A0092B-C50C-407E-A947-70E740481C1C}">
                <a14:useLocalDpi xmlns:a14="http://schemas.microsoft.com/office/drawing/2010/main" val="0"/>
              </a:ext>
            </a:extLst>
          </a:blip>
          <a:srcRect/>
          <a:stretch>
            <a:fillRect/>
          </a:stretch>
        </p:blipFill>
        <p:spPr bwMode="auto">
          <a:xfrm>
            <a:off x="5968340" y="2076450"/>
            <a:ext cx="5267170" cy="2964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904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427E2-BE50-B306-035F-0DE82CA5FAF8}"/>
              </a:ext>
            </a:extLst>
          </p:cNvPr>
          <p:cNvSpPr>
            <a:spLocks noGrp="1"/>
          </p:cNvSpPr>
          <p:nvPr>
            <p:ph type="title"/>
          </p:nvPr>
        </p:nvSpPr>
        <p:spPr/>
        <p:txBody>
          <a:bodyPr/>
          <a:lstStyle/>
          <a:p>
            <a:r>
              <a:rPr lang="en-IN" dirty="0"/>
              <a:t>Strides in CNN</a:t>
            </a:r>
          </a:p>
        </p:txBody>
      </p:sp>
      <p:sp>
        <p:nvSpPr>
          <p:cNvPr id="3" name="Content Placeholder 2">
            <a:extLst>
              <a:ext uri="{FF2B5EF4-FFF2-40B4-BE49-F238E27FC236}">
                <a16:creationId xmlns:a16="http://schemas.microsoft.com/office/drawing/2014/main" id="{E8FEF6B5-40D0-E574-6348-F8441C94AAF9}"/>
              </a:ext>
            </a:extLst>
          </p:cNvPr>
          <p:cNvSpPr>
            <a:spLocks noGrp="1"/>
          </p:cNvSpPr>
          <p:nvPr>
            <p:ph idx="1"/>
          </p:nvPr>
        </p:nvSpPr>
        <p:spPr/>
        <p:txBody>
          <a:bodyPr/>
          <a:lstStyle/>
          <a:p>
            <a:pPr>
              <a:buFont typeface="Wingdings" panose="05000000000000000000" pitchFamily="2" charset="2"/>
              <a:buChar char="Ø"/>
            </a:pPr>
            <a:r>
              <a:rPr lang="en-US" b="1" dirty="0"/>
              <a:t>Stride controls kernel movement</a:t>
            </a:r>
            <a:r>
              <a:rPr lang="en-US" dirty="0"/>
              <a:t>: In convolution, </a:t>
            </a:r>
            <a:r>
              <a:rPr lang="en-US" i="1" dirty="0"/>
              <a:t>stride</a:t>
            </a:r>
            <a:r>
              <a:rPr lang="en-US" dirty="0"/>
              <a:t> defines how many steps the filter (kernel) moves across the image.</a:t>
            </a:r>
          </a:p>
          <a:p>
            <a:pPr>
              <a:buFont typeface="Wingdings" panose="05000000000000000000" pitchFamily="2" charset="2"/>
              <a:buChar char="Ø"/>
            </a:pPr>
            <a:r>
              <a:rPr lang="en-US" b="1" dirty="0"/>
              <a:t>Stride = 1 (default)</a:t>
            </a:r>
            <a:r>
              <a:rPr lang="en-US" dirty="0"/>
              <a:t>: The kernel shifts one pixel at a time, covering all regions closely and producing a detailed feature map.</a:t>
            </a:r>
          </a:p>
          <a:p>
            <a:pPr>
              <a:buFont typeface="Wingdings" panose="05000000000000000000" pitchFamily="2" charset="2"/>
              <a:buChar char="Ø"/>
            </a:pPr>
            <a:endParaRPr lang="en-IN" dirty="0"/>
          </a:p>
        </p:txBody>
      </p:sp>
      <p:pic>
        <p:nvPicPr>
          <p:cNvPr id="13316" name="Picture 4" descr="Summer School Deep Learning Session 3 CVI">
            <a:extLst>
              <a:ext uri="{FF2B5EF4-FFF2-40B4-BE49-F238E27FC236}">
                <a16:creationId xmlns:a16="http://schemas.microsoft.com/office/drawing/2014/main" id="{3739E1DA-8E7F-7F85-2508-232A3EE4AF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7075" y="3429000"/>
            <a:ext cx="6920478" cy="27495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4B7DC05-7229-EAD5-2F90-D7AC6A617752}"/>
                  </a:ext>
                </a:extLst>
              </p14:cNvPr>
              <p14:cNvContentPartPr/>
              <p14:nvPr/>
            </p14:nvContentPartPr>
            <p14:xfrm>
              <a:off x="3420330" y="4736910"/>
              <a:ext cx="203760" cy="261720"/>
            </p14:xfrm>
          </p:contentPart>
        </mc:Choice>
        <mc:Fallback xmlns="">
          <p:pic>
            <p:nvPicPr>
              <p:cNvPr id="4" name="Ink 3">
                <a:extLst>
                  <a:ext uri="{FF2B5EF4-FFF2-40B4-BE49-F238E27FC236}">
                    <a16:creationId xmlns:a16="http://schemas.microsoft.com/office/drawing/2014/main" id="{44B7DC05-7229-EAD5-2F90-D7AC6A617752}"/>
                  </a:ext>
                </a:extLst>
              </p:cNvPr>
              <p:cNvPicPr/>
              <p:nvPr/>
            </p:nvPicPr>
            <p:blipFill>
              <a:blip r:embed="rId4"/>
              <a:stretch>
                <a:fillRect/>
              </a:stretch>
            </p:blipFill>
            <p:spPr>
              <a:xfrm>
                <a:off x="3414210" y="4730790"/>
                <a:ext cx="216000" cy="273960"/>
              </a:xfrm>
              <a:prstGeom prst="rect">
                <a:avLst/>
              </a:prstGeom>
            </p:spPr>
          </p:pic>
        </mc:Fallback>
      </mc:AlternateContent>
      <p:grpSp>
        <p:nvGrpSpPr>
          <p:cNvPr id="8" name="Group 7">
            <a:extLst>
              <a:ext uri="{FF2B5EF4-FFF2-40B4-BE49-F238E27FC236}">
                <a16:creationId xmlns:a16="http://schemas.microsoft.com/office/drawing/2014/main" id="{20605169-C02E-A56D-EEB0-08A69B289BBC}"/>
              </a:ext>
            </a:extLst>
          </p:cNvPr>
          <p:cNvGrpSpPr/>
          <p:nvPr/>
        </p:nvGrpSpPr>
        <p:grpSpPr>
          <a:xfrm>
            <a:off x="3292530" y="5000430"/>
            <a:ext cx="275400" cy="814680"/>
            <a:chOff x="3292530" y="5000430"/>
            <a:chExt cx="275400" cy="81468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002BF9C4-6F21-1875-4706-396095EA04F3}"/>
                    </a:ext>
                  </a:extLst>
                </p14:cNvPr>
                <p14:cNvContentPartPr/>
                <p14:nvPr/>
              </p14:nvContentPartPr>
              <p14:xfrm>
                <a:off x="3348330" y="5000430"/>
                <a:ext cx="219600" cy="301320"/>
              </p14:xfrm>
            </p:contentPart>
          </mc:Choice>
          <mc:Fallback xmlns="">
            <p:pic>
              <p:nvPicPr>
                <p:cNvPr id="5" name="Ink 4">
                  <a:extLst>
                    <a:ext uri="{FF2B5EF4-FFF2-40B4-BE49-F238E27FC236}">
                      <a16:creationId xmlns:a16="http://schemas.microsoft.com/office/drawing/2014/main" id="{002BF9C4-6F21-1875-4706-396095EA04F3}"/>
                    </a:ext>
                  </a:extLst>
                </p:cNvPr>
                <p:cNvPicPr/>
                <p:nvPr/>
              </p:nvPicPr>
              <p:blipFill>
                <a:blip r:embed="rId6"/>
                <a:stretch>
                  <a:fillRect/>
                </a:stretch>
              </p:blipFill>
              <p:spPr>
                <a:xfrm>
                  <a:off x="3342210" y="4994310"/>
                  <a:ext cx="23184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C2B8E060-DCA0-5684-4203-8D692490335A}"/>
                    </a:ext>
                  </a:extLst>
                </p14:cNvPr>
                <p14:cNvContentPartPr/>
                <p14:nvPr/>
              </p14:nvContentPartPr>
              <p14:xfrm>
                <a:off x="3336090" y="5316150"/>
                <a:ext cx="172440" cy="268200"/>
              </p14:xfrm>
            </p:contentPart>
          </mc:Choice>
          <mc:Fallback xmlns="">
            <p:pic>
              <p:nvPicPr>
                <p:cNvPr id="6" name="Ink 5">
                  <a:extLst>
                    <a:ext uri="{FF2B5EF4-FFF2-40B4-BE49-F238E27FC236}">
                      <a16:creationId xmlns:a16="http://schemas.microsoft.com/office/drawing/2014/main" id="{C2B8E060-DCA0-5684-4203-8D692490335A}"/>
                    </a:ext>
                  </a:extLst>
                </p:cNvPr>
                <p:cNvPicPr/>
                <p:nvPr/>
              </p:nvPicPr>
              <p:blipFill>
                <a:blip r:embed="rId8"/>
                <a:stretch>
                  <a:fillRect/>
                </a:stretch>
              </p:blipFill>
              <p:spPr>
                <a:xfrm>
                  <a:off x="3329970" y="5310030"/>
                  <a:ext cx="18468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7058CCFE-DC89-1E1A-7BD9-72B5D8782C6A}"/>
                    </a:ext>
                  </a:extLst>
                </p14:cNvPr>
                <p14:cNvContentPartPr/>
                <p14:nvPr/>
              </p14:nvContentPartPr>
              <p14:xfrm>
                <a:off x="3292530" y="5556990"/>
                <a:ext cx="219240" cy="258120"/>
              </p14:xfrm>
            </p:contentPart>
          </mc:Choice>
          <mc:Fallback xmlns="">
            <p:pic>
              <p:nvPicPr>
                <p:cNvPr id="7" name="Ink 6">
                  <a:extLst>
                    <a:ext uri="{FF2B5EF4-FFF2-40B4-BE49-F238E27FC236}">
                      <a16:creationId xmlns:a16="http://schemas.microsoft.com/office/drawing/2014/main" id="{7058CCFE-DC89-1E1A-7BD9-72B5D8782C6A}"/>
                    </a:ext>
                  </a:extLst>
                </p:cNvPr>
                <p:cNvPicPr/>
                <p:nvPr/>
              </p:nvPicPr>
              <p:blipFill>
                <a:blip r:embed="rId10"/>
                <a:stretch>
                  <a:fillRect/>
                </a:stretch>
              </p:blipFill>
              <p:spPr>
                <a:xfrm>
                  <a:off x="3286410" y="5550870"/>
                  <a:ext cx="231480" cy="270360"/>
                </a:xfrm>
                <a:prstGeom prst="rect">
                  <a:avLst/>
                </a:prstGeom>
              </p:spPr>
            </p:pic>
          </mc:Fallback>
        </mc:AlternateContent>
      </p:grpSp>
      <p:grpSp>
        <p:nvGrpSpPr>
          <p:cNvPr id="23" name="Group 22">
            <a:extLst>
              <a:ext uri="{FF2B5EF4-FFF2-40B4-BE49-F238E27FC236}">
                <a16:creationId xmlns:a16="http://schemas.microsoft.com/office/drawing/2014/main" id="{DEFDDDC5-DFBF-4D7C-C1F3-74107C566ECB}"/>
              </a:ext>
            </a:extLst>
          </p:cNvPr>
          <p:cNvGrpSpPr/>
          <p:nvPr/>
        </p:nvGrpSpPr>
        <p:grpSpPr>
          <a:xfrm>
            <a:off x="5988930" y="4737630"/>
            <a:ext cx="697680" cy="240120"/>
            <a:chOff x="5988930" y="4737630"/>
            <a:chExt cx="697680" cy="240120"/>
          </a:xfrm>
        </p:grpSpPr>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4CA9922A-D5FD-F04A-4576-242656AB9581}"/>
                    </a:ext>
                  </a:extLst>
                </p14:cNvPr>
                <p14:cNvContentPartPr/>
                <p14:nvPr/>
              </p14:nvContentPartPr>
              <p14:xfrm>
                <a:off x="5988930" y="4742670"/>
                <a:ext cx="226080" cy="203040"/>
              </p14:xfrm>
            </p:contentPart>
          </mc:Choice>
          <mc:Fallback xmlns="">
            <p:pic>
              <p:nvPicPr>
                <p:cNvPr id="9" name="Ink 8">
                  <a:extLst>
                    <a:ext uri="{FF2B5EF4-FFF2-40B4-BE49-F238E27FC236}">
                      <a16:creationId xmlns:a16="http://schemas.microsoft.com/office/drawing/2014/main" id="{4CA9922A-D5FD-F04A-4576-242656AB9581}"/>
                    </a:ext>
                  </a:extLst>
                </p:cNvPr>
                <p:cNvPicPr/>
                <p:nvPr/>
              </p:nvPicPr>
              <p:blipFill>
                <a:blip r:embed="rId12"/>
                <a:stretch>
                  <a:fillRect/>
                </a:stretch>
              </p:blipFill>
              <p:spPr>
                <a:xfrm>
                  <a:off x="5982810" y="4736550"/>
                  <a:ext cx="23832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98D4FE98-FD0A-EA0C-7ADE-FDE0A99AB4E3}"/>
                    </a:ext>
                  </a:extLst>
                </p14:cNvPr>
                <p14:cNvContentPartPr/>
                <p14:nvPr/>
              </p14:nvContentPartPr>
              <p14:xfrm>
                <a:off x="5998650" y="4840230"/>
                <a:ext cx="228600" cy="23760"/>
              </p14:xfrm>
            </p:contentPart>
          </mc:Choice>
          <mc:Fallback xmlns="">
            <p:pic>
              <p:nvPicPr>
                <p:cNvPr id="10" name="Ink 9">
                  <a:extLst>
                    <a:ext uri="{FF2B5EF4-FFF2-40B4-BE49-F238E27FC236}">
                      <a16:creationId xmlns:a16="http://schemas.microsoft.com/office/drawing/2014/main" id="{98D4FE98-FD0A-EA0C-7ADE-FDE0A99AB4E3}"/>
                    </a:ext>
                  </a:extLst>
                </p:cNvPr>
                <p:cNvPicPr/>
                <p:nvPr/>
              </p:nvPicPr>
              <p:blipFill>
                <a:blip r:embed="rId14"/>
                <a:stretch>
                  <a:fillRect/>
                </a:stretch>
              </p:blipFill>
              <p:spPr>
                <a:xfrm>
                  <a:off x="5992530" y="4834110"/>
                  <a:ext cx="2408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B18C7508-0CA1-F04E-8900-D0985115977C}"/>
                    </a:ext>
                  </a:extLst>
                </p14:cNvPr>
                <p14:cNvContentPartPr/>
                <p14:nvPr/>
              </p14:nvContentPartPr>
              <p14:xfrm>
                <a:off x="6167490" y="4737630"/>
                <a:ext cx="294120" cy="240120"/>
              </p14:xfrm>
            </p:contentPart>
          </mc:Choice>
          <mc:Fallback xmlns="">
            <p:pic>
              <p:nvPicPr>
                <p:cNvPr id="11" name="Ink 10">
                  <a:extLst>
                    <a:ext uri="{FF2B5EF4-FFF2-40B4-BE49-F238E27FC236}">
                      <a16:creationId xmlns:a16="http://schemas.microsoft.com/office/drawing/2014/main" id="{B18C7508-0CA1-F04E-8900-D0985115977C}"/>
                    </a:ext>
                  </a:extLst>
                </p:cNvPr>
                <p:cNvPicPr/>
                <p:nvPr/>
              </p:nvPicPr>
              <p:blipFill>
                <a:blip r:embed="rId16"/>
                <a:stretch>
                  <a:fillRect/>
                </a:stretch>
              </p:blipFill>
              <p:spPr>
                <a:xfrm>
                  <a:off x="6161370" y="4731510"/>
                  <a:ext cx="3063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8AFBE5F8-C275-18A9-AF5B-83ED7115D8DE}"/>
                    </a:ext>
                  </a:extLst>
                </p14:cNvPr>
                <p14:cNvContentPartPr/>
                <p14:nvPr/>
              </p14:nvContentPartPr>
              <p14:xfrm>
                <a:off x="6320490" y="4856070"/>
                <a:ext cx="366120" cy="117360"/>
              </p14:xfrm>
            </p:contentPart>
          </mc:Choice>
          <mc:Fallback xmlns="">
            <p:pic>
              <p:nvPicPr>
                <p:cNvPr id="12" name="Ink 11">
                  <a:extLst>
                    <a:ext uri="{FF2B5EF4-FFF2-40B4-BE49-F238E27FC236}">
                      <a16:creationId xmlns:a16="http://schemas.microsoft.com/office/drawing/2014/main" id="{8AFBE5F8-C275-18A9-AF5B-83ED7115D8DE}"/>
                    </a:ext>
                  </a:extLst>
                </p:cNvPr>
                <p:cNvPicPr/>
                <p:nvPr/>
              </p:nvPicPr>
              <p:blipFill>
                <a:blip r:embed="rId18"/>
                <a:stretch>
                  <a:fillRect/>
                </a:stretch>
              </p:blipFill>
              <p:spPr>
                <a:xfrm>
                  <a:off x="6314370" y="4849950"/>
                  <a:ext cx="378360" cy="129600"/>
                </a:xfrm>
                <a:prstGeom prst="rect">
                  <a:avLst/>
                </a:prstGeom>
              </p:spPr>
            </p:pic>
          </mc:Fallback>
        </mc:AlternateContent>
      </p:grpSp>
      <p:grpSp>
        <p:nvGrpSpPr>
          <p:cNvPr id="22" name="Group 21">
            <a:extLst>
              <a:ext uri="{FF2B5EF4-FFF2-40B4-BE49-F238E27FC236}">
                <a16:creationId xmlns:a16="http://schemas.microsoft.com/office/drawing/2014/main" id="{E3FB6150-8D59-7524-46B0-BF259B7FCCF3}"/>
              </a:ext>
            </a:extLst>
          </p:cNvPr>
          <p:cNvGrpSpPr/>
          <p:nvPr/>
        </p:nvGrpSpPr>
        <p:grpSpPr>
          <a:xfrm>
            <a:off x="5961210" y="5092230"/>
            <a:ext cx="900360" cy="516960"/>
            <a:chOff x="5961210" y="5092230"/>
            <a:chExt cx="900360" cy="516960"/>
          </a:xfrm>
        </p:grpSpPr>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1C43DFE5-4F59-5137-0676-4F0190824AF4}"/>
                    </a:ext>
                  </a:extLst>
                </p14:cNvPr>
                <p14:cNvContentPartPr/>
                <p14:nvPr/>
              </p14:nvContentPartPr>
              <p14:xfrm>
                <a:off x="6026730" y="5092230"/>
                <a:ext cx="231480" cy="335880"/>
              </p14:xfrm>
            </p:contentPart>
          </mc:Choice>
          <mc:Fallback xmlns="">
            <p:pic>
              <p:nvPicPr>
                <p:cNvPr id="13" name="Ink 12">
                  <a:extLst>
                    <a:ext uri="{FF2B5EF4-FFF2-40B4-BE49-F238E27FC236}">
                      <a16:creationId xmlns:a16="http://schemas.microsoft.com/office/drawing/2014/main" id="{1C43DFE5-4F59-5137-0676-4F0190824AF4}"/>
                    </a:ext>
                  </a:extLst>
                </p:cNvPr>
                <p:cNvPicPr/>
                <p:nvPr/>
              </p:nvPicPr>
              <p:blipFill>
                <a:blip r:embed="rId20"/>
                <a:stretch>
                  <a:fillRect/>
                </a:stretch>
              </p:blipFill>
              <p:spPr>
                <a:xfrm>
                  <a:off x="6020610" y="5086110"/>
                  <a:ext cx="24372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BE1635B1-1637-D983-AF3F-E955F28BD6AD}"/>
                    </a:ext>
                  </a:extLst>
                </p14:cNvPr>
                <p14:cNvContentPartPr/>
                <p14:nvPr/>
              </p14:nvContentPartPr>
              <p14:xfrm>
                <a:off x="5961210" y="5264310"/>
                <a:ext cx="259920" cy="125640"/>
              </p14:xfrm>
            </p:contentPart>
          </mc:Choice>
          <mc:Fallback xmlns="">
            <p:pic>
              <p:nvPicPr>
                <p:cNvPr id="14" name="Ink 13">
                  <a:extLst>
                    <a:ext uri="{FF2B5EF4-FFF2-40B4-BE49-F238E27FC236}">
                      <a16:creationId xmlns:a16="http://schemas.microsoft.com/office/drawing/2014/main" id="{BE1635B1-1637-D983-AF3F-E955F28BD6AD}"/>
                    </a:ext>
                  </a:extLst>
                </p:cNvPr>
                <p:cNvPicPr/>
                <p:nvPr/>
              </p:nvPicPr>
              <p:blipFill>
                <a:blip r:embed="rId22"/>
                <a:stretch>
                  <a:fillRect/>
                </a:stretch>
              </p:blipFill>
              <p:spPr>
                <a:xfrm>
                  <a:off x="5955090" y="5258190"/>
                  <a:ext cx="27216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39538F8C-526F-A937-A4E4-621B6410F66B}"/>
                    </a:ext>
                  </a:extLst>
                </p14:cNvPr>
                <p14:cNvContentPartPr/>
                <p14:nvPr/>
              </p14:nvContentPartPr>
              <p14:xfrm>
                <a:off x="6226890" y="5182590"/>
                <a:ext cx="50400" cy="11880"/>
              </p14:xfrm>
            </p:contentPart>
          </mc:Choice>
          <mc:Fallback xmlns="">
            <p:pic>
              <p:nvPicPr>
                <p:cNvPr id="15" name="Ink 14">
                  <a:extLst>
                    <a:ext uri="{FF2B5EF4-FFF2-40B4-BE49-F238E27FC236}">
                      <a16:creationId xmlns:a16="http://schemas.microsoft.com/office/drawing/2014/main" id="{39538F8C-526F-A937-A4E4-621B6410F66B}"/>
                    </a:ext>
                  </a:extLst>
                </p:cNvPr>
                <p:cNvPicPr/>
                <p:nvPr/>
              </p:nvPicPr>
              <p:blipFill>
                <a:blip r:embed="rId24"/>
                <a:stretch>
                  <a:fillRect/>
                </a:stretch>
              </p:blipFill>
              <p:spPr>
                <a:xfrm>
                  <a:off x="6220770" y="5176470"/>
                  <a:ext cx="626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Ink 15">
                  <a:extLst>
                    <a:ext uri="{FF2B5EF4-FFF2-40B4-BE49-F238E27FC236}">
                      <a16:creationId xmlns:a16="http://schemas.microsoft.com/office/drawing/2014/main" id="{825D9090-C070-7B9A-BA68-5E1C4F607351}"/>
                    </a:ext>
                  </a:extLst>
                </p14:cNvPr>
                <p14:cNvContentPartPr/>
                <p14:nvPr/>
              </p14:nvContentPartPr>
              <p14:xfrm>
                <a:off x="6310770" y="5137230"/>
                <a:ext cx="166320" cy="246240"/>
              </p14:xfrm>
            </p:contentPart>
          </mc:Choice>
          <mc:Fallback xmlns="">
            <p:pic>
              <p:nvPicPr>
                <p:cNvPr id="16" name="Ink 15">
                  <a:extLst>
                    <a:ext uri="{FF2B5EF4-FFF2-40B4-BE49-F238E27FC236}">
                      <a16:creationId xmlns:a16="http://schemas.microsoft.com/office/drawing/2014/main" id="{825D9090-C070-7B9A-BA68-5E1C4F607351}"/>
                    </a:ext>
                  </a:extLst>
                </p:cNvPr>
                <p:cNvPicPr/>
                <p:nvPr/>
              </p:nvPicPr>
              <p:blipFill>
                <a:blip r:embed="rId26"/>
                <a:stretch>
                  <a:fillRect/>
                </a:stretch>
              </p:blipFill>
              <p:spPr>
                <a:xfrm>
                  <a:off x="6304650" y="5131110"/>
                  <a:ext cx="1785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 name="Ink 16">
                  <a:extLst>
                    <a:ext uri="{FF2B5EF4-FFF2-40B4-BE49-F238E27FC236}">
                      <a16:creationId xmlns:a16="http://schemas.microsoft.com/office/drawing/2014/main" id="{95CB9138-6BEA-5D8D-E6AD-91240C00EAC6}"/>
                    </a:ext>
                  </a:extLst>
                </p14:cNvPr>
                <p14:cNvContentPartPr/>
                <p14:nvPr/>
              </p14:nvContentPartPr>
              <p14:xfrm>
                <a:off x="6454770" y="5125710"/>
                <a:ext cx="194040" cy="261720"/>
              </p14:xfrm>
            </p:contentPart>
          </mc:Choice>
          <mc:Fallback xmlns="">
            <p:pic>
              <p:nvPicPr>
                <p:cNvPr id="17" name="Ink 16">
                  <a:extLst>
                    <a:ext uri="{FF2B5EF4-FFF2-40B4-BE49-F238E27FC236}">
                      <a16:creationId xmlns:a16="http://schemas.microsoft.com/office/drawing/2014/main" id="{95CB9138-6BEA-5D8D-E6AD-91240C00EAC6}"/>
                    </a:ext>
                  </a:extLst>
                </p:cNvPr>
                <p:cNvPicPr/>
                <p:nvPr/>
              </p:nvPicPr>
              <p:blipFill>
                <a:blip r:embed="rId28"/>
                <a:stretch>
                  <a:fillRect/>
                </a:stretch>
              </p:blipFill>
              <p:spPr>
                <a:xfrm>
                  <a:off x="6448650" y="5119590"/>
                  <a:ext cx="20628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Ink 17">
                  <a:extLst>
                    <a:ext uri="{FF2B5EF4-FFF2-40B4-BE49-F238E27FC236}">
                      <a16:creationId xmlns:a16="http://schemas.microsoft.com/office/drawing/2014/main" id="{B9431DD6-0CB0-4D5A-C57E-8C5B6FF6BCDA}"/>
                    </a:ext>
                  </a:extLst>
                </p14:cNvPr>
                <p14:cNvContentPartPr/>
                <p14:nvPr/>
              </p14:nvContentPartPr>
              <p14:xfrm>
                <a:off x="6509490" y="5187990"/>
                <a:ext cx="352080" cy="169560"/>
              </p14:xfrm>
            </p:contentPart>
          </mc:Choice>
          <mc:Fallback xmlns="">
            <p:pic>
              <p:nvPicPr>
                <p:cNvPr id="18" name="Ink 17">
                  <a:extLst>
                    <a:ext uri="{FF2B5EF4-FFF2-40B4-BE49-F238E27FC236}">
                      <a16:creationId xmlns:a16="http://schemas.microsoft.com/office/drawing/2014/main" id="{B9431DD6-0CB0-4D5A-C57E-8C5B6FF6BCDA}"/>
                    </a:ext>
                  </a:extLst>
                </p:cNvPr>
                <p:cNvPicPr/>
                <p:nvPr/>
              </p:nvPicPr>
              <p:blipFill>
                <a:blip r:embed="rId30"/>
                <a:stretch>
                  <a:fillRect/>
                </a:stretch>
              </p:blipFill>
              <p:spPr>
                <a:xfrm>
                  <a:off x="6503370" y="5181870"/>
                  <a:ext cx="36432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9" name="Ink 18">
                  <a:extLst>
                    <a:ext uri="{FF2B5EF4-FFF2-40B4-BE49-F238E27FC236}">
                      <a16:creationId xmlns:a16="http://schemas.microsoft.com/office/drawing/2014/main" id="{035F1B4D-0C6A-0073-F3BD-1380DB1DB982}"/>
                    </a:ext>
                  </a:extLst>
                </p14:cNvPr>
                <p14:cNvContentPartPr/>
                <p14:nvPr/>
              </p14:nvContentPartPr>
              <p14:xfrm>
                <a:off x="6126810" y="5512350"/>
                <a:ext cx="353520" cy="31680"/>
              </p14:xfrm>
            </p:contentPart>
          </mc:Choice>
          <mc:Fallback xmlns="">
            <p:pic>
              <p:nvPicPr>
                <p:cNvPr id="19" name="Ink 18">
                  <a:extLst>
                    <a:ext uri="{FF2B5EF4-FFF2-40B4-BE49-F238E27FC236}">
                      <a16:creationId xmlns:a16="http://schemas.microsoft.com/office/drawing/2014/main" id="{035F1B4D-0C6A-0073-F3BD-1380DB1DB982}"/>
                    </a:ext>
                  </a:extLst>
                </p:cNvPr>
                <p:cNvPicPr/>
                <p:nvPr/>
              </p:nvPicPr>
              <p:blipFill>
                <a:blip r:embed="rId32"/>
                <a:stretch>
                  <a:fillRect/>
                </a:stretch>
              </p:blipFill>
              <p:spPr>
                <a:xfrm>
                  <a:off x="6120690" y="5506230"/>
                  <a:ext cx="3657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0" name="Ink 19">
                  <a:extLst>
                    <a:ext uri="{FF2B5EF4-FFF2-40B4-BE49-F238E27FC236}">
                      <a16:creationId xmlns:a16="http://schemas.microsoft.com/office/drawing/2014/main" id="{F7429209-1A26-CF33-8FAF-ADAB66A51B3B}"/>
                    </a:ext>
                  </a:extLst>
                </p14:cNvPr>
                <p14:cNvContentPartPr/>
                <p14:nvPr/>
              </p14:nvContentPartPr>
              <p14:xfrm>
                <a:off x="6159210" y="5549430"/>
                <a:ext cx="430560" cy="59760"/>
              </p14:xfrm>
            </p:contentPart>
          </mc:Choice>
          <mc:Fallback xmlns="">
            <p:pic>
              <p:nvPicPr>
                <p:cNvPr id="20" name="Ink 19">
                  <a:extLst>
                    <a:ext uri="{FF2B5EF4-FFF2-40B4-BE49-F238E27FC236}">
                      <a16:creationId xmlns:a16="http://schemas.microsoft.com/office/drawing/2014/main" id="{F7429209-1A26-CF33-8FAF-ADAB66A51B3B}"/>
                    </a:ext>
                  </a:extLst>
                </p:cNvPr>
                <p:cNvPicPr/>
                <p:nvPr/>
              </p:nvPicPr>
              <p:blipFill>
                <a:blip r:embed="rId34"/>
                <a:stretch>
                  <a:fillRect/>
                </a:stretch>
              </p:blipFill>
              <p:spPr>
                <a:xfrm>
                  <a:off x="6153090" y="5543310"/>
                  <a:ext cx="442800" cy="72000"/>
                </a:xfrm>
                <a:prstGeom prst="rect">
                  <a:avLst/>
                </a:prstGeom>
              </p:spPr>
            </p:pic>
          </mc:Fallback>
        </mc:AlternateContent>
      </p:grpSp>
    </p:spTree>
    <p:extLst>
      <p:ext uri="{BB962C8B-B14F-4D97-AF65-F5344CB8AC3E}">
        <p14:creationId xmlns:p14="http://schemas.microsoft.com/office/powerpoint/2010/main" val="249089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6797D-D9B7-30CB-F006-985528DD1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19E635-F5F0-9CF1-CDE0-1CDC9C453492}"/>
              </a:ext>
            </a:extLst>
          </p:cNvPr>
          <p:cNvSpPr>
            <a:spLocks noGrp="1"/>
          </p:cNvSpPr>
          <p:nvPr>
            <p:ph type="title"/>
          </p:nvPr>
        </p:nvSpPr>
        <p:spPr/>
        <p:txBody>
          <a:bodyPr/>
          <a:lstStyle/>
          <a:p>
            <a:r>
              <a:rPr lang="en-IN" dirty="0"/>
              <a:t>Strides in CNN - done</a:t>
            </a:r>
          </a:p>
        </p:txBody>
      </p:sp>
      <p:sp>
        <p:nvSpPr>
          <p:cNvPr id="3" name="Content Placeholder 2">
            <a:extLst>
              <a:ext uri="{FF2B5EF4-FFF2-40B4-BE49-F238E27FC236}">
                <a16:creationId xmlns:a16="http://schemas.microsoft.com/office/drawing/2014/main" id="{5727DEC2-B7DB-CAFB-0CD8-3FE985F4294F}"/>
              </a:ext>
            </a:extLst>
          </p:cNvPr>
          <p:cNvSpPr>
            <a:spLocks noGrp="1"/>
          </p:cNvSpPr>
          <p:nvPr>
            <p:ph idx="1"/>
          </p:nvPr>
        </p:nvSpPr>
        <p:spPr/>
        <p:txBody>
          <a:bodyPr/>
          <a:lstStyle/>
          <a:p>
            <a:pPr>
              <a:buFont typeface="Wingdings" panose="05000000000000000000" pitchFamily="2" charset="2"/>
              <a:buChar char="Ø"/>
            </a:pPr>
            <a:r>
              <a:rPr lang="en-US" b="1" dirty="0"/>
              <a:t>Stride &gt; 1: </a:t>
            </a:r>
            <a:r>
              <a:rPr lang="en-US" dirty="0"/>
              <a:t>A stride of 2 or 3 skips pixels, making the filter jump more, which reduces the output size and speeds up computation.</a:t>
            </a:r>
            <a:r>
              <a:rPr lang="en-US" b="1" dirty="0"/>
              <a:t> </a:t>
            </a:r>
          </a:p>
          <a:p>
            <a:pPr>
              <a:buFont typeface="Wingdings" panose="05000000000000000000" pitchFamily="2" charset="2"/>
              <a:buChar char="Ø"/>
            </a:pPr>
            <a:r>
              <a:rPr lang="en-US" b="1" dirty="0"/>
              <a:t>Effect on output</a:t>
            </a:r>
            <a:r>
              <a:rPr lang="en-US" dirty="0"/>
              <a:t>: Larger strides capture broader patterns but reduce detail and output size; smaller strides give more detail but increase computation.</a:t>
            </a:r>
            <a:endParaRPr lang="en-IN" dirty="0"/>
          </a:p>
        </p:txBody>
      </p:sp>
      <p:pic>
        <p:nvPicPr>
          <p:cNvPr id="25" name="Picture 24">
            <a:extLst>
              <a:ext uri="{FF2B5EF4-FFF2-40B4-BE49-F238E27FC236}">
                <a16:creationId xmlns:a16="http://schemas.microsoft.com/office/drawing/2014/main" id="{40CB2221-6B7D-8AB7-6215-6534E43F3E99}"/>
              </a:ext>
            </a:extLst>
          </p:cNvPr>
          <p:cNvPicPr>
            <a:picLocks noChangeAspect="1"/>
          </p:cNvPicPr>
          <p:nvPr/>
        </p:nvPicPr>
        <p:blipFill>
          <a:blip r:embed="rId2"/>
          <a:stretch>
            <a:fillRect/>
          </a:stretch>
        </p:blipFill>
        <p:spPr>
          <a:xfrm>
            <a:off x="3522662" y="3675062"/>
            <a:ext cx="4299540" cy="2065338"/>
          </a:xfrm>
          <a:prstGeom prst="rect">
            <a:avLst/>
          </a:prstGeom>
        </p:spPr>
      </p:pic>
      <p:grpSp>
        <p:nvGrpSpPr>
          <p:cNvPr id="48" name="Group 47">
            <a:extLst>
              <a:ext uri="{FF2B5EF4-FFF2-40B4-BE49-F238E27FC236}">
                <a16:creationId xmlns:a16="http://schemas.microsoft.com/office/drawing/2014/main" id="{9E44A8F4-5D40-21B5-B9C5-F221A3C932FD}"/>
              </a:ext>
            </a:extLst>
          </p:cNvPr>
          <p:cNvGrpSpPr/>
          <p:nvPr/>
        </p:nvGrpSpPr>
        <p:grpSpPr>
          <a:xfrm>
            <a:off x="398850" y="3508230"/>
            <a:ext cx="2426040" cy="739800"/>
            <a:chOff x="398850" y="3508230"/>
            <a:chExt cx="2426040" cy="739800"/>
          </a:xfrm>
        </p:grpSpPr>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E9E8B56D-5F1C-65A1-FF94-D2968BD1461B}"/>
                    </a:ext>
                  </a:extLst>
                </p14:cNvPr>
                <p14:cNvContentPartPr/>
                <p14:nvPr/>
              </p14:nvContentPartPr>
              <p14:xfrm>
                <a:off x="398850" y="3529830"/>
                <a:ext cx="707040" cy="580680"/>
              </p14:xfrm>
            </p:contentPart>
          </mc:Choice>
          <mc:Fallback xmlns="">
            <p:pic>
              <p:nvPicPr>
                <p:cNvPr id="26" name="Ink 25">
                  <a:extLst>
                    <a:ext uri="{FF2B5EF4-FFF2-40B4-BE49-F238E27FC236}">
                      <a16:creationId xmlns:a16="http://schemas.microsoft.com/office/drawing/2014/main" id="{E9E8B56D-5F1C-65A1-FF94-D2968BD1461B}"/>
                    </a:ext>
                  </a:extLst>
                </p:cNvPr>
                <p:cNvPicPr/>
                <p:nvPr/>
              </p:nvPicPr>
              <p:blipFill>
                <a:blip r:embed="rId4"/>
                <a:stretch>
                  <a:fillRect/>
                </a:stretch>
              </p:blipFill>
              <p:spPr>
                <a:xfrm>
                  <a:off x="392730" y="3523710"/>
                  <a:ext cx="719280" cy="592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7" name="Ink 26">
                  <a:extLst>
                    <a:ext uri="{FF2B5EF4-FFF2-40B4-BE49-F238E27FC236}">
                      <a16:creationId xmlns:a16="http://schemas.microsoft.com/office/drawing/2014/main" id="{B31B5F4E-967C-AFA8-7E6C-D2C32E0C4A49}"/>
                    </a:ext>
                  </a:extLst>
                </p14:cNvPr>
                <p14:cNvContentPartPr/>
                <p14:nvPr/>
              </p14:nvContentPartPr>
              <p14:xfrm>
                <a:off x="1291290" y="3706950"/>
                <a:ext cx="238680" cy="209880"/>
              </p14:xfrm>
            </p:contentPart>
          </mc:Choice>
          <mc:Fallback xmlns="">
            <p:pic>
              <p:nvPicPr>
                <p:cNvPr id="27" name="Ink 26">
                  <a:extLst>
                    <a:ext uri="{FF2B5EF4-FFF2-40B4-BE49-F238E27FC236}">
                      <a16:creationId xmlns:a16="http://schemas.microsoft.com/office/drawing/2014/main" id="{B31B5F4E-967C-AFA8-7E6C-D2C32E0C4A49}"/>
                    </a:ext>
                  </a:extLst>
                </p:cNvPr>
                <p:cNvPicPr/>
                <p:nvPr/>
              </p:nvPicPr>
              <p:blipFill>
                <a:blip r:embed="rId6"/>
                <a:stretch>
                  <a:fillRect/>
                </a:stretch>
              </p:blipFill>
              <p:spPr>
                <a:xfrm>
                  <a:off x="1285170" y="3700830"/>
                  <a:ext cx="25092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8" name="Ink 27">
                  <a:extLst>
                    <a:ext uri="{FF2B5EF4-FFF2-40B4-BE49-F238E27FC236}">
                      <a16:creationId xmlns:a16="http://schemas.microsoft.com/office/drawing/2014/main" id="{4DBDA7F7-3CDA-7838-1430-4F745E370DD2}"/>
                    </a:ext>
                  </a:extLst>
                </p14:cNvPr>
                <p14:cNvContentPartPr/>
                <p14:nvPr/>
              </p14:nvContentPartPr>
              <p14:xfrm>
                <a:off x="1623570" y="3652230"/>
                <a:ext cx="69120" cy="232920"/>
              </p14:xfrm>
            </p:contentPart>
          </mc:Choice>
          <mc:Fallback xmlns="">
            <p:pic>
              <p:nvPicPr>
                <p:cNvPr id="28" name="Ink 27">
                  <a:extLst>
                    <a:ext uri="{FF2B5EF4-FFF2-40B4-BE49-F238E27FC236}">
                      <a16:creationId xmlns:a16="http://schemas.microsoft.com/office/drawing/2014/main" id="{4DBDA7F7-3CDA-7838-1430-4F745E370DD2}"/>
                    </a:ext>
                  </a:extLst>
                </p:cNvPr>
                <p:cNvPicPr/>
                <p:nvPr/>
              </p:nvPicPr>
              <p:blipFill>
                <a:blip r:embed="rId8"/>
                <a:stretch>
                  <a:fillRect/>
                </a:stretch>
              </p:blipFill>
              <p:spPr>
                <a:xfrm>
                  <a:off x="1617450" y="3646110"/>
                  <a:ext cx="8136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9" name="Ink 28">
                  <a:extLst>
                    <a:ext uri="{FF2B5EF4-FFF2-40B4-BE49-F238E27FC236}">
                      <a16:creationId xmlns:a16="http://schemas.microsoft.com/office/drawing/2014/main" id="{3C07A110-3482-88B9-A3CC-CA31CC7806B7}"/>
                    </a:ext>
                  </a:extLst>
                </p14:cNvPr>
                <p14:cNvContentPartPr/>
                <p14:nvPr/>
              </p14:nvContentPartPr>
              <p14:xfrm>
                <a:off x="1554810" y="3765270"/>
                <a:ext cx="376200" cy="87840"/>
              </p14:xfrm>
            </p:contentPart>
          </mc:Choice>
          <mc:Fallback xmlns="">
            <p:pic>
              <p:nvPicPr>
                <p:cNvPr id="29" name="Ink 28">
                  <a:extLst>
                    <a:ext uri="{FF2B5EF4-FFF2-40B4-BE49-F238E27FC236}">
                      <a16:creationId xmlns:a16="http://schemas.microsoft.com/office/drawing/2014/main" id="{3C07A110-3482-88B9-A3CC-CA31CC7806B7}"/>
                    </a:ext>
                  </a:extLst>
                </p:cNvPr>
                <p:cNvPicPr/>
                <p:nvPr/>
              </p:nvPicPr>
              <p:blipFill>
                <a:blip r:embed="rId10"/>
                <a:stretch>
                  <a:fillRect/>
                </a:stretch>
              </p:blipFill>
              <p:spPr>
                <a:xfrm>
                  <a:off x="1548690" y="3759150"/>
                  <a:ext cx="3884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0" name="Ink 29">
                  <a:extLst>
                    <a:ext uri="{FF2B5EF4-FFF2-40B4-BE49-F238E27FC236}">
                      <a16:creationId xmlns:a16="http://schemas.microsoft.com/office/drawing/2014/main" id="{ACF4EFA1-7AB2-959F-C40E-E2762B043D38}"/>
                    </a:ext>
                  </a:extLst>
                </p14:cNvPr>
                <p14:cNvContentPartPr/>
                <p14:nvPr/>
              </p14:nvContentPartPr>
              <p14:xfrm>
                <a:off x="1964490" y="3639630"/>
                <a:ext cx="25200" cy="29160"/>
              </p14:xfrm>
            </p:contentPart>
          </mc:Choice>
          <mc:Fallback xmlns="">
            <p:pic>
              <p:nvPicPr>
                <p:cNvPr id="30" name="Ink 29">
                  <a:extLst>
                    <a:ext uri="{FF2B5EF4-FFF2-40B4-BE49-F238E27FC236}">
                      <a16:creationId xmlns:a16="http://schemas.microsoft.com/office/drawing/2014/main" id="{ACF4EFA1-7AB2-959F-C40E-E2762B043D38}"/>
                    </a:ext>
                  </a:extLst>
                </p:cNvPr>
                <p:cNvPicPr/>
                <p:nvPr/>
              </p:nvPicPr>
              <p:blipFill>
                <a:blip r:embed="rId12"/>
                <a:stretch>
                  <a:fillRect/>
                </a:stretch>
              </p:blipFill>
              <p:spPr>
                <a:xfrm>
                  <a:off x="1958370" y="3633510"/>
                  <a:ext cx="374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1" name="Ink 30">
                  <a:extLst>
                    <a:ext uri="{FF2B5EF4-FFF2-40B4-BE49-F238E27FC236}">
                      <a16:creationId xmlns:a16="http://schemas.microsoft.com/office/drawing/2014/main" id="{551F1A36-77FB-A3BF-D263-80B58365B4C9}"/>
                    </a:ext>
                  </a:extLst>
                </p14:cNvPr>
                <p14:cNvContentPartPr/>
                <p14:nvPr/>
              </p14:nvContentPartPr>
              <p14:xfrm>
                <a:off x="2095530" y="3519750"/>
                <a:ext cx="434880" cy="295560"/>
              </p14:xfrm>
            </p:contentPart>
          </mc:Choice>
          <mc:Fallback xmlns="">
            <p:pic>
              <p:nvPicPr>
                <p:cNvPr id="31" name="Ink 30">
                  <a:extLst>
                    <a:ext uri="{FF2B5EF4-FFF2-40B4-BE49-F238E27FC236}">
                      <a16:creationId xmlns:a16="http://schemas.microsoft.com/office/drawing/2014/main" id="{551F1A36-77FB-A3BF-D263-80B58365B4C9}"/>
                    </a:ext>
                  </a:extLst>
                </p:cNvPr>
                <p:cNvPicPr/>
                <p:nvPr/>
              </p:nvPicPr>
              <p:blipFill>
                <a:blip r:embed="rId14"/>
                <a:stretch>
                  <a:fillRect/>
                </a:stretch>
              </p:blipFill>
              <p:spPr>
                <a:xfrm>
                  <a:off x="2089410" y="3513630"/>
                  <a:ext cx="44712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2" name="Ink 31">
                  <a:extLst>
                    <a:ext uri="{FF2B5EF4-FFF2-40B4-BE49-F238E27FC236}">
                      <a16:creationId xmlns:a16="http://schemas.microsoft.com/office/drawing/2014/main" id="{653D0D43-ACFE-E5E3-A8BA-D80156A06E7F}"/>
                    </a:ext>
                  </a:extLst>
                </p14:cNvPr>
                <p14:cNvContentPartPr/>
                <p14:nvPr/>
              </p14:nvContentPartPr>
              <p14:xfrm>
                <a:off x="2689530" y="3508230"/>
                <a:ext cx="135360" cy="246600"/>
              </p14:xfrm>
            </p:contentPart>
          </mc:Choice>
          <mc:Fallback xmlns="">
            <p:pic>
              <p:nvPicPr>
                <p:cNvPr id="32" name="Ink 31">
                  <a:extLst>
                    <a:ext uri="{FF2B5EF4-FFF2-40B4-BE49-F238E27FC236}">
                      <a16:creationId xmlns:a16="http://schemas.microsoft.com/office/drawing/2014/main" id="{653D0D43-ACFE-E5E3-A8BA-D80156A06E7F}"/>
                    </a:ext>
                  </a:extLst>
                </p:cNvPr>
                <p:cNvPicPr/>
                <p:nvPr/>
              </p:nvPicPr>
              <p:blipFill>
                <a:blip r:embed="rId16"/>
                <a:stretch>
                  <a:fillRect/>
                </a:stretch>
              </p:blipFill>
              <p:spPr>
                <a:xfrm>
                  <a:off x="2683410" y="3502110"/>
                  <a:ext cx="14760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3" name="Ink 32">
                  <a:extLst>
                    <a:ext uri="{FF2B5EF4-FFF2-40B4-BE49-F238E27FC236}">
                      <a16:creationId xmlns:a16="http://schemas.microsoft.com/office/drawing/2014/main" id="{8C5E5C49-AD0E-8C1A-7CE6-B202AF7457FD}"/>
                    </a:ext>
                  </a:extLst>
                </p14:cNvPr>
                <p14:cNvContentPartPr/>
                <p14:nvPr/>
              </p14:nvContentPartPr>
              <p14:xfrm>
                <a:off x="2667930" y="3813870"/>
                <a:ext cx="9720" cy="13320"/>
              </p14:xfrm>
            </p:contentPart>
          </mc:Choice>
          <mc:Fallback xmlns="">
            <p:pic>
              <p:nvPicPr>
                <p:cNvPr id="33" name="Ink 32">
                  <a:extLst>
                    <a:ext uri="{FF2B5EF4-FFF2-40B4-BE49-F238E27FC236}">
                      <a16:creationId xmlns:a16="http://schemas.microsoft.com/office/drawing/2014/main" id="{8C5E5C49-AD0E-8C1A-7CE6-B202AF7457FD}"/>
                    </a:ext>
                  </a:extLst>
                </p:cNvPr>
                <p:cNvPicPr/>
                <p:nvPr/>
              </p:nvPicPr>
              <p:blipFill>
                <a:blip r:embed="rId18"/>
                <a:stretch>
                  <a:fillRect/>
                </a:stretch>
              </p:blipFill>
              <p:spPr>
                <a:xfrm>
                  <a:off x="2661810" y="3807750"/>
                  <a:ext cx="219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4" name="Ink 33">
                  <a:extLst>
                    <a:ext uri="{FF2B5EF4-FFF2-40B4-BE49-F238E27FC236}">
                      <a16:creationId xmlns:a16="http://schemas.microsoft.com/office/drawing/2014/main" id="{D597CA57-7056-7B9F-5322-02A9B7BD7E39}"/>
                    </a:ext>
                  </a:extLst>
                </p14:cNvPr>
                <p14:cNvContentPartPr/>
                <p14:nvPr/>
              </p14:nvContentPartPr>
              <p14:xfrm>
                <a:off x="622050" y="4119510"/>
                <a:ext cx="1613520" cy="128520"/>
              </p14:xfrm>
            </p:contentPart>
          </mc:Choice>
          <mc:Fallback xmlns="">
            <p:pic>
              <p:nvPicPr>
                <p:cNvPr id="34" name="Ink 33">
                  <a:extLst>
                    <a:ext uri="{FF2B5EF4-FFF2-40B4-BE49-F238E27FC236}">
                      <a16:creationId xmlns:a16="http://schemas.microsoft.com/office/drawing/2014/main" id="{D597CA57-7056-7B9F-5322-02A9B7BD7E39}"/>
                    </a:ext>
                  </a:extLst>
                </p:cNvPr>
                <p:cNvPicPr/>
                <p:nvPr/>
              </p:nvPicPr>
              <p:blipFill>
                <a:blip r:embed="rId20"/>
                <a:stretch>
                  <a:fillRect/>
                </a:stretch>
              </p:blipFill>
              <p:spPr>
                <a:xfrm>
                  <a:off x="615930" y="4113390"/>
                  <a:ext cx="1625760" cy="140760"/>
                </a:xfrm>
                <a:prstGeom prst="rect">
                  <a:avLst/>
                </a:prstGeom>
              </p:spPr>
            </p:pic>
          </mc:Fallback>
        </mc:AlternateContent>
      </p:grpSp>
      <p:grpSp>
        <p:nvGrpSpPr>
          <p:cNvPr id="47" name="Group 46">
            <a:extLst>
              <a:ext uri="{FF2B5EF4-FFF2-40B4-BE49-F238E27FC236}">
                <a16:creationId xmlns:a16="http://schemas.microsoft.com/office/drawing/2014/main" id="{AC2A3855-CDCC-C97F-6715-EE6574ECB00F}"/>
              </a:ext>
            </a:extLst>
          </p:cNvPr>
          <p:cNvGrpSpPr/>
          <p:nvPr/>
        </p:nvGrpSpPr>
        <p:grpSpPr>
          <a:xfrm>
            <a:off x="323610" y="4369350"/>
            <a:ext cx="2897280" cy="504360"/>
            <a:chOff x="323610" y="4369350"/>
            <a:chExt cx="2897280" cy="504360"/>
          </a:xfrm>
        </p:grpSpPr>
        <mc:AlternateContent xmlns:mc="http://schemas.openxmlformats.org/markup-compatibility/2006" xmlns:p14="http://schemas.microsoft.com/office/powerpoint/2010/main">
          <mc:Choice Requires="p14">
            <p:contentPart p14:bwMode="auto" r:id="rId21">
              <p14:nvContentPartPr>
                <p14:cNvPr id="35" name="Ink 34">
                  <a:extLst>
                    <a:ext uri="{FF2B5EF4-FFF2-40B4-BE49-F238E27FC236}">
                      <a16:creationId xmlns:a16="http://schemas.microsoft.com/office/drawing/2014/main" id="{22498D1A-A6CD-3069-D9BD-D1BA9280F4DE}"/>
                    </a:ext>
                  </a:extLst>
                </p14:cNvPr>
                <p14:cNvContentPartPr/>
                <p14:nvPr/>
              </p14:nvContentPartPr>
              <p14:xfrm>
                <a:off x="402450" y="4627830"/>
                <a:ext cx="115200" cy="133200"/>
              </p14:xfrm>
            </p:contentPart>
          </mc:Choice>
          <mc:Fallback xmlns="">
            <p:pic>
              <p:nvPicPr>
                <p:cNvPr id="35" name="Ink 34">
                  <a:extLst>
                    <a:ext uri="{FF2B5EF4-FFF2-40B4-BE49-F238E27FC236}">
                      <a16:creationId xmlns:a16="http://schemas.microsoft.com/office/drawing/2014/main" id="{22498D1A-A6CD-3069-D9BD-D1BA9280F4DE}"/>
                    </a:ext>
                  </a:extLst>
                </p:cNvPr>
                <p:cNvPicPr/>
                <p:nvPr/>
              </p:nvPicPr>
              <p:blipFill>
                <a:blip r:embed="rId22"/>
                <a:stretch>
                  <a:fillRect/>
                </a:stretch>
              </p:blipFill>
              <p:spPr>
                <a:xfrm>
                  <a:off x="396330" y="4621710"/>
                  <a:ext cx="1274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6" name="Ink 35">
                  <a:extLst>
                    <a:ext uri="{FF2B5EF4-FFF2-40B4-BE49-F238E27FC236}">
                      <a16:creationId xmlns:a16="http://schemas.microsoft.com/office/drawing/2014/main" id="{ABA4B086-5766-59C5-BC3B-7D46BEE9583E}"/>
                    </a:ext>
                  </a:extLst>
                </p14:cNvPr>
                <p14:cNvContentPartPr/>
                <p14:nvPr/>
              </p14:nvContentPartPr>
              <p14:xfrm>
                <a:off x="436290" y="4637910"/>
                <a:ext cx="87840" cy="118800"/>
              </p14:xfrm>
            </p:contentPart>
          </mc:Choice>
          <mc:Fallback xmlns="">
            <p:pic>
              <p:nvPicPr>
                <p:cNvPr id="36" name="Ink 35">
                  <a:extLst>
                    <a:ext uri="{FF2B5EF4-FFF2-40B4-BE49-F238E27FC236}">
                      <a16:creationId xmlns:a16="http://schemas.microsoft.com/office/drawing/2014/main" id="{ABA4B086-5766-59C5-BC3B-7D46BEE9583E}"/>
                    </a:ext>
                  </a:extLst>
                </p:cNvPr>
                <p:cNvPicPr/>
                <p:nvPr/>
              </p:nvPicPr>
              <p:blipFill>
                <a:blip r:embed="rId24"/>
                <a:stretch>
                  <a:fillRect/>
                </a:stretch>
              </p:blipFill>
              <p:spPr>
                <a:xfrm>
                  <a:off x="430170" y="4631790"/>
                  <a:ext cx="1000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7" name="Ink 36">
                  <a:extLst>
                    <a:ext uri="{FF2B5EF4-FFF2-40B4-BE49-F238E27FC236}">
                      <a16:creationId xmlns:a16="http://schemas.microsoft.com/office/drawing/2014/main" id="{944F421D-3D48-6B5C-C298-C8E9BAA13A15}"/>
                    </a:ext>
                  </a:extLst>
                </p14:cNvPr>
                <p14:cNvContentPartPr/>
                <p14:nvPr/>
              </p14:nvContentPartPr>
              <p14:xfrm>
                <a:off x="323610" y="4703070"/>
                <a:ext cx="173880" cy="14760"/>
              </p14:xfrm>
            </p:contentPart>
          </mc:Choice>
          <mc:Fallback xmlns="">
            <p:pic>
              <p:nvPicPr>
                <p:cNvPr id="37" name="Ink 36">
                  <a:extLst>
                    <a:ext uri="{FF2B5EF4-FFF2-40B4-BE49-F238E27FC236}">
                      <a16:creationId xmlns:a16="http://schemas.microsoft.com/office/drawing/2014/main" id="{944F421D-3D48-6B5C-C298-C8E9BAA13A15}"/>
                    </a:ext>
                  </a:extLst>
                </p:cNvPr>
                <p:cNvPicPr/>
                <p:nvPr/>
              </p:nvPicPr>
              <p:blipFill>
                <a:blip r:embed="rId26"/>
                <a:stretch>
                  <a:fillRect/>
                </a:stretch>
              </p:blipFill>
              <p:spPr>
                <a:xfrm>
                  <a:off x="317490" y="4696950"/>
                  <a:ext cx="1861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8" name="Ink 37">
                  <a:extLst>
                    <a:ext uri="{FF2B5EF4-FFF2-40B4-BE49-F238E27FC236}">
                      <a16:creationId xmlns:a16="http://schemas.microsoft.com/office/drawing/2014/main" id="{3BC4CABF-FF47-3533-0276-C59C77059821}"/>
                    </a:ext>
                  </a:extLst>
                </p14:cNvPr>
                <p14:cNvContentPartPr/>
                <p14:nvPr/>
              </p14:nvContentPartPr>
              <p14:xfrm>
                <a:off x="752370" y="4551150"/>
                <a:ext cx="50040" cy="189360"/>
              </p14:xfrm>
            </p:contentPart>
          </mc:Choice>
          <mc:Fallback xmlns="">
            <p:pic>
              <p:nvPicPr>
                <p:cNvPr id="38" name="Ink 37">
                  <a:extLst>
                    <a:ext uri="{FF2B5EF4-FFF2-40B4-BE49-F238E27FC236}">
                      <a16:creationId xmlns:a16="http://schemas.microsoft.com/office/drawing/2014/main" id="{3BC4CABF-FF47-3533-0276-C59C77059821}"/>
                    </a:ext>
                  </a:extLst>
                </p:cNvPr>
                <p:cNvPicPr/>
                <p:nvPr/>
              </p:nvPicPr>
              <p:blipFill>
                <a:blip r:embed="rId28"/>
                <a:stretch>
                  <a:fillRect/>
                </a:stretch>
              </p:blipFill>
              <p:spPr>
                <a:xfrm>
                  <a:off x="746250" y="4545030"/>
                  <a:ext cx="6228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9" name="Ink 38">
                  <a:extLst>
                    <a:ext uri="{FF2B5EF4-FFF2-40B4-BE49-F238E27FC236}">
                      <a16:creationId xmlns:a16="http://schemas.microsoft.com/office/drawing/2014/main" id="{A53E9D4C-80EC-FD1B-7691-0E372C333DBE}"/>
                    </a:ext>
                  </a:extLst>
                </p14:cNvPr>
                <p14:cNvContentPartPr/>
                <p14:nvPr/>
              </p14:nvContentPartPr>
              <p14:xfrm>
                <a:off x="654810" y="4547190"/>
                <a:ext cx="237960" cy="45360"/>
              </p14:xfrm>
            </p:contentPart>
          </mc:Choice>
          <mc:Fallback xmlns="">
            <p:pic>
              <p:nvPicPr>
                <p:cNvPr id="39" name="Ink 38">
                  <a:extLst>
                    <a:ext uri="{FF2B5EF4-FFF2-40B4-BE49-F238E27FC236}">
                      <a16:creationId xmlns:a16="http://schemas.microsoft.com/office/drawing/2014/main" id="{A53E9D4C-80EC-FD1B-7691-0E372C333DBE}"/>
                    </a:ext>
                  </a:extLst>
                </p:cNvPr>
                <p:cNvPicPr/>
                <p:nvPr/>
              </p:nvPicPr>
              <p:blipFill>
                <a:blip r:embed="rId30"/>
                <a:stretch>
                  <a:fillRect/>
                </a:stretch>
              </p:blipFill>
              <p:spPr>
                <a:xfrm>
                  <a:off x="648690" y="4541070"/>
                  <a:ext cx="25020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0" name="Ink 39">
                  <a:extLst>
                    <a:ext uri="{FF2B5EF4-FFF2-40B4-BE49-F238E27FC236}">
                      <a16:creationId xmlns:a16="http://schemas.microsoft.com/office/drawing/2014/main" id="{24E969AF-1811-BAF9-93E2-41F7626C8203}"/>
                    </a:ext>
                  </a:extLst>
                </p14:cNvPr>
                <p14:cNvContentPartPr/>
                <p14:nvPr/>
              </p14:nvContentPartPr>
              <p14:xfrm>
                <a:off x="866490" y="4633230"/>
                <a:ext cx="129600" cy="102960"/>
              </p14:xfrm>
            </p:contentPart>
          </mc:Choice>
          <mc:Fallback xmlns="">
            <p:pic>
              <p:nvPicPr>
                <p:cNvPr id="40" name="Ink 39">
                  <a:extLst>
                    <a:ext uri="{FF2B5EF4-FFF2-40B4-BE49-F238E27FC236}">
                      <a16:creationId xmlns:a16="http://schemas.microsoft.com/office/drawing/2014/main" id="{24E969AF-1811-BAF9-93E2-41F7626C8203}"/>
                    </a:ext>
                  </a:extLst>
                </p:cNvPr>
                <p:cNvPicPr/>
                <p:nvPr/>
              </p:nvPicPr>
              <p:blipFill>
                <a:blip r:embed="rId32"/>
                <a:stretch>
                  <a:fillRect/>
                </a:stretch>
              </p:blipFill>
              <p:spPr>
                <a:xfrm>
                  <a:off x="860370" y="4627110"/>
                  <a:ext cx="14184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1" name="Ink 40">
                  <a:extLst>
                    <a:ext uri="{FF2B5EF4-FFF2-40B4-BE49-F238E27FC236}">
                      <a16:creationId xmlns:a16="http://schemas.microsoft.com/office/drawing/2014/main" id="{16C2E67F-88CA-602B-5428-40B772963FBB}"/>
                    </a:ext>
                  </a:extLst>
                </p14:cNvPr>
                <p14:cNvContentPartPr/>
                <p14:nvPr/>
              </p14:nvContentPartPr>
              <p14:xfrm>
                <a:off x="1106250" y="4518030"/>
                <a:ext cx="456120" cy="355680"/>
              </p14:xfrm>
            </p:contentPart>
          </mc:Choice>
          <mc:Fallback xmlns="">
            <p:pic>
              <p:nvPicPr>
                <p:cNvPr id="41" name="Ink 40">
                  <a:extLst>
                    <a:ext uri="{FF2B5EF4-FFF2-40B4-BE49-F238E27FC236}">
                      <a16:creationId xmlns:a16="http://schemas.microsoft.com/office/drawing/2014/main" id="{16C2E67F-88CA-602B-5428-40B772963FBB}"/>
                    </a:ext>
                  </a:extLst>
                </p:cNvPr>
                <p:cNvPicPr/>
                <p:nvPr/>
              </p:nvPicPr>
              <p:blipFill>
                <a:blip r:embed="rId34"/>
                <a:stretch>
                  <a:fillRect/>
                </a:stretch>
              </p:blipFill>
              <p:spPr>
                <a:xfrm>
                  <a:off x="1100130" y="4511910"/>
                  <a:ext cx="46836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2" name="Ink 41">
                  <a:extLst>
                    <a:ext uri="{FF2B5EF4-FFF2-40B4-BE49-F238E27FC236}">
                      <a16:creationId xmlns:a16="http://schemas.microsoft.com/office/drawing/2014/main" id="{638F6F48-6955-441E-8A57-473F79A62A7F}"/>
                    </a:ext>
                  </a:extLst>
                </p14:cNvPr>
                <p14:cNvContentPartPr/>
                <p14:nvPr/>
              </p14:nvContentPartPr>
              <p14:xfrm>
                <a:off x="1479930" y="4592550"/>
                <a:ext cx="143280" cy="46800"/>
              </p14:xfrm>
            </p:contentPart>
          </mc:Choice>
          <mc:Fallback xmlns="">
            <p:pic>
              <p:nvPicPr>
                <p:cNvPr id="42" name="Ink 41">
                  <a:extLst>
                    <a:ext uri="{FF2B5EF4-FFF2-40B4-BE49-F238E27FC236}">
                      <a16:creationId xmlns:a16="http://schemas.microsoft.com/office/drawing/2014/main" id="{638F6F48-6955-441E-8A57-473F79A62A7F}"/>
                    </a:ext>
                  </a:extLst>
                </p:cNvPr>
                <p:cNvPicPr/>
                <p:nvPr/>
              </p:nvPicPr>
              <p:blipFill>
                <a:blip r:embed="rId36"/>
                <a:stretch>
                  <a:fillRect/>
                </a:stretch>
              </p:blipFill>
              <p:spPr>
                <a:xfrm>
                  <a:off x="1473810" y="4586430"/>
                  <a:ext cx="1555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3" name="Ink 42">
                  <a:extLst>
                    <a:ext uri="{FF2B5EF4-FFF2-40B4-BE49-F238E27FC236}">
                      <a16:creationId xmlns:a16="http://schemas.microsoft.com/office/drawing/2014/main" id="{DAAB202A-5AD5-DFBC-164D-984BCE70DE78}"/>
                    </a:ext>
                  </a:extLst>
                </p14:cNvPr>
                <p14:cNvContentPartPr/>
                <p14:nvPr/>
              </p14:nvContentPartPr>
              <p14:xfrm>
                <a:off x="1761090" y="4448190"/>
                <a:ext cx="300600" cy="211320"/>
              </p14:xfrm>
            </p:contentPart>
          </mc:Choice>
          <mc:Fallback xmlns="">
            <p:pic>
              <p:nvPicPr>
                <p:cNvPr id="43" name="Ink 42">
                  <a:extLst>
                    <a:ext uri="{FF2B5EF4-FFF2-40B4-BE49-F238E27FC236}">
                      <a16:creationId xmlns:a16="http://schemas.microsoft.com/office/drawing/2014/main" id="{DAAB202A-5AD5-DFBC-164D-984BCE70DE78}"/>
                    </a:ext>
                  </a:extLst>
                </p:cNvPr>
                <p:cNvPicPr/>
                <p:nvPr/>
              </p:nvPicPr>
              <p:blipFill>
                <a:blip r:embed="rId38"/>
                <a:stretch>
                  <a:fillRect/>
                </a:stretch>
              </p:blipFill>
              <p:spPr>
                <a:xfrm>
                  <a:off x="1754970" y="4442070"/>
                  <a:ext cx="31284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4" name="Ink 43">
                  <a:extLst>
                    <a:ext uri="{FF2B5EF4-FFF2-40B4-BE49-F238E27FC236}">
                      <a16:creationId xmlns:a16="http://schemas.microsoft.com/office/drawing/2014/main" id="{7FE223AF-57C9-F46A-7B51-7DEB612A6192}"/>
                    </a:ext>
                  </a:extLst>
                </p14:cNvPr>
                <p14:cNvContentPartPr/>
                <p14:nvPr/>
              </p14:nvContentPartPr>
              <p14:xfrm>
                <a:off x="2033250" y="4488870"/>
                <a:ext cx="53640" cy="19800"/>
              </p14:xfrm>
            </p:contentPart>
          </mc:Choice>
          <mc:Fallback xmlns="">
            <p:pic>
              <p:nvPicPr>
                <p:cNvPr id="44" name="Ink 43">
                  <a:extLst>
                    <a:ext uri="{FF2B5EF4-FFF2-40B4-BE49-F238E27FC236}">
                      <a16:creationId xmlns:a16="http://schemas.microsoft.com/office/drawing/2014/main" id="{7FE223AF-57C9-F46A-7B51-7DEB612A6192}"/>
                    </a:ext>
                  </a:extLst>
                </p:cNvPr>
                <p:cNvPicPr/>
                <p:nvPr/>
              </p:nvPicPr>
              <p:blipFill>
                <a:blip r:embed="rId40"/>
                <a:stretch>
                  <a:fillRect/>
                </a:stretch>
              </p:blipFill>
              <p:spPr>
                <a:xfrm>
                  <a:off x="2027130" y="4482750"/>
                  <a:ext cx="658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FDA60BFD-55F8-E6C2-389A-D13F643DB9C5}"/>
                    </a:ext>
                  </a:extLst>
                </p14:cNvPr>
                <p14:cNvContentPartPr/>
                <p14:nvPr/>
              </p14:nvContentPartPr>
              <p14:xfrm>
                <a:off x="2086170" y="4428750"/>
                <a:ext cx="347400" cy="275760"/>
              </p14:xfrm>
            </p:contentPart>
          </mc:Choice>
          <mc:Fallback xmlns="">
            <p:pic>
              <p:nvPicPr>
                <p:cNvPr id="45" name="Ink 44">
                  <a:extLst>
                    <a:ext uri="{FF2B5EF4-FFF2-40B4-BE49-F238E27FC236}">
                      <a16:creationId xmlns:a16="http://schemas.microsoft.com/office/drawing/2014/main" id="{FDA60BFD-55F8-E6C2-389A-D13F643DB9C5}"/>
                    </a:ext>
                  </a:extLst>
                </p:cNvPr>
                <p:cNvPicPr/>
                <p:nvPr/>
              </p:nvPicPr>
              <p:blipFill>
                <a:blip r:embed="rId42"/>
                <a:stretch>
                  <a:fillRect/>
                </a:stretch>
              </p:blipFill>
              <p:spPr>
                <a:xfrm>
                  <a:off x="2080050" y="4422630"/>
                  <a:ext cx="35964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6" name="Ink 45">
                  <a:extLst>
                    <a:ext uri="{FF2B5EF4-FFF2-40B4-BE49-F238E27FC236}">
                      <a16:creationId xmlns:a16="http://schemas.microsoft.com/office/drawing/2014/main" id="{D77535E5-A2A1-363D-0136-3935172BD753}"/>
                    </a:ext>
                  </a:extLst>
                </p14:cNvPr>
                <p14:cNvContentPartPr/>
                <p14:nvPr/>
              </p14:nvContentPartPr>
              <p14:xfrm>
                <a:off x="2554890" y="4369350"/>
                <a:ext cx="666000" cy="241560"/>
              </p14:xfrm>
            </p:contentPart>
          </mc:Choice>
          <mc:Fallback xmlns="">
            <p:pic>
              <p:nvPicPr>
                <p:cNvPr id="46" name="Ink 45">
                  <a:extLst>
                    <a:ext uri="{FF2B5EF4-FFF2-40B4-BE49-F238E27FC236}">
                      <a16:creationId xmlns:a16="http://schemas.microsoft.com/office/drawing/2014/main" id="{D77535E5-A2A1-363D-0136-3935172BD753}"/>
                    </a:ext>
                  </a:extLst>
                </p:cNvPr>
                <p:cNvPicPr/>
                <p:nvPr/>
              </p:nvPicPr>
              <p:blipFill>
                <a:blip r:embed="rId44"/>
                <a:stretch>
                  <a:fillRect/>
                </a:stretch>
              </p:blipFill>
              <p:spPr>
                <a:xfrm>
                  <a:off x="2548770" y="4363230"/>
                  <a:ext cx="678240" cy="253800"/>
                </a:xfrm>
                <a:prstGeom prst="rect">
                  <a:avLst/>
                </a:prstGeom>
              </p:spPr>
            </p:pic>
          </mc:Fallback>
        </mc:AlternateContent>
      </p:grpSp>
      <p:grpSp>
        <p:nvGrpSpPr>
          <p:cNvPr id="54" name="Group 53">
            <a:extLst>
              <a:ext uri="{FF2B5EF4-FFF2-40B4-BE49-F238E27FC236}">
                <a16:creationId xmlns:a16="http://schemas.microsoft.com/office/drawing/2014/main" id="{11E2A546-4EC5-FC0B-098C-B86204054582}"/>
              </a:ext>
            </a:extLst>
          </p:cNvPr>
          <p:cNvGrpSpPr/>
          <p:nvPr/>
        </p:nvGrpSpPr>
        <p:grpSpPr>
          <a:xfrm>
            <a:off x="645090" y="5011950"/>
            <a:ext cx="913320" cy="432360"/>
            <a:chOff x="645090" y="5011950"/>
            <a:chExt cx="913320" cy="432360"/>
          </a:xfrm>
        </p:grpSpPr>
        <mc:AlternateContent xmlns:mc="http://schemas.openxmlformats.org/markup-compatibility/2006" xmlns:p14="http://schemas.microsoft.com/office/powerpoint/2010/main">
          <mc:Choice Requires="p14">
            <p:contentPart p14:bwMode="auto" r:id="rId45">
              <p14:nvContentPartPr>
                <p14:cNvPr id="49" name="Ink 48">
                  <a:extLst>
                    <a:ext uri="{FF2B5EF4-FFF2-40B4-BE49-F238E27FC236}">
                      <a16:creationId xmlns:a16="http://schemas.microsoft.com/office/drawing/2014/main" id="{A7EFDCBF-4539-4CB6-9E38-728CD1E6A5CD}"/>
                    </a:ext>
                  </a:extLst>
                </p14:cNvPr>
                <p14:cNvContentPartPr/>
                <p14:nvPr/>
              </p14:nvContentPartPr>
              <p14:xfrm>
                <a:off x="676770" y="5103390"/>
                <a:ext cx="81720" cy="134280"/>
              </p14:xfrm>
            </p:contentPart>
          </mc:Choice>
          <mc:Fallback xmlns="">
            <p:pic>
              <p:nvPicPr>
                <p:cNvPr id="49" name="Ink 48">
                  <a:extLst>
                    <a:ext uri="{FF2B5EF4-FFF2-40B4-BE49-F238E27FC236}">
                      <a16:creationId xmlns:a16="http://schemas.microsoft.com/office/drawing/2014/main" id="{A7EFDCBF-4539-4CB6-9E38-728CD1E6A5CD}"/>
                    </a:ext>
                  </a:extLst>
                </p:cNvPr>
                <p:cNvPicPr/>
                <p:nvPr/>
              </p:nvPicPr>
              <p:blipFill>
                <a:blip r:embed="rId46"/>
                <a:stretch>
                  <a:fillRect/>
                </a:stretch>
              </p:blipFill>
              <p:spPr>
                <a:xfrm>
                  <a:off x="670650" y="5097270"/>
                  <a:ext cx="939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0" name="Ink 49">
                  <a:extLst>
                    <a:ext uri="{FF2B5EF4-FFF2-40B4-BE49-F238E27FC236}">
                      <a16:creationId xmlns:a16="http://schemas.microsoft.com/office/drawing/2014/main" id="{7CFEF31A-8F3A-08E1-0B9A-032CDEF09686}"/>
                    </a:ext>
                  </a:extLst>
                </p14:cNvPr>
                <p14:cNvContentPartPr/>
                <p14:nvPr/>
              </p14:nvContentPartPr>
              <p14:xfrm>
                <a:off x="645090" y="5011950"/>
                <a:ext cx="97920" cy="34200"/>
              </p14:xfrm>
            </p:contentPart>
          </mc:Choice>
          <mc:Fallback xmlns="">
            <p:pic>
              <p:nvPicPr>
                <p:cNvPr id="50" name="Ink 49">
                  <a:extLst>
                    <a:ext uri="{FF2B5EF4-FFF2-40B4-BE49-F238E27FC236}">
                      <a16:creationId xmlns:a16="http://schemas.microsoft.com/office/drawing/2014/main" id="{7CFEF31A-8F3A-08E1-0B9A-032CDEF09686}"/>
                    </a:ext>
                  </a:extLst>
                </p:cNvPr>
                <p:cNvPicPr/>
                <p:nvPr/>
              </p:nvPicPr>
              <p:blipFill>
                <a:blip r:embed="rId48"/>
                <a:stretch>
                  <a:fillRect/>
                </a:stretch>
              </p:blipFill>
              <p:spPr>
                <a:xfrm>
                  <a:off x="638970" y="5005830"/>
                  <a:ext cx="1101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1" name="Ink 50">
                  <a:extLst>
                    <a:ext uri="{FF2B5EF4-FFF2-40B4-BE49-F238E27FC236}">
                      <a16:creationId xmlns:a16="http://schemas.microsoft.com/office/drawing/2014/main" id="{9A57F51C-144B-B94A-01BE-3BF96017B42E}"/>
                    </a:ext>
                  </a:extLst>
                </p14:cNvPr>
                <p14:cNvContentPartPr/>
                <p14:nvPr/>
              </p14:nvContentPartPr>
              <p14:xfrm>
                <a:off x="770370" y="5052270"/>
                <a:ext cx="375480" cy="392040"/>
              </p14:xfrm>
            </p:contentPart>
          </mc:Choice>
          <mc:Fallback xmlns="">
            <p:pic>
              <p:nvPicPr>
                <p:cNvPr id="51" name="Ink 50">
                  <a:extLst>
                    <a:ext uri="{FF2B5EF4-FFF2-40B4-BE49-F238E27FC236}">
                      <a16:creationId xmlns:a16="http://schemas.microsoft.com/office/drawing/2014/main" id="{9A57F51C-144B-B94A-01BE-3BF96017B42E}"/>
                    </a:ext>
                  </a:extLst>
                </p:cNvPr>
                <p:cNvPicPr/>
                <p:nvPr/>
              </p:nvPicPr>
              <p:blipFill>
                <a:blip r:embed="rId50"/>
                <a:stretch>
                  <a:fillRect/>
                </a:stretch>
              </p:blipFill>
              <p:spPr>
                <a:xfrm>
                  <a:off x="764250" y="5046150"/>
                  <a:ext cx="387720" cy="4042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2" name="Ink 51">
                  <a:extLst>
                    <a:ext uri="{FF2B5EF4-FFF2-40B4-BE49-F238E27FC236}">
                      <a16:creationId xmlns:a16="http://schemas.microsoft.com/office/drawing/2014/main" id="{8A4F06C8-E54F-D3CC-6AF3-772DFA2359EA}"/>
                    </a:ext>
                  </a:extLst>
                </p14:cNvPr>
                <p14:cNvContentPartPr/>
                <p14:nvPr/>
              </p14:nvContentPartPr>
              <p14:xfrm>
                <a:off x="933090" y="5162430"/>
                <a:ext cx="394920" cy="154800"/>
              </p14:xfrm>
            </p:contentPart>
          </mc:Choice>
          <mc:Fallback xmlns="">
            <p:pic>
              <p:nvPicPr>
                <p:cNvPr id="52" name="Ink 51">
                  <a:extLst>
                    <a:ext uri="{FF2B5EF4-FFF2-40B4-BE49-F238E27FC236}">
                      <a16:creationId xmlns:a16="http://schemas.microsoft.com/office/drawing/2014/main" id="{8A4F06C8-E54F-D3CC-6AF3-772DFA2359EA}"/>
                    </a:ext>
                  </a:extLst>
                </p:cNvPr>
                <p:cNvPicPr/>
                <p:nvPr/>
              </p:nvPicPr>
              <p:blipFill>
                <a:blip r:embed="rId52"/>
                <a:stretch>
                  <a:fillRect/>
                </a:stretch>
              </p:blipFill>
              <p:spPr>
                <a:xfrm>
                  <a:off x="926970" y="5156310"/>
                  <a:ext cx="40716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3" name="Ink 52">
                  <a:extLst>
                    <a:ext uri="{FF2B5EF4-FFF2-40B4-BE49-F238E27FC236}">
                      <a16:creationId xmlns:a16="http://schemas.microsoft.com/office/drawing/2014/main" id="{59055637-6550-D5E5-8288-E882BC1D1F11}"/>
                    </a:ext>
                  </a:extLst>
                </p14:cNvPr>
                <p14:cNvContentPartPr/>
                <p14:nvPr/>
              </p14:nvContentPartPr>
              <p14:xfrm>
                <a:off x="1520610" y="5197710"/>
                <a:ext cx="37800" cy="23760"/>
              </p14:xfrm>
            </p:contentPart>
          </mc:Choice>
          <mc:Fallback xmlns="">
            <p:pic>
              <p:nvPicPr>
                <p:cNvPr id="53" name="Ink 52">
                  <a:extLst>
                    <a:ext uri="{FF2B5EF4-FFF2-40B4-BE49-F238E27FC236}">
                      <a16:creationId xmlns:a16="http://schemas.microsoft.com/office/drawing/2014/main" id="{59055637-6550-D5E5-8288-E882BC1D1F11}"/>
                    </a:ext>
                  </a:extLst>
                </p:cNvPr>
                <p:cNvPicPr/>
                <p:nvPr/>
              </p:nvPicPr>
              <p:blipFill>
                <a:blip r:embed="rId54"/>
                <a:stretch>
                  <a:fillRect/>
                </a:stretch>
              </p:blipFill>
              <p:spPr>
                <a:xfrm>
                  <a:off x="1514490" y="5191590"/>
                  <a:ext cx="50040" cy="36000"/>
                </a:xfrm>
                <a:prstGeom prst="rect">
                  <a:avLst/>
                </a:prstGeom>
              </p:spPr>
            </p:pic>
          </mc:Fallback>
        </mc:AlternateContent>
      </p:grpSp>
      <p:grpSp>
        <p:nvGrpSpPr>
          <p:cNvPr id="13314" name="Group 13313">
            <a:extLst>
              <a:ext uri="{FF2B5EF4-FFF2-40B4-BE49-F238E27FC236}">
                <a16:creationId xmlns:a16="http://schemas.microsoft.com/office/drawing/2014/main" id="{972199B3-B8D2-8A01-C7DE-209C3E801967}"/>
              </a:ext>
            </a:extLst>
          </p:cNvPr>
          <p:cNvGrpSpPr/>
          <p:nvPr/>
        </p:nvGrpSpPr>
        <p:grpSpPr>
          <a:xfrm>
            <a:off x="289050" y="5504430"/>
            <a:ext cx="2838240" cy="373320"/>
            <a:chOff x="289050" y="5504430"/>
            <a:chExt cx="2838240" cy="373320"/>
          </a:xfrm>
        </p:grpSpPr>
        <mc:AlternateContent xmlns:mc="http://schemas.openxmlformats.org/markup-compatibility/2006" xmlns:p14="http://schemas.microsoft.com/office/powerpoint/2010/main">
          <mc:Choice Requires="p14">
            <p:contentPart p14:bwMode="auto" r:id="rId55">
              <p14:nvContentPartPr>
                <p14:cNvPr id="55" name="Ink 54">
                  <a:extLst>
                    <a:ext uri="{FF2B5EF4-FFF2-40B4-BE49-F238E27FC236}">
                      <a16:creationId xmlns:a16="http://schemas.microsoft.com/office/drawing/2014/main" id="{DDA02874-7C21-CC34-009C-286FB393CF8C}"/>
                    </a:ext>
                  </a:extLst>
                </p14:cNvPr>
                <p14:cNvContentPartPr/>
                <p14:nvPr/>
              </p14:nvContentPartPr>
              <p14:xfrm>
                <a:off x="346290" y="5578230"/>
                <a:ext cx="64800" cy="136800"/>
              </p14:xfrm>
            </p:contentPart>
          </mc:Choice>
          <mc:Fallback xmlns="">
            <p:pic>
              <p:nvPicPr>
                <p:cNvPr id="55" name="Ink 54">
                  <a:extLst>
                    <a:ext uri="{FF2B5EF4-FFF2-40B4-BE49-F238E27FC236}">
                      <a16:creationId xmlns:a16="http://schemas.microsoft.com/office/drawing/2014/main" id="{DDA02874-7C21-CC34-009C-286FB393CF8C}"/>
                    </a:ext>
                  </a:extLst>
                </p:cNvPr>
                <p:cNvPicPr/>
                <p:nvPr/>
              </p:nvPicPr>
              <p:blipFill>
                <a:blip r:embed="rId56"/>
                <a:stretch>
                  <a:fillRect/>
                </a:stretch>
              </p:blipFill>
              <p:spPr>
                <a:xfrm>
                  <a:off x="340170" y="5572110"/>
                  <a:ext cx="7704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6" name="Ink 55">
                  <a:extLst>
                    <a:ext uri="{FF2B5EF4-FFF2-40B4-BE49-F238E27FC236}">
                      <a16:creationId xmlns:a16="http://schemas.microsoft.com/office/drawing/2014/main" id="{3F5E6751-4A8D-13C0-E422-99DEC4B863EF}"/>
                    </a:ext>
                  </a:extLst>
                </p14:cNvPr>
                <p14:cNvContentPartPr/>
                <p14:nvPr/>
              </p14:nvContentPartPr>
              <p14:xfrm>
                <a:off x="324330" y="5585070"/>
                <a:ext cx="140400" cy="126720"/>
              </p14:xfrm>
            </p:contentPart>
          </mc:Choice>
          <mc:Fallback xmlns="">
            <p:pic>
              <p:nvPicPr>
                <p:cNvPr id="56" name="Ink 55">
                  <a:extLst>
                    <a:ext uri="{FF2B5EF4-FFF2-40B4-BE49-F238E27FC236}">
                      <a16:creationId xmlns:a16="http://schemas.microsoft.com/office/drawing/2014/main" id="{3F5E6751-4A8D-13C0-E422-99DEC4B863EF}"/>
                    </a:ext>
                  </a:extLst>
                </p:cNvPr>
                <p:cNvPicPr/>
                <p:nvPr/>
              </p:nvPicPr>
              <p:blipFill>
                <a:blip r:embed="rId58"/>
                <a:stretch>
                  <a:fillRect/>
                </a:stretch>
              </p:blipFill>
              <p:spPr>
                <a:xfrm>
                  <a:off x="318210" y="5578950"/>
                  <a:ext cx="15264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7" name="Ink 56">
                  <a:extLst>
                    <a:ext uri="{FF2B5EF4-FFF2-40B4-BE49-F238E27FC236}">
                      <a16:creationId xmlns:a16="http://schemas.microsoft.com/office/drawing/2014/main" id="{E71BE65B-E493-092A-9B83-9931B2AFC441}"/>
                    </a:ext>
                  </a:extLst>
                </p14:cNvPr>
                <p14:cNvContentPartPr/>
                <p14:nvPr/>
              </p14:nvContentPartPr>
              <p14:xfrm>
                <a:off x="289050" y="5666430"/>
                <a:ext cx="169560" cy="35640"/>
              </p14:xfrm>
            </p:contentPart>
          </mc:Choice>
          <mc:Fallback xmlns="">
            <p:pic>
              <p:nvPicPr>
                <p:cNvPr id="57" name="Ink 56">
                  <a:extLst>
                    <a:ext uri="{FF2B5EF4-FFF2-40B4-BE49-F238E27FC236}">
                      <a16:creationId xmlns:a16="http://schemas.microsoft.com/office/drawing/2014/main" id="{E71BE65B-E493-092A-9B83-9931B2AFC441}"/>
                    </a:ext>
                  </a:extLst>
                </p:cNvPr>
                <p:cNvPicPr/>
                <p:nvPr/>
              </p:nvPicPr>
              <p:blipFill>
                <a:blip r:embed="rId60"/>
                <a:stretch>
                  <a:fillRect/>
                </a:stretch>
              </p:blipFill>
              <p:spPr>
                <a:xfrm>
                  <a:off x="282930" y="5660310"/>
                  <a:ext cx="1818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8" name="Ink 57">
                  <a:extLst>
                    <a:ext uri="{FF2B5EF4-FFF2-40B4-BE49-F238E27FC236}">
                      <a16:creationId xmlns:a16="http://schemas.microsoft.com/office/drawing/2014/main" id="{D5D661A4-E6E6-591E-BAF5-C16076376E1E}"/>
                    </a:ext>
                  </a:extLst>
                </p14:cNvPr>
                <p14:cNvContentPartPr/>
                <p14:nvPr/>
              </p14:nvContentPartPr>
              <p14:xfrm>
                <a:off x="776850" y="5603430"/>
                <a:ext cx="175320" cy="274320"/>
              </p14:xfrm>
            </p:contentPart>
          </mc:Choice>
          <mc:Fallback xmlns="">
            <p:pic>
              <p:nvPicPr>
                <p:cNvPr id="58" name="Ink 57">
                  <a:extLst>
                    <a:ext uri="{FF2B5EF4-FFF2-40B4-BE49-F238E27FC236}">
                      <a16:creationId xmlns:a16="http://schemas.microsoft.com/office/drawing/2014/main" id="{D5D661A4-E6E6-591E-BAF5-C16076376E1E}"/>
                    </a:ext>
                  </a:extLst>
                </p:cNvPr>
                <p:cNvPicPr/>
                <p:nvPr/>
              </p:nvPicPr>
              <p:blipFill>
                <a:blip r:embed="rId62"/>
                <a:stretch>
                  <a:fillRect/>
                </a:stretch>
              </p:blipFill>
              <p:spPr>
                <a:xfrm>
                  <a:off x="770730" y="5597310"/>
                  <a:ext cx="18756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9" name="Ink 58">
                  <a:extLst>
                    <a:ext uri="{FF2B5EF4-FFF2-40B4-BE49-F238E27FC236}">
                      <a16:creationId xmlns:a16="http://schemas.microsoft.com/office/drawing/2014/main" id="{0E93EA9C-639D-CA3A-0634-F83FE44647B6}"/>
                    </a:ext>
                  </a:extLst>
                </p14:cNvPr>
                <p14:cNvContentPartPr/>
                <p14:nvPr/>
              </p14:nvContentPartPr>
              <p14:xfrm>
                <a:off x="689370" y="5707830"/>
                <a:ext cx="337680" cy="117360"/>
              </p14:xfrm>
            </p:contentPart>
          </mc:Choice>
          <mc:Fallback xmlns="">
            <p:pic>
              <p:nvPicPr>
                <p:cNvPr id="59" name="Ink 58">
                  <a:extLst>
                    <a:ext uri="{FF2B5EF4-FFF2-40B4-BE49-F238E27FC236}">
                      <a16:creationId xmlns:a16="http://schemas.microsoft.com/office/drawing/2014/main" id="{0E93EA9C-639D-CA3A-0634-F83FE44647B6}"/>
                    </a:ext>
                  </a:extLst>
                </p:cNvPr>
                <p:cNvPicPr/>
                <p:nvPr/>
              </p:nvPicPr>
              <p:blipFill>
                <a:blip r:embed="rId64"/>
                <a:stretch>
                  <a:fillRect/>
                </a:stretch>
              </p:blipFill>
              <p:spPr>
                <a:xfrm>
                  <a:off x="683250" y="5701710"/>
                  <a:ext cx="3499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0" name="Ink 59">
                  <a:extLst>
                    <a:ext uri="{FF2B5EF4-FFF2-40B4-BE49-F238E27FC236}">
                      <a16:creationId xmlns:a16="http://schemas.microsoft.com/office/drawing/2014/main" id="{AC6AA95E-38E2-9FED-0468-7FA0060597AD}"/>
                    </a:ext>
                  </a:extLst>
                </p14:cNvPr>
                <p14:cNvContentPartPr/>
                <p14:nvPr/>
              </p14:nvContentPartPr>
              <p14:xfrm>
                <a:off x="1092930" y="5642670"/>
                <a:ext cx="193680" cy="233640"/>
              </p14:xfrm>
            </p:contentPart>
          </mc:Choice>
          <mc:Fallback xmlns="">
            <p:pic>
              <p:nvPicPr>
                <p:cNvPr id="60" name="Ink 59">
                  <a:extLst>
                    <a:ext uri="{FF2B5EF4-FFF2-40B4-BE49-F238E27FC236}">
                      <a16:creationId xmlns:a16="http://schemas.microsoft.com/office/drawing/2014/main" id="{AC6AA95E-38E2-9FED-0468-7FA0060597AD}"/>
                    </a:ext>
                  </a:extLst>
                </p:cNvPr>
                <p:cNvPicPr/>
                <p:nvPr/>
              </p:nvPicPr>
              <p:blipFill>
                <a:blip r:embed="rId66"/>
                <a:stretch>
                  <a:fillRect/>
                </a:stretch>
              </p:blipFill>
              <p:spPr>
                <a:xfrm>
                  <a:off x="1086810" y="5636550"/>
                  <a:ext cx="20592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1" name="Ink 60">
                  <a:extLst>
                    <a:ext uri="{FF2B5EF4-FFF2-40B4-BE49-F238E27FC236}">
                      <a16:creationId xmlns:a16="http://schemas.microsoft.com/office/drawing/2014/main" id="{6966730D-EB55-A9B9-32E7-7FCCBDB7603A}"/>
                    </a:ext>
                  </a:extLst>
                </p14:cNvPr>
                <p14:cNvContentPartPr/>
                <p14:nvPr/>
              </p14:nvContentPartPr>
              <p14:xfrm>
                <a:off x="1230450" y="5739150"/>
                <a:ext cx="133560" cy="37080"/>
              </p14:xfrm>
            </p:contentPart>
          </mc:Choice>
          <mc:Fallback xmlns="">
            <p:pic>
              <p:nvPicPr>
                <p:cNvPr id="61" name="Ink 60">
                  <a:extLst>
                    <a:ext uri="{FF2B5EF4-FFF2-40B4-BE49-F238E27FC236}">
                      <a16:creationId xmlns:a16="http://schemas.microsoft.com/office/drawing/2014/main" id="{6966730D-EB55-A9B9-32E7-7FCCBDB7603A}"/>
                    </a:ext>
                  </a:extLst>
                </p:cNvPr>
                <p:cNvPicPr/>
                <p:nvPr/>
              </p:nvPicPr>
              <p:blipFill>
                <a:blip r:embed="rId68"/>
                <a:stretch>
                  <a:fillRect/>
                </a:stretch>
              </p:blipFill>
              <p:spPr>
                <a:xfrm>
                  <a:off x="1224330" y="5733030"/>
                  <a:ext cx="14580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2" name="Ink 61">
                  <a:extLst>
                    <a:ext uri="{FF2B5EF4-FFF2-40B4-BE49-F238E27FC236}">
                      <a16:creationId xmlns:a16="http://schemas.microsoft.com/office/drawing/2014/main" id="{27D55301-4BBD-79A4-81EA-E7736BE30294}"/>
                    </a:ext>
                  </a:extLst>
                </p14:cNvPr>
                <p14:cNvContentPartPr/>
                <p14:nvPr/>
              </p14:nvContentPartPr>
              <p14:xfrm>
                <a:off x="1623210" y="5681550"/>
                <a:ext cx="219960" cy="110520"/>
              </p14:xfrm>
            </p:contentPart>
          </mc:Choice>
          <mc:Fallback xmlns="">
            <p:pic>
              <p:nvPicPr>
                <p:cNvPr id="62" name="Ink 61">
                  <a:extLst>
                    <a:ext uri="{FF2B5EF4-FFF2-40B4-BE49-F238E27FC236}">
                      <a16:creationId xmlns:a16="http://schemas.microsoft.com/office/drawing/2014/main" id="{27D55301-4BBD-79A4-81EA-E7736BE30294}"/>
                    </a:ext>
                  </a:extLst>
                </p:cNvPr>
                <p:cNvPicPr/>
                <p:nvPr/>
              </p:nvPicPr>
              <p:blipFill>
                <a:blip r:embed="rId70"/>
                <a:stretch>
                  <a:fillRect/>
                </a:stretch>
              </p:blipFill>
              <p:spPr>
                <a:xfrm>
                  <a:off x="1617090" y="5675430"/>
                  <a:ext cx="2322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3" name="Ink 62">
                  <a:extLst>
                    <a:ext uri="{FF2B5EF4-FFF2-40B4-BE49-F238E27FC236}">
                      <a16:creationId xmlns:a16="http://schemas.microsoft.com/office/drawing/2014/main" id="{A0858593-72A4-EDE8-0275-490F84D9F2DB}"/>
                    </a:ext>
                  </a:extLst>
                </p14:cNvPr>
                <p14:cNvContentPartPr/>
                <p14:nvPr/>
              </p14:nvContentPartPr>
              <p14:xfrm>
                <a:off x="1826970" y="5564910"/>
                <a:ext cx="369000" cy="255960"/>
              </p14:xfrm>
            </p:contentPart>
          </mc:Choice>
          <mc:Fallback xmlns="">
            <p:pic>
              <p:nvPicPr>
                <p:cNvPr id="63" name="Ink 62">
                  <a:extLst>
                    <a:ext uri="{FF2B5EF4-FFF2-40B4-BE49-F238E27FC236}">
                      <a16:creationId xmlns:a16="http://schemas.microsoft.com/office/drawing/2014/main" id="{A0858593-72A4-EDE8-0275-490F84D9F2DB}"/>
                    </a:ext>
                  </a:extLst>
                </p:cNvPr>
                <p:cNvPicPr/>
                <p:nvPr/>
              </p:nvPicPr>
              <p:blipFill>
                <a:blip r:embed="rId72"/>
                <a:stretch>
                  <a:fillRect/>
                </a:stretch>
              </p:blipFill>
              <p:spPr>
                <a:xfrm>
                  <a:off x="1820850" y="5558790"/>
                  <a:ext cx="38124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3312" name="Ink 13311">
                  <a:extLst>
                    <a:ext uri="{FF2B5EF4-FFF2-40B4-BE49-F238E27FC236}">
                      <a16:creationId xmlns:a16="http://schemas.microsoft.com/office/drawing/2014/main" id="{72E1C46E-5248-7D11-6346-3F3E6E355079}"/>
                    </a:ext>
                  </a:extLst>
                </p14:cNvPr>
                <p14:cNvContentPartPr/>
                <p14:nvPr/>
              </p14:nvContentPartPr>
              <p14:xfrm>
                <a:off x="2204970" y="5504430"/>
                <a:ext cx="738000" cy="204120"/>
              </p14:xfrm>
            </p:contentPart>
          </mc:Choice>
          <mc:Fallback xmlns="">
            <p:pic>
              <p:nvPicPr>
                <p:cNvPr id="13312" name="Ink 13311">
                  <a:extLst>
                    <a:ext uri="{FF2B5EF4-FFF2-40B4-BE49-F238E27FC236}">
                      <a16:creationId xmlns:a16="http://schemas.microsoft.com/office/drawing/2014/main" id="{72E1C46E-5248-7D11-6346-3F3E6E355079}"/>
                    </a:ext>
                  </a:extLst>
                </p:cNvPr>
                <p:cNvPicPr/>
                <p:nvPr/>
              </p:nvPicPr>
              <p:blipFill>
                <a:blip r:embed="rId74"/>
                <a:stretch>
                  <a:fillRect/>
                </a:stretch>
              </p:blipFill>
              <p:spPr>
                <a:xfrm>
                  <a:off x="2198850" y="5498310"/>
                  <a:ext cx="7502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3313" name="Ink 13312">
                  <a:extLst>
                    <a:ext uri="{FF2B5EF4-FFF2-40B4-BE49-F238E27FC236}">
                      <a16:creationId xmlns:a16="http://schemas.microsoft.com/office/drawing/2014/main" id="{F81B3E87-951B-E015-8EC2-0998051DF42A}"/>
                    </a:ext>
                  </a:extLst>
                </p14:cNvPr>
                <p14:cNvContentPartPr/>
                <p14:nvPr/>
              </p14:nvContentPartPr>
              <p14:xfrm>
                <a:off x="2914530" y="5517390"/>
                <a:ext cx="212760" cy="131040"/>
              </p14:xfrm>
            </p:contentPart>
          </mc:Choice>
          <mc:Fallback xmlns="">
            <p:pic>
              <p:nvPicPr>
                <p:cNvPr id="13313" name="Ink 13312">
                  <a:extLst>
                    <a:ext uri="{FF2B5EF4-FFF2-40B4-BE49-F238E27FC236}">
                      <a16:creationId xmlns:a16="http://schemas.microsoft.com/office/drawing/2014/main" id="{F81B3E87-951B-E015-8EC2-0998051DF42A}"/>
                    </a:ext>
                  </a:extLst>
                </p:cNvPr>
                <p:cNvPicPr/>
                <p:nvPr/>
              </p:nvPicPr>
              <p:blipFill>
                <a:blip r:embed="rId76"/>
                <a:stretch>
                  <a:fillRect/>
                </a:stretch>
              </p:blipFill>
              <p:spPr>
                <a:xfrm>
                  <a:off x="2908410" y="5511270"/>
                  <a:ext cx="225000" cy="143280"/>
                </a:xfrm>
                <a:prstGeom prst="rect">
                  <a:avLst/>
                </a:prstGeom>
              </p:spPr>
            </p:pic>
          </mc:Fallback>
        </mc:AlternateContent>
      </p:grpSp>
      <p:grpSp>
        <p:nvGrpSpPr>
          <p:cNvPr id="13338" name="Group 13337">
            <a:extLst>
              <a:ext uri="{FF2B5EF4-FFF2-40B4-BE49-F238E27FC236}">
                <a16:creationId xmlns:a16="http://schemas.microsoft.com/office/drawing/2014/main" id="{A9ADE805-C097-B76D-60DD-1C5C6C1B4834}"/>
              </a:ext>
            </a:extLst>
          </p:cNvPr>
          <p:cNvGrpSpPr/>
          <p:nvPr/>
        </p:nvGrpSpPr>
        <p:grpSpPr>
          <a:xfrm>
            <a:off x="8736090" y="3127350"/>
            <a:ext cx="2722320" cy="708120"/>
            <a:chOff x="8736090" y="3127350"/>
            <a:chExt cx="2722320" cy="708120"/>
          </a:xfrm>
        </p:grpSpPr>
        <mc:AlternateContent xmlns:mc="http://schemas.openxmlformats.org/markup-compatibility/2006" xmlns:p14="http://schemas.microsoft.com/office/powerpoint/2010/main">
          <mc:Choice Requires="p14">
            <p:contentPart p14:bwMode="auto" r:id="rId77">
              <p14:nvContentPartPr>
                <p14:cNvPr id="13315" name="Ink 13314">
                  <a:extLst>
                    <a:ext uri="{FF2B5EF4-FFF2-40B4-BE49-F238E27FC236}">
                      <a16:creationId xmlns:a16="http://schemas.microsoft.com/office/drawing/2014/main" id="{8CBEDA44-23D0-A4FC-56F0-D58E833B39CB}"/>
                    </a:ext>
                  </a:extLst>
                </p14:cNvPr>
                <p14:cNvContentPartPr/>
                <p14:nvPr/>
              </p14:nvContentPartPr>
              <p14:xfrm>
                <a:off x="8776410" y="3381870"/>
                <a:ext cx="72720" cy="172080"/>
              </p14:xfrm>
            </p:contentPart>
          </mc:Choice>
          <mc:Fallback xmlns="">
            <p:pic>
              <p:nvPicPr>
                <p:cNvPr id="13315" name="Ink 13314">
                  <a:extLst>
                    <a:ext uri="{FF2B5EF4-FFF2-40B4-BE49-F238E27FC236}">
                      <a16:creationId xmlns:a16="http://schemas.microsoft.com/office/drawing/2014/main" id="{8CBEDA44-23D0-A4FC-56F0-D58E833B39CB}"/>
                    </a:ext>
                  </a:extLst>
                </p:cNvPr>
                <p:cNvPicPr/>
                <p:nvPr/>
              </p:nvPicPr>
              <p:blipFill>
                <a:blip r:embed="rId78"/>
                <a:stretch>
                  <a:fillRect/>
                </a:stretch>
              </p:blipFill>
              <p:spPr>
                <a:xfrm>
                  <a:off x="8770290" y="3375750"/>
                  <a:ext cx="8496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3317" name="Ink 13316">
                  <a:extLst>
                    <a:ext uri="{FF2B5EF4-FFF2-40B4-BE49-F238E27FC236}">
                      <a16:creationId xmlns:a16="http://schemas.microsoft.com/office/drawing/2014/main" id="{F1764BCB-C534-D127-6FA3-CE9E901BCF4B}"/>
                    </a:ext>
                  </a:extLst>
                </p14:cNvPr>
                <p14:cNvContentPartPr/>
                <p14:nvPr/>
              </p14:nvContentPartPr>
              <p14:xfrm>
                <a:off x="8736090" y="3379710"/>
                <a:ext cx="353880" cy="187200"/>
              </p14:xfrm>
            </p:contentPart>
          </mc:Choice>
          <mc:Fallback xmlns="">
            <p:pic>
              <p:nvPicPr>
                <p:cNvPr id="13317" name="Ink 13316">
                  <a:extLst>
                    <a:ext uri="{FF2B5EF4-FFF2-40B4-BE49-F238E27FC236}">
                      <a16:creationId xmlns:a16="http://schemas.microsoft.com/office/drawing/2014/main" id="{F1764BCB-C534-D127-6FA3-CE9E901BCF4B}"/>
                    </a:ext>
                  </a:extLst>
                </p:cNvPr>
                <p:cNvPicPr/>
                <p:nvPr/>
              </p:nvPicPr>
              <p:blipFill>
                <a:blip r:embed="rId80"/>
                <a:stretch>
                  <a:fillRect/>
                </a:stretch>
              </p:blipFill>
              <p:spPr>
                <a:xfrm>
                  <a:off x="8729970" y="3373590"/>
                  <a:ext cx="3661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3318" name="Ink 13317">
                  <a:extLst>
                    <a:ext uri="{FF2B5EF4-FFF2-40B4-BE49-F238E27FC236}">
                      <a16:creationId xmlns:a16="http://schemas.microsoft.com/office/drawing/2014/main" id="{A1838E63-26DD-172E-4A34-F45A945482E7}"/>
                    </a:ext>
                  </a:extLst>
                </p14:cNvPr>
                <p14:cNvContentPartPr/>
                <p14:nvPr/>
              </p14:nvContentPartPr>
              <p14:xfrm>
                <a:off x="8976570" y="3355950"/>
                <a:ext cx="37800" cy="27720"/>
              </p14:xfrm>
            </p:contentPart>
          </mc:Choice>
          <mc:Fallback xmlns="">
            <p:pic>
              <p:nvPicPr>
                <p:cNvPr id="13318" name="Ink 13317">
                  <a:extLst>
                    <a:ext uri="{FF2B5EF4-FFF2-40B4-BE49-F238E27FC236}">
                      <a16:creationId xmlns:a16="http://schemas.microsoft.com/office/drawing/2014/main" id="{A1838E63-26DD-172E-4A34-F45A945482E7}"/>
                    </a:ext>
                  </a:extLst>
                </p:cNvPr>
                <p:cNvPicPr/>
                <p:nvPr/>
              </p:nvPicPr>
              <p:blipFill>
                <a:blip r:embed="rId82"/>
                <a:stretch>
                  <a:fillRect/>
                </a:stretch>
              </p:blipFill>
              <p:spPr>
                <a:xfrm>
                  <a:off x="8970450" y="3349830"/>
                  <a:ext cx="500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3319" name="Ink 13318">
                  <a:extLst>
                    <a:ext uri="{FF2B5EF4-FFF2-40B4-BE49-F238E27FC236}">
                      <a16:creationId xmlns:a16="http://schemas.microsoft.com/office/drawing/2014/main" id="{ED7C2144-9BD0-9C6C-9216-8487C465E66B}"/>
                    </a:ext>
                  </a:extLst>
                </p14:cNvPr>
                <p14:cNvContentPartPr/>
                <p14:nvPr/>
              </p14:nvContentPartPr>
              <p14:xfrm>
                <a:off x="9154770" y="3365670"/>
                <a:ext cx="153360" cy="126360"/>
              </p14:xfrm>
            </p:contentPart>
          </mc:Choice>
          <mc:Fallback xmlns="">
            <p:pic>
              <p:nvPicPr>
                <p:cNvPr id="13319" name="Ink 13318">
                  <a:extLst>
                    <a:ext uri="{FF2B5EF4-FFF2-40B4-BE49-F238E27FC236}">
                      <a16:creationId xmlns:a16="http://schemas.microsoft.com/office/drawing/2014/main" id="{ED7C2144-9BD0-9C6C-9216-8487C465E66B}"/>
                    </a:ext>
                  </a:extLst>
                </p:cNvPr>
                <p:cNvPicPr/>
                <p:nvPr/>
              </p:nvPicPr>
              <p:blipFill>
                <a:blip r:embed="rId84"/>
                <a:stretch>
                  <a:fillRect/>
                </a:stretch>
              </p:blipFill>
              <p:spPr>
                <a:xfrm>
                  <a:off x="9148650" y="3359550"/>
                  <a:ext cx="16560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3320" name="Ink 13319">
                  <a:extLst>
                    <a:ext uri="{FF2B5EF4-FFF2-40B4-BE49-F238E27FC236}">
                      <a16:creationId xmlns:a16="http://schemas.microsoft.com/office/drawing/2014/main" id="{453B83D6-F6EF-95F0-577C-4E9F52DFCAFB}"/>
                    </a:ext>
                  </a:extLst>
                </p14:cNvPr>
                <p14:cNvContentPartPr/>
                <p14:nvPr/>
              </p14:nvContentPartPr>
              <p14:xfrm>
                <a:off x="9359610" y="3359550"/>
                <a:ext cx="170640" cy="81360"/>
              </p14:xfrm>
            </p:contentPart>
          </mc:Choice>
          <mc:Fallback xmlns="">
            <p:pic>
              <p:nvPicPr>
                <p:cNvPr id="13320" name="Ink 13319">
                  <a:extLst>
                    <a:ext uri="{FF2B5EF4-FFF2-40B4-BE49-F238E27FC236}">
                      <a16:creationId xmlns:a16="http://schemas.microsoft.com/office/drawing/2014/main" id="{453B83D6-F6EF-95F0-577C-4E9F52DFCAFB}"/>
                    </a:ext>
                  </a:extLst>
                </p:cNvPr>
                <p:cNvPicPr/>
                <p:nvPr/>
              </p:nvPicPr>
              <p:blipFill>
                <a:blip r:embed="rId86"/>
                <a:stretch>
                  <a:fillRect/>
                </a:stretch>
              </p:blipFill>
              <p:spPr>
                <a:xfrm>
                  <a:off x="9353490" y="3353430"/>
                  <a:ext cx="18288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3321" name="Ink 13320">
                  <a:extLst>
                    <a:ext uri="{FF2B5EF4-FFF2-40B4-BE49-F238E27FC236}">
                      <a16:creationId xmlns:a16="http://schemas.microsoft.com/office/drawing/2014/main" id="{492B8CED-7AD1-E8A7-5A83-30FBCF6628B4}"/>
                    </a:ext>
                  </a:extLst>
                </p14:cNvPr>
                <p14:cNvContentPartPr/>
                <p14:nvPr/>
              </p14:nvContentPartPr>
              <p14:xfrm>
                <a:off x="9576690" y="3143190"/>
                <a:ext cx="205920" cy="285480"/>
              </p14:xfrm>
            </p:contentPart>
          </mc:Choice>
          <mc:Fallback xmlns="">
            <p:pic>
              <p:nvPicPr>
                <p:cNvPr id="13321" name="Ink 13320">
                  <a:extLst>
                    <a:ext uri="{FF2B5EF4-FFF2-40B4-BE49-F238E27FC236}">
                      <a16:creationId xmlns:a16="http://schemas.microsoft.com/office/drawing/2014/main" id="{492B8CED-7AD1-E8A7-5A83-30FBCF6628B4}"/>
                    </a:ext>
                  </a:extLst>
                </p:cNvPr>
                <p:cNvPicPr/>
                <p:nvPr/>
              </p:nvPicPr>
              <p:blipFill>
                <a:blip r:embed="rId88"/>
                <a:stretch>
                  <a:fillRect/>
                </a:stretch>
              </p:blipFill>
              <p:spPr>
                <a:xfrm>
                  <a:off x="9570570" y="3137070"/>
                  <a:ext cx="21816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3322" name="Ink 13321">
                  <a:extLst>
                    <a:ext uri="{FF2B5EF4-FFF2-40B4-BE49-F238E27FC236}">
                      <a16:creationId xmlns:a16="http://schemas.microsoft.com/office/drawing/2014/main" id="{DF9EB0A5-AA84-160F-0A76-A747A0121BB7}"/>
                    </a:ext>
                  </a:extLst>
                </p14:cNvPr>
                <p14:cNvContentPartPr/>
                <p14:nvPr/>
              </p14:nvContentPartPr>
              <p14:xfrm>
                <a:off x="9789090" y="3303390"/>
                <a:ext cx="156600" cy="105480"/>
              </p14:xfrm>
            </p:contentPart>
          </mc:Choice>
          <mc:Fallback xmlns="">
            <p:pic>
              <p:nvPicPr>
                <p:cNvPr id="13322" name="Ink 13321">
                  <a:extLst>
                    <a:ext uri="{FF2B5EF4-FFF2-40B4-BE49-F238E27FC236}">
                      <a16:creationId xmlns:a16="http://schemas.microsoft.com/office/drawing/2014/main" id="{DF9EB0A5-AA84-160F-0A76-A747A0121BB7}"/>
                    </a:ext>
                  </a:extLst>
                </p:cNvPr>
                <p:cNvPicPr/>
                <p:nvPr/>
              </p:nvPicPr>
              <p:blipFill>
                <a:blip r:embed="rId90"/>
                <a:stretch>
                  <a:fillRect/>
                </a:stretch>
              </p:blipFill>
              <p:spPr>
                <a:xfrm>
                  <a:off x="9782970" y="3297270"/>
                  <a:ext cx="1688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3323" name="Ink 13322">
                  <a:extLst>
                    <a:ext uri="{FF2B5EF4-FFF2-40B4-BE49-F238E27FC236}">
                      <a16:creationId xmlns:a16="http://schemas.microsoft.com/office/drawing/2014/main" id="{11BDF403-A69E-C286-4EAE-F6DBBAC06DF0}"/>
                    </a:ext>
                  </a:extLst>
                </p14:cNvPr>
                <p14:cNvContentPartPr/>
                <p14:nvPr/>
              </p14:nvContentPartPr>
              <p14:xfrm>
                <a:off x="10000770" y="3291870"/>
                <a:ext cx="145080" cy="97560"/>
              </p14:xfrm>
            </p:contentPart>
          </mc:Choice>
          <mc:Fallback xmlns="">
            <p:pic>
              <p:nvPicPr>
                <p:cNvPr id="13323" name="Ink 13322">
                  <a:extLst>
                    <a:ext uri="{FF2B5EF4-FFF2-40B4-BE49-F238E27FC236}">
                      <a16:creationId xmlns:a16="http://schemas.microsoft.com/office/drawing/2014/main" id="{11BDF403-A69E-C286-4EAE-F6DBBAC06DF0}"/>
                    </a:ext>
                  </a:extLst>
                </p:cNvPr>
                <p:cNvPicPr/>
                <p:nvPr/>
              </p:nvPicPr>
              <p:blipFill>
                <a:blip r:embed="rId92"/>
                <a:stretch>
                  <a:fillRect/>
                </a:stretch>
              </p:blipFill>
              <p:spPr>
                <a:xfrm>
                  <a:off x="9994650" y="3285750"/>
                  <a:ext cx="15732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3324" name="Ink 13323">
                  <a:extLst>
                    <a:ext uri="{FF2B5EF4-FFF2-40B4-BE49-F238E27FC236}">
                      <a16:creationId xmlns:a16="http://schemas.microsoft.com/office/drawing/2014/main" id="{2101D34A-5BCD-CB12-B0C5-DE27E109C99C}"/>
                    </a:ext>
                  </a:extLst>
                </p14:cNvPr>
                <p14:cNvContentPartPr/>
                <p14:nvPr/>
              </p14:nvContentPartPr>
              <p14:xfrm>
                <a:off x="10167810" y="3127350"/>
                <a:ext cx="212400" cy="217440"/>
              </p14:xfrm>
            </p:contentPart>
          </mc:Choice>
          <mc:Fallback xmlns="">
            <p:pic>
              <p:nvPicPr>
                <p:cNvPr id="13324" name="Ink 13323">
                  <a:extLst>
                    <a:ext uri="{FF2B5EF4-FFF2-40B4-BE49-F238E27FC236}">
                      <a16:creationId xmlns:a16="http://schemas.microsoft.com/office/drawing/2014/main" id="{2101D34A-5BCD-CB12-B0C5-DE27E109C99C}"/>
                    </a:ext>
                  </a:extLst>
                </p:cNvPr>
                <p:cNvPicPr/>
                <p:nvPr/>
              </p:nvPicPr>
              <p:blipFill>
                <a:blip r:embed="rId94"/>
                <a:stretch>
                  <a:fillRect/>
                </a:stretch>
              </p:blipFill>
              <p:spPr>
                <a:xfrm>
                  <a:off x="10161690" y="3121230"/>
                  <a:ext cx="22464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3325" name="Ink 13324">
                  <a:extLst>
                    <a:ext uri="{FF2B5EF4-FFF2-40B4-BE49-F238E27FC236}">
                      <a16:creationId xmlns:a16="http://schemas.microsoft.com/office/drawing/2014/main" id="{EDBA6F8D-F53C-1330-76F2-BE3C9204CA7A}"/>
                    </a:ext>
                  </a:extLst>
                </p14:cNvPr>
                <p14:cNvContentPartPr/>
                <p14:nvPr/>
              </p14:nvContentPartPr>
              <p14:xfrm>
                <a:off x="10347810" y="3201510"/>
                <a:ext cx="497520" cy="223920"/>
              </p14:xfrm>
            </p:contentPart>
          </mc:Choice>
          <mc:Fallback xmlns="">
            <p:pic>
              <p:nvPicPr>
                <p:cNvPr id="13325" name="Ink 13324">
                  <a:extLst>
                    <a:ext uri="{FF2B5EF4-FFF2-40B4-BE49-F238E27FC236}">
                      <a16:creationId xmlns:a16="http://schemas.microsoft.com/office/drawing/2014/main" id="{EDBA6F8D-F53C-1330-76F2-BE3C9204CA7A}"/>
                    </a:ext>
                  </a:extLst>
                </p:cNvPr>
                <p:cNvPicPr/>
                <p:nvPr/>
              </p:nvPicPr>
              <p:blipFill>
                <a:blip r:embed="rId96"/>
                <a:stretch>
                  <a:fillRect/>
                </a:stretch>
              </p:blipFill>
              <p:spPr>
                <a:xfrm>
                  <a:off x="10341690" y="3195390"/>
                  <a:ext cx="50976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3326" name="Ink 13325">
                  <a:extLst>
                    <a:ext uri="{FF2B5EF4-FFF2-40B4-BE49-F238E27FC236}">
                      <a16:creationId xmlns:a16="http://schemas.microsoft.com/office/drawing/2014/main" id="{E0174BD1-6874-77CC-A197-5473574B83FC}"/>
                    </a:ext>
                  </a:extLst>
                </p14:cNvPr>
                <p14:cNvContentPartPr/>
                <p14:nvPr/>
              </p14:nvContentPartPr>
              <p14:xfrm>
                <a:off x="10860090" y="3203310"/>
                <a:ext cx="251280" cy="136080"/>
              </p14:xfrm>
            </p:contentPart>
          </mc:Choice>
          <mc:Fallback xmlns="">
            <p:pic>
              <p:nvPicPr>
                <p:cNvPr id="13326" name="Ink 13325">
                  <a:extLst>
                    <a:ext uri="{FF2B5EF4-FFF2-40B4-BE49-F238E27FC236}">
                      <a16:creationId xmlns:a16="http://schemas.microsoft.com/office/drawing/2014/main" id="{E0174BD1-6874-77CC-A197-5473574B83FC}"/>
                    </a:ext>
                  </a:extLst>
                </p:cNvPr>
                <p:cNvPicPr/>
                <p:nvPr/>
              </p:nvPicPr>
              <p:blipFill>
                <a:blip r:embed="rId98"/>
                <a:stretch>
                  <a:fillRect/>
                </a:stretch>
              </p:blipFill>
              <p:spPr>
                <a:xfrm>
                  <a:off x="10853970" y="3197190"/>
                  <a:ext cx="2635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3327" name="Ink 13326">
                  <a:extLst>
                    <a:ext uri="{FF2B5EF4-FFF2-40B4-BE49-F238E27FC236}">
                      <a16:creationId xmlns:a16="http://schemas.microsoft.com/office/drawing/2014/main" id="{64394003-87A3-22D3-AC2F-B5BA74C45C06}"/>
                    </a:ext>
                  </a:extLst>
                </p14:cNvPr>
                <p14:cNvContentPartPr/>
                <p14:nvPr/>
              </p14:nvContentPartPr>
              <p14:xfrm>
                <a:off x="11188770" y="3213390"/>
                <a:ext cx="244080" cy="27720"/>
              </p14:xfrm>
            </p:contentPart>
          </mc:Choice>
          <mc:Fallback xmlns="">
            <p:pic>
              <p:nvPicPr>
                <p:cNvPr id="13327" name="Ink 13326">
                  <a:extLst>
                    <a:ext uri="{FF2B5EF4-FFF2-40B4-BE49-F238E27FC236}">
                      <a16:creationId xmlns:a16="http://schemas.microsoft.com/office/drawing/2014/main" id="{64394003-87A3-22D3-AC2F-B5BA74C45C06}"/>
                    </a:ext>
                  </a:extLst>
                </p:cNvPr>
                <p:cNvPicPr/>
                <p:nvPr/>
              </p:nvPicPr>
              <p:blipFill>
                <a:blip r:embed="rId100"/>
                <a:stretch>
                  <a:fillRect/>
                </a:stretch>
              </p:blipFill>
              <p:spPr>
                <a:xfrm>
                  <a:off x="11182650" y="3207270"/>
                  <a:ext cx="2563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3328" name="Ink 13327">
                  <a:extLst>
                    <a:ext uri="{FF2B5EF4-FFF2-40B4-BE49-F238E27FC236}">
                      <a16:creationId xmlns:a16="http://schemas.microsoft.com/office/drawing/2014/main" id="{B196B23D-9B3A-E943-2EF6-CF2F73EDC480}"/>
                    </a:ext>
                  </a:extLst>
                </p14:cNvPr>
                <p14:cNvContentPartPr/>
                <p14:nvPr/>
              </p14:nvContentPartPr>
              <p14:xfrm>
                <a:off x="8972970" y="3631710"/>
                <a:ext cx="2485440" cy="203760"/>
              </p14:xfrm>
            </p:contentPart>
          </mc:Choice>
          <mc:Fallback xmlns="">
            <p:pic>
              <p:nvPicPr>
                <p:cNvPr id="13328" name="Ink 13327">
                  <a:extLst>
                    <a:ext uri="{FF2B5EF4-FFF2-40B4-BE49-F238E27FC236}">
                      <a16:creationId xmlns:a16="http://schemas.microsoft.com/office/drawing/2014/main" id="{B196B23D-9B3A-E943-2EF6-CF2F73EDC480}"/>
                    </a:ext>
                  </a:extLst>
                </p:cNvPr>
                <p:cNvPicPr/>
                <p:nvPr/>
              </p:nvPicPr>
              <p:blipFill>
                <a:blip r:embed="rId102"/>
                <a:stretch>
                  <a:fillRect/>
                </a:stretch>
              </p:blipFill>
              <p:spPr>
                <a:xfrm>
                  <a:off x="8966850" y="3625590"/>
                  <a:ext cx="2497680" cy="216000"/>
                </a:xfrm>
                <a:prstGeom prst="rect">
                  <a:avLst/>
                </a:prstGeom>
              </p:spPr>
            </p:pic>
          </mc:Fallback>
        </mc:AlternateContent>
      </p:grpSp>
      <p:grpSp>
        <p:nvGrpSpPr>
          <p:cNvPr id="13345" name="Group 13344">
            <a:extLst>
              <a:ext uri="{FF2B5EF4-FFF2-40B4-BE49-F238E27FC236}">
                <a16:creationId xmlns:a16="http://schemas.microsoft.com/office/drawing/2014/main" id="{16625C97-E68B-6998-E413-36ED106F8313}"/>
              </a:ext>
            </a:extLst>
          </p:cNvPr>
          <p:cNvGrpSpPr/>
          <p:nvPr/>
        </p:nvGrpSpPr>
        <p:grpSpPr>
          <a:xfrm>
            <a:off x="8626650" y="3983070"/>
            <a:ext cx="3128760" cy="500040"/>
            <a:chOff x="8626650" y="3983070"/>
            <a:chExt cx="3128760" cy="500040"/>
          </a:xfrm>
        </p:grpSpPr>
        <mc:AlternateContent xmlns:mc="http://schemas.openxmlformats.org/markup-compatibility/2006" xmlns:p14="http://schemas.microsoft.com/office/powerpoint/2010/main">
          <mc:Choice Requires="p14">
            <p:contentPart p14:bwMode="auto" r:id="rId103">
              <p14:nvContentPartPr>
                <p14:cNvPr id="13329" name="Ink 13328">
                  <a:extLst>
                    <a:ext uri="{FF2B5EF4-FFF2-40B4-BE49-F238E27FC236}">
                      <a16:creationId xmlns:a16="http://schemas.microsoft.com/office/drawing/2014/main" id="{4C52DF36-9CD5-6EDB-0CD6-A104A1588F22}"/>
                    </a:ext>
                  </a:extLst>
                </p14:cNvPr>
                <p14:cNvContentPartPr/>
                <p14:nvPr/>
              </p14:nvContentPartPr>
              <p14:xfrm>
                <a:off x="8626650" y="4258110"/>
                <a:ext cx="322920" cy="104760"/>
              </p14:xfrm>
            </p:contentPart>
          </mc:Choice>
          <mc:Fallback xmlns="">
            <p:pic>
              <p:nvPicPr>
                <p:cNvPr id="13329" name="Ink 13328">
                  <a:extLst>
                    <a:ext uri="{FF2B5EF4-FFF2-40B4-BE49-F238E27FC236}">
                      <a16:creationId xmlns:a16="http://schemas.microsoft.com/office/drawing/2014/main" id="{4C52DF36-9CD5-6EDB-0CD6-A104A1588F22}"/>
                    </a:ext>
                  </a:extLst>
                </p:cNvPr>
                <p:cNvPicPr/>
                <p:nvPr/>
              </p:nvPicPr>
              <p:blipFill>
                <a:blip r:embed="rId104"/>
                <a:stretch>
                  <a:fillRect/>
                </a:stretch>
              </p:blipFill>
              <p:spPr>
                <a:xfrm>
                  <a:off x="8620530" y="4251990"/>
                  <a:ext cx="33516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3330" name="Ink 13329">
                  <a:extLst>
                    <a:ext uri="{FF2B5EF4-FFF2-40B4-BE49-F238E27FC236}">
                      <a16:creationId xmlns:a16="http://schemas.microsoft.com/office/drawing/2014/main" id="{2919FE7B-7BD5-A09A-7A7E-CCBBAE53859D}"/>
                    </a:ext>
                  </a:extLst>
                </p14:cNvPr>
                <p14:cNvContentPartPr/>
                <p14:nvPr/>
              </p14:nvContentPartPr>
              <p14:xfrm>
                <a:off x="9073410" y="4197630"/>
                <a:ext cx="219600" cy="195840"/>
              </p14:xfrm>
            </p:contentPart>
          </mc:Choice>
          <mc:Fallback xmlns="">
            <p:pic>
              <p:nvPicPr>
                <p:cNvPr id="13330" name="Ink 13329">
                  <a:extLst>
                    <a:ext uri="{FF2B5EF4-FFF2-40B4-BE49-F238E27FC236}">
                      <a16:creationId xmlns:a16="http://schemas.microsoft.com/office/drawing/2014/main" id="{2919FE7B-7BD5-A09A-7A7E-CCBBAE53859D}"/>
                    </a:ext>
                  </a:extLst>
                </p:cNvPr>
                <p:cNvPicPr/>
                <p:nvPr/>
              </p:nvPicPr>
              <p:blipFill>
                <a:blip r:embed="rId106"/>
                <a:stretch>
                  <a:fillRect/>
                </a:stretch>
              </p:blipFill>
              <p:spPr>
                <a:xfrm>
                  <a:off x="9067290" y="4191510"/>
                  <a:ext cx="23184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3331" name="Ink 13330">
                  <a:extLst>
                    <a:ext uri="{FF2B5EF4-FFF2-40B4-BE49-F238E27FC236}">
                      <a16:creationId xmlns:a16="http://schemas.microsoft.com/office/drawing/2014/main" id="{0FE61ED6-2A1D-690C-39DA-3ED5007A6154}"/>
                    </a:ext>
                  </a:extLst>
                </p14:cNvPr>
                <p14:cNvContentPartPr/>
                <p14:nvPr/>
              </p14:nvContentPartPr>
              <p14:xfrm>
                <a:off x="9379770" y="4244430"/>
                <a:ext cx="213480" cy="127440"/>
              </p14:xfrm>
            </p:contentPart>
          </mc:Choice>
          <mc:Fallback xmlns="">
            <p:pic>
              <p:nvPicPr>
                <p:cNvPr id="13331" name="Ink 13330">
                  <a:extLst>
                    <a:ext uri="{FF2B5EF4-FFF2-40B4-BE49-F238E27FC236}">
                      <a16:creationId xmlns:a16="http://schemas.microsoft.com/office/drawing/2014/main" id="{0FE61ED6-2A1D-690C-39DA-3ED5007A6154}"/>
                    </a:ext>
                  </a:extLst>
                </p:cNvPr>
                <p:cNvPicPr/>
                <p:nvPr/>
              </p:nvPicPr>
              <p:blipFill>
                <a:blip r:embed="rId108"/>
                <a:stretch>
                  <a:fillRect/>
                </a:stretch>
              </p:blipFill>
              <p:spPr>
                <a:xfrm>
                  <a:off x="9373650" y="4238310"/>
                  <a:ext cx="22572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3332" name="Ink 13331">
                  <a:extLst>
                    <a:ext uri="{FF2B5EF4-FFF2-40B4-BE49-F238E27FC236}">
                      <a16:creationId xmlns:a16="http://schemas.microsoft.com/office/drawing/2014/main" id="{FA0330C7-81EF-29FE-EFAC-0744D0FA284F}"/>
                    </a:ext>
                  </a:extLst>
                </p14:cNvPr>
                <p14:cNvContentPartPr/>
                <p14:nvPr/>
              </p14:nvContentPartPr>
              <p14:xfrm>
                <a:off x="9745890" y="4122030"/>
                <a:ext cx="225000" cy="328680"/>
              </p14:xfrm>
            </p:contentPart>
          </mc:Choice>
          <mc:Fallback xmlns="">
            <p:pic>
              <p:nvPicPr>
                <p:cNvPr id="13332" name="Ink 13331">
                  <a:extLst>
                    <a:ext uri="{FF2B5EF4-FFF2-40B4-BE49-F238E27FC236}">
                      <a16:creationId xmlns:a16="http://schemas.microsoft.com/office/drawing/2014/main" id="{FA0330C7-81EF-29FE-EFAC-0744D0FA284F}"/>
                    </a:ext>
                  </a:extLst>
                </p:cNvPr>
                <p:cNvPicPr/>
                <p:nvPr/>
              </p:nvPicPr>
              <p:blipFill>
                <a:blip r:embed="rId110"/>
                <a:stretch>
                  <a:fillRect/>
                </a:stretch>
              </p:blipFill>
              <p:spPr>
                <a:xfrm>
                  <a:off x="9739770" y="4115910"/>
                  <a:ext cx="237240" cy="3409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3333" name="Ink 13332">
                  <a:extLst>
                    <a:ext uri="{FF2B5EF4-FFF2-40B4-BE49-F238E27FC236}">
                      <a16:creationId xmlns:a16="http://schemas.microsoft.com/office/drawing/2014/main" id="{CFA659D2-D356-1285-CF46-C7FF195AC5BD}"/>
                    </a:ext>
                  </a:extLst>
                </p14:cNvPr>
                <p14:cNvContentPartPr/>
                <p14:nvPr/>
              </p14:nvContentPartPr>
              <p14:xfrm>
                <a:off x="9861450" y="4291590"/>
                <a:ext cx="184680" cy="68760"/>
              </p14:xfrm>
            </p:contentPart>
          </mc:Choice>
          <mc:Fallback xmlns="">
            <p:pic>
              <p:nvPicPr>
                <p:cNvPr id="13333" name="Ink 13332">
                  <a:extLst>
                    <a:ext uri="{FF2B5EF4-FFF2-40B4-BE49-F238E27FC236}">
                      <a16:creationId xmlns:a16="http://schemas.microsoft.com/office/drawing/2014/main" id="{CFA659D2-D356-1285-CF46-C7FF195AC5BD}"/>
                    </a:ext>
                  </a:extLst>
                </p:cNvPr>
                <p:cNvPicPr/>
                <p:nvPr/>
              </p:nvPicPr>
              <p:blipFill>
                <a:blip r:embed="rId112"/>
                <a:stretch>
                  <a:fillRect/>
                </a:stretch>
              </p:blipFill>
              <p:spPr>
                <a:xfrm>
                  <a:off x="9855330" y="4285470"/>
                  <a:ext cx="19692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3334" name="Ink 13333">
                  <a:extLst>
                    <a:ext uri="{FF2B5EF4-FFF2-40B4-BE49-F238E27FC236}">
                      <a16:creationId xmlns:a16="http://schemas.microsoft.com/office/drawing/2014/main" id="{CB86C587-B02F-1B96-B0EA-B419C9530C5D}"/>
                    </a:ext>
                  </a:extLst>
                </p14:cNvPr>
                <p14:cNvContentPartPr/>
                <p14:nvPr/>
              </p14:nvContentPartPr>
              <p14:xfrm>
                <a:off x="10179330" y="4228590"/>
                <a:ext cx="25920" cy="84600"/>
              </p14:xfrm>
            </p:contentPart>
          </mc:Choice>
          <mc:Fallback xmlns="">
            <p:pic>
              <p:nvPicPr>
                <p:cNvPr id="13334" name="Ink 13333">
                  <a:extLst>
                    <a:ext uri="{FF2B5EF4-FFF2-40B4-BE49-F238E27FC236}">
                      <a16:creationId xmlns:a16="http://schemas.microsoft.com/office/drawing/2014/main" id="{CB86C587-B02F-1B96-B0EA-B419C9530C5D}"/>
                    </a:ext>
                  </a:extLst>
                </p:cNvPr>
                <p:cNvPicPr/>
                <p:nvPr/>
              </p:nvPicPr>
              <p:blipFill>
                <a:blip r:embed="rId114"/>
                <a:stretch>
                  <a:fillRect/>
                </a:stretch>
              </p:blipFill>
              <p:spPr>
                <a:xfrm>
                  <a:off x="10173210" y="4222470"/>
                  <a:ext cx="3816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3335" name="Ink 13334">
                  <a:extLst>
                    <a:ext uri="{FF2B5EF4-FFF2-40B4-BE49-F238E27FC236}">
                      <a16:creationId xmlns:a16="http://schemas.microsoft.com/office/drawing/2014/main" id="{9584F459-DC6B-255E-4868-9DA46125F22E}"/>
                    </a:ext>
                  </a:extLst>
                </p14:cNvPr>
                <p14:cNvContentPartPr/>
                <p14:nvPr/>
              </p14:nvContentPartPr>
              <p14:xfrm>
                <a:off x="10155930" y="4142910"/>
                <a:ext cx="33840" cy="31680"/>
              </p14:xfrm>
            </p:contentPart>
          </mc:Choice>
          <mc:Fallback xmlns="">
            <p:pic>
              <p:nvPicPr>
                <p:cNvPr id="13335" name="Ink 13334">
                  <a:extLst>
                    <a:ext uri="{FF2B5EF4-FFF2-40B4-BE49-F238E27FC236}">
                      <a16:creationId xmlns:a16="http://schemas.microsoft.com/office/drawing/2014/main" id="{9584F459-DC6B-255E-4868-9DA46125F22E}"/>
                    </a:ext>
                  </a:extLst>
                </p:cNvPr>
                <p:cNvPicPr/>
                <p:nvPr/>
              </p:nvPicPr>
              <p:blipFill>
                <a:blip r:embed="rId116"/>
                <a:stretch>
                  <a:fillRect/>
                </a:stretch>
              </p:blipFill>
              <p:spPr>
                <a:xfrm>
                  <a:off x="10149810" y="4136790"/>
                  <a:ext cx="460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3336" name="Ink 13335">
                  <a:extLst>
                    <a:ext uri="{FF2B5EF4-FFF2-40B4-BE49-F238E27FC236}">
                      <a16:creationId xmlns:a16="http://schemas.microsoft.com/office/drawing/2014/main" id="{03892D43-597D-33FE-8A06-E3486B284874}"/>
                    </a:ext>
                  </a:extLst>
                </p14:cNvPr>
                <p14:cNvContentPartPr/>
                <p14:nvPr/>
              </p14:nvContentPartPr>
              <p14:xfrm>
                <a:off x="10334850" y="4092510"/>
                <a:ext cx="249480" cy="390600"/>
              </p14:xfrm>
            </p:contentPart>
          </mc:Choice>
          <mc:Fallback xmlns="">
            <p:pic>
              <p:nvPicPr>
                <p:cNvPr id="13336" name="Ink 13335">
                  <a:extLst>
                    <a:ext uri="{FF2B5EF4-FFF2-40B4-BE49-F238E27FC236}">
                      <a16:creationId xmlns:a16="http://schemas.microsoft.com/office/drawing/2014/main" id="{03892D43-597D-33FE-8A06-E3486B284874}"/>
                    </a:ext>
                  </a:extLst>
                </p:cNvPr>
                <p:cNvPicPr/>
                <p:nvPr/>
              </p:nvPicPr>
              <p:blipFill>
                <a:blip r:embed="rId118"/>
                <a:stretch>
                  <a:fillRect/>
                </a:stretch>
              </p:blipFill>
              <p:spPr>
                <a:xfrm>
                  <a:off x="10328730" y="4086390"/>
                  <a:ext cx="26172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3339" name="Ink 13338">
                  <a:extLst>
                    <a:ext uri="{FF2B5EF4-FFF2-40B4-BE49-F238E27FC236}">
                      <a16:creationId xmlns:a16="http://schemas.microsoft.com/office/drawing/2014/main" id="{5ABB418B-50DD-298B-6DEA-F90FE0EA45AC}"/>
                    </a:ext>
                  </a:extLst>
                </p14:cNvPr>
                <p14:cNvContentPartPr/>
                <p14:nvPr/>
              </p14:nvContentPartPr>
              <p14:xfrm>
                <a:off x="10345650" y="4211310"/>
                <a:ext cx="481320" cy="195840"/>
              </p14:xfrm>
            </p:contentPart>
          </mc:Choice>
          <mc:Fallback xmlns="">
            <p:pic>
              <p:nvPicPr>
                <p:cNvPr id="13339" name="Ink 13338">
                  <a:extLst>
                    <a:ext uri="{FF2B5EF4-FFF2-40B4-BE49-F238E27FC236}">
                      <a16:creationId xmlns:a16="http://schemas.microsoft.com/office/drawing/2014/main" id="{5ABB418B-50DD-298B-6DEA-F90FE0EA45AC}"/>
                    </a:ext>
                  </a:extLst>
                </p:cNvPr>
                <p:cNvPicPr/>
                <p:nvPr/>
              </p:nvPicPr>
              <p:blipFill>
                <a:blip r:embed="rId120"/>
                <a:stretch>
                  <a:fillRect/>
                </a:stretch>
              </p:blipFill>
              <p:spPr>
                <a:xfrm>
                  <a:off x="10339530" y="4205190"/>
                  <a:ext cx="4935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3340" name="Ink 13339">
                  <a:extLst>
                    <a:ext uri="{FF2B5EF4-FFF2-40B4-BE49-F238E27FC236}">
                      <a16:creationId xmlns:a16="http://schemas.microsoft.com/office/drawing/2014/main" id="{DEEA6BDC-4ED0-02C6-E999-F4C4C88044BC}"/>
                    </a:ext>
                  </a:extLst>
                </p14:cNvPr>
                <p14:cNvContentPartPr/>
                <p14:nvPr/>
              </p14:nvContentPartPr>
              <p14:xfrm>
                <a:off x="10823730" y="3983070"/>
                <a:ext cx="497160" cy="330840"/>
              </p14:xfrm>
            </p:contentPart>
          </mc:Choice>
          <mc:Fallback xmlns="">
            <p:pic>
              <p:nvPicPr>
                <p:cNvPr id="13340" name="Ink 13339">
                  <a:extLst>
                    <a:ext uri="{FF2B5EF4-FFF2-40B4-BE49-F238E27FC236}">
                      <a16:creationId xmlns:a16="http://schemas.microsoft.com/office/drawing/2014/main" id="{DEEA6BDC-4ED0-02C6-E999-F4C4C88044BC}"/>
                    </a:ext>
                  </a:extLst>
                </p:cNvPr>
                <p:cNvPicPr/>
                <p:nvPr/>
              </p:nvPicPr>
              <p:blipFill>
                <a:blip r:embed="rId122"/>
                <a:stretch>
                  <a:fillRect/>
                </a:stretch>
              </p:blipFill>
              <p:spPr>
                <a:xfrm>
                  <a:off x="10817610" y="3976950"/>
                  <a:ext cx="50940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3341" name="Ink 13340">
                  <a:extLst>
                    <a:ext uri="{FF2B5EF4-FFF2-40B4-BE49-F238E27FC236}">
                      <a16:creationId xmlns:a16="http://schemas.microsoft.com/office/drawing/2014/main" id="{CB33ADF0-8941-DD7A-77CF-680BE16E4798}"/>
                    </a:ext>
                  </a:extLst>
                </p14:cNvPr>
                <p14:cNvContentPartPr/>
                <p14:nvPr/>
              </p14:nvContentPartPr>
              <p14:xfrm>
                <a:off x="11339250" y="4137150"/>
                <a:ext cx="41400" cy="21960"/>
              </p14:xfrm>
            </p:contentPart>
          </mc:Choice>
          <mc:Fallback xmlns="">
            <p:pic>
              <p:nvPicPr>
                <p:cNvPr id="13341" name="Ink 13340">
                  <a:extLst>
                    <a:ext uri="{FF2B5EF4-FFF2-40B4-BE49-F238E27FC236}">
                      <a16:creationId xmlns:a16="http://schemas.microsoft.com/office/drawing/2014/main" id="{CB33ADF0-8941-DD7A-77CF-680BE16E4798}"/>
                    </a:ext>
                  </a:extLst>
                </p:cNvPr>
                <p:cNvPicPr/>
                <p:nvPr/>
              </p:nvPicPr>
              <p:blipFill>
                <a:blip r:embed="rId124"/>
                <a:stretch>
                  <a:fillRect/>
                </a:stretch>
              </p:blipFill>
              <p:spPr>
                <a:xfrm>
                  <a:off x="11333130" y="4131030"/>
                  <a:ext cx="5364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3342" name="Ink 13341">
                  <a:extLst>
                    <a:ext uri="{FF2B5EF4-FFF2-40B4-BE49-F238E27FC236}">
                      <a16:creationId xmlns:a16="http://schemas.microsoft.com/office/drawing/2014/main" id="{86503C94-782B-5ECA-6DCC-0ECC0051C976}"/>
                    </a:ext>
                  </a:extLst>
                </p14:cNvPr>
                <p14:cNvContentPartPr/>
                <p14:nvPr/>
              </p14:nvContentPartPr>
              <p14:xfrm>
                <a:off x="11251770" y="4121670"/>
                <a:ext cx="231840" cy="86400"/>
              </p14:xfrm>
            </p:contentPart>
          </mc:Choice>
          <mc:Fallback xmlns="">
            <p:pic>
              <p:nvPicPr>
                <p:cNvPr id="13342" name="Ink 13341">
                  <a:extLst>
                    <a:ext uri="{FF2B5EF4-FFF2-40B4-BE49-F238E27FC236}">
                      <a16:creationId xmlns:a16="http://schemas.microsoft.com/office/drawing/2014/main" id="{86503C94-782B-5ECA-6DCC-0ECC0051C976}"/>
                    </a:ext>
                  </a:extLst>
                </p:cNvPr>
                <p:cNvPicPr/>
                <p:nvPr/>
              </p:nvPicPr>
              <p:blipFill>
                <a:blip r:embed="rId126"/>
                <a:stretch>
                  <a:fillRect/>
                </a:stretch>
              </p:blipFill>
              <p:spPr>
                <a:xfrm>
                  <a:off x="11245650" y="4115550"/>
                  <a:ext cx="24408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3343" name="Ink 13342">
                  <a:extLst>
                    <a:ext uri="{FF2B5EF4-FFF2-40B4-BE49-F238E27FC236}">
                      <a16:creationId xmlns:a16="http://schemas.microsoft.com/office/drawing/2014/main" id="{B5FEA94D-D777-714C-CCB5-F80B1849C877}"/>
                    </a:ext>
                  </a:extLst>
                </p14:cNvPr>
                <p14:cNvContentPartPr/>
                <p14:nvPr/>
              </p14:nvContentPartPr>
              <p14:xfrm>
                <a:off x="11424930" y="4024470"/>
                <a:ext cx="33480" cy="42840"/>
              </p14:xfrm>
            </p:contentPart>
          </mc:Choice>
          <mc:Fallback xmlns="">
            <p:pic>
              <p:nvPicPr>
                <p:cNvPr id="13343" name="Ink 13342">
                  <a:extLst>
                    <a:ext uri="{FF2B5EF4-FFF2-40B4-BE49-F238E27FC236}">
                      <a16:creationId xmlns:a16="http://schemas.microsoft.com/office/drawing/2014/main" id="{B5FEA94D-D777-714C-CCB5-F80B1849C877}"/>
                    </a:ext>
                  </a:extLst>
                </p:cNvPr>
                <p:cNvPicPr/>
                <p:nvPr/>
              </p:nvPicPr>
              <p:blipFill>
                <a:blip r:embed="rId128"/>
                <a:stretch>
                  <a:fillRect/>
                </a:stretch>
              </p:blipFill>
              <p:spPr>
                <a:xfrm>
                  <a:off x="11418810" y="4018350"/>
                  <a:ext cx="457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3344" name="Ink 13343">
                  <a:extLst>
                    <a:ext uri="{FF2B5EF4-FFF2-40B4-BE49-F238E27FC236}">
                      <a16:creationId xmlns:a16="http://schemas.microsoft.com/office/drawing/2014/main" id="{733661D8-9ED1-8CCC-F910-137BE16F3C92}"/>
                    </a:ext>
                  </a:extLst>
                </p14:cNvPr>
                <p14:cNvContentPartPr/>
                <p14:nvPr/>
              </p14:nvContentPartPr>
              <p14:xfrm>
                <a:off x="11533650" y="4070550"/>
                <a:ext cx="221760" cy="110160"/>
              </p14:xfrm>
            </p:contentPart>
          </mc:Choice>
          <mc:Fallback xmlns="">
            <p:pic>
              <p:nvPicPr>
                <p:cNvPr id="13344" name="Ink 13343">
                  <a:extLst>
                    <a:ext uri="{FF2B5EF4-FFF2-40B4-BE49-F238E27FC236}">
                      <a16:creationId xmlns:a16="http://schemas.microsoft.com/office/drawing/2014/main" id="{733661D8-9ED1-8CCC-F910-137BE16F3C92}"/>
                    </a:ext>
                  </a:extLst>
                </p:cNvPr>
                <p:cNvPicPr/>
                <p:nvPr/>
              </p:nvPicPr>
              <p:blipFill>
                <a:blip r:embed="rId130"/>
                <a:stretch>
                  <a:fillRect/>
                </a:stretch>
              </p:blipFill>
              <p:spPr>
                <a:xfrm>
                  <a:off x="11527530" y="4064430"/>
                  <a:ext cx="234000" cy="122400"/>
                </a:xfrm>
                <a:prstGeom prst="rect">
                  <a:avLst/>
                </a:prstGeom>
              </p:spPr>
            </p:pic>
          </mc:Fallback>
        </mc:AlternateContent>
      </p:grpSp>
      <p:grpSp>
        <p:nvGrpSpPr>
          <p:cNvPr id="13355" name="Group 13354">
            <a:extLst>
              <a:ext uri="{FF2B5EF4-FFF2-40B4-BE49-F238E27FC236}">
                <a16:creationId xmlns:a16="http://schemas.microsoft.com/office/drawing/2014/main" id="{3811F434-DC08-3ADC-E40D-2DB649E2F11D}"/>
              </a:ext>
            </a:extLst>
          </p:cNvPr>
          <p:cNvGrpSpPr/>
          <p:nvPr/>
        </p:nvGrpSpPr>
        <p:grpSpPr>
          <a:xfrm>
            <a:off x="5529930" y="5740590"/>
            <a:ext cx="2437920" cy="327240"/>
            <a:chOff x="5529930" y="5740590"/>
            <a:chExt cx="2437920" cy="327240"/>
          </a:xfrm>
        </p:grpSpPr>
        <mc:AlternateContent xmlns:mc="http://schemas.openxmlformats.org/markup-compatibility/2006" xmlns:p14="http://schemas.microsoft.com/office/powerpoint/2010/main">
          <mc:Choice Requires="p14">
            <p:contentPart p14:bwMode="auto" r:id="rId131">
              <p14:nvContentPartPr>
                <p14:cNvPr id="13346" name="Ink 13345">
                  <a:extLst>
                    <a:ext uri="{FF2B5EF4-FFF2-40B4-BE49-F238E27FC236}">
                      <a16:creationId xmlns:a16="http://schemas.microsoft.com/office/drawing/2014/main" id="{4727A60C-9932-FE0A-B3B8-6D1ABECC517D}"/>
                    </a:ext>
                  </a:extLst>
                </p14:cNvPr>
                <p14:cNvContentPartPr/>
                <p14:nvPr/>
              </p14:nvContentPartPr>
              <p14:xfrm>
                <a:off x="5529930" y="5783430"/>
                <a:ext cx="812880" cy="284400"/>
              </p14:xfrm>
            </p:contentPart>
          </mc:Choice>
          <mc:Fallback xmlns="">
            <p:pic>
              <p:nvPicPr>
                <p:cNvPr id="13346" name="Ink 13345">
                  <a:extLst>
                    <a:ext uri="{FF2B5EF4-FFF2-40B4-BE49-F238E27FC236}">
                      <a16:creationId xmlns:a16="http://schemas.microsoft.com/office/drawing/2014/main" id="{4727A60C-9932-FE0A-B3B8-6D1ABECC517D}"/>
                    </a:ext>
                  </a:extLst>
                </p:cNvPr>
                <p:cNvPicPr/>
                <p:nvPr/>
              </p:nvPicPr>
              <p:blipFill>
                <a:blip r:embed="rId132"/>
                <a:stretch>
                  <a:fillRect/>
                </a:stretch>
              </p:blipFill>
              <p:spPr>
                <a:xfrm>
                  <a:off x="5523810" y="5777310"/>
                  <a:ext cx="82512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3347" name="Ink 13346">
                  <a:extLst>
                    <a:ext uri="{FF2B5EF4-FFF2-40B4-BE49-F238E27FC236}">
                      <a16:creationId xmlns:a16="http://schemas.microsoft.com/office/drawing/2014/main" id="{CE67FE00-0806-4CE0-C378-EEABF5F6B7B4}"/>
                    </a:ext>
                  </a:extLst>
                </p14:cNvPr>
                <p14:cNvContentPartPr/>
                <p14:nvPr/>
              </p14:nvContentPartPr>
              <p14:xfrm>
                <a:off x="6361170" y="5740590"/>
                <a:ext cx="279000" cy="257760"/>
              </p14:xfrm>
            </p:contentPart>
          </mc:Choice>
          <mc:Fallback xmlns="">
            <p:pic>
              <p:nvPicPr>
                <p:cNvPr id="13347" name="Ink 13346">
                  <a:extLst>
                    <a:ext uri="{FF2B5EF4-FFF2-40B4-BE49-F238E27FC236}">
                      <a16:creationId xmlns:a16="http://schemas.microsoft.com/office/drawing/2014/main" id="{CE67FE00-0806-4CE0-C378-EEABF5F6B7B4}"/>
                    </a:ext>
                  </a:extLst>
                </p:cNvPr>
                <p:cNvPicPr/>
                <p:nvPr/>
              </p:nvPicPr>
              <p:blipFill>
                <a:blip r:embed="rId134"/>
                <a:stretch>
                  <a:fillRect/>
                </a:stretch>
              </p:blipFill>
              <p:spPr>
                <a:xfrm>
                  <a:off x="6355050" y="5734470"/>
                  <a:ext cx="29124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3348" name="Ink 13347">
                  <a:extLst>
                    <a:ext uri="{FF2B5EF4-FFF2-40B4-BE49-F238E27FC236}">
                      <a16:creationId xmlns:a16="http://schemas.microsoft.com/office/drawing/2014/main" id="{0C7E2E94-6D2D-19B5-A37E-825BAC8D14D9}"/>
                    </a:ext>
                  </a:extLst>
                </p14:cNvPr>
                <p14:cNvContentPartPr/>
                <p14:nvPr/>
              </p14:nvContentPartPr>
              <p14:xfrm>
                <a:off x="6503010" y="5844270"/>
                <a:ext cx="177480" cy="47160"/>
              </p14:xfrm>
            </p:contentPart>
          </mc:Choice>
          <mc:Fallback xmlns="">
            <p:pic>
              <p:nvPicPr>
                <p:cNvPr id="13348" name="Ink 13347">
                  <a:extLst>
                    <a:ext uri="{FF2B5EF4-FFF2-40B4-BE49-F238E27FC236}">
                      <a16:creationId xmlns:a16="http://schemas.microsoft.com/office/drawing/2014/main" id="{0C7E2E94-6D2D-19B5-A37E-825BAC8D14D9}"/>
                    </a:ext>
                  </a:extLst>
                </p:cNvPr>
                <p:cNvPicPr/>
                <p:nvPr/>
              </p:nvPicPr>
              <p:blipFill>
                <a:blip r:embed="rId136"/>
                <a:stretch>
                  <a:fillRect/>
                </a:stretch>
              </p:blipFill>
              <p:spPr>
                <a:xfrm>
                  <a:off x="6496890" y="5838150"/>
                  <a:ext cx="18972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3349" name="Ink 13348">
                  <a:extLst>
                    <a:ext uri="{FF2B5EF4-FFF2-40B4-BE49-F238E27FC236}">
                      <a16:creationId xmlns:a16="http://schemas.microsoft.com/office/drawing/2014/main" id="{832D1262-E1F4-0806-9666-49C6D8EB16B9}"/>
                    </a:ext>
                  </a:extLst>
                </p14:cNvPr>
                <p14:cNvContentPartPr/>
                <p14:nvPr/>
              </p14:nvContentPartPr>
              <p14:xfrm>
                <a:off x="6955170" y="5780550"/>
                <a:ext cx="206280" cy="164520"/>
              </p14:xfrm>
            </p:contentPart>
          </mc:Choice>
          <mc:Fallback xmlns="">
            <p:pic>
              <p:nvPicPr>
                <p:cNvPr id="13349" name="Ink 13348">
                  <a:extLst>
                    <a:ext uri="{FF2B5EF4-FFF2-40B4-BE49-F238E27FC236}">
                      <a16:creationId xmlns:a16="http://schemas.microsoft.com/office/drawing/2014/main" id="{832D1262-E1F4-0806-9666-49C6D8EB16B9}"/>
                    </a:ext>
                  </a:extLst>
                </p:cNvPr>
                <p:cNvPicPr/>
                <p:nvPr/>
              </p:nvPicPr>
              <p:blipFill>
                <a:blip r:embed="rId138"/>
                <a:stretch>
                  <a:fillRect/>
                </a:stretch>
              </p:blipFill>
              <p:spPr>
                <a:xfrm>
                  <a:off x="6949050" y="5774430"/>
                  <a:ext cx="21852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3350" name="Ink 13349">
                  <a:extLst>
                    <a:ext uri="{FF2B5EF4-FFF2-40B4-BE49-F238E27FC236}">
                      <a16:creationId xmlns:a16="http://schemas.microsoft.com/office/drawing/2014/main" id="{92B529D2-CE8F-16E0-F378-57263B242166}"/>
                    </a:ext>
                  </a:extLst>
                </p14:cNvPr>
                <p14:cNvContentPartPr/>
                <p14:nvPr/>
              </p14:nvContentPartPr>
              <p14:xfrm>
                <a:off x="7045530" y="5752110"/>
                <a:ext cx="154080" cy="194400"/>
              </p14:xfrm>
            </p:contentPart>
          </mc:Choice>
          <mc:Fallback xmlns="">
            <p:pic>
              <p:nvPicPr>
                <p:cNvPr id="13350" name="Ink 13349">
                  <a:extLst>
                    <a:ext uri="{FF2B5EF4-FFF2-40B4-BE49-F238E27FC236}">
                      <a16:creationId xmlns:a16="http://schemas.microsoft.com/office/drawing/2014/main" id="{92B529D2-CE8F-16E0-F378-57263B242166}"/>
                    </a:ext>
                  </a:extLst>
                </p:cNvPr>
                <p:cNvPicPr/>
                <p:nvPr/>
              </p:nvPicPr>
              <p:blipFill>
                <a:blip r:embed="rId140"/>
                <a:stretch>
                  <a:fillRect/>
                </a:stretch>
              </p:blipFill>
              <p:spPr>
                <a:xfrm>
                  <a:off x="7039410" y="5745990"/>
                  <a:ext cx="16632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3351" name="Ink 13350">
                  <a:extLst>
                    <a:ext uri="{FF2B5EF4-FFF2-40B4-BE49-F238E27FC236}">
                      <a16:creationId xmlns:a16="http://schemas.microsoft.com/office/drawing/2014/main" id="{62C2D759-24BB-21A6-520A-5ABF90DA25DA}"/>
                    </a:ext>
                  </a:extLst>
                </p14:cNvPr>
                <p14:cNvContentPartPr/>
                <p14:nvPr/>
              </p14:nvContentPartPr>
              <p14:xfrm>
                <a:off x="7195650" y="5772630"/>
                <a:ext cx="325440" cy="151200"/>
              </p14:xfrm>
            </p:contentPart>
          </mc:Choice>
          <mc:Fallback xmlns="">
            <p:pic>
              <p:nvPicPr>
                <p:cNvPr id="13351" name="Ink 13350">
                  <a:extLst>
                    <a:ext uri="{FF2B5EF4-FFF2-40B4-BE49-F238E27FC236}">
                      <a16:creationId xmlns:a16="http://schemas.microsoft.com/office/drawing/2014/main" id="{62C2D759-24BB-21A6-520A-5ABF90DA25DA}"/>
                    </a:ext>
                  </a:extLst>
                </p:cNvPr>
                <p:cNvPicPr/>
                <p:nvPr/>
              </p:nvPicPr>
              <p:blipFill>
                <a:blip r:embed="rId142"/>
                <a:stretch>
                  <a:fillRect/>
                </a:stretch>
              </p:blipFill>
              <p:spPr>
                <a:xfrm>
                  <a:off x="7189530" y="5766510"/>
                  <a:ext cx="3376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3352" name="Ink 13351">
                  <a:extLst>
                    <a:ext uri="{FF2B5EF4-FFF2-40B4-BE49-F238E27FC236}">
                      <a16:creationId xmlns:a16="http://schemas.microsoft.com/office/drawing/2014/main" id="{6F12C045-3D15-4FC1-BB69-8AEA9A744D7B}"/>
                    </a:ext>
                  </a:extLst>
                </p14:cNvPr>
                <p14:cNvContentPartPr/>
                <p14:nvPr/>
              </p14:nvContentPartPr>
              <p14:xfrm>
                <a:off x="7716210" y="5818710"/>
                <a:ext cx="170280" cy="21960"/>
              </p14:xfrm>
            </p:contentPart>
          </mc:Choice>
          <mc:Fallback xmlns="">
            <p:pic>
              <p:nvPicPr>
                <p:cNvPr id="13352" name="Ink 13351">
                  <a:extLst>
                    <a:ext uri="{FF2B5EF4-FFF2-40B4-BE49-F238E27FC236}">
                      <a16:creationId xmlns:a16="http://schemas.microsoft.com/office/drawing/2014/main" id="{6F12C045-3D15-4FC1-BB69-8AEA9A744D7B}"/>
                    </a:ext>
                  </a:extLst>
                </p:cNvPr>
                <p:cNvPicPr/>
                <p:nvPr/>
              </p:nvPicPr>
              <p:blipFill>
                <a:blip r:embed="rId144"/>
                <a:stretch>
                  <a:fillRect/>
                </a:stretch>
              </p:blipFill>
              <p:spPr>
                <a:xfrm>
                  <a:off x="7710090" y="5812590"/>
                  <a:ext cx="18252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3353" name="Ink 13352">
                  <a:extLst>
                    <a:ext uri="{FF2B5EF4-FFF2-40B4-BE49-F238E27FC236}">
                      <a16:creationId xmlns:a16="http://schemas.microsoft.com/office/drawing/2014/main" id="{1BD7A28E-EAB3-C804-6459-A3F14E49AA09}"/>
                    </a:ext>
                  </a:extLst>
                </p14:cNvPr>
                <p14:cNvContentPartPr/>
                <p14:nvPr/>
              </p14:nvContentPartPr>
              <p14:xfrm>
                <a:off x="7720530" y="5883150"/>
                <a:ext cx="153360" cy="55440"/>
              </p14:xfrm>
            </p:contentPart>
          </mc:Choice>
          <mc:Fallback xmlns="">
            <p:pic>
              <p:nvPicPr>
                <p:cNvPr id="13353" name="Ink 13352">
                  <a:extLst>
                    <a:ext uri="{FF2B5EF4-FFF2-40B4-BE49-F238E27FC236}">
                      <a16:creationId xmlns:a16="http://schemas.microsoft.com/office/drawing/2014/main" id="{1BD7A28E-EAB3-C804-6459-A3F14E49AA09}"/>
                    </a:ext>
                  </a:extLst>
                </p:cNvPr>
                <p:cNvPicPr/>
                <p:nvPr/>
              </p:nvPicPr>
              <p:blipFill>
                <a:blip r:embed="rId146"/>
                <a:stretch>
                  <a:fillRect/>
                </a:stretch>
              </p:blipFill>
              <p:spPr>
                <a:xfrm>
                  <a:off x="7714410" y="5877030"/>
                  <a:ext cx="16560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3354" name="Ink 13353">
                  <a:extLst>
                    <a:ext uri="{FF2B5EF4-FFF2-40B4-BE49-F238E27FC236}">
                      <a16:creationId xmlns:a16="http://schemas.microsoft.com/office/drawing/2014/main" id="{D86E37D9-C318-0860-B50D-82851A5BC440}"/>
                    </a:ext>
                  </a:extLst>
                </p14:cNvPr>
                <p14:cNvContentPartPr/>
                <p14:nvPr/>
              </p14:nvContentPartPr>
              <p14:xfrm>
                <a:off x="7783170" y="5768670"/>
                <a:ext cx="184680" cy="187200"/>
              </p14:xfrm>
            </p:contentPart>
          </mc:Choice>
          <mc:Fallback xmlns="">
            <p:pic>
              <p:nvPicPr>
                <p:cNvPr id="13354" name="Ink 13353">
                  <a:extLst>
                    <a:ext uri="{FF2B5EF4-FFF2-40B4-BE49-F238E27FC236}">
                      <a16:creationId xmlns:a16="http://schemas.microsoft.com/office/drawing/2014/main" id="{D86E37D9-C318-0860-B50D-82851A5BC440}"/>
                    </a:ext>
                  </a:extLst>
                </p:cNvPr>
                <p:cNvPicPr/>
                <p:nvPr/>
              </p:nvPicPr>
              <p:blipFill>
                <a:blip r:embed="rId148"/>
                <a:stretch>
                  <a:fillRect/>
                </a:stretch>
              </p:blipFill>
              <p:spPr>
                <a:xfrm>
                  <a:off x="7777050" y="5762550"/>
                  <a:ext cx="196920" cy="199440"/>
                </a:xfrm>
                <a:prstGeom prst="rect">
                  <a:avLst/>
                </a:prstGeom>
              </p:spPr>
            </p:pic>
          </mc:Fallback>
        </mc:AlternateContent>
      </p:grpSp>
      <p:grpSp>
        <p:nvGrpSpPr>
          <p:cNvPr id="13382" name="Group 13381">
            <a:extLst>
              <a:ext uri="{FF2B5EF4-FFF2-40B4-BE49-F238E27FC236}">
                <a16:creationId xmlns:a16="http://schemas.microsoft.com/office/drawing/2014/main" id="{AC466FE5-48D2-CF2F-4F25-0D19FD5B3508}"/>
              </a:ext>
            </a:extLst>
          </p:cNvPr>
          <p:cNvGrpSpPr/>
          <p:nvPr/>
        </p:nvGrpSpPr>
        <p:grpSpPr>
          <a:xfrm>
            <a:off x="8504970" y="5295270"/>
            <a:ext cx="2884320" cy="727200"/>
            <a:chOff x="8504970" y="5295270"/>
            <a:chExt cx="2884320" cy="727200"/>
          </a:xfrm>
        </p:grpSpPr>
        <mc:AlternateContent xmlns:mc="http://schemas.openxmlformats.org/markup-compatibility/2006" xmlns:p14="http://schemas.microsoft.com/office/powerpoint/2010/main">
          <mc:Choice Requires="p14">
            <p:contentPart p14:bwMode="auto" r:id="rId149">
              <p14:nvContentPartPr>
                <p14:cNvPr id="13357" name="Ink 13356">
                  <a:extLst>
                    <a:ext uri="{FF2B5EF4-FFF2-40B4-BE49-F238E27FC236}">
                      <a16:creationId xmlns:a16="http://schemas.microsoft.com/office/drawing/2014/main" id="{D1E49DDD-B509-837F-F16A-E929CC603A99}"/>
                    </a:ext>
                  </a:extLst>
                </p14:cNvPr>
                <p14:cNvContentPartPr/>
                <p14:nvPr/>
              </p14:nvContentPartPr>
              <p14:xfrm>
                <a:off x="8504970" y="5424150"/>
                <a:ext cx="279000" cy="220680"/>
              </p14:xfrm>
            </p:contentPart>
          </mc:Choice>
          <mc:Fallback xmlns="">
            <p:pic>
              <p:nvPicPr>
                <p:cNvPr id="13357" name="Ink 13356">
                  <a:extLst>
                    <a:ext uri="{FF2B5EF4-FFF2-40B4-BE49-F238E27FC236}">
                      <a16:creationId xmlns:a16="http://schemas.microsoft.com/office/drawing/2014/main" id="{D1E49DDD-B509-837F-F16A-E929CC603A99}"/>
                    </a:ext>
                  </a:extLst>
                </p:cNvPr>
                <p:cNvPicPr/>
                <p:nvPr/>
              </p:nvPicPr>
              <p:blipFill>
                <a:blip r:embed="rId150"/>
                <a:stretch>
                  <a:fillRect/>
                </a:stretch>
              </p:blipFill>
              <p:spPr>
                <a:xfrm>
                  <a:off x="8498850" y="5418030"/>
                  <a:ext cx="29124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3358" name="Ink 13357">
                  <a:extLst>
                    <a:ext uri="{FF2B5EF4-FFF2-40B4-BE49-F238E27FC236}">
                      <a16:creationId xmlns:a16="http://schemas.microsoft.com/office/drawing/2014/main" id="{726CF333-BFDD-A843-A188-3F07DE0C4678}"/>
                    </a:ext>
                  </a:extLst>
                </p14:cNvPr>
                <p14:cNvContentPartPr/>
                <p14:nvPr/>
              </p14:nvContentPartPr>
              <p14:xfrm>
                <a:off x="8760930" y="5496510"/>
                <a:ext cx="131760" cy="14400"/>
              </p14:xfrm>
            </p:contentPart>
          </mc:Choice>
          <mc:Fallback xmlns="">
            <p:pic>
              <p:nvPicPr>
                <p:cNvPr id="13358" name="Ink 13357">
                  <a:extLst>
                    <a:ext uri="{FF2B5EF4-FFF2-40B4-BE49-F238E27FC236}">
                      <a16:creationId xmlns:a16="http://schemas.microsoft.com/office/drawing/2014/main" id="{726CF333-BFDD-A843-A188-3F07DE0C4678}"/>
                    </a:ext>
                  </a:extLst>
                </p:cNvPr>
                <p:cNvPicPr/>
                <p:nvPr/>
              </p:nvPicPr>
              <p:blipFill>
                <a:blip r:embed="rId152"/>
                <a:stretch>
                  <a:fillRect/>
                </a:stretch>
              </p:blipFill>
              <p:spPr>
                <a:xfrm>
                  <a:off x="8754810" y="5490390"/>
                  <a:ext cx="1440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3359" name="Ink 13358">
                  <a:extLst>
                    <a:ext uri="{FF2B5EF4-FFF2-40B4-BE49-F238E27FC236}">
                      <a16:creationId xmlns:a16="http://schemas.microsoft.com/office/drawing/2014/main" id="{B943CC9D-CF03-42AF-150C-F281E3C3F33A}"/>
                    </a:ext>
                  </a:extLst>
                </p14:cNvPr>
                <p14:cNvContentPartPr/>
                <p14:nvPr/>
              </p14:nvContentPartPr>
              <p14:xfrm>
                <a:off x="9045330" y="5357910"/>
                <a:ext cx="125640" cy="276480"/>
              </p14:xfrm>
            </p:contentPart>
          </mc:Choice>
          <mc:Fallback xmlns="">
            <p:pic>
              <p:nvPicPr>
                <p:cNvPr id="13359" name="Ink 13358">
                  <a:extLst>
                    <a:ext uri="{FF2B5EF4-FFF2-40B4-BE49-F238E27FC236}">
                      <a16:creationId xmlns:a16="http://schemas.microsoft.com/office/drawing/2014/main" id="{B943CC9D-CF03-42AF-150C-F281E3C3F33A}"/>
                    </a:ext>
                  </a:extLst>
                </p:cNvPr>
                <p:cNvPicPr/>
                <p:nvPr/>
              </p:nvPicPr>
              <p:blipFill>
                <a:blip r:embed="rId154"/>
                <a:stretch>
                  <a:fillRect/>
                </a:stretch>
              </p:blipFill>
              <p:spPr>
                <a:xfrm>
                  <a:off x="9039210" y="5351790"/>
                  <a:ext cx="13788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3360" name="Ink 13359">
                  <a:extLst>
                    <a:ext uri="{FF2B5EF4-FFF2-40B4-BE49-F238E27FC236}">
                      <a16:creationId xmlns:a16="http://schemas.microsoft.com/office/drawing/2014/main" id="{C4537008-7AF4-19C7-B2C8-BB4766818E34}"/>
                    </a:ext>
                  </a:extLst>
                </p14:cNvPr>
                <p14:cNvContentPartPr/>
                <p14:nvPr/>
              </p14:nvContentPartPr>
              <p14:xfrm>
                <a:off x="8983050" y="5498670"/>
                <a:ext cx="172080" cy="31680"/>
              </p14:xfrm>
            </p:contentPart>
          </mc:Choice>
          <mc:Fallback xmlns="">
            <p:pic>
              <p:nvPicPr>
                <p:cNvPr id="13360" name="Ink 13359">
                  <a:extLst>
                    <a:ext uri="{FF2B5EF4-FFF2-40B4-BE49-F238E27FC236}">
                      <a16:creationId xmlns:a16="http://schemas.microsoft.com/office/drawing/2014/main" id="{C4537008-7AF4-19C7-B2C8-BB4766818E34}"/>
                    </a:ext>
                  </a:extLst>
                </p:cNvPr>
                <p:cNvPicPr/>
                <p:nvPr/>
              </p:nvPicPr>
              <p:blipFill>
                <a:blip r:embed="rId156"/>
                <a:stretch>
                  <a:fillRect/>
                </a:stretch>
              </p:blipFill>
              <p:spPr>
                <a:xfrm>
                  <a:off x="8976930" y="5492550"/>
                  <a:ext cx="18432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3362" name="Ink 13361">
                  <a:extLst>
                    <a:ext uri="{FF2B5EF4-FFF2-40B4-BE49-F238E27FC236}">
                      <a16:creationId xmlns:a16="http://schemas.microsoft.com/office/drawing/2014/main" id="{2F459F83-D4AE-31FE-2740-2CA84C1FB888}"/>
                    </a:ext>
                  </a:extLst>
                </p14:cNvPr>
                <p14:cNvContentPartPr/>
                <p14:nvPr/>
              </p14:nvContentPartPr>
              <p14:xfrm>
                <a:off x="9226770" y="5463390"/>
                <a:ext cx="194040" cy="47160"/>
              </p14:xfrm>
            </p:contentPart>
          </mc:Choice>
          <mc:Fallback xmlns="">
            <p:pic>
              <p:nvPicPr>
                <p:cNvPr id="13362" name="Ink 13361">
                  <a:extLst>
                    <a:ext uri="{FF2B5EF4-FFF2-40B4-BE49-F238E27FC236}">
                      <a16:creationId xmlns:a16="http://schemas.microsoft.com/office/drawing/2014/main" id="{2F459F83-D4AE-31FE-2740-2CA84C1FB888}"/>
                    </a:ext>
                  </a:extLst>
                </p:cNvPr>
                <p:cNvPicPr/>
                <p:nvPr/>
              </p:nvPicPr>
              <p:blipFill>
                <a:blip r:embed="rId158"/>
                <a:stretch>
                  <a:fillRect/>
                </a:stretch>
              </p:blipFill>
              <p:spPr>
                <a:xfrm>
                  <a:off x="9220650" y="5457270"/>
                  <a:ext cx="20628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3363" name="Ink 13362">
                  <a:extLst>
                    <a:ext uri="{FF2B5EF4-FFF2-40B4-BE49-F238E27FC236}">
                      <a16:creationId xmlns:a16="http://schemas.microsoft.com/office/drawing/2014/main" id="{87809082-C34C-504E-60C1-FC7503708A56}"/>
                    </a:ext>
                  </a:extLst>
                </p14:cNvPr>
                <p14:cNvContentPartPr/>
                <p14:nvPr/>
              </p14:nvContentPartPr>
              <p14:xfrm>
                <a:off x="9281490" y="5416590"/>
                <a:ext cx="111240" cy="123480"/>
              </p14:xfrm>
            </p:contentPart>
          </mc:Choice>
          <mc:Fallback xmlns="">
            <p:pic>
              <p:nvPicPr>
                <p:cNvPr id="13363" name="Ink 13362">
                  <a:extLst>
                    <a:ext uri="{FF2B5EF4-FFF2-40B4-BE49-F238E27FC236}">
                      <a16:creationId xmlns:a16="http://schemas.microsoft.com/office/drawing/2014/main" id="{87809082-C34C-504E-60C1-FC7503708A56}"/>
                    </a:ext>
                  </a:extLst>
                </p:cNvPr>
                <p:cNvPicPr/>
                <p:nvPr/>
              </p:nvPicPr>
              <p:blipFill>
                <a:blip r:embed="rId160"/>
                <a:stretch>
                  <a:fillRect/>
                </a:stretch>
              </p:blipFill>
              <p:spPr>
                <a:xfrm>
                  <a:off x="9275370" y="5410470"/>
                  <a:ext cx="1234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3364" name="Ink 13363">
                  <a:extLst>
                    <a:ext uri="{FF2B5EF4-FFF2-40B4-BE49-F238E27FC236}">
                      <a16:creationId xmlns:a16="http://schemas.microsoft.com/office/drawing/2014/main" id="{39DD90E2-CCED-46CE-F503-9426F867CB96}"/>
                    </a:ext>
                  </a:extLst>
                </p14:cNvPr>
                <p14:cNvContentPartPr/>
                <p14:nvPr/>
              </p14:nvContentPartPr>
              <p14:xfrm>
                <a:off x="9455010" y="5312910"/>
                <a:ext cx="106560" cy="210960"/>
              </p14:xfrm>
            </p:contentPart>
          </mc:Choice>
          <mc:Fallback xmlns="">
            <p:pic>
              <p:nvPicPr>
                <p:cNvPr id="13364" name="Ink 13363">
                  <a:extLst>
                    <a:ext uri="{FF2B5EF4-FFF2-40B4-BE49-F238E27FC236}">
                      <a16:creationId xmlns:a16="http://schemas.microsoft.com/office/drawing/2014/main" id="{39DD90E2-CCED-46CE-F503-9426F867CB96}"/>
                    </a:ext>
                  </a:extLst>
                </p:cNvPr>
                <p:cNvPicPr/>
                <p:nvPr/>
              </p:nvPicPr>
              <p:blipFill>
                <a:blip r:embed="rId162"/>
                <a:stretch>
                  <a:fillRect/>
                </a:stretch>
              </p:blipFill>
              <p:spPr>
                <a:xfrm>
                  <a:off x="9448890" y="5306790"/>
                  <a:ext cx="1188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3366" name="Ink 13365">
                  <a:extLst>
                    <a:ext uri="{FF2B5EF4-FFF2-40B4-BE49-F238E27FC236}">
                      <a16:creationId xmlns:a16="http://schemas.microsoft.com/office/drawing/2014/main" id="{E1429644-F0F2-3836-CC53-F6A5294059F4}"/>
                    </a:ext>
                  </a:extLst>
                </p14:cNvPr>
                <p14:cNvContentPartPr/>
                <p14:nvPr/>
              </p14:nvContentPartPr>
              <p14:xfrm>
                <a:off x="8619810" y="5726910"/>
                <a:ext cx="1068480" cy="114480"/>
              </p14:xfrm>
            </p:contentPart>
          </mc:Choice>
          <mc:Fallback xmlns="">
            <p:pic>
              <p:nvPicPr>
                <p:cNvPr id="13366" name="Ink 13365">
                  <a:extLst>
                    <a:ext uri="{FF2B5EF4-FFF2-40B4-BE49-F238E27FC236}">
                      <a16:creationId xmlns:a16="http://schemas.microsoft.com/office/drawing/2014/main" id="{E1429644-F0F2-3836-CC53-F6A5294059F4}"/>
                    </a:ext>
                  </a:extLst>
                </p:cNvPr>
                <p:cNvPicPr/>
                <p:nvPr/>
              </p:nvPicPr>
              <p:blipFill>
                <a:blip r:embed="rId164"/>
                <a:stretch>
                  <a:fillRect/>
                </a:stretch>
              </p:blipFill>
              <p:spPr>
                <a:xfrm>
                  <a:off x="8613690" y="5720790"/>
                  <a:ext cx="108072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3367" name="Ink 13366">
                  <a:extLst>
                    <a:ext uri="{FF2B5EF4-FFF2-40B4-BE49-F238E27FC236}">
                      <a16:creationId xmlns:a16="http://schemas.microsoft.com/office/drawing/2014/main" id="{8D8B0B34-55A9-9F01-5ED6-EB7B8D29E191}"/>
                    </a:ext>
                  </a:extLst>
                </p14:cNvPr>
                <p14:cNvContentPartPr/>
                <p14:nvPr/>
              </p14:nvContentPartPr>
              <p14:xfrm>
                <a:off x="9107970" y="5875590"/>
                <a:ext cx="262800" cy="146880"/>
              </p14:xfrm>
            </p:contentPart>
          </mc:Choice>
          <mc:Fallback xmlns="">
            <p:pic>
              <p:nvPicPr>
                <p:cNvPr id="13367" name="Ink 13366">
                  <a:extLst>
                    <a:ext uri="{FF2B5EF4-FFF2-40B4-BE49-F238E27FC236}">
                      <a16:creationId xmlns:a16="http://schemas.microsoft.com/office/drawing/2014/main" id="{8D8B0B34-55A9-9F01-5ED6-EB7B8D29E191}"/>
                    </a:ext>
                  </a:extLst>
                </p:cNvPr>
                <p:cNvPicPr/>
                <p:nvPr/>
              </p:nvPicPr>
              <p:blipFill>
                <a:blip r:embed="rId166"/>
                <a:stretch>
                  <a:fillRect/>
                </a:stretch>
              </p:blipFill>
              <p:spPr>
                <a:xfrm>
                  <a:off x="9101850" y="5869470"/>
                  <a:ext cx="2750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3369" name="Ink 13368">
                  <a:extLst>
                    <a:ext uri="{FF2B5EF4-FFF2-40B4-BE49-F238E27FC236}">
                      <a16:creationId xmlns:a16="http://schemas.microsoft.com/office/drawing/2014/main" id="{F560B6C9-85C1-DC16-A799-7AD2218CB6B8}"/>
                    </a:ext>
                  </a:extLst>
                </p14:cNvPr>
                <p14:cNvContentPartPr/>
                <p14:nvPr/>
              </p14:nvContentPartPr>
              <p14:xfrm>
                <a:off x="9781170" y="5646990"/>
                <a:ext cx="177120" cy="8280"/>
              </p14:xfrm>
            </p:contentPart>
          </mc:Choice>
          <mc:Fallback xmlns="">
            <p:pic>
              <p:nvPicPr>
                <p:cNvPr id="13369" name="Ink 13368">
                  <a:extLst>
                    <a:ext uri="{FF2B5EF4-FFF2-40B4-BE49-F238E27FC236}">
                      <a16:creationId xmlns:a16="http://schemas.microsoft.com/office/drawing/2014/main" id="{F560B6C9-85C1-DC16-A799-7AD2218CB6B8}"/>
                    </a:ext>
                  </a:extLst>
                </p:cNvPr>
                <p:cNvPicPr/>
                <p:nvPr/>
              </p:nvPicPr>
              <p:blipFill>
                <a:blip r:embed="rId168"/>
                <a:stretch>
                  <a:fillRect/>
                </a:stretch>
              </p:blipFill>
              <p:spPr>
                <a:xfrm>
                  <a:off x="9775050" y="5640870"/>
                  <a:ext cx="1893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3370" name="Ink 13369">
                  <a:extLst>
                    <a:ext uri="{FF2B5EF4-FFF2-40B4-BE49-F238E27FC236}">
                      <a16:creationId xmlns:a16="http://schemas.microsoft.com/office/drawing/2014/main" id="{EA8397D0-7C28-B6A5-9429-78B77CCAF39C}"/>
                    </a:ext>
                  </a:extLst>
                </p14:cNvPr>
                <p14:cNvContentPartPr/>
                <p14:nvPr/>
              </p14:nvContentPartPr>
              <p14:xfrm>
                <a:off x="9808170" y="5711430"/>
                <a:ext cx="203400" cy="51480"/>
              </p14:xfrm>
            </p:contentPart>
          </mc:Choice>
          <mc:Fallback xmlns="">
            <p:pic>
              <p:nvPicPr>
                <p:cNvPr id="13370" name="Ink 13369">
                  <a:extLst>
                    <a:ext uri="{FF2B5EF4-FFF2-40B4-BE49-F238E27FC236}">
                      <a16:creationId xmlns:a16="http://schemas.microsoft.com/office/drawing/2014/main" id="{EA8397D0-7C28-B6A5-9429-78B77CCAF39C}"/>
                    </a:ext>
                  </a:extLst>
                </p:cNvPr>
                <p:cNvPicPr/>
                <p:nvPr/>
              </p:nvPicPr>
              <p:blipFill>
                <a:blip r:embed="rId170"/>
                <a:stretch>
                  <a:fillRect/>
                </a:stretch>
              </p:blipFill>
              <p:spPr>
                <a:xfrm>
                  <a:off x="9802050" y="5705310"/>
                  <a:ext cx="21564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3371" name="Ink 13370">
                  <a:extLst>
                    <a:ext uri="{FF2B5EF4-FFF2-40B4-BE49-F238E27FC236}">
                      <a16:creationId xmlns:a16="http://schemas.microsoft.com/office/drawing/2014/main" id="{F0145917-2765-EE3A-3122-2D824174DD26}"/>
                    </a:ext>
                  </a:extLst>
                </p14:cNvPr>
                <p14:cNvContentPartPr/>
                <p14:nvPr/>
              </p14:nvContentPartPr>
              <p14:xfrm>
                <a:off x="9842370" y="5611710"/>
                <a:ext cx="194040" cy="197280"/>
              </p14:xfrm>
            </p:contentPart>
          </mc:Choice>
          <mc:Fallback xmlns="">
            <p:pic>
              <p:nvPicPr>
                <p:cNvPr id="13371" name="Ink 13370">
                  <a:extLst>
                    <a:ext uri="{FF2B5EF4-FFF2-40B4-BE49-F238E27FC236}">
                      <a16:creationId xmlns:a16="http://schemas.microsoft.com/office/drawing/2014/main" id="{F0145917-2765-EE3A-3122-2D824174DD26}"/>
                    </a:ext>
                  </a:extLst>
                </p:cNvPr>
                <p:cNvPicPr/>
                <p:nvPr/>
              </p:nvPicPr>
              <p:blipFill>
                <a:blip r:embed="rId172"/>
                <a:stretch>
                  <a:fillRect/>
                </a:stretch>
              </p:blipFill>
              <p:spPr>
                <a:xfrm>
                  <a:off x="9836250" y="5605590"/>
                  <a:ext cx="20628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3372" name="Ink 13371">
                  <a:extLst>
                    <a:ext uri="{FF2B5EF4-FFF2-40B4-BE49-F238E27FC236}">
                      <a16:creationId xmlns:a16="http://schemas.microsoft.com/office/drawing/2014/main" id="{186F1F32-0070-F200-9D74-C5F9B44D5662}"/>
                    </a:ext>
                  </a:extLst>
                </p14:cNvPr>
                <p14:cNvContentPartPr/>
                <p14:nvPr/>
              </p14:nvContentPartPr>
              <p14:xfrm>
                <a:off x="10225770" y="5367630"/>
                <a:ext cx="154800" cy="174240"/>
              </p14:xfrm>
            </p:contentPart>
          </mc:Choice>
          <mc:Fallback xmlns="">
            <p:pic>
              <p:nvPicPr>
                <p:cNvPr id="13372" name="Ink 13371">
                  <a:extLst>
                    <a:ext uri="{FF2B5EF4-FFF2-40B4-BE49-F238E27FC236}">
                      <a16:creationId xmlns:a16="http://schemas.microsoft.com/office/drawing/2014/main" id="{186F1F32-0070-F200-9D74-C5F9B44D5662}"/>
                    </a:ext>
                  </a:extLst>
                </p:cNvPr>
                <p:cNvPicPr/>
                <p:nvPr/>
              </p:nvPicPr>
              <p:blipFill>
                <a:blip r:embed="rId174"/>
                <a:stretch>
                  <a:fillRect/>
                </a:stretch>
              </p:blipFill>
              <p:spPr>
                <a:xfrm>
                  <a:off x="10219650" y="5361510"/>
                  <a:ext cx="1670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3373" name="Ink 13372">
                  <a:extLst>
                    <a:ext uri="{FF2B5EF4-FFF2-40B4-BE49-F238E27FC236}">
                      <a16:creationId xmlns:a16="http://schemas.microsoft.com/office/drawing/2014/main" id="{85A3AD63-ADEF-599C-20FD-373A1ECB815F}"/>
                    </a:ext>
                  </a:extLst>
                </p14:cNvPr>
                <p14:cNvContentPartPr/>
                <p14:nvPr/>
              </p14:nvContentPartPr>
              <p14:xfrm>
                <a:off x="10389210" y="5434230"/>
                <a:ext cx="200520" cy="27720"/>
              </p14:xfrm>
            </p:contentPart>
          </mc:Choice>
          <mc:Fallback xmlns="">
            <p:pic>
              <p:nvPicPr>
                <p:cNvPr id="13373" name="Ink 13372">
                  <a:extLst>
                    <a:ext uri="{FF2B5EF4-FFF2-40B4-BE49-F238E27FC236}">
                      <a16:creationId xmlns:a16="http://schemas.microsoft.com/office/drawing/2014/main" id="{85A3AD63-ADEF-599C-20FD-373A1ECB815F}"/>
                    </a:ext>
                  </a:extLst>
                </p:cNvPr>
                <p:cNvPicPr/>
                <p:nvPr/>
              </p:nvPicPr>
              <p:blipFill>
                <a:blip r:embed="rId176"/>
                <a:stretch>
                  <a:fillRect/>
                </a:stretch>
              </p:blipFill>
              <p:spPr>
                <a:xfrm>
                  <a:off x="10383090" y="5428110"/>
                  <a:ext cx="21276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3374" name="Ink 13373">
                  <a:extLst>
                    <a:ext uri="{FF2B5EF4-FFF2-40B4-BE49-F238E27FC236}">
                      <a16:creationId xmlns:a16="http://schemas.microsoft.com/office/drawing/2014/main" id="{06958A5B-98D4-67AC-C954-E24BB4C941E9}"/>
                    </a:ext>
                  </a:extLst>
                </p14:cNvPr>
                <p14:cNvContentPartPr/>
                <p14:nvPr/>
              </p14:nvContentPartPr>
              <p14:xfrm>
                <a:off x="10567410" y="5355750"/>
                <a:ext cx="279360" cy="180000"/>
              </p14:xfrm>
            </p:contentPart>
          </mc:Choice>
          <mc:Fallback xmlns="">
            <p:pic>
              <p:nvPicPr>
                <p:cNvPr id="13374" name="Ink 13373">
                  <a:extLst>
                    <a:ext uri="{FF2B5EF4-FFF2-40B4-BE49-F238E27FC236}">
                      <a16:creationId xmlns:a16="http://schemas.microsoft.com/office/drawing/2014/main" id="{06958A5B-98D4-67AC-C954-E24BB4C941E9}"/>
                    </a:ext>
                  </a:extLst>
                </p:cNvPr>
                <p:cNvPicPr/>
                <p:nvPr/>
              </p:nvPicPr>
              <p:blipFill>
                <a:blip r:embed="rId178"/>
                <a:stretch>
                  <a:fillRect/>
                </a:stretch>
              </p:blipFill>
              <p:spPr>
                <a:xfrm>
                  <a:off x="10561290" y="5349630"/>
                  <a:ext cx="29160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3375" name="Ink 13374">
                  <a:extLst>
                    <a:ext uri="{FF2B5EF4-FFF2-40B4-BE49-F238E27FC236}">
                      <a16:creationId xmlns:a16="http://schemas.microsoft.com/office/drawing/2014/main" id="{69B61F14-6DDC-CEEC-6D68-1B6EBEF75B46}"/>
                    </a:ext>
                  </a:extLst>
                </p14:cNvPr>
                <p14:cNvContentPartPr/>
                <p14:nvPr/>
              </p14:nvContentPartPr>
              <p14:xfrm>
                <a:off x="10807890" y="5364030"/>
                <a:ext cx="269280" cy="124920"/>
              </p14:xfrm>
            </p:contentPart>
          </mc:Choice>
          <mc:Fallback xmlns="">
            <p:pic>
              <p:nvPicPr>
                <p:cNvPr id="13375" name="Ink 13374">
                  <a:extLst>
                    <a:ext uri="{FF2B5EF4-FFF2-40B4-BE49-F238E27FC236}">
                      <a16:creationId xmlns:a16="http://schemas.microsoft.com/office/drawing/2014/main" id="{69B61F14-6DDC-CEEC-6D68-1B6EBEF75B46}"/>
                    </a:ext>
                  </a:extLst>
                </p:cNvPr>
                <p:cNvPicPr/>
                <p:nvPr/>
              </p:nvPicPr>
              <p:blipFill>
                <a:blip r:embed="rId180"/>
                <a:stretch>
                  <a:fillRect/>
                </a:stretch>
              </p:blipFill>
              <p:spPr>
                <a:xfrm>
                  <a:off x="10801770" y="5357910"/>
                  <a:ext cx="2815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3376" name="Ink 13375">
                  <a:extLst>
                    <a:ext uri="{FF2B5EF4-FFF2-40B4-BE49-F238E27FC236}">
                      <a16:creationId xmlns:a16="http://schemas.microsoft.com/office/drawing/2014/main" id="{052C9546-4F4D-E29E-DE22-627D38BC3F1E}"/>
                    </a:ext>
                  </a:extLst>
                </p14:cNvPr>
                <p14:cNvContentPartPr/>
                <p14:nvPr/>
              </p14:nvContentPartPr>
              <p14:xfrm>
                <a:off x="11101650" y="5295270"/>
                <a:ext cx="150120" cy="230760"/>
              </p14:xfrm>
            </p:contentPart>
          </mc:Choice>
          <mc:Fallback xmlns="">
            <p:pic>
              <p:nvPicPr>
                <p:cNvPr id="13376" name="Ink 13375">
                  <a:extLst>
                    <a:ext uri="{FF2B5EF4-FFF2-40B4-BE49-F238E27FC236}">
                      <a16:creationId xmlns:a16="http://schemas.microsoft.com/office/drawing/2014/main" id="{052C9546-4F4D-E29E-DE22-627D38BC3F1E}"/>
                    </a:ext>
                  </a:extLst>
                </p:cNvPr>
                <p:cNvPicPr/>
                <p:nvPr/>
              </p:nvPicPr>
              <p:blipFill>
                <a:blip r:embed="rId182"/>
                <a:stretch>
                  <a:fillRect/>
                </a:stretch>
              </p:blipFill>
              <p:spPr>
                <a:xfrm>
                  <a:off x="11095530" y="5289150"/>
                  <a:ext cx="1623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3377" name="Ink 13376">
                  <a:extLst>
                    <a:ext uri="{FF2B5EF4-FFF2-40B4-BE49-F238E27FC236}">
                      <a16:creationId xmlns:a16="http://schemas.microsoft.com/office/drawing/2014/main" id="{EBAB1F62-45A1-B17C-AE94-FBE9FD5AB7B9}"/>
                    </a:ext>
                  </a:extLst>
                </p14:cNvPr>
                <p14:cNvContentPartPr/>
                <p14:nvPr/>
              </p14:nvContentPartPr>
              <p14:xfrm>
                <a:off x="10542210" y="5611710"/>
                <a:ext cx="847080" cy="103680"/>
              </p14:xfrm>
            </p:contentPart>
          </mc:Choice>
          <mc:Fallback xmlns="">
            <p:pic>
              <p:nvPicPr>
                <p:cNvPr id="13377" name="Ink 13376">
                  <a:extLst>
                    <a:ext uri="{FF2B5EF4-FFF2-40B4-BE49-F238E27FC236}">
                      <a16:creationId xmlns:a16="http://schemas.microsoft.com/office/drawing/2014/main" id="{EBAB1F62-45A1-B17C-AE94-FBE9FD5AB7B9}"/>
                    </a:ext>
                  </a:extLst>
                </p:cNvPr>
                <p:cNvPicPr/>
                <p:nvPr/>
              </p:nvPicPr>
              <p:blipFill>
                <a:blip r:embed="rId184"/>
                <a:stretch>
                  <a:fillRect/>
                </a:stretch>
              </p:blipFill>
              <p:spPr>
                <a:xfrm>
                  <a:off x="10536090" y="5605590"/>
                  <a:ext cx="85932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3378" name="Ink 13377">
                  <a:extLst>
                    <a:ext uri="{FF2B5EF4-FFF2-40B4-BE49-F238E27FC236}">
                      <a16:creationId xmlns:a16="http://schemas.microsoft.com/office/drawing/2014/main" id="{10EB2CBE-B464-BA7F-0EBC-B9E8838834A5}"/>
                    </a:ext>
                  </a:extLst>
                </p14:cNvPr>
                <p14:cNvContentPartPr/>
                <p14:nvPr/>
              </p14:nvContentPartPr>
              <p14:xfrm>
                <a:off x="10851090" y="5764710"/>
                <a:ext cx="272880" cy="177480"/>
              </p14:xfrm>
            </p:contentPart>
          </mc:Choice>
          <mc:Fallback xmlns="">
            <p:pic>
              <p:nvPicPr>
                <p:cNvPr id="13378" name="Ink 13377">
                  <a:extLst>
                    <a:ext uri="{FF2B5EF4-FFF2-40B4-BE49-F238E27FC236}">
                      <a16:creationId xmlns:a16="http://schemas.microsoft.com/office/drawing/2014/main" id="{10EB2CBE-B464-BA7F-0EBC-B9E8838834A5}"/>
                    </a:ext>
                  </a:extLst>
                </p:cNvPr>
                <p:cNvPicPr/>
                <p:nvPr/>
              </p:nvPicPr>
              <p:blipFill>
                <a:blip r:embed="rId186"/>
                <a:stretch>
                  <a:fillRect/>
                </a:stretch>
              </p:blipFill>
              <p:spPr>
                <a:xfrm>
                  <a:off x="10844970" y="5758590"/>
                  <a:ext cx="285120" cy="189720"/>
                </a:xfrm>
                <a:prstGeom prst="rect">
                  <a:avLst/>
                </a:prstGeom>
              </p:spPr>
            </p:pic>
          </mc:Fallback>
        </mc:AlternateContent>
      </p:grpSp>
      <p:grpSp>
        <p:nvGrpSpPr>
          <p:cNvPr id="13397" name="Group 13396">
            <a:extLst>
              <a:ext uri="{FF2B5EF4-FFF2-40B4-BE49-F238E27FC236}">
                <a16:creationId xmlns:a16="http://schemas.microsoft.com/office/drawing/2014/main" id="{3F4130C1-146D-799E-1E75-F99AE5BCC499}"/>
              </a:ext>
            </a:extLst>
          </p:cNvPr>
          <p:cNvGrpSpPr/>
          <p:nvPr/>
        </p:nvGrpSpPr>
        <p:grpSpPr>
          <a:xfrm>
            <a:off x="5993610" y="6102030"/>
            <a:ext cx="5511960" cy="629280"/>
            <a:chOff x="5993610" y="6102030"/>
            <a:chExt cx="5511960" cy="629280"/>
          </a:xfrm>
        </p:grpSpPr>
        <mc:AlternateContent xmlns:mc="http://schemas.openxmlformats.org/markup-compatibility/2006" xmlns:p14="http://schemas.microsoft.com/office/powerpoint/2010/main">
          <mc:Choice Requires="p14">
            <p:contentPart p14:bwMode="auto" r:id="rId187">
              <p14:nvContentPartPr>
                <p14:cNvPr id="13379" name="Ink 13378">
                  <a:extLst>
                    <a:ext uri="{FF2B5EF4-FFF2-40B4-BE49-F238E27FC236}">
                      <a16:creationId xmlns:a16="http://schemas.microsoft.com/office/drawing/2014/main" id="{060DA8CE-9911-C1A9-AECD-0DC13D6E847A}"/>
                    </a:ext>
                  </a:extLst>
                </p14:cNvPr>
                <p14:cNvContentPartPr/>
                <p14:nvPr/>
              </p14:nvContentPartPr>
              <p14:xfrm>
                <a:off x="10102650" y="6275910"/>
                <a:ext cx="127440" cy="35280"/>
              </p14:xfrm>
            </p:contentPart>
          </mc:Choice>
          <mc:Fallback xmlns="">
            <p:pic>
              <p:nvPicPr>
                <p:cNvPr id="13379" name="Ink 13378">
                  <a:extLst>
                    <a:ext uri="{FF2B5EF4-FFF2-40B4-BE49-F238E27FC236}">
                      <a16:creationId xmlns:a16="http://schemas.microsoft.com/office/drawing/2014/main" id="{060DA8CE-9911-C1A9-AECD-0DC13D6E847A}"/>
                    </a:ext>
                  </a:extLst>
                </p:cNvPr>
                <p:cNvPicPr/>
                <p:nvPr/>
              </p:nvPicPr>
              <p:blipFill>
                <a:blip r:embed="rId188"/>
                <a:stretch>
                  <a:fillRect/>
                </a:stretch>
              </p:blipFill>
              <p:spPr>
                <a:xfrm>
                  <a:off x="10096530" y="6269790"/>
                  <a:ext cx="1396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3380" name="Ink 13379">
                  <a:extLst>
                    <a:ext uri="{FF2B5EF4-FFF2-40B4-BE49-F238E27FC236}">
                      <a16:creationId xmlns:a16="http://schemas.microsoft.com/office/drawing/2014/main" id="{04F7AFDC-9FA5-30D9-7A8A-61F83B8BDE31}"/>
                    </a:ext>
                  </a:extLst>
                </p14:cNvPr>
                <p14:cNvContentPartPr/>
                <p14:nvPr/>
              </p14:nvContentPartPr>
              <p14:xfrm>
                <a:off x="10109850" y="6293550"/>
                <a:ext cx="254880" cy="55080"/>
              </p14:xfrm>
            </p:contentPart>
          </mc:Choice>
          <mc:Fallback xmlns="">
            <p:pic>
              <p:nvPicPr>
                <p:cNvPr id="13380" name="Ink 13379">
                  <a:extLst>
                    <a:ext uri="{FF2B5EF4-FFF2-40B4-BE49-F238E27FC236}">
                      <a16:creationId xmlns:a16="http://schemas.microsoft.com/office/drawing/2014/main" id="{04F7AFDC-9FA5-30D9-7A8A-61F83B8BDE31}"/>
                    </a:ext>
                  </a:extLst>
                </p:cNvPr>
                <p:cNvPicPr/>
                <p:nvPr/>
              </p:nvPicPr>
              <p:blipFill>
                <a:blip r:embed="rId190"/>
                <a:stretch>
                  <a:fillRect/>
                </a:stretch>
              </p:blipFill>
              <p:spPr>
                <a:xfrm>
                  <a:off x="10103730" y="6287430"/>
                  <a:ext cx="26712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3383" name="Ink 13382">
                  <a:extLst>
                    <a:ext uri="{FF2B5EF4-FFF2-40B4-BE49-F238E27FC236}">
                      <a16:creationId xmlns:a16="http://schemas.microsoft.com/office/drawing/2014/main" id="{8B9D3336-DC25-4657-2341-932FAC276AB7}"/>
                    </a:ext>
                  </a:extLst>
                </p14:cNvPr>
                <p14:cNvContentPartPr/>
                <p14:nvPr/>
              </p14:nvContentPartPr>
              <p14:xfrm>
                <a:off x="10456890" y="6129030"/>
                <a:ext cx="222480" cy="213840"/>
              </p14:xfrm>
            </p:contentPart>
          </mc:Choice>
          <mc:Fallback xmlns="">
            <p:pic>
              <p:nvPicPr>
                <p:cNvPr id="13383" name="Ink 13382">
                  <a:extLst>
                    <a:ext uri="{FF2B5EF4-FFF2-40B4-BE49-F238E27FC236}">
                      <a16:creationId xmlns:a16="http://schemas.microsoft.com/office/drawing/2014/main" id="{8B9D3336-DC25-4657-2341-932FAC276AB7}"/>
                    </a:ext>
                  </a:extLst>
                </p:cNvPr>
                <p:cNvPicPr/>
                <p:nvPr/>
              </p:nvPicPr>
              <p:blipFill>
                <a:blip r:embed="rId192"/>
                <a:stretch>
                  <a:fillRect/>
                </a:stretch>
              </p:blipFill>
              <p:spPr>
                <a:xfrm>
                  <a:off x="10450770" y="6122910"/>
                  <a:ext cx="2347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3384" name="Ink 13383">
                  <a:extLst>
                    <a:ext uri="{FF2B5EF4-FFF2-40B4-BE49-F238E27FC236}">
                      <a16:creationId xmlns:a16="http://schemas.microsoft.com/office/drawing/2014/main" id="{336B45C6-AB00-F258-C2E7-0796F0BF4D9C}"/>
                    </a:ext>
                  </a:extLst>
                </p14:cNvPr>
                <p14:cNvContentPartPr/>
                <p14:nvPr/>
              </p14:nvContentPartPr>
              <p14:xfrm>
                <a:off x="10423050" y="6350070"/>
                <a:ext cx="354960" cy="67680"/>
              </p14:xfrm>
            </p:contentPart>
          </mc:Choice>
          <mc:Fallback xmlns="">
            <p:pic>
              <p:nvPicPr>
                <p:cNvPr id="13384" name="Ink 13383">
                  <a:extLst>
                    <a:ext uri="{FF2B5EF4-FFF2-40B4-BE49-F238E27FC236}">
                      <a16:creationId xmlns:a16="http://schemas.microsoft.com/office/drawing/2014/main" id="{336B45C6-AB00-F258-C2E7-0796F0BF4D9C}"/>
                    </a:ext>
                  </a:extLst>
                </p:cNvPr>
                <p:cNvPicPr/>
                <p:nvPr/>
              </p:nvPicPr>
              <p:blipFill>
                <a:blip r:embed="rId194"/>
                <a:stretch>
                  <a:fillRect/>
                </a:stretch>
              </p:blipFill>
              <p:spPr>
                <a:xfrm>
                  <a:off x="10416930" y="6343950"/>
                  <a:ext cx="3672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3385" name="Ink 13384">
                  <a:extLst>
                    <a:ext uri="{FF2B5EF4-FFF2-40B4-BE49-F238E27FC236}">
                      <a16:creationId xmlns:a16="http://schemas.microsoft.com/office/drawing/2014/main" id="{16690613-CF37-7830-621B-434AB317295D}"/>
                    </a:ext>
                  </a:extLst>
                </p14:cNvPr>
                <p14:cNvContentPartPr/>
                <p14:nvPr/>
              </p14:nvContentPartPr>
              <p14:xfrm>
                <a:off x="10377690" y="6463470"/>
                <a:ext cx="380520" cy="195480"/>
              </p14:xfrm>
            </p:contentPart>
          </mc:Choice>
          <mc:Fallback xmlns="">
            <p:pic>
              <p:nvPicPr>
                <p:cNvPr id="13385" name="Ink 13384">
                  <a:extLst>
                    <a:ext uri="{FF2B5EF4-FFF2-40B4-BE49-F238E27FC236}">
                      <a16:creationId xmlns:a16="http://schemas.microsoft.com/office/drawing/2014/main" id="{16690613-CF37-7830-621B-434AB317295D}"/>
                    </a:ext>
                  </a:extLst>
                </p:cNvPr>
                <p:cNvPicPr/>
                <p:nvPr/>
              </p:nvPicPr>
              <p:blipFill>
                <a:blip r:embed="rId196"/>
                <a:stretch>
                  <a:fillRect/>
                </a:stretch>
              </p:blipFill>
              <p:spPr>
                <a:xfrm>
                  <a:off x="10371570" y="6457350"/>
                  <a:ext cx="3927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3386" name="Ink 13385">
                  <a:extLst>
                    <a:ext uri="{FF2B5EF4-FFF2-40B4-BE49-F238E27FC236}">
                      <a16:creationId xmlns:a16="http://schemas.microsoft.com/office/drawing/2014/main" id="{B88BDE0A-6700-4929-10C3-DD9170667271}"/>
                    </a:ext>
                  </a:extLst>
                </p14:cNvPr>
                <p14:cNvContentPartPr/>
                <p14:nvPr/>
              </p14:nvContentPartPr>
              <p14:xfrm>
                <a:off x="10836690" y="6323070"/>
                <a:ext cx="167400" cy="35280"/>
              </p14:xfrm>
            </p:contentPart>
          </mc:Choice>
          <mc:Fallback xmlns="">
            <p:pic>
              <p:nvPicPr>
                <p:cNvPr id="13386" name="Ink 13385">
                  <a:extLst>
                    <a:ext uri="{FF2B5EF4-FFF2-40B4-BE49-F238E27FC236}">
                      <a16:creationId xmlns:a16="http://schemas.microsoft.com/office/drawing/2014/main" id="{B88BDE0A-6700-4929-10C3-DD9170667271}"/>
                    </a:ext>
                  </a:extLst>
                </p:cNvPr>
                <p:cNvPicPr/>
                <p:nvPr/>
              </p:nvPicPr>
              <p:blipFill>
                <a:blip r:embed="rId198"/>
                <a:stretch>
                  <a:fillRect/>
                </a:stretch>
              </p:blipFill>
              <p:spPr>
                <a:xfrm>
                  <a:off x="10830570" y="6316950"/>
                  <a:ext cx="17964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3387" name="Ink 13386">
                  <a:extLst>
                    <a:ext uri="{FF2B5EF4-FFF2-40B4-BE49-F238E27FC236}">
                      <a16:creationId xmlns:a16="http://schemas.microsoft.com/office/drawing/2014/main" id="{02214847-4270-5004-C731-A2ECEE45D490}"/>
                    </a:ext>
                  </a:extLst>
                </p14:cNvPr>
                <p14:cNvContentPartPr/>
                <p14:nvPr/>
              </p14:nvContentPartPr>
              <p14:xfrm>
                <a:off x="10852170" y="6391110"/>
                <a:ext cx="168480" cy="72720"/>
              </p14:xfrm>
            </p:contentPart>
          </mc:Choice>
          <mc:Fallback xmlns="">
            <p:pic>
              <p:nvPicPr>
                <p:cNvPr id="13387" name="Ink 13386">
                  <a:extLst>
                    <a:ext uri="{FF2B5EF4-FFF2-40B4-BE49-F238E27FC236}">
                      <a16:creationId xmlns:a16="http://schemas.microsoft.com/office/drawing/2014/main" id="{02214847-4270-5004-C731-A2ECEE45D490}"/>
                    </a:ext>
                  </a:extLst>
                </p:cNvPr>
                <p:cNvPicPr/>
                <p:nvPr/>
              </p:nvPicPr>
              <p:blipFill>
                <a:blip r:embed="rId200"/>
                <a:stretch>
                  <a:fillRect/>
                </a:stretch>
              </p:blipFill>
              <p:spPr>
                <a:xfrm>
                  <a:off x="10846050" y="6384990"/>
                  <a:ext cx="18072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3388" name="Ink 13387">
                  <a:extLst>
                    <a:ext uri="{FF2B5EF4-FFF2-40B4-BE49-F238E27FC236}">
                      <a16:creationId xmlns:a16="http://schemas.microsoft.com/office/drawing/2014/main" id="{A6FD7E9E-A013-33B2-75E9-75FBC35183AA}"/>
                    </a:ext>
                  </a:extLst>
                </p14:cNvPr>
                <p14:cNvContentPartPr/>
                <p14:nvPr/>
              </p14:nvContentPartPr>
              <p14:xfrm>
                <a:off x="11230890" y="6168270"/>
                <a:ext cx="264960" cy="230040"/>
              </p14:xfrm>
            </p:contentPart>
          </mc:Choice>
          <mc:Fallback xmlns="">
            <p:pic>
              <p:nvPicPr>
                <p:cNvPr id="13388" name="Ink 13387">
                  <a:extLst>
                    <a:ext uri="{FF2B5EF4-FFF2-40B4-BE49-F238E27FC236}">
                      <a16:creationId xmlns:a16="http://schemas.microsoft.com/office/drawing/2014/main" id="{A6FD7E9E-A013-33B2-75E9-75FBC35183AA}"/>
                    </a:ext>
                  </a:extLst>
                </p:cNvPr>
                <p:cNvPicPr/>
                <p:nvPr/>
              </p:nvPicPr>
              <p:blipFill>
                <a:blip r:embed="rId202"/>
                <a:stretch>
                  <a:fillRect/>
                </a:stretch>
              </p:blipFill>
              <p:spPr>
                <a:xfrm>
                  <a:off x="11224770" y="6162150"/>
                  <a:ext cx="27720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3390" name="Ink 13389">
                  <a:extLst>
                    <a:ext uri="{FF2B5EF4-FFF2-40B4-BE49-F238E27FC236}">
                      <a16:creationId xmlns:a16="http://schemas.microsoft.com/office/drawing/2014/main" id="{E737AAF6-08C5-E051-0D33-77B8C4716673}"/>
                    </a:ext>
                  </a:extLst>
                </p14:cNvPr>
                <p14:cNvContentPartPr/>
                <p14:nvPr/>
              </p14:nvContentPartPr>
              <p14:xfrm>
                <a:off x="7298970" y="6336390"/>
                <a:ext cx="4206600" cy="394920"/>
              </p14:xfrm>
            </p:contentPart>
          </mc:Choice>
          <mc:Fallback xmlns="">
            <p:pic>
              <p:nvPicPr>
                <p:cNvPr id="13390" name="Ink 13389">
                  <a:extLst>
                    <a:ext uri="{FF2B5EF4-FFF2-40B4-BE49-F238E27FC236}">
                      <a16:creationId xmlns:a16="http://schemas.microsoft.com/office/drawing/2014/main" id="{E737AAF6-08C5-E051-0D33-77B8C4716673}"/>
                    </a:ext>
                  </a:extLst>
                </p:cNvPr>
                <p:cNvPicPr/>
                <p:nvPr/>
              </p:nvPicPr>
              <p:blipFill>
                <a:blip r:embed="rId204"/>
                <a:stretch>
                  <a:fillRect/>
                </a:stretch>
              </p:blipFill>
              <p:spPr>
                <a:xfrm>
                  <a:off x="7292850" y="6330270"/>
                  <a:ext cx="4218840" cy="4071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3392" name="Ink 13391">
                  <a:extLst>
                    <a:ext uri="{FF2B5EF4-FFF2-40B4-BE49-F238E27FC236}">
                      <a16:creationId xmlns:a16="http://schemas.microsoft.com/office/drawing/2014/main" id="{7718A57A-C910-415E-E0C0-4AB18FE25386}"/>
                    </a:ext>
                  </a:extLst>
                </p14:cNvPr>
                <p14:cNvContentPartPr/>
                <p14:nvPr/>
              </p14:nvContentPartPr>
              <p14:xfrm>
                <a:off x="6096210" y="6283470"/>
                <a:ext cx="343440" cy="234720"/>
              </p14:xfrm>
            </p:contentPart>
          </mc:Choice>
          <mc:Fallback xmlns="">
            <p:pic>
              <p:nvPicPr>
                <p:cNvPr id="13392" name="Ink 13391">
                  <a:extLst>
                    <a:ext uri="{FF2B5EF4-FFF2-40B4-BE49-F238E27FC236}">
                      <a16:creationId xmlns:a16="http://schemas.microsoft.com/office/drawing/2014/main" id="{7718A57A-C910-415E-E0C0-4AB18FE25386}"/>
                    </a:ext>
                  </a:extLst>
                </p:cNvPr>
                <p:cNvPicPr/>
                <p:nvPr/>
              </p:nvPicPr>
              <p:blipFill>
                <a:blip r:embed="rId206"/>
                <a:stretch>
                  <a:fillRect/>
                </a:stretch>
              </p:blipFill>
              <p:spPr>
                <a:xfrm>
                  <a:off x="6090090" y="6277350"/>
                  <a:ext cx="35568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3393" name="Ink 13392">
                  <a:extLst>
                    <a:ext uri="{FF2B5EF4-FFF2-40B4-BE49-F238E27FC236}">
                      <a16:creationId xmlns:a16="http://schemas.microsoft.com/office/drawing/2014/main" id="{2B883ED8-4380-FD78-B547-10A814092DF4}"/>
                    </a:ext>
                  </a:extLst>
                </p14:cNvPr>
                <p14:cNvContentPartPr/>
                <p14:nvPr/>
              </p14:nvContentPartPr>
              <p14:xfrm>
                <a:off x="6523890" y="6277710"/>
                <a:ext cx="28440" cy="145440"/>
              </p14:xfrm>
            </p:contentPart>
          </mc:Choice>
          <mc:Fallback xmlns="">
            <p:pic>
              <p:nvPicPr>
                <p:cNvPr id="13393" name="Ink 13392">
                  <a:extLst>
                    <a:ext uri="{FF2B5EF4-FFF2-40B4-BE49-F238E27FC236}">
                      <a16:creationId xmlns:a16="http://schemas.microsoft.com/office/drawing/2014/main" id="{2B883ED8-4380-FD78-B547-10A814092DF4}"/>
                    </a:ext>
                  </a:extLst>
                </p:cNvPr>
                <p:cNvPicPr/>
                <p:nvPr/>
              </p:nvPicPr>
              <p:blipFill>
                <a:blip r:embed="rId208"/>
                <a:stretch>
                  <a:fillRect/>
                </a:stretch>
              </p:blipFill>
              <p:spPr>
                <a:xfrm>
                  <a:off x="6517770" y="6271590"/>
                  <a:ext cx="406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3394" name="Ink 13393">
                  <a:extLst>
                    <a:ext uri="{FF2B5EF4-FFF2-40B4-BE49-F238E27FC236}">
                      <a16:creationId xmlns:a16="http://schemas.microsoft.com/office/drawing/2014/main" id="{1642D846-B55A-A1E1-3032-B2B0B84BF2D6}"/>
                    </a:ext>
                  </a:extLst>
                </p14:cNvPr>
                <p14:cNvContentPartPr/>
                <p14:nvPr/>
              </p14:nvContentPartPr>
              <p14:xfrm>
                <a:off x="6439290" y="6305070"/>
                <a:ext cx="234720" cy="75960"/>
              </p14:xfrm>
            </p:contentPart>
          </mc:Choice>
          <mc:Fallback xmlns="">
            <p:pic>
              <p:nvPicPr>
                <p:cNvPr id="13394" name="Ink 13393">
                  <a:extLst>
                    <a:ext uri="{FF2B5EF4-FFF2-40B4-BE49-F238E27FC236}">
                      <a16:creationId xmlns:a16="http://schemas.microsoft.com/office/drawing/2014/main" id="{1642D846-B55A-A1E1-3032-B2B0B84BF2D6}"/>
                    </a:ext>
                  </a:extLst>
                </p:cNvPr>
                <p:cNvPicPr/>
                <p:nvPr/>
              </p:nvPicPr>
              <p:blipFill>
                <a:blip r:embed="rId210"/>
                <a:stretch>
                  <a:fillRect/>
                </a:stretch>
              </p:blipFill>
              <p:spPr>
                <a:xfrm>
                  <a:off x="6433170" y="6298950"/>
                  <a:ext cx="24696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3395" name="Ink 13394">
                  <a:extLst>
                    <a:ext uri="{FF2B5EF4-FFF2-40B4-BE49-F238E27FC236}">
                      <a16:creationId xmlns:a16="http://schemas.microsoft.com/office/drawing/2014/main" id="{1BD734FB-13E8-CBD8-2C51-0AFB06DEF820}"/>
                    </a:ext>
                  </a:extLst>
                </p14:cNvPr>
                <p14:cNvContentPartPr/>
                <p14:nvPr/>
              </p14:nvContentPartPr>
              <p14:xfrm>
                <a:off x="6610650" y="6232710"/>
                <a:ext cx="363240" cy="163440"/>
              </p14:xfrm>
            </p:contentPart>
          </mc:Choice>
          <mc:Fallback xmlns="">
            <p:pic>
              <p:nvPicPr>
                <p:cNvPr id="13395" name="Ink 13394">
                  <a:extLst>
                    <a:ext uri="{FF2B5EF4-FFF2-40B4-BE49-F238E27FC236}">
                      <a16:creationId xmlns:a16="http://schemas.microsoft.com/office/drawing/2014/main" id="{1BD734FB-13E8-CBD8-2C51-0AFB06DEF820}"/>
                    </a:ext>
                  </a:extLst>
                </p:cNvPr>
                <p:cNvPicPr/>
                <p:nvPr/>
              </p:nvPicPr>
              <p:blipFill>
                <a:blip r:embed="rId212"/>
                <a:stretch>
                  <a:fillRect/>
                </a:stretch>
              </p:blipFill>
              <p:spPr>
                <a:xfrm>
                  <a:off x="6604530" y="6226590"/>
                  <a:ext cx="37548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3396" name="Ink 13395">
                  <a:extLst>
                    <a:ext uri="{FF2B5EF4-FFF2-40B4-BE49-F238E27FC236}">
                      <a16:creationId xmlns:a16="http://schemas.microsoft.com/office/drawing/2014/main" id="{B1899DE0-37B9-4C7B-2862-F9483C069A41}"/>
                    </a:ext>
                  </a:extLst>
                </p14:cNvPr>
                <p14:cNvContentPartPr/>
                <p14:nvPr/>
              </p14:nvContentPartPr>
              <p14:xfrm>
                <a:off x="5993610" y="6102030"/>
                <a:ext cx="1154520" cy="469080"/>
              </p14:xfrm>
            </p:contentPart>
          </mc:Choice>
          <mc:Fallback xmlns="">
            <p:pic>
              <p:nvPicPr>
                <p:cNvPr id="13396" name="Ink 13395">
                  <a:extLst>
                    <a:ext uri="{FF2B5EF4-FFF2-40B4-BE49-F238E27FC236}">
                      <a16:creationId xmlns:a16="http://schemas.microsoft.com/office/drawing/2014/main" id="{B1899DE0-37B9-4C7B-2862-F9483C069A41}"/>
                    </a:ext>
                  </a:extLst>
                </p:cNvPr>
                <p:cNvPicPr/>
                <p:nvPr/>
              </p:nvPicPr>
              <p:blipFill>
                <a:blip r:embed="rId214"/>
                <a:stretch>
                  <a:fillRect/>
                </a:stretch>
              </p:blipFill>
              <p:spPr>
                <a:xfrm>
                  <a:off x="5987490" y="6095910"/>
                  <a:ext cx="1166760" cy="481320"/>
                </a:xfrm>
                <a:prstGeom prst="rect">
                  <a:avLst/>
                </a:prstGeom>
              </p:spPr>
            </p:pic>
          </mc:Fallback>
        </mc:AlternateContent>
      </p:grpSp>
    </p:spTree>
    <p:extLst>
      <p:ext uri="{BB962C8B-B14F-4D97-AF65-F5344CB8AC3E}">
        <p14:creationId xmlns:p14="http://schemas.microsoft.com/office/powerpoint/2010/main" val="3943386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EA28A-A712-4E08-20CA-843C2D406B7D}"/>
              </a:ext>
            </a:extLst>
          </p:cNvPr>
          <p:cNvSpPr>
            <a:spLocks noGrp="1"/>
          </p:cNvSpPr>
          <p:nvPr>
            <p:ph type="title"/>
          </p:nvPr>
        </p:nvSpPr>
        <p:spPr/>
        <p:txBody>
          <a:bodyPr/>
          <a:lstStyle/>
          <a:p>
            <a:r>
              <a:rPr lang="en-IN"/>
              <a:t>Pooling Layer - done</a:t>
            </a:r>
            <a:endParaRPr lang="en-IN" dirty="0"/>
          </a:p>
        </p:txBody>
      </p:sp>
      <p:sp>
        <p:nvSpPr>
          <p:cNvPr id="3" name="Content Placeholder 2">
            <a:extLst>
              <a:ext uri="{FF2B5EF4-FFF2-40B4-BE49-F238E27FC236}">
                <a16:creationId xmlns:a16="http://schemas.microsoft.com/office/drawing/2014/main" id="{F65CD5A8-29B4-2BB1-97F0-9F6BA90FBBD8}"/>
              </a:ext>
            </a:extLst>
          </p:cNvPr>
          <p:cNvSpPr>
            <a:spLocks noGrp="1"/>
          </p:cNvSpPr>
          <p:nvPr>
            <p:ph idx="1"/>
          </p:nvPr>
        </p:nvSpPr>
        <p:spPr/>
        <p:txBody>
          <a:bodyPr/>
          <a:lstStyle/>
          <a:p>
            <a:pPr>
              <a:buFont typeface="Wingdings" panose="05000000000000000000" pitchFamily="2" charset="2"/>
              <a:buChar char="Ø"/>
            </a:pPr>
            <a:r>
              <a:rPr lang="en-US" b="1" dirty="0"/>
              <a:t>Purpose of Pooling Layer</a:t>
            </a:r>
            <a:r>
              <a:rPr lang="en-US" dirty="0"/>
              <a:t>: It follows the convolution layer and is mainly used for </a:t>
            </a:r>
            <a:r>
              <a:rPr lang="en-US" b="1" dirty="0" err="1"/>
              <a:t>downsampling</a:t>
            </a:r>
            <a:r>
              <a:rPr lang="en-US" dirty="0"/>
              <a:t> the feature map, reducing its size while retaining important features.</a:t>
            </a:r>
          </a:p>
          <a:p>
            <a:pPr>
              <a:buFont typeface="Wingdings" panose="05000000000000000000" pitchFamily="2" charset="2"/>
              <a:buChar char="Ø"/>
            </a:pPr>
            <a:r>
              <a:rPr lang="en-US" b="1" dirty="0"/>
              <a:t>Sliding Window Operation</a:t>
            </a:r>
            <a:r>
              <a:rPr lang="en-US" dirty="0"/>
              <a:t>: Similar to convolution, a small filter slides over the input and computes a single output value for each region.</a:t>
            </a:r>
          </a:p>
          <a:p>
            <a:pPr>
              <a:buFont typeface="Wingdings" panose="05000000000000000000" pitchFamily="2" charset="2"/>
              <a:buChar char="Ø"/>
            </a:pPr>
            <a:r>
              <a:rPr lang="en-US" b="1" dirty="0"/>
              <a:t>Types of Pooling</a:t>
            </a:r>
            <a:r>
              <a:rPr lang="en-US" dirty="0"/>
              <a:t>: Common types include </a:t>
            </a:r>
            <a:r>
              <a:rPr lang="en-US" b="1" dirty="0"/>
              <a:t>Max Pooling</a:t>
            </a:r>
            <a:r>
              <a:rPr lang="en-US" dirty="0"/>
              <a:t> (takes the maximum value) and </a:t>
            </a:r>
            <a:r>
              <a:rPr lang="en-US" b="1" dirty="0"/>
              <a:t>Average Pooling</a:t>
            </a:r>
            <a:r>
              <a:rPr lang="en-US" dirty="0"/>
              <a:t> (computes the average) from each region.</a:t>
            </a:r>
          </a:p>
          <a:p>
            <a:pPr>
              <a:buFont typeface="Wingdings" panose="05000000000000000000" pitchFamily="2" charset="2"/>
              <a:buChar char="Ø"/>
            </a:pPr>
            <a:endParaRPr lang="en-IN" dirty="0"/>
          </a:p>
        </p:txBody>
      </p:sp>
      <p:pic>
        <p:nvPicPr>
          <p:cNvPr id="5" name="Picture 4">
            <a:extLst>
              <a:ext uri="{FF2B5EF4-FFF2-40B4-BE49-F238E27FC236}">
                <a16:creationId xmlns:a16="http://schemas.microsoft.com/office/drawing/2014/main" id="{C874E388-CA20-2B1E-F8B5-D61E46D61888}"/>
              </a:ext>
            </a:extLst>
          </p:cNvPr>
          <p:cNvPicPr>
            <a:picLocks noChangeAspect="1"/>
          </p:cNvPicPr>
          <p:nvPr/>
        </p:nvPicPr>
        <p:blipFill>
          <a:blip r:embed="rId2"/>
          <a:stretch>
            <a:fillRect/>
          </a:stretch>
        </p:blipFill>
        <p:spPr>
          <a:xfrm>
            <a:off x="108535" y="3959015"/>
            <a:ext cx="4599990" cy="2314786"/>
          </a:xfrm>
          <a:prstGeom prst="rect">
            <a:avLst/>
          </a:prstGeom>
        </p:spPr>
      </p:pic>
      <p:sp>
        <p:nvSpPr>
          <p:cNvPr id="7" name="TextBox 6">
            <a:extLst>
              <a:ext uri="{FF2B5EF4-FFF2-40B4-BE49-F238E27FC236}">
                <a16:creationId xmlns:a16="http://schemas.microsoft.com/office/drawing/2014/main" id="{E303C4C6-49F5-B7A6-8AEF-638D197EF34A}"/>
              </a:ext>
            </a:extLst>
          </p:cNvPr>
          <p:cNvSpPr txBox="1"/>
          <p:nvPr/>
        </p:nvSpPr>
        <p:spPr>
          <a:xfrm>
            <a:off x="5489734" y="4262437"/>
            <a:ext cx="6096000" cy="2031325"/>
          </a:xfrm>
          <a:prstGeom prst="rect">
            <a:avLst/>
          </a:prstGeom>
          <a:noFill/>
        </p:spPr>
        <p:txBody>
          <a:bodyPr wrap="square">
            <a:spAutoFit/>
          </a:bodyPr>
          <a:lstStyle/>
          <a:p>
            <a:pPr>
              <a:buNone/>
            </a:pPr>
            <a:r>
              <a:rPr lang="en-US" b="1" dirty="0"/>
              <a:t>Why Pooling is Used in CNNs:</a:t>
            </a:r>
            <a:endParaRPr lang="en-US" dirty="0"/>
          </a:p>
          <a:p>
            <a:pPr>
              <a:buFont typeface="+mj-lt"/>
              <a:buAutoNum type="arabicPeriod"/>
            </a:pPr>
            <a:r>
              <a:rPr lang="en-US" b="1" dirty="0"/>
              <a:t>Dimensionality Reduction</a:t>
            </a:r>
            <a:endParaRPr lang="en-US" dirty="0"/>
          </a:p>
          <a:p>
            <a:pPr>
              <a:buFont typeface="+mj-lt"/>
              <a:buAutoNum type="arabicPeriod"/>
            </a:pPr>
            <a:r>
              <a:rPr lang="en-US" b="1" dirty="0"/>
              <a:t>Prevents Overfitting</a:t>
            </a:r>
          </a:p>
          <a:p>
            <a:pPr>
              <a:buFont typeface="+mj-lt"/>
              <a:buAutoNum type="arabicPeriod"/>
            </a:pPr>
            <a:r>
              <a:rPr lang="en-US" b="1" dirty="0"/>
              <a:t>Solve memory issue</a:t>
            </a:r>
          </a:p>
          <a:p>
            <a:pPr>
              <a:buFont typeface="+mj-lt"/>
              <a:buAutoNum type="arabicPeriod"/>
            </a:pPr>
            <a:r>
              <a:rPr lang="en-US" b="1" dirty="0"/>
              <a:t>Translation Invariances Issue</a:t>
            </a:r>
          </a:p>
          <a:p>
            <a:pPr>
              <a:buFont typeface="+mj-lt"/>
              <a:buAutoNum type="arabicPeriod"/>
            </a:pPr>
            <a:endParaRPr lang="en-US" b="1" dirty="0"/>
          </a:p>
          <a:p>
            <a:r>
              <a:rPr lang="en-US" b="1" dirty="0"/>
              <a:t>But there is a lot of we lose with pooling.</a:t>
            </a:r>
            <a:endParaRPr lang="en-US" dirty="0"/>
          </a:p>
        </p:txBody>
      </p:sp>
      <p:pic>
        <p:nvPicPr>
          <p:cNvPr id="15364" name="Picture 4" descr="deep learning - How translation invariance is achieved in CNNs? -  Artificial Intelligence Stack Exchange">
            <a:extLst>
              <a:ext uri="{FF2B5EF4-FFF2-40B4-BE49-F238E27FC236}">
                <a16:creationId xmlns:a16="http://schemas.microsoft.com/office/drawing/2014/main" id="{DF6B41A1-C595-72D4-DA6A-4C58E5ADE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7272" y="4486485"/>
            <a:ext cx="2790825" cy="101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5822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07A9-1B33-2A95-08FB-4DE4EAE69793}"/>
              </a:ext>
            </a:extLst>
          </p:cNvPr>
          <p:cNvSpPr>
            <a:spLocks noGrp="1"/>
          </p:cNvSpPr>
          <p:nvPr>
            <p:ph type="title"/>
          </p:nvPr>
        </p:nvSpPr>
        <p:spPr/>
        <p:txBody>
          <a:bodyPr/>
          <a:lstStyle/>
          <a:p>
            <a:r>
              <a:rPr lang="en-IN" dirty="0"/>
              <a:t>Types of Pooling</a:t>
            </a:r>
          </a:p>
        </p:txBody>
      </p:sp>
      <p:sp>
        <p:nvSpPr>
          <p:cNvPr id="3" name="Content Placeholder 2">
            <a:extLst>
              <a:ext uri="{FF2B5EF4-FFF2-40B4-BE49-F238E27FC236}">
                <a16:creationId xmlns:a16="http://schemas.microsoft.com/office/drawing/2014/main" id="{D02E427D-9940-F8DE-96B3-C4F2B18F5337}"/>
              </a:ext>
            </a:extLst>
          </p:cNvPr>
          <p:cNvSpPr>
            <a:spLocks noGrp="1"/>
          </p:cNvSpPr>
          <p:nvPr>
            <p:ph idx="1"/>
          </p:nvPr>
        </p:nvSpPr>
        <p:spPr>
          <a:xfrm>
            <a:off x="1097280" y="1845734"/>
            <a:ext cx="5233670" cy="4023360"/>
          </a:xfrm>
        </p:spPr>
        <p:txBody>
          <a:bodyPr>
            <a:normAutofit/>
          </a:bodyPr>
          <a:lstStyle/>
          <a:p>
            <a:pPr>
              <a:buFont typeface="Wingdings" panose="05000000000000000000" pitchFamily="2" charset="2"/>
              <a:buChar char="Ø"/>
            </a:pPr>
            <a:r>
              <a:rPr lang="en-IN" b="1" i="0" dirty="0">
                <a:solidFill>
                  <a:srgbClr val="242424"/>
                </a:solidFill>
                <a:effectLst/>
                <a:latin typeface="sohne"/>
              </a:rPr>
              <a:t>Max Pooling</a:t>
            </a:r>
          </a:p>
          <a:p>
            <a:pPr marL="0" indent="0">
              <a:buNone/>
            </a:pPr>
            <a:r>
              <a:rPr lang="en-US" sz="1400" b="0" i="0" dirty="0">
                <a:solidFill>
                  <a:srgbClr val="242424"/>
                </a:solidFill>
                <a:effectLst/>
                <a:latin typeface="source-serif-pro"/>
              </a:rPr>
              <a:t>During max pooling, the most </a:t>
            </a:r>
            <a:r>
              <a:rPr lang="en-US" sz="1400" b="1" i="0" dirty="0">
                <a:solidFill>
                  <a:srgbClr val="242424"/>
                </a:solidFill>
                <a:effectLst/>
                <a:latin typeface="source-serif-pro"/>
              </a:rPr>
              <a:t>dominant feature</a:t>
            </a:r>
            <a:r>
              <a:rPr lang="en-US" sz="1400" b="0" i="0" dirty="0">
                <a:solidFill>
                  <a:srgbClr val="242424"/>
                </a:solidFill>
                <a:effectLst/>
                <a:latin typeface="source-serif-pro"/>
              </a:rPr>
              <a:t> (maximum value) within each pooling window is selected as the output value. By retaining the most dominant features in each local region, the network is able to ignore potential </a:t>
            </a:r>
            <a:r>
              <a:rPr lang="en-US" sz="1400" b="1" i="0" dirty="0">
                <a:solidFill>
                  <a:srgbClr val="242424"/>
                </a:solidFill>
                <a:effectLst/>
                <a:latin typeface="source-serif-pro"/>
              </a:rPr>
              <a:t>noise</a:t>
            </a:r>
            <a:r>
              <a:rPr lang="en-US" sz="1400" b="0" i="0" dirty="0">
                <a:solidFill>
                  <a:srgbClr val="242424"/>
                </a:solidFill>
                <a:effectLst/>
                <a:latin typeface="source-serif-pro"/>
              </a:rPr>
              <a:t> and focus on the most important features.</a:t>
            </a:r>
            <a:endParaRPr lang="en-IN" sz="1400" b="1" i="0" dirty="0">
              <a:solidFill>
                <a:srgbClr val="242424"/>
              </a:solidFill>
              <a:effectLst/>
              <a:latin typeface="sohne"/>
            </a:endParaRPr>
          </a:p>
          <a:p>
            <a:pPr>
              <a:buFont typeface="Wingdings" panose="05000000000000000000" pitchFamily="2" charset="2"/>
              <a:buChar char="Ø"/>
            </a:pPr>
            <a:endParaRPr lang="en-IN" b="1" i="0" dirty="0">
              <a:solidFill>
                <a:srgbClr val="242424"/>
              </a:solidFill>
              <a:effectLst/>
              <a:latin typeface="sohne"/>
            </a:endParaRPr>
          </a:p>
          <a:p>
            <a:pPr>
              <a:buFont typeface="Wingdings" panose="05000000000000000000" pitchFamily="2" charset="2"/>
              <a:buChar char="Ø"/>
            </a:pPr>
            <a:r>
              <a:rPr lang="en-IN" b="1" i="0" dirty="0">
                <a:solidFill>
                  <a:srgbClr val="242424"/>
                </a:solidFill>
                <a:effectLst/>
                <a:latin typeface="sohne"/>
              </a:rPr>
              <a:t>Average Pooling</a:t>
            </a:r>
          </a:p>
          <a:p>
            <a:pPr marL="0" indent="0">
              <a:buNone/>
            </a:pPr>
            <a:r>
              <a:rPr lang="en-US" sz="1400" dirty="0">
                <a:solidFill>
                  <a:srgbClr val="242424"/>
                </a:solidFill>
                <a:latin typeface="source-serif-pro"/>
              </a:rPr>
              <a:t>D</a:t>
            </a:r>
            <a:r>
              <a:rPr lang="en-US" sz="1400" b="0" i="0" dirty="0">
                <a:solidFill>
                  <a:srgbClr val="242424"/>
                </a:solidFill>
                <a:effectLst/>
                <a:latin typeface="source-serif-pro"/>
              </a:rPr>
              <a:t>uring average pooling, the </a:t>
            </a:r>
            <a:r>
              <a:rPr lang="en-US" sz="1400" b="1" i="0" dirty="0">
                <a:solidFill>
                  <a:srgbClr val="242424"/>
                </a:solidFill>
                <a:effectLst/>
                <a:latin typeface="source-serif-pro"/>
              </a:rPr>
              <a:t>average value</a:t>
            </a:r>
            <a:r>
              <a:rPr lang="en-US" sz="1400" b="0" i="0" dirty="0">
                <a:solidFill>
                  <a:srgbClr val="242424"/>
                </a:solidFill>
                <a:effectLst/>
                <a:latin typeface="source-serif-pro"/>
              </a:rPr>
              <a:t> of each </a:t>
            </a:r>
            <a:r>
              <a:rPr lang="en-US" sz="1400" b="1" i="0" dirty="0">
                <a:solidFill>
                  <a:srgbClr val="242424"/>
                </a:solidFill>
                <a:effectLst/>
                <a:latin typeface="source-serif-pro"/>
              </a:rPr>
              <a:t>pooling window</a:t>
            </a:r>
            <a:r>
              <a:rPr lang="en-US" sz="1400" b="0" i="0" dirty="0">
                <a:solidFill>
                  <a:srgbClr val="242424"/>
                </a:solidFill>
                <a:effectLst/>
                <a:latin typeface="source-serif-pro"/>
              </a:rPr>
              <a:t> is used as the corresponding output value. By computing the average value within each local region, a </a:t>
            </a:r>
            <a:r>
              <a:rPr lang="en-US" sz="1400" b="1" i="0" dirty="0">
                <a:solidFill>
                  <a:srgbClr val="242424"/>
                </a:solidFill>
                <a:effectLst/>
                <a:latin typeface="source-serif-pro"/>
              </a:rPr>
              <a:t>smoothing</a:t>
            </a:r>
            <a:r>
              <a:rPr lang="en-US" sz="1400" b="0" i="0" dirty="0">
                <a:solidFill>
                  <a:srgbClr val="242424"/>
                </a:solidFill>
                <a:effectLst/>
                <a:latin typeface="source-serif-pro"/>
              </a:rPr>
              <a:t> effect occurs and as a result reduces noise. Furthermore, just like in max pooling, the network becomes less sensitive to variations and shifts within the input data, making the model further robust.</a:t>
            </a:r>
            <a:endParaRPr lang="en-IN" sz="1400" dirty="0"/>
          </a:p>
        </p:txBody>
      </p:sp>
      <p:pic>
        <p:nvPicPr>
          <p:cNvPr id="16386" name="Picture 2" descr="Lightbox">
            <a:extLst>
              <a:ext uri="{FF2B5EF4-FFF2-40B4-BE49-F238E27FC236}">
                <a16:creationId xmlns:a16="http://schemas.microsoft.com/office/drawing/2014/main" id="{2528B212-5B5E-A4FB-939B-9A866E1D2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9900" y="1895168"/>
            <a:ext cx="4781549" cy="1705917"/>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Lightbox">
            <a:extLst>
              <a:ext uri="{FF2B5EF4-FFF2-40B4-BE49-F238E27FC236}">
                <a16:creationId xmlns:a16="http://schemas.microsoft.com/office/drawing/2014/main" id="{3988D92B-4F35-32CE-B841-247A904FC6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198" y="4163177"/>
            <a:ext cx="4820251" cy="1705917"/>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Improved Handwritten Digit Recognition using Quantum K-Nearest Neighbor  Algorithm | International Journal of Theoretical Physics">
            <a:extLst>
              <a:ext uri="{FF2B5EF4-FFF2-40B4-BE49-F238E27FC236}">
                <a16:creationId xmlns:a16="http://schemas.microsoft.com/office/drawing/2014/main" id="{DC719D5F-9210-648B-5B28-C8FAC64BC5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13887" y="0"/>
            <a:ext cx="2678113" cy="2040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04898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FE879-CE62-4668-008E-09ACA9CA0420}"/>
              </a:ext>
            </a:extLst>
          </p:cNvPr>
          <p:cNvSpPr>
            <a:spLocks noGrp="1"/>
          </p:cNvSpPr>
          <p:nvPr>
            <p:ph type="title"/>
          </p:nvPr>
        </p:nvSpPr>
        <p:spPr/>
        <p:txBody>
          <a:bodyPr/>
          <a:lstStyle/>
          <a:p>
            <a:r>
              <a:rPr lang="en-IN" dirty="0"/>
              <a:t>Fully Connected Layer</a:t>
            </a:r>
          </a:p>
        </p:txBody>
      </p:sp>
      <p:pic>
        <p:nvPicPr>
          <p:cNvPr id="17410" name="Picture 2">
            <a:extLst>
              <a:ext uri="{FF2B5EF4-FFF2-40B4-BE49-F238E27FC236}">
                <a16:creationId xmlns:a16="http://schemas.microsoft.com/office/drawing/2014/main" id="{D27D0577-2464-8A1A-BB16-E64F3C680A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9900" y="2506735"/>
            <a:ext cx="5689600" cy="30526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D58853E-FB73-296F-9CEA-EEE97FCE0F50}"/>
              </a:ext>
            </a:extLst>
          </p:cNvPr>
          <p:cNvSpPr txBox="1"/>
          <p:nvPr/>
        </p:nvSpPr>
        <p:spPr>
          <a:xfrm>
            <a:off x="679450" y="1853843"/>
            <a:ext cx="4806950" cy="4524315"/>
          </a:xfrm>
          <a:prstGeom prst="rect">
            <a:avLst/>
          </a:prstGeom>
          <a:noFill/>
        </p:spPr>
        <p:txBody>
          <a:bodyPr wrap="square">
            <a:spAutoFit/>
          </a:bodyPr>
          <a:lstStyle/>
          <a:p>
            <a:pPr>
              <a:buFont typeface="+mj-lt"/>
              <a:buAutoNum type="arabicPeriod"/>
            </a:pPr>
            <a:r>
              <a:rPr lang="en-US" sz="1600" b="1" dirty="0"/>
              <a:t>Final Layer Role</a:t>
            </a:r>
            <a:br>
              <a:rPr lang="en-US" sz="1600" dirty="0"/>
            </a:br>
            <a:r>
              <a:rPr lang="en-US" sz="1600" dirty="0"/>
              <a:t>The Fully Connected (FC) layer is the last layer in a CNN. It follows a traditional neural network structure to interpret and combine the features extracted in earlier layers.</a:t>
            </a:r>
          </a:p>
          <a:p>
            <a:pPr>
              <a:buFont typeface="+mj-lt"/>
              <a:buAutoNum type="arabicPeriod"/>
            </a:pPr>
            <a:r>
              <a:rPr lang="en-US" sz="1600" b="1" dirty="0"/>
              <a:t>Purpose and Function</a:t>
            </a:r>
            <a:br>
              <a:rPr lang="en-US" sz="1600" dirty="0"/>
            </a:br>
            <a:r>
              <a:rPr lang="en-US" sz="1600" dirty="0"/>
              <a:t>This layer helps the network learn global relationships across the image, making it vital for high-level tasks like classification.</a:t>
            </a:r>
          </a:p>
          <a:p>
            <a:pPr>
              <a:buFont typeface="+mj-lt"/>
              <a:buAutoNum type="arabicPeriod"/>
            </a:pPr>
            <a:r>
              <a:rPr lang="en-US" sz="1600" b="1" dirty="0"/>
              <a:t>Flattening Process</a:t>
            </a:r>
            <a:br>
              <a:rPr lang="en-US" sz="1600" dirty="0"/>
            </a:br>
            <a:r>
              <a:rPr lang="en-US" sz="1600" dirty="0"/>
              <a:t>Before entering the FC layer, the pooled feature map is flattened into a 1D vector. This prepares the data for input into the dense network.</a:t>
            </a:r>
          </a:p>
          <a:p>
            <a:pPr>
              <a:buFont typeface="+mj-lt"/>
              <a:buAutoNum type="arabicPeriod"/>
            </a:pPr>
            <a:r>
              <a:rPr lang="en-US" sz="1600" b="1" dirty="0"/>
              <a:t>Full Connectivity</a:t>
            </a:r>
            <a:br>
              <a:rPr lang="en-US" sz="1600" dirty="0"/>
            </a:br>
            <a:r>
              <a:rPr lang="en-US" sz="1600" dirty="0"/>
              <a:t>In FC layers, each neuron is connected to </a:t>
            </a:r>
            <a:r>
              <a:rPr lang="en-US" sz="1600" b="1" dirty="0"/>
              <a:t>every neuron</a:t>
            </a:r>
            <a:r>
              <a:rPr lang="en-US" sz="1600" dirty="0"/>
              <a:t> in the next layer. This dense connectivity allows the model to make final predictions based on a combination of all learned features.</a:t>
            </a:r>
          </a:p>
        </p:txBody>
      </p:sp>
    </p:spTree>
    <p:extLst>
      <p:ext uri="{BB962C8B-B14F-4D97-AF65-F5344CB8AC3E}">
        <p14:creationId xmlns:p14="http://schemas.microsoft.com/office/powerpoint/2010/main" val="392119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27B89-6D93-F9C9-64F6-AEF8E14D2AFB}"/>
              </a:ext>
            </a:extLst>
          </p:cNvPr>
          <p:cNvSpPr>
            <a:spLocks noGrp="1"/>
          </p:cNvSpPr>
          <p:nvPr>
            <p:ph type="title"/>
          </p:nvPr>
        </p:nvSpPr>
        <p:spPr/>
        <p:txBody>
          <a:bodyPr/>
          <a:lstStyle/>
          <a:p>
            <a:r>
              <a:rPr lang="en-IN" b="1" i="0" dirty="0">
                <a:solidFill>
                  <a:srgbClr val="242424"/>
                </a:solidFill>
                <a:effectLst/>
                <a:latin typeface="sohne"/>
              </a:rPr>
              <a:t>How do CNNs work?</a:t>
            </a:r>
            <a:endParaRPr lang="en-IN" dirty="0"/>
          </a:p>
        </p:txBody>
      </p:sp>
      <p:pic>
        <p:nvPicPr>
          <p:cNvPr id="18440" name="Picture 8" descr="CNN - Convolutional Neural Networks explained by INGOAMPT - DAY 53 -  ingoampt - Artificial Intelligence integration into iOS apps and SaaS +  Education">
            <a:extLst>
              <a:ext uri="{FF2B5EF4-FFF2-40B4-BE49-F238E27FC236}">
                <a16:creationId xmlns:a16="http://schemas.microsoft.com/office/drawing/2014/main" id="{5FC45A73-BD3F-E263-D862-01A6085004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7742" y="3117850"/>
            <a:ext cx="6784257" cy="30670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522AAFE-0873-9962-E75D-DDCE9C87A60F}"/>
              </a:ext>
            </a:extLst>
          </p:cNvPr>
          <p:cNvPicPr>
            <a:picLocks noChangeAspect="1"/>
          </p:cNvPicPr>
          <p:nvPr/>
        </p:nvPicPr>
        <p:blipFill>
          <a:blip r:embed="rId3"/>
          <a:stretch>
            <a:fillRect/>
          </a:stretch>
        </p:blipFill>
        <p:spPr>
          <a:xfrm>
            <a:off x="133488" y="1949450"/>
            <a:ext cx="5149711" cy="2755900"/>
          </a:xfrm>
          <a:prstGeom prst="rect">
            <a:avLst/>
          </a:prstGeom>
        </p:spPr>
      </p:pic>
      <p:sp>
        <p:nvSpPr>
          <p:cNvPr id="6" name="TextBox 5">
            <a:extLst>
              <a:ext uri="{FF2B5EF4-FFF2-40B4-BE49-F238E27FC236}">
                <a16:creationId xmlns:a16="http://schemas.microsoft.com/office/drawing/2014/main" id="{7B8DC5CF-6D86-E2DE-2029-9B47D495A532}"/>
              </a:ext>
            </a:extLst>
          </p:cNvPr>
          <p:cNvSpPr txBox="1"/>
          <p:nvPr/>
        </p:nvSpPr>
        <p:spPr>
          <a:xfrm>
            <a:off x="812800" y="5156200"/>
            <a:ext cx="2330450" cy="369332"/>
          </a:xfrm>
          <a:prstGeom prst="rect">
            <a:avLst/>
          </a:prstGeom>
          <a:noFill/>
        </p:spPr>
        <p:txBody>
          <a:bodyPr wrap="square" rtlCol="0">
            <a:spAutoFit/>
          </a:bodyPr>
          <a:lstStyle/>
          <a:p>
            <a:r>
              <a:rPr lang="en-IN" dirty="0">
                <a:hlinkClick r:id="rId4"/>
              </a:rPr>
              <a:t>CNN Examples</a:t>
            </a:r>
            <a:endParaRPr lang="en-IN" dirty="0"/>
          </a:p>
        </p:txBody>
      </p:sp>
    </p:spTree>
    <p:extLst>
      <p:ext uri="{BB962C8B-B14F-4D97-AF65-F5344CB8AC3E}">
        <p14:creationId xmlns:p14="http://schemas.microsoft.com/office/powerpoint/2010/main" val="2673469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B459F-FCC0-F8E0-7DC9-13B046AF18BC}"/>
              </a:ext>
            </a:extLst>
          </p:cNvPr>
          <p:cNvSpPr>
            <a:spLocks noGrp="1"/>
          </p:cNvSpPr>
          <p:nvPr>
            <p:ph type="title"/>
          </p:nvPr>
        </p:nvSpPr>
        <p:spPr/>
        <p:txBody>
          <a:bodyPr/>
          <a:lstStyle/>
          <a:p>
            <a:r>
              <a:rPr lang="nl-NL" dirty="0"/>
              <a:t>Overfitting in Deep Neural Networks </a:t>
            </a:r>
            <a:endParaRPr lang="en-IN" dirty="0"/>
          </a:p>
        </p:txBody>
      </p:sp>
      <p:sp>
        <p:nvSpPr>
          <p:cNvPr id="3" name="Content Placeholder 2">
            <a:extLst>
              <a:ext uri="{FF2B5EF4-FFF2-40B4-BE49-F238E27FC236}">
                <a16:creationId xmlns:a16="http://schemas.microsoft.com/office/drawing/2014/main" id="{2970E999-F330-3478-080A-90727FCEF538}"/>
              </a:ext>
            </a:extLst>
          </p:cNvPr>
          <p:cNvSpPr>
            <a:spLocks noGrp="1"/>
          </p:cNvSpPr>
          <p:nvPr>
            <p:ph idx="1"/>
          </p:nvPr>
        </p:nvSpPr>
        <p:spPr/>
        <p:txBody>
          <a:bodyPr>
            <a:normAutofit/>
          </a:bodyPr>
          <a:lstStyle/>
          <a:p>
            <a:pPr>
              <a:buFont typeface="Wingdings" panose="05000000000000000000" pitchFamily="2" charset="2"/>
              <a:buChar char="Ø"/>
            </a:pPr>
            <a:r>
              <a:rPr lang="en-US" b="1" dirty="0"/>
              <a:t>Deep nets have many non-linear hidden layers.</a:t>
            </a:r>
          </a:p>
          <a:p>
            <a:pPr marL="0" indent="0">
              <a:buNone/>
            </a:pPr>
            <a:endParaRPr lang="en-US" b="1" dirty="0"/>
          </a:p>
          <a:p>
            <a:pPr lvl="2">
              <a:buFont typeface="Wingdings" panose="05000000000000000000" pitchFamily="2" charset="2"/>
              <a:buChar char="Ø"/>
            </a:pPr>
            <a:r>
              <a:rPr lang="en-US" dirty="0"/>
              <a:t>Making them very expressive to learn complicated relationships between inputs and outputs.</a:t>
            </a:r>
          </a:p>
          <a:p>
            <a:pPr lvl="2">
              <a:buFont typeface="Wingdings" panose="05000000000000000000" pitchFamily="2" charset="2"/>
              <a:buChar char="Ø"/>
            </a:pPr>
            <a:r>
              <a:rPr lang="en-US" dirty="0"/>
              <a:t>But with limited training data, many complicated relationships will be the result of training noise.</a:t>
            </a:r>
          </a:p>
          <a:p>
            <a:pPr lvl="2">
              <a:buFont typeface="Wingdings" panose="05000000000000000000" pitchFamily="2" charset="2"/>
              <a:buChar char="Ø"/>
            </a:pPr>
            <a:r>
              <a:rPr lang="en-US" dirty="0"/>
              <a:t>So they will exist in the training set and not in test set even if drawn from same distribution</a:t>
            </a:r>
            <a:endParaRPr lang="en-US" b="1" dirty="0"/>
          </a:p>
          <a:p>
            <a:pPr>
              <a:buFont typeface="Wingdings" panose="05000000000000000000" pitchFamily="2" charset="2"/>
              <a:buChar char="Ø"/>
            </a:pPr>
            <a:r>
              <a:rPr lang="en-US" b="1" dirty="0"/>
              <a:t>Many methods developed to reduce overfitting </a:t>
            </a:r>
          </a:p>
          <a:p>
            <a:pPr lvl="2">
              <a:buFont typeface="Wingdings" panose="05000000000000000000" pitchFamily="2" charset="2"/>
              <a:buChar char="Ø"/>
            </a:pPr>
            <a:endParaRPr lang="en-US" b="1" dirty="0"/>
          </a:p>
          <a:p>
            <a:pPr>
              <a:buFont typeface="Wingdings" panose="05000000000000000000" pitchFamily="2" charset="2"/>
              <a:buChar char="Ø"/>
            </a:pPr>
            <a:r>
              <a:rPr lang="en-US" dirty="0"/>
              <a:t>Deep neural networks contain multiple non-linear hidden layers and this makes them very expressive models that can learn very complicated relationships between their inputs and outputs. With limited training data, however, many of these complicated relationships will be the result of sampling noise, so they will exist in the training set but not in real test data even if it is drawn from the same distribution. This leads to overfitting.</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448804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2E384-2DC4-5B13-2CFA-C43EF6C77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50E44-D460-69BE-C480-25D58AFD8EBB}"/>
              </a:ext>
            </a:extLst>
          </p:cNvPr>
          <p:cNvSpPr>
            <a:spLocks noGrp="1"/>
          </p:cNvSpPr>
          <p:nvPr>
            <p:ph type="title"/>
          </p:nvPr>
        </p:nvSpPr>
        <p:spPr/>
        <p:txBody>
          <a:bodyPr/>
          <a:lstStyle/>
          <a:p>
            <a:r>
              <a:rPr lang="en-IN" dirty="0"/>
              <a:t>Regularization – Early Stopping</a:t>
            </a:r>
          </a:p>
        </p:txBody>
      </p:sp>
      <p:pic>
        <p:nvPicPr>
          <p:cNvPr id="4" name="Picture 3">
            <a:extLst>
              <a:ext uri="{FF2B5EF4-FFF2-40B4-BE49-F238E27FC236}">
                <a16:creationId xmlns:a16="http://schemas.microsoft.com/office/drawing/2014/main" id="{811E1291-FBCA-915C-6717-8CC88A5BCB9D}"/>
              </a:ext>
            </a:extLst>
          </p:cNvPr>
          <p:cNvPicPr>
            <a:picLocks noChangeAspect="1"/>
          </p:cNvPicPr>
          <p:nvPr/>
        </p:nvPicPr>
        <p:blipFill>
          <a:blip r:embed="rId2"/>
          <a:stretch>
            <a:fillRect/>
          </a:stretch>
        </p:blipFill>
        <p:spPr>
          <a:xfrm>
            <a:off x="792480" y="1870352"/>
            <a:ext cx="5334000" cy="4381500"/>
          </a:xfrm>
          <a:prstGeom prst="rect">
            <a:avLst/>
          </a:prstGeom>
        </p:spPr>
      </p:pic>
      <p:sp>
        <p:nvSpPr>
          <p:cNvPr id="6" name="TextBox 5">
            <a:extLst>
              <a:ext uri="{FF2B5EF4-FFF2-40B4-BE49-F238E27FC236}">
                <a16:creationId xmlns:a16="http://schemas.microsoft.com/office/drawing/2014/main" id="{46920062-C672-9609-B607-5E00E1A4B3BB}"/>
              </a:ext>
            </a:extLst>
          </p:cNvPr>
          <p:cNvSpPr txBox="1"/>
          <p:nvPr/>
        </p:nvSpPr>
        <p:spPr>
          <a:xfrm>
            <a:off x="7037505" y="2846267"/>
            <a:ext cx="6097022" cy="2862322"/>
          </a:xfrm>
          <a:prstGeom prst="rect">
            <a:avLst/>
          </a:prstGeom>
          <a:noFill/>
        </p:spPr>
        <p:txBody>
          <a:bodyPr wrap="square">
            <a:spAutoFit/>
          </a:bodyPr>
          <a:lstStyle/>
          <a:p>
            <a:r>
              <a:rPr lang="en-IN" dirty="0" err="1"/>
              <a:t>keras.callbacks.EarlyStopping</a:t>
            </a:r>
            <a:r>
              <a:rPr lang="en-IN" dirty="0"/>
              <a:t>(</a:t>
            </a:r>
          </a:p>
          <a:p>
            <a:r>
              <a:rPr lang="en-IN" dirty="0"/>
              <a:t>    monitor="</a:t>
            </a:r>
            <a:r>
              <a:rPr lang="en-IN" dirty="0" err="1"/>
              <a:t>val_loss</a:t>
            </a:r>
            <a:r>
              <a:rPr lang="en-IN" dirty="0"/>
              <a:t>",</a:t>
            </a:r>
          </a:p>
          <a:p>
            <a:r>
              <a:rPr lang="en-IN" dirty="0"/>
              <a:t>    </a:t>
            </a:r>
            <a:r>
              <a:rPr lang="en-IN" dirty="0" err="1"/>
              <a:t>min_delta</a:t>
            </a:r>
            <a:r>
              <a:rPr lang="en-IN" dirty="0"/>
              <a:t>=0,</a:t>
            </a:r>
          </a:p>
          <a:p>
            <a:r>
              <a:rPr lang="en-IN" dirty="0"/>
              <a:t>    patience=0,</a:t>
            </a:r>
          </a:p>
          <a:p>
            <a:r>
              <a:rPr lang="en-IN" dirty="0"/>
              <a:t>    verbose=0,</a:t>
            </a:r>
          </a:p>
          <a:p>
            <a:r>
              <a:rPr lang="en-IN" dirty="0"/>
              <a:t>    mode="auto",</a:t>
            </a:r>
          </a:p>
          <a:p>
            <a:r>
              <a:rPr lang="en-IN" dirty="0"/>
              <a:t>    baseline=None,</a:t>
            </a:r>
          </a:p>
          <a:p>
            <a:r>
              <a:rPr lang="en-IN" dirty="0"/>
              <a:t>    </a:t>
            </a:r>
            <a:r>
              <a:rPr lang="en-IN" dirty="0" err="1"/>
              <a:t>restore_best_weights</a:t>
            </a:r>
            <a:r>
              <a:rPr lang="en-IN" dirty="0"/>
              <a:t>=False,</a:t>
            </a:r>
          </a:p>
          <a:p>
            <a:r>
              <a:rPr lang="en-IN" dirty="0"/>
              <a:t>    </a:t>
            </a:r>
            <a:r>
              <a:rPr lang="en-IN" dirty="0" err="1"/>
              <a:t>start_from_epoch</a:t>
            </a:r>
            <a:r>
              <a:rPr lang="en-IN" dirty="0"/>
              <a:t>=0,</a:t>
            </a:r>
          </a:p>
          <a:p>
            <a:r>
              <a:rPr lang="en-IN" dirty="0"/>
              <a:t>)</a:t>
            </a:r>
          </a:p>
        </p:txBody>
      </p:sp>
    </p:spTree>
    <p:extLst>
      <p:ext uri="{BB962C8B-B14F-4D97-AF65-F5344CB8AC3E}">
        <p14:creationId xmlns:p14="http://schemas.microsoft.com/office/powerpoint/2010/main" val="3131536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C60CB-9072-FE5C-7AB2-55206880E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8550F-6428-AA2C-52E1-8D130BA3AF8C}"/>
              </a:ext>
            </a:extLst>
          </p:cNvPr>
          <p:cNvSpPr>
            <a:spLocks noGrp="1"/>
          </p:cNvSpPr>
          <p:nvPr>
            <p:ph type="title"/>
          </p:nvPr>
        </p:nvSpPr>
        <p:spPr/>
        <p:txBody>
          <a:bodyPr/>
          <a:lstStyle/>
          <a:p>
            <a:r>
              <a:rPr lang="en-IN" dirty="0"/>
              <a:t>Dropout</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9676D76-B5E9-247F-2208-0ACB4878FD25}"/>
                  </a:ext>
                </a:extLst>
              </p14:cNvPr>
              <p14:cNvContentPartPr/>
              <p14:nvPr/>
            </p14:nvContentPartPr>
            <p14:xfrm>
              <a:off x="1266719" y="2294302"/>
              <a:ext cx="374760" cy="352440"/>
            </p14:xfrm>
          </p:contentPart>
        </mc:Choice>
        <mc:Fallback xmlns="">
          <p:pic>
            <p:nvPicPr>
              <p:cNvPr id="4" name="Ink 3">
                <a:extLst>
                  <a:ext uri="{FF2B5EF4-FFF2-40B4-BE49-F238E27FC236}">
                    <a16:creationId xmlns:a16="http://schemas.microsoft.com/office/drawing/2014/main" id="{39676D76-B5E9-247F-2208-0ACB4878FD25}"/>
                  </a:ext>
                </a:extLst>
              </p:cNvPr>
              <p:cNvPicPr/>
              <p:nvPr/>
            </p:nvPicPr>
            <p:blipFill>
              <a:blip r:embed="rId3"/>
              <a:stretch>
                <a:fillRect/>
              </a:stretch>
            </p:blipFill>
            <p:spPr>
              <a:xfrm>
                <a:off x="1260599" y="2288182"/>
                <a:ext cx="38700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455EF53-2204-D324-6F29-F770232AD16D}"/>
                  </a:ext>
                </a:extLst>
              </p14:cNvPr>
              <p14:cNvContentPartPr/>
              <p14:nvPr/>
            </p14:nvContentPartPr>
            <p14:xfrm>
              <a:off x="1164839" y="3185662"/>
              <a:ext cx="513000" cy="632520"/>
            </p14:xfrm>
          </p:contentPart>
        </mc:Choice>
        <mc:Fallback xmlns="">
          <p:pic>
            <p:nvPicPr>
              <p:cNvPr id="6" name="Ink 5">
                <a:extLst>
                  <a:ext uri="{FF2B5EF4-FFF2-40B4-BE49-F238E27FC236}">
                    <a16:creationId xmlns:a16="http://schemas.microsoft.com/office/drawing/2014/main" id="{E455EF53-2204-D324-6F29-F770232AD16D}"/>
                  </a:ext>
                </a:extLst>
              </p:cNvPr>
              <p:cNvPicPr/>
              <p:nvPr/>
            </p:nvPicPr>
            <p:blipFill>
              <a:blip r:embed="rId5"/>
              <a:stretch>
                <a:fillRect/>
              </a:stretch>
            </p:blipFill>
            <p:spPr>
              <a:xfrm>
                <a:off x="1158719" y="3179542"/>
                <a:ext cx="525240" cy="644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B9D5CD14-C043-20D1-B26B-7E555834C216}"/>
                  </a:ext>
                </a:extLst>
              </p14:cNvPr>
              <p14:cNvContentPartPr/>
              <p14:nvPr/>
            </p14:nvContentPartPr>
            <p14:xfrm>
              <a:off x="3048719" y="1859062"/>
              <a:ext cx="299520" cy="363960"/>
            </p14:xfrm>
          </p:contentPart>
        </mc:Choice>
        <mc:Fallback xmlns="">
          <p:pic>
            <p:nvPicPr>
              <p:cNvPr id="7" name="Ink 6">
                <a:extLst>
                  <a:ext uri="{FF2B5EF4-FFF2-40B4-BE49-F238E27FC236}">
                    <a16:creationId xmlns:a16="http://schemas.microsoft.com/office/drawing/2014/main" id="{B9D5CD14-C043-20D1-B26B-7E555834C216}"/>
                  </a:ext>
                </a:extLst>
              </p:cNvPr>
              <p:cNvPicPr/>
              <p:nvPr/>
            </p:nvPicPr>
            <p:blipFill>
              <a:blip r:embed="rId7"/>
              <a:stretch>
                <a:fillRect/>
              </a:stretch>
            </p:blipFill>
            <p:spPr>
              <a:xfrm>
                <a:off x="3042599" y="1852942"/>
                <a:ext cx="31176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AE4E0C95-3DBA-B4FE-47C5-63AA48322BE1}"/>
                  </a:ext>
                </a:extLst>
              </p14:cNvPr>
              <p14:cNvContentPartPr/>
              <p14:nvPr/>
            </p14:nvContentPartPr>
            <p14:xfrm>
              <a:off x="3054479" y="2674462"/>
              <a:ext cx="529560" cy="542520"/>
            </p14:xfrm>
          </p:contentPart>
        </mc:Choice>
        <mc:Fallback xmlns="">
          <p:pic>
            <p:nvPicPr>
              <p:cNvPr id="8" name="Ink 7">
                <a:extLst>
                  <a:ext uri="{FF2B5EF4-FFF2-40B4-BE49-F238E27FC236}">
                    <a16:creationId xmlns:a16="http://schemas.microsoft.com/office/drawing/2014/main" id="{AE4E0C95-3DBA-B4FE-47C5-63AA48322BE1}"/>
                  </a:ext>
                </a:extLst>
              </p:cNvPr>
              <p:cNvPicPr/>
              <p:nvPr/>
            </p:nvPicPr>
            <p:blipFill>
              <a:blip r:embed="rId9"/>
              <a:stretch>
                <a:fillRect/>
              </a:stretch>
            </p:blipFill>
            <p:spPr>
              <a:xfrm>
                <a:off x="3048359" y="2668342"/>
                <a:ext cx="541800" cy="554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A89C38F9-DB7C-31CA-A1DA-097BABB19A10}"/>
                  </a:ext>
                </a:extLst>
              </p14:cNvPr>
              <p14:cNvContentPartPr/>
              <p14:nvPr/>
            </p14:nvContentPartPr>
            <p14:xfrm>
              <a:off x="3190199" y="4044262"/>
              <a:ext cx="369720" cy="549360"/>
            </p14:xfrm>
          </p:contentPart>
        </mc:Choice>
        <mc:Fallback xmlns="">
          <p:pic>
            <p:nvPicPr>
              <p:cNvPr id="9" name="Ink 8">
                <a:extLst>
                  <a:ext uri="{FF2B5EF4-FFF2-40B4-BE49-F238E27FC236}">
                    <a16:creationId xmlns:a16="http://schemas.microsoft.com/office/drawing/2014/main" id="{A89C38F9-DB7C-31CA-A1DA-097BABB19A10}"/>
                  </a:ext>
                </a:extLst>
              </p:cNvPr>
              <p:cNvPicPr/>
              <p:nvPr/>
            </p:nvPicPr>
            <p:blipFill>
              <a:blip r:embed="rId11"/>
              <a:stretch>
                <a:fillRect/>
              </a:stretch>
            </p:blipFill>
            <p:spPr>
              <a:xfrm>
                <a:off x="3184079" y="4038142"/>
                <a:ext cx="381960" cy="561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61B22F62-5989-8FF8-282B-2F4720AC5F6B}"/>
                  </a:ext>
                </a:extLst>
              </p14:cNvPr>
              <p14:cNvContentPartPr/>
              <p14:nvPr/>
            </p14:nvContentPartPr>
            <p14:xfrm>
              <a:off x="3092279" y="5149462"/>
              <a:ext cx="480600" cy="522360"/>
            </p14:xfrm>
          </p:contentPart>
        </mc:Choice>
        <mc:Fallback xmlns="">
          <p:pic>
            <p:nvPicPr>
              <p:cNvPr id="10" name="Ink 9">
                <a:extLst>
                  <a:ext uri="{FF2B5EF4-FFF2-40B4-BE49-F238E27FC236}">
                    <a16:creationId xmlns:a16="http://schemas.microsoft.com/office/drawing/2014/main" id="{61B22F62-5989-8FF8-282B-2F4720AC5F6B}"/>
                  </a:ext>
                </a:extLst>
              </p:cNvPr>
              <p:cNvPicPr/>
              <p:nvPr/>
            </p:nvPicPr>
            <p:blipFill>
              <a:blip r:embed="rId13"/>
              <a:stretch>
                <a:fillRect/>
              </a:stretch>
            </p:blipFill>
            <p:spPr>
              <a:xfrm>
                <a:off x="3086159" y="5143342"/>
                <a:ext cx="492840" cy="534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4D260AAD-4162-7B5C-AC5D-86F9792B406E}"/>
                  </a:ext>
                </a:extLst>
              </p14:cNvPr>
              <p14:cNvContentPartPr/>
              <p14:nvPr/>
            </p14:nvContentPartPr>
            <p14:xfrm>
              <a:off x="5544959" y="1959502"/>
              <a:ext cx="314280" cy="263520"/>
            </p14:xfrm>
          </p:contentPart>
        </mc:Choice>
        <mc:Fallback xmlns="">
          <p:pic>
            <p:nvPicPr>
              <p:cNvPr id="11" name="Ink 10">
                <a:extLst>
                  <a:ext uri="{FF2B5EF4-FFF2-40B4-BE49-F238E27FC236}">
                    <a16:creationId xmlns:a16="http://schemas.microsoft.com/office/drawing/2014/main" id="{4D260AAD-4162-7B5C-AC5D-86F9792B406E}"/>
                  </a:ext>
                </a:extLst>
              </p:cNvPr>
              <p:cNvPicPr/>
              <p:nvPr/>
            </p:nvPicPr>
            <p:blipFill>
              <a:blip r:embed="rId15"/>
              <a:stretch>
                <a:fillRect/>
              </a:stretch>
            </p:blipFill>
            <p:spPr>
              <a:xfrm>
                <a:off x="5538839" y="1953382"/>
                <a:ext cx="32652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E46157AA-4390-AD56-F22D-E2443C9103C6}"/>
                  </a:ext>
                </a:extLst>
              </p14:cNvPr>
              <p14:cNvContentPartPr/>
              <p14:nvPr/>
            </p14:nvContentPartPr>
            <p14:xfrm>
              <a:off x="5570519" y="2728102"/>
              <a:ext cx="428040" cy="382680"/>
            </p14:xfrm>
          </p:contentPart>
        </mc:Choice>
        <mc:Fallback xmlns="">
          <p:pic>
            <p:nvPicPr>
              <p:cNvPr id="12" name="Ink 11">
                <a:extLst>
                  <a:ext uri="{FF2B5EF4-FFF2-40B4-BE49-F238E27FC236}">
                    <a16:creationId xmlns:a16="http://schemas.microsoft.com/office/drawing/2014/main" id="{E46157AA-4390-AD56-F22D-E2443C9103C6}"/>
                  </a:ext>
                </a:extLst>
              </p:cNvPr>
              <p:cNvPicPr/>
              <p:nvPr/>
            </p:nvPicPr>
            <p:blipFill>
              <a:blip r:embed="rId17"/>
              <a:stretch>
                <a:fillRect/>
              </a:stretch>
            </p:blipFill>
            <p:spPr>
              <a:xfrm>
                <a:off x="5564399" y="2721982"/>
                <a:ext cx="440280" cy="394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A1637C5F-489D-F90B-7AB8-06AE763A0309}"/>
                  </a:ext>
                </a:extLst>
              </p14:cNvPr>
              <p14:cNvContentPartPr/>
              <p14:nvPr/>
            </p14:nvContentPartPr>
            <p14:xfrm>
              <a:off x="5578079" y="3786502"/>
              <a:ext cx="498240" cy="650880"/>
            </p14:xfrm>
          </p:contentPart>
        </mc:Choice>
        <mc:Fallback xmlns="">
          <p:pic>
            <p:nvPicPr>
              <p:cNvPr id="13" name="Ink 12">
                <a:extLst>
                  <a:ext uri="{FF2B5EF4-FFF2-40B4-BE49-F238E27FC236}">
                    <a16:creationId xmlns:a16="http://schemas.microsoft.com/office/drawing/2014/main" id="{A1637C5F-489D-F90B-7AB8-06AE763A0309}"/>
                  </a:ext>
                </a:extLst>
              </p:cNvPr>
              <p:cNvPicPr/>
              <p:nvPr/>
            </p:nvPicPr>
            <p:blipFill>
              <a:blip r:embed="rId19"/>
              <a:stretch>
                <a:fillRect/>
              </a:stretch>
            </p:blipFill>
            <p:spPr>
              <a:xfrm>
                <a:off x="5571959" y="3780382"/>
                <a:ext cx="510480" cy="663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FC91D121-1268-143E-EB4F-C454DE9BDD70}"/>
                  </a:ext>
                </a:extLst>
              </p14:cNvPr>
              <p14:cNvContentPartPr/>
              <p14:nvPr/>
            </p14:nvContentPartPr>
            <p14:xfrm>
              <a:off x="5724959" y="5048662"/>
              <a:ext cx="322920" cy="390960"/>
            </p14:xfrm>
          </p:contentPart>
        </mc:Choice>
        <mc:Fallback xmlns="">
          <p:pic>
            <p:nvPicPr>
              <p:cNvPr id="14" name="Ink 13">
                <a:extLst>
                  <a:ext uri="{FF2B5EF4-FFF2-40B4-BE49-F238E27FC236}">
                    <a16:creationId xmlns:a16="http://schemas.microsoft.com/office/drawing/2014/main" id="{FC91D121-1268-143E-EB4F-C454DE9BDD70}"/>
                  </a:ext>
                </a:extLst>
              </p:cNvPr>
              <p:cNvPicPr/>
              <p:nvPr/>
            </p:nvPicPr>
            <p:blipFill>
              <a:blip r:embed="rId21"/>
              <a:stretch>
                <a:fillRect/>
              </a:stretch>
            </p:blipFill>
            <p:spPr>
              <a:xfrm>
                <a:off x="5718839" y="5042542"/>
                <a:ext cx="335160" cy="403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CC5BD112-6B5E-21D6-20EA-25E09B363B71}"/>
                  </a:ext>
                </a:extLst>
              </p14:cNvPr>
              <p14:cNvContentPartPr/>
              <p14:nvPr/>
            </p14:nvContentPartPr>
            <p14:xfrm>
              <a:off x="7682279" y="2671582"/>
              <a:ext cx="253080" cy="546480"/>
            </p14:xfrm>
          </p:contentPart>
        </mc:Choice>
        <mc:Fallback xmlns="">
          <p:pic>
            <p:nvPicPr>
              <p:cNvPr id="15" name="Ink 14">
                <a:extLst>
                  <a:ext uri="{FF2B5EF4-FFF2-40B4-BE49-F238E27FC236}">
                    <a16:creationId xmlns:a16="http://schemas.microsoft.com/office/drawing/2014/main" id="{CC5BD112-6B5E-21D6-20EA-25E09B363B71}"/>
                  </a:ext>
                </a:extLst>
              </p:cNvPr>
              <p:cNvPicPr/>
              <p:nvPr/>
            </p:nvPicPr>
            <p:blipFill>
              <a:blip r:embed="rId23"/>
              <a:stretch>
                <a:fillRect/>
              </a:stretch>
            </p:blipFill>
            <p:spPr>
              <a:xfrm>
                <a:off x="7676159" y="2665462"/>
                <a:ext cx="265320" cy="558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4F37146D-204D-AB8F-4877-E1A6CB952671}"/>
                  </a:ext>
                </a:extLst>
              </p14:cNvPr>
              <p14:cNvContentPartPr/>
              <p14:nvPr/>
            </p14:nvContentPartPr>
            <p14:xfrm>
              <a:off x="7798919" y="4056502"/>
              <a:ext cx="291600" cy="297720"/>
            </p14:xfrm>
          </p:contentPart>
        </mc:Choice>
        <mc:Fallback xmlns="">
          <p:pic>
            <p:nvPicPr>
              <p:cNvPr id="16" name="Ink 15">
                <a:extLst>
                  <a:ext uri="{FF2B5EF4-FFF2-40B4-BE49-F238E27FC236}">
                    <a16:creationId xmlns:a16="http://schemas.microsoft.com/office/drawing/2014/main" id="{4F37146D-204D-AB8F-4877-E1A6CB952671}"/>
                  </a:ext>
                </a:extLst>
              </p:cNvPr>
              <p:cNvPicPr/>
              <p:nvPr/>
            </p:nvPicPr>
            <p:blipFill>
              <a:blip r:embed="rId25"/>
              <a:stretch>
                <a:fillRect/>
              </a:stretch>
            </p:blipFill>
            <p:spPr>
              <a:xfrm>
                <a:off x="7792799" y="4050382"/>
                <a:ext cx="30384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6746AF70-F23E-53EA-2F20-E61A6CC39F19}"/>
                  </a:ext>
                </a:extLst>
              </p14:cNvPr>
              <p14:cNvContentPartPr/>
              <p14:nvPr/>
            </p14:nvContentPartPr>
            <p14:xfrm>
              <a:off x="9398399" y="3117262"/>
              <a:ext cx="675360" cy="506160"/>
            </p14:xfrm>
          </p:contentPart>
        </mc:Choice>
        <mc:Fallback xmlns="">
          <p:pic>
            <p:nvPicPr>
              <p:cNvPr id="17" name="Ink 16">
                <a:extLst>
                  <a:ext uri="{FF2B5EF4-FFF2-40B4-BE49-F238E27FC236}">
                    <a16:creationId xmlns:a16="http://schemas.microsoft.com/office/drawing/2014/main" id="{6746AF70-F23E-53EA-2F20-E61A6CC39F19}"/>
                  </a:ext>
                </a:extLst>
              </p:cNvPr>
              <p:cNvPicPr/>
              <p:nvPr/>
            </p:nvPicPr>
            <p:blipFill>
              <a:blip r:embed="rId27"/>
              <a:stretch>
                <a:fillRect/>
              </a:stretch>
            </p:blipFill>
            <p:spPr>
              <a:xfrm>
                <a:off x="9392279" y="3111142"/>
                <a:ext cx="687600" cy="518400"/>
              </a:xfrm>
              <a:prstGeom prst="rect">
                <a:avLst/>
              </a:prstGeom>
            </p:spPr>
          </p:pic>
        </mc:Fallback>
      </mc:AlternateContent>
      <p:grpSp>
        <p:nvGrpSpPr>
          <p:cNvPr id="23" name="Group 22">
            <a:extLst>
              <a:ext uri="{FF2B5EF4-FFF2-40B4-BE49-F238E27FC236}">
                <a16:creationId xmlns:a16="http://schemas.microsoft.com/office/drawing/2014/main" id="{514D2283-E91B-B032-4AF8-86DD86A7DF99}"/>
              </a:ext>
            </a:extLst>
          </p:cNvPr>
          <p:cNvGrpSpPr/>
          <p:nvPr/>
        </p:nvGrpSpPr>
        <p:grpSpPr>
          <a:xfrm>
            <a:off x="1539959" y="2050222"/>
            <a:ext cx="1675800" cy="3386880"/>
            <a:chOff x="1539959" y="2050222"/>
            <a:chExt cx="1675800" cy="3386880"/>
          </a:xfrm>
        </p:grpSpPr>
        <mc:AlternateContent xmlns:mc="http://schemas.openxmlformats.org/markup-compatibility/2006" xmlns:p14="http://schemas.microsoft.com/office/powerpoint/2010/main" xmlns:aink="http://schemas.microsoft.com/office/drawing/2016/ink">
          <mc:Choice Requires="p14 aink">
            <p:contentPart p14:bwMode="auto" r:id="rId28">
              <p14:nvContentPartPr>
                <p14:cNvPr id="18" name="Ink 17">
                  <a:extLst>
                    <a:ext uri="{FF2B5EF4-FFF2-40B4-BE49-F238E27FC236}">
                      <a16:creationId xmlns:a16="http://schemas.microsoft.com/office/drawing/2014/main" id="{8D0206B2-553A-BE72-0C8F-2F0E582BD841}"/>
                    </a:ext>
                  </a:extLst>
                </p14:cNvPr>
                <p14:cNvContentPartPr/>
                <p14:nvPr/>
              </p14:nvContentPartPr>
              <p14:xfrm>
                <a:off x="1638599" y="2050222"/>
                <a:ext cx="1468080" cy="447840"/>
              </p14:xfrm>
            </p:contentPart>
          </mc:Choice>
          <mc:Fallback xmlns="">
            <p:pic>
              <p:nvPicPr>
                <p:cNvPr id="18" name="Ink 17">
                  <a:extLst>
                    <a:ext uri="{FF2B5EF4-FFF2-40B4-BE49-F238E27FC236}">
                      <a16:creationId xmlns:a16="http://schemas.microsoft.com/office/drawing/2014/main" id="{8D0206B2-553A-BE72-0C8F-2F0E582BD841}"/>
                    </a:ext>
                  </a:extLst>
                </p:cNvPr>
                <p:cNvPicPr/>
                <p:nvPr/>
              </p:nvPicPr>
              <p:blipFill>
                <a:blip r:embed="rId29"/>
                <a:stretch>
                  <a:fillRect/>
                </a:stretch>
              </p:blipFill>
              <p:spPr>
                <a:xfrm>
                  <a:off x="1629599" y="2041222"/>
                  <a:ext cx="1485720" cy="465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0">
              <p14:nvContentPartPr>
                <p14:cNvPr id="19" name="Ink 18">
                  <a:extLst>
                    <a:ext uri="{FF2B5EF4-FFF2-40B4-BE49-F238E27FC236}">
                      <a16:creationId xmlns:a16="http://schemas.microsoft.com/office/drawing/2014/main" id="{49597209-220E-C228-1F66-C6B9CB5107FF}"/>
                    </a:ext>
                  </a:extLst>
                </p14:cNvPr>
                <p14:cNvContentPartPr/>
                <p14:nvPr/>
              </p14:nvContentPartPr>
              <p14:xfrm>
                <a:off x="1620239" y="2497702"/>
                <a:ext cx="1470600" cy="554040"/>
              </p14:xfrm>
            </p:contentPart>
          </mc:Choice>
          <mc:Fallback xmlns="">
            <p:pic>
              <p:nvPicPr>
                <p:cNvPr id="19" name="Ink 18">
                  <a:extLst>
                    <a:ext uri="{FF2B5EF4-FFF2-40B4-BE49-F238E27FC236}">
                      <a16:creationId xmlns:a16="http://schemas.microsoft.com/office/drawing/2014/main" id="{49597209-220E-C228-1F66-C6B9CB5107FF}"/>
                    </a:ext>
                  </a:extLst>
                </p:cNvPr>
                <p:cNvPicPr/>
                <p:nvPr/>
              </p:nvPicPr>
              <p:blipFill>
                <a:blip r:embed="rId31"/>
                <a:stretch>
                  <a:fillRect/>
                </a:stretch>
              </p:blipFill>
              <p:spPr>
                <a:xfrm>
                  <a:off x="1611239" y="2488702"/>
                  <a:ext cx="1488240" cy="571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2">
              <p14:nvContentPartPr>
                <p14:cNvPr id="20" name="Ink 19">
                  <a:extLst>
                    <a:ext uri="{FF2B5EF4-FFF2-40B4-BE49-F238E27FC236}">
                      <a16:creationId xmlns:a16="http://schemas.microsoft.com/office/drawing/2014/main" id="{B6C8A4E4-055B-BA27-3B1B-D0F4FAB3C3EE}"/>
                    </a:ext>
                  </a:extLst>
                </p14:cNvPr>
                <p14:cNvContentPartPr/>
                <p14:nvPr/>
              </p14:nvContentPartPr>
              <p14:xfrm>
                <a:off x="1595399" y="2427502"/>
                <a:ext cx="1620360" cy="1890720"/>
              </p14:xfrm>
            </p:contentPart>
          </mc:Choice>
          <mc:Fallback xmlns="">
            <p:pic>
              <p:nvPicPr>
                <p:cNvPr id="20" name="Ink 19">
                  <a:extLst>
                    <a:ext uri="{FF2B5EF4-FFF2-40B4-BE49-F238E27FC236}">
                      <a16:creationId xmlns:a16="http://schemas.microsoft.com/office/drawing/2014/main" id="{B6C8A4E4-055B-BA27-3B1B-D0F4FAB3C3EE}"/>
                    </a:ext>
                  </a:extLst>
                </p:cNvPr>
                <p:cNvPicPr/>
                <p:nvPr/>
              </p:nvPicPr>
              <p:blipFill>
                <a:blip r:embed="rId33"/>
                <a:stretch>
                  <a:fillRect/>
                </a:stretch>
              </p:blipFill>
              <p:spPr>
                <a:xfrm>
                  <a:off x="1586399" y="2418862"/>
                  <a:ext cx="1638000" cy="1908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4">
              <p14:nvContentPartPr>
                <p14:cNvPr id="22" name="Ink 21">
                  <a:extLst>
                    <a:ext uri="{FF2B5EF4-FFF2-40B4-BE49-F238E27FC236}">
                      <a16:creationId xmlns:a16="http://schemas.microsoft.com/office/drawing/2014/main" id="{931D0070-FFFE-AA19-9126-F8745302B098}"/>
                    </a:ext>
                  </a:extLst>
                </p14:cNvPr>
                <p14:cNvContentPartPr/>
                <p14:nvPr/>
              </p14:nvContentPartPr>
              <p14:xfrm>
                <a:off x="1539959" y="2535502"/>
                <a:ext cx="1564200" cy="2901600"/>
              </p14:xfrm>
            </p:contentPart>
          </mc:Choice>
          <mc:Fallback xmlns="">
            <p:pic>
              <p:nvPicPr>
                <p:cNvPr id="22" name="Ink 21">
                  <a:extLst>
                    <a:ext uri="{FF2B5EF4-FFF2-40B4-BE49-F238E27FC236}">
                      <a16:creationId xmlns:a16="http://schemas.microsoft.com/office/drawing/2014/main" id="{931D0070-FFFE-AA19-9126-F8745302B098}"/>
                    </a:ext>
                  </a:extLst>
                </p:cNvPr>
                <p:cNvPicPr/>
                <p:nvPr/>
              </p:nvPicPr>
              <p:blipFill>
                <a:blip r:embed="rId35"/>
                <a:stretch>
                  <a:fillRect/>
                </a:stretch>
              </p:blipFill>
              <p:spPr>
                <a:xfrm>
                  <a:off x="1531319" y="2526862"/>
                  <a:ext cx="1581840" cy="2919240"/>
                </a:xfrm>
                <a:prstGeom prst="rect">
                  <a:avLst/>
                </a:prstGeom>
              </p:spPr>
            </p:pic>
          </mc:Fallback>
        </mc:AlternateContent>
      </p:grpSp>
      <p:grpSp>
        <p:nvGrpSpPr>
          <p:cNvPr id="71" name="Group 70">
            <a:extLst>
              <a:ext uri="{FF2B5EF4-FFF2-40B4-BE49-F238E27FC236}">
                <a16:creationId xmlns:a16="http://schemas.microsoft.com/office/drawing/2014/main" id="{CC9A4C97-B059-9F7E-E974-126AA44B2B44}"/>
              </a:ext>
            </a:extLst>
          </p:cNvPr>
          <p:cNvGrpSpPr/>
          <p:nvPr/>
        </p:nvGrpSpPr>
        <p:grpSpPr>
          <a:xfrm>
            <a:off x="1589279" y="2077942"/>
            <a:ext cx="7751520" cy="3285720"/>
            <a:chOff x="1589279" y="2077942"/>
            <a:chExt cx="7751520" cy="3285720"/>
          </a:xfrm>
        </p:grpSpPr>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8254EDF8-5509-D2AE-36CF-BAAEAC29DF3C}"/>
                    </a:ext>
                  </a:extLst>
                </p14:cNvPr>
                <p14:cNvContentPartPr/>
                <p14:nvPr/>
              </p14:nvContentPartPr>
              <p14:xfrm>
                <a:off x="1674959" y="2143102"/>
                <a:ext cx="1384560" cy="1381680"/>
              </p14:xfrm>
            </p:contentPart>
          </mc:Choice>
          <mc:Fallback xmlns="">
            <p:pic>
              <p:nvPicPr>
                <p:cNvPr id="24" name="Ink 23">
                  <a:extLst>
                    <a:ext uri="{FF2B5EF4-FFF2-40B4-BE49-F238E27FC236}">
                      <a16:creationId xmlns:a16="http://schemas.microsoft.com/office/drawing/2014/main" id="{8254EDF8-5509-D2AE-36CF-BAAEAC29DF3C}"/>
                    </a:ext>
                  </a:extLst>
                </p:cNvPr>
                <p:cNvPicPr/>
                <p:nvPr/>
              </p:nvPicPr>
              <p:blipFill>
                <a:blip r:embed="rId37"/>
                <a:stretch>
                  <a:fillRect/>
                </a:stretch>
              </p:blipFill>
              <p:spPr>
                <a:xfrm>
                  <a:off x="1668839" y="2136982"/>
                  <a:ext cx="1396800" cy="1393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91256DD9-7D41-DA74-9743-B731B1A170EF}"/>
                    </a:ext>
                  </a:extLst>
                </p14:cNvPr>
                <p14:cNvContentPartPr/>
                <p14:nvPr/>
              </p14:nvContentPartPr>
              <p14:xfrm>
                <a:off x="1638599" y="3063982"/>
                <a:ext cx="1611720" cy="551160"/>
              </p14:xfrm>
            </p:contentPart>
          </mc:Choice>
          <mc:Fallback xmlns="">
            <p:pic>
              <p:nvPicPr>
                <p:cNvPr id="25" name="Ink 24">
                  <a:extLst>
                    <a:ext uri="{FF2B5EF4-FFF2-40B4-BE49-F238E27FC236}">
                      <a16:creationId xmlns:a16="http://schemas.microsoft.com/office/drawing/2014/main" id="{91256DD9-7D41-DA74-9743-B731B1A170EF}"/>
                    </a:ext>
                  </a:extLst>
                </p:cNvPr>
                <p:cNvPicPr/>
                <p:nvPr/>
              </p:nvPicPr>
              <p:blipFill>
                <a:blip r:embed="rId39"/>
                <a:stretch>
                  <a:fillRect/>
                </a:stretch>
              </p:blipFill>
              <p:spPr>
                <a:xfrm>
                  <a:off x="1632479" y="3057862"/>
                  <a:ext cx="1623960" cy="563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4C6B2274-2319-F871-E0C8-7E574DE728F0}"/>
                    </a:ext>
                  </a:extLst>
                </p14:cNvPr>
                <p14:cNvContentPartPr/>
                <p14:nvPr/>
              </p14:nvContentPartPr>
              <p14:xfrm>
                <a:off x="1644359" y="3651502"/>
                <a:ext cx="1573920" cy="605160"/>
              </p14:xfrm>
            </p:contentPart>
          </mc:Choice>
          <mc:Fallback xmlns="">
            <p:pic>
              <p:nvPicPr>
                <p:cNvPr id="26" name="Ink 25">
                  <a:extLst>
                    <a:ext uri="{FF2B5EF4-FFF2-40B4-BE49-F238E27FC236}">
                      <a16:creationId xmlns:a16="http://schemas.microsoft.com/office/drawing/2014/main" id="{4C6B2274-2319-F871-E0C8-7E574DE728F0}"/>
                    </a:ext>
                  </a:extLst>
                </p:cNvPr>
                <p:cNvPicPr/>
                <p:nvPr/>
              </p:nvPicPr>
              <p:blipFill>
                <a:blip r:embed="rId41"/>
                <a:stretch>
                  <a:fillRect/>
                </a:stretch>
              </p:blipFill>
              <p:spPr>
                <a:xfrm>
                  <a:off x="1638239" y="3645382"/>
                  <a:ext cx="1586160" cy="617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052A4881-6951-A46A-37F9-16821B1F10BB}"/>
                    </a:ext>
                  </a:extLst>
                </p14:cNvPr>
                <p14:cNvContentPartPr/>
                <p14:nvPr/>
              </p14:nvContentPartPr>
              <p14:xfrm>
                <a:off x="1589279" y="3859942"/>
                <a:ext cx="1611000" cy="1422000"/>
              </p14:xfrm>
            </p:contentPart>
          </mc:Choice>
          <mc:Fallback xmlns="">
            <p:pic>
              <p:nvPicPr>
                <p:cNvPr id="28" name="Ink 27">
                  <a:extLst>
                    <a:ext uri="{FF2B5EF4-FFF2-40B4-BE49-F238E27FC236}">
                      <a16:creationId xmlns:a16="http://schemas.microsoft.com/office/drawing/2014/main" id="{052A4881-6951-A46A-37F9-16821B1F10BB}"/>
                    </a:ext>
                  </a:extLst>
                </p:cNvPr>
                <p:cNvPicPr/>
                <p:nvPr/>
              </p:nvPicPr>
              <p:blipFill>
                <a:blip r:embed="rId43"/>
                <a:stretch>
                  <a:fillRect/>
                </a:stretch>
              </p:blipFill>
              <p:spPr>
                <a:xfrm>
                  <a:off x="1583159" y="3853822"/>
                  <a:ext cx="1623240" cy="14342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13DDA54B-7ED0-7410-F1E7-CF2F9741B7B7}"/>
                    </a:ext>
                  </a:extLst>
                </p14:cNvPr>
                <p14:cNvContentPartPr/>
                <p14:nvPr/>
              </p14:nvContentPartPr>
              <p14:xfrm>
                <a:off x="3338159" y="2080102"/>
                <a:ext cx="2371680" cy="129600"/>
              </p14:xfrm>
            </p:contentPart>
          </mc:Choice>
          <mc:Fallback xmlns="">
            <p:pic>
              <p:nvPicPr>
                <p:cNvPr id="30" name="Ink 29">
                  <a:extLst>
                    <a:ext uri="{FF2B5EF4-FFF2-40B4-BE49-F238E27FC236}">
                      <a16:creationId xmlns:a16="http://schemas.microsoft.com/office/drawing/2014/main" id="{13DDA54B-7ED0-7410-F1E7-CF2F9741B7B7}"/>
                    </a:ext>
                  </a:extLst>
                </p:cNvPr>
                <p:cNvPicPr/>
                <p:nvPr/>
              </p:nvPicPr>
              <p:blipFill>
                <a:blip r:embed="rId45"/>
                <a:stretch>
                  <a:fillRect/>
                </a:stretch>
              </p:blipFill>
              <p:spPr>
                <a:xfrm>
                  <a:off x="3332039" y="2073982"/>
                  <a:ext cx="238392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6256D42C-CD1C-9CF5-E7D0-5389A97968A5}"/>
                    </a:ext>
                  </a:extLst>
                </p14:cNvPr>
                <p14:cNvContentPartPr/>
                <p14:nvPr/>
              </p14:nvContentPartPr>
              <p14:xfrm>
                <a:off x="3350759" y="2123302"/>
                <a:ext cx="2257560" cy="827280"/>
              </p14:xfrm>
            </p:contentPart>
          </mc:Choice>
          <mc:Fallback xmlns="">
            <p:pic>
              <p:nvPicPr>
                <p:cNvPr id="31" name="Ink 30">
                  <a:extLst>
                    <a:ext uri="{FF2B5EF4-FFF2-40B4-BE49-F238E27FC236}">
                      <a16:creationId xmlns:a16="http://schemas.microsoft.com/office/drawing/2014/main" id="{6256D42C-CD1C-9CF5-E7D0-5389A97968A5}"/>
                    </a:ext>
                  </a:extLst>
                </p:cNvPr>
                <p:cNvPicPr/>
                <p:nvPr/>
              </p:nvPicPr>
              <p:blipFill>
                <a:blip r:embed="rId47"/>
                <a:stretch>
                  <a:fillRect/>
                </a:stretch>
              </p:blipFill>
              <p:spPr>
                <a:xfrm>
                  <a:off x="3344639" y="2117182"/>
                  <a:ext cx="2269800" cy="839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DBA6C32D-2DC2-ED5D-68BE-2228BF189954}"/>
                    </a:ext>
                  </a:extLst>
                </p14:cNvPr>
                <p14:cNvContentPartPr/>
                <p14:nvPr/>
              </p14:nvContentPartPr>
              <p14:xfrm>
                <a:off x="3313679" y="2166142"/>
                <a:ext cx="2418480" cy="1736280"/>
              </p14:xfrm>
            </p:contentPart>
          </mc:Choice>
          <mc:Fallback xmlns="">
            <p:pic>
              <p:nvPicPr>
                <p:cNvPr id="32" name="Ink 31">
                  <a:extLst>
                    <a:ext uri="{FF2B5EF4-FFF2-40B4-BE49-F238E27FC236}">
                      <a16:creationId xmlns:a16="http://schemas.microsoft.com/office/drawing/2014/main" id="{DBA6C32D-2DC2-ED5D-68BE-2228BF189954}"/>
                    </a:ext>
                  </a:extLst>
                </p:cNvPr>
                <p:cNvPicPr/>
                <p:nvPr/>
              </p:nvPicPr>
              <p:blipFill>
                <a:blip r:embed="rId49"/>
                <a:stretch>
                  <a:fillRect/>
                </a:stretch>
              </p:blipFill>
              <p:spPr>
                <a:xfrm>
                  <a:off x="3307559" y="2160022"/>
                  <a:ext cx="2430720" cy="1748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4" name="Ink 33">
                  <a:extLst>
                    <a:ext uri="{FF2B5EF4-FFF2-40B4-BE49-F238E27FC236}">
                      <a16:creationId xmlns:a16="http://schemas.microsoft.com/office/drawing/2014/main" id="{DE6F6035-E1B2-8DC1-B1C4-70675B234D5E}"/>
                    </a:ext>
                  </a:extLst>
                </p14:cNvPr>
                <p14:cNvContentPartPr/>
                <p14:nvPr/>
              </p14:nvContentPartPr>
              <p14:xfrm>
                <a:off x="3387479" y="2178382"/>
                <a:ext cx="2437560" cy="3024720"/>
              </p14:xfrm>
            </p:contentPart>
          </mc:Choice>
          <mc:Fallback xmlns="">
            <p:pic>
              <p:nvPicPr>
                <p:cNvPr id="34" name="Ink 33">
                  <a:extLst>
                    <a:ext uri="{FF2B5EF4-FFF2-40B4-BE49-F238E27FC236}">
                      <a16:creationId xmlns:a16="http://schemas.microsoft.com/office/drawing/2014/main" id="{DE6F6035-E1B2-8DC1-B1C4-70675B234D5E}"/>
                    </a:ext>
                  </a:extLst>
                </p:cNvPr>
                <p:cNvPicPr/>
                <p:nvPr/>
              </p:nvPicPr>
              <p:blipFill>
                <a:blip r:embed="rId51"/>
                <a:stretch>
                  <a:fillRect/>
                </a:stretch>
              </p:blipFill>
              <p:spPr>
                <a:xfrm>
                  <a:off x="3381359" y="2172262"/>
                  <a:ext cx="2449800" cy="30369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647EEE54-A25F-1AA7-E011-84C165B1A20F}"/>
                    </a:ext>
                  </a:extLst>
                </p14:cNvPr>
                <p14:cNvContentPartPr/>
                <p14:nvPr/>
              </p14:nvContentPartPr>
              <p14:xfrm>
                <a:off x="3651359" y="2847262"/>
                <a:ext cx="2030400" cy="2257200"/>
              </p14:xfrm>
            </p:contentPart>
          </mc:Choice>
          <mc:Fallback xmlns="">
            <p:pic>
              <p:nvPicPr>
                <p:cNvPr id="35" name="Ink 34">
                  <a:extLst>
                    <a:ext uri="{FF2B5EF4-FFF2-40B4-BE49-F238E27FC236}">
                      <a16:creationId xmlns:a16="http://schemas.microsoft.com/office/drawing/2014/main" id="{647EEE54-A25F-1AA7-E011-84C165B1A20F}"/>
                    </a:ext>
                  </a:extLst>
                </p:cNvPr>
                <p:cNvPicPr/>
                <p:nvPr/>
              </p:nvPicPr>
              <p:blipFill>
                <a:blip r:embed="rId53"/>
                <a:stretch>
                  <a:fillRect/>
                </a:stretch>
              </p:blipFill>
              <p:spPr>
                <a:xfrm>
                  <a:off x="3645239" y="2841142"/>
                  <a:ext cx="2042640" cy="2269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1F515CCC-D452-6B62-798B-3CC00711638D}"/>
                    </a:ext>
                  </a:extLst>
                </p14:cNvPr>
                <p14:cNvContentPartPr/>
                <p14:nvPr/>
              </p14:nvContentPartPr>
              <p14:xfrm>
                <a:off x="3620759" y="3049582"/>
                <a:ext cx="1907640" cy="997560"/>
              </p14:xfrm>
            </p:contentPart>
          </mc:Choice>
          <mc:Fallback xmlns="">
            <p:pic>
              <p:nvPicPr>
                <p:cNvPr id="37" name="Ink 36">
                  <a:extLst>
                    <a:ext uri="{FF2B5EF4-FFF2-40B4-BE49-F238E27FC236}">
                      <a16:creationId xmlns:a16="http://schemas.microsoft.com/office/drawing/2014/main" id="{1F515CCC-D452-6B62-798B-3CC00711638D}"/>
                    </a:ext>
                  </a:extLst>
                </p:cNvPr>
                <p:cNvPicPr/>
                <p:nvPr/>
              </p:nvPicPr>
              <p:blipFill>
                <a:blip r:embed="rId55"/>
                <a:stretch>
                  <a:fillRect/>
                </a:stretch>
              </p:blipFill>
              <p:spPr>
                <a:xfrm>
                  <a:off x="3614639" y="3043462"/>
                  <a:ext cx="1919880" cy="1009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9" name="Ink 38">
                  <a:extLst>
                    <a:ext uri="{FF2B5EF4-FFF2-40B4-BE49-F238E27FC236}">
                      <a16:creationId xmlns:a16="http://schemas.microsoft.com/office/drawing/2014/main" id="{9C17DB2E-7A53-5CDA-2277-FB0A793F0AE3}"/>
                    </a:ext>
                  </a:extLst>
                </p14:cNvPr>
                <p14:cNvContentPartPr/>
                <p14:nvPr/>
              </p14:nvContentPartPr>
              <p14:xfrm>
                <a:off x="3473159" y="2916382"/>
                <a:ext cx="2151720" cy="85680"/>
              </p14:xfrm>
            </p:contentPart>
          </mc:Choice>
          <mc:Fallback xmlns="">
            <p:pic>
              <p:nvPicPr>
                <p:cNvPr id="39" name="Ink 38">
                  <a:extLst>
                    <a:ext uri="{FF2B5EF4-FFF2-40B4-BE49-F238E27FC236}">
                      <a16:creationId xmlns:a16="http://schemas.microsoft.com/office/drawing/2014/main" id="{9C17DB2E-7A53-5CDA-2277-FB0A793F0AE3}"/>
                    </a:ext>
                  </a:extLst>
                </p:cNvPr>
                <p:cNvPicPr/>
                <p:nvPr/>
              </p:nvPicPr>
              <p:blipFill>
                <a:blip r:embed="rId57"/>
                <a:stretch>
                  <a:fillRect/>
                </a:stretch>
              </p:blipFill>
              <p:spPr>
                <a:xfrm>
                  <a:off x="3467039" y="2910262"/>
                  <a:ext cx="216396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1" name="Ink 40">
                  <a:extLst>
                    <a:ext uri="{FF2B5EF4-FFF2-40B4-BE49-F238E27FC236}">
                      <a16:creationId xmlns:a16="http://schemas.microsoft.com/office/drawing/2014/main" id="{1140B06F-5966-470A-981C-8F83328B8E1E}"/>
                    </a:ext>
                  </a:extLst>
                </p14:cNvPr>
                <p14:cNvContentPartPr/>
                <p14:nvPr/>
              </p14:nvContentPartPr>
              <p14:xfrm>
                <a:off x="3608519" y="2077942"/>
                <a:ext cx="2006640" cy="892440"/>
              </p14:xfrm>
            </p:contentPart>
          </mc:Choice>
          <mc:Fallback xmlns="">
            <p:pic>
              <p:nvPicPr>
                <p:cNvPr id="41" name="Ink 40">
                  <a:extLst>
                    <a:ext uri="{FF2B5EF4-FFF2-40B4-BE49-F238E27FC236}">
                      <a16:creationId xmlns:a16="http://schemas.microsoft.com/office/drawing/2014/main" id="{1140B06F-5966-470A-981C-8F83328B8E1E}"/>
                    </a:ext>
                  </a:extLst>
                </p:cNvPr>
                <p:cNvPicPr/>
                <p:nvPr/>
              </p:nvPicPr>
              <p:blipFill>
                <a:blip r:embed="rId59"/>
                <a:stretch>
                  <a:fillRect/>
                </a:stretch>
              </p:blipFill>
              <p:spPr>
                <a:xfrm>
                  <a:off x="3602399" y="2071822"/>
                  <a:ext cx="2018880" cy="904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3" name="Ink 42">
                  <a:extLst>
                    <a:ext uri="{FF2B5EF4-FFF2-40B4-BE49-F238E27FC236}">
                      <a16:creationId xmlns:a16="http://schemas.microsoft.com/office/drawing/2014/main" id="{88219626-63D4-2D96-82A4-7F6DF393A98F}"/>
                    </a:ext>
                  </a:extLst>
                </p14:cNvPr>
                <p14:cNvContentPartPr/>
                <p14:nvPr/>
              </p14:nvContentPartPr>
              <p14:xfrm>
                <a:off x="3516359" y="2277742"/>
                <a:ext cx="1900800" cy="1975320"/>
              </p14:xfrm>
            </p:contentPart>
          </mc:Choice>
          <mc:Fallback xmlns="">
            <p:pic>
              <p:nvPicPr>
                <p:cNvPr id="43" name="Ink 42">
                  <a:extLst>
                    <a:ext uri="{FF2B5EF4-FFF2-40B4-BE49-F238E27FC236}">
                      <a16:creationId xmlns:a16="http://schemas.microsoft.com/office/drawing/2014/main" id="{88219626-63D4-2D96-82A4-7F6DF393A98F}"/>
                    </a:ext>
                  </a:extLst>
                </p:cNvPr>
                <p:cNvPicPr/>
                <p:nvPr/>
              </p:nvPicPr>
              <p:blipFill>
                <a:blip r:embed="rId61"/>
                <a:stretch>
                  <a:fillRect/>
                </a:stretch>
              </p:blipFill>
              <p:spPr>
                <a:xfrm>
                  <a:off x="3510239" y="2271622"/>
                  <a:ext cx="1913040" cy="1987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5" name="Ink 44">
                  <a:extLst>
                    <a:ext uri="{FF2B5EF4-FFF2-40B4-BE49-F238E27FC236}">
                      <a16:creationId xmlns:a16="http://schemas.microsoft.com/office/drawing/2014/main" id="{2B01B2BD-6815-C86F-8E47-B2559B2BDFCA}"/>
                    </a:ext>
                  </a:extLst>
                </p14:cNvPr>
                <p14:cNvContentPartPr/>
                <p14:nvPr/>
              </p14:nvContentPartPr>
              <p14:xfrm>
                <a:off x="3565319" y="3106462"/>
                <a:ext cx="1981080" cy="1244880"/>
              </p14:xfrm>
            </p:contentPart>
          </mc:Choice>
          <mc:Fallback xmlns="">
            <p:pic>
              <p:nvPicPr>
                <p:cNvPr id="45" name="Ink 44">
                  <a:extLst>
                    <a:ext uri="{FF2B5EF4-FFF2-40B4-BE49-F238E27FC236}">
                      <a16:creationId xmlns:a16="http://schemas.microsoft.com/office/drawing/2014/main" id="{2B01B2BD-6815-C86F-8E47-B2559B2BDFCA}"/>
                    </a:ext>
                  </a:extLst>
                </p:cNvPr>
                <p:cNvPicPr/>
                <p:nvPr/>
              </p:nvPicPr>
              <p:blipFill>
                <a:blip r:embed="rId63"/>
                <a:stretch>
                  <a:fillRect/>
                </a:stretch>
              </p:blipFill>
              <p:spPr>
                <a:xfrm>
                  <a:off x="3559199" y="3100342"/>
                  <a:ext cx="1993320" cy="12571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6" name="Ink 45">
                  <a:extLst>
                    <a:ext uri="{FF2B5EF4-FFF2-40B4-BE49-F238E27FC236}">
                      <a16:creationId xmlns:a16="http://schemas.microsoft.com/office/drawing/2014/main" id="{3C3EEB0C-A57C-DBE3-F5AE-5941A48E1E5E}"/>
                    </a:ext>
                  </a:extLst>
                </p14:cNvPr>
                <p14:cNvContentPartPr/>
                <p14:nvPr/>
              </p14:nvContentPartPr>
              <p14:xfrm>
                <a:off x="3583679" y="4187542"/>
                <a:ext cx="1807200" cy="255600"/>
              </p14:xfrm>
            </p:contentPart>
          </mc:Choice>
          <mc:Fallback xmlns="">
            <p:pic>
              <p:nvPicPr>
                <p:cNvPr id="46" name="Ink 45">
                  <a:extLst>
                    <a:ext uri="{FF2B5EF4-FFF2-40B4-BE49-F238E27FC236}">
                      <a16:creationId xmlns:a16="http://schemas.microsoft.com/office/drawing/2014/main" id="{3C3EEB0C-A57C-DBE3-F5AE-5941A48E1E5E}"/>
                    </a:ext>
                  </a:extLst>
                </p:cNvPr>
                <p:cNvPicPr/>
                <p:nvPr/>
              </p:nvPicPr>
              <p:blipFill>
                <a:blip r:embed="rId65"/>
                <a:stretch>
                  <a:fillRect/>
                </a:stretch>
              </p:blipFill>
              <p:spPr>
                <a:xfrm>
                  <a:off x="3577559" y="4181422"/>
                  <a:ext cx="181944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7" name="Ink 46">
                  <a:extLst>
                    <a:ext uri="{FF2B5EF4-FFF2-40B4-BE49-F238E27FC236}">
                      <a16:creationId xmlns:a16="http://schemas.microsoft.com/office/drawing/2014/main" id="{B410453C-3C5D-1C4D-A57C-D406D627C89E}"/>
                    </a:ext>
                  </a:extLst>
                </p14:cNvPr>
                <p14:cNvContentPartPr/>
                <p14:nvPr/>
              </p14:nvContentPartPr>
              <p14:xfrm>
                <a:off x="3571439" y="4492102"/>
                <a:ext cx="1968120" cy="821520"/>
              </p14:xfrm>
            </p:contentPart>
          </mc:Choice>
          <mc:Fallback xmlns="">
            <p:pic>
              <p:nvPicPr>
                <p:cNvPr id="47" name="Ink 46">
                  <a:extLst>
                    <a:ext uri="{FF2B5EF4-FFF2-40B4-BE49-F238E27FC236}">
                      <a16:creationId xmlns:a16="http://schemas.microsoft.com/office/drawing/2014/main" id="{B410453C-3C5D-1C4D-A57C-D406D627C89E}"/>
                    </a:ext>
                  </a:extLst>
                </p:cNvPr>
                <p:cNvPicPr/>
                <p:nvPr/>
              </p:nvPicPr>
              <p:blipFill>
                <a:blip r:embed="rId67"/>
                <a:stretch>
                  <a:fillRect/>
                </a:stretch>
              </p:blipFill>
              <p:spPr>
                <a:xfrm>
                  <a:off x="3565319" y="4485982"/>
                  <a:ext cx="1980360" cy="8337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9" name="Ink 48">
                  <a:extLst>
                    <a:ext uri="{FF2B5EF4-FFF2-40B4-BE49-F238E27FC236}">
                      <a16:creationId xmlns:a16="http://schemas.microsoft.com/office/drawing/2014/main" id="{B354EAE7-3022-CC9D-3CFF-2FB561A1F7E9}"/>
                    </a:ext>
                  </a:extLst>
                </p14:cNvPr>
                <p14:cNvContentPartPr/>
                <p14:nvPr/>
              </p14:nvContentPartPr>
              <p14:xfrm>
                <a:off x="3590159" y="5331622"/>
                <a:ext cx="1836360" cy="32040"/>
              </p14:xfrm>
            </p:contentPart>
          </mc:Choice>
          <mc:Fallback xmlns="">
            <p:pic>
              <p:nvPicPr>
                <p:cNvPr id="49" name="Ink 48">
                  <a:extLst>
                    <a:ext uri="{FF2B5EF4-FFF2-40B4-BE49-F238E27FC236}">
                      <a16:creationId xmlns:a16="http://schemas.microsoft.com/office/drawing/2014/main" id="{B354EAE7-3022-CC9D-3CFF-2FB561A1F7E9}"/>
                    </a:ext>
                  </a:extLst>
                </p:cNvPr>
                <p:cNvPicPr/>
                <p:nvPr/>
              </p:nvPicPr>
              <p:blipFill>
                <a:blip r:embed="rId69"/>
                <a:stretch>
                  <a:fillRect/>
                </a:stretch>
              </p:blipFill>
              <p:spPr>
                <a:xfrm>
                  <a:off x="3584039" y="5325502"/>
                  <a:ext cx="184860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0" name="Ink 49">
                  <a:extLst>
                    <a:ext uri="{FF2B5EF4-FFF2-40B4-BE49-F238E27FC236}">
                      <a16:creationId xmlns:a16="http://schemas.microsoft.com/office/drawing/2014/main" id="{B6A5D346-4715-C0D4-1BCA-F2113BF777DA}"/>
                    </a:ext>
                  </a:extLst>
                </p14:cNvPr>
                <p14:cNvContentPartPr/>
                <p14:nvPr/>
              </p14:nvContentPartPr>
              <p14:xfrm>
                <a:off x="3595559" y="4214902"/>
                <a:ext cx="2048400" cy="1087920"/>
              </p14:xfrm>
            </p:contentPart>
          </mc:Choice>
          <mc:Fallback xmlns="">
            <p:pic>
              <p:nvPicPr>
                <p:cNvPr id="50" name="Ink 49">
                  <a:extLst>
                    <a:ext uri="{FF2B5EF4-FFF2-40B4-BE49-F238E27FC236}">
                      <a16:creationId xmlns:a16="http://schemas.microsoft.com/office/drawing/2014/main" id="{B6A5D346-4715-C0D4-1BCA-F2113BF777DA}"/>
                    </a:ext>
                  </a:extLst>
                </p:cNvPr>
                <p:cNvPicPr/>
                <p:nvPr/>
              </p:nvPicPr>
              <p:blipFill>
                <a:blip r:embed="rId71"/>
                <a:stretch>
                  <a:fillRect/>
                </a:stretch>
              </p:blipFill>
              <p:spPr>
                <a:xfrm>
                  <a:off x="3589439" y="4208782"/>
                  <a:ext cx="2060640" cy="1100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2" name="Ink 51">
                  <a:extLst>
                    <a:ext uri="{FF2B5EF4-FFF2-40B4-BE49-F238E27FC236}">
                      <a16:creationId xmlns:a16="http://schemas.microsoft.com/office/drawing/2014/main" id="{2405936C-188A-2DC8-527C-5A726F131A04}"/>
                    </a:ext>
                  </a:extLst>
                </p14:cNvPr>
                <p14:cNvContentPartPr/>
                <p14:nvPr/>
              </p14:nvContentPartPr>
              <p14:xfrm>
                <a:off x="3553079" y="3003502"/>
                <a:ext cx="2081880" cy="2249640"/>
              </p14:xfrm>
            </p:contentPart>
          </mc:Choice>
          <mc:Fallback xmlns="">
            <p:pic>
              <p:nvPicPr>
                <p:cNvPr id="52" name="Ink 51">
                  <a:extLst>
                    <a:ext uri="{FF2B5EF4-FFF2-40B4-BE49-F238E27FC236}">
                      <a16:creationId xmlns:a16="http://schemas.microsoft.com/office/drawing/2014/main" id="{2405936C-188A-2DC8-527C-5A726F131A04}"/>
                    </a:ext>
                  </a:extLst>
                </p:cNvPr>
                <p:cNvPicPr/>
                <p:nvPr/>
              </p:nvPicPr>
              <p:blipFill>
                <a:blip r:embed="rId73"/>
                <a:stretch>
                  <a:fillRect/>
                </a:stretch>
              </p:blipFill>
              <p:spPr>
                <a:xfrm>
                  <a:off x="3546959" y="2997382"/>
                  <a:ext cx="2094120" cy="22618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4" name="Ink 53">
                  <a:extLst>
                    <a:ext uri="{FF2B5EF4-FFF2-40B4-BE49-F238E27FC236}">
                      <a16:creationId xmlns:a16="http://schemas.microsoft.com/office/drawing/2014/main" id="{B7F7E1E4-8FA3-8F6A-EFC5-782B53E54028}"/>
                    </a:ext>
                  </a:extLst>
                </p14:cNvPr>
                <p14:cNvContentPartPr/>
                <p14:nvPr/>
              </p14:nvContentPartPr>
              <p14:xfrm>
                <a:off x="3485759" y="2259742"/>
                <a:ext cx="2110680" cy="2877120"/>
              </p14:xfrm>
            </p:contentPart>
          </mc:Choice>
          <mc:Fallback xmlns="">
            <p:pic>
              <p:nvPicPr>
                <p:cNvPr id="54" name="Ink 53">
                  <a:extLst>
                    <a:ext uri="{FF2B5EF4-FFF2-40B4-BE49-F238E27FC236}">
                      <a16:creationId xmlns:a16="http://schemas.microsoft.com/office/drawing/2014/main" id="{B7F7E1E4-8FA3-8F6A-EFC5-782B53E54028}"/>
                    </a:ext>
                  </a:extLst>
                </p:cNvPr>
                <p:cNvPicPr/>
                <p:nvPr/>
              </p:nvPicPr>
              <p:blipFill>
                <a:blip r:embed="rId75"/>
                <a:stretch>
                  <a:fillRect/>
                </a:stretch>
              </p:blipFill>
              <p:spPr>
                <a:xfrm>
                  <a:off x="3479639" y="2253622"/>
                  <a:ext cx="2122920" cy="28893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5" name="Ink 54">
                  <a:extLst>
                    <a:ext uri="{FF2B5EF4-FFF2-40B4-BE49-F238E27FC236}">
                      <a16:creationId xmlns:a16="http://schemas.microsoft.com/office/drawing/2014/main" id="{EBCA782B-40E0-3E94-AE3B-C4455D28E552}"/>
                    </a:ext>
                  </a:extLst>
                </p14:cNvPr>
                <p14:cNvContentPartPr/>
                <p14:nvPr/>
              </p14:nvContentPartPr>
              <p14:xfrm>
                <a:off x="5891279" y="2135542"/>
                <a:ext cx="1792080" cy="985680"/>
              </p14:xfrm>
            </p:contentPart>
          </mc:Choice>
          <mc:Fallback xmlns="">
            <p:pic>
              <p:nvPicPr>
                <p:cNvPr id="55" name="Ink 54">
                  <a:extLst>
                    <a:ext uri="{FF2B5EF4-FFF2-40B4-BE49-F238E27FC236}">
                      <a16:creationId xmlns:a16="http://schemas.microsoft.com/office/drawing/2014/main" id="{EBCA782B-40E0-3E94-AE3B-C4455D28E552}"/>
                    </a:ext>
                  </a:extLst>
                </p:cNvPr>
                <p:cNvPicPr/>
                <p:nvPr/>
              </p:nvPicPr>
              <p:blipFill>
                <a:blip r:embed="rId77"/>
                <a:stretch>
                  <a:fillRect/>
                </a:stretch>
              </p:blipFill>
              <p:spPr>
                <a:xfrm>
                  <a:off x="5885159" y="2129422"/>
                  <a:ext cx="1804320" cy="9979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7" name="Ink 56">
                  <a:extLst>
                    <a:ext uri="{FF2B5EF4-FFF2-40B4-BE49-F238E27FC236}">
                      <a16:creationId xmlns:a16="http://schemas.microsoft.com/office/drawing/2014/main" id="{66989C98-8D34-A7F7-67AE-22CC877830E2}"/>
                    </a:ext>
                  </a:extLst>
                </p14:cNvPr>
                <p14:cNvContentPartPr/>
                <p14:nvPr/>
              </p14:nvContentPartPr>
              <p14:xfrm>
                <a:off x="6032399" y="2986942"/>
                <a:ext cx="1618920" cy="118440"/>
              </p14:xfrm>
            </p:contentPart>
          </mc:Choice>
          <mc:Fallback xmlns="">
            <p:pic>
              <p:nvPicPr>
                <p:cNvPr id="57" name="Ink 56">
                  <a:extLst>
                    <a:ext uri="{FF2B5EF4-FFF2-40B4-BE49-F238E27FC236}">
                      <a16:creationId xmlns:a16="http://schemas.microsoft.com/office/drawing/2014/main" id="{66989C98-8D34-A7F7-67AE-22CC877830E2}"/>
                    </a:ext>
                  </a:extLst>
                </p:cNvPr>
                <p:cNvPicPr/>
                <p:nvPr/>
              </p:nvPicPr>
              <p:blipFill>
                <a:blip r:embed="rId79"/>
                <a:stretch>
                  <a:fillRect/>
                </a:stretch>
              </p:blipFill>
              <p:spPr>
                <a:xfrm>
                  <a:off x="6026279" y="2980822"/>
                  <a:ext cx="16311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8" name="Ink 57">
                  <a:extLst>
                    <a:ext uri="{FF2B5EF4-FFF2-40B4-BE49-F238E27FC236}">
                      <a16:creationId xmlns:a16="http://schemas.microsoft.com/office/drawing/2014/main" id="{048DD137-4428-FD90-89C6-A1684C0348BB}"/>
                    </a:ext>
                  </a:extLst>
                </p14:cNvPr>
                <p14:cNvContentPartPr/>
                <p14:nvPr/>
              </p14:nvContentPartPr>
              <p14:xfrm>
                <a:off x="6050759" y="3010342"/>
                <a:ext cx="1558080" cy="1001160"/>
              </p14:xfrm>
            </p:contentPart>
          </mc:Choice>
          <mc:Fallback xmlns="">
            <p:pic>
              <p:nvPicPr>
                <p:cNvPr id="58" name="Ink 57">
                  <a:extLst>
                    <a:ext uri="{FF2B5EF4-FFF2-40B4-BE49-F238E27FC236}">
                      <a16:creationId xmlns:a16="http://schemas.microsoft.com/office/drawing/2014/main" id="{048DD137-4428-FD90-89C6-A1684C0348BB}"/>
                    </a:ext>
                  </a:extLst>
                </p:cNvPr>
                <p:cNvPicPr/>
                <p:nvPr/>
              </p:nvPicPr>
              <p:blipFill>
                <a:blip r:embed="rId81"/>
                <a:stretch>
                  <a:fillRect/>
                </a:stretch>
              </p:blipFill>
              <p:spPr>
                <a:xfrm>
                  <a:off x="6044639" y="3004222"/>
                  <a:ext cx="1570320" cy="10134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9" name="Ink 58">
                  <a:extLst>
                    <a:ext uri="{FF2B5EF4-FFF2-40B4-BE49-F238E27FC236}">
                      <a16:creationId xmlns:a16="http://schemas.microsoft.com/office/drawing/2014/main" id="{B24A338C-C7D5-A1DE-18AA-A277DD44AFE6}"/>
                    </a:ext>
                  </a:extLst>
                </p14:cNvPr>
                <p14:cNvContentPartPr/>
                <p14:nvPr/>
              </p14:nvContentPartPr>
              <p14:xfrm>
                <a:off x="5989199" y="3147142"/>
                <a:ext cx="1609200" cy="2091240"/>
              </p14:xfrm>
            </p:contentPart>
          </mc:Choice>
          <mc:Fallback xmlns="">
            <p:pic>
              <p:nvPicPr>
                <p:cNvPr id="59" name="Ink 58">
                  <a:extLst>
                    <a:ext uri="{FF2B5EF4-FFF2-40B4-BE49-F238E27FC236}">
                      <a16:creationId xmlns:a16="http://schemas.microsoft.com/office/drawing/2014/main" id="{B24A338C-C7D5-A1DE-18AA-A277DD44AFE6}"/>
                    </a:ext>
                  </a:extLst>
                </p:cNvPr>
                <p:cNvPicPr/>
                <p:nvPr/>
              </p:nvPicPr>
              <p:blipFill>
                <a:blip r:embed="rId83"/>
                <a:stretch>
                  <a:fillRect/>
                </a:stretch>
              </p:blipFill>
              <p:spPr>
                <a:xfrm>
                  <a:off x="5983079" y="3141022"/>
                  <a:ext cx="1621440" cy="21034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1" name="Ink 60">
                  <a:extLst>
                    <a:ext uri="{FF2B5EF4-FFF2-40B4-BE49-F238E27FC236}">
                      <a16:creationId xmlns:a16="http://schemas.microsoft.com/office/drawing/2014/main" id="{AA46769A-95FD-41F9-C58E-8A9243159AA1}"/>
                    </a:ext>
                  </a:extLst>
                </p14:cNvPr>
                <p14:cNvContentPartPr/>
                <p14:nvPr/>
              </p14:nvContentPartPr>
              <p14:xfrm>
                <a:off x="5915759" y="2221582"/>
                <a:ext cx="2161800" cy="1898640"/>
              </p14:xfrm>
            </p:contentPart>
          </mc:Choice>
          <mc:Fallback xmlns="">
            <p:pic>
              <p:nvPicPr>
                <p:cNvPr id="61" name="Ink 60">
                  <a:extLst>
                    <a:ext uri="{FF2B5EF4-FFF2-40B4-BE49-F238E27FC236}">
                      <a16:creationId xmlns:a16="http://schemas.microsoft.com/office/drawing/2014/main" id="{AA46769A-95FD-41F9-C58E-8A9243159AA1}"/>
                    </a:ext>
                  </a:extLst>
                </p:cNvPr>
                <p:cNvPicPr/>
                <p:nvPr/>
              </p:nvPicPr>
              <p:blipFill>
                <a:blip r:embed="rId85"/>
                <a:stretch>
                  <a:fillRect/>
                </a:stretch>
              </p:blipFill>
              <p:spPr>
                <a:xfrm>
                  <a:off x="5909639" y="2215462"/>
                  <a:ext cx="2174040" cy="19108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3" name="Ink 62">
                  <a:extLst>
                    <a:ext uri="{FF2B5EF4-FFF2-40B4-BE49-F238E27FC236}">
                      <a16:creationId xmlns:a16="http://schemas.microsoft.com/office/drawing/2014/main" id="{14528C03-8C16-E23C-2401-ED56BF286013}"/>
                    </a:ext>
                  </a:extLst>
                </p14:cNvPr>
                <p14:cNvContentPartPr/>
                <p14:nvPr/>
              </p14:nvContentPartPr>
              <p14:xfrm>
                <a:off x="5940239" y="3115102"/>
                <a:ext cx="1933920" cy="1111680"/>
              </p14:xfrm>
            </p:contentPart>
          </mc:Choice>
          <mc:Fallback xmlns="">
            <p:pic>
              <p:nvPicPr>
                <p:cNvPr id="63" name="Ink 62">
                  <a:extLst>
                    <a:ext uri="{FF2B5EF4-FFF2-40B4-BE49-F238E27FC236}">
                      <a16:creationId xmlns:a16="http://schemas.microsoft.com/office/drawing/2014/main" id="{14528C03-8C16-E23C-2401-ED56BF286013}"/>
                    </a:ext>
                  </a:extLst>
                </p:cNvPr>
                <p:cNvPicPr/>
                <p:nvPr/>
              </p:nvPicPr>
              <p:blipFill>
                <a:blip r:embed="rId87"/>
                <a:stretch>
                  <a:fillRect/>
                </a:stretch>
              </p:blipFill>
              <p:spPr>
                <a:xfrm>
                  <a:off x="5934119" y="3108982"/>
                  <a:ext cx="1946160" cy="11239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4" name="Ink 63">
                  <a:extLst>
                    <a:ext uri="{FF2B5EF4-FFF2-40B4-BE49-F238E27FC236}">
                      <a16:creationId xmlns:a16="http://schemas.microsoft.com/office/drawing/2014/main" id="{852A9335-5DCB-F7F7-30DC-01C47DDB4500}"/>
                    </a:ext>
                  </a:extLst>
                </p14:cNvPr>
                <p14:cNvContentPartPr/>
                <p14:nvPr/>
              </p14:nvContentPartPr>
              <p14:xfrm>
                <a:off x="6069479" y="4197622"/>
                <a:ext cx="1731600" cy="76320"/>
              </p14:xfrm>
            </p:contentPart>
          </mc:Choice>
          <mc:Fallback xmlns="">
            <p:pic>
              <p:nvPicPr>
                <p:cNvPr id="64" name="Ink 63">
                  <a:extLst>
                    <a:ext uri="{FF2B5EF4-FFF2-40B4-BE49-F238E27FC236}">
                      <a16:creationId xmlns:a16="http://schemas.microsoft.com/office/drawing/2014/main" id="{852A9335-5DCB-F7F7-30DC-01C47DDB4500}"/>
                    </a:ext>
                  </a:extLst>
                </p:cNvPr>
                <p:cNvPicPr/>
                <p:nvPr/>
              </p:nvPicPr>
              <p:blipFill>
                <a:blip r:embed="rId89"/>
                <a:stretch>
                  <a:fillRect/>
                </a:stretch>
              </p:blipFill>
              <p:spPr>
                <a:xfrm>
                  <a:off x="6063359" y="4191502"/>
                  <a:ext cx="17438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6" name="Ink 65">
                  <a:extLst>
                    <a:ext uri="{FF2B5EF4-FFF2-40B4-BE49-F238E27FC236}">
                      <a16:creationId xmlns:a16="http://schemas.microsoft.com/office/drawing/2014/main" id="{74D10DBF-1007-AF00-DC61-97DDBF3BE050}"/>
                    </a:ext>
                  </a:extLst>
                </p14:cNvPr>
                <p14:cNvContentPartPr/>
                <p14:nvPr/>
              </p14:nvContentPartPr>
              <p14:xfrm>
                <a:off x="6081359" y="4271782"/>
                <a:ext cx="1775520" cy="1067400"/>
              </p14:xfrm>
            </p:contentPart>
          </mc:Choice>
          <mc:Fallback xmlns="">
            <p:pic>
              <p:nvPicPr>
                <p:cNvPr id="66" name="Ink 65">
                  <a:extLst>
                    <a:ext uri="{FF2B5EF4-FFF2-40B4-BE49-F238E27FC236}">
                      <a16:creationId xmlns:a16="http://schemas.microsoft.com/office/drawing/2014/main" id="{74D10DBF-1007-AF00-DC61-97DDBF3BE050}"/>
                    </a:ext>
                  </a:extLst>
                </p:cNvPr>
                <p:cNvPicPr/>
                <p:nvPr/>
              </p:nvPicPr>
              <p:blipFill>
                <a:blip r:embed="rId91"/>
                <a:stretch>
                  <a:fillRect/>
                </a:stretch>
              </p:blipFill>
              <p:spPr>
                <a:xfrm>
                  <a:off x="6075239" y="4265662"/>
                  <a:ext cx="1787760" cy="10796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8" name="Ink 67">
                  <a:extLst>
                    <a:ext uri="{FF2B5EF4-FFF2-40B4-BE49-F238E27FC236}">
                      <a16:creationId xmlns:a16="http://schemas.microsoft.com/office/drawing/2014/main" id="{031E8995-8FE4-54D4-30BD-3DA17F4355C4}"/>
                    </a:ext>
                  </a:extLst>
                </p14:cNvPr>
                <p14:cNvContentPartPr/>
                <p14:nvPr/>
              </p14:nvContentPartPr>
              <p14:xfrm>
                <a:off x="7897919" y="2921062"/>
                <a:ext cx="1442880" cy="382680"/>
              </p14:xfrm>
            </p:contentPart>
          </mc:Choice>
          <mc:Fallback xmlns="">
            <p:pic>
              <p:nvPicPr>
                <p:cNvPr id="68" name="Ink 67">
                  <a:extLst>
                    <a:ext uri="{FF2B5EF4-FFF2-40B4-BE49-F238E27FC236}">
                      <a16:creationId xmlns:a16="http://schemas.microsoft.com/office/drawing/2014/main" id="{031E8995-8FE4-54D4-30BD-3DA17F4355C4}"/>
                    </a:ext>
                  </a:extLst>
                </p:cNvPr>
                <p:cNvPicPr/>
                <p:nvPr/>
              </p:nvPicPr>
              <p:blipFill>
                <a:blip r:embed="rId93"/>
                <a:stretch>
                  <a:fillRect/>
                </a:stretch>
              </p:blipFill>
              <p:spPr>
                <a:xfrm>
                  <a:off x="7891799" y="2914942"/>
                  <a:ext cx="1455120" cy="394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0" name="Ink 69">
                  <a:extLst>
                    <a:ext uri="{FF2B5EF4-FFF2-40B4-BE49-F238E27FC236}">
                      <a16:creationId xmlns:a16="http://schemas.microsoft.com/office/drawing/2014/main" id="{21B132E5-0AAD-597E-CF7E-73EBA11E2452}"/>
                    </a:ext>
                  </a:extLst>
                </p14:cNvPr>
                <p14:cNvContentPartPr/>
                <p14:nvPr/>
              </p14:nvContentPartPr>
              <p14:xfrm>
                <a:off x="8088359" y="3530542"/>
                <a:ext cx="1156320" cy="759240"/>
              </p14:xfrm>
            </p:contentPart>
          </mc:Choice>
          <mc:Fallback xmlns="">
            <p:pic>
              <p:nvPicPr>
                <p:cNvPr id="70" name="Ink 69">
                  <a:extLst>
                    <a:ext uri="{FF2B5EF4-FFF2-40B4-BE49-F238E27FC236}">
                      <a16:creationId xmlns:a16="http://schemas.microsoft.com/office/drawing/2014/main" id="{21B132E5-0AAD-597E-CF7E-73EBA11E2452}"/>
                    </a:ext>
                  </a:extLst>
                </p:cNvPr>
                <p:cNvPicPr/>
                <p:nvPr/>
              </p:nvPicPr>
              <p:blipFill>
                <a:blip r:embed="rId95"/>
                <a:stretch>
                  <a:fillRect/>
                </a:stretch>
              </p:blipFill>
              <p:spPr>
                <a:xfrm>
                  <a:off x="8082239" y="3524422"/>
                  <a:ext cx="1168560" cy="77148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96">
            <p14:nvContentPartPr>
              <p14:cNvPr id="72" name="Ink 71">
                <a:extLst>
                  <a:ext uri="{FF2B5EF4-FFF2-40B4-BE49-F238E27FC236}">
                    <a16:creationId xmlns:a16="http://schemas.microsoft.com/office/drawing/2014/main" id="{23647F12-AE46-0071-326B-9C8893C6285D}"/>
                  </a:ext>
                </a:extLst>
              </p14:cNvPr>
              <p14:cNvContentPartPr/>
              <p14:nvPr/>
            </p14:nvContentPartPr>
            <p14:xfrm>
              <a:off x="3411959" y="1822342"/>
              <a:ext cx="360" cy="360"/>
            </p14:xfrm>
          </p:contentPart>
        </mc:Choice>
        <mc:Fallback xmlns="">
          <p:pic>
            <p:nvPicPr>
              <p:cNvPr id="72" name="Ink 71">
                <a:extLst>
                  <a:ext uri="{FF2B5EF4-FFF2-40B4-BE49-F238E27FC236}">
                    <a16:creationId xmlns:a16="http://schemas.microsoft.com/office/drawing/2014/main" id="{23647F12-AE46-0071-326B-9C8893C6285D}"/>
                  </a:ext>
                </a:extLst>
              </p:cNvPr>
              <p:cNvPicPr/>
              <p:nvPr/>
            </p:nvPicPr>
            <p:blipFill>
              <a:blip r:embed="rId97"/>
              <a:stretch>
                <a:fillRect/>
              </a:stretch>
            </p:blipFill>
            <p:spPr>
              <a:xfrm>
                <a:off x="3402959" y="1768702"/>
                <a:ext cx="18000" cy="108000"/>
              </a:xfrm>
              <a:prstGeom prst="rect">
                <a:avLst/>
              </a:prstGeom>
            </p:spPr>
          </p:pic>
        </mc:Fallback>
      </mc:AlternateContent>
      <p:grpSp>
        <p:nvGrpSpPr>
          <p:cNvPr id="75" name="Group 74">
            <a:extLst>
              <a:ext uri="{FF2B5EF4-FFF2-40B4-BE49-F238E27FC236}">
                <a16:creationId xmlns:a16="http://schemas.microsoft.com/office/drawing/2014/main" id="{D5E4B5CC-9E74-31FB-C380-AC8131676311}"/>
              </a:ext>
            </a:extLst>
          </p:cNvPr>
          <p:cNvGrpSpPr/>
          <p:nvPr/>
        </p:nvGrpSpPr>
        <p:grpSpPr>
          <a:xfrm>
            <a:off x="2767559" y="6019942"/>
            <a:ext cx="64080" cy="357840"/>
            <a:chOff x="2767559" y="6019942"/>
            <a:chExt cx="64080" cy="357840"/>
          </a:xfrm>
        </p:grpSpPr>
        <mc:AlternateContent xmlns:mc="http://schemas.openxmlformats.org/markup-compatibility/2006" xmlns:p14="http://schemas.microsoft.com/office/powerpoint/2010/main" xmlns:aink="http://schemas.microsoft.com/office/drawing/2016/ink">
          <mc:Choice Requires="p14 aink">
            <p:contentPart p14:bwMode="auto" r:id="rId98">
              <p14:nvContentPartPr>
                <p14:cNvPr id="73" name="Ink 72">
                  <a:extLst>
                    <a:ext uri="{FF2B5EF4-FFF2-40B4-BE49-F238E27FC236}">
                      <a16:creationId xmlns:a16="http://schemas.microsoft.com/office/drawing/2014/main" id="{FE047099-D0C9-5CD1-6EAA-EE48A2ACAD7B}"/>
                    </a:ext>
                  </a:extLst>
                </p14:cNvPr>
                <p14:cNvContentPartPr/>
                <p14:nvPr/>
              </p14:nvContentPartPr>
              <p14:xfrm>
                <a:off x="2767559" y="6019942"/>
                <a:ext cx="64080" cy="357840"/>
              </p14:xfrm>
            </p:contentPart>
          </mc:Choice>
          <mc:Fallback xmlns="">
            <p:pic>
              <p:nvPicPr>
                <p:cNvPr id="73" name="Ink 72">
                  <a:extLst>
                    <a:ext uri="{FF2B5EF4-FFF2-40B4-BE49-F238E27FC236}">
                      <a16:creationId xmlns:a16="http://schemas.microsoft.com/office/drawing/2014/main" id="{FE047099-D0C9-5CD1-6EAA-EE48A2ACAD7B}"/>
                    </a:ext>
                  </a:extLst>
                </p:cNvPr>
                <p:cNvPicPr/>
                <p:nvPr/>
              </p:nvPicPr>
              <p:blipFill>
                <a:blip r:embed="rId99"/>
                <a:stretch>
                  <a:fillRect/>
                </a:stretch>
              </p:blipFill>
              <p:spPr>
                <a:xfrm>
                  <a:off x="2758559" y="5966302"/>
                  <a:ext cx="81720" cy="465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0">
              <p14:nvContentPartPr>
                <p14:cNvPr id="74" name="Ink 73">
                  <a:extLst>
                    <a:ext uri="{FF2B5EF4-FFF2-40B4-BE49-F238E27FC236}">
                      <a16:creationId xmlns:a16="http://schemas.microsoft.com/office/drawing/2014/main" id="{B39316A3-8452-13CE-47FA-BF8C513AEF37}"/>
                    </a:ext>
                  </a:extLst>
                </p14:cNvPr>
                <p14:cNvContentPartPr/>
                <p14:nvPr/>
              </p14:nvContentPartPr>
              <p14:xfrm>
                <a:off x="2779799" y="6075382"/>
                <a:ext cx="360" cy="360"/>
              </p14:xfrm>
            </p:contentPart>
          </mc:Choice>
          <mc:Fallback xmlns="">
            <p:pic>
              <p:nvPicPr>
                <p:cNvPr id="74" name="Ink 73">
                  <a:extLst>
                    <a:ext uri="{FF2B5EF4-FFF2-40B4-BE49-F238E27FC236}">
                      <a16:creationId xmlns:a16="http://schemas.microsoft.com/office/drawing/2014/main" id="{B39316A3-8452-13CE-47FA-BF8C513AEF37}"/>
                    </a:ext>
                  </a:extLst>
                </p:cNvPr>
                <p:cNvPicPr/>
                <p:nvPr/>
              </p:nvPicPr>
              <p:blipFill>
                <a:blip r:embed="rId101"/>
                <a:stretch>
                  <a:fillRect/>
                </a:stretch>
              </p:blipFill>
              <p:spPr>
                <a:xfrm>
                  <a:off x="2770799" y="6021382"/>
                  <a:ext cx="18000" cy="108000"/>
                </a:xfrm>
                <a:prstGeom prst="rect">
                  <a:avLst/>
                </a:prstGeom>
              </p:spPr>
            </p:pic>
          </mc:Fallback>
        </mc:AlternateContent>
      </p:grpSp>
      <p:grpSp>
        <p:nvGrpSpPr>
          <p:cNvPr id="84" name="Group 83">
            <a:extLst>
              <a:ext uri="{FF2B5EF4-FFF2-40B4-BE49-F238E27FC236}">
                <a16:creationId xmlns:a16="http://schemas.microsoft.com/office/drawing/2014/main" id="{3EA62C1D-827E-9BFB-AA17-4DDC1C4499A2}"/>
              </a:ext>
            </a:extLst>
          </p:cNvPr>
          <p:cNvGrpSpPr/>
          <p:nvPr/>
        </p:nvGrpSpPr>
        <p:grpSpPr>
          <a:xfrm>
            <a:off x="2680439" y="5927782"/>
            <a:ext cx="1667160" cy="545760"/>
            <a:chOff x="2680439" y="5927782"/>
            <a:chExt cx="1667160" cy="545760"/>
          </a:xfrm>
        </p:grpSpPr>
        <mc:AlternateContent xmlns:mc="http://schemas.openxmlformats.org/markup-compatibility/2006" xmlns:p14="http://schemas.microsoft.com/office/powerpoint/2010/main" xmlns:aink="http://schemas.microsoft.com/office/drawing/2016/ink">
          <mc:Choice Requires="p14 aink">
            <p:contentPart p14:bwMode="auto" r:id="rId102">
              <p14:nvContentPartPr>
                <p14:cNvPr id="76" name="Ink 75">
                  <a:extLst>
                    <a:ext uri="{FF2B5EF4-FFF2-40B4-BE49-F238E27FC236}">
                      <a16:creationId xmlns:a16="http://schemas.microsoft.com/office/drawing/2014/main" id="{2F74845A-9192-9631-2F1F-2A27047F8817}"/>
                    </a:ext>
                  </a:extLst>
                </p14:cNvPr>
                <p14:cNvContentPartPr/>
                <p14:nvPr/>
              </p14:nvContentPartPr>
              <p14:xfrm>
                <a:off x="2736599" y="6063142"/>
                <a:ext cx="6480" cy="410400"/>
              </p14:xfrm>
            </p:contentPart>
          </mc:Choice>
          <mc:Fallback xmlns="">
            <p:pic>
              <p:nvPicPr>
                <p:cNvPr id="76" name="Ink 75">
                  <a:extLst>
                    <a:ext uri="{FF2B5EF4-FFF2-40B4-BE49-F238E27FC236}">
                      <a16:creationId xmlns:a16="http://schemas.microsoft.com/office/drawing/2014/main" id="{2F74845A-9192-9631-2F1F-2A27047F8817}"/>
                    </a:ext>
                  </a:extLst>
                </p:cNvPr>
                <p:cNvPicPr/>
                <p:nvPr/>
              </p:nvPicPr>
              <p:blipFill>
                <a:blip r:embed="rId103"/>
                <a:stretch>
                  <a:fillRect/>
                </a:stretch>
              </p:blipFill>
              <p:spPr>
                <a:xfrm>
                  <a:off x="2730479" y="6057022"/>
                  <a:ext cx="18720" cy="422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4">
              <p14:nvContentPartPr>
                <p14:cNvPr id="77" name="Ink 76">
                  <a:extLst>
                    <a:ext uri="{FF2B5EF4-FFF2-40B4-BE49-F238E27FC236}">
                      <a16:creationId xmlns:a16="http://schemas.microsoft.com/office/drawing/2014/main" id="{375846EA-A8B3-2BBF-1D63-2AA4315E6020}"/>
                    </a:ext>
                  </a:extLst>
                </p14:cNvPr>
                <p14:cNvContentPartPr/>
                <p14:nvPr/>
              </p14:nvContentPartPr>
              <p14:xfrm>
                <a:off x="2680439" y="5927782"/>
                <a:ext cx="322920" cy="320400"/>
              </p14:xfrm>
            </p:contentPart>
          </mc:Choice>
          <mc:Fallback xmlns="">
            <p:pic>
              <p:nvPicPr>
                <p:cNvPr id="77" name="Ink 76">
                  <a:extLst>
                    <a:ext uri="{FF2B5EF4-FFF2-40B4-BE49-F238E27FC236}">
                      <a16:creationId xmlns:a16="http://schemas.microsoft.com/office/drawing/2014/main" id="{375846EA-A8B3-2BBF-1D63-2AA4315E6020}"/>
                    </a:ext>
                  </a:extLst>
                </p:cNvPr>
                <p:cNvPicPr/>
                <p:nvPr/>
              </p:nvPicPr>
              <p:blipFill>
                <a:blip r:embed="rId105"/>
                <a:stretch>
                  <a:fillRect/>
                </a:stretch>
              </p:blipFill>
              <p:spPr>
                <a:xfrm>
                  <a:off x="2674319" y="5921662"/>
                  <a:ext cx="335160" cy="332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6">
              <p14:nvContentPartPr>
                <p14:cNvPr id="78" name="Ink 77">
                  <a:extLst>
                    <a:ext uri="{FF2B5EF4-FFF2-40B4-BE49-F238E27FC236}">
                      <a16:creationId xmlns:a16="http://schemas.microsoft.com/office/drawing/2014/main" id="{7F826758-22C4-8594-7E2D-1002111B11EB}"/>
                    </a:ext>
                  </a:extLst>
                </p14:cNvPr>
                <p14:cNvContentPartPr/>
                <p14:nvPr/>
              </p14:nvContentPartPr>
              <p14:xfrm>
                <a:off x="3172559" y="6164302"/>
                <a:ext cx="304920" cy="83160"/>
              </p14:xfrm>
            </p:contentPart>
          </mc:Choice>
          <mc:Fallback xmlns="">
            <p:pic>
              <p:nvPicPr>
                <p:cNvPr id="78" name="Ink 77">
                  <a:extLst>
                    <a:ext uri="{FF2B5EF4-FFF2-40B4-BE49-F238E27FC236}">
                      <a16:creationId xmlns:a16="http://schemas.microsoft.com/office/drawing/2014/main" id="{7F826758-22C4-8594-7E2D-1002111B11EB}"/>
                    </a:ext>
                  </a:extLst>
                </p:cNvPr>
                <p:cNvPicPr/>
                <p:nvPr/>
              </p:nvPicPr>
              <p:blipFill>
                <a:blip r:embed="rId107"/>
                <a:stretch>
                  <a:fillRect/>
                </a:stretch>
              </p:blipFill>
              <p:spPr>
                <a:xfrm>
                  <a:off x="3166439" y="6158182"/>
                  <a:ext cx="317160" cy="95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8">
              <p14:nvContentPartPr>
                <p14:cNvPr id="79" name="Ink 78">
                  <a:extLst>
                    <a:ext uri="{FF2B5EF4-FFF2-40B4-BE49-F238E27FC236}">
                      <a16:creationId xmlns:a16="http://schemas.microsoft.com/office/drawing/2014/main" id="{808B5304-9D85-BC29-1D28-ED5397F2E77C}"/>
                    </a:ext>
                  </a:extLst>
                </p14:cNvPr>
                <p14:cNvContentPartPr/>
                <p14:nvPr/>
              </p14:nvContentPartPr>
              <p14:xfrm>
                <a:off x="3275159" y="6236662"/>
                <a:ext cx="290880" cy="101520"/>
              </p14:xfrm>
            </p:contentPart>
          </mc:Choice>
          <mc:Fallback xmlns="">
            <p:pic>
              <p:nvPicPr>
                <p:cNvPr id="79" name="Ink 78">
                  <a:extLst>
                    <a:ext uri="{FF2B5EF4-FFF2-40B4-BE49-F238E27FC236}">
                      <a16:creationId xmlns:a16="http://schemas.microsoft.com/office/drawing/2014/main" id="{808B5304-9D85-BC29-1D28-ED5397F2E77C}"/>
                    </a:ext>
                  </a:extLst>
                </p:cNvPr>
                <p:cNvPicPr/>
                <p:nvPr/>
              </p:nvPicPr>
              <p:blipFill>
                <a:blip r:embed="rId109"/>
                <a:stretch>
                  <a:fillRect/>
                </a:stretch>
              </p:blipFill>
              <p:spPr>
                <a:xfrm>
                  <a:off x="3269039" y="6230542"/>
                  <a:ext cx="303120" cy="113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0">
              <p14:nvContentPartPr>
                <p14:cNvPr id="80" name="Ink 79">
                  <a:extLst>
                    <a:ext uri="{FF2B5EF4-FFF2-40B4-BE49-F238E27FC236}">
                      <a16:creationId xmlns:a16="http://schemas.microsoft.com/office/drawing/2014/main" id="{A1841F1C-5540-0CEE-118E-6DA47ADA590E}"/>
                    </a:ext>
                  </a:extLst>
                </p14:cNvPr>
                <p14:cNvContentPartPr/>
                <p14:nvPr/>
              </p14:nvContentPartPr>
              <p14:xfrm>
                <a:off x="3654239" y="6063502"/>
                <a:ext cx="288360" cy="203760"/>
              </p14:xfrm>
            </p:contentPart>
          </mc:Choice>
          <mc:Fallback xmlns="">
            <p:pic>
              <p:nvPicPr>
                <p:cNvPr id="80" name="Ink 79">
                  <a:extLst>
                    <a:ext uri="{FF2B5EF4-FFF2-40B4-BE49-F238E27FC236}">
                      <a16:creationId xmlns:a16="http://schemas.microsoft.com/office/drawing/2014/main" id="{A1841F1C-5540-0CEE-118E-6DA47ADA590E}"/>
                    </a:ext>
                  </a:extLst>
                </p:cNvPr>
                <p:cNvPicPr/>
                <p:nvPr/>
              </p:nvPicPr>
              <p:blipFill>
                <a:blip r:embed="rId111"/>
                <a:stretch>
                  <a:fillRect/>
                </a:stretch>
              </p:blipFill>
              <p:spPr>
                <a:xfrm>
                  <a:off x="3648119" y="6057382"/>
                  <a:ext cx="3006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2">
              <p14:nvContentPartPr>
                <p14:cNvPr id="81" name="Ink 80">
                  <a:extLst>
                    <a:ext uri="{FF2B5EF4-FFF2-40B4-BE49-F238E27FC236}">
                      <a16:creationId xmlns:a16="http://schemas.microsoft.com/office/drawing/2014/main" id="{6CB81E02-182E-7EB7-AF77-A7BCB4A5848E}"/>
                    </a:ext>
                  </a:extLst>
                </p14:cNvPr>
                <p14:cNvContentPartPr/>
                <p14:nvPr/>
              </p14:nvContentPartPr>
              <p14:xfrm>
                <a:off x="4062479" y="6105982"/>
                <a:ext cx="360" cy="360"/>
              </p14:xfrm>
            </p:contentPart>
          </mc:Choice>
          <mc:Fallback xmlns="">
            <p:pic>
              <p:nvPicPr>
                <p:cNvPr id="81" name="Ink 80">
                  <a:extLst>
                    <a:ext uri="{FF2B5EF4-FFF2-40B4-BE49-F238E27FC236}">
                      <a16:creationId xmlns:a16="http://schemas.microsoft.com/office/drawing/2014/main" id="{6CB81E02-182E-7EB7-AF77-A7BCB4A5848E}"/>
                    </a:ext>
                  </a:extLst>
                </p:cNvPr>
                <p:cNvPicPr/>
                <p:nvPr/>
              </p:nvPicPr>
              <p:blipFill>
                <a:blip r:embed="rId113"/>
                <a:stretch>
                  <a:fillRect/>
                </a:stretch>
              </p:blipFill>
              <p:spPr>
                <a:xfrm>
                  <a:off x="4056359" y="6099862"/>
                  <a:ext cx="12600" cy="12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4">
              <p14:nvContentPartPr>
                <p14:cNvPr id="83" name="Ink 82">
                  <a:extLst>
                    <a:ext uri="{FF2B5EF4-FFF2-40B4-BE49-F238E27FC236}">
                      <a16:creationId xmlns:a16="http://schemas.microsoft.com/office/drawing/2014/main" id="{9CBE9F5A-1618-9B71-76FF-67430FACDEEA}"/>
                    </a:ext>
                  </a:extLst>
                </p14:cNvPr>
                <p14:cNvContentPartPr/>
                <p14:nvPr/>
              </p14:nvContentPartPr>
              <p14:xfrm>
                <a:off x="4148159" y="5989342"/>
                <a:ext cx="199440" cy="360000"/>
              </p14:xfrm>
            </p:contentPart>
          </mc:Choice>
          <mc:Fallback xmlns="">
            <p:pic>
              <p:nvPicPr>
                <p:cNvPr id="83" name="Ink 82">
                  <a:extLst>
                    <a:ext uri="{FF2B5EF4-FFF2-40B4-BE49-F238E27FC236}">
                      <a16:creationId xmlns:a16="http://schemas.microsoft.com/office/drawing/2014/main" id="{9CBE9F5A-1618-9B71-76FF-67430FACDEEA}"/>
                    </a:ext>
                  </a:extLst>
                </p:cNvPr>
                <p:cNvPicPr/>
                <p:nvPr/>
              </p:nvPicPr>
              <p:blipFill>
                <a:blip r:embed="rId115"/>
                <a:stretch>
                  <a:fillRect/>
                </a:stretch>
              </p:blipFill>
              <p:spPr>
                <a:xfrm>
                  <a:off x="4142039" y="5983222"/>
                  <a:ext cx="211680" cy="372240"/>
                </a:xfrm>
                <a:prstGeom prst="rect">
                  <a:avLst/>
                </a:prstGeom>
              </p:spPr>
            </p:pic>
          </mc:Fallback>
        </mc:AlternateContent>
      </p:grpSp>
      <p:grpSp>
        <p:nvGrpSpPr>
          <p:cNvPr id="90" name="Group 89">
            <a:extLst>
              <a:ext uri="{FF2B5EF4-FFF2-40B4-BE49-F238E27FC236}">
                <a16:creationId xmlns:a16="http://schemas.microsoft.com/office/drawing/2014/main" id="{D97BFE31-2A67-7C96-10DA-7D8B4BE9E1B6}"/>
              </a:ext>
            </a:extLst>
          </p:cNvPr>
          <p:cNvGrpSpPr/>
          <p:nvPr/>
        </p:nvGrpSpPr>
        <p:grpSpPr>
          <a:xfrm>
            <a:off x="3134759" y="2798302"/>
            <a:ext cx="429480" cy="491760"/>
            <a:chOff x="3134759" y="2798302"/>
            <a:chExt cx="429480" cy="491760"/>
          </a:xfrm>
        </p:grpSpPr>
        <mc:AlternateContent xmlns:mc="http://schemas.openxmlformats.org/markup-compatibility/2006" xmlns:p14="http://schemas.microsoft.com/office/powerpoint/2010/main" xmlns:aink="http://schemas.microsoft.com/office/drawing/2016/ink">
          <mc:Choice Requires="p14 aink">
            <p:contentPart p14:bwMode="auto" r:id="rId116">
              <p14:nvContentPartPr>
                <p14:cNvPr id="85" name="Ink 84">
                  <a:extLst>
                    <a:ext uri="{FF2B5EF4-FFF2-40B4-BE49-F238E27FC236}">
                      <a16:creationId xmlns:a16="http://schemas.microsoft.com/office/drawing/2014/main" id="{8D450DA5-29E0-518A-4D77-CBE6A3ABF142}"/>
                    </a:ext>
                  </a:extLst>
                </p14:cNvPr>
                <p14:cNvContentPartPr/>
                <p14:nvPr/>
              </p14:nvContentPartPr>
              <p14:xfrm>
                <a:off x="3134759" y="2859502"/>
                <a:ext cx="338760" cy="430560"/>
              </p14:xfrm>
            </p:contentPart>
          </mc:Choice>
          <mc:Fallback xmlns="">
            <p:pic>
              <p:nvPicPr>
                <p:cNvPr id="85" name="Ink 84">
                  <a:extLst>
                    <a:ext uri="{FF2B5EF4-FFF2-40B4-BE49-F238E27FC236}">
                      <a16:creationId xmlns:a16="http://schemas.microsoft.com/office/drawing/2014/main" id="{8D450DA5-29E0-518A-4D77-CBE6A3ABF142}"/>
                    </a:ext>
                  </a:extLst>
                </p:cNvPr>
                <p:cNvPicPr/>
                <p:nvPr/>
              </p:nvPicPr>
              <p:blipFill>
                <a:blip r:embed="rId117"/>
                <a:stretch>
                  <a:fillRect/>
                </a:stretch>
              </p:blipFill>
              <p:spPr>
                <a:xfrm>
                  <a:off x="3128639" y="2853382"/>
                  <a:ext cx="351000" cy="442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8">
              <p14:nvContentPartPr>
                <p14:cNvPr id="86" name="Ink 85">
                  <a:extLst>
                    <a:ext uri="{FF2B5EF4-FFF2-40B4-BE49-F238E27FC236}">
                      <a16:creationId xmlns:a16="http://schemas.microsoft.com/office/drawing/2014/main" id="{DAB9D8CB-E052-37B5-AC47-7077A0A8023E}"/>
                    </a:ext>
                  </a:extLst>
                </p14:cNvPr>
                <p14:cNvContentPartPr/>
                <p14:nvPr/>
              </p14:nvContentPartPr>
              <p14:xfrm>
                <a:off x="3209279" y="2798302"/>
                <a:ext cx="354960" cy="454320"/>
              </p14:xfrm>
            </p:contentPart>
          </mc:Choice>
          <mc:Fallback xmlns="">
            <p:pic>
              <p:nvPicPr>
                <p:cNvPr id="86" name="Ink 85">
                  <a:extLst>
                    <a:ext uri="{FF2B5EF4-FFF2-40B4-BE49-F238E27FC236}">
                      <a16:creationId xmlns:a16="http://schemas.microsoft.com/office/drawing/2014/main" id="{DAB9D8CB-E052-37B5-AC47-7077A0A8023E}"/>
                    </a:ext>
                  </a:extLst>
                </p:cNvPr>
                <p:cNvPicPr/>
                <p:nvPr/>
              </p:nvPicPr>
              <p:blipFill>
                <a:blip r:embed="rId119"/>
                <a:stretch>
                  <a:fillRect/>
                </a:stretch>
              </p:blipFill>
              <p:spPr>
                <a:xfrm>
                  <a:off x="3203159" y="2792182"/>
                  <a:ext cx="367200" cy="466560"/>
                </a:xfrm>
                <a:prstGeom prst="rect">
                  <a:avLst/>
                </a:prstGeom>
              </p:spPr>
            </p:pic>
          </mc:Fallback>
        </mc:AlternateContent>
      </p:grpSp>
      <p:grpSp>
        <p:nvGrpSpPr>
          <p:cNvPr id="89" name="Group 88">
            <a:extLst>
              <a:ext uri="{FF2B5EF4-FFF2-40B4-BE49-F238E27FC236}">
                <a16:creationId xmlns:a16="http://schemas.microsoft.com/office/drawing/2014/main" id="{0FC5E895-E13A-1F02-D79E-659ADEB06262}"/>
              </a:ext>
            </a:extLst>
          </p:cNvPr>
          <p:cNvGrpSpPr/>
          <p:nvPr/>
        </p:nvGrpSpPr>
        <p:grpSpPr>
          <a:xfrm>
            <a:off x="3301439" y="5397862"/>
            <a:ext cx="171720" cy="133920"/>
            <a:chOff x="3301439" y="5397862"/>
            <a:chExt cx="171720" cy="133920"/>
          </a:xfrm>
        </p:grpSpPr>
        <mc:AlternateContent xmlns:mc="http://schemas.openxmlformats.org/markup-compatibility/2006" xmlns:p14="http://schemas.microsoft.com/office/powerpoint/2010/main" xmlns:aink="http://schemas.microsoft.com/office/drawing/2016/ink">
          <mc:Choice Requires="p14 aink">
            <p:contentPart p14:bwMode="auto" r:id="rId120">
              <p14:nvContentPartPr>
                <p14:cNvPr id="87" name="Ink 86">
                  <a:extLst>
                    <a:ext uri="{FF2B5EF4-FFF2-40B4-BE49-F238E27FC236}">
                      <a16:creationId xmlns:a16="http://schemas.microsoft.com/office/drawing/2014/main" id="{344835D5-66F0-9BD2-7B94-DEC0470FA462}"/>
                    </a:ext>
                  </a:extLst>
                </p14:cNvPr>
                <p14:cNvContentPartPr/>
                <p14:nvPr/>
              </p14:nvContentPartPr>
              <p14:xfrm>
                <a:off x="3330959" y="5397862"/>
                <a:ext cx="69120" cy="133920"/>
              </p14:xfrm>
            </p:contentPart>
          </mc:Choice>
          <mc:Fallback xmlns="">
            <p:pic>
              <p:nvPicPr>
                <p:cNvPr id="87" name="Ink 86">
                  <a:extLst>
                    <a:ext uri="{FF2B5EF4-FFF2-40B4-BE49-F238E27FC236}">
                      <a16:creationId xmlns:a16="http://schemas.microsoft.com/office/drawing/2014/main" id="{344835D5-66F0-9BD2-7B94-DEC0470FA462}"/>
                    </a:ext>
                  </a:extLst>
                </p:cNvPr>
                <p:cNvPicPr/>
                <p:nvPr/>
              </p:nvPicPr>
              <p:blipFill>
                <a:blip r:embed="rId121"/>
                <a:stretch>
                  <a:fillRect/>
                </a:stretch>
              </p:blipFill>
              <p:spPr>
                <a:xfrm>
                  <a:off x="3324839" y="5391742"/>
                  <a:ext cx="81360" cy="146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2">
              <p14:nvContentPartPr>
                <p14:cNvPr id="88" name="Ink 87">
                  <a:extLst>
                    <a:ext uri="{FF2B5EF4-FFF2-40B4-BE49-F238E27FC236}">
                      <a16:creationId xmlns:a16="http://schemas.microsoft.com/office/drawing/2014/main" id="{FD628BA6-9F93-ADB3-E96E-CC9872141702}"/>
                    </a:ext>
                  </a:extLst>
                </p14:cNvPr>
                <p14:cNvContentPartPr/>
                <p14:nvPr/>
              </p14:nvContentPartPr>
              <p14:xfrm>
                <a:off x="3301439" y="5433502"/>
                <a:ext cx="171720" cy="93240"/>
              </p14:xfrm>
            </p:contentPart>
          </mc:Choice>
          <mc:Fallback xmlns="">
            <p:pic>
              <p:nvPicPr>
                <p:cNvPr id="88" name="Ink 87">
                  <a:extLst>
                    <a:ext uri="{FF2B5EF4-FFF2-40B4-BE49-F238E27FC236}">
                      <a16:creationId xmlns:a16="http://schemas.microsoft.com/office/drawing/2014/main" id="{FD628BA6-9F93-ADB3-E96E-CC9872141702}"/>
                    </a:ext>
                  </a:extLst>
                </p:cNvPr>
                <p:cNvPicPr/>
                <p:nvPr/>
              </p:nvPicPr>
              <p:blipFill>
                <a:blip r:embed="rId123"/>
                <a:stretch>
                  <a:fillRect/>
                </a:stretch>
              </p:blipFill>
              <p:spPr>
                <a:xfrm>
                  <a:off x="3295319" y="5427382"/>
                  <a:ext cx="183960" cy="10548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24">
            <p14:nvContentPartPr>
              <p14:cNvPr id="91" name="Ink 90">
                <a:extLst>
                  <a:ext uri="{FF2B5EF4-FFF2-40B4-BE49-F238E27FC236}">
                    <a16:creationId xmlns:a16="http://schemas.microsoft.com/office/drawing/2014/main" id="{7A78C8C3-31FC-91C0-5293-5DB834E33752}"/>
                  </a:ext>
                </a:extLst>
              </p14:cNvPr>
              <p14:cNvContentPartPr/>
              <p14:nvPr/>
            </p14:nvContentPartPr>
            <p14:xfrm>
              <a:off x="5770679" y="5829862"/>
              <a:ext cx="171000" cy="569520"/>
            </p14:xfrm>
          </p:contentPart>
        </mc:Choice>
        <mc:Fallback xmlns="">
          <p:pic>
            <p:nvPicPr>
              <p:cNvPr id="91" name="Ink 90">
                <a:extLst>
                  <a:ext uri="{FF2B5EF4-FFF2-40B4-BE49-F238E27FC236}">
                    <a16:creationId xmlns:a16="http://schemas.microsoft.com/office/drawing/2014/main" id="{7A78C8C3-31FC-91C0-5293-5DB834E33752}"/>
                  </a:ext>
                </a:extLst>
              </p:cNvPr>
              <p:cNvPicPr/>
              <p:nvPr/>
            </p:nvPicPr>
            <p:blipFill>
              <a:blip r:embed="rId125"/>
              <a:stretch>
                <a:fillRect/>
              </a:stretch>
            </p:blipFill>
            <p:spPr>
              <a:xfrm>
                <a:off x="5764559" y="5823742"/>
                <a:ext cx="183240" cy="581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6">
            <p14:nvContentPartPr>
              <p14:cNvPr id="94" name="Ink 93">
                <a:extLst>
                  <a:ext uri="{FF2B5EF4-FFF2-40B4-BE49-F238E27FC236}">
                    <a16:creationId xmlns:a16="http://schemas.microsoft.com/office/drawing/2014/main" id="{F3CDEAFC-2FAC-B9B4-DA9E-4CD60595139E}"/>
                  </a:ext>
                </a:extLst>
              </p14:cNvPr>
              <p14:cNvContentPartPr/>
              <p14:nvPr/>
            </p14:nvContentPartPr>
            <p14:xfrm>
              <a:off x="6173879" y="6246022"/>
              <a:ext cx="27720" cy="7920"/>
            </p14:xfrm>
          </p:contentPart>
        </mc:Choice>
        <mc:Fallback xmlns="">
          <p:pic>
            <p:nvPicPr>
              <p:cNvPr id="94" name="Ink 93">
                <a:extLst>
                  <a:ext uri="{FF2B5EF4-FFF2-40B4-BE49-F238E27FC236}">
                    <a16:creationId xmlns:a16="http://schemas.microsoft.com/office/drawing/2014/main" id="{F3CDEAFC-2FAC-B9B4-DA9E-4CD60595139E}"/>
                  </a:ext>
                </a:extLst>
              </p:cNvPr>
              <p:cNvPicPr/>
              <p:nvPr/>
            </p:nvPicPr>
            <p:blipFill>
              <a:blip r:embed="rId127"/>
              <a:stretch>
                <a:fillRect/>
              </a:stretch>
            </p:blipFill>
            <p:spPr>
              <a:xfrm>
                <a:off x="6167759" y="6239902"/>
                <a:ext cx="39960" cy="20160"/>
              </a:xfrm>
              <a:prstGeom prst="rect">
                <a:avLst/>
              </a:prstGeom>
            </p:spPr>
          </p:pic>
        </mc:Fallback>
      </mc:AlternateContent>
      <p:grpSp>
        <p:nvGrpSpPr>
          <p:cNvPr id="98" name="Group 97">
            <a:extLst>
              <a:ext uri="{FF2B5EF4-FFF2-40B4-BE49-F238E27FC236}">
                <a16:creationId xmlns:a16="http://schemas.microsoft.com/office/drawing/2014/main" id="{8A94E7ED-2633-9885-69B2-A54770039AB8}"/>
              </a:ext>
            </a:extLst>
          </p:cNvPr>
          <p:cNvGrpSpPr/>
          <p:nvPr/>
        </p:nvGrpSpPr>
        <p:grpSpPr>
          <a:xfrm>
            <a:off x="5786879" y="5670382"/>
            <a:ext cx="1193400" cy="448200"/>
            <a:chOff x="5786879" y="5670382"/>
            <a:chExt cx="1193400" cy="448200"/>
          </a:xfrm>
        </p:grpSpPr>
        <mc:AlternateContent xmlns:mc="http://schemas.openxmlformats.org/markup-compatibility/2006" xmlns:p14="http://schemas.microsoft.com/office/powerpoint/2010/main" xmlns:aink="http://schemas.microsoft.com/office/drawing/2016/ink">
          <mc:Choice Requires="p14 aink">
            <p:contentPart p14:bwMode="auto" r:id="rId128">
              <p14:nvContentPartPr>
                <p14:cNvPr id="92" name="Ink 91">
                  <a:extLst>
                    <a:ext uri="{FF2B5EF4-FFF2-40B4-BE49-F238E27FC236}">
                      <a16:creationId xmlns:a16="http://schemas.microsoft.com/office/drawing/2014/main" id="{E0A62650-95EE-06F1-107E-7A2AB96EA9A6}"/>
                    </a:ext>
                  </a:extLst>
                </p14:cNvPr>
                <p14:cNvContentPartPr/>
                <p14:nvPr/>
              </p14:nvContentPartPr>
              <p14:xfrm>
                <a:off x="5786879" y="5757862"/>
                <a:ext cx="238320" cy="319320"/>
              </p14:xfrm>
            </p:contentPart>
          </mc:Choice>
          <mc:Fallback xmlns="">
            <p:pic>
              <p:nvPicPr>
                <p:cNvPr id="92" name="Ink 91">
                  <a:extLst>
                    <a:ext uri="{FF2B5EF4-FFF2-40B4-BE49-F238E27FC236}">
                      <a16:creationId xmlns:a16="http://schemas.microsoft.com/office/drawing/2014/main" id="{E0A62650-95EE-06F1-107E-7A2AB96EA9A6}"/>
                    </a:ext>
                  </a:extLst>
                </p:cNvPr>
                <p:cNvPicPr/>
                <p:nvPr/>
              </p:nvPicPr>
              <p:blipFill>
                <a:blip r:embed="rId129"/>
                <a:stretch>
                  <a:fillRect/>
                </a:stretch>
              </p:blipFill>
              <p:spPr>
                <a:xfrm>
                  <a:off x="5780759" y="5751742"/>
                  <a:ext cx="250560" cy="331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0">
              <p14:nvContentPartPr>
                <p14:cNvPr id="93" name="Ink 92">
                  <a:extLst>
                    <a:ext uri="{FF2B5EF4-FFF2-40B4-BE49-F238E27FC236}">
                      <a16:creationId xmlns:a16="http://schemas.microsoft.com/office/drawing/2014/main" id="{FF28275E-9398-0C62-749F-7DCFECD9EAC3}"/>
                    </a:ext>
                  </a:extLst>
                </p14:cNvPr>
                <p14:cNvContentPartPr/>
                <p14:nvPr/>
              </p14:nvContentPartPr>
              <p14:xfrm>
                <a:off x="6118439" y="6087622"/>
                <a:ext cx="100080" cy="18720"/>
              </p14:xfrm>
            </p:contentPart>
          </mc:Choice>
          <mc:Fallback xmlns="">
            <p:pic>
              <p:nvPicPr>
                <p:cNvPr id="93" name="Ink 92">
                  <a:extLst>
                    <a:ext uri="{FF2B5EF4-FFF2-40B4-BE49-F238E27FC236}">
                      <a16:creationId xmlns:a16="http://schemas.microsoft.com/office/drawing/2014/main" id="{FF28275E-9398-0C62-749F-7DCFECD9EAC3}"/>
                    </a:ext>
                  </a:extLst>
                </p:cNvPr>
                <p:cNvPicPr/>
                <p:nvPr/>
              </p:nvPicPr>
              <p:blipFill>
                <a:blip r:embed="rId131"/>
                <a:stretch>
                  <a:fillRect/>
                </a:stretch>
              </p:blipFill>
              <p:spPr>
                <a:xfrm>
                  <a:off x="6112319" y="6081502"/>
                  <a:ext cx="112320" cy="30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2">
              <p14:nvContentPartPr>
                <p14:cNvPr id="95" name="Ink 94">
                  <a:extLst>
                    <a:ext uri="{FF2B5EF4-FFF2-40B4-BE49-F238E27FC236}">
                      <a16:creationId xmlns:a16="http://schemas.microsoft.com/office/drawing/2014/main" id="{DD6988AE-EFB2-97A6-0698-8EC1903A3C94}"/>
                    </a:ext>
                  </a:extLst>
                </p14:cNvPr>
                <p14:cNvContentPartPr/>
                <p14:nvPr/>
              </p14:nvContentPartPr>
              <p14:xfrm>
                <a:off x="6359999" y="5805382"/>
                <a:ext cx="252720" cy="245160"/>
              </p14:xfrm>
            </p:contentPart>
          </mc:Choice>
          <mc:Fallback xmlns="">
            <p:pic>
              <p:nvPicPr>
                <p:cNvPr id="95" name="Ink 94">
                  <a:extLst>
                    <a:ext uri="{FF2B5EF4-FFF2-40B4-BE49-F238E27FC236}">
                      <a16:creationId xmlns:a16="http://schemas.microsoft.com/office/drawing/2014/main" id="{DD6988AE-EFB2-97A6-0698-8EC1903A3C94}"/>
                    </a:ext>
                  </a:extLst>
                </p:cNvPr>
                <p:cNvPicPr/>
                <p:nvPr/>
              </p:nvPicPr>
              <p:blipFill>
                <a:blip r:embed="rId133"/>
                <a:stretch>
                  <a:fillRect/>
                </a:stretch>
              </p:blipFill>
              <p:spPr>
                <a:xfrm>
                  <a:off x="6353879" y="5799262"/>
                  <a:ext cx="264960" cy="257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4">
              <p14:nvContentPartPr>
                <p14:cNvPr id="96" name="Ink 95">
                  <a:extLst>
                    <a:ext uri="{FF2B5EF4-FFF2-40B4-BE49-F238E27FC236}">
                      <a16:creationId xmlns:a16="http://schemas.microsoft.com/office/drawing/2014/main" id="{D38C2A55-C9C7-8F86-E251-42FF53B0275C}"/>
                    </a:ext>
                  </a:extLst>
                </p14:cNvPr>
                <p14:cNvContentPartPr/>
                <p14:nvPr/>
              </p14:nvContentPartPr>
              <p14:xfrm>
                <a:off x="6615239" y="5817622"/>
                <a:ext cx="360" cy="360"/>
              </p14:xfrm>
            </p:contentPart>
          </mc:Choice>
          <mc:Fallback xmlns="">
            <p:pic>
              <p:nvPicPr>
                <p:cNvPr id="96" name="Ink 95">
                  <a:extLst>
                    <a:ext uri="{FF2B5EF4-FFF2-40B4-BE49-F238E27FC236}">
                      <a16:creationId xmlns:a16="http://schemas.microsoft.com/office/drawing/2014/main" id="{D38C2A55-C9C7-8F86-E251-42FF53B0275C}"/>
                    </a:ext>
                  </a:extLst>
                </p:cNvPr>
                <p:cNvPicPr/>
                <p:nvPr/>
              </p:nvPicPr>
              <p:blipFill>
                <a:blip r:embed="rId135"/>
                <a:stretch>
                  <a:fillRect/>
                </a:stretch>
              </p:blipFill>
              <p:spPr>
                <a:xfrm>
                  <a:off x="6609119" y="5811502"/>
                  <a:ext cx="12600" cy="12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6">
              <p14:nvContentPartPr>
                <p14:cNvPr id="97" name="Ink 96">
                  <a:extLst>
                    <a:ext uri="{FF2B5EF4-FFF2-40B4-BE49-F238E27FC236}">
                      <a16:creationId xmlns:a16="http://schemas.microsoft.com/office/drawing/2014/main" id="{543BEA9D-AB29-F207-3ED6-4073C13CB86F}"/>
                    </a:ext>
                  </a:extLst>
                </p14:cNvPr>
                <p14:cNvContentPartPr/>
                <p14:nvPr/>
              </p14:nvContentPartPr>
              <p14:xfrm>
                <a:off x="6721439" y="5670382"/>
                <a:ext cx="258840" cy="448200"/>
              </p14:xfrm>
            </p:contentPart>
          </mc:Choice>
          <mc:Fallback xmlns="">
            <p:pic>
              <p:nvPicPr>
                <p:cNvPr id="97" name="Ink 96">
                  <a:extLst>
                    <a:ext uri="{FF2B5EF4-FFF2-40B4-BE49-F238E27FC236}">
                      <a16:creationId xmlns:a16="http://schemas.microsoft.com/office/drawing/2014/main" id="{543BEA9D-AB29-F207-3ED6-4073C13CB86F}"/>
                    </a:ext>
                  </a:extLst>
                </p:cNvPr>
                <p:cNvPicPr/>
                <p:nvPr/>
              </p:nvPicPr>
              <p:blipFill>
                <a:blip r:embed="rId137"/>
                <a:stretch>
                  <a:fillRect/>
                </a:stretch>
              </p:blipFill>
              <p:spPr>
                <a:xfrm>
                  <a:off x="6715319" y="5664262"/>
                  <a:ext cx="271080" cy="460440"/>
                </a:xfrm>
                <a:prstGeom prst="rect">
                  <a:avLst/>
                </a:prstGeom>
              </p:spPr>
            </p:pic>
          </mc:Fallback>
        </mc:AlternateContent>
      </p:grpSp>
      <p:grpSp>
        <p:nvGrpSpPr>
          <p:cNvPr id="102" name="Group 101">
            <a:extLst>
              <a:ext uri="{FF2B5EF4-FFF2-40B4-BE49-F238E27FC236}">
                <a16:creationId xmlns:a16="http://schemas.microsoft.com/office/drawing/2014/main" id="{AB3EEAF0-4CE8-D501-0492-995119F336D3}"/>
              </a:ext>
            </a:extLst>
          </p:cNvPr>
          <p:cNvGrpSpPr/>
          <p:nvPr/>
        </p:nvGrpSpPr>
        <p:grpSpPr>
          <a:xfrm>
            <a:off x="5437319" y="1945102"/>
            <a:ext cx="570240" cy="365400"/>
            <a:chOff x="5437319" y="1945102"/>
            <a:chExt cx="570240" cy="365400"/>
          </a:xfrm>
        </p:grpSpPr>
        <mc:AlternateContent xmlns:mc="http://schemas.openxmlformats.org/markup-compatibility/2006" xmlns:p14="http://schemas.microsoft.com/office/powerpoint/2010/main" xmlns:aink="http://schemas.microsoft.com/office/drawing/2016/ink">
          <mc:Choice Requires="p14 aink">
            <p:contentPart p14:bwMode="auto" r:id="rId138">
              <p14:nvContentPartPr>
                <p14:cNvPr id="99" name="Ink 98">
                  <a:extLst>
                    <a:ext uri="{FF2B5EF4-FFF2-40B4-BE49-F238E27FC236}">
                      <a16:creationId xmlns:a16="http://schemas.microsoft.com/office/drawing/2014/main" id="{0F96F75E-0C1A-2E1E-5309-A1D4F089E8CC}"/>
                    </a:ext>
                  </a:extLst>
                </p14:cNvPr>
                <p14:cNvContentPartPr/>
                <p14:nvPr/>
              </p14:nvContentPartPr>
              <p14:xfrm>
                <a:off x="5603279" y="2086582"/>
                <a:ext cx="104040" cy="50760"/>
              </p14:xfrm>
            </p:contentPart>
          </mc:Choice>
          <mc:Fallback xmlns="">
            <p:pic>
              <p:nvPicPr>
                <p:cNvPr id="99" name="Ink 98">
                  <a:extLst>
                    <a:ext uri="{FF2B5EF4-FFF2-40B4-BE49-F238E27FC236}">
                      <a16:creationId xmlns:a16="http://schemas.microsoft.com/office/drawing/2014/main" id="{0F96F75E-0C1A-2E1E-5309-A1D4F089E8CC}"/>
                    </a:ext>
                  </a:extLst>
                </p:cNvPr>
                <p:cNvPicPr/>
                <p:nvPr/>
              </p:nvPicPr>
              <p:blipFill>
                <a:blip r:embed="rId139"/>
                <a:stretch>
                  <a:fillRect/>
                </a:stretch>
              </p:blipFill>
              <p:spPr>
                <a:xfrm>
                  <a:off x="5597159" y="2080462"/>
                  <a:ext cx="116280" cy="63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0">
              <p14:nvContentPartPr>
                <p14:cNvPr id="100" name="Ink 99">
                  <a:extLst>
                    <a:ext uri="{FF2B5EF4-FFF2-40B4-BE49-F238E27FC236}">
                      <a16:creationId xmlns:a16="http://schemas.microsoft.com/office/drawing/2014/main" id="{AD504501-ED36-8AAC-208F-3E53B5D946E7}"/>
                    </a:ext>
                  </a:extLst>
                </p14:cNvPr>
                <p14:cNvContentPartPr/>
                <p14:nvPr/>
              </p14:nvContentPartPr>
              <p14:xfrm>
                <a:off x="5437319" y="1957342"/>
                <a:ext cx="570240" cy="353160"/>
              </p14:xfrm>
            </p:contentPart>
          </mc:Choice>
          <mc:Fallback xmlns="">
            <p:pic>
              <p:nvPicPr>
                <p:cNvPr id="100" name="Ink 99">
                  <a:extLst>
                    <a:ext uri="{FF2B5EF4-FFF2-40B4-BE49-F238E27FC236}">
                      <a16:creationId xmlns:a16="http://schemas.microsoft.com/office/drawing/2014/main" id="{AD504501-ED36-8AAC-208F-3E53B5D946E7}"/>
                    </a:ext>
                  </a:extLst>
                </p:cNvPr>
                <p:cNvPicPr/>
                <p:nvPr/>
              </p:nvPicPr>
              <p:blipFill>
                <a:blip r:embed="rId141"/>
                <a:stretch>
                  <a:fillRect/>
                </a:stretch>
              </p:blipFill>
              <p:spPr>
                <a:xfrm>
                  <a:off x="5431199" y="1951222"/>
                  <a:ext cx="582480" cy="365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2">
              <p14:nvContentPartPr>
                <p14:cNvPr id="101" name="Ink 100">
                  <a:extLst>
                    <a:ext uri="{FF2B5EF4-FFF2-40B4-BE49-F238E27FC236}">
                      <a16:creationId xmlns:a16="http://schemas.microsoft.com/office/drawing/2014/main" id="{18470B38-6462-7C68-6D84-39109E7189B6}"/>
                    </a:ext>
                  </a:extLst>
                </p14:cNvPr>
                <p14:cNvContentPartPr/>
                <p14:nvPr/>
              </p14:nvContentPartPr>
              <p14:xfrm>
                <a:off x="5467919" y="1945102"/>
                <a:ext cx="288720" cy="328320"/>
              </p14:xfrm>
            </p:contentPart>
          </mc:Choice>
          <mc:Fallback xmlns="">
            <p:pic>
              <p:nvPicPr>
                <p:cNvPr id="101" name="Ink 100">
                  <a:extLst>
                    <a:ext uri="{FF2B5EF4-FFF2-40B4-BE49-F238E27FC236}">
                      <a16:creationId xmlns:a16="http://schemas.microsoft.com/office/drawing/2014/main" id="{18470B38-6462-7C68-6D84-39109E7189B6}"/>
                    </a:ext>
                  </a:extLst>
                </p:cNvPr>
                <p:cNvPicPr/>
                <p:nvPr/>
              </p:nvPicPr>
              <p:blipFill>
                <a:blip r:embed="rId143"/>
                <a:stretch>
                  <a:fillRect/>
                </a:stretch>
              </p:blipFill>
              <p:spPr>
                <a:xfrm>
                  <a:off x="5461799" y="1938982"/>
                  <a:ext cx="300960" cy="340560"/>
                </a:xfrm>
                <a:prstGeom prst="rect">
                  <a:avLst/>
                </a:prstGeom>
              </p:spPr>
            </p:pic>
          </mc:Fallback>
        </mc:AlternateContent>
      </p:grpSp>
      <p:grpSp>
        <p:nvGrpSpPr>
          <p:cNvPr id="105" name="Group 104">
            <a:extLst>
              <a:ext uri="{FF2B5EF4-FFF2-40B4-BE49-F238E27FC236}">
                <a16:creationId xmlns:a16="http://schemas.microsoft.com/office/drawing/2014/main" id="{8FE79F55-EF83-0035-E91B-CAFDD6935C4F}"/>
              </a:ext>
            </a:extLst>
          </p:cNvPr>
          <p:cNvGrpSpPr/>
          <p:nvPr/>
        </p:nvGrpSpPr>
        <p:grpSpPr>
          <a:xfrm>
            <a:off x="5455679" y="3669862"/>
            <a:ext cx="758880" cy="803160"/>
            <a:chOff x="5455679" y="3669862"/>
            <a:chExt cx="758880" cy="803160"/>
          </a:xfrm>
        </p:grpSpPr>
        <mc:AlternateContent xmlns:mc="http://schemas.openxmlformats.org/markup-compatibility/2006" xmlns:p14="http://schemas.microsoft.com/office/powerpoint/2010/main" xmlns:aink="http://schemas.microsoft.com/office/drawing/2016/ink">
          <mc:Choice Requires="p14 aink">
            <p:contentPart p14:bwMode="auto" r:id="rId144">
              <p14:nvContentPartPr>
                <p14:cNvPr id="103" name="Ink 102">
                  <a:extLst>
                    <a:ext uri="{FF2B5EF4-FFF2-40B4-BE49-F238E27FC236}">
                      <a16:creationId xmlns:a16="http://schemas.microsoft.com/office/drawing/2014/main" id="{DDB7131D-E2D6-6EEF-7EA2-86ED2F8545A0}"/>
                    </a:ext>
                  </a:extLst>
                </p14:cNvPr>
                <p14:cNvContentPartPr/>
                <p14:nvPr/>
              </p14:nvContentPartPr>
              <p14:xfrm>
                <a:off x="5643599" y="3718822"/>
                <a:ext cx="512280" cy="754200"/>
              </p14:xfrm>
            </p:contentPart>
          </mc:Choice>
          <mc:Fallback xmlns="">
            <p:pic>
              <p:nvPicPr>
                <p:cNvPr id="103" name="Ink 102">
                  <a:extLst>
                    <a:ext uri="{FF2B5EF4-FFF2-40B4-BE49-F238E27FC236}">
                      <a16:creationId xmlns:a16="http://schemas.microsoft.com/office/drawing/2014/main" id="{DDB7131D-E2D6-6EEF-7EA2-86ED2F8545A0}"/>
                    </a:ext>
                  </a:extLst>
                </p:cNvPr>
                <p:cNvPicPr/>
                <p:nvPr/>
              </p:nvPicPr>
              <p:blipFill>
                <a:blip r:embed="rId145"/>
                <a:stretch>
                  <a:fillRect/>
                </a:stretch>
              </p:blipFill>
              <p:spPr>
                <a:xfrm>
                  <a:off x="5637479" y="3712702"/>
                  <a:ext cx="524520" cy="766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6">
              <p14:nvContentPartPr>
                <p14:cNvPr id="104" name="Ink 103">
                  <a:extLst>
                    <a:ext uri="{FF2B5EF4-FFF2-40B4-BE49-F238E27FC236}">
                      <a16:creationId xmlns:a16="http://schemas.microsoft.com/office/drawing/2014/main" id="{B28A8EA3-BBB4-F17D-DBA2-35953521874D}"/>
                    </a:ext>
                  </a:extLst>
                </p14:cNvPr>
                <p14:cNvContentPartPr/>
                <p14:nvPr/>
              </p14:nvContentPartPr>
              <p14:xfrm>
                <a:off x="5455679" y="3669862"/>
                <a:ext cx="758880" cy="790200"/>
              </p14:xfrm>
            </p:contentPart>
          </mc:Choice>
          <mc:Fallback xmlns="">
            <p:pic>
              <p:nvPicPr>
                <p:cNvPr id="104" name="Ink 103">
                  <a:extLst>
                    <a:ext uri="{FF2B5EF4-FFF2-40B4-BE49-F238E27FC236}">
                      <a16:creationId xmlns:a16="http://schemas.microsoft.com/office/drawing/2014/main" id="{B28A8EA3-BBB4-F17D-DBA2-35953521874D}"/>
                    </a:ext>
                  </a:extLst>
                </p:cNvPr>
                <p:cNvPicPr/>
                <p:nvPr/>
              </p:nvPicPr>
              <p:blipFill>
                <a:blip r:embed="rId147"/>
                <a:stretch>
                  <a:fillRect/>
                </a:stretch>
              </p:blipFill>
              <p:spPr>
                <a:xfrm>
                  <a:off x="5449559" y="3663742"/>
                  <a:ext cx="771120" cy="802440"/>
                </a:xfrm>
                <a:prstGeom prst="rect">
                  <a:avLst/>
                </a:prstGeom>
              </p:spPr>
            </p:pic>
          </mc:Fallback>
        </mc:AlternateContent>
      </p:grpSp>
    </p:spTree>
    <p:extLst>
      <p:ext uri="{BB962C8B-B14F-4D97-AF65-F5344CB8AC3E}">
        <p14:creationId xmlns:p14="http://schemas.microsoft.com/office/powerpoint/2010/main" val="2268219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29C7-719E-F0EA-E7A2-50787D9F8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23ABD-F2FA-893D-8D77-DEEB8264726E}"/>
              </a:ext>
            </a:extLst>
          </p:cNvPr>
          <p:cNvSpPr>
            <a:spLocks noGrp="1"/>
          </p:cNvSpPr>
          <p:nvPr>
            <p:ph type="title"/>
          </p:nvPr>
        </p:nvSpPr>
        <p:spPr>
          <a:xfrm>
            <a:off x="667696" y="0"/>
            <a:ext cx="10194640" cy="1772705"/>
          </a:xfrm>
        </p:spPr>
        <p:txBody>
          <a:bodyPr/>
          <a:lstStyle/>
          <a:p>
            <a:r>
              <a:rPr lang="en-IN" dirty="0"/>
              <a:t>Transfer Learning</a:t>
            </a:r>
          </a:p>
        </p:txBody>
      </p:sp>
      <p:sp>
        <p:nvSpPr>
          <p:cNvPr id="3" name="Content Placeholder 2">
            <a:extLst>
              <a:ext uri="{FF2B5EF4-FFF2-40B4-BE49-F238E27FC236}">
                <a16:creationId xmlns:a16="http://schemas.microsoft.com/office/drawing/2014/main" id="{5339EB75-AA0C-2BF5-ECFA-B793F24AA7A4}"/>
              </a:ext>
            </a:extLst>
          </p:cNvPr>
          <p:cNvSpPr>
            <a:spLocks noGrp="1"/>
          </p:cNvSpPr>
          <p:nvPr>
            <p:ph idx="1"/>
          </p:nvPr>
        </p:nvSpPr>
        <p:spPr>
          <a:xfrm>
            <a:off x="576051" y="1960218"/>
            <a:ext cx="6033403" cy="4023360"/>
          </a:xfrm>
        </p:spPr>
        <p:txBody>
          <a:bodyPr>
            <a:normAutofit lnSpcReduction="10000"/>
          </a:bodyPr>
          <a:lstStyle/>
          <a:p>
            <a:pPr algn="just">
              <a:buFont typeface="Wingdings" panose="05000000000000000000" pitchFamily="2" charset="2"/>
              <a:buChar char="Ø"/>
            </a:pPr>
            <a:r>
              <a:rPr lang="en-US" b="0" i="0" dirty="0">
                <a:solidFill>
                  <a:srgbClr val="242424"/>
                </a:solidFill>
                <a:effectLst/>
                <a:latin typeface="source-serif-pro"/>
              </a:rPr>
              <a:t> </a:t>
            </a:r>
            <a:r>
              <a:rPr lang="en-US" b="1" dirty="0"/>
              <a:t>Transfer Learning </a:t>
            </a:r>
            <a:r>
              <a:rPr lang="en-US" dirty="0"/>
              <a:t>is a widely used approach in machine learning and deep learning where knowledge gained from solving one task is applied to a different but related task. </a:t>
            </a:r>
          </a:p>
          <a:p>
            <a:pPr algn="just">
              <a:buFont typeface="Wingdings" panose="05000000000000000000" pitchFamily="2" charset="2"/>
              <a:buChar char="Ø"/>
            </a:pPr>
            <a:r>
              <a:rPr lang="en-US" dirty="0"/>
              <a:t>It takes advantage of </a:t>
            </a:r>
            <a:r>
              <a:rPr lang="en-US" b="1" dirty="0"/>
              <a:t>pre-trained models </a:t>
            </a:r>
            <a:r>
              <a:rPr lang="en-US" dirty="0"/>
              <a:t>to address new challenges more effectively and with less training effort.</a:t>
            </a:r>
          </a:p>
          <a:p>
            <a:pPr algn="just">
              <a:buFont typeface="Wingdings" panose="05000000000000000000" pitchFamily="2" charset="2"/>
              <a:buChar char="Ø"/>
            </a:pPr>
            <a:endParaRPr lang="en-US" b="0" i="0" dirty="0">
              <a:solidFill>
                <a:srgbClr val="242424"/>
              </a:solidFill>
              <a:effectLst/>
              <a:latin typeface="source-serif-pro"/>
            </a:endParaRPr>
          </a:p>
          <a:p>
            <a:pPr algn="just">
              <a:buFont typeface="Wingdings" panose="05000000000000000000" pitchFamily="2" charset="2"/>
              <a:buChar char="Ø"/>
            </a:pPr>
            <a:r>
              <a:rPr lang="en-US" b="0" i="1" dirty="0">
                <a:solidFill>
                  <a:srgbClr val="242424"/>
                </a:solidFill>
                <a:effectLst/>
                <a:latin typeface="source-serif-pro"/>
              </a:rPr>
              <a:t> </a:t>
            </a:r>
            <a:r>
              <a:rPr lang="en-US" b="1" i="1" dirty="0">
                <a:solidFill>
                  <a:srgbClr val="242424"/>
                </a:solidFill>
                <a:effectLst/>
                <a:latin typeface="source-serif-pro"/>
              </a:rPr>
              <a:t>Pre-trained CNN </a:t>
            </a:r>
            <a:r>
              <a:rPr lang="en-US" b="0" i="1" dirty="0">
                <a:solidFill>
                  <a:srgbClr val="242424"/>
                </a:solidFill>
                <a:effectLst/>
                <a:latin typeface="source-serif-pro"/>
              </a:rPr>
              <a:t>(Convolutional Neural Network) models are neural networks that have been trained on a large dataset. </a:t>
            </a:r>
            <a:r>
              <a:rPr lang="en-US" b="0" i="0" dirty="0">
                <a:solidFill>
                  <a:srgbClr val="242424"/>
                </a:solidFill>
                <a:effectLst/>
                <a:latin typeface="source-serif-pro"/>
              </a:rPr>
              <a:t>These models have already learned to recognize a wide range of features and patterns in images.</a:t>
            </a:r>
          </a:p>
        </p:txBody>
      </p:sp>
      <p:sp>
        <p:nvSpPr>
          <p:cNvPr id="7" name="Rectangle 2">
            <a:extLst>
              <a:ext uri="{FF2B5EF4-FFF2-40B4-BE49-F238E27FC236}">
                <a16:creationId xmlns:a16="http://schemas.microsoft.com/office/drawing/2014/main" id="{C3B6D466-E077-4BE0-E46B-A362A7EDA6A8}"/>
              </a:ext>
            </a:extLst>
          </p:cNvPr>
          <p:cNvSpPr>
            <a:spLocks noChangeArrowheads="1"/>
          </p:cNvSpPr>
          <p:nvPr/>
        </p:nvSpPr>
        <p:spPr bwMode="auto">
          <a:xfrm>
            <a:off x="784707" y="4062870"/>
            <a:ext cx="833474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FF0000"/>
                </a:solidFill>
                <a:effectLst/>
                <a:latin typeface="Arial" panose="020B0604020202020204" pitchFamily="34" charset="0"/>
              </a:rPr>
              <a:t>For example, balancing on a bicycle helps when learning to ride a motorbike</a:t>
            </a:r>
            <a:r>
              <a:rPr kumimoji="0" lang="en-US" altLang="en-US" sz="11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pic>
        <p:nvPicPr>
          <p:cNvPr id="1028" name="Picture 4" descr="Mechanism of transfer learning using pre-trained models">
            <a:extLst>
              <a:ext uri="{FF2B5EF4-FFF2-40B4-BE49-F238E27FC236}">
                <a16:creationId xmlns:a16="http://schemas.microsoft.com/office/drawing/2014/main" id="{B62016D9-CF3B-8D6C-A9ED-CC0D777BE4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0844" y="2896392"/>
            <a:ext cx="5043406" cy="216569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A0E261-E61D-ABB5-A074-81ED9BA2823C}"/>
              </a:ext>
            </a:extLst>
          </p:cNvPr>
          <p:cNvSpPr txBox="1"/>
          <p:nvPr/>
        </p:nvSpPr>
        <p:spPr>
          <a:xfrm>
            <a:off x="8812607" y="5179555"/>
            <a:ext cx="3651464" cy="369332"/>
          </a:xfrm>
          <a:prstGeom prst="rect">
            <a:avLst/>
          </a:prstGeom>
          <a:noFill/>
        </p:spPr>
        <p:txBody>
          <a:bodyPr wrap="square" rtlCol="0">
            <a:spAutoFit/>
          </a:bodyPr>
          <a:lstStyle/>
          <a:p>
            <a:r>
              <a:rPr lang="en-IN" dirty="0">
                <a:hlinkClick r:id="rId3"/>
              </a:rPr>
              <a:t>Image Source</a:t>
            </a:r>
            <a:endParaRPr lang="en-IN" dirty="0"/>
          </a:p>
        </p:txBody>
      </p:sp>
    </p:spTree>
    <p:extLst>
      <p:ext uri="{BB962C8B-B14F-4D97-AF65-F5344CB8AC3E}">
        <p14:creationId xmlns:p14="http://schemas.microsoft.com/office/powerpoint/2010/main" val="2721836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F0DE4-BCD1-EC44-F0E4-124A7DC748CC}"/>
              </a:ext>
            </a:extLst>
          </p:cNvPr>
          <p:cNvSpPr>
            <a:spLocks noGrp="1"/>
          </p:cNvSpPr>
          <p:nvPr>
            <p:ph type="title"/>
          </p:nvPr>
        </p:nvSpPr>
        <p:spPr/>
        <p:txBody>
          <a:bodyPr/>
          <a:lstStyle/>
          <a:p>
            <a:r>
              <a:rPr lang="en-IN" dirty="0"/>
              <a:t>Famous Pre-Trained Models</a:t>
            </a:r>
          </a:p>
        </p:txBody>
      </p:sp>
      <p:sp>
        <p:nvSpPr>
          <p:cNvPr id="3" name="Content Placeholder 2">
            <a:extLst>
              <a:ext uri="{FF2B5EF4-FFF2-40B4-BE49-F238E27FC236}">
                <a16:creationId xmlns:a16="http://schemas.microsoft.com/office/drawing/2014/main" id="{15883AC1-F9E0-D62C-1DE0-3276CB53EE99}"/>
              </a:ext>
            </a:extLst>
          </p:cNvPr>
          <p:cNvSpPr>
            <a:spLocks noGrp="1"/>
          </p:cNvSpPr>
          <p:nvPr>
            <p:ph idx="1"/>
          </p:nvPr>
        </p:nvSpPr>
        <p:spPr/>
        <p:txBody>
          <a:bodyPr/>
          <a:lstStyle/>
          <a:p>
            <a:pPr>
              <a:buFont typeface="Wingdings" panose="05000000000000000000" pitchFamily="2" charset="2"/>
              <a:buChar char="Ø"/>
            </a:pPr>
            <a:r>
              <a:rPr lang="en-IN" b="1" dirty="0"/>
              <a:t>VGG – 16</a:t>
            </a:r>
          </a:p>
          <a:p>
            <a:pPr>
              <a:buFont typeface="Wingdings" panose="05000000000000000000" pitchFamily="2" charset="2"/>
              <a:buChar char="Ø"/>
            </a:pPr>
            <a:r>
              <a:rPr lang="en-IN" b="1" dirty="0"/>
              <a:t>VGG – 19</a:t>
            </a:r>
          </a:p>
          <a:p>
            <a:pPr>
              <a:buFont typeface="Wingdings" panose="05000000000000000000" pitchFamily="2" charset="2"/>
              <a:buChar char="Ø"/>
            </a:pPr>
            <a:r>
              <a:rPr lang="en-IN" b="1" i="0" dirty="0" err="1">
                <a:effectLst/>
                <a:latin typeface="sohne"/>
              </a:rPr>
              <a:t>ResNet</a:t>
            </a:r>
            <a:endParaRPr lang="en-IN" b="1" i="0" dirty="0">
              <a:effectLst/>
              <a:latin typeface="sohne"/>
            </a:endParaRPr>
          </a:p>
          <a:p>
            <a:pPr>
              <a:buFont typeface="Wingdings" panose="05000000000000000000" pitchFamily="2" charset="2"/>
              <a:buChar char="Ø"/>
            </a:pPr>
            <a:r>
              <a:rPr lang="en-IN" b="1" dirty="0" err="1">
                <a:latin typeface="sohne"/>
              </a:rPr>
              <a:t>GoogleNet</a:t>
            </a:r>
            <a:endParaRPr lang="en-IN" b="1" dirty="0">
              <a:latin typeface="sohne"/>
            </a:endParaRPr>
          </a:p>
          <a:p>
            <a:pPr>
              <a:buFont typeface="Wingdings" panose="05000000000000000000" pitchFamily="2" charset="2"/>
              <a:buChar char="Ø"/>
            </a:pPr>
            <a:r>
              <a:rPr lang="en-IN" b="1" i="0" dirty="0" err="1">
                <a:effectLst/>
                <a:latin typeface="sohne"/>
              </a:rPr>
              <a:t>AlexNet</a:t>
            </a:r>
            <a:endParaRPr lang="en-IN" b="1" i="0" dirty="0">
              <a:effectLst/>
              <a:latin typeface="sohne"/>
            </a:endParaRPr>
          </a:p>
          <a:p>
            <a:pPr>
              <a:buFont typeface="Wingdings" panose="05000000000000000000" pitchFamily="2" charset="2"/>
              <a:buChar char="Ø"/>
            </a:pPr>
            <a:r>
              <a:rPr lang="en-IN" b="1" dirty="0" err="1">
                <a:latin typeface="sohne"/>
              </a:rPr>
              <a:t>MobileNet</a:t>
            </a:r>
            <a:endParaRPr lang="en-IN" b="1" dirty="0">
              <a:latin typeface="sohne"/>
            </a:endParaRPr>
          </a:p>
          <a:p>
            <a:pPr>
              <a:buFont typeface="Wingdings" panose="05000000000000000000" pitchFamily="2" charset="2"/>
              <a:buChar char="Ø"/>
            </a:pPr>
            <a:r>
              <a:rPr lang="en-IN" b="1" i="0" dirty="0">
                <a:effectLst/>
                <a:latin typeface="sohne"/>
              </a:rPr>
              <a:t>InceptionV3</a:t>
            </a:r>
          </a:p>
          <a:p>
            <a:pPr>
              <a:buFont typeface="Wingdings" panose="05000000000000000000" pitchFamily="2" charset="2"/>
              <a:buChar char="Ø"/>
            </a:pPr>
            <a:endParaRPr lang="en-IN" b="1" i="0" dirty="0">
              <a:effectLst/>
              <a:latin typeface="sohne"/>
            </a:endParaRPr>
          </a:p>
          <a:p>
            <a:pPr>
              <a:buFont typeface="Wingdings" panose="05000000000000000000" pitchFamily="2" charset="2"/>
              <a:buChar char="Ø"/>
            </a:pPr>
            <a:endParaRPr lang="en-IN" dirty="0"/>
          </a:p>
          <a:p>
            <a:pPr>
              <a:buFont typeface="Wingdings" panose="05000000000000000000" pitchFamily="2" charset="2"/>
              <a:buChar char="Ø"/>
            </a:pPr>
            <a:endParaRPr lang="en-IN" dirty="0"/>
          </a:p>
        </p:txBody>
      </p:sp>
      <p:grpSp>
        <p:nvGrpSpPr>
          <p:cNvPr id="13" name="Group 12">
            <a:extLst>
              <a:ext uri="{FF2B5EF4-FFF2-40B4-BE49-F238E27FC236}">
                <a16:creationId xmlns:a16="http://schemas.microsoft.com/office/drawing/2014/main" id="{6010DEE4-C344-AE14-6B6D-C8F04D7F0E14}"/>
              </a:ext>
            </a:extLst>
          </p:cNvPr>
          <p:cNvGrpSpPr/>
          <p:nvPr/>
        </p:nvGrpSpPr>
        <p:grpSpPr>
          <a:xfrm>
            <a:off x="3179399" y="1787422"/>
            <a:ext cx="1221120" cy="539640"/>
            <a:chOff x="3179399" y="1787422"/>
            <a:chExt cx="1221120" cy="53964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5A011C4-EED9-04FB-DBFC-99248FFB605F}"/>
                    </a:ext>
                  </a:extLst>
                </p14:cNvPr>
                <p14:cNvContentPartPr/>
                <p14:nvPr/>
              </p14:nvContentPartPr>
              <p14:xfrm>
                <a:off x="3180119" y="1787422"/>
                <a:ext cx="621720" cy="539640"/>
              </p14:xfrm>
            </p:contentPart>
          </mc:Choice>
          <mc:Fallback xmlns="">
            <p:pic>
              <p:nvPicPr>
                <p:cNvPr id="4" name="Ink 3">
                  <a:extLst>
                    <a:ext uri="{FF2B5EF4-FFF2-40B4-BE49-F238E27FC236}">
                      <a16:creationId xmlns:a16="http://schemas.microsoft.com/office/drawing/2014/main" id="{C5A011C4-EED9-04FB-DBFC-99248FFB605F}"/>
                    </a:ext>
                  </a:extLst>
                </p:cNvPr>
                <p:cNvPicPr/>
                <p:nvPr/>
              </p:nvPicPr>
              <p:blipFill>
                <a:blip r:embed="rId3"/>
                <a:stretch>
                  <a:fillRect/>
                </a:stretch>
              </p:blipFill>
              <p:spPr>
                <a:xfrm>
                  <a:off x="3173999" y="1781302"/>
                  <a:ext cx="633960" cy="551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275CD696-8DB9-4CE6-85A1-64CC70623C38}"/>
                    </a:ext>
                  </a:extLst>
                </p14:cNvPr>
                <p14:cNvContentPartPr/>
                <p14:nvPr/>
              </p14:nvContentPartPr>
              <p14:xfrm>
                <a:off x="3314759" y="2144182"/>
                <a:ext cx="366120" cy="21600"/>
              </p14:xfrm>
            </p:contentPart>
          </mc:Choice>
          <mc:Fallback xmlns="">
            <p:pic>
              <p:nvPicPr>
                <p:cNvPr id="5" name="Ink 4">
                  <a:extLst>
                    <a:ext uri="{FF2B5EF4-FFF2-40B4-BE49-F238E27FC236}">
                      <a16:creationId xmlns:a16="http://schemas.microsoft.com/office/drawing/2014/main" id="{275CD696-8DB9-4CE6-85A1-64CC70623C38}"/>
                    </a:ext>
                  </a:extLst>
                </p:cNvPr>
                <p:cNvPicPr/>
                <p:nvPr/>
              </p:nvPicPr>
              <p:blipFill>
                <a:blip r:embed="rId5"/>
                <a:stretch>
                  <a:fillRect/>
                </a:stretch>
              </p:blipFill>
              <p:spPr>
                <a:xfrm>
                  <a:off x="3308639" y="2138062"/>
                  <a:ext cx="3783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6A5246B3-A98A-C8B1-41E8-BAC11E58496A}"/>
                    </a:ext>
                  </a:extLst>
                </p14:cNvPr>
                <p14:cNvContentPartPr/>
                <p14:nvPr/>
              </p14:nvContentPartPr>
              <p14:xfrm>
                <a:off x="3179399" y="2233102"/>
                <a:ext cx="378000" cy="26640"/>
              </p14:xfrm>
            </p:contentPart>
          </mc:Choice>
          <mc:Fallback xmlns="">
            <p:pic>
              <p:nvPicPr>
                <p:cNvPr id="6" name="Ink 5">
                  <a:extLst>
                    <a:ext uri="{FF2B5EF4-FFF2-40B4-BE49-F238E27FC236}">
                      <a16:creationId xmlns:a16="http://schemas.microsoft.com/office/drawing/2014/main" id="{6A5246B3-A98A-C8B1-41E8-BAC11E58496A}"/>
                    </a:ext>
                  </a:extLst>
                </p:cNvPr>
                <p:cNvPicPr/>
                <p:nvPr/>
              </p:nvPicPr>
              <p:blipFill>
                <a:blip r:embed="rId7"/>
                <a:stretch>
                  <a:fillRect/>
                </a:stretch>
              </p:blipFill>
              <p:spPr>
                <a:xfrm>
                  <a:off x="3173279" y="2226982"/>
                  <a:ext cx="3902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965E779E-C5E5-AC9D-EBD2-29241AAAAE73}"/>
                    </a:ext>
                  </a:extLst>
                </p14:cNvPr>
                <p14:cNvContentPartPr/>
                <p14:nvPr/>
              </p14:nvContentPartPr>
              <p14:xfrm>
                <a:off x="3973199" y="1901182"/>
                <a:ext cx="79200" cy="198360"/>
              </p14:xfrm>
            </p:contentPart>
          </mc:Choice>
          <mc:Fallback xmlns="">
            <p:pic>
              <p:nvPicPr>
                <p:cNvPr id="7" name="Ink 6">
                  <a:extLst>
                    <a:ext uri="{FF2B5EF4-FFF2-40B4-BE49-F238E27FC236}">
                      <a16:creationId xmlns:a16="http://schemas.microsoft.com/office/drawing/2014/main" id="{965E779E-C5E5-AC9D-EBD2-29241AAAAE73}"/>
                    </a:ext>
                  </a:extLst>
                </p:cNvPr>
                <p:cNvPicPr/>
                <p:nvPr/>
              </p:nvPicPr>
              <p:blipFill>
                <a:blip r:embed="rId9"/>
                <a:stretch>
                  <a:fillRect/>
                </a:stretch>
              </p:blipFill>
              <p:spPr>
                <a:xfrm>
                  <a:off x="3967079" y="1895062"/>
                  <a:ext cx="9144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21CB2250-898A-5728-F5B7-D60C9C00B3BE}"/>
                    </a:ext>
                  </a:extLst>
                </p14:cNvPr>
                <p14:cNvContentPartPr/>
                <p14:nvPr/>
              </p14:nvContentPartPr>
              <p14:xfrm>
                <a:off x="4187759" y="1906222"/>
                <a:ext cx="51840" cy="232920"/>
              </p14:xfrm>
            </p:contentPart>
          </mc:Choice>
          <mc:Fallback xmlns="">
            <p:pic>
              <p:nvPicPr>
                <p:cNvPr id="8" name="Ink 7">
                  <a:extLst>
                    <a:ext uri="{FF2B5EF4-FFF2-40B4-BE49-F238E27FC236}">
                      <a16:creationId xmlns:a16="http://schemas.microsoft.com/office/drawing/2014/main" id="{21CB2250-898A-5728-F5B7-D60C9C00B3BE}"/>
                    </a:ext>
                  </a:extLst>
                </p:cNvPr>
                <p:cNvPicPr/>
                <p:nvPr/>
              </p:nvPicPr>
              <p:blipFill>
                <a:blip r:embed="rId11"/>
                <a:stretch>
                  <a:fillRect/>
                </a:stretch>
              </p:blipFill>
              <p:spPr>
                <a:xfrm>
                  <a:off x="4181639" y="1900102"/>
                  <a:ext cx="6408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1E555A21-9A00-025C-A2CA-7A8AE1643608}"/>
                    </a:ext>
                  </a:extLst>
                </p14:cNvPr>
                <p14:cNvContentPartPr/>
                <p14:nvPr/>
              </p14:nvContentPartPr>
              <p14:xfrm>
                <a:off x="4224839" y="2186302"/>
                <a:ext cx="26280" cy="15120"/>
              </p14:xfrm>
            </p:contentPart>
          </mc:Choice>
          <mc:Fallback xmlns="">
            <p:pic>
              <p:nvPicPr>
                <p:cNvPr id="9" name="Ink 8">
                  <a:extLst>
                    <a:ext uri="{FF2B5EF4-FFF2-40B4-BE49-F238E27FC236}">
                      <a16:creationId xmlns:a16="http://schemas.microsoft.com/office/drawing/2014/main" id="{1E555A21-9A00-025C-A2CA-7A8AE1643608}"/>
                    </a:ext>
                  </a:extLst>
                </p:cNvPr>
                <p:cNvPicPr/>
                <p:nvPr/>
              </p:nvPicPr>
              <p:blipFill>
                <a:blip r:embed="rId13"/>
                <a:stretch>
                  <a:fillRect/>
                </a:stretch>
              </p:blipFill>
              <p:spPr>
                <a:xfrm>
                  <a:off x="4218719" y="2180182"/>
                  <a:ext cx="385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33056FCB-56B4-E61C-59E5-0483E9620CC1}"/>
                    </a:ext>
                  </a:extLst>
                </p14:cNvPr>
                <p14:cNvContentPartPr/>
                <p14:nvPr/>
              </p14:nvContentPartPr>
              <p14:xfrm>
                <a:off x="4323479" y="1904422"/>
                <a:ext cx="77040" cy="204480"/>
              </p14:xfrm>
            </p:contentPart>
          </mc:Choice>
          <mc:Fallback xmlns="">
            <p:pic>
              <p:nvPicPr>
                <p:cNvPr id="10" name="Ink 9">
                  <a:extLst>
                    <a:ext uri="{FF2B5EF4-FFF2-40B4-BE49-F238E27FC236}">
                      <a16:creationId xmlns:a16="http://schemas.microsoft.com/office/drawing/2014/main" id="{33056FCB-56B4-E61C-59E5-0483E9620CC1}"/>
                    </a:ext>
                  </a:extLst>
                </p:cNvPr>
                <p:cNvPicPr/>
                <p:nvPr/>
              </p:nvPicPr>
              <p:blipFill>
                <a:blip r:embed="rId15"/>
                <a:stretch>
                  <a:fillRect/>
                </a:stretch>
              </p:blipFill>
              <p:spPr>
                <a:xfrm>
                  <a:off x="4317359" y="1898302"/>
                  <a:ext cx="8928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324A2C75-439B-04EE-1519-ED2F74B916A1}"/>
                    </a:ext>
                  </a:extLst>
                </p14:cNvPr>
                <p14:cNvContentPartPr/>
                <p14:nvPr/>
              </p14:nvContentPartPr>
              <p14:xfrm>
                <a:off x="4338959" y="2126542"/>
                <a:ext cx="21600" cy="4680"/>
              </p14:xfrm>
            </p:contentPart>
          </mc:Choice>
          <mc:Fallback xmlns="">
            <p:pic>
              <p:nvPicPr>
                <p:cNvPr id="11" name="Ink 10">
                  <a:extLst>
                    <a:ext uri="{FF2B5EF4-FFF2-40B4-BE49-F238E27FC236}">
                      <a16:creationId xmlns:a16="http://schemas.microsoft.com/office/drawing/2014/main" id="{324A2C75-439B-04EE-1519-ED2F74B916A1}"/>
                    </a:ext>
                  </a:extLst>
                </p:cNvPr>
                <p:cNvPicPr/>
                <p:nvPr/>
              </p:nvPicPr>
              <p:blipFill>
                <a:blip r:embed="rId17"/>
                <a:stretch>
                  <a:fillRect/>
                </a:stretch>
              </p:blipFill>
              <p:spPr>
                <a:xfrm>
                  <a:off x="4332839" y="2120422"/>
                  <a:ext cx="3384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51E1AE43-0539-9C30-3087-97FAB756FC07}"/>
                    </a:ext>
                  </a:extLst>
                </p14:cNvPr>
                <p14:cNvContentPartPr/>
                <p14:nvPr/>
              </p14:nvContentPartPr>
              <p14:xfrm>
                <a:off x="3995159" y="2214022"/>
                <a:ext cx="24120" cy="6120"/>
              </p14:xfrm>
            </p:contentPart>
          </mc:Choice>
          <mc:Fallback xmlns="">
            <p:pic>
              <p:nvPicPr>
                <p:cNvPr id="12" name="Ink 11">
                  <a:extLst>
                    <a:ext uri="{FF2B5EF4-FFF2-40B4-BE49-F238E27FC236}">
                      <a16:creationId xmlns:a16="http://schemas.microsoft.com/office/drawing/2014/main" id="{51E1AE43-0539-9C30-3087-97FAB756FC07}"/>
                    </a:ext>
                  </a:extLst>
                </p:cNvPr>
                <p:cNvPicPr/>
                <p:nvPr/>
              </p:nvPicPr>
              <p:blipFill>
                <a:blip r:embed="rId19"/>
                <a:stretch>
                  <a:fillRect/>
                </a:stretch>
              </p:blipFill>
              <p:spPr>
                <a:xfrm>
                  <a:off x="3989039" y="2207902"/>
                  <a:ext cx="36360" cy="18360"/>
                </a:xfrm>
                <a:prstGeom prst="rect">
                  <a:avLst/>
                </a:prstGeom>
              </p:spPr>
            </p:pic>
          </mc:Fallback>
        </mc:AlternateContent>
      </p:grpSp>
      <p:grpSp>
        <p:nvGrpSpPr>
          <p:cNvPr id="25" name="Group 24">
            <a:extLst>
              <a:ext uri="{FF2B5EF4-FFF2-40B4-BE49-F238E27FC236}">
                <a16:creationId xmlns:a16="http://schemas.microsoft.com/office/drawing/2014/main" id="{D57BBF40-66E2-C216-9764-A26783DDA273}"/>
              </a:ext>
            </a:extLst>
          </p:cNvPr>
          <p:cNvGrpSpPr/>
          <p:nvPr/>
        </p:nvGrpSpPr>
        <p:grpSpPr>
          <a:xfrm>
            <a:off x="3215399" y="2368822"/>
            <a:ext cx="2987280" cy="460800"/>
            <a:chOff x="3215399" y="2368822"/>
            <a:chExt cx="2987280" cy="460800"/>
          </a:xfrm>
        </p:grpSpPr>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06C9A0D3-32BD-9CD2-5A19-5A2431EE5B3A}"/>
                    </a:ext>
                  </a:extLst>
                </p14:cNvPr>
                <p14:cNvContentPartPr/>
                <p14:nvPr/>
              </p14:nvContentPartPr>
              <p14:xfrm>
                <a:off x="3215399" y="2368822"/>
                <a:ext cx="1123920" cy="42480"/>
              </p14:xfrm>
            </p:contentPart>
          </mc:Choice>
          <mc:Fallback xmlns="">
            <p:pic>
              <p:nvPicPr>
                <p:cNvPr id="14" name="Ink 13">
                  <a:extLst>
                    <a:ext uri="{FF2B5EF4-FFF2-40B4-BE49-F238E27FC236}">
                      <a16:creationId xmlns:a16="http://schemas.microsoft.com/office/drawing/2014/main" id="{06C9A0D3-32BD-9CD2-5A19-5A2431EE5B3A}"/>
                    </a:ext>
                  </a:extLst>
                </p:cNvPr>
                <p:cNvPicPr/>
                <p:nvPr/>
              </p:nvPicPr>
              <p:blipFill>
                <a:blip r:embed="rId21"/>
                <a:stretch>
                  <a:fillRect/>
                </a:stretch>
              </p:blipFill>
              <p:spPr>
                <a:xfrm>
                  <a:off x="3209279" y="2362702"/>
                  <a:ext cx="113616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498E2936-D682-9510-C553-FB388075C732}"/>
                    </a:ext>
                  </a:extLst>
                </p14:cNvPr>
                <p14:cNvContentPartPr/>
                <p14:nvPr/>
              </p14:nvContentPartPr>
              <p14:xfrm>
                <a:off x="3577919" y="2584462"/>
                <a:ext cx="54720" cy="167760"/>
              </p14:xfrm>
            </p:contentPart>
          </mc:Choice>
          <mc:Fallback xmlns="">
            <p:pic>
              <p:nvPicPr>
                <p:cNvPr id="15" name="Ink 14">
                  <a:extLst>
                    <a:ext uri="{FF2B5EF4-FFF2-40B4-BE49-F238E27FC236}">
                      <a16:creationId xmlns:a16="http://schemas.microsoft.com/office/drawing/2014/main" id="{498E2936-D682-9510-C553-FB388075C732}"/>
                    </a:ext>
                  </a:extLst>
                </p:cNvPr>
                <p:cNvPicPr/>
                <p:nvPr/>
              </p:nvPicPr>
              <p:blipFill>
                <a:blip r:embed="rId23"/>
                <a:stretch>
                  <a:fillRect/>
                </a:stretch>
              </p:blipFill>
              <p:spPr>
                <a:xfrm>
                  <a:off x="3571799" y="2578342"/>
                  <a:ext cx="669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A2D7B874-FAFE-3666-174B-57691C10493E}"/>
                    </a:ext>
                  </a:extLst>
                </p14:cNvPr>
                <p14:cNvContentPartPr/>
                <p14:nvPr/>
              </p14:nvContentPartPr>
              <p14:xfrm>
                <a:off x="3611759" y="2648902"/>
                <a:ext cx="175680" cy="180720"/>
              </p14:xfrm>
            </p:contentPart>
          </mc:Choice>
          <mc:Fallback xmlns="">
            <p:pic>
              <p:nvPicPr>
                <p:cNvPr id="16" name="Ink 15">
                  <a:extLst>
                    <a:ext uri="{FF2B5EF4-FFF2-40B4-BE49-F238E27FC236}">
                      <a16:creationId xmlns:a16="http://schemas.microsoft.com/office/drawing/2014/main" id="{A2D7B874-FAFE-3666-174B-57691C10493E}"/>
                    </a:ext>
                  </a:extLst>
                </p:cNvPr>
                <p:cNvPicPr/>
                <p:nvPr/>
              </p:nvPicPr>
              <p:blipFill>
                <a:blip r:embed="rId25"/>
                <a:stretch>
                  <a:fillRect/>
                </a:stretch>
              </p:blipFill>
              <p:spPr>
                <a:xfrm>
                  <a:off x="3605639" y="2642782"/>
                  <a:ext cx="18792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53334412-9BFA-1C82-F1D3-7F0740B0E3DB}"/>
                    </a:ext>
                  </a:extLst>
                </p14:cNvPr>
                <p14:cNvContentPartPr/>
                <p14:nvPr/>
              </p14:nvContentPartPr>
              <p14:xfrm>
                <a:off x="3978959" y="2557822"/>
                <a:ext cx="200520" cy="193320"/>
              </p14:xfrm>
            </p:contentPart>
          </mc:Choice>
          <mc:Fallback xmlns="">
            <p:pic>
              <p:nvPicPr>
                <p:cNvPr id="17" name="Ink 16">
                  <a:extLst>
                    <a:ext uri="{FF2B5EF4-FFF2-40B4-BE49-F238E27FC236}">
                      <a16:creationId xmlns:a16="http://schemas.microsoft.com/office/drawing/2014/main" id="{53334412-9BFA-1C82-F1D3-7F0740B0E3DB}"/>
                    </a:ext>
                  </a:extLst>
                </p:cNvPr>
                <p:cNvPicPr/>
                <p:nvPr/>
              </p:nvPicPr>
              <p:blipFill>
                <a:blip r:embed="rId27"/>
                <a:stretch>
                  <a:fillRect/>
                </a:stretch>
              </p:blipFill>
              <p:spPr>
                <a:xfrm>
                  <a:off x="3972839" y="2551702"/>
                  <a:ext cx="21276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D6070672-482A-21B7-6A37-81B7CCD3EC58}"/>
                    </a:ext>
                  </a:extLst>
                </p14:cNvPr>
                <p14:cNvContentPartPr/>
                <p14:nvPr/>
              </p14:nvContentPartPr>
              <p14:xfrm>
                <a:off x="4212599" y="2518582"/>
                <a:ext cx="286920" cy="180000"/>
              </p14:xfrm>
            </p:contentPart>
          </mc:Choice>
          <mc:Fallback xmlns="">
            <p:pic>
              <p:nvPicPr>
                <p:cNvPr id="18" name="Ink 17">
                  <a:extLst>
                    <a:ext uri="{FF2B5EF4-FFF2-40B4-BE49-F238E27FC236}">
                      <a16:creationId xmlns:a16="http://schemas.microsoft.com/office/drawing/2014/main" id="{D6070672-482A-21B7-6A37-81B7CCD3EC58}"/>
                    </a:ext>
                  </a:extLst>
                </p:cNvPr>
                <p:cNvPicPr/>
                <p:nvPr/>
              </p:nvPicPr>
              <p:blipFill>
                <a:blip r:embed="rId29"/>
                <a:stretch>
                  <a:fillRect/>
                </a:stretch>
              </p:blipFill>
              <p:spPr>
                <a:xfrm>
                  <a:off x="4206479" y="2512462"/>
                  <a:ext cx="29916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F1321C2B-4133-3C97-6D38-56F54CD4638D}"/>
                    </a:ext>
                  </a:extLst>
                </p14:cNvPr>
                <p14:cNvContentPartPr/>
                <p14:nvPr/>
              </p14:nvContentPartPr>
              <p14:xfrm>
                <a:off x="4414559" y="2580142"/>
                <a:ext cx="257040" cy="75960"/>
              </p14:xfrm>
            </p:contentPart>
          </mc:Choice>
          <mc:Fallback xmlns="">
            <p:pic>
              <p:nvPicPr>
                <p:cNvPr id="19" name="Ink 18">
                  <a:extLst>
                    <a:ext uri="{FF2B5EF4-FFF2-40B4-BE49-F238E27FC236}">
                      <a16:creationId xmlns:a16="http://schemas.microsoft.com/office/drawing/2014/main" id="{F1321C2B-4133-3C97-6D38-56F54CD4638D}"/>
                    </a:ext>
                  </a:extLst>
                </p:cNvPr>
                <p:cNvPicPr/>
                <p:nvPr/>
              </p:nvPicPr>
              <p:blipFill>
                <a:blip r:embed="rId31"/>
                <a:stretch>
                  <a:fillRect/>
                </a:stretch>
              </p:blipFill>
              <p:spPr>
                <a:xfrm>
                  <a:off x="4408439" y="2574022"/>
                  <a:ext cx="26928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2C92425D-E6E4-1862-82FE-048F450CBD83}"/>
                    </a:ext>
                  </a:extLst>
                </p14:cNvPr>
                <p14:cNvContentPartPr/>
                <p14:nvPr/>
              </p14:nvContentPartPr>
              <p14:xfrm>
                <a:off x="4852319" y="2441182"/>
                <a:ext cx="109080" cy="235800"/>
              </p14:xfrm>
            </p:contentPart>
          </mc:Choice>
          <mc:Fallback xmlns="">
            <p:pic>
              <p:nvPicPr>
                <p:cNvPr id="20" name="Ink 19">
                  <a:extLst>
                    <a:ext uri="{FF2B5EF4-FFF2-40B4-BE49-F238E27FC236}">
                      <a16:creationId xmlns:a16="http://schemas.microsoft.com/office/drawing/2014/main" id="{2C92425D-E6E4-1862-82FE-048F450CBD83}"/>
                    </a:ext>
                  </a:extLst>
                </p:cNvPr>
                <p:cNvPicPr/>
                <p:nvPr/>
              </p:nvPicPr>
              <p:blipFill>
                <a:blip r:embed="rId33"/>
                <a:stretch>
                  <a:fillRect/>
                </a:stretch>
              </p:blipFill>
              <p:spPr>
                <a:xfrm>
                  <a:off x="4846199" y="2435062"/>
                  <a:ext cx="1213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8973F823-723C-06E7-B7CA-842609D5AD80}"/>
                    </a:ext>
                  </a:extLst>
                </p14:cNvPr>
                <p14:cNvContentPartPr/>
                <p14:nvPr/>
              </p14:nvContentPartPr>
              <p14:xfrm>
                <a:off x="4954919" y="2475022"/>
                <a:ext cx="178560" cy="177120"/>
              </p14:xfrm>
            </p:contentPart>
          </mc:Choice>
          <mc:Fallback xmlns="">
            <p:pic>
              <p:nvPicPr>
                <p:cNvPr id="21" name="Ink 20">
                  <a:extLst>
                    <a:ext uri="{FF2B5EF4-FFF2-40B4-BE49-F238E27FC236}">
                      <a16:creationId xmlns:a16="http://schemas.microsoft.com/office/drawing/2014/main" id="{8973F823-723C-06E7-B7CA-842609D5AD80}"/>
                    </a:ext>
                  </a:extLst>
                </p:cNvPr>
                <p:cNvPicPr/>
                <p:nvPr/>
              </p:nvPicPr>
              <p:blipFill>
                <a:blip r:embed="rId35"/>
                <a:stretch>
                  <a:fillRect/>
                </a:stretch>
              </p:blipFill>
              <p:spPr>
                <a:xfrm>
                  <a:off x="4948799" y="2468902"/>
                  <a:ext cx="1908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E825D53C-F8BC-1308-E6A4-42C15F647CAD}"/>
                    </a:ext>
                  </a:extLst>
                </p14:cNvPr>
                <p14:cNvContentPartPr/>
                <p14:nvPr/>
              </p14:nvContentPartPr>
              <p14:xfrm>
                <a:off x="5145359" y="2497342"/>
                <a:ext cx="383760" cy="274680"/>
              </p14:xfrm>
            </p:contentPart>
          </mc:Choice>
          <mc:Fallback xmlns="">
            <p:pic>
              <p:nvPicPr>
                <p:cNvPr id="22" name="Ink 21">
                  <a:extLst>
                    <a:ext uri="{FF2B5EF4-FFF2-40B4-BE49-F238E27FC236}">
                      <a16:creationId xmlns:a16="http://schemas.microsoft.com/office/drawing/2014/main" id="{E825D53C-F8BC-1308-E6A4-42C15F647CAD}"/>
                    </a:ext>
                  </a:extLst>
                </p:cNvPr>
                <p:cNvPicPr/>
                <p:nvPr/>
              </p:nvPicPr>
              <p:blipFill>
                <a:blip r:embed="rId37"/>
                <a:stretch>
                  <a:fillRect/>
                </a:stretch>
              </p:blipFill>
              <p:spPr>
                <a:xfrm>
                  <a:off x="5139239" y="2491222"/>
                  <a:ext cx="39600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5FE40D9D-CFF1-1165-5F99-265D0A3C2FB9}"/>
                    </a:ext>
                  </a:extLst>
                </p14:cNvPr>
                <p14:cNvContentPartPr/>
                <p14:nvPr/>
              </p14:nvContentPartPr>
              <p14:xfrm>
                <a:off x="5531999" y="2508502"/>
                <a:ext cx="323640" cy="218520"/>
              </p14:xfrm>
            </p:contentPart>
          </mc:Choice>
          <mc:Fallback xmlns="">
            <p:pic>
              <p:nvPicPr>
                <p:cNvPr id="23" name="Ink 22">
                  <a:extLst>
                    <a:ext uri="{FF2B5EF4-FFF2-40B4-BE49-F238E27FC236}">
                      <a16:creationId xmlns:a16="http://schemas.microsoft.com/office/drawing/2014/main" id="{5FE40D9D-CFF1-1165-5F99-265D0A3C2FB9}"/>
                    </a:ext>
                  </a:extLst>
                </p:cNvPr>
                <p:cNvPicPr/>
                <p:nvPr/>
              </p:nvPicPr>
              <p:blipFill>
                <a:blip r:embed="rId39"/>
                <a:stretch>
                  <a:fillRect/>
                </a:stretch>
              </p:blipFill>
              <p:spPr>
                <a:xfrm>
                  <a:off x="5525879" y="2502382"/>
                  <a:ext cx="33588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52F84B97-E2C1-D445-2AF1-9A6DF57E294E}"/>
                    </a:ext>
                  </a:extLst>
                </p14:cNvPr>
                <p14:cNvContentPartPr/>
                <p14:nvPr/>
              </p14:nvContentPartPr>
              <p14:xfrm>
                <a:off x="6032759" y="2485822"/>
                <a:ext cx="169920" cy="119160"/>
              </p14:xfrm>
            </p:contentPart>
          </mc:Choice>
          <mc:Fallback xmlns="">
            <p:pic>
              <p:nvPicPr>
                <p:cNvPr id="24" name="Ink 23">
                  <a:extLst>
                    <a:ext uri="{FF2B5EF4-FFF2-40B4-BE49-F238E27FC236}">
                      <a16:creationId xmlns:a16="http://schemas.microsoft.com/office/drawing/2014/main" id="{52F84B97-E2C1-D445-2AF1-9A6DF57E294E}"/>
                    </a:ext>
                  </a:extLst>
                </p:cNvPr>
                <p:cNvPicPr/>
                <p:nvPr/>
              </p:nvPicPr>
              <p:blipFill>
                <a:blip r:embed="rId41"/>
                <a:stretch>
                  <a:fillRect/>
                </a:stretch>
              </p:blipFill>
              <p:spPr>
                <a:xfrm>
                  <a:off x="6026639" y="2479702"/>
                  <a:ext cx="182160" cy="131400"/>
                </a:xfrm>
                <a:prstGeom prst="rect">
                  <a:avLst/>
                </a:prstGeom>
              </p:spPr>
            </p:pic>
          </mc:Fallback>
        </mc:AlternateContent>
      </p:grpSp>
      <p:grpSp>
        <p:nvGrpSpPr>
          <p:cNvPr id="154" name="Group 153">
            <a:extLst>
              <a:ext uri="{FF2B5EF4-FFF2-40B4-BE49-F238E27FC236}">
                <a16:creationId xmlns:a16="http://schemas.microsoft.com/office/drawing/2014/main" id="{26DBE923-75E8-A6BE-4172-B1C8DFD0F283}"/>
              </a:ext>
            </a:extLst>
          </p:cNvPr>
          <p:cNvGrpSpPr/>
          <p:nvPr/>
        </p:nvGrpSpPr>
        <p:grpSpPr>
          <a:xfrm>
            <a:off x="6164879" y="727222"/>
            <a:ext cx="6020280" cy="3331080"/>
            <a:chOff x="6164879" y="727222"/>
            <a:chExt cx="6020280" cy="3331080"/>
          </a:xfrm>
        </p:grpSpPr>
        <mc:AlternateContent xmlns:mc="http://schemas.openxmlformats.org/markup-compatibility/2006" xmlns:p14="http://schemas.microsoft.com/office/powerpoint/2010/main">
          <mc:Choice Requires="p14">
            <p:contentPart p14:bwMode="auto" r:id="rId42">
              <p14:nvContentPartPr>
                <p14:cNvPr id="104" name="Ink 103">
                  <a:extLst>
                    <a:ext uri="{FF2B5EF4-FFF2-40B4-BE49-F238E27FC236}">
                      <a16:creationId xmlns:a16="http://schemas.microsoft.com/office/drawing/2014/main" id="{64CF6247-E435-716F-5BEC-7837ACCEC30C}"/>
                    </a:ext>
                  </a:extLst>
                </p14:cNvPr>
                <p14:cNvContentPartPr/>
                <p14:nvPr/>
              </p14:nvContentPartPr>
              <p14:xfrm>
                <a:off x="10255199" y="3732142"/>
                <a:ext cx="175680" cy="126720"/>
              </p14:xfrm>
            </p:contentPart>
          </mc:Choice>
          <mc:Fallback xmlns="">
            <p:pic>
              <p:nvPicPr>
                <p:cNvPr id="104" name="Ink 103">
                  <a:extLst>
                    <a:ext uri="{FF2B5EF4-FFF2-40B4-BE49-F238E27FC236}">
                      <a16:creationId xmlns:a16="http://schemas.microsoft.com/office/drawing/2014/main" id="{64CF6247-E435-716F-5BEC-7837ACCEC30C}"/>
                    </a:ext>
                  </a:extLst>
                </p:cNvPr>
                <p:cNvPicPr/>
                <p:nvPr/>
              </p:nvPicPr>
              <p:blipFill>
                <a:blip r:embed="rId43"/>
                <a:stretch>
                  <a:fillRect/>
                </a:stretch>
              </p:blipFill>
              <p:spPr>
                <a:xfrm>
                  <a:off x="10249079" y="3726022"/>
                  <a:ext cx="1879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05" name="Ink 104">
                  <a:extLst>
                    <a:ext uri="{FF2B5EF4-FFF2-40B4-BE49-F238E27FC236}">
                      <a16:creationId xmlns:a16="http://schemas.microsoft.com/office/drawing/2014/main" id="{4FA891F5-0AB3-D5CA-1153-70680DE8FEE9}"/>
                    </a:ext>
                  </a:extLst>
                </p14:cNvPr>
                <p14:cNvContentPartPr/>
                <p14:nvPr/>
              </p14:nvContentPartPr>
              <p14:xfrm>
                <a:off x="10569479" y="3690742"/>
                <a:ext cx="36720" cy="136800"/>
              </p14:xfrm>
            </p:contentPart>
          </mc:Choice>
          <mc:Fallback xmlns="">
            <p:pic>
              <p:nvPicPr>
                <p:cNvPr id="105" name="Ink 104">
                  <a:extLst>
                    <a:ext uri="{FF2B5EF4-FFF2-40B4-BE49-F238E27FC236}">
                      <a16:creationId xmlns:a16="http://schemas.microsoft.com/office/drawing/2014/main" id="{4FA891F5-0AB3-D5CA-1153-70680DE8FEE9}"/>
                    </a:ext>
                  </a:extLst>
                </p:cNvPr>
                <p:cNvPicPr/>
                <p:nvPr/>
              </p:nvPicPr>
              <p:blipFill>
                <a:blip r:embed="rId45"/>
                <a:stretch>
                  <a:fillRect/>
                </a:stretch>
              </p:blipFill>
              <p:spPr>
                <a:xfrm>
                  <a:off x="10563359" y="3684622"/>
                  <a:ext cx="489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6" name="Ink 105">
                  <a:extLst>
                    <a:ext uri="{FF2B5EF4-FFF2-40B4-BE49-F238E27FC236}">
                      <a16:creationId xmlns:a16="http://schemas.microsoft.com/office/drawing/2014/main" id="{FB09CE22-D6A0-64FD-07FF-4C4C4C9A4426}"/>
                    </a:ext>
                  </a:extLst>
                </p14:cNvPr>
                <p14:cNvContentPartPr/>
                <p14:nvPr/>
              </p14:nvContentPartPr>
              <p14:xfrm>
                <a:off x="10469039" y="3677062"/>
                <a:ext cx="176760" cy="70200"/>
              </p14:xfrm>
            </p:contentPart>
          </mc:Choice>
          <mc:Fallback xmlns="">
            <p:pic>
              <p:nvPicPr>
                <p:cNvPr id="106" name="Ink 105">
                  <a:extLst>
                    <a:ext uri="{FF2B5EF4-FFF2-40B4-BE49-F238E27FC236}">
                      <a16:creationId xmlns:a16="http://schemas.microsoft.com/office/drawing/2014/main" id="{FB09CE22-D6A0-64FD-07FF-4C4C4C9A4426}"/>
                    </a:ext>
                  </a:extLst>
                </p:cNvPr>
                <p:cNvPicPr/>
                <p:nvPr/>
              </p:nvPicPr>
              <p:blipFill>
                <a:blip r:embed="rId47"/>
                <a:stretch>
                  <a:fillRect/>
                </a:stretch>
              </p:blipFill>
              <p:spPr>
                <a:xfrm>
                  <a:off x="10462919" y="3670942"/>
                  <a:ext cx="1890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07" name="Ink 106">
                  <a:extLst>
                    <a:ext uri="{FF2B5EF4-FFF2-40B4-BE49-F238E27FC236}">
                      <a16:creationId xmlns:a16="http://schemas.microsoft.com/office/drawing/2014/main" id="{F90B6ABD-915C-3519-2922-B569DE442280}"/>
                    </a:ext>
                  </a:extLst>
                </p14:cNvPr>
                <p14:cNvContentPartPr/>
                <p14:nvPr/>
              </p14:nvContentPartPr>
              <p14:xfrm>
                <a:off x="10690079" y="3760222"/>
                <a:ext cx="18360" cy="83880"/>
              </p14:xfrm>
            </p:contentPart>
          </mc:Choice>
          <mc:Fallback xmlns="">
            <p:pic>
              <p:nvPicPr>
                <p:cNvPr id="107" name="Ink 106">
                  <a:extLst>
                    <a:ext uri="{FF2B5EF4-FFF2-40B4-BE49-F238E27FC236}">
                      <a16:creationId xmlns:a16="http://schemas.microsoft.com/office/drawing/2014/main" id="{F90B6ABD-915C-3519-2922-B569DE442280}"/>
                    </a:ext>
                  </a:extLst>
                </p:cNvPr>
                <p:cNvPicPr/>
                <p:nvPr/>
              </p:nvPicPr>
              <p:blipFill>
                <a:blip r:embed="rId49"/>
                <a:stretch>
                  <a:fillRect/>
                </a:stretch>
              </p:blipFill>
              <p:spPr>
                <a:xfrm>
                  <a:off x="10683959" y="3754102"/>
                  <a:ext cx="3060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8" name="Ink 107">
                  <a:extLst>
                    <a:ext uri="{FF2B5EF4-FFF2-40B4-BE49-F238E27FC236}">
                      <a16:creationId xmlns:a16="http://schemas.microsoft.com/office/drawing/2014/main" id="{84CE8519-4D3B-6DC2-3744-555C0F369C5E}"/>
                    </a:ext>
                  </a:extLst>
                </p14:cNvPr>
                <p14:cNvContentPartPr/>
                <p14:nvPr/>
              </p14:nvContentPartPr>
              <p14:xfrm>
                <a:off x="10700519" y="3699382"/>
                <a:ext cx="23400" cy="6120"/>
              </p14:xfrm>
            </p:contentPart>
          </mc:Choice>
          <mc:Fallback xmlns="">
            <p:pic>
              <p:nvPicPr>
                <p:cNvPr id="108" name="Ink 107">
                  <a:extLst>
                    <a:ext uri="{FF2B5EF4-FFF2-40B4-BE49-F238E27FC236}">
                      <a16:creationId xmlns:a16="http://schemas.microsoft.com/office/drawing/2014/main" id="{84CE8519-4D3B-6DC2-3744-555C0F369C5E}"/>
                    </a:ext>
                  </a:extLst>
                </p:cNvPr>
                <p:cNvPicPr/>
                <p:nvPr/>
              </p:nvPicPr>
              <p:blipFill>
                <a:blip r:embed="rId19"/>
                <a:stretch>
                  <a:fillRect/>
                </a:stretch>
              </p:blipFill>
              <p:spPr>
                <a:xfrm>
                  <a:off x="10694399" y="3693262"/>
                  <a:ext cx="3564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09" name="Ink 108">
                  <a:extLst>
                    <a:ext uri="{FF2B5EF4-FFF2-40B4-BE49-F238E27FC236}">
                      <a16:creationId xmlns:a16="http://schemas.microsoft.com/office/drawing/2014/main" id="{F25A2AD5-FF03-8A6D-0B76-5B92EDDF9D93}"/>
                    </a:ext>
                  </a:extLst>
                </p14:cNvPr>
                <p14:cNvContentPartPr/>
                <p14:nvPr/>
              </p14:nvContentPartPr>
              <p14:xfrm>
                <a:off x="10774679" y="3701542"/>
                <a:ext cx="308520" cy="132480"/>
              </p14:xfrm>
            </p:contentPart>
          </mc:Choice>
          <mc:Fallback xmlns="">
            <p:pic>
              <p:nvPicPr>
                <p:cNvPr id="109" name="Ink 108">
                  <a:extLst>
                    <a:ext uri="{FF2B5EF4-FFF2-40B4-BE49-F238E27FC236}">
                      <a16:creationId xmlns:a16="http://schemas.microsoft.com/office/drawing/2014/main" id="{F25A2AD5-FF03-8A6D-0B76-5B92EDDF9D93}"/>
                    </a:ext>
                  </a:extLst>
                </p:cNvPr>
                <p:cNvPicPr/>
                <p:nvPr/>
              </p:nvPicPr>
              <p:blipFill>
                <a:blip r:embed="rId52"/>
                <a:stretch>
                  <a:fillRect/>
                </a:stretch>
              </p:blipFill>
              <p:spPr>
                <a:xfrm>
                  <a:off x="10768559" y="3695422"/>
                  <a:ext cx="32076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10" name="Ink 109">
                  <a:extLst>
                    <a:ext uri="{FF2B5EF4-FFF2-40B4-BE49-F238E27FC236}">
                      <a16:creationId xmlns:a16="http://schemas.microsoft.com/office/drawing/2014/main" id="{19E29A0C-7EED-FE26-03FC-0C7214507504}"/>
                    </a:ext>
                  </a:extLst>
                </p14:cNvPr>
                <p14:cNvContentPartPr/>
                <p14:nvPr/>
              </p14:nvContentPartPr>
              <p14:xfrm>
                <a:off x="10681439" y="3892702"/>
                <a:ext cx="277920" cy="68040"/>
              </p14:xfrm>
            </p:contentPart>
          </mc:Choice>
          <mc:Fallback xmlns="">
            <p:pic>
              <p:nvPicPr>
                <p:cNvPr id="110" name="Ink 109">
                  <a:extLst>
                    <a:ext uri="{FF2B5EF4-FFF2-40B4-BE49-F238E27FC236}">
                      <a16:creationId xmlns:a16="http://schemas.microsoft.com/office/drawing/2014/main" id="{19E29A0C-7EED-FE26-03FC-0C7214507504}"/>
                    </a:ext>
                  </a:extLst>
                </p:cNvPr>
                <p:cNvPicPr/>
                <p:nvPr/>
              </p:nvPicPr>
              <p:blipFill>
                <a:blip r:embed="rId54"/>
                <a:stretch>
                  <a:fillRect/>
                </a:stretch>
              </p:blipFill>
              <p:spPr>
                <a:xfrm>
                  <a:off x="10675319" y="3886582"/>
                  <a:ext cx="29016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11" name="Ink 110">
                  <a:extLst>
                    <a:ext uri="{FF2B5EF4-FFF2-40B4-BE49-F238E27FC236}">
                      <a16:creationId xmlns:a16="http://schemas.microsoft.com/office/drawing/2014/main" id="{591BF2E2-0667-2020-F406-F9EB674B5B1A}"/>
                    </a:ext>
                  </a:extLst>
                </p14:cNvPr>
                <p14:cNvContentPartPr/>
                <p14:nvPr/>
              </p14:nvContentPartPr>
              <p14:xfrm>
                <a:off x="10678199" y="3905302"/>
                <a:ext cx="329400" cy="108000"/>
              </p14:xfrm>
            </p:contentPart>
          </mc:Choice>
          <mc:Fallback xmlns="">
            <p:pic>
              <p:nvPicPr>
                <p:cNvPr id="111" name="Ink 110">
                  <a:extLst>
                    <a:ext uri="{FF2B5EF4-FFF2-40B4-BE49-F238E27FC236}">
                      <a16:creationId xmlns:a16="http://schemas.microsoft.com/office/drawing/2014/main" id="{591BF2E2-0667-2020-F406-F9EB674B5B1A}"/>
                    </a:ext>
                  </a:extLst>
                </p:cNvPr>
                <p:cNvPicPr/>
                <p:nvPr/>
              </p:nvPicPr>
              <p:blipFill>
                <a:blip r:embed="rId56"/>
                <a:stretch>
                  <a:fillRect/>
                </a:stretch>
              </p:blipFill>
              <p:spPr>
                <a:xfrm>
                  <a:off x="10672079" y="3899182"/>
                  <a:ext cx="34164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12" name="Ink 111">
                  <a:extLst>
                    <a:ext uri="{FF2B5EF4-FFF2-40B4-BE49-F238E27FC236}">
                      <a16:creationId xmlns:a16="http://schemas.microsoft.com/office/drawing/2014/main" id="{D1A9ED77-E72A-48ED-31C2-8398164C9BE3}"/>
                    </a:ext>
                  </a:extLst>
                </p14:cNvPr>
                <p14:cNvContentPartPr/>
                <p14:nvPr/>
              </p14:nvContentPartPr>
              <p14:xfrm>
                <a:off x="10712759" y="3428302"/>
                <a:ext cx="307080" cy="43560"/>
              </p14:xfrm>
            </p:contentPart>
          </mc:Choice>
          <mc:Fallback xmlns="">
            <p:pic>
              <p:nvPicPr>
                <p:cNvPr id="112" name="Ink 111">
                  <a:extLst>
                    <a:ext uri="{FF2B5EF4-FFF2-40B4-BE49-F238E27FC236}">
                      <a16:creationId xmlns:a16="http://schemas.microsoft.com/office/drawing/2014/main" id="{D1A9ED77-E72A-48ED-31C2-8398164C9BE3}"/>
                    </a:ext>
                  </a:extLst>
                </p:cNvPr>
                <p:cNvPicPr/>
                <p:nvPr/>
              </p:nvPicPr>
              <p:blipFill>
                <a:blip r:embed="rId58"/>
                <a:stretch>
                  <a:fillRect/>
                </a:stretch>
              </p:blipFill>
              <p:spPr>
                <a:xfrm>
                  <a:off x="10706639" y="3422182"/>
                  <a:ext cx="3193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13" name="Ink 112">
                  <a:extLst>
                    <a:ext uri="{FF2B5EF4-FFF2-40B4-BE49-F238E27FC236}">
                      <a16:creationId xmlns:a16="http://schemas.microsoft.com/office/drawing/2014/main" id="{20427608-64B9-CB38-4332-C8FDAD4D6166}"/>
                    </a:ext>
                  </a:extLst>
                </p14:cNvPr>
                <p14:cNvContentPartPr/>
                <p14:nvPr/>
              </p14:nvContentPartPr>
              <p14:xfrm>
                <a:off x="10763519" y="3556102"/>
                <a:ext cx="237960" cy="36000"/>
              </p14:xfrm>
            </p:contentPart>
          </mc:Choice>
          <mc:Fallback xmlns="">
            <p:pic>
              <p:nvPicPr>
                <p:cNvPr id="113" name="Ink 112">
                  <a:extLst>
                    <a:ext uri="{FF2B5EF4-FFF2-40B4-BE49-F238E27FC236}">
                      <a16:creationId xmlns:a16="http://schemas.microsoft.com/office/drawing/2014/main" id="{20427608-64B9-CB38-4332-C8FDAD4D6166}"/>
                    </a:ext>
                  </a:extLst>
                </p:cNvPr>
                <p:cNvPicPr/>
                <p:nvPr/>
              </p:nvPicPr>
              <p:blipFill>
                <a:blip r:embed="rId60"/>
                <a:stretch>
                  <a:fillRect/>
                </a:stretch>
              </p:blipFill>
              <p:spPr>
                <a:xfrm>
                  <a:off x="10757399" y="3549982"/>
                  <a:ext cx="25020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26" name="Ink 25">
                  <a:extLst>
                    <a:ext uri="{FF2B5EF4-FFF2-40B4-BE49-F238E27FC236}">
                      <a16:creationId xmlns:a16="http://schemas.microsoft.com/office/drawing/2014/main" id="{A2B750D7-3691-6008-BAFD-42C184C404AA}"/>
                    </a:ext>
                  </a:extLst>
                </p14:cNvPr>
                <p14:cNvContentPartPr/>
                <p14:nvPr/>
              </p14:nvContentPartPr>
              <p14:xfrm>
                <a:off x="6446759" y="2431102"/>
                <a:ext cx="61200" cy="147240"/>
              </p14:xfrm>
            </p:contentPart>
          </mc:Choice>
          <mc:Fallback xmlns="">
            <p:pic>
              <p:nvPicPr>
                <p:cNvPr id="26" name="Ink 25">
                  <a:extLst>
                    <a:ext uri="{FF2B5EF4-FFF2-40B4-BE49-F238E27FC236}">
                      <a16:creationId xmlns:a16="http://schemas.microsoft.com/office/drawing/2014/main" id="{A2B750D7-3691-6008-BAFD-42C184C404AA}"/>
                    </a:ext>
                  </a:extLst>
                </p:cNvPr>
                <p:cNvPicPr/>
                <p:nvPr/>
              </p:nvPicPr>
              <p:blipFill>
                <a:blip r:embed="rId62"/>
                <a:stretch>
                  <a:fillRect/>
                </a:stretch>
              </p:blipFill>
              <p:spPr>
                <a:xfrm>
                  <a:off x="6440639" y="2424982"/>
                  <a:ext cx="7344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27" name="Ink 26">
                  <a:extLst>
                    <a:ext uri="{FF2B5EF4-FFF2-40B4-BE49-F238E27FC236}">
                      <a16:creationId xmlns:a16="http://schemas.microsoft.com/office/drawing/2014/main" id="{E85D84F2-9B47-2604-67DD-602EDEAEDBBD}"/>
                    </a:ext>
                  </a:extLst>
                </p14:cNvPr>
                <p14:cNvContentPartPr/>
                <p14:nvPr/>
              </p14:nvContentPartPr>
              <p14:xfrm>
                <a:off x="6429119" y="2355862"/>
                <a:ext cx="519480" cy="241920"/>
              </p14:xfrm>
            </p:contentPart>
          </mc:Choice>
          <mc:Fallback xmlns="">
            <p:pic>
              <p:nvPicPr>
                <p:cNvPr id="27" name="Ink 26">
                  <a:extLst>
                    <a:ext uri="{FF2B5EF4-FFF2-40B4-BE49-F238E27FC236}">
                      <a16:creationId xmlns:a16="http://schemas.microsoft.com/office/drawing/2014/main" id="{E85D84F2-9B47-2604-67DD-602EDEAEDBBD}"/>
                    </a:ext>
                  </a:extLst>
                </p:cNvPr>
                <p:cNvPicPr/>
                <p:nvPr/>
              </p:nvPicPr>
              <p:blipFill>
                <a:blip r:embed="rId64"/>
                <a:stretch>
                  <a:fillRect/>
                </a:stretch>
              </p:blipFill>
              <p:spPr>
                <a:xfrm>
                  <a:off x="6422999" y="2349742"/>
                  <a:ext cx="5317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28" name="Ink 27">
                  <a:extLst>
                    <a:ext uri="{FF2B5EF4-FFF2-40B4-BE49-F238E27FC236}">
                      <a16:creationId xmlns:a16="http://schemas.microsoft.com/office/drawing/2014/main" id="{98FFAA6C-86E3-00C5-3239-929EDBAFD337}"/>
                    </a:ext>
                  </a:extLst>
                </p14:cNvPr>
                <p14:cNvContentPartPr/>
                <p14:nvPr/>
              </p14:nvContentPartPr>
              <p14:xfrm>
                <a:off x="6924119" y="2441182"/>
                <a:ext cx="250920" cy="92160"/>
              </p14:xfrm>
            </p:contentPart>
          </mc:Choice>
          <mc:Fallback xmlns="">
            <p:pic>
              <p:nvPicPr>
                <p:cNvPr id="28" name="Ink 27">
                  <a:extLst>
                    <a:ext uri="{FF2B5EF4-FFF2-40B4-BE49-F238E27FC236}">
                      <a16:creationId xmlns:a16="http://schemas.microsoft.com/office/drawing/2014/main" id="{98FFAA6C-86E3-00C5-3239-929EDBAFD337}"/>
                    </a:ext>
                  </a:extLst>
                </p:cNvPr>
                <p:cNvPicPr/>
                <p:nvPr/>
              </p:nvPicPr>
              <p:blipFill>
                <a:blip r:embed="rId66"/>
                <a:stretch>
                  <a:fillRect/>
                </a:stretch>
              </p:blipFill>
              <p:spPr>
                <a:xfrm>
                  <a:off x="6917999" y="2435062"/>
                  <a:ext cx="26316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0" name="Ink 29">
                  <a:extLst>
                    <a:ext uri="{FF2B5EF4-FFF2-40B4-BE49-F238E27FC236}">
                      <a16:creationId xmlns:a16="http://schemas.microsoft.com/office/drawing/2014/main" id="{A1271B86-6D5B-D2DD-A37A-C6162800D20D}"/>
                    </a:ext>
                  </a:extLst>
                </p14:cNvPr>
                <p14:cNvContentPartPr/>
                <p14:nvPr/>
              </p14:nvContentPartPr>
              <p14:xfrm>
                <a:off x="6187199" y="2097382"/>
                <a:ext cx="136440" cy="166320"/>
              </p14:xfrm>
            </p:contentPart>
          </mc:Choice>
          <mc:Fallback xmlns="">
            <p:pic>
              <p:nvPicPr>
                <p:cNvPr id="30" name="Ink 29">
                  <a:extLst>
                    <a:ext uri="{FF2B5EF4-FFF2-40B4-BE49-F238E27FC236}">
                      <a16:creationId xmlns:a16="http://schemas.microsoft.com/office/drawing/2014/main" id="{A1271B86-6D5B-D2DD-A37A-C6162800D20D}"/>
                    </a:ext>
                  </a:extLst>
                </p:cNvPr>
                <p:cNvPicPr/>
                <p:nvPr/>
              </p:nvPicPr>
              <p:blipFill>
                <a:blip r:embed="rId68"/>
                <a:stretch>
                  <a:fillRect/>
                </a:stretch>
              </p:blipFill>
              <p:spPr>
                <a:xfrm>
                  <a:off x="6181079" y="2091262"/>
                  <a:ext cx="1486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31" name="Ink 30">
                  <a:extLst>
                    <a:ext uri="{FF2B5EF4-FFF2-40B4-BE49-F238E27FC236}">
                      <a16:creationId xmlns:a16="http://schemas.microsoft.com/office/drawing/2014/main" id="{75F516FC-FF70-8992-FF20-6737F4426366}"/>
                    </a:ext>
                  </a:extLst>
                </p14:cNvPr>
                <p14:cNvContentPartPr/>
                <p14:nvPr/>
              </p14:nvContentPartPr>
              <p14:xfrm>
                <a:off x="6290159" y="2100982"/>
                <a:ext cx="63720" cy="245880"/>
              </p14:xfrm>
            </p:contentPart>
          </mc:Choice>
          <mc:Fallback xmlns="">
            <p:pic>
              <p:nvPicPr>
                <p:cNvPr id="31" name="Ink 30">
                  <a:extLst>
                    <a:ext uri="{FF2B5EF4-FFF2-40B4-BE49-F238E27FC236}">
                      <a16:creationId xmlns:a16="http://schemas.microsoft.com/office/drawing/2014/main" id="{75F516FC-FF70-8992-FF20-6737F4426366}"/>
                    </a:ext>
                  </a:extLst>
                </p:cNvPr>
                <p:cNvPicPr/>
                <p:nvPr/>
              </p:nvPicPr>
              <p:blipFill>
                <a:blip r:embed="rId70"/>
                <a:stretch>
                  <a:fillRect/>
                </a:stretch>
              </p:blipFill>
              <p:spPr>
                <a:xfrm>
                  <a:off x="6284039" y="2094862"/>
                  <a:ext cx="7596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2" name="Ink 31">
                  <a:extLst>
                    <a:ext uri="{FF2B5EF4-FFF2-40B4-BE49-F238E27FC236}">
                      <a16:creationId xmlns:a16="http://schemas.microsoft.com/office/drawing/2014/main" id="{146EBA18-C3A5-4BF1-6E6B-9EF2DB9555D0}"/>
                    </a:ext>
                  </a:extLst>
                </p14:cNvPr>
                <p14:cNvContentPartPr/>
                <p14:nvPr/>
              </p14:nvContentPartPr>
              <p14:xfrm>
                <a:off x="6164879" y="2234182"/>
                <a:ext cx="55800" cy="130320"/>
              </p14:xfrm>
            </p:contentPart>
          </mc:Choice>
          <mc:Fallback xmlns="">
            <p:pic>
              <p:nvPicPr>
                <p:cNvPr id="32" name="Ink 31">
                  <a:extLst>
                    <a:ext uri="{FF2B5EF4-FFF2-40B4-BE49-F238E27FC236}">
                      <a16:creationId xmlns:a16="http://schemas.microsoft.com/office/drawing/2014/main" id="{146EBA18-C3A5-4BF1-6E6B-9EF2DB9555D0}"/>
                    </a:ext>
                  </a:extLst>
                </p:cNvPr>
                <p:cNvPicPr/>
                <p:nvPr/>
              </p:nvPicPr>
              <p:blipFill>
                <a:blip r:embed="rId72"/>
                <a:stretch>
                  <a:fillRect/>
                </a:stretch>
              </p:blipFill>
              <p:spPr>
                <a:xfrm>
                  <a:off x="6158759" y="2228062"/>
                  <a:ext cx="6804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3" name="Ink 32">
                  <a:extLst>
                    <a:ext uri="{FF2B5EF4-FFF2-40B4-BE49-F238E27FC236}">
                      <a16:creationId xmlns:a16="http://schemas.microsoft.com/office/drawing/2014/main" id="{13D06CBF-1B30-70A1-9A2F-CFBB73E0A4D8}"/>
                    </a:ext>
                  </a:extLst>
                </p14:cNvPr>
                <p14:cNvContentPartPr/>
                <p14:nvPr/>
              </p14:nvContentPartPr>
              <p14:xfrm>
                <a:off x="6317159" y="2151742"/>
                <a:ext cx="393120" cy="197640"/>
              </p14:xfrm>
            </p:contentPart>
          </mc:Choice>
          <mc:Fallback xmlns="">
            <p:pic>
              <p:nvPicPr>
                <p:cNvPr id="33" name="Ink 32">
                  <a:extLst>
                    <a:ext uri="{FF2B5EF4-FFF2-40B4-BE49-F238E27FC236}">
                      <a16:creationId xmlns:a16="http://schemas.microsoft.com/office/drawing/2014/main" id="{13D06CBF-1B30-70A1-9A2F-CFBB73E0A4D8}"/>
                    </a:ext>
                  </a:extLst>
                </p:cNvPr>
                <p:cNvPicPr/>
                <p:nvPr/>
              </p:nvPicPr>
              <p:blipFill>
                <a:blip r:embed="rId74"/>
                <a:stretch>
                  <a:fillRect/>
                </a:stretch>
              </p:blipFill>
              <p:spPr>
                <a:xfrm>
                  <a:off x="6311039" y="2145622"/>
                  <a:ext cx="4053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35" name="Ink 34">
                  <a:extLst>
                    <a:ext uri="{FF2B5EF4-FFF2-40B4-BE49-F238E27FC236}">
                      <a16:creationId xmlns:a16="http://schemas.microsoft.com/office/drawing/2014/main" id="{90896565-A5F6-672D-3F1B-BF61A6E46FA7}"/>
                    </a:ext>
                  </a:extLst>
                </p14:cNvPr>
                <p14:cNvContentPartPr/>
                <p14:nvPr/>
              </p14:nvContentPartPr>
              <p14:xfrm>
                <a:off x="7195919" y="2166502"/>
                <a:ext cx="290160" cy="253080"/>
              </p14:xfrm>
            </p:contentPart>
          </mc:Choice>
          <mc:Fallback xmlns="">
            <p:pic>
              <p:nvPicPr>
                <p:cNvPr id="35" name="Ink 34">
                  <a:extLst>
                    <a:ext uri="{FF2B5EF4-FFF2-40B4-BE49-F238E27FC236}">
                      <a16:creationId xmlns:a16="http://schemas.microsoft.com/office/drawing/2014/main" id="{90896565-A5F6-672D-3F1B-BF61A6E46FA7}"/>
                    </a:ext>
                  </a:extLst>
                </p:cNvPr>
                <p:cNvPicPr/>
                <p:nvPr/>
              </p:nvPicPr>
              <p:blipFill>
                <a:blip r:embed="rId76"/>
                <a:stretch>
                  <a:fillRect/>
                </a:stretch>
              </p:blipFill>
              <p:spPr>
                <a:xfrm>
                  <a:off x="7189799" y="2160382"/>
                  <a:ext cx="3024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36" name="Ink 35">
                  <a:extLst>
                    <a:ext uri="{FF2B5EF4-FFF2-40B4-BE49-F238E27FC236}">
                      <a16:creationId xmlns:a16="http://schemas.microsoft.com/office/drawing/2014/main" id="{5EC4F187-4DF5-E55B-4F06-9C37CFD34A2B}"/>
                    </a:ext>
                  </a:extLst>
                </p14:cNvPr>
                <p14:cNvContentPartPr/>
                <p14:nvPr/>
              </p14:nvContentPartPr>
              <p14:xfrm>
                <a:off x="7600559" y="2031142"/>
                <a:ext cx="861120" cy="215640"/>
              </p14:xfrm>
            </p:contentPart>
          </mc:Choice>
          <mc:Fallback xmlns="">
            <p:pic>
              <p:nvPicPr>
                <p:cNvPr id="36" name="Ink 35">
                  <a:extLst>
                    <a:ext uri="{FF2B5EF4-FFF2-40B4-BE49-F238E27FC236}">
                      <a16:creationId xmlns:a16="http://schemas.microsoft.com/office/drawing/2014/main" id="{5EC4F187-4DF5-E55B-4F06-9C37CFD34A2B}"/>
                    </a:ext>
                  </a:extLst>
                </p:cNvPr>
                <p:cNvPicPr/>
                <p:nvPr/>
              </p:nvPicPr>
              <p:blipFill>
                <a:blip r:embed="rId78"/>
                <a:stretch>
                  <a:fillRect/>
                </a:stretch>
              </p:blipFill>
              <p:spPr>
                <a:xfrm>
                  <a:off x="7594439" y="2025022"/>
                  <a:ext cx="87336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38" name="Ink 37">
                  <a:extLst>
                    <a:ext uri="{FF2B5EF4-FFF2-40B4-BE49-F238E27FC236}">
                      <a16:creationId xmlns:a16="http://schemas.microsoft.com/office/drawing/2014/main" id="{99CFBFF6-0896-A044-B954-730F3CAEC55F}"/>
                    </a:ext>
                  </a:extLst>
                </p14:cNvPr>
                <p14:cNvContentPartPr/>
                <p14:nvPr/>
              </p14:nvContentPartPr>
              <p14:xfrm>
                <a:off x="7204199" y="2440462"/>
                <a:ext cx="267120" cy="166680"/>
              </p14:xfrm>
            </p:contentPart>
          </mc:Choice>
          <mc:Fallback xmlns="">
            <p:pic>
              <p:nvPicPr>
                <p:cNvPr id="38" name="Ink 37">
                  <a:extLst>
                    <a:ext uri="{FF2B5EF4-FFF2-40B4-BE49-F238E27FC236}">
                      <a16:creationId xmlns:a16="http://schemas.microsoft.com/office/drawing/2014/main" id="{99CFBFF6-0896-A044-B954-730F3CAEC55F}"/>
                    </a:ext>
                  </a:extLst>
                </p:cNvPr>
                <p:cNvPicPr/>
                <p:nvPr/>
              </p:nvPicPr>
              <p:blipFill>
                <a:blip r:embed="rId80"/>
                <a:stretch>
                  <a:fillRect/>
                </a:stretch>
              </p:blipFill>
              <p:spPr>
                <a:xfrm>
                  <a:off x="7198079" y="2434342"/>
                  <a:ext cx="27936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39" name="Ink 38">
                  <a:extLst>
                    <a:ext uri="{FF2B5EF4-FFF2-40B4-BE49-F238E27FC236}">
                      <a16:creationId xmlns:a16="http://schemas.microsoft.com/office/drawing/2014/main" id="{6E7CD7AA-F985-9DC4-02CE-C18D9C11A6CE}"/>
                    </a:ext>
                  </a:extLst>
                </p14:cNvPr>
                <p14:cNvContentPartPr/>
                <p14:nvPr/>
              </p14:nvContentPartPr>
              <p14:xfrm>
                <a:off x="7603799" y="2439742"/>
                <a:ext cx="241920" cy="177840"/>
              </p14:xfrm>
            </p:contentPart>
          </mc:Choice>
          <mc:Fallback xmlns="">
            <p:pic>
              <p:nvPicPr>
                <p:cNvPr id="39" name="Ink 38">
                  <a:extLst>
                    <a:ext uri="{FF2B5EF4-FFF2-40B4-BE49-F238E27FC236}">
                      <a16:creationId xmlns:a16="http://schemas.microsoft.com/office/drawing/2014/main" id="{6E7CD7AA-F985-9DC4-02CE-C18D9C11A6CE}"/>
                    </a:ext>
                  </a:extLst>
                </p:cNvPr>
                <p:cNvPicPr/>
                <p:nvPr/>
              </p:nvPicPr>
              <p:blipFill>
                <a:blip r:embed="rId82"/>
                <a:stretch>
                  <a:fillRect/>
                </a:stretch>
              </p:blipFill>
              <p:spPr>
                <a:xfrm>
                  <a:off x="7597679" y="2433622"/>
                  <a:ext cx="2541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0" name="Ink 39">
                  <a:extLst>
                    <a:ext uri="{FF2B5EF4-FFF2-40B4-BE49-F238E27FC236}">
                      <a16:creationId xmlns:a16="http://schemas.microsoft.com/office/drawing/2014/main" id="{17C674C1-9553-64CB-FF76-951FCFD19190}"/>
                    </a:ext>
                  </a:extLst>
                </p14:cNvPr>
                <p14:cNvContentPartPr/>
                <p14:nvPr/>
              </p14:nvContentPartPr>
              <p14:xfrm>
                <a:off x="7757159" y="2431102"/>
                <a:ext cx="284760" cy="156960"/>
              </p14:xfrm>
            </p:contentPart>
          </mc:Choice>
          <mc:Fallback xmlns="">
            <p:pic>
              <p:nvPicPr>
                <p:cNvPr id="40" name="Ink 39">
                  <a:extLst>
                    <a:ext uri="{FF2B5EF4-FFF2-40B4-BE49-F238E27FC236}">
                      <a16:creationId xmlns:a16="http://schemas.microsoft.com/office/drawing/2014/main" id="{17C674C1-9553-64CB-FF76-951FCFD19190}"/>
                    </a:ext>
                  </a:extLst>
                </p:cNvPr>
                <p:cNvPicPr/>
                <p:nvPr/>
              </p:nvPicPr>
              <p:blipFill>
                <a:blip r:embed="rId84"/>
                <a:stretch>
                  <a:fillRect/>
                </a:stretch>
              </p:blipFill>
              <p:spPr>
                <a:xfrm>
                  <a:off x="7751039" y="2424982"/>
                  <a:ext cx="29700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1" name="Ink 40">
                  <a:extLst>
                    <a:ext uri="{FF2B5EF4-FFF2-40B4-BE49-F238E27FC236}">
                      <a16:creationId xmlns:a16="http://schemas.microsoft.com/office/drawing/2014/main" id="{6A5B864D-B06A-34A0-D3EA-3662232F199F}"/>
                    </a:ext>
                  </a:extLst>
                </p14:cNvPr>
                <p14:cNvContentPartPr/>
                <p14:nvPr/>
              </p14:nvContentPartPr>
              <p14:xfrm>
                <a:off x="8135159" y="2407342"/>
                <a:ext cx="151200" cy="188280"/>
              </p14:xfrm>
            </p:contentPart>
          </mc:Choice>
          <mc:Fallback xmlns="">
            <p:pic>
              <p:nvPicPr>
                <p:cNvPr id="41" name="Ink 40">
                  <a:extLst>
                    <a:ext uri="{FF2B5EF4-FFF2-40B4-BE49-F238E27FC236}">
                      <a16:creationId xmlns:a16="http://schemas.microsoft.com/office/drawing/2014/main" id="{6A5B864D-B06A-34A0-D3EA-3662232F199F}"/>
                    </a:ext>
                  </a:extLst>
                </p:cNvPr>
                <p:cNvPicPr/>
                <p:nvPr/>
              </p:nvPicPr>
              <p:blipFill>
                <a:blip r:embed="rId86"/>
                <a:stretch>
                  <a:fillRect/>
                </a:stretch>
              </p:blipFill>
              <p:spPr>
                <a:xfrm>
                  <a:off x="8129039" y="2401222"/>
                  <a:ext cx="16344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2" name="Ink 41">
                  <a:extLst>
                    <a:ext uri="{FF2B5EF4-FFF2-40B4-BE49-F238E27FC236}">
                      <a16:creationId xmlns:a16="http://schemas.microsoft.com/office/drawing/2014/main" id="{E131A931-FFAE-E2BA-67FD-0A7E1EDCBE01}"/>
                    </a:ext>
                  </a:extLst>
                </p14:cNvPr>
                <p14:cNvContentPartPr/>
                <p14:nvPr/>
              </p14:nvContentPartPr>
              <p14:xfrm>
                <a:off x="7658159" y="2285662"/>
                <a:ext cx="561600" cy="91440"/>
              </p14:xfrm>
            </p:contentPart>
          </mc:Choice>
          <mc:Fallback xmlns="">
            <p:pic>
              <p:nvPicPr>
                <p:cNvPr id="42" name="Ink 41">
                  <a:extLst>
                    <a:ext uri="{FF2B5EF4-FFF2-40B4-BE49-F238E27FC236}">
                      <a16:creationId xmlns:a16="http://schemas.microsoft.com/office/drawing/2014/main" id="{E131A931-FFAE-E2BA-67FD-0A7E1EDCBE01}"/>
                    </a:ext>
                  </a:extLst>
                </p:cNvPr>
                <p:cNvPicPr/>
                <p:nvPr/>
              </p:nvPicPr>
              <p:blipFill>
                <a:blip r:embed="rId88"/>
                <a:stretch>
                  <a:fillRect/>
                </a:stretch>
              </p:blipFill>
              <p:spPr>
                <a:xfrm>
                  <a:off x="7652039" y="2279542"/>
                  <a:ext cx="5738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43" name="Ink 42">
                  <a:extLst>
                    <a:ext uri="{FF2B5EF4-FFF2-40B4-BE49-F238E27FC236}">
                      <a16:creationId xmlns:a16="http://schemas.microsoft.com/office/drawing/2014/main" id="{DBAEC405-E30A-2ABC-733A-37A8A02FE9DA}"/>
                    </a:ext>
                  </a:extLst>
                </p14:cNvPr>
                <p14:cNvContentPartPr/>
                <p14:nvPr/>
              </p14:nvContentPartPr>
              <p14:xfrm>
                <a:off x="7730519" y="2644582"/>
                <a:ext cx="599400" cy="117360"/>
              </p14:xfrm>
            </p:contentPart>
          </mc:Choice>
          <mc:Fallback xmlns="">
            <p:pic>
              <p:nvPicPr>
                <p:cNvPr id="43" name="Ink 42">
                  <a:extLst>
                    <a:ext uri="{FF2B5EF4-FFF2-40B4-BE49-F238E27FC236}">
                      <a16:creationId xmlns:a16="http://schemas.microsoft.com/office/drawing/2014/main" id="{DBAEC405-E30A-2ABC-733A-37A8A02FE9DA}"/>
                    </a:ext>
                  </a:extLst>
                </p:cNvPr>
                <p:cNvPicPr/>
                <p:nvPr/>
              </p:nvPicPr>
              <p:blipFill>
                <a:blip r:embed="rId90"/>
                <a:stretch>
                  <a:fillRect/>
                </a:stretch>
              </p:blipFill>
              <p:spPr>
                <a:xfrm>
                  <a:off x="7724399" y="2638462"/>
                  <a:ext cx="61164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45" name="Ink 44">
                  <a:extLst>
                    <a:ext uri="{FF2B5EF4-FFF2-40B4-BE49-F238E27FC236}">
                      <a16:creationId xmlns:a16="http://schemas.microsoft.com/office/drawing/2014/main" id="{CE8852F4-94AD-574D-E888-200777DA802E}"/>
                    </a:ext>
                  </a:extLst>
                </p14:cNvPr>
                <p14:cNvContentPartPr/>
                <p14:nvPr/>
              </p14:nvContentPartPr>
              <p14:xfrm>
                <a:off x="6899999" y="1850062"/>
                <a:ext cx="57960" cy="215280"/>
              </p14:xfrm>
            </p:contentPart>
          </mc:Choice>
          <mc:Fallback xmlns="">
            <p:pic>
              <p:nvPicPr>
                <p:cNvPr id="45" name="Ink 44">
                  <a:extLst>
                    <a:ext uri="{FF2B5EF4-FFF2-40B4-BE49-F238E27FC236}">
                      <a16:creationId xmlns:a16="http://schemas.microsoft.com/office/drawing/2014/main" id="{CE8852F4-94AD-574D-E888-200777DA802E}"/>
                    </a:ext>
                  </a:extLst>
                </p:cNvPr>
                <p:cNvPicPr/>
                <p:nvPr/>
              </p:nvPicPr>
              <p:blipFill>
                <a:blip r:embed="rId92"/>
                <a:stretch>
                  <a:fillRect/>
                </a:stretch>
              </p:blipFill>
              <p:spPr>
                <a:xfrm>
                  <a:off x="6893879" y="1843942"/>
                  <a:ext cx="7020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46" name="Ink 45">
                  <a:extLst>
                    <a:ext uri="{FF2B5EF4-FFF2-40B4-BE49-F238E27FC236}">
                      <a16:creationId xmlns:a16="http://schemas.microsoft.com/office/drawing/2014/main" id="{29F0875F-6EE8-5334-2E6F-3580D04B7B84}"/>
                    </a:ext>
                  </a:extLst>
                </p14:cNvPr>
                <p14:cNvContentPartPr/>
                <p14:nvPr/>
              </p14:nvContentPartPr>
              <p14:xfrm>
                <a:off x="6827639" y="1906582"/>
                <a:ext cx="311400" cy="123120"/>
              </p14:xfrm>
            </p:contentPart>
          </mc:Choice>
          <mc:Fallback xmlns="">
            <p:pic>
              <p:nvPicPr>
                <p:cNvPr id="46" name="Ink 45">
                  <a:extLst>
                    <a:ext uri="{FF2B5EF4-FFF2-40B4-BE49-F238E27FC236}">
                      <a16:creationId xmlns:a16="http://schemas.microsoft.com/office/drawing/2014/main" id="{29F0875F-6EE8-5334-2E6F-3580D04B7B84}"/>
                    </a:ext>
                  </a:extLst>
                </p:cNvPr>
                <p:cNvPicPr/>
                <p:nvPr/>
              </p:nvPicPr>
              <p:blipFill>
                <a:blip r:embed="rId94"/>
                <a:stretch>
                  <a:fillRect/>
                </a:stretch>
              </p:blipFill>
              <p:spPr>
                <a:xfrm>
                  <a:off x="6821519" y="1900462"/>
                  <a:ext cx="3236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47" name="Ink 46">
                  <a:extLst>
                    <a:ext uri="{FF2B5EF4-FFF2-40B4-BE49-F238E27FC236}">
                      <a16:creationId xmlns:a16="http://schemas.microsoft.com/office/drawing/2014/main" id="{D86EEC85-E85E-16E0-F12D-71023A839CC3}"/>
                    </a:ext>
                  </a:extLst>
                </p14:cNvPr>
                <p14:cNvContentPartPr/>
                <p14:nvPr/>
              </p14:nvContentPartPr>
              <p14:xfrm>
                <a:off x="6975599" y="2151022"/>
                <a:ext cx="196560" cy="91800"/>
              </p14:xfrm>
            </p:contentPart>
          </mc:Choice>
          <mc:Fallback xmlns="">
            <p:pic>
              <p:nvPicPr>
                <p:cNvPr id="47" name="Ink 46">
                  <a:extLst>
                    <a:ext uri="{FF2B5EF4-FFF2-40B4-BE49-F238E27FC236}">
                      <a16:creationId xmlns:a16="http://schemas.microsoft.com/office/drawing/2014/main" id="{D86EEC85-E85E-16E0-F12D-71023A839CC3}"/>
                    </a:ext>
                  </a:extLst>
                </p:cNvPr>
                <p:cNvPicPr/>
                <p:nvPr/>
              </p:nvPicPr>
              <p:blipFill>
                <a:blip r:embed="rId96"/>
                <a:stretch>
                  <a:fillRect/>
                </a:stretch>
              </p:blipFill>
              <p:spPr>
                <a:xfrm>
                  <a:off x="6969479" y="2144902"/>
                  <a:ext cx="2088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48" name="Ink 47">
                  <a:extLst>
                    <a:ext uri="{FF2B5EF4-FFF2-40B4-BE49-F238E27FC236}">
                      <a16:creationId xmlns:a16="http://schemas.microsoft.com/office/drawing/2014/main" id="{08A4065A-E789-74D1-26B8-98598E91B670}"/>
                    </a:ext>
                  </a:extLst>
                </p14:cNvPr>
                <p14:cNvContentPartPr/>
                <p14:nvPr/>
              </p14:nvContentPartPr>
              <p14:xfrm>
                <a:off x="7208159" y="2074342"/>
                <a:ext cx="60840" cy="100440"/>
              </p14:xfrm>
            </p:contentPart>
          </mc:Choice>
          <mc:Fallback xmlns="">
            <p:pic>
              <p:nvPicPr>
                <p:cNvPr id="48" name="Ink 47">
                  <a:extLst>
                    <a:ext uri="{FF2B5EF4-FFF2-40B4-BE49-F238E27FC236}">
                      <a16:creationId xmlns:a16="http://schemas.microsoft.com/office/drawing/2014/main" id="{08A4065A-E789-74D1-26B8-98598E91B670}"/>
                    </a:ext>
                  </a:extLst>
                </p:cNvPr>
                <p:cNvPicPr/>
                <p:nvPr/>
              </p:nvPicPr>
              <p:blipFill>
                <a:blip r:embed="rId98"/>
                <a:stretch>
                  <a:fillRect/>
                </a:stretch>
              </p:blipFill>
              <p:spPr>
                <a:xfrm>
                  <a:off x="7202039" y="2068222"/>
                  <a:ext cx="7308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49" name="Ink 48">
                  <a:extLst>
                    <a:ext uri="{FF2B5EF4-FFF2-40B4-BE49-F238E27FC236}">
                      <a16:creationId xmlns:a16="http://schemas.microsoft.com/office/drawing/2014/main" id="{690133B1-3D1C-04E5-2FF9-BF4B77ECDFB7}"/>
                    </a:ext>
                  </a:extLst>
                </p14:cNvPr>
                <p14:cNvContentPartPr/>
                <p14:nvPr/>
              </p14:nvContentPartPr>
              <p14:xfrm>
                <a:off x="7102679" y="2133022"/>
                <a:ext cx="205560" cy="34200"/>
              </p14:xfrm>
            </p:contentPart>
          </mc:Choice>
          <mc:Fallback xmlns="">
            <p:pic>
              <p:nvPicPr>
                <p:cNvPr id="49" name="Ink 48">
                  <a:extLst>
                    <a:ext uri="{FF2B5EF4-FFF2-40B4-BE49-F238E27FC236}">
                      <a16:creationId xmlns:a16="http://schemas.microsoft.com/office/drawing/2014/main" id="{690133B1-3D1C-04E5-2FF9-BF4B77ECDFB7}"/>
                    </a:ext>
                  </a:extLst>
                </p:cNvPr>
                <p:cNvPicPr/>
                <p:nvPr/>
              </p:nvPicPr>
              <p:blipFill>
                <a:blip r:embed="rId100"/>
                <a:stretch>
                  <a:fillRect/>
                </a:stretch>
              </p:blipFill>
              <p:spPr>
                <a:xfrm>
                  <a:off x="7096559" y="2126902"/>
                  <a:ext cx="2178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0" name="Ink 49">
                  <a:extLst>
                    <a:ext uri="{FF2B5EF4-FFF2-40B4-BE49-F238E27FC236}">
                      <a16:creationId xmlns:a16="http://schemas.microsoft.com/office/drawing/2014/main" id="{18F7881D-8E15-78FC-BBFB-0BABA0717FAC}"/>
                    </a:ext>
                  </a:extLst>
                </p14:cNvPr>
                <p14:cNvContentPartPr/>
                <p14:nvPr/>
              </p14:nvContentPartPr>
              <p14:xfrm>
                <a:off x="7268279" y="2040862"/>
                <a:ext cx="64080" cy="98280"/>
              </p14:xfrm>
            </p:contentPart>
          </mc:Choice>
          <mc:Fallback xmlns="">
            <p:pic>
              <p:nvPicPr>
                <p:cNvPr id="50" name="Ink 49">
                  <a:extLst>
                    <a:ext uri="{FF2B5EF4-FFF2-40B4-BE49-F238E27FC236}">
                      <a16:creationId xmlns:a16="http://schemas.microsoft.com/office/drawing/2014/main" id="{18F7881D-8E15-78FC-BBFB-0BABA0717FAC}"/>
                    </a:ext>
                  </a:extLst>
                </p:cNvPr>
                <p:cNvPicPr/>
                <p:nvPr/>
              </p:nvPicPr>
              <p:blipFill>
                <a:blip r:embed="rId102"/>
                <a:stretch>
                  <a:fillRect/>
                </a:stretch>
              </p:blipFill>
              <p:spPr>
                <a:xfrm>
                  <a:off x="7262159" y="2034742"/>
                  <a:ext cx="763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1" name="Ink 50">
                  <a:extLst>
                    <a:ext uri="{FF2B5EF4-FFF2-40B4-BE49-F238E27FC236}">
                      <a16:creationId xmlns:a16="http://schemas.microsoft.com/office/drawing/2014/main" id="{DDA39A27-198E-1A48-F36E-68105818C638}"/>
                    </a:ext>
                  </a:extLst>
                </p14:cNvPr>
                <p14:cNvContentPartPr/>
                <p14:nvPr/>
              </p14:nvContentPartPr>
              <p14:xfrm>
                <a:off x="7275479" y="2014222"/>
                <a:ext cx="129240" cy="96840"/>
              </p14:xfrm>
            </p:contentPart>
          </mc:Choice>
          <mc:Fallback xmlns="">
            <p:pic>
              <p:nvPicPr>
                <p:cNvPr id="51" name="Ink 50">
                  <a:extLst>
                    <a:ext uri="{FF2B5EF4-FFF2-40B4-BE49-F238E27FC236}">
                      <a16:creationId xmlns:a16="http://schemas.microsoft.com/office/drawing/2014/main" id="{DDA39A27-198E-1A48-F36E-68105818C638}"/>
                    </a:ext>
                  </a:extLst>
                </p:cNvPr>
                <p:cNvPicPr/>
                <p:nvPr/>
              </p:nvPicPr>
              <p:blipFill>
                <a:blip r:embed="rId104"/>
                <a:stretch>
                  <a:fillRect/>
                </a:stretch>
              </p:blipFill>
              <p:spPr>
                <a:xfrm>
                  <a:off x="7269359" y="2008102"/>
                  <a:ext cx="14148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52" name="Ink 51">
                  <a:extLst>
                    <a:ext uri="{FF2B5EF4-FFF2-40B4-BE49-F238E27FC236}">
                      <a16:creationId xmlns:a16="http://schemas.microsoft.com/office/drawing/2014/main" id="{7977AC03-267E-BC54-2CCA-3D24CA5FE4A8}"/>
                    </a:ext>
                  </a:extLst>
                </p14:cNvPr>
                <p14:cNvContentPartPr/>
                <p14:nvPr/>
              </p14:nvContentPartPr>
              <p14:xfrm>
                <a:off x="7440359" y="1858342"/>
                <a:ext cx="305280" cy="146880"/>
              </p14:xfrm>
            </p:contentPart>
          </mc:Choice>
          <mc:Fallback xmlns="">
            <p:pic>
              <p:nvPicPr>
                <p:cNvPr id="52" name="Ink 51">
                  <a:extLst>
                    <a:ext uri="{FF2B5EF4-FFF2-40B4-BE49-F238E27FC236}">
                      <a16:creationId xmlns:a16="http://schemas.microsoft.com/office/drawing/2014/main" id="{7977AC03-267E-BC54-2CCA-3D24CA5FE4A8}"/>
                    </a:ext>
                  </a:extLst>
                </p:cNvPr>
                <p:cNvPicPr/>
                <p:nvPr/>
              </p:nvPicPr>
              <p:blipFill>
                <a:blip r:embed="rId106"/>
                <a:stretch>
                  <a:fillRect/>
                </a:stretch>
              </p:blipFill>
              <p:spPr>
                <a:xfrm>
                  <a:off x="7434239" y="1852222"/>
                  <a:ext cx="31752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53" name="Ink 52">
                  <a:extLst>
                    <a:ext uri="{FF2B5EF4-FFF2-40B4-BE49-F238E27FC236}">
                      <a16:creationId xmlns:a16="http://schemas.microsoft.com/office/drawing/2014/main" id="{D6CF78B8-6203-5A89-424F-D92DB250B763}"/>
                    </a:ext>
                  </a:extLst>
                </p14:cNvPr>
                <p14:cNvContentPartPr/>
                <p14:nvPr/>
              </p14:nvContentPartPr>
              <p14:xfrm>
                <a:off x="7636919" y="1853662"/>
                <a:ext cx="168840" cy="98640"/>
              </p14:xfrm>
            </p:contentPart>
          </mc:Choice>
          <mc:Fallback xmlns="">
            <p:pic>
              <p:nvPicPr>
                <p:cNvPr id="53" name="Ink 52">
                  <a:extLst>
                    <a:ext uri="{FF2B5EF4-FFF2-40B4-BE49-F238E27FC236}">
                      <a16:creationId xmlns:a16="http://schemas.microsoft.com/office/drawing/2014/main" id="{D6CF78B8-6203-5A89-424F-D92DB250B763}"/>
                    </a:ext>
                  </a:extLst>
                </p:cNvPr>
                <p:cNvPicPr/>
                <p:nvPr/>
              </p:nvPicPr>
              <p:blipFill>
                <a:blip r:embed="rId108"/>
                <a:stretch>
                  <a:fillRect/>
                </a:stretch>
              </p:blipFill>
              <p:spPr>
                <a:xfrm>
                  <a:off x="7630799" y="1847542"/>
                  <a:ext cx="18108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55" name="Ink 54">
                  <a:extLst>
                    <a:ext uri="{FF2B5EF4-FFF2-40B4-BE49-F238E27FC236}">
                      <a16:creationId xmlns:a16="http://schemas.microsoft.com/office/drawing/2014/main" id="{53F5425F-A456-A612-3328-50D5D8C43658}"/>
                    </a:ext>
                  </a:extLst>
                </p14:cNvPr>
                <p14:cNvContentPartPr/>
                <p14:nvPr/>
              </p14:nvContentPartPr>
              <p14:xfrm>
                <a:off x="7382399" y="2571502"/>
                <a:ext cx="109800" cy="91800"/>
              </p14:xfrm>
            </p:contentPart>
          </mc:Choice>
          <mc:Fallback xmlns="">
            <p:pic>
              <p:nvPicPr>
                <p:cNvPr id="55" name="Ink 54">
                  <a:extLst>
                    <a:ext uri="{FF2B5EF4-FFF2-40B4-BE49-F238E27FC236}">
                      <a16:creationId xmlns:a16="http://schemas.microsoft.com/office/drawing/2014/main" id="{53F5425F-A456-A612-3328-50D5D8C43658}"/>
                    </a:ext>
                  </a:extLst>
                </p:cNvPr>
                <p:cNvPicPr/>
                <p:nvPr/>
              </p:nvPicPr>
              <p:blipFill>
                <a:blip r:embed="rId110"/>
                <a:stretch>
                  <a:fillRect/>
                </a:stretch>
              </p:blipFill>
              <p:spPr>
                <a:xfrm>
                  <a:off x="7376279" y="2565382"/>
                  <a:ext cx="1220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56" name="Ink 55">
                  <a:extLst>
                    <a:ext uri="{FF2B5EF4-FFF2-40B4-BE49-F238E27FC236}">
                      <a16:creationId xmlns:a16="http://schemas.microsoft.com/office/drawing/2014/main" id="{1B5EC93A-9782-0E43-FA21-8D81261A78F7}"/>
                    </a:ext>
                  </a:extLst>
                </p14:cNvPr>
                <p14:cNvContentPartPr/>
                <p14:nvPr/>
              </p14:nvContentPartPr>
              <p14:xfrm>
                <a:off x="7337399" y="2155702"/>
                <a:ext cx="158040" cy="52920"/>
              </p14:xfrm>
            </p:contentPart>
          </mc:Choice>
          <mc:Fallback xmlns="">
            <p:pic>
              <p:nvPicPr>
                <p:cNvPr id="56" name="Ink 55">
                  <a:extLst>
                    <a:ext uri="{FF2B5EF4-FFF2-40B4-BE49-F238E27FC236}">
                      <a16:creationId xmlns:a16="http://schemas.microsoft.com/office/drawing/2014/main" id="{1B5EC93A-9782-0E43-FA21-8D81261A78F7}"/>
                    </a:ext>
                  </a:extLst>
                </p:cNvPr>
                <p:cNvPicPr/>
                <p:nvPr/>
              </p:nvPicPr>
              <p:blipFill>
                <a:blip r:embed="rId112"/>
                <a:stretch>
                  <a:fillRect/>
                </a:stretch>
              </p:blipFill>
              <p:spPr>
                <a:xfrm>
                  <a:off x="7331279" y="2149582"/>
                  <a:ext cx="17028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57" name="Ink 56">
                  <a:extLst>
                    <a:ext uri="{FF2B5EF4-FFF2-40B4-BE49-F238E27FC236}">
                      <a16:creationId xmlns:a16="http://schemas.microsoft.com/office/drawing/2014/main" id="{3289FC4D-C7F3-CAFC-F3A3-A7718ACC7EB4}"/>
                    </a:ext>
                  </a:extLst>
                </p14:cNvPr>
                <p14:cNvContentPartPr/>
                <p14:nvPr/>
              </p14:nvContentPartPr>
              <p14:xfrm>
                <a:off x="8446199" y="2261542"/>
                <a:ext cx="226800" cy="30600"/>
              </p14:xfrm>
            </p:contentPart>
          </mc:Choice>
          <mc:Fallback xmlns="">
            <p:pic>
              <p:nvPicPr>
                <p:cNvPr id="57" name="Ink 56">
                  <a:extLst>
                    <a:ext uri="{FF2B5EF4-FFF2-40B4-BE49-F238E27FC236}">
                      <a16:creationId xmlns:a16="http://schemas.microsoft.com/office/drawing/2014/main" id="{3289FC4D-C7F3-CAFC-F3A3-A7718ACC7EB4}"/>
                    </a:ext>
                  </a:extLst>
                </p:cNvPr>
                <p:cNvPicPr/>
                <p:nvPr/>
              </p:nvPicPr>
              <p:blipFill>
                <a:blip r:embed="rId114"/>
                <a:stretch>
                  <a:fillRect/>
                </a:stretch>
              </p:blipFill>
              <p:spPr>
                <a:xfrm>
                  <a:off x="8440079" y="2255422"/>
                  <a:ext cx="23904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58" name="Ink 57">
                  <a:extLst>
                    <a:ext uri="{FF2B5EF4-FFF2-40B4-BE49-F238E27FC236}">
                      <a16:creationId xmlns:a16="http://schemas.microsoft.com/office/drawing/2014/main" id="{A11E7033-BCAC-5952-456F-6BABDC2F14C6}"/>
                    </a:ext>
                  </a:extLst>
                </p14:cNvPr>
                <p14:cNvContentPartPr/>
                <p14:nvPr/>
              </p14:nvContentPartPr>
              <p14:xfrm>
                <a:off x="8519279" y="2255782"/>
                <a:ext cx="226440" cy="83520"/>
              </p14:xfrm>
            </p:contentPart>
          </mc:Choice>
          <mc:Fallback xmlns="">
            <p:pic>
              <p:nvPicPr>
                <p:cNvPr id="58" name="Ink 57">
                  <a:extLst>
                    <a:ext uri="{FF2B5EF4-FFF2-40B4-BE49-F238E27FC236}">
                      <a16:creationId xmlns:a16="http://schemas.microsoft.com/office/drawing/2014/main" id="{A11E7033-BCAC-5952-456F-6BABDC2F14C6}"/>
                    </a:ext>
                  </a:extLst>
                </p:cNvPr>
                <p:cNvPicPr/>
                <p:nvPr/>
              </p:nvPicPr>
              <p:blipFill>
                <a:blip r:embed="rId116"/>
                <a:stretch>
                  <a:fillRect/>
                </a:stretch>
              </p:blipFill>
              <p:spPr>
                <a:xfrm>
                  <a:off x="8513159" y="2249662"/>
                  <a:ext cx="2386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59" name="Ink 58">
                  <a:extLst>
                    <a:ext uri="{FF2B5EF4-FFF2-40B4-BE49-F238E27FC236}">
                      <a16:creationId xmlns:a16="http://schemas.microsoft.com/office/drawing/2014/main" id="{7864773A-0AE7-8D3D-DB66-8C087D8D64C8}"/>
                    </a:ext>
                  </a:extLst>
                </p14:cNvPr>
                <p14:cNvContentPartPr/>
                <p14:nvPr/>
              </p14:nvContentPartPr>
              <p14:xfrm>
                <a:off x="8639159" y="2206462"/>
                <a:ext cx="127440" cy="152640"/>
              </p14:xfrm>
            </p:contentPart>
          </mc:Choice>
          <mc:Fallback xmlns="">
            <p:pic>
              <p:nvPicPr>
                <p:cNvPr id="59" name="Ink 58">
                  <a:extLst>
                    <a:ext uri="{FF2B5EF4-FFF2-40B4-BE49-F238E27FC236}">
                      <a16:creationId xmlns:a16="http://schemas.microsoft.com/office/drawing/2014/main" id="{7864773A-0AE7-8D3D-DB66-8C087D8D64C8}"/>
                    </a:ext>
                  </a:extLst>
                </p:cNvPr>
                <p:cNvPicPr/>
                <p:nvPr/>
              </p:nvPicPr>
              <p:blipFill>
                <a:blip r:embed="rId118"/>
                <a:stretch>
                  <a:fillRect/>
                </a:stretch>
              </p:blipFill>
              <p:spPr>
                <a:xfrm>
                  <a:off x="8633039" y="2200342"/>
                  <a:ext cx="13968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1" name="Ink 60">
                  <a:extLst>
                    <a:ext uri="{FF2B5EF4-FFF2-40B4-BE49-F238E27FC236}">
                      <a16:creationId xmlns:a16="http://schemas.microsoft.com/office/drawing/2014/main" id="{C3BA31D7-2C5B-143C-E399-8391132371AF}"/>
                    </a:ext>
                  </a:extLst>
                </p14:cNvPr>
                <p14:cNvContentPartPr/>
                <p14:nvPr/>
              </p14:nvContentPartPr>
              <p14:xfrm>
                <a:off x="9134879" y="2155702"/>
                <a:ext cx="190080" cy="390960"/>
              </p14:xfrm>
            </p:contentPart>
          </mc:Choice>
          <mc:Fallback xmlns="">
            <p:pic>
              <p:nvPicPr>
                <p:cNvPr id="61" name="Ink 60">
                  <a:extLst>
                    <a:ext uri="{FF2B5EF4-FFF2-40B4-BE49-F238E27FC236}">
                      <a16:creationId xmlns:a16="http://schemas.microsoft.com/office/drawing/2014/main" id="{C3BA31D7-2C5B-143C-E399-8391132371AF}"/>
                    </a:ext>
                  </a:extLst>
                </p:cNvPr>
                <p:cNvPicPr/>
                <p:nvPr/>
              </p:nvPicPr>
              <p:blipFill>
                <a:blip r:embed="rId120"/>
                <a:stretch>
                  <a:fillRect/>
                </a:stretch>
              </p:blipFill>
              <p:spPr>
                <a:xfrm>
                  <a:off x="9128759" y="2149582"/>
                  <a:ext cx="202320" cy="4032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2" name="Ink 61">
                  <a:extLst>
                    <a:ext uri="{FF2B5EF4-FFF2-40B4-BE49-F238E27FC236}">
                      <a16:creationId xmlns:a16="http://schemas.microsoft.com/office/drawing/2014/main" id="{F7646C12-E8B9-9C70-9235-7B60DB2B4BB4}"/>
                    </a:ext>
                  </a:extLst>
                </p14:cNvPr>
                <p14:cNvContentPartPr/>
                <p14:nvPr/>
              </p14:nvContentPartPr>
              <p14:xfrm>
                <a:off x="9140279" y="2125462"/>
                <a:ext cx="686520" cy="443160"/>
              </p14:xfrm>
            </p:contentPart>
          </mc:Choice>
          <mc:Fallback xmlns="">
            <p:pic>
              <p:nvPicPr>
                <p:cNvPr id="62" name="Ink 61">
                  <a:extLst>
                    <a:ext uri="{FF2B5EF4-FFF2-40B4-BE49-F238E27FC236}">
                      <a16:creationId xmlns:a16="http://schemas.microsoft.com/office/drawing/2014/main" id="{F7646C12-E8B9-9C70-9235-7B60DB2B4BB4}"/>
                    </a:ext>
                  </a:extLst>
                </p:cNvPr>
                <p:cNvPicPr/>
                <p:nvPr/>
              </p:nvPicPr>
              <p:blipFill>
                <a:blip r:embed="rId122"/>
                <a:stretch>
                  <a:fillRect/>
                </a:stretch>
              </p:blipFill>
              <p:spPr>
                <a:xfrm>
                  <a:off x="9134159" y="2119342"/>
                  <a:ext cx="698760" cy="4554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63" name="Ink 62">
                  <a:extLst>
                    <a:ext uri="{FF2B5EF4-FFF2-40B4-BE49-F238E27FC236}">
                      <a16:creationId xmlns:a16="http://schemas.microsoft.com/office/drawing/2014/main" id="{F67BA595-4E97-2108-5A78-137A38FE71BA}"/>
                    </a:ext>
                  </a:extLst>
                </p14:cNvPr>
                <p14:cNvContentPartPr/>
                <p14:nvPr/>
              </p14:nvContentPartPr>
              <p14:xfrm>
                <a:off x="9261599" y="2520022"/>
                <a:ext cx="570600" cy="122760"/>
              </p14:xfrm>
            </p:contentPart>
          </mc:Choice>
          <mc:Fallback xmlns="">
            <p:pic>
              <p:nvPicPr>
                <p:cNvPr id="63" name="Ink 62">
                  <a:extLst>
                    <a:ext uri="{FF2B5EF4-FFF2-40B4-BE49-F238E27FC236}">
                      <a16:creationId xmlns:a16="http://schemas.microsoft.com/office/drawing/2014/main" id="{F67BA595-4E97-2108-5A78-137A38FE71BA}"/>
                    </a:ext>
                  </a:extLst>
                </p:cNvPr>
                <p:cNvPicPr/>
                <p:nvPr/>
              </p:nvPicPr>
              <p:blipFill>
                <a:blip r:embed="rId124"/>
                <a:stretch>
                  <a:fillRect/>
                </a:stretch>
              </p:blipFill>
              <p:spPr>
                <a:xfrm>
                  <a:off x="9255479" y="2513902"/>
                  <a:ext cx="5828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64" name="Ink 63">
                  <a:extLst>
                    <a:ext uri="{FF2B5EF4-FFF2-40B4-BE49-F238E27FC236}">
                      <a16:creationId xmlns:a16="http://schemas.microsoft.com/office/drawing/2014/main" id="{D7066ABB-695F-52F4-1F40-8055D26B9833}"/>
                    </a:ext>
                  </a:extLst>
                </p14:cNvPr>
                <p14:cNvContentPartPr/>
                <p14:nvPr/>
              </p14:nvContentPartPr>
              <p14:xfrm>
                <a:off x="9315959" y="2297902"/>
                <a:ext cx="189720" cy="114480"/>
              </p14:xfrm>
            </p:contentPart>
          </mc:Choice>
          <mc:Fallback xmlns="">
            <p:pic>
              <p:nvPicPr>
                <p:cNvPr id="64" name="Ink 63">
                  <a:extLst>
                    <a:ext uri="{FF2B5EF4-FFF2-40B4-BE49-F238E27FC236}">
                      <a16:creationId xmlns:a16="http://schemas.microsoft.com/office/drawing/2014/main" id="{D7066ABB-695F-52F4-1F40-8055D26B9833}"/>
                    </a:ext>
                  </a:extLst>
                </p:cNvPr>
                <p:cNvPicPr/>
                <p:nvPr/>
              </p:nvPicPr>
              <p:blipFill>
                <a:blip r:embed="rId126"/>
                <a:stretch>
                  <a:fillRect/>
                </a:stretch>
              </p:blipFill>
              <p:spPr>
                <a:xfrm>
                  <a:off x="9309839" y="2291782"/>
                  <a:ext cx="20196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65" name="Ink 64">
                  <a:extLst>
                    <a:ext uri="{FF2B5EF4-FFF2-40B4-BE49-F238E27FC236}">
                      <a16:creationId xmlns:a16="http://schemas.microsoft.com/office/drawing/2014/main" id="{71C9CF01-FD77-FB0E-C1D9-A71C51AC834F}"/>
                    </a:ext>
                  </a:extLst>
                </p14:cNvPr>
                <p14:cNvContentPartPr/>
                <p14:nvPr/>
              </p14:nvContentPartPr>
              <p14:xfrm>
                <a:off x="9472559" y="2247502"/>
                <a:ext cx="91440" cy="82080"/>
              </p14:xfrm>
            </p:contentPart>
          </mc:Choice>
          <mc:Fallback xmlns="">
            <p:pic>
              <p:nvPicPr>
                <p:cNvPr id="65" name="Ink 64">
                  <a:extLst>
                    <a:ext uri="{FF2B5EF4-FFF2-40B4-BE49-F238E27FC236}">
                      <a16:creationId xmlns:a16="http://schemas.microsoft.com/office/drawing/2014/main" id="{71C9CF01-FD77-FB0E-C1D9-A71C51AC834F}"/>
                    </a:ext>
                  </a:extLst>
                </p:cNvPr>
                <p:cNvPicPr/>
                <p:nvPr/>
              </p:nvPicPr>
              <p:blipFill>
                <a:blip r:embed="rId128"/>
                <a:stretch>
                  <a:fillRect/>
                </a:stretch>
              </p:blipFill>
              <p:spPr>
                <a:xfrm>
                  <a:off x="9466439" y="2241382"/>
                  <a:ext cx="10368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66" name="Ink 65">
                  <a:extLst>
                    <a:ext uri="{FF2B5EF4-FFF2-40B4-BE49-F238E27FC236}">
                      <a16:creationId xmlns:a16="http://schemas.microsoft.com/office/drawing/2014/main" id="{9517DC7A-88B6-5F04-5727-DE3FDECAA3C2}"/>
                    </a:ext>
                  </a:extLst>
                </p14:cNvPr>
                <p14:cNvContentPartPr/>
                <p14:nvPr/>
              </p14:nvContentPartPr>
              <p14:xfrm>
                <a:off x="9194999" y="2302942"/>
                <a:ext cx="93960" cy="47520"/>
              </p14:xfrm>
            </p:contentPart>
          </mc:Choice>
          <mc:Fallback xmlns="">
            <p:pic>
              <p:nvPicPr>
                <p:cNvPr id="66" name="Ink 65">
                  <a:extLst>
                    <a:ext uri="{FF2B5EF4-FFF2-40B4-BE49-F238E27FC236}">
                      <a16:creationId xmlns:a16="http://schemas.microsoft.com/office/drawing/2014/main" id="{9517DC7A-88B6-5F04-5727-DE3FDECAA3C2}"/>
                    </a:ext>
                  </a:extLst>
                </p:cNvPr>
                <p:cNvPicPr/>
                <p:nvPr/>
              </p:nvPicPr>
              <p:blipFill>
                <a:blip r:embed="rId130"/>
                <a:stretch>
                  <a:fillRect/>
                </a:stretch>
              </p:blipFill>
              <p:spPr>
                <a:xfrm>
                  <a:off x="9188879" y="2296822"/>
                  <a:ext cx="10620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67" name="Ink 66">
                  <a:extLst>
                    <a:ext uri="{FF2B5EF4-FFF2-40B4-BE49-F238E27FC236}">
                      <a16:creationId xmlns:a16="http://schemas.microsoft.com/office/drawing/2014/main" id="{11717067-B785-7DA2-129B-68D9F53CE711}"/>
                    </a:ext>
                  </a:extLst>
                </p14:cNvPr>
                <p14:cNvContentPartPr/>
                <p14:nvPr/>
              </p14:nvContentPartPr>
              <p14:xfrm>
                <a:off x="9436559" y="2391502"/>
                <a:ext cx="45720" cy="87480"/>
              </p14:xfrm>
            </p:contentPart>
          </mc:Choice>
          <mc:Fallback xmlns="">
            <p:pic>
              <p:nvPicPr>
                <p:cNvPr id="67" name="Ink 66">
                  <a:extLst>
                    <a:ext uri="{FF2B5EF4-FFF2-40B4-BE49-F238E27FC236}">
                      <a16:creationId xmlns:a16="http://schemas.microsoft.com/office/drawing/2014/main" id="{11717067-B785-7DA2-129B-68D9F53CE711}"/>
                    </a:ext>
                  </a:extLst>
                </p:cNvPr>
                <p:cNvPicPr/>
                <p:nvPr/>
              </p:nvPicPr>
              <p:blipFill>
                <a:blip r:embed="rId132"/>
                <a:stretch>
                  <a:fillRect/>
                </a:stretch>
              </p:blipFill>
              <p:spPr>
                <a:xfrm>
                  <a:off x="9430439" y="2385382"/>
                  <a:ext cx="5796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69" name="Ink 68">
                  <a:extLst>
                    <a:ext uri="{FF2B5EF4-FFF2-40B4-BE49-F238E27FC236}">
                      <a16:creationId xmlns:a16="http://schemas.microsoft.com/office/drawing/2014/main" id="{00EDBCF2-AB3A-32C3-C3E0-04A552A11DEC}"/>
                    </a:ext>
                  </a:extLst>
                </p14:cNvPr>
                <p14:cNvContentPartPr/>
                <p14:nvPr/>
              </p14:nvContentPartPr>
              <p14:xfrm>
                <a:off x="9128399" y="2446222"/>
                <a:ext cx="245160" cy="99360"/>
              </p14:xfrm>
            </p:contentPart>
          </mc:Choice>
          <mc:Fallback xmlns="">
            <p:pic>
              <p:nvPicPr>
                <p:cNvPr id="69" name="Ink 68">
                  <a:extLst>
                    <a:ext uri="{FF2B5EF4-FFF2-40B4-BE49-F238E27FC236}">
                      <a16:creationId xmlns:a16="http://schemas.microsoft.com/office/drawing/2014/main" id="{00EDBCF2-AB3A-32C3-C3E0-04A552A11DEC}"/>
                    </a:ext>
                  </a:extLst>
                </p:cNvPr>
                <p:cNvPicPr/>
                <p:nvPr/>
              </p:nvPicPr>
              <p:blipFill>
                <a:blip r:embed="rId134"/>
                <a:stretch>
                  <a:fillRect/>
                </a:stretch>
              </p:blipFill>
              <p:spPr>
                <a:xfrm>
                  <a:off x="9122279" y="2440102"/>
                  <a:ext cx="25740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0" name="Ink 69">
                  <a:extLst>
                    <a:ext uri="{FF2B5EF4-FFF2-40B4-BE49-F238E27FC236}">
                      <a16:creationId xmlns:a16="http://schemas.microsoft.com/office/drawing/2014/main" id="{283AF1A5-79A1-A5A3-9683-C2E1B79F6558}"/>
                    </a:ext>
                  </a:extLst>
                </p14:cNvPr>
                <p14:cNvContentPartPr/>
                <p14:nvPr/>
              </p14:nvContentPartPr>
              <p14:xfrm>
                <a:off x="8830319" y="2615782"/>
                <a:ext cx="329040" cy="132480"/>
              </p14:xfrm>
            </p:contentPart>
          </mc:Choice>
          <mc:Fallback xmlns="">
            <p:pic>
              <p:nvPicPr>
                <p:cNvPr id="70" name="Ink 69">
                  <a:extLst>
                    <a:ext uri="{FF2B5EF4-FFF2-40B4-BE49-F238E27FC236}">
                      <a16:creationId xmlns:a16="http://schemas.microsoft.com/office/drawing/2014/main" id="{283AF1A5-79A1-A5A3-9683-C2E1B79F6558}"/>
                    </a:ext>
                  </a:extLst>
                </p:cNvPr>
                <p:cNvPicPr/>
                <p:nvPr/>
              </p:nvPicPr>
              <p:blipFill>
                <a:blip r:embed="rId136"/>
                <a:stretch>
                  <a:fillRect/>
                </a:stretch>
              </p:blipFill>
              <p:spPr>
                <a:xfrm>
                  <a:off x="8824199" y="2609662"/>
                  <a:ext cx="3412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2" name="Ink 71">
                  <a:extLst>
                    <a:ext uri="{FF2B5EF4-FFF2-40B4-BE49-F238E27FC236}">
                      <a16:creationId xmlns:a16="http://schemas.microsoft.com/office/drawing/2014/main" id="{A8D77A40-451E-C003-4747-946E7E7BBBAD}"/>
                    </a:ext>
                  </a:extLst>
                </p14:cNvPr>
                <p14:cNvContentPartPr/>
                <p14:nvPr/>
              </p14:nvContentPartPr>
              <p14:xfrm>
                <a:off x="9167639" y="2690302"/>
                <a:ext cx="42840" cy="170640"/>
              </p14:xfrm>
            </p:contentPart>
          </mc:Choice>
          <mc:Fallback xmlns="">
            <p:pic>
              <p:nvPicPr>
                <p:cNvPr id="72" name="Ink 71">
                  <a:extLst>
                    <a:ext uri="{FF2B5EF4-FFF2-40B4-BE49-F238E27FC236}">
                      <a16:creationId xmlns:a16="http://schemas.microsoft.com/office/drawing/2014/main" id="{A8D77A40-451E-C003-4747-946E7E7BBBAD}"/>
                    </a:ext>
                  </a:extLst>
                </p:cNvPr>
                <p:cNvPicPr/>
                <p:nvPr/>
              </p:nvPicPr>
              <p:blipFill>
                <a:blip r:embed="rId138"/>
                <a:stretch>
                  <a:fillRect/>
                </a:stretch>
              </p:blipFill>
              <p:spPr>
                <a:xfrm>
                  <a:off x="9161519" y="2684182"/>
                  <a:ext cx="5508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73" name="Ink 72">
                  <a:extLst>
                    <a:ext uri="{FF2B5EF4-FFF2-40B4-BE49-F238E27FC236}">
                      <a16:creationId xmlns:a16="http://schemas.microsoft.com/office/drawing/2014/main" id="{2FDC34C6-DEE9-1F49-0D98-32CFC3BD6D2A}"/>
                    </a:ext>
                  </a:extLst>
                </p14:cNvPr>
                <p14:cNvContentPartPr/>
                <p14:nvPr/>
              </p14:nvContentPartPr>
              <p14:xfrm>
                <a:off x="9258359" y="2772742"/>
                <a:ext cx="49320" cy="63360"/>
              </p14:xfrm>
            </p:contentPart>
          </mc:Choice>
          <mc:Fallback xmlns="">
            <p:pic>
              <p:nvPicPr>
                <p:cNvPr id="73" name="Ink 72">
                  <a:extLst>
                    <a:ext uri="{FF2B5EF4-FFF2-40B4-BE49-F238E27FC236}">
                      <a16:creationId xmlns:a16="http://schemas.microsoft.com/office/drawing/2014/main" id="{2FDC34C6-DEE9-1F49-0D98-32CFC3BD6D2A}"/>
                    </a:ext>
                  </a:extLst>
                </p:cNvPr>
                <p:cNvPicPr/>
                <p:nvPr/>
              </p:nvPicPr>
              <p:blipFill>
                <a:blip r:embed="rId140"/>
                <a:stretch>
                  <a:fillRect/>
                </a:stretch>
              </p:blipFill>
              <p:spPr>
                <a:xfrm>
                  <a:off x="9252239" y="2766622"/>
                  <a:ext cx="6156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74" name="Ink 73">
                  <a:extLst>
                    <a:ext uri="{FF2B5EF4-FFF2-40B4-BE49-F238E27FC236}">
                      <a16:creationId xmlns:a16="http://schemas.microsoft.com/office/drawing/2014/main" id="{757801F1-443B-A588-C301-CBE609DCEDEC}"/>
                    </a:ext>
                  </a:extLst>
                </p14:cNvPr>
                <p14:cNvContentPartPr/>
                <p14:nvPr/>
              </p14:nvContentPartPr>
              <p14:xfrm>
                <a:off x="9276719" y="2704702"/>
                <a:ext cx="102960" cy="133920"/>
              </p14:xfrm>
            </p:contentPart>
          </mc:Choice>
          <mc:Fallback xmlns="">
            <p:pic>
              <p:nvPicPr>
                <p:cNvPr id="74" name="Ink 73">
                  <a:extLst>
                    <a:ext uri="{FF2B5EF4-FFF2-40B4-BE49-F238E27FC236}">
                      <a16:creationId xmlns:a16="http://schemas.microsoft.com/office/drawing/2014/main" id="{757801F1-443B-A588-C301-CBE609DCEDEC}"/>
                    </a:ext>
                  </a:extLst>
                </p:cNvPr>
                <p:cNvPicPr/>
                <p:nvPr/>
              </p:nvPicPr>
              <p:blipFill>
                <a:blip r:embed="rId142"/>
                <a:stretch>
                  <a:fillRect/>
                </a:stretch>
              </p:blipFill>
              <p:spPr>
                <a:xfrm>
                  <a:off x="9270599" y="2698582"/>
                  <a:ext cx="1152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76" name="Ink 75">
                  <a:extLst>
                    <a:ext uri="{FF2B5EF4-FFF2-40B4-BE49-F238E27FC236}">
                      <a16:creationId xmlns:a16="http://schemas.microsoft.com/office/drawing/2014/main" id="{9654EE78-67CA-4D42-225D-0FB675C6F81B}"/>
                    </a:ext>
                  </a:extLst>
                </p14:cNvPr>
                <p14:cNvContentPartPr/>
                <p14:nvPr/>
              </p14:nvContentPartPr>
              <p14:xfrm>
                <a:off x="9337919" y="2742862"/>
                <a:ext cx="211320" cy="254520"/>
              </p14:xfrm>
            </p:contentPart>
          </mc:Choice>
          <mc:Fallback xmlns="">
            <p:pic>
              <p:nvPicPr>
                <p:cNvPr id="76" name="Ink 75">
                  <a:extLst>
                    <a:ext uri="{FF2B5EF4-FFF2-40B4-BE49-F238E27FC236}">
                      <a16:creationId xmlns:a16="http://schemas.microsoft.com/office/drawing/2014/main" id="{9654EE78-67CA-4D42-225D-0FB675C6F81B}"/>
                    </a:ext>
                  </a:extLst>
                </p:cNvPr>
                <p:cNvPicPr/>
                <p:nvPr/>
              </p:nvPicPr>
              <p:blipFill>
                <a:blip r:embed="rId144"/>
                <a:stretch>
                  <a:fillRect/>
                </a:stretch>
              </p:blipFill>
              <p:spPr>
                <a:xfrm>
                  <a:off x="9331799" y="2736742"/>
                  <a:ext cx="22356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77" name="Ink 76">
                  <a:extLst>
                    <a:ext uri="{FF2B5EF4-FFF2-40B4-BE49-F238E27FC236}">
                      <a16:creationId xmlns:a16="http://schemas.microsoft.com/office/drawing/2014/main" id="{C20E8B77-9860-25C5-75A7-1574D3F4BF26}"/>
                    </a:ext>
                  </a:extLst>
                </p14:cNvPr>
                <p14:cNvContentPartPr/>
                <p14:nvPr/>
              </p14:nvContentPartPr>
              <p14:xfrm>
                <a:off x="9763079" y="2074342"/>
                <a:ext cx="453240" cy="268560"/>
              </p14:xfrm>
            </p:contentPart>
          </mc:Choice>
          <mc:Fallback xmlns="">
            <p:pic>
              <p:nvPicPr>
                <p:cNvPr id="77" name="Ink 76">
                  <a:extLst>
                    <a:ext uri="{FF2B5EF4-FFF2-40B4-BE49-F238E27FC236}">
                      <a16:creationId xmlns:a16="http://schemas.microsoft.com/office/drawing/2014/main" id="{C20E8B77-9860-25C5-75A7-1574D3F4BF26}"/>
                    </a:ext>
                  </a:extLst>
                </p:cNvPr>
                <p:cNvPicPr/>
                <p:nvPr/>
              </p:nvPicPr>
              <p:blipFill>
                <a:blip r:embed="rId146"/>
                <a:stretch>
                  <a:fillRect/>
                </a:stretch>
              </p:blipFill>
              <p:spPr>
                <a:xfrm>
                  <a:off x="9756959" y="2068222"/>
                  <a:ext cx="46548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78" name="Ink 77">
                  <a:extLst>
                    <a:ext uri="{FF2B5EF4-FFF2-40B4-BE49-F238E27FC236}">
                      <a16:creationId xmlns:a16="http://schemas.microsoft.com/office/drawing/2014/main" id="{BA4F4DFC-B1D0-94D6-B982-4E91B892D31B}"/>
                    </a:ext>
                  </a:extLst>
                </p14:cNvPr>
                <p14:cNvContentPartPr/>
                <p14:nvPr/>
              </p14:nvContentPartPr>
              <p14:xfrm>
                <a:off x="10375079" y="1993702"/>
                <a:ext cx="182520" cy="181440"/>
              </p14:xfrm>
            </p:contentPart>
          </mc:Choice>
          <mc:Fallback xmlns="">
            <p:pic>
              <p:nvPicPr>
                <p:cNvPr id="78" name="Ink 77">
                  <a:extLst>
                    <a:ext uri="{FF2B5EF4-FFF2-40B4-BE49-F238E27FC236}">
                      <a16:creationId xmlns:a16="http://schemas.microsoft.com/office/drawing/2014/main" id="{BA4F4DFC-B1D0-94D6-B982-4E91B892D31B}"/>
                    </a:ext>
                  </a:extLst>
                </p:cNvPr>
                <p:cNvPicPr/>
                <p:nvPr/>
              </p:nvPicPr>
              <p:blipFill>
                <a:blip r:embed="rId148"/>
                <a:stretch>
                  <a:fillRect/>
                </a:stretch>
              </p:blipFill>
              <p:spPr>
                <a:xfrm>
                  <a:off x="10368959" y="1987582"/>
                  <a:ext cx="19476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79" name="Ink 78">
                  <a:extLst>
                    <a:ext uri="{FF2B5EF4-FFF2-40B4-BE49-F238E27FC236}">
                      <a16:creationId xmlns:a16="http://schemas.microsoft.com/office/drawing/2014/main" id="{0BCFC74D-3CF3-E71A-B4B6-482CD817B569}"/>
                    </a:ext>
                  </a:extLst>
                </p14:cNvPr>
                <p14:cNvContentPartPr/>
                <p14:nvPr/>
              </p14:nvContentPartPr>
              <p14:xfrm>
                <a:off x="10560839" y="2019262"/>
                <a:ext cx="238680" cy="257760"/>
              </p14:xfrm>
            </p:contentPart>
          </mc:Choice>
          <mc:Fallback xmlns="">
            <p:pic>
              <p:nvPicPr>
                <p:cNvPr id="79" name="Ink 78">
                  <a:extLst>
                    <a:ext uri="{FF2B5EF4-FFF2-40B4-BE49-F238E27FC236}">
                      <a16:creationId xmlns:a16="http://schemas.microsoft.com/office/drawing/2014/main" id="{0BCFC74D-3CF3-E71A-B4B6-482CD817B569}"/>
                    </a:ext>
                  </a:extLst>
                </p:cNvPr>
                <p:cNvPicPr/>
                <p:nvPr/>
              </p:nvPicPr>
              <p:blipFill>
                <a:blip r:embed="rId150"/>
                <a:stretch>
                  <a:fillRect/>
                </a:stretch>
              </p:blipFill>
              <p:spPr>
                <a:xfrm>
                  <a:off x="10554719" y="2013142"/>
                  <a:ext cx="25092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0" name="Ink 79">
                  <a:extLst>
                    <a:ext uri="{FF2B5EF4-FFF2-40B4-BE49-F238E27FC236}">
                      <a16:creationId xmlns:a16="http://schemas.microsoft.com/office/drawing/2014/main" id="{7A0C453E-4FBE-87D0-BF7F-55B3A7882CFA}"/>
                    </a:ext>
                  </a:extLst>
                </p14:cNvPr>
                <p14:cNvContentPartPr/>
                <p14:nvPr/>
              </p14:nvContentPartPr>
              <p14:xfrm>
                <a:off x="9747959" y="2561422"/>
                <a:ext cx="535680" cy="47880"/>
              </p14:xfrm>
            </p:contentPart>
          </mc:Choice>
          <mc:Fallback xmlns="">
            <p:pic>
              <p:nvPicPr>
                <p:cNvPr id="80" name="Ink 79">
                  <a:extLst>
                    <a:ext uri="{FF2B5EF4-FFF2-40B4-BE49-F238E27FC236}">
                      <a16:creationId xmlns:a16="http://schemas.microsoft.com/office/drawing/2014/main" id="{7A0C453E-4FBE-87D0-BF7F-55B3A7882CFA}"/>
                    </a:ext>
                  </a:extLst>
                </p:cNvPr>
                <p:cNvPicPr/>
                <p:nvPr/>
              </p:nvPicPr>
              <p:blipFill>
                <a:blip r:embed="rId152"/>
                <a:stretch>
                  <a:fillRect/>
                </a:stretch>
              </p:blipFill>
              <p:spPr>
                <a:xfrm>
                  <a:off x="9741839" y="2555302"/>
                  <a:ext cx="54792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1" name="Ink 80">
                  <a:extLst>
                    <a:ext uri="{FF2B5EF4-FFF2-40B4-BE49-F238E27FC236}">
                      <a16:creationId xmlns:a16="http://schemas.microsoft.com/office/drawing/2014/main" id="{AFEC37A5-3933-5B30-B66E-873A52B961AD}"/>
                    </a:ext>
                  </a:extLst>
                </p14:cNvPr>
                <p14:cNvContentPartPr/>
                <p14:nvPr/>
              </p14:nvContentPartPr>
              <p14:xfrm>
                <a:off x="10343759" y="2469622"/>
                <a:ext cx="529920" cy="226080"/>
              </p14:xfrm>
            </p:contentPart>
          </mc:Choice>
          <mc:Fallback xmlns="">
            <p:pic>
              <p:nvPicPr>
                <p:cNvPr id="81" name="Ink 80">
                  <a:extLst>
                    <a:ext uri="{FF2B5EF4-FFF2-40B4-BE49-F238E27FC236}">
                      <a16:creationId xmlns:a16="http://schemas.microsoft.com/office/drawing/2014/main" id="{AFEC37A5-3933-5B30-B66E-873A52B961AD}"/>
                    </a:ext>
                  </a:extLst>
                </p:cNvPr>
                <p:cNvPicPr/>
                <p:nvPr/>
              </p:nvPicPr>
              <p:blipFill>
                <a:blip r:embed="rId154"/>
                <a:stretch>
                  <a:fillRect/>
                </a:stretch>
              </p:blipFill>
              <p:spPr>
                <a:xfrm>
                  <a:off x="10337639" y="2463502"/>
                  <a:ext cx="54216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3" name="Ink 82">
                  <a:extLst>
                    <a:ext uri="{FF2B5EF4-FFF2-40B4-BE49-F238E27FC236}">
                      <a16:creationId xmlns:a16="http://schemas.microsoft.com/office/drawing/2014/main" id="{F3B51DB8-33AF-3D0F-0CFA-AD4AB84135AC}"/>
                    </a:ext>
                  </a:extLst>
                </p14:cNvPr>
                <p14:cNvContentPartPr/>
                <p14:nvPr/>
              </p14:nvContentPartPr>
              <p14:xfrm>
                <a:off x="9614399" y="2670862"/>
                <a:ext cx="55440" cy="236160"/>
              </p14:xfrm>
            </p:contentPart>
          </mc:Choice>
          <mc:Fallback xmlns="">
            <p:pic>
              <p:nvPicPr>
                <p:cNvPr id="83" name="Ink 82">
                  <a:extLst>
                    <a:ext uri="{FF2B5EF4-FFF2-40B4-BE49-F238E27FC236}">
                      <a16:creationId xmlns:a16="http://schemas.microsoft.com/office/drawing/2014/main" id="{F3B51DB8-33AF-3D0F-0CFA-AD4AB84135AC}"/>
                    </a:ext>
                  </a:extLst>
                </p:cNvPr>
                <p:cNvPicPr/>
                <p:nvPr/>
              </p:nvPicPr>
              <p:blipFill>
                <a:blip r:embed="rId156"/>
                <a:stretch>
                  <a:fillRect/>
                </a:stretch>
              </p:blipFill>
              <p:spPr>
                <a:xfrm>
                  <a:off x="9608279" y="2664742"/>
                  <a:ext cx="6768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84" name="Ink 83">
                  <a:extLst>
                    <a:ext uri="{FF2B5EF4-FFF2-40B4-BE49-F238E27FC236}">
                      <a16:creationId xmlns:a16="http://schemas.microsoft.com/office/drawing/2014/main" id="{2C57A129-1092-630F-F45A-4A48B3C6E56A}"/>
                    </a:ext>
                  </a:extLst>
                </p14:cNvPr>
                <p14:cNvContentPartPr/>
                <p14:nvPr/>
              </p14:nvContentPartPr>
              <p14:xfrm>
                <a:off x="9519719" y="2844742"/>
                <a:ext cx="153000" cy="89280"/>
              </p14:xfrm>
            </p:contentPart>
          </mc:Choice>
          <mc:Fallback xmlns="">
            <p:pic>
              <p:nvPicPr>
                <p:cNvPr id="84" name="Ink 83">
                  <a:extLst>
                    <a:ext uri="{FF2B5EF4-FFF2-40B4-BE49-F238E27FC236}">
                      <a16:creationId xmlns:a16="http://schemas.microsoft.com/office/drawing/2014/main" id="{2C57A129-1092-630F-F45A-4A48B3C6E56A}"/>
                    </a:ext>
                  </a:extLst>
                </p:cNvPr>
                <p:cNvPicPr/>
                <p:nvPr/>
              </p:nvPicPr>
              <p:blipFill>
                <a:blip r:embed="rId158"/>
                <a:stretch>
                  <a:fillRect/>
                </a:stretch>
              </p:blipFill>
              <p:spPr>
                <a:xfrm>
                  <a:off x="9513599" y="2838622"/>
                  <a:ext cx="1652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85" name="Ink 84">
                  <a:extLst>
                    <a:ext uri="{FF2B5EF4-FFF2-40B4-BE49-F238E27FC236}">
                      <a16:creationId xmlns:a16="http://schemas.microsoft.com/office/drawing/2014/main" id="{27AE4407-D1AC-177E-7C4A-98CFEA9A0F83}"/>
                    </a:ext>
                  </a:extLst>
                </p14:cNvPr>
                <p14:cNvContentPartPr/>
                <p14:nvPr/>
              </p14:nvContentPartPr>
              <p14:xfrm>
                <a:off x="9285719" y="3170902"/>
                <a:ext cx="54720" cy="128880"/>
              </p14:xfrm>
            </p:contentPart>
          </mc:Choice>
          <mc:Fallback xmlns="">
            <p:pic>
              <p:nvPicPr>
                <p:cNvPr id="85" name="Ink 84">
                  <a:extLst>
                    <a:ext uri="{FF2B5EF4-FFF2-40B4-BE49-F238E27FC236}">
                      <a16:creationId xmlns:a16="http://schemas.microsoft.com/office/drawing/2014/main" id="{27AE4407-D1AC-177E-7C4A-98CFEA9A0F83}"/>
                    </a:ext>
                  </a:extLst>
                </p:cNvPr>
                <p:cNvPicPr/>
                <p:nvPr/>
              </p:nvPicPr>
              <p:blipFill>
                <a:blip r:embed="rId160"/>
                <a:stretch>
                  <a:fillRect/>
                </a:stretch>
              </p:blipFill>
              <p:spPr>
                <a:xfrm>
                  <a:off x="9279599" y="3164782"/>
                  <a:ext cx="6696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86" name="Ink 85">
                  <a:extLst>
                    <a:ext uri="{FF2B5EF4-FFF2-40B4-BE49-F238E27FC236}">
                      <a16:creationId xmlns:a16="http://schemas.microsoft.com/office/drawing/2014/main" id="{3CBE1177-F3DA-7CD7-65F2-2A021F0B846D}"/>
                    </a:ext>
                  </a:extLst>
                </p14:cNvPr>
                <p14:cNvContentPartPr/>
                <p14:nvPr/>
              </p14:nvContentPartPr>
              <p14:xfrm>
                <a:off x="9439799" y="3172342"/>
                <a:ext cx="48960" cy="84240"/>
              </p14:xfrm>
            </p:contentPart>
          </mc:Choice>
          <mc:Fallback xmlns="">
            <p:pic>
              <p:nvPicPr>
                <p:cNvPr id="86" name="Ink 85">
                  <a:extLst>
                    <a:ext uri="{FF2B5EF4-FFF2-40B4-BE49-F238E27FC236}">
                      <a16:creationId xmlns:a16="http://schemas.microsoft.com/office/drawing/2014/main" id="{3CBE1177-F3DA-7CD7-65F2-2A021F0B846D}"/>
                    </a:ext>
                  </a:extLst>
                </p:cNvPr>
                <p:cNvPicPr/>
                <p:nvPr/>
              </p:nvPicPr>
              <p:blipFill>
                <a:blip r:embed="rId162"/>
                <a:stretch>
                  <a:fillRect/>
                </a:stretch>
              </p:blipFill>
              <p:spPr>
                <a:xfrm>
                  <a:off x="9433679" y="3166222"/>
                  <a:ext cx="6120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87" name="Ink 86">
                  <a:extLst>
                    <a:ext uri="{FF2B5EF4-FFF2-40B4-BE49-F238E27FC236}">
                      <a16:creationId xmlns:a16="http://schemas.microsoft.com/office/drawing/2014/main" id="{5A06BD81-D986-5B6B-BC0D-69164B095ED0}"/>
                    </a:ext>
                  </a:extLst>
                </p14:cNvPr>
                <p14:cNvContentPartPr/>
                <p14:nvPr/>
              </p14:nvContentPartPr>
              <p14:xfrm>
                <a:off x="9549239" y="3233542"/>
                <a:ext cx="60120" cy="36360"/>
              </p14:xfrm>
            </p:contentPart>
          </mc:Choice>
          <mc:Fallback xmlns="">
            <p:pic>
              <p:nvPicPr>
                <p:cNvPr id="87" name="Ink 86">
                  <a:extLst>
                    <a:ext uri="{FF2B5EF4-FFF2-40B4-BE49-F238E27FC236}">
                      <a16:creationId xmlns:a16="http://schemas.microsoft.com/office/drawing/2014/main" id="{5A06BD81-D986-5B6B-BC0D-69164B095ED0}"/>
                    </a:ext>
                  </a:extLst>
                </p:cNvPr>
                <p:cNvPicPr/>
                <p:nvPr/>
              </p:nvPicPr>
              <p:blipFill>
                <a:blip r:embed="rId164"/>
                <a:stretch>
                  <a:fillRect/>
                </a:stretch>
              </p:blipFill>
              <p:spPr>
                <a:xfrm>
                  <a:off x="9543119" y="3227422"/>
                  <a:ext cx="7236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88" name="Ink 87">
                  <a:extLst>
                    <a:ext uri="{FF2B5EF4-FFF2-40B4-BE49-F238E27FC236}">
                      <a16:creationId xmlns:a16="http://schemas.microsoft.com/office/drawing/2014/main" id="{73EB7A90-0E6A-9F21-0247-62111DAF9124}"/>
                    </a:ext>
                  </a:extLst>
                </p14:cNvPr>
                <p14:cNvContentPartPr/>
                <p14:nvPr/>
              </p14:nvContentPartPr>
              <p14:xfrm>
                <a:off x="9660479" y="3142822"/>
                <a:ext cx="87840" cy="63000"/>
              </p14:xfrm>
            </p:contentPart>
          </mc:Choice>
          <mc:Fallback xmlns="">
            <p:pic>
              <p:nvPicPr>
                <p:cNvPr id="88" name="Ink 87">
                  <a:extLst>
                    <a:ext uri="{FF2B5EF4-FFF2-40B4-BE49-F238E27FC236}">
                      <a16:creationId xmlns:a16="http://schemas.microsoft.com/office/drawing/2014/main" id="{73EB7A90-0E6A-9F21-0247-62111DAF9124}"/>
                    </a:ext>
                  </a:extLst>
                </p:cNvPr>
                <p:cNvPicPr/>
                <p:nvPr/>
              </p:nvPicPr>
              <p:blipFill>
                <a:blip r:embed="rId166"/>
                <a:stretch>
                  <a:fillRect/>
                </a:stretch>
              </p:blipFill>
              <p:spPr>
                <a:xfrm>
                  <a:off x="9654359" y="3136702"/>
                  <a:ext cx="10008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89" name="Ink 88">
                  <a:extLst>
                    <a:ext uri="{FF2B5EF4-FFF2-40B4-BE49-F238E27FC236}">
                      <a16:creationId xmlns:a16="http://schemas.microsoft.com/office/drawing/2014/main" id="{C0169882-776D-D41F-0DB2-E4F9C58F8D6B}"/>
                    </a:ext>
                  </a:extLst>
                </p14:cNvPr>
                <p14:cNvContentPartPr/>
                <p14:nvPr/>
              </p14:nvContentPartPr>
              <p14:xfrm>
                <a:off x="9792239" y="3122302"/>
                <a:ext cx="82800" cy="71640"/>
              </p14:xfrm>
            </p:contentPart>
          </mc:Choice>
          <mc:Fallback xmlns="">
            <p:pic>
              <p:nvPicPr>
                <p:cNvPr id="89" name="Ink 88">
                  <a:extLst>
                    <a:ext uri="{FF2B5EF4-FFF2-40B4-BE49-F238E27FC236}">
                      <a16:creationId xmlns:a16="http://schemas.microsoft.com/office/drawing/2014/main" id="{C0169882-776D-D41F-0DB2-E4F9C58F8D6B}"/>
                    </a:ext>
                  </a:extLst>
                </p:cNvPr>
                <p:cNvPicPr/>
                <p:nvPr/>
              </p:nvPicPr>
              <p:blipFill>
                <a:blip r:embed="rId168"/>
                <a:stretch>
                  <a:fillRect/>
                </a:stretch>
              </p:blipFill>
              <p:spPr>
                <a:xfrm>
                  <a:off x="9786119" y="3116182"/>
                  <a:ext cx="950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0" name="Ink 89">
                  <a:extLst>
                    <a:ext uri="{FF2B5EF4-FFF2-40B4-BE49-F238E27FC236}">
                      <a16:creationId xmlns:a16="http://schemas.microsoft.com/office/drawing/2014/main" id="{482CC06E-246E-2933-A890-C5C5B312370C}"/>
                    </a:ext>
                  </a:extLst>
                </p14:cNvPr>
                <p14:cNvContentPartPr/>
                <p14:nvPr/>
              </p14:nvContentPartPr>
              <p14:xfrm>
                <a:off x="9910679" y="3106822"/>
                <a:ext cx="124920" cy="59400"/>
              </p14:xfrm>
            </p:contentPart>
          </mc:Choice>
          <mc:Fallback xmlns="">
            <p:pic>
              <p:nvPicPr>
                <p:cNvPr id="90" name="Ink 89">
                  <a:extLst>
                    <a:ext uri="{FF2B5EF4-FFF2-40B4-BE49-F238E27FC236}">
                      <a16:creationId xmlns:a16="http://schemas.microsoft.com/office/drawing/2014/main" id="{482CC06E-246E-2933-A890-C5C5B312370C}"/>
                    </a:ext>
                  </a:extLst>
                </p:cNvPr>
                <p:cNvPicPr/>
                <p:nvPr/>
              </p:nvPicPr>
              <p:blipFill>
                <a:blip r:embed="rId170"/>
                <a:stretch>
                  <a:fillRect/>
                </a:stretch>
              </p:blipFill>
              <p:spPr>
                <a:xfrm>
                  <a:off x="9904559" y="3100702"/>
                  <a:ext cx="13716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91" name="Ink 90">
                  <a:extLst>
                    <a:ext uri="{FF2B5EF4-FFF2-40B4-BE49-F238E27FC236}">
                      <a16:creationId xmlns:a16="http://schemas.microsoft.com/office/drawing/2014/main" id="{87CC402D-264D-5151-167D-F5A17FF6B9E4}"/>
                    </a:ext>
                  </a:extLst>
                </p14:cNvPr>
                <p14:cNvContentPartPr/>
                <p14:nvPr/>
              </p14:nvContentPartPr>
              <p14:xfrm>
                <a:off x="10180319" y="3039502"/>
                <a:ext cx="45360" cy="156600"/>
              </p14:xfrm>
            </p:contentPart>
          </mc:Choice>
          <mc:Fallback xmlns="">
            <p:pic>
              <p:nvPicPr>
                <p:cNvPr id="91" name="Ink 90">
                  <a:extLst>
                    <a:ext uri="{FF2B5EF4-FFF2-40B4-BE49-F238E27FC236}">
                      <a16:creationId xmlns:a16="http://schemas.microsoft.com/office/drawing/2014/main" id="{87CC402D-264D-5151-167D-F5A17FF6B9E4}"/>
                    </a:ext>
                  </a:extLst>
                </p:cNvPr>
                <p:cNvPicPr/>
                <p:nvPr/>
              </p:nvPicPr>
              <p:blipFill>
                <a:blip r:embed="rId172"/>
                <a:stretch>
                  <a:fillRect/>
                </a:stretch>
              </p:blipFill>
              <p:spPr>
                <a:xfrm>
                  <a:off x="10174199" y="3033382"/>
                  <a:ext cx="576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92" name="Ink 91">
                  <a:extLst>
                    <a:ext uri="{FF2B5EF4-FFF2-40B4-BE49-F238E27FC236}">
                      <a16:creationId xmlns:a16="http://schemas.microsoft.com/office/drawing/2014/main" id="{D801640B-A21B-8B13-4C4A-38B2BF82153D}"/>
                    </a:ext>
                  </a:extLst>
                </p14:cNvPr>
                <p14:cNvContentPartPr/>
                <p14:nvPr/>
              </p14:nvContentPartPr>
              <p14:xfrm>
                <a:off x="10343039" y="3117262"/>
                <a:ext cx="12600" cy="9000"/>
              </p14:xfrm>
            </p:contentPart>
          </mc:Choice>
          <mc:Fallback xmlns="">
            <p:pic>
              <p:nvPicPr>
                <p:cNvPr id="92" name="Ink 91">
                  <a:extLst>
                    <a:ext uri="{FF2B5EF4-FFF2-40B4-BE49-F238E27FC236}">
                      <a16:creationId xmlns:a16="http://schemas.microsoft.com/office/drawing/2014/main" id="{D801640B-A21B-8B13-4C4A-38B2BF82153D}"/>
                    </a:ext>
                  </a:extLst>
                </p:cNvPr>
                <p:cNvPicPr/>
                <p:nvPr/>
              </p:nvPicPr>
              <p:blipFill>
                <a:blip r:embed="rId174"/>
                <a:stretch>
                  <a:fillRect/>
                </a:stretch>
              </p:blipFill>
              <p:spPr>
                <a:xfrm>
                  <a:off x="10336919" y="3111142"/>
                  <a:ext cx="248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95" name="Ink 94">
                  <a:extLst>
                    <a:ext uri="{FF2B5EF4-FFF2-40B4-BE49-F238E27FC236}">
                      <a16:creationId xmlns:a16="http://schemas.microsoft.com/office/drawing/2014/main" id="{A0A2BBAE-C115-B2C2-DFDC-50759D61E325}"/>
                    </a:ext>
                  </a:extLst>
                </p14:cNvPr>
                <p14:cNvContentPartPr/>
                <p14:nvPr/>
              </p14:nvContentPartPr>
              <p14:xfrm>
                <a:off x="10164839" y="3067222"/>
                <a:ext cx="96840" cy="39960"/>
              </p14:xfrm>
            </p:contentPart>
          </mc:Choice>
          <mc:Fallback xmlns="">
            <p:pic>
              <p:nvPicPr>
                <p:cNvPr id="95" name="Ink 94">
                  <a:extLst>
                    <a:ext uri="{FF2B5EF4-FFF2-40B4-BE49-F238E27FC236}">
                      <a16:creationId xmlns:a16="http://schemas.microsoft.com/office/drawing/2014/main" id="{A0A2BBAE-C115-B2C2-DFDC-50759D61E325}"/>
                    </a:ext>
                  </a:extLst>
                </p:cNvPr>
                <p:cNvPicPr/>
                <p:nvPr/>
              </p:nvPicPr>
              <p:blipFill>
                <a:blip r:embed="rId176"/>
                <a:stretch>
                  <a:fillRect/>
                </a:stretch>
              </p:blipFill>
              <p:spPr>
                <a:xfrm>
                  <a:off x="10158719" y="3061102"/>
                  <a:ext cx="10908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96" name="Ink 95">
                  <a:extLst>
                    <a:ext uri="{FF2B5EF4-FFF2-40B4-BE49-F238E27FC236}">
                      <a16:creationId xmlns:a16="http://schemas.microsoft.com/office/drawing/2014/main" id="{29B9AE7A-2518-80BC-5FDF-74B1053DD4C4}"/>
                    </a:ext>
                  </a:extLst>
                </p14:cNvPr>
                <p14:cNvContentPartPr/>
                <p14:nvPr/>
              </p14:nvContentPartPr>
              <p14:xfrm>
                <a:off x="9382559" y="3314542"/>
                <a:ext cx="597960" cy="96480"/>
              </p14:xfrm>
            </p:contentPart>
          </mc:Choice>
          <mc:Fallback xmlns="">
            <p:pic>
              <p:nvPicPr>
                <p:cNvPr id="96" name="Ink 95">
                  <a:extLst>
                    <a:ext uri="{FF2B5EF4-FFF2-40B4-BE49-F238E27FC236}">
                      <a16:creationId xmlns:a16="http://schemas.microsoft.com/office/drawing/2014/main" id="{29B9AE7A-2518-80BC-5FDF-74B1053DD4C4}"/>
                    </a:ext>
                  </a:extLst>
                </p:cNvPr>
                <p:cNvPicPr/>
                <p:nvPr/>
              </p:nvPicPr>
              <p:blipFill>
                <a:blip r:embed="rId178"/>
                <a:stretch>
                  <a:fillRect/>
                </a:stretch>
              </p:blipFill>
              <p:spPr>
                <a:xfrm>
                  <a:off x="9376439" y="3308422"/>
                  <a:ext cx="61020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97" name="Ink 96">
                  <a:extLst>
                    <a:ext uri="{FF2B5EF4-FFF2-40B4-BE49-F238E27FC236}">
                      <a16:creationId xmlns:a16="http://schemas.microsoft.com/office/drawing/2014/main" id="{F8A3E983-67E4-69B1-EB76-66059CFE2CDA}"/>
                    </a:ext>
                  </a:extLst>
                </p14:cNvPr>
                <p14:cNvContentPartPr/>
                <p14:nvPr/>
              </p14:nvContentPartPr>
              <p14:xfrm>
                <a:off x="9476519" y="3391942"/>
                <a:ext cx="519480" cy="69840"/>
              </p14:xfrm>
            </p:contentPart>
          </mc:Choice>
          <mc:Fallback xmlns="">
            <p:pic>
              <p:nvPicPr>
                <p:cNvPr id="97" name="Ink 96">
                  <a:extLst>
                    <a:ext uri="{FF2B5EF4-FFF2-40B4-BE49-F238E27FC236}">
                      <a16:creationId xmlns:a16="http://schemas.microsoft.com/office/drawing/2014/main" id="{F8A3E983-67E4-69B1-EB76-66059CFE2CDA}"/>
                    </a:ext>
                  </a:extLst>
                </p:cNvPr>
                <p:cNvPicPr/>
                <p:nvPr/>
              </p:nvPicPr>
              <p:blipFill>
                <a:blip r:embed="rId180"/>
                <a:stretch>
                  <a:fillRect/>
                </a:stretch>
              </p:blipFill>
              <p:spPr>
                <a:xfrm>
                  <a:off x="9470399" y="3385822"/>
                  <a:ext cx="53172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98" name="Ink 97">
                  <a:extLst>
                    <a:ext uri="{FF2B5EF4-FFF2-40B4-BE49-F238E27FC236}">
                      <a16:creationId xmlns:a16="http://schemas.microsoft.com/office/drawing/2014/main" id="{E2EB9E1E-3B13-695A-ABA3-A6AEE9034F3A}"/>
                    </a:ext>
                  </a:extLst>
                </p14:cNvPr>
                <p14:cNvContentPartPr/>
                <p14:nvPr/>
              </p14:nvContentPartPr>
              <p14:xfrm>
                <a:off x="10319639" y="3146782"/>
                <a:ext cx="180360" cy="121320"/>
              </p14:xfrm>
            </p:contentPart>
          </mc:Choice>
          <mc:Fallback xmlns="">
            <p:pic>
              <p:nvPicPr>
                <p:cNvPr id="98" name="Ink 97">
                  <a:extLst>
                    <a:ext uri="{FF2B5EF4-FFF2-40B4-BE49-F238E27FC236}">
                      <a16:creationId xmlns:a16="http://schemas.microsoft.com/office/drawing/2014/main" id="{E2EB9E1E-3B13-695A-ABA3-A6AEE9034F3A}"/>
                    </a:ext>
                  </a:extLst>
                </p:cNvPr>
                <p:cNvPicPr/>
                <p:nvPr/>
              </p:nvPicPr>
              <p:blipFill>
                <a:blip r:embed="rId182"/>
                <a:stretch>
                  <a:fillRect/>
                </a:stretch>
              </p:blipFill>
              <p:spPr>
                <a:xfrm>
                  <a:off x="10313519" y="3140662"/>
                  <a:ext cx="1926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99" name="Ink 98">
                  <a:extLst>
                    <a:ext uri="{FF2B5EF4-FFF2-40B4-BE49-F238E27FC236}">
                      <a16:creationId xmlns:a16="http://schemas.microsoft.com/office/drawing/2014/main" id="{38C15F26-4131-3040-97A9-C1A4D0B47848}"/>
                    </a:ext>
                  </a:extLst>
                </p14:cNvPr>
                <p14:cNvContentPartPr/>
                <p14:nvPr/>
              </p14:nvContentPartPr>
              <p14:xfrm>
                <a:off x="10577759" y="3098902"/>
                <a:ext cx="127800" cy="115200"/>
              </p14:xfrm>
            </p:contentPart>
          </mc:Choice>
          <mc:Fallback xmlns="">
            <p:pic>
              <p:nvPicPr>
                <p:cNvPr id="99" name="Ink 98">
                  <a:extLst>
                    <a:ext uri="{FF2B5EF4-FFF2-40B4-BE49-F238E27FC236}">
                      <a16:creationId xmlns:a16="http://schemas.microsoft.com/office/drawing/2014/main" id="{38C15F26-4131-3040-97A9-C1A4D0B47848}"/>
                    </a:ext>
                  </a:extLst>
                </p:cNvPr>
                <p:cNvPicPr/>
                <p:nvPr/>
              </p:nvPicPr>
              <p:blipFill>
                <a:blip r:embed="rId184"/>
                <a:stretch>
                  <a:fillRect/>
                </a:stretch>
              </p:blipFill>
              <p:spPr>
                <a:xfrm>
                  <a:off x="10571639" y="3092782"/>
                  <a:ext cx="1400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00" name="Ink 99">
                  <a:extLst>
                    <a:ext uri="{FF2B5EF4-FFF2-40B4-BE49-F238E27FC236}">
                      <a16:creationId xmlns:a16="http://schemas.microsoft.com/office/drawing/2014/main" id="{71C87331-2BB9-AF21-7FCF-362A51131D30}"/>
                    </a:ext>
                  </a:extLst>
                </p14:cNvPr>
                <p14:cNvContentPartPr/>
                <p14:nvPr/>
              </p14:nvContentPartPr>
              <p14:xfrm>
                <a:off x="10702319" y="3078382"/>
                <a:ext cx="118080" cy="119160"/>
              </p14:xfrm>
            </p:contentPart>
          </mc:Choice>
          <mc:Fallback xmlns="">
            <p:pic>
              <p:nvPicPr>
                <p:cNvPr id="100" name="Ink 99">
                  <a:extLst>
                    <a:ext uri="{FF2B5EF4-FFF2-40B4-BE49-F238E27FC236}">
                      <a16:creationId xmlns:a16="http://schemas.microsoft.com/office/drawing/2014/main" id="{71C87331-2BB9-AF21-7FCF-362A51131D30}"/>
                    </a:ext>
                  </a:extLst>
                </p:cNvPr>
                <p:cNvPicPr/>
                <p:nvPr/>
              </p:nvPicPr>
              <p:blipFill>
                <a:blip r:embed="rId186"/>
                <a:stretch>
                  <a:fillRect/>
                </a:stretch>
              </p:blipFill>
              <p:spPr>
                <a:xfrm>
                  <a:off x="10696199" y="3072262"/>
                  <a:ext cx="13032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01" name="Ink 100">
                  <a:extLst>
                    <a:ext uri="{FF2B5EF4-FFF2-40B4-BE49-F238E27FC236}">
                      <a16:creationId xmlns:a16="http://schemas.microsoft.com/office/drawing/2014/main" id="{A1D2B1EB-20FE-1C04-8BF3-6E02DB60A505}"/>
                    </a:ext>
                  </a:extLst>
                </p14:cNvPr>
                <p14:cNvContentPartPr/>
                <p14:nvPr/>
              </p14:nvContentPartPr>
              <p14:xfrm>
                <a:off x="10820039" y="3119782"/>
                <a:ext cx="72360" cy="72720"/>
              </p14:xfrm>
            </p:contentPart>
          </mc:Choice>
          <mc:Fallback xmlns="">
            <p:pic>
              <p:nvPicPr>
                <p:cNvPr id="101" name="Ink 100">
                  <a:extLst>
                    <a:ext uri="{FF2B5EF4-FFF2-40B4-BE49-F238E27FC236}">
                      <a16:creationId xmlns:a16="http://schemas.microsoft.com/office/drawing/2014/main" id="{A1D2B1EB-20FE-1C04-8BF3-6E02DB60A505}"/>
                    </a:ext>
                  </a:extLst>
                </p:cNvPr>
                <p:cNvPicPr/>
                <p:nvPr/>
              </p:nvPicPr>
              <p:blipFill>
                <a:blip r:embed="rId188"/>
                <a:stretch>
                  <a:fillRect/>
                </a:stretch>
              </p:blipFill>
              <p:spPr>
                <a:xfrm>
                  <a:off x="10813919" y="3113662"/>
                  <a:ext cx="8460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02" name="Ink 101">
                  <a:extLst>
                    <a:ext uri="{FF2B5EF4-FFF2-40B4-BE49-F238E27FC236}">
                      <a16:creationId xmlns:a16="http://schemas.microsoft.com/office/drawing/2014/main" id="{51B74EA6-4A8E-FED4-C796-F79FDBBB5C98}"/>
                    </a:ext>
                  </a:extLst>
                </p14:cNvPr>
                <p14:cNvContentPartPr/>
                <p14:nvPr/>
              </p14:nvContentPartPr>
              <p14:xfrm>
                <a:off x="10928759" y="3009622"/>
                <a:ext cx="574560" cy="351000"/>
              </p14:xfrm>
            </p:contentPart>
          </mc:Choice>
          <mc:Fallback xmlns="">
            <p:pic>
              <p:nvPicPr>
                <p:cNvPr id="102" name="Ink 101">
                  <a:extLst>
                    <a:ext uri="{FF2B5EF4-FFF2-40B4-BE49-F238E27FC236}">
                      <a16:creationId xmlns:a16="http://schemas.microsoft.com/office/drawing/2014/main" id="{51B74EA6-4A8E-FED4-C796-F79FDBBB5C98}"/>
                    </a:ext>
                  </a:extLst>
                </p:cNvPr>
                <p:cNvPicPr/>
                <p:nvPr/>
              </p:nvPicPr>
              <p:blipFill>
                <a:blip r:embed="rId190"/>
                <a:stretch>
                  <a:fillRect/>
                </a:stretch>
              </p:blipFill>
              <p:spPr>
                <a:xfrm>
                  <a:off x="10922639" y="3003502"/>
                  <a:ext cx="58680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5" name="Ink 114">
                  <a:extLst>
                    <a:ext uri="{FF2B5EF4-FFF2-40B4-BE49-F238E27FC236}">
                      <a16:creationId xmlns:a16="http://schemas.microsoft.com/office/drawing/2014/main" id="{658EE015-921C-4F96-942B-63D3A4041D93}"/>
                    </a:ext>
                  </a:extLst>
                </p14:cNvPr>
                <p14:cNvContentPartPr/>
                <p14:nvPr/>
              </p14:nvContentPartPr>
              <p14:xfrm>
                <a:off x="7557719" y="2374582"/>
                <a:ext cx="832680" cy="319320"/>
              </p14:xfrm>
            </p:contentPart>
          </mc:Choice>
          <mc:Fallback xmlns="">
            <p:pic>
              <p:nvPicPr>
                <p:cNvPr id="115" name="Ink 114">
                  <a:extLst>
                    <a:ext uri="{FF2B5EF4-FFF2-40B4-BE49-F238E27FC236}">
                      <a16:creationId xmlns:a16="http://schemas.microsoft.com/office/drawing/2014/main" id="{658EE015-921C-4F96-942B-63D3A4041D93}"/>
                    </a:ext>
                  </a:extLst>
                </p:cNvPr>
                <p:cNvPicPr/>
                <p:nvPr/>
              </p:nvPicPr>
              <p:blipFill>
                <a:blip r:embed="rId192"/>
                <a:stretch>
                  <a:fillRect/>
                </a:stretch>
              </p:blipFill>
              <p:spPr>
                <a:xfrm>
                  <a:off x="7551599" y="2368462"/>
                  <a:ext cx="84492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16" name="Ink 115">
                  <a:extLst>
                    <a:ext uri="{FF2B5EF4-FFF2-40B4-BE49-F238E27FC236}">
                      <a16:creationId xmlns:a16="http://schemas.microsoft.com/office/drawing/2014/main" id="{28A2E800-DE5A-97E0-DC80-925B54A9E994}"/>
                    </a:ext>
                  </a:extLst>
                </p14:cNvPr>
                <p14:cNvContentPartPr/>
                <p14:nvPr/>
              </p14:nvContentPartPr>
              <p14:xfrm>
                <a:off x="7576439" y="1862662"/>
                <a:ext cx="1084680" cy="372960"/>
              </p14:xfrm>
            </p:contentPart>
          </mc:Choice>
          <mc:Fallback xmlns="">
            <p:pic>
              <p:nvPicPr>
                <p:cNvPr id="116" name="Ink 115">
                  <a:extLst>
                    <a:ext uri="{FF2B5EF4-FFF2-40B4-BE49-F238E27FC236}">
                      <a16:creationId xmlns:a16="http://schemas.microsoft.com/office/drawing/2014/main" id="{28A2E800-DE5A-97E0-DC80-925B54A9E994}"/>
                    </a:ext>
                  </a:extLst>
                </p:cNvPr>
                <p:cNvPicPr/>
                <p:nvPr/>
              </p:nvPicPr>
              <p:blipFill>
                <a:blip r:embed="rId194"/>
                <a:stretch>
                  <a:fillRect/>
                </a:stretch>
              </p:blipFill>
              <p:spPr>
                <a:xfrm>
                  <a:off x="7570319" y="1856542"/>
                  <a:ext cx="109692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7" name="Ink 116">
                  <a:extLst>
                    <a:ext uri="{FF2B5EF4-FFF2-40B4-BE49-F238E27FC236}">
                      <a16:creationId xmlns:a16="http://schemas.microsoft.com/office/drawing/2014/main" id="{B47FEF18-3CE7-A811-FE54-433811FB8963}"/>
                    </a:ext>
                  </a:extLst>
                </p14:cNvPr>
                <p14:cNvContentPartPr/>
                <p14:nvPr/>
              </p14:nvContentPartPr>
              <p14:xfrm>
                <a:off x="8403359" y="1557742"/>
                <a:ext cx="438840" cy="362520"/>
              </p14:xfrm>
            </p:contentPart>
          </mc:Choice>
          <mc:Fallback xmlns="">
            <p:pic>
              <p:nvPicPr>
                <p:cNvPr id="117" name="Ink 116">
                  <a:extLst>
                    <a:ext uri="{FF2B5EF4-FFF2-40B4-BE49-F238E27FC236}">
                      <a16:creationId xmlns:a16="http://schemas.microsoft.com/office/drawing/2014/main" id="{B47FEF18-3CE7-A811-FE54-433811FB8963}"/>
                    </a:ext>
                  </a:extLst>
                </p:cNvPr>
                <p:cNvPicPr/>
                <p:nvPr/>
              </p:nvPicPr>
              <p:blipFill>
                <a:blip r:embed="rId196"/>
                <a:stretch>
                  <a:fillRect/>
                </a:stretch>
              </p:blipFill>
              <p:spPr>
                <a:xfrm>
                  <a:off x="8397239" y="1551622"/>
                  <a:ext cx="45108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18" name="Ink 117">
                  <a:extLst>
                    <a:ext uri="{FF2B5EF4-FFF2-40B4-BE49-F238E27FC236}">
                      <a16:creationId xmlns:a16="http://schemas.microsoft.com/office/drawing/2014/main" id="{D46F4931-5553-3675-895E-D704F1ED6AD1}"/>
                    </a:ext>
                  </a:extLst>
                </p14:cNvPr>
                <p14:cNvContentPartPr/>
                <p14:nvPr/>
              </p14:nvContentPartPr>
              <p14:xfrm>
                <a:off x="8635559" y="876622"/>
                <a:ext cx="1469520" cy="397800"/>
              </p14:xfrm>
            </p:contentPart>
          </mc:Choice>
          <mc:Fallback xmlns="">
            <p:pic>
              <p:nvPicPr>
                <p:cNvPr id="118" name="Ink 117">
                  <a:extLst>
                    <a:ext uri="{FF2B5EF4-FFF2-40B4-BE49-F238E27FC236}">
                      <a16:creationId xmlns:a16="http://schemas.microsoft.com/office/drawing/2014/main" id="{D46F4931-5553-3675-895E-D704F1ED6AD1}"/>
                    </a:ext>
                  </a:extLst>
                </p:cNvPr>
                <p:cNvPicPr/>
                <p:nvPr/>
              </p:nvPicPr>
              <p:blipFill>
                <a:blip r:embed="rId198"/>
                <a:stretch>
                  <a:fillRect/>
                </a:stretch>
              </p:blipFill>
              <p:spPr>
                <a:xfrm>
                  <a:off x="8629439" y="870502"/>
                  <a:ext cx="1481760" cy="4100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19" name="Ink 118">
                  <a:extLst>
                    <a:ext uri="{FF2B5EF4-FFF2-40B4-BE49-F238E27FC236}">
                      <a16:creationId xmlns:a16="http://schemas.microsoft.com/office/drawing/2014/main" id="{9E37D51B-7341-6ED6-7918-AAABEC181620}"/>
                    </a:ext>
                  </a:extLst>
                </p14:cNvPr>
                <p14:cNvContentPartPr/>
                <p14:nvPr/>
              </p14:nvContentPartPr>
              <p14:xfrm>
                <a:off x="9324959" y="1173982"/>
                <a:ext cx="945720" cy="119520"/>
              </p14:xfrm>
            </p:contentPart>
          </mc:Choice>
          <mc:Fallback xmlns="">
            <p:pic>
              <p:nvPicPr>
                <p:cNvPr id="119" name="Ink 118">
                  <a:extLst>
                    <a:ext uri="{FF2B5EF4-FFF2-40B4-BE49-F238E27FC236}">
                      <a16:creationId xmlns:a16="http://schemas.microsoft.com/office/drawing/2014/main" id="{9E37D51B-7341-6ED6-7918-AAABEC181620}"/>
                    </a:ext>
                  </a:extLst>
                </p:cNvPr>
                <p:cNvPicPr/>
                <p:nvPr/>
              </p:nvPicPr>
              <p:blipFill>
                <a:blip r:embed="rId200"/>
                <a:stretch>
                  <a:fillRect/>
                </a:stretch>
              </p:blipFill>
              <p:spPr>
                <a:xfrm>
                  <a:off x="9318839" y="1167862"/>
                  <a:ext cx="95796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22" name="Ink 121">
                  <a:extLst>
                    <a:ext uri="{FF2B5EF4-FFF2-40B4-BE49-F238E27FC236}">
                      <a16:creationId xmlns:a16="http://schemas.microsoft.com/office/drawing/2014/main" id="{400DC267-958F-0560-42F0-7C170C2FDF54}"/>
                    </a:ext>
                  </a:extLst>
                </p14:cNvPr>
                <p14:cNvContentPartPr/>
                <p14:nvPr/>
              </p14:nvContentPartPr>
              <p14:xfrm>
                <a:off x="9055319" y="727222"/>
                <a:ext cx="499680" cy="122400"/>
              </p14:xfrm>
            </p:contentPart>
          </mc:Choice>
          <mc:Fallback xmlns="">
            <p:pic>
              <p:nvPicPr>
                <p:cNvPr id="122" name="Ink 121">
                  <a:extLst>
                    <a:ext uri="{FF2B5EF4-FFF2-40B4-BE49-F238E27FC236}">
                      <a16:creationId xmlns:a16="http://schemas.microsoft.com/office/drawing/2014/main" id="{400DC267-958F-0560-42F0-7C170C2FDF54}"/>
                    </a:ext>
                  </a:extLst>
                </p:cNvPr>
                <p:cNvPicPr/>
                <p:nvPr/>
              </p:nvPicPr>
              <p:blipFill>
                <a:blip r:embed="rId202"/>
                <a:stretch>
                  <a:fillRect/>
                </a:stretch>
              </p:blipFill>
              <p:spPr>
                <a:xfrm>
                  <a:off x="9049199" y="721102"/>
                  <a:ext cx="5119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23" name="Ink 122">
                  <a:extLst>
                    <a:ext uri="{FF2B5EF4-FFF2-40B4-BE49-F238E27FC236}">
                      <a16:creationId xmlns:a16="http://schemas.microsoft.com/office/drawing/2014/main" id="{A889CF66-209A-626C-CC85-C536DB438149}"/>
                    </a:ext>
                  </a:extLst>
                </p14:cNvPr>
                <p14:cNvContentPartPr/>
                <p14:nvPr/>
              </p14:nvContentPartPr>
              <p14:xfrm>
                <a:off x="10442399" y="820462"/>
                <a:ext cx="142560" cy="301320"/>
              </p14:xfrm>
            </p:contentPart>
          </mc:Choice>
          <mc:Fallback xmlns="">
            <p:pic>
              <p:nvPicPr>
                <p:cNvPr id="123" name="Ink 122">
                  <a:extLst>
                    <a:ext uri="{FF2B5EF4-FFF2-40B4-BE49-F238E27FC236}">
                      <a16:creationId xmlns:a16="http://schemas.microsoft.com/office/drawing/2014/main" id="{A889CF66-209A-626C-CC85-C536DB438149}"/>
                    </a:ext>
                  </a:extLst>
                </p:cNvPr>
                <p:cNvPicPr/>
                <p:nvPr/>
              </p:nvPicPr>
              <p:blipFill>
                <a:blip r:embed="rId204"/>
                <a:stretch>
                  <a:fillRect/>
                </a:stretch>
              </p:blipFill>
              <p:spPr>
                <a:xfrm>
                  <a:off x="10436279" y="814342"/>
                  <a:ext cx="15480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24" name="Ink 123">
                  <a:extLst>
                    <a:ext uri="{FF2B5EF4-FFF2-40B4-BE49-F238E27FC236}">
                      <a16:creationId xmlns:a16="http://schemas.microsoft.com/office/drawing/2014/main" id="{D7E6EF95-9794-4113-1C31-2B49D70FDDFD}"/>
                    </a:ext>
                  </a:extLst>
                </p14:cNvPr>
                <p14:cNvContentPartPr/>
                <p14:nvPr/>
              </p14:nvContentPartPr>
              <p14:xfrm>
                <a:off x="10397039" y="905062"/>
                <a:ext cx="659160" cy="137160"/>
              </p14:xfrm>
            </p:contentPart>
          </mc:Choice>
          <mc:Fallback xmlns="">
            <p:pic>
              <p:nvPicPr>
                <p:cNvPr id="124" name="Ink 123">
                  <a:extLst>
                    <a:ext uri="{FF2B5EF4-FFF2-40B4-BE49-F238E27FC236}">
                      <a16:creationId xmlns:a16="http://schemas.microsoft.com/office/drawing/2014/main" id="{D7E6EF95-9794-4113-1C31-2B49D70FDDFD}"/>
                    </a:ext>
                  </a:extLst>
                </p:cNvPr>
                <p:cNvPicPr/>
                <p:nvPr/>
              </p:nvPicPr>
              <p:blipFill>
                <a:blip r:embed="rId206"/>
                <a:stretch>
                  <a:fillRect/>
                </a:stretch>
              </p:blipFill>
              <p:spPr>
                <a:xfrm>
                  <a:off x="10390919" y="898942"/>
                  <a:ext cx="6714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25" name="Ink 124">
                  <a:extLst>
                    <a:ext uri="{FF2B5EF4-FFF2-40B4-BE49-F238E27FC236}">
                      <a16:creationId xmlns:a16="http://schemas.microsoft.com/office/drawing/2014/main" id="{298EA0EE-0202-A974-BB4D-0FBCC5D826FA}"/>
                    </a:ext>
                  </a:extLst>
                </p14:cNvPr>
                <p14:cNvContentPartPr/>
                <p14:nvPr/>
              </p14:nvContentPartPr>
              <p14:xfrm>
                <a:off x="10668839" y="1060942"/>
                <a:ext cx="789480" cy="395280"/>
              </p14:xfrm>
            </p:contentPart>
          </mc:Choice>
          <mc:Fallback xmlns="">
            <p:pic>
              <p:nvPicPr>
                <p:cNvPr id="125" name="Ink 124">
                  <a:extLst>
                    <a:ext uri="{FF2B5EF4-FFF2-40B4-BE49-F238E27FC236}">
                      <a16:creationId xmlns:a16="http://schemas.microsoft.com/office/drawing/2014/main" id="{298EA0EE-0202-A974-BB4D-0FBCC5D826FA}"/>
                    </a:ext>
                  </a:extLst>
                </p:cNvPr>
                <p:cNvPicPr/>
                <p:nvPr/>
              </p:nvPicPr>
              <p:blipFill>
                <a:blip r:embed="rId208"/>
                <a:stretch>
                  <a:fillRect/>
                </a:stretch>
              </p:blipFill>
              <p:spPr>
                <a:xfrm>
                  <a:off x="10662719" y="1054822"/>
                  <a:ext cx="80172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6" name="Ink 125">
                  <a:extLst>
                    <a:ext uri="{FF2B5EF4-FFF2-40B4-BE49-F238E27FC236}">
                      <a16:creationId xmlns:a16="http://schemas.microsoft.com/office/drawing/2014/main" id="{27A4D9FF-C5BD-1480-A1DD-EFD38D434A20}"/>
                    </a:ext>
                  </a:extLst>
                </p14:cNvPr>
                <p14:cNvContentPartPr/>
                <p14:nvPr/>
              </p14:nvContentPartPr>
              <p14:xfrm>
                <a:off x="10925159" y="1346062"/>
                <a:ext cx="613080" cy="91800"/>
              </p14:xfrm>
            </p:contentPart>
          </mc:Choice>
          <mc:Fallback xmlns="">
            <p:pic>
              <p:nvPicPr>
                <p:cNvPr id="126" name="Ink 125">
                  <a:extLst>
                    <a:ext uri="{FF2B5EF4-FFF2-40B4-BE49-F238E27FC236}">
                      <a16:creationId xmlns:a16="http://schemas.microsoft.com/office/drawing/2014/main" id="{27A4D9FF-C5BD-1480-A1DD-EFD38D434A20}"/>
                    </a:ext>
                  </a:extLst>
                </p:cNvPr>
                <p:cNvPicPr/>
                <p:nvPr/>
              </p:nvPicPr>
              <p:blipFill>
                <a:blip r:embed="rId210"/>
                <a:stretch>
                  <a:fillRect/>
                </a:stretch>
              </p:blipFill>
              <p:spPr>
                <a:xfrm>
                  <a:off x="10919039" y="1339942"/>
                  <a:ext cx="6253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8" name="Ink 127">
                  <a:extLst>
                    <a:ext uri="{FF2B5EF4-FFF2-40B4-BE49-F238E27FC236}">
                      <a16:creationId xmlns:a16="http://schemas.microsoft.com/office/drawing/2014/main" id="{E433A6A3-1742-C991-A580-D80103E3D6FB}"/>
                    </a:ext>
                  </a:extLst>
                </p14:cNvPr>
                <p14:cNvContentPartPr/>
                <p14:nvPr/>
              </p14:nvContentPartPr>
              <p14:xfrm>
                <a:off x="7612799" y="2755822"/>
                <a:ext cx="159840" cy="178200"/>
              </p14:xfrm>
            </p:contentPart>
          </mc:Choice>
          <mc:Fallback xmlns="">
            <p:pic>
              <p:nvPicPr>
                <p:cNvPr id="128" name="Ink 127">
                  <a:extLst>
                    <a:ext uri="{FF2B5EF4-FFF2-40B4-BE49-F238E27FC236}">
                      <a16:creationId xmlns:a16="http://schemas.microsoft.com/office/drawing/2014/main" id="{E433A6A3-1742-C991-A580-D80103E3D6FB}"/>
                    </a:ext>
                  </a:extLst>
                </p:cNvPr>
                <p:cNvPicPr/>
                <p:nvPr/>
              </p:nvPicPr>
              <p:blipFill>
                <a:blip r:embed="rId212"/>
                <a:stretch>
                  <a:fillRect/>
                </a:stretch>
              </p:blipFill>
              <p:spPr>
                <a:xfrm>
                  <a:off x="7606679" y="2749702"/>
                  <a:ext cx="17208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9" name="Ink 128">
                  <a:extLst>
                    <a:ext uri="{FF2B5EF4-FFF2-40B4-BE49-F238E27FC236}">
                      <a16:creationId xmlns:a16="http://schemas.microsoft.com/office/drawing/2014/main" id="{9F700AB6-5B5D-A47B-20A8-3C3A9EDA3235}"/>
                    </a:ext>
                  </a:extLst>
                </p14:cNvPr>
                <p14:cNvContentPartPr/>
                <p14:nvPr/>
              </p14:nvContentPartPr>
              <p14:xfrm>
                <a:off x="7585439" y="2876782"/>
                <a:ext cx="184680" cy="77400"/>
              </p14:xfrm>
            </p:contentPart>
          </mc:Choice>
          <mc:Fallback xmlns="">
            <p:pic>
              <p:nvPicPr>
                <p:cNvPr id="129" name="Ink 128">
                  <a:extLst>
                    <a:ext uri="{FF2B5EF4-FFF2-40B4-BE49-F238E27FC236}">
                      <a16:creationId xmlns:a16="http://schemas.microsoft.com/office/drawing/2014/main" id="{9F700AB6-5B5D-A47B-20A8-3C3A9EDA3235}"/>
                    </a:ext>
                  </a:extLst>
                </p:cNvPr>
                <p:cNvPicPr/>
                <p:nvPr/>
              </p:nvPicPr>
              <p:blipFill>
                <a:blip r:embed="rId214"/>
                <a:stretch>
                  <a:fillRect/>
                </a:stretch>
              </p:blipFill>
              <p:spPr>
                <a:xfrm>
                  <a:off x="7579319" y="2870662"/>
                  <a:ext cx="19692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30" name="Ink 129">
                  <a:extLst>
                    <a:ext uri="{FF2B5EF4-FFF2-40B4-BE49-F238E27FC236}">
                      <a16:creationId xmlns:a16="http://schemas.microsoft.com/office/drawing/2014/main" id="{C153E639-B209-8169-BF19-A8790B05BE98}"/>
                    </a:ext>
                  </a:extLst>
                </p14:cNvPr>
                <p14:cNvContentPartPr/>
                <p14:nvPr/>
              </p14:nvContentPartPr>
              <p14:xfrm>
                <a:off x="7356119" y="3200422"/>
                <a:ext cx="317880" cy="148680"/>
              </p14:xfrm>
            </p:contentPart>
          </mc:Choice>
          <mc:Fallback xmlns="">
            <p:pic>
              <p:nvPicPr>
                <p:cNvPr id="130" name="Ink 129">
                  <a:extLst>
                    <a:ext uri="{FF2B5EF4-FFF2-40B4-BE49-F238E27FC236}">
                      <a16:creationId xmlns:a16="http://schemas.microsoft.com/office/drawing/2014/main" id="{C153E639-B209-8169-BF19-A8790B05BE98}"/>
                    </a:ext>
                  </a:extLst>
                </p:cNvPr>
                <p:cNvPicPr/>
                <p:nvPr/>
              </p:nvPicPr>
              <p:blipFill>
                <a:blip r:embed="rId216"/>
                <a:stretch>
                  <a:fillRect/>
                </a:stretch>
              </p:blipFill>
              <p:spPr>
                <a:xfrm>
                  <a:off x="7349999" y="3194302"/>
                  <a:ext cx="33012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31" name="Ink 130">
                  <a:extLst>
                    <a:ext uri="{FF2B5EF4-FFF2-40B4-BE49-F238E27FC236}">
                      <a16:creationId xmlns:a16="http://schemas.microsoft.com/office/drawing/2014/main" id="{5773670D-9EF6-C23E-9761-97CD4CF29090}"/>
                    </a:ext>
                  </a:extLst>
                </p14:cNvPr>
                <p14:cNvContentPartPr/>
                <p14:nvPr/>
              </p14:nvContentPartPr>
              <p14:xfrm>
                <a:off x="7697399" y="3210862"/>
                <a:ext cx="84960" cy="98640"/>
              </p14:xfrm>
            </p:contentPart>
          </mc:Choice>
          <mc:Fallback xmlns="">
            <p:pic>
              <p:nvPicPr>
                <p:cNvPr id="131" name="Ink 130">
                  <a:extLst>
                    <a:ext uri="{FF2B5EF4-FFF2-40B4-BE49-F238E27FC236}">
                      <a16:creationId xmlns:a16="http://schemas.microsoft.com/office/drawing/2014/main" id="{5773670D-9EF6-C23E-9761-97CD4CF29090}"/>
                    </a:ext>
                  </a:extLst>
                </p:cNvPr>
                <p:cNvPicPr/>
                <p:nvPr/>
              </p:nvPicPr>
              <p:blipFill>
                <a:blip r:embed="rId218"/>
                <a:stretch>
                  <a:fillRect/>
                </a:stretch>
              </p:blipFill>
              <p:spPr>
                <a:xfrm>
                  <a:off x="7691279" y="3204742"/>
                  <a:ext cx="972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32" name="Ink 131">
                  <a:extLst>
                    <a:ext uri="{FF2B5EF4-FFF2-40B4-BE49-F238E27FC236}">
                      <a16:creationId xmlns:a16="http://schemas.microsoft.com/office/drawing/2014/main" id="{7998119F-18AE-373D-8B3C-4C22FC7AE238}"/>
                    </a:ext>
                  </a:extLst>
                </p14:cNvPr>
                <p14:cNvContentPartPr/>
                <p14:nvPr/>
              </p14:nvContentPartPr>
              <p14:xfrm>
                <a:off x="7824119" y="3179182"/>
                <a:ext cx="160560" cy="103680"/>
              </p14:xfrm>
            </p:contentPart>
          </mc:Choice>
          <mc:Fallback xmlns="">
            <p:pic>
              <p:nvPicPr>
                <p:cNvPr id="132" name="Ink 131">
                  <a:extLst>
                    <a:ext uri="{FF2B5EF4-FFF2-40B4-BE49-F238E27FC236}">
                      <a16:creationId xmlns:a16="http://schemas.microsoft.com/office/drawing/2014/main" id="{7998119F-18AE-373D-8B3C-4C22FC7AE238}"/>
                    </a:ext>
                  </a:extLst>
                </p:cNvPr>
                <p:cNvPicPr/>
                <p:nvPr/>
              </p:nvPicPr>
              <p:blipFill>
                <a:blip r:embed="rId220"/>
                <a:stretch>
                  <a:fillRect/>
                </a:stretch>
              </p:blipFill>
              <p:spPr>
                <a:xfrm>
                  <a:off x="7817999" y="3173062"/>
                  <a:ext cx="1728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33" name="Ink 132">
                  <a:extLst>
                    <a:ext uri="{FF2B5EF4-FFF2-40B4-BE49-F238E27FC236}">
                      <a16:creationId xmlns:a16="http://schemas.microsoft.com/office/drawing/2014/main" id="{9C9AC422-F5E8-B1DE-AD32-9438A573D215}"/>
                    </a:ext>
                  </a:extLst>
                </p14:cNvPr>
                <p14:cNvContentPartPr/>
                <p14:nvPr/>
              </p14:nvContentPartPr>
              <p14:xfrm>
                <a:off x="7943999" y="3154342"/>
                <a:ext cx="125280" cy="98640"/>
              </p14:xfrm>
            </p:contentPart>
          </mc:Choice>
          <mc:Fallback xmlns="">
            <p:pic>
              <p:nvPicPr>
                <p:cNvPr id="133" name="Ink 132">
                  <a:extLst>
                    <a:ext uri="{FF2B5EF4-FFF2-40B4-BE49-F238E27FC236}">
                      <a16:creationId xmlns:a16="http://schemas.microsoft.com/office/drawing/2014/main" id="{9C9AC422-F5E8-B1DE-AD32-9438A573D215}"/>
                    </a:ext>
                  </a:extLst>
                </p:cNvPr>
                <p:cNvPicPr/>
                <p:nvPr/>
              </p:nvPicPr>
              <p:blipFill>
                <a:blip r:embed="rId222"/>
                <a:stretch>
                  <a:fillRect/>
                </a:stretch>
              </p:blipFill>
              <p:spPr>
                <a:xfrm>
                  <a:off x="7937879" y="3148222"/>
                  <a:ext cx="13752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34" name="Ink 133">
                  <a:extLst>
                    <a:ext uri="{FF2B5EF4-FFF2-40B4-BE49-F238E27FC236}">
                      <a16:creationId xmlns:a16="http://schemas.microsoft.com/office/drawing/2014/main" id="{5AD17C44-305A-7B6A-E621-9718DDEC3DB0}"/>
                    </a:ext>
                  </a:extLst>
                </p14:cNvPr>
                <p14:cNvContentPartPr/>
                <p14:nvPr/>
              </p14:nvContentPartPr>
              <p14:xfrm>
                <a:off x="8102039" y="3037342"/>
                <a:ext cx="254880" cy="336240"/>
              </p14:xfrm>
            </p:contentPart>
          </mc:Choice>
          <mc:Fallback xmlns="">
            <p:pic>
              <p:nvPicPr>
                <p:cNvPr id="134" name="Ink 133">
                  <a:extLst>
                    <a:ext uri="{FF2B5EF4-FFF2-40B4-BE49-F238E27FC236}">
                      <a16:creationId xmlns:a16="http://schemas.microsoft.com/office/drawing/2014/main" id="{5AD17C44-305A-7B6A-E621-9718DDEC3DB0}"/>
                    </a:ext>
                  </a:extLst>
                </p:cNvPr>
                <p:cNvPicPr/>
                <p:nvPr/>
              </p:nvPicPr>
              <p:blipFill>
                <a:blip r:embed="rId224"/>
                <a:stretch>
                  <a:fillRect/>
                </a:stretch>
              </p:blipFill>
              <p:spPr>
                <a:xfrm>
                  <a:off x="8095919" y="3031222"/>
                  <a:ext cx="26712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35" name="Ink 134">
                  <a:extLst>
                    <a:ext uri="{FF2B5EF4-FFF2-40B4-BE49-F238E27FC236}">
                      <a16:creationId xmlns:a16="http://schemas.microsoft.com/office/drawing/2014/main" id="{047FAF99-5F34-437A-A4E5-3560FE57EB3F}"/>
                    </a:ext>
                  </a:extLst>
                </p14:cNvPr>
                <p14:cNvContentPartPr/>
                <p14:nvPr/>
              </p14:nvContentPartPr>
              <p14:xfrm>
                <a:off x="7564559" y="3439102"/>
                <a:ext cx="434880" cy="77760"/>
              </p14:xfrm>
            </p:contentPart>
          </mc:Choice>
          <mc:Fallback xmlns="">
            <p:pic>
              <p:nvPicPr>
                <p:cNvPr id="135" name="Ink 134">
                  <a:extLst>
                    <a:ext uri="{FF2B5EF4-FFF2-40B4-BE49-F238E27FC236}">
                      <a16:creationId xmlns:a16="http://schemas.microsoft.com/office/drawing/2014/main" id="{047FAF99-5F34-437A-A4E5-3560FE57EB3F}"/>
                    </a:ext>
                  </a:extLst>
                </p:cNvPr>
                <p:cNvPicPr/>
                <p:nvPr/>
              </p:nvPicPr>
              <p:blipFill>
                <a:blip r:embed="rId226"/>
                <a:stretch>
                  <a:fillRect/>
                </a:stretch>
              </p:blipFill>
              <p:spPr>
                <a:xfrm>
                  <a:off x="7558439" y="3432982"/>
                  <a:ext cx="4471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36" name="Ink 135">
                  <a:extLst>
                    <a:ext uri="{FF2B5EF4-FFF2-40B4-BE49-F238E27FC236}">
                      <a16:creationId xmlns:a16="http://schemas.microsoft.com/office/drawing/2014/main" id="{D63BDADB-B79B-02AC-76AC-29D7F337E812}"/>
                    </a:ext>
                  </a:extLst>
                </p14:cNvPr>
                <p14:cNvContentPartPr/>
                <p14:nvPr/>
              </p14:nvContentPartPr>
              <p14:xfrm>
                <a:off x="7558079" y="3467542"/>
                <a:ext cx="415080" cy="107640"/>
              </p14:xfrm>
            </p:contentPart>
          </mc:Choice>
          <mc:Fallback xmlns="">
            <p:pic>
              <p:nvPicPr>
                <p:cNvPr id="136" name="Ink 135">
                  <a:extLst>
                    <a:ext uri="{FF2B5EF4-FFF2-40B4-BE49-F238E27FC236}">
                      <a16:creationId xmlns:a16="http://schemas.microsoft.com/office/drawing/2014/main" id="{D63BDADB-B79B-02AC-76AC-29D7F337E812}"/>
                    </a:ext>
                  </a:extLst>
                </p:cNvPr>
                <p:cNvPicPr/>
                <p:nvPr/>
              </p:nvPicPr>
              <p:blipFill>
                <a:blip r:embed="rId228"/>
                <a:stretch>
                  <a:fillRect/>
                </a:stretch>
              </p:blipFill>
              <p:spPr>
                <a:xfrm>
                  <a:off x="7551959" y="3461422"/>
                  <a:ext cx="42732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7" name="Ink 136">
                  <a:extLst>
                    <a:ext uri="{FF2B5EF4-FFF2-40B4-BE49-F238E27FC236}">
                      <a16:creationId xmlns:a16="http://schemas.microsoft.com/office/drawing/2014/main" id="{544B6EFE-F440-692E-723F-34B06699DA82}"/>
                    </a:ext>
                  </a:extLst>
                </p14:cNvPr>
                <p14:cNvContentPartPr/>
                <p14:nvPr/>
              </p14:nvContentPartPr>
              <p14:xfrm>
                <a:off x="7676159" y="3069382"/>
                <a:ext cx="208440" cy="34200"/>
              </p14:xfrm>
            </p:contentPart>
          </mc:Choice>
          <mc:Fallback xmlns="">
            <p:pic>
              <p:nvPicPr>
                <p:cNvPr id="137" name="Ink 136">
                  <a:extLst>
                    <a:ext uri="{FF2B5EF4-FFF2-40B4-BE49-F238E27FC236}">
                      <a16:creationId xmlns:a16="http://schemas.microsoft.com/office/drawing/2014/main" id="{544B6EFE-F440-692E-723F-34B06699DA82}"/>
                    </a:ext>
                  </a:extLst>
                </p:cNvPr>
                <p:cNvPicPr/>
                <p:nvPr/>
              </p:nvPicPr>
              <p:blipFill>
                <a:blip r:embed="rId230"/>
                <a:stretch>
                  <a:fillRect/>
                </a:stretch>
              </p:blipFill>
              <p:spPr>
                <a:xfrm>
                  <a:off x="7670039" y="3063262"/>
                  <a:ext cx="2206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38" name="Ink 137">
                  <a:extLst>
                    <a:ext uri="{FF2B5EF4-FFF2-40B4-BE49-F238E27FC236}">
                      <a16:creationId xmlns:a16="http://schemas.microsoft.com/office/drawing/2014/main" id="{4931B956-DAFC-6CF7-46DF-C0B35D2CA936}"/>
                    </a:ext>
                  </a:extLst>
                </p14:cNvPr>
                <p14:cNvContentPartPr/>
                <p14:nvPr/>
              </p14:nvContentPartPr>
              <p14:xfrm>
                <a:off x="7634399" y="3125902"/>
                <a:ext cx="207720" cy="41760"/>
              </p14:xfrm>
            </p:contentPart>
          </mc:Choice>
          <mc:Fallback xmlns="">
            <p:pic>
              <p:nvPicPr>
                <p:cNvPr id="138" name="Ink 137">
                  <a:extLst>
                    <a:ext uri="{FF2B5EF4-FFF2-40B4-BE49-F238E27FC236}">
                      <a16:creationId xmlns:a16="http://schemas.microsoft.com/office/drawing/2014/main" id="{4931B956-DAFC-6CF7-46DF-C0B35D2CA936}"/>
                    </a:ext>
                  </a:extLst>
                </p:cNvPr>
                <p:cNvPicPr/>
                <p:nvPr/>
              </p:nvPicPr>
              <p:blipFill>
                <a:blip r:embed="rId232"/>
                <a:stretch>
                  <a:fillRect/>
                </a:stretch>
              </p:blipFill>
              <p:spPr>
                <a:xfrm>
                  <a:off x="7628279" y="3119782"/>
                  <a:ext cx="2199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9" name="Ink 138">
                  <a:extLst>
                    <a:ext uri="{FF2B5EF4-FFF2-40B4-BE49-F238E27FC236}">
                      <a16:creationId xmlns:a16="http://schemas.microsoft.com/office/drawing/2014/main" id="{898816FF-9805-B96C-6F8D-6EFD9257D6F5}"/>
                    </a:ext>
                  </a:extLst>
                </p14:cNvPr>
                <p14:cNvContentPartPr/>
                <p14:nvPr/>
              </p14:nvContentPartPr>
              <p14:xfrm>
                <a:off x="8113559" y="3635302"/>
                <a:ext cx="212400" cy="185760"/>
              </p14:xfrm>
            </p:contentPart>
          </mc:Choice>
          <mc:Fallback xmlns="">
            <p:pic>
              <p:nvPicPr>
                <p:cNvPr id="139" name="Ink 138">
                  <a:extLst>
                    <a:ext uri="{FF2B5EF4-FFF2-40B4-BE49-F238E27FC236}">
                      <a16:creationId xmlns:a16="http://schemas.microsoft.com/office/drawing/2014/main" id="{898816FF-9805-B96C-6F8D-6EFD9257D6F5}"/>
                    </a:ext>
                  </a:extLst>
                </p:cNvPr>
                <p:cNvPicPr/>
                <p:nvPr/>
              </p:nvPicPr>
              <p:blipFill>
                <a:blip r:embed="rId234"/>
                <a:stretch>
                  <a:fillRect/>
                </a:stretch>
              </p:blipFill>
              <p:spPr>
                <a:xfrm>
                  <a:off x="8107439" y="3629182"/>
                  <a:ext cx="2246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41" name="Ink 140">
                  <a:extLst>
                    <a:ext uri="{FF2B5EF4-FFF2-40B4-BE49-F238E27FC236}">
                      <a16:creationId xmlns:a16="http://schemas.microsoft.com/office/drawing/2014/main" id="{479CDA88-CD37-3DB8-B3C7-00E325B73459}"/>
                    </a:ext>
                  </a:extLst>
                </p14:cNvPr>
                <p14:cNvContentPartPr/>
                <p14:nvPr/>
              </p14:nvContentPartPr>
              <p14:xfrm>
                <a:off x="8301479" y="3807382"/>
                <a:ext cx="194040" cy="162720"/>
              </p14:xfrm>
            </p:contentPart>
          </mc:Choice>
          <mc:Fallback xmlns="">
            <p:pic>
              <p:nvPicPr>
                <p:cNvPr id="141" name="Ink 140">
                  <a:extLst>
                    <a:ext uri="{FF2B5EF4-FFF2-40B4-BE49-F238E27FC236}">
                      <a16:creationId xmlns:a16="http://schemas.microsoft.com/office/drawing/2014/main" id="{479CDA88-CD37-3DB8-B3C7-00E325B73459}"/>
                    </a:ext>
                  </a:extLst>
                </p:cNvPr>
                <p:cNvPicPr/>
                <p:nvPr/>
              </p:nvPicPr>
              <p:blipFill>
                <a:blip r:embed="rId236"/>
                <a:stretch>
                  <a:fillRect/>
                </a:stretch>
              </p:blipFill>
              <p:spPr>
                <a:xfrm>
                  <a:off x="8295359" y="3801262"/>
                  <a:ext cx="2062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42" name="Ink 141">
                  <a:extLst>
                    <a:ext uri="{FF2B5EF4-FFF2-40B4-BE49-F238E27FC236}">
                      <a16:creationId xmlns:a16="http://schemas.microsoft.com/office/drawing/2014/main" id="{AD6A1AF0-8EA8-C4B7-20AB-301E0EF8022E}"/>
                    </a:ext>
                  </a:extLst>
                </p14:cNvPr>
                <p14:cNvContentPartPr/>
                <p14:nvPr/>
              </p14:nvContentPartPr>
              <p14:xfrm>
                <a:off x="8536919" y="3720262"/>
                <a:ext cx="269280" cy="225360"/>
              </p14:xfrm>
            </p:contentPart>
          </mc:Choice>
          <mc:Fallback xmlns="">
            <p:pic>
              <p:nvPicPr>
                <p:cNvPr id="142" name="Ink 141">
                  <a:extLst>
                    <a:ext uri="{FF2B5EF4-FFF2-40B4-BE49-F238E27FC236}">
                      <a16:creationId xmlns:a16="http://schemas.microsoft.com/office/drawing/2014/main" id="{AD6A1AF0-8EA8-C4B7-20AB-301E0EF8022E}"/>
                    </a:ext>
                  </a:extLst>
                </p:cNvPr>
                <p:cNvPicPr/>
                <p:nvPr/>
              </p:nvPicPr>
              <p:blipFill>
                <a:blip r:embed="rId238"/>
                <a:stretch>
                  <a:fillRect/>
                </a:stretch>
              </p:blipFill>
              <p:spPr>
                <a:xfrm>
                  <a:off x="8530799" y="3714142"/>
                  <a:ext cx="28152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43" name="Ink 142">
                  <a:extLst>
                    <a:ext uri="{FF2B5EF4-FFF2-40B4-BE49-F238E27FC236}">
                      <a16:creationId xmlns:a16="http://schemas.microsoft.com/office/drawing/2014/main" id="{E9883D68-A294-3722-5A7F-F83230EB9A2C}"/>
                    </a:ext>
                  </a:extLst>
                </p14:cNvPr>
                <p14:cNvContentPartPr/>
                <p14:nvPr/>
              </p14:nvContentPartPr>
              <p14:xfrm>
                <a:off x="8307959" y="3935542"/>
                <a:ext cx="420480" cy="122760"/>
              </p14:xfrm>
            </p:contentPart>
          </mc:Choice>
          <mc:Fallback xmlns="">
            <p:pic>
              <p:nvPicPr>
                <p:cNvPr id="143" name="Ink 142">
                  <a:extLst>
                    <a:ext uri="{FF2B5EF4-FFF2-40B4-BE49-F238E27FC236}">
                      <a16:creationId xmlns:a16="http://schemas.microsoft.com/office/drawing/2014/main" id="{E9883D68-A294-3722-5A7F-F83230EB9A2C}"/>
                    </a:ext>
                  </a:extLst>
                </p:cNvPr>
                <p:cNvPicPr/>
                <p:nvPr/>
              </p:nvPicPr>
              <p:blipFill>
                <a:blip r:embed="rId240"/>
                <a:stretch>
                  <a:fillRect/>
                </a:stretch>
              </p:blipFill>
              <p:spPr>
                <a:xfrm>
                  <a:off x="8301839" y="3929422"/>
                  <a:ext cx="43272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45" name="Ink 144">
                  <a:extLst>
                    <a:ext uri="{FF2B5EF4-FFF2-40B4-BE49-F238E27FC236}">
                      <a16:creationId xmlns:a16="http://schemas.microsoft.com/office/drawing/2014/main" id="{83FC01D4-F1D8-6D85-AD10-5F967312A5A9}"/>
                    </a:ext>
                  </a:extLst>
                </p14:cNvPr>
                <p14:cNvContentPartPr/>
                <p14:nvPr/>
              </p14:nvContentPartPr>
              <p14:xfrm>
                <a:off x="11559479" y="2946622"/>
                <a:ext cx="200160" cy="919440"/>
              </p14:xfrm>
            </p:contentPart>
          </mc:Choice>
          <mc:Fallback xmlns="">
            <p:pic>
              <p:nvPicPr>
                <p:cNvPr id="145" name="Ink 144">
                  <a:extLst>
                    <a:ext uri="{FF2B5EF4-FFF2-40B4-BE49-F238E27FC236}">
                      <a16:creationId xmlns:a16="http://schemas.microsoft.com/office/drawing/2014/main" id="{83FC01D4-F1D8-6D85-AD10-5F967312A5A9}"/>
                    </a:ext>
                  </a:extLst>
                </p:cNvPr>
                <p:cNvPicPr/>
                <p:nvPr/>
              </p:nvPicPr>
              <p:blipFill>
                <a:blip r:embed="rId242"/>
                <a:stretch>
                  <a:fillRect/>
                </a:stretch>
              </p:blipFill>
              <p:spPr>
                <a:xfrm>
                  <a:off x="11553359" y="2940502"/>
                  <a:ext cx="212400" cy="93168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46" name="Ink 145">
                  <a:extLst>
                    <a:ext uri="{FF2B5EF4-FFF2-40B4-BE49-F238E27FC236}">
                      <a16:creationId xmlns:a16="http://schemas.microsoft.com/office/drawing/2014/main" id="{753472D9-513B-0B60-EF33-B8118BEEDA92}"/>
                    </a:ext>
                  </a:extLst>
                </p14:cNvPr>
                <p14:cNvContentPartPr/>
                <p14:nvPr/>
              </p14:nvContentPartPr>
              <p14:xfrm>
                <a:off x="11676839" y="2725222"/>
                <a:ext cx="87840" cy="436680"/>
              </p14:xfrm>
            </p:contentPart>
          </mc:Choice>
          <mc:Fallback xmlns="">
            <p:pic>
              <p:nvPicPr>
                <p:cNvPr id="146" name="Ink 145">
                  <a:extLst>
                    <a:ext uri="{FF2B5EF4-FFF2-40B4-BE49-F238E27FC236}">
                      <a16:creationId xmlns:a16="http://schemas.microsoft.com/office/drawing/2014/main" id="{753472D9-513B-0B60-EF33-B8118BEEDA92}"/>
                    </a:ext>
                  </a:extLst>
                </p:cNvPr>
                <p:cNvPicPr/>
                <p:nvPr/>
              </p:nvPicPr>
              <p:blipFill>
                <a:blip r:embed="rId244"/>
                <a:stretch>
                  <a:fillRect/>
                </a:stretch>
              </p:blipFill>
              <p:spPr>
                <a:xfrm>
                  <a:off x="11670719" y="2719102"/>
                  <a:ext cx="10008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48" name="Ink 147">
                  <a:extLst>
                    <a:ext uri="{FF2B5EF4-FFF2-40B4-BE49-F238E27FC236}">
                      <a16:creationId xmlns:a16="http://schemas.microsoft.com/office/drawing/2014/main" id="{AE2D3C35-22E5-7DC6-0A9C-83DBA01B8811}"/>
                    </a:ext>
                  </a:extLst>
                </p14:cNvPr>
                <p14:cNvContentPartPr/>
                <p14:nvPr/>
              </p14:nvContentPartPr>
              <p14:xfrm>
                <a:off x="11623559" y="2737102"/>
                <a:ext cx="232920" cy="103680"/>
              </p14:xfrm>
            </p:contentPart>
          </mc:Choice>
          <mc:Fallback xmlns="">
            <p:pic>
              <p:nvPicPr>
                <p:cNvPr id="148" name="Ink 147">
                  <a:extLst>
                    <a:ext uri="{FF2B5EF4-FFF2-40B4-BE49-F238E27FC236}">
                      <a16:creationId xmlns:a16="http://schemas.microsoft.com/office/drawing/2014/main" id="{AE2D3C35-22E5-7DC6-0A9C-83DBA01B8811}"/>
                    </a:ext>
                  </a:extLst>
                </p:cNvPr>
                <p:cNvPicPr/>
                <p:nvPr/>
              </p:nvPicPr>
              <p:blipFill>
                <a:blip r:embed="rId246"/>
                <a:stretch>
                  <a:fillRect/>
                </a:stretch>
              </p:blipFill>
              <p:spPr>
                <a:xfrm>
                  <a:off x="11617439" y="2730982"/>
                  <a:ext cx="2451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49" name="Ink 148">
                  <a:extLst>
                    <a:ext uri="{FF2B5EF4-FFF2-40B4-BE49-F238E27FC236}">
                      <a16:creationId xmlns:a16="http://schemas.microsoft.com/office/drawing/2014/main" id="{6D53C371-3BCD-3F13-6EBD-F5D7D82C5135}"/>
                    </a:ext>
                  </a:extLst>
                </p14:cNvPr>
                <p14:cNvContentPartPr/>
                <p14:nvPr/>
              </p14:nvContentPartPr>
              <p14:xfrm>
                <a:off x="11233679" y="2446222"/>
                <a:ext cx="161280" cy="182520"/>
              </p14:xfrm>
            </p:contentPart>
          </mc:Choice>
          <mc:Fallback xmlns="">
            <p:pic>
              <p:nvPicPr>
                <p:cNvPr id="149" name="Ink 148">
                  <a:extLst>
                    <a:ext uri="{FF2B5EF4-FFF2-40B4-BE49-F238E27FC236}">
                      <a16:creationId xmlns:a16="http://schemas.microsoft.com/office/drawing/2014/main" id="{6D53C371-3BCD-3F13-6EBD-F5D7D82C5135}"/>
                    </a:ext>
                  </a:extLst>
                </p:cNvPr>
                <p:cNvPicPr/>
                <p:nvPr/>
              </p:nvPicPr>
              <p:blipFill>
                <a:blip r:embed="rId248"/>
                <a:stretch>
                  <a:fillRect/>
                </a:stretch>
              </p:blipFill>
              <p:spPr>
                <a:xfrm>
                  <a:off x="11227559" y="2440102"/>
                  <a:ext cx="17352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50" name="Ink 149">
                  <a:extLst>
                    <a:ext uri="{FF2B5EF4-FFF2-40B4-BE49-F238E27FC236}">
                      <a16:creationId xmlns:a16="http://schemas.microsoft.com/office/drawing/2014/main" id="{944F3571-433D-DC15-235B-B7A33F727A35}"/>
                    </a:ext>
                  </a:extLst>
                </p14:cNvPr>
                <p14:cNvContentPartPr/>
                <p14:nvPr/>
              </p14:nvContentPartPr>
              <p14:xfrm>
                <a:off x="11430239" y="2273422"/>
                <a:ext cx="754920" cy="354600"/>
              </p14:xfrm>
            </p:contentPart>
          </mc:Choice>
          <mc:Fallback xmlns="">
            <p:pic>
              <p:nvPicPr>
                <p:cNvPr id="150" name="Ink 149">
                  <a:extLst>
                    <a:ext uri="{FF2B5EF4-FFF2-40B4-BE49-F238E27FC236}">
                      <a16:creationId xmlns:a16="http://schemas.microsoft.com/office/drawing/2014/main" id="{944F3571-433D-DC15-235B-B7A33F727A35}"/>
                    </a:ext>
                  </a:extLst>
                </p:cNvPr>
                <p:cNvPicPr/>
                <p:nvPr/>
              </p:nvPicPr>
              <p:blipFill>
                <a:blip r:embed="rId250"/>
                <a:stretch>
                  <a:fillRect/>
                </a:stretch>
              </p:blipFill>
              <p:spPr>
                <a:xfrm>
                  <a:off x="11424119" y="2267302"/>
                  <a:ext cx="76716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51" name="Ink 150">
                  <a:extLst>
                    <a:ext uri="{FF2B5EF4-FFF2-40B4-BE49-F238E27FC236}">
                      <a16:creationId xmlns:a16="http://schemas.microsoft.com/office/drawing/2014/main" id="{60316460-0D76-3E5C-F2BF-B8134A9606EF}"/>
                    </a:ext>
                  </a:extLst>
                </p14:cNvPr>
                <p14:cNvContentPartPr/>
                <p14:nvPr/>
              </p14:nvContentPartPr>
              <p14:xfrm>
                <a:off x="12060959" y="2272702"/>
                <a:ext cx="90000" cy="227160"/>
              </p14:xfrm>
            </p:contentPart>
          </mc:Choice>
          <mc:Fallback xmlns="">
            <p:pic>
              <p:nvPicPr>
                <p:cNvPr id="151" name="Ink 150">
                  <a:extLst>
                    <a:ext uri="{FF2B5EF4-FFF2-40B4-BE49-F238E27FC236}">
                      <a16:creationId xmlns:a16="http://schemas.microsoft.com/office/drawing/2014/main" id="{60316460-0D76-3E5C-F2BF-B8134A9606EF}"/>
                    </a:ext>
                  </a:extLst>
                </p:cNvPr>
                <p:cNvPicPr/>
                <p:nvPr/>
              </p:nvPicPr>
              <p:blipFill>
                <a:blip r:embed="rId252"/>
                <a:stretch>
                  <a:fillRect/>
                </a:stretch>
              </p:blipFill>
              <p:spPr>
                <a:xfrm>
                  <a:off x="12054839" y="2266582"/>
                  <a:ext cx="10224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52" name="Ink 151">
                  <a:extLst>
                    <a:ext uri="{FF2B5EF4-FFF2-40B4-BE49-F238E27FC236}">
                      <a16:creationId xmlns:a16="http://schemas.microsoft.com/office/drawing/2014/main" id="{284D44C5-906A-2835-E375-560EA356C5CC}"/>
                    </a:ext>
                  </a:extLst>
                </p14:cNvPr>
                <p14:cNvContentPartPr/>
                <p14:nvPr/>
              </p14:nvContentPartPr>
              <p14:xfrm>
                <a:off x="11095079" y="2663662"/>
                <a:ext cx="631080" cy="173880"/>
              </p14:xfrm>
            </p:contentPart>
          </mc:Choice>
          <mc:Fallback xmlns="">
            <p:pic>
              <p:nvPicPr>
                <p:cNvPr id="152" name="Ink 151">
                  <a:extLst>
                    <a:ext uri="{FF2B5EF4-FFF2-40B4-BE49-F238E27FC236}">
                      <a16:creationId xmlns:a16="http://schemas.microsoft.com/office/drawing/2014/main" id="{284D44C5-906A-2835-E375-560EA356C5CC}"/>
                    </a:ext>
                  </a:extLst>
                </p:cNvPr>
                <p:cNvPicPr/>
                <p:nvPr/>
              </p:nvPicPr>
              <p:blipFill>
                <a:blip r:embed="rId254"/>
                <a:stretch>
                  <a:fillRect/>
                </a:stretch>
              </p:blipFill>
              <p:spPr>
                <a:xfrm>
                  <a:off x="11088959" y="2657542"/>
                  <a:ext cx="64332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53" name="Ink 152">
                  <a:extLst>
                    <a:ext uri="{FF2B5EF4-FFF2-40B4-BE49-F238E27FC236}">
                      <a16:creationId xmlns:a16="http://schemas.microsoft.com/office/drawing/2014/main" id="{0C6EF1D2-212A-7F7A-8890-D76BAABCB4B6}"/>
                    </a:ext>
                  </a:extLst>
                </p14:cNvPr>
                <p14:cNvContentPartPr/>
                <p14:nvPr/>
              </p14:nvContentPartPr>
              <p14:xfrm>
                <a:off x="11315399" y="2706862"/>
                <a:ext cx="413280" cy="119520"/>
              </p14:xfrm>
            </p:contentPart>
          </mc:Choice>
          <mc:Fallback xmlns="">
            <p:pic>
              <p:nvPicPr>
                <p:cNvPr id="153" name="Ink 152">
                  <a:extLst>
                    <a:ext uri="{FF2B5EF4-FFF2-40B4-BE49-F238E27FC236}">
                      <a16:creationId xmlns:a16="http://schemas.microsoft.com/office/drawing/2014/main" id="{0C6EF1D2-212A-7F7A-8890-D76BAABCB4B6}"/>
                    </a:ext>
                  </a:extLst>
                </p:cNvPr>
                <p:cNvPicPr/>
                <p:nvPr/>
              </p:nvPicPr>
              <p:blipFill>
                <a:blip r:embed="rId256"/>
                <a:stretch>
                  <a:fillRect/>
                </a:stretch>
              </p:blipFill>
              <p:spPr>
                <a:xfrm>
                  <a:off x="11309279" y="2700742"/>
                  <a:ext cx="425520" cy="131760"/>
                </a:xfrm>
                <a:prstGeom prst="rect">
                  <a:avLst/>
                </a:prstGeom>
              </p:spPr>
            </p:pic>
          </mc:Fallback>
        </mc:AlternateContent>
      </p:grpSp>
      <p:grpSp>
        <p:nvGrpSpPr>
          <p:cNvPr id="178" name="Group 177">
            <a:extLst>
              <a:ext uri="{FF2B5EF4-FFF2-40B4-BE49-F238E27FC236}">
                <a16:creationId xmlns:a16="http://schemas.microsoft.com/office/drawing/2014/main" id="{FB33ACC9-2E97-9315-4BA1-F7C3BEB701AF}"/>
              </a:ext>
            </a:extLst>
          </p:cNvPr>
          <p:cNvGrpSpPr/>
          <p:nvPr/>
        </p:nvGrpSpPr>
        <p:grpSpPr>
          <a:xfrm>
            <a:off x="3733079" y="3697942"/>
            <a:ext cx="3130920" cy="383400"/>
            <a:chOff x="3733079" y="3697942"/>
            <a:chExt cx="3130920" cy="383400"/>
          </a:xfrm>
        </p:grpSpPr>
        <mc:AlternateContent xmlns:mc="http://schemas.openxmlformats.org/markup-compatibility/2006" xmlns:p14="http://schemas.microsoft.com/office/powerpoint/2010/main">
          <mc:Choice Requires="p14">
            <p:contentPart p14:bwMode="auto" r:id="rId257">
              <p14:nvContentPartPr>
                <p14:cNvPr id="155" name="Ink 154">
                  <a:extLst>
                    <a:ext uri="{FF2B5EF4-FFF2-40B4-BE49-F238E27FC236}">
                      <a16:creationId xmlns:a16="http://schemas.microsoft.com/office/drawing/2014/main" id="{8524FB0F-9653-044A-10CA-77EE30A6FE93}"/>
                    </a:ext>
                  </a:extLst>
                </p14:cNvPr>
                <p14:cNvContentPartPr/>
                <p14:nvPr/>
              </p14:nvContentPartPr>
              <p14:xfrm>
                <a:off x="3811199" y="3900622"/>
                <a:ext cx="156600" cy="161640"/>
              </p14:xfrm>
            </p:contentPart>
          </mc:Choice>
          <mc:Fallback xmlns="">
            <p:pic>
              <p:nvPicPr>
                <p:cNvPr id="155" name="Ink 154">
                  <a:extLst>
                    <a:ext uri="{FF2B5EF4-FFF2-40B4-BE49-F238E27FC236}">
                      <a16:creationId xmlns:a16="http://schemas.microsoft.com/office/drawing/2014/main" id="{8524FB0F-9653-044A-10CA-77EE30A6FE93}"/>
                    </a:ext>
                  </a:extLst>
                </p:cNvPr>
                <p:cNvPicPr/>
                <p:nvPr/>
              </p:nvPicPr>
              <p:blipFill>
                <a:blip r:embed="rId258"/>
                <a:stretch>
                  <a:fillRect/>
                </a:stretch>
              </p:blipFill>
              <p:spPr>
                <a:xfrm>
                  <a:off x="3805079" y="3894502"/>
                  <a:ext cx="1688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56" name="Ink 155">
                  <a:extLst>
                    <a:ext uri="{FF2B5EF4-FFF2-40B4-BE49-F238E27FC236}">
                      <a16:creationId xmlns:a16="http://schemas.microsoft.com/office/drawing/2014/main" id="{D3936518-DD52-79B3-D53D-2CA5DF3CDF90}"/>
                    </a:ext>
                  </a:extLst>
                </p14:cNvPr>
                <p14:cNvContentPartPr/>
                <p14:nvPr/>
              </p14:nvContentPartPr>
              <p14:xfrm>
                <a:off x="3795359" y="3909262"/>
                <a:ext cx="199800" cy="113040"/>
              </p14:xfrm>
            </p:contentPart>
          </mc:Choice>
          <mc:Fallback xmlns="">
            <p:pic>
              <p:nvPicPr>
                <p:cNvPr id="156" name="Ink 155">
                  <a:extLst>
                    <a:ext uri="{FF2B5EF4-FFF2-40B4-BE49-F238E27FC236}">
                      <a16:creationId xmlns:a16="http://schemas.microsoft.com/office/drawing/2014/main" id="{D3936518-DD52-79B3-D53D-2CA5DF3CDF90}"/>
                    </a:ext>
                  </a:extLst>
                </p:cNvPr>
                <p:cNvPicPr/>
                <p:nvPr/>
              </p:nvPicPr>
              <p:blipFill>
                <a:blip r:embed="rId260"/>
                <a:stretch>
                  <a:fillRect/>
                </a:stretch>
              </p:blipFill>
              <p:spPr>
                <a:xfrm>
                  <a:off x="3789239" y="3903142"/>
                  <a:ext cx="2120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57" name="Ink 156">
                  <a:extLst>
                    <a:ext uri="{FF2B5EF4-FFF2-40B4-BE49-F238E27FC236}">
                      <a16:creationId xmlns:a16="http://schemas.microsoft.com/office/drawing/2014/main" id="{54B0B00D-4800-F355-B199-A1E2FA52CAE6}"/>
                    </a:ext>
                  </a:extLst>
                </p14:cNvPr>
                <p14:cNvContentPartPr/>
                <p14:nvPr/>
              </p14:nvContentPartPr>
              <p14:xfrm>
                <a:off x="3733079" y="3954622"/>
                <a:ext cx="338400" cy="45720"/>
              </p14:xfrm>
            </p:contentPart>
          </mc:Choice>
          <mc:Fallback xmlns="">
            <p:pic>
              <p:nvPicPr>
                <p:cNvPr id="157" name="Ink 156">
                  <a:extLst>
                    <a:ext uri="{FF2B5EF4-FFF2-40B4-BE49-F238E27FC236}">
                      <a16:creationId xmlns:a16="http://schemas.microsoft.com/office/drawing/2014/main" id="{54B0B00D-4800-F355-B199-A1E2FA52CAE6}"/>
                    </a:ext>
                  </a:extLst>
                </p:cNvPr>
                <p:cNvPicPr/>
                <p:nvPr/>
              </p:nvPicPr>
              <p:blipFill>
                <a:blip r:embed="rId262"/>
                <a:stretch>
                  <a:fillRect/>
                </a:stretch>
              </p:blipFill>
              <p:spPr>
                <a:xfrm>
                  <a:off x="3726959" y="3948502"/>
                  <a:ext cx="3506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58" name="Ink 157">
                  <a:extLst>
                    <a:ext uri="{FF2B5EF4-FFF2-40B4-BE49-F238E27FC236}">
                      <a16:creationId xmlns:a16="http://schemas.microsoft.com/office/drawing/2014/main" id="{73A06EFB-C342-1F15-A0CA-1578BED58B12}"/>
                    </a:ext>
                  </a:extLst>
                </p14:cNvPr>
                <p14:cNvContentPartPr/>
                <p14:nvPr/>
              </p14:nvContentPartPr>
              <p14:xfrm>
                <a:off x="3870959" y="3895942"/>
                <a:ext cx="51840" cy="185400"/>
              </p14:xfrm>
            </p:contentPart>
          </mc:Choice>
          <mc:Fallback xmlns="">
            <p:pic>
              <p:nvPicPr>
                <p:cNvPr id="158" name="Ink 157">
                  <a:extLst>
                    <a:ext uri="{FF2B5EF4-FFF2-40B4-BE49-F238E27FC236}">
                      <a16:creationId xmlns:a16="http://schemas.microsoft.com/office/drawing/2014/main" id="{73A06EFB-C342-1F15-A0CA-1578BED58B12}"/>
                    </a:ext>
                  </a:extLst>
                </p:cNvPr>
                <p:cNvPicPr/>
                <p:nvPr/>
              </p:nvPicPr>
              <p:blipFill>
                <a:blip r:embed="rId264"/>
                <a:stretch>
                  <a:fillRect/>
                </a:stretch>
              </p:blipFill>
              <p:spPr>
                <a:xfrm>
                  <a:off x="3864839" y="3889822"/>
                  <a:ext cx="6408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63" name="Ink 162">
                  <a:extLst>
                    <a:ext uri="{FF2B5EF4-FFF2-40B4-BE49-F238E27FC236}">
                      <a16:creationId xmlns:a16="http://schemas.microsoft.com/office/drawing/2014/main" id="{465E5E27-70F2-2FE7-0CB6-6A264CC54455}"/>
                    </a:ext>
                  </a:extLst>
                </p14:cNvPr>
                <p14:cNvContentPartPr/>
                <p14:nvPr/>
              </p14:nvContentPartPr>
              <p14:xfrm>
                <a:off x="4206119" y="3865702"/>
                <a:ext cx="181800" cy="197280"/>
              </p14:xfrm>
            </p:contentPart>
          </mc:Choice>
          <mc:Fallback xmlns="">
            <p:pic>
              <p:nvPicPr>
                <p:cNvPr id="163" name="Ink 162">
                  <a:extLst>
                    <a:ext uri="{FF2B5EF4-FFF2-40B4-BE49-F238E27FC236}">
                      <a16:creationId xmlns:a16="http://schemas.microsoft.com/office/drawing/2014/main" id="{465E5E27-70F2-2FE7-0CB6-6A264CC54455}"/>
                    </a:ext>
                  </a:extLst>
                </p:cNvPr>
                <p:cNvPicPr/>
                <p:nvPr/>
              </p:nvPicPr>
              <p:blipFill>
                <a:blip r:embed="rId266"/>
                <a:stretch>
                  <a:fillRect/>
                </a:stretch>
              </p:blipFill>
              <p:spPr>
                <a:xfrm>
                  <a:off x="4199999" y="3859582"/>
                  <a:ext cx="19404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64" name="Ink 163">
                  <a:extLst>
                    <a:ext uri="{FF2B5EF4-FFF2-40B4-BE49-F238E27FC236}">
                      <a16:creationId xmlns:a16="http://schemas.microsoft.com/office/drawing/2014/main" id="{5A85EF18-0486-6399-6161-2345912AFBB8}"/>
                    </a:ext>
                  </a:extLst>
                </p14:cNvPr>
                <p14:cNvContentPartPr/>
                <p14:nvPr/>
              </p14:nvContentPartPr>
              <p14:xfrm>
                <a:off x="4428959" y="3812782"/>
                <a:ext cx="252000" cy="196920"/>
              </p14:xfrm>
            </p:contentPart>
          </mc:Choice>
          <mc:Fallback xmlns="">
            <p:pic>
              <p:nvPicPr>
                <p:cNvPr id="164" name="Ink 163">
                  <a:extLst>
                    <a:ext uri="{FF2B5EF4-FFF2-40B4-BE49-F238E27FC236}">
                      <a16:creationId xmlns:a16="http://schemas.microsoft.com/office/drawing/2014/main" id="{5A85EF18-0486-6399-6161-2345912AFBB8}"/>
                    </a:ext>
                  </a:extLst>
                </p:cNvPr>
                <p:cNvPicPr/>
                <p:nvPr/>
              </p:nvPicPr>
              <p:blipFill>
                <a:blip r:embed="rId268"/>
                <a:stretch>
                  <a:fillRect/>
                </a:stretch>
              </p:blipFill>
              <p:spPr>
                <a:xfrm>
                  <a:off x="4422839" y="3806662"/>
                  <a:ext cx="2642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65" name="Ink 164">
                  <a:extLst>
                    <a:ext uri="{FF2B5EF4-FFF2-40B4-BE49-F238E27FC236}">
                      <a16:creationId xmlns:a16="http://schemas.microsoft.com/office/drawing/2014/main" id="{ADBC17A8-69C4-DC3D-E71E-CD0A3FC8FAA8}"/>
                    </a:ext>
                  </a:extLst>
                </p14:cNvPr>
                <p14:cNvContentPartPr/>
                <p14:nvPr/>
              </p14:nvContentPartPr>
              <p14:xfrm>
                <a:off x="4680239" y="3909262"/>
                <a:ext cx="220680" cy="91080"/>
              </p14:xfrm>
            </p:contentPart>
          </mc:Choice>
          <mc:Fallback xmlns="">
            <p:pic>
              <p:nvPicPr>
                <p:cNvPr id="165" name="Ink 164">
                  <a:extLst>
                    <a:ext uri="{FF2B5EF4-FFF2-40B4-BE49-F238E27FC236}">
                      <a16:creationId xmlns:a16="http://schemas.microsoft.com/office/drawing/2014/main" id="{ADBC17A8-69C4-DC3D-E71E-CD0A3FC8FAA8}"/>
                    </a:ext>
                  </a:extLst>
                </p:cNvPr>
                <p:cNvPicPr/>
                <p:nvPr/>
              </p:nvPicPr>
              <p:blipFill>
                <a:blip r:embed="rId270"/>
                <a:stretch>
                  <a:fillRect/>
                </a:stretch>
              </p:blipFill>
              <p:spPr>
                <a:xfrm>
                  <a:off x="4674119" y="3903142"/>
                  <a:ext cx="2329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66" name="Ink 165">
                  <a:extLst>
                    <a:ext uri="{FF2B5EF4-FFF2-40B4-BE49-F238E27FC236}">
                      <a16:creationId xmlns:a16="http://schemas.microsoft.com/office/drawing/2014/main" id="{2120465D-DFD8-2691-B0A1-471CB928787A}"/>
                    </a:ext>
                  </a:extLst>
                </p14:cNvPr>
                <p14:cNvContentPartPr/>
                <p14:nvPr/>
              </p14:nvContentPartPr>
              <p14:xfrm>
                <a:off x="5075519" y="3798022"/>
                <a:ext cx="241920" cy="183960"/>
              </p14:xfrm>
            </p:contentPart>
          </mc:Choice>
          <mc:Fallback xmlns="">
            <p:pic>
              <p:nvPicPr>
                <p:cNvPr id="166" name="Ink 165">
                  <a:extLst>
                    <a:ext uri="{FF2B5EF4-FFF2-40B4-BE49-F238E27FC236}">
                      <a16:creationId xmlns:a16="http://schemas.microsoft.com/office/drawing/2014/main" id="{2120465D-DFD8-2691-B0A1-471CB928787A}"/>
                    </a:ext>
                  </a:extLst>
                </p:cNvPr>
                <p:cNvPicPr/>
                <p:nvPr/>
              </p:nvPicPr>
              <p:blipFill>
                <a:blip r:embed="rId272"/>
                <a:stretch>
                  <a:fillRect/>
                </a:stretch>
              </p:blipFill>
              <p:spPr>
                <a:xfrm>
                  <a:off x="5069399" y="3791902"/>
                  <a:ext cx="2541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67" name="Ink 166">
                  <a:extLst>
                    <a:ext uri="{FF2B5EF4-FFF2-40B4-BE49-F238E27FC236}">
                      <a16:creationId xmlns:a16="http://schemas.microsoft.com/office/drawing/2014/main" id="{F4BA443A-B355-62AB-6369-98F78E3F4B23}"/>
                    </a:ext>
                  </a:extLst>
                </p14:cNvPr>
                <p14:cNvContentPartPr/>
                <p14:nvPr/>
              </p14:nvContentPartPr>
              <p14:xfrm>
                <a:off x="5342639" y="3872542"/>
                <a:ext cx="114120" cy="96480"/>
              </p14:xfrm>
            </p:contentPart>
          </mc:Choice>
          <mc:Fallback xmlns="">
            <p:pic>
              <p:nvPicPr>
                <p:cNvPr id="167" name="Ink 166">
                  <a:extLst>
                    <a:ext uri="{FF2B5EF4-FFF2-40B4-BE49-F238E27FC236}">
                      <a16:creationId xmlns:a16="http://schemas.microsoft.com/office/drawing/2014/main" id="{F4BA443A-B355-62AB-6369-98F78E3F4B23}"/>
                    </a:ext>
                  </a:extLst>
                </p:cNvPr>
                <p:cNvPicPr/>
                <p:nvPr/>
              </p:nvPicPr>
              <p:blipFill>
                <a:blip r:embed="rId274"/>
                <a:stretch>
                  <a:fillRect/>
                </a:stretch>
              </p:blipFill>
              <p:spPr>
                <a:xfrm>
                  <a:off x="5336519" y="3866422"/>
                  <a:ext cx="12636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68" name="Ink 167">
                  <a:extLst>
                    <a:ext uri="{FF2B5EF4-FFF2-40B4-BE49-F238E27FC236}">
                      <a16:creationId xmlns:a16="http://schemas.microsoft.com/office/drawing/2014/main" id="{20297C57-FE0E-EBA2-447E-BD9ECC10A46A}"/>
                    </a:ext>
                  </a:extLst>
                </p14:cNvPr>
                <p14:cNvContentPartPr/>
                <p14:nvPr/>
              </p14:nvContentPartPr>
              <p14:xfrm>
                <a:off x="5477639" y="3877222"/>
                <a:ext cx="178560" cy="66240"/>
              </p14:xfrm>
            </p:contentPart>
          </mc:Choice>
          <mc:Fallback xmlns="">
            <p:pic>
              <p:nvPicPr>
                <p:cNvPr id="168" name="Ink 167">
                  <a:extLst>
                    <a:ext uri="{FF2B5EF4-FFF2-40B4-BE49-F238E27FC236}">
                      <a16:creationId xmlns:a16="http://schemas.microsoft.com/office/drawing/2014/main" id="{20297C57-FE0E-EBA2-447E-BD9ECC10A46A}"/>
                    </a:ext>
                  </a:extLst>
                </p:cNvPr>
                <p:cNvPicPr/>
                <p:nvPr/>
              </p:nvPicPr>
              <p:blipFill>
                <a:blip r:embed="rId276"/>
                <a:stretch>
                  <a:fillRect/>
                </a:stretch>
              </p:blipFill>
              <p:spPr>
                <a:xfrm>
                  <a:off x="5471519" y="3871102"/>
                  <a:ext cx="1908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70" name="Ink 169">
                  <a:extLst>
                    <a:ext uri="{FF2B5EF4-FFF2-40B4-BE49-F238E27FC236}">
                      <a16:creationId xmlns:a16="http://schemas.microsoft.com/office/drawing/2014/main" id="{08638454-3D63-35B4-0B45-7082511C1256}"/>
                    </a:ext>
                  </a:extLst>
                </p14:cNvPr>
                <p14:cNvContentPartPr/>
                <p14:nvPr/>
              </p14:nvContentPartPr>
              <p14:xfrm>
                <a:off x="5794799" y="3717022"/>
                <a:ext cx="181440" cy="229320"/>
              </p14:xfrm>
            </p:contentPart>
          </mc:Choice>
          <mc:Fallback xmlns="">
            <p:pic>
              <p:nvPicPr>
                <p:cNvPr id="170" name="Ink 169">
                  <a:extLst>
                    <a:ext uri="{FF2B5EF4-FFF2-40B4-BE49-F238E27FC236}">
                      <a16:creationId xmlns:a16="http://schemas.microsoft.com/office/drawing/2014/main" id="{08638454-3D63-35B4-0B45-7082511C1256}"/>
                    </a:ext>
                  </a:extLst>
                </p:cNvPr>
                <p:cNvPicPr/>
                <p:nvPr/>
              </p:nvPicPr>
              <p:blipFill>
                <a:blip r:embed="rId278"/>
                <a:stretch>
                  <a:fillRect/>
                </a:stretch>
              </p:blipFill>
              <p:spPr>
                <a:xfrm>
                  <a:off x="5788679" y="3710902"/>
                  <a:ext cx="19368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71" name="Ink 170">
                  <a:extLst>
                    <a:ext uri="{FF2B5EF4-FFF2-40B4-BE49-F238E27FC236}">
                      <a16:creationId xmlns:a16="http://schemas.microsoft.com/office/drawing/2014/main" id="{97EEA23E-FE45-A50D-7629-BB8CA5FF4D07}"/>
                    </a:ext>
                  </a:extLst>
                </p14:cNvPr>
                <p14:cNvContentPartPr/>
                <p14:nvPr/>
              </p14:nvContentPartPr>
              <p14:xfrm>
                <a:off x="5734319" y="3834742"/>
                <a:ext cx="402120" cy="97200"/>
              </p14:xfrm>
            </p:contentPart>
          </mc:Choice>
          <mc:Fallback xmlns="">
            <p:pic>
              <p:nvPicPr>
                <p:cNvPr id="171" name="Ink 170">
                  <a:extLst>
                    <a:ext uri="{FF2B5EF4-FFF2-40B4-BE49-F238E27FC236}">
                      <a16:creationId xmlns:a16="http://schemas.microsoft.com/office/drawing/2014/main" id="{97EEA23E-FE45-A50D-7629-BB8CA5FF4D07}"/>
                    </a:ext>
                  </a:extLst>
                </p:cNvPr>
                <p:cNvPicPr/>
                <p:nvPr/>
              </p:nvPicPr>
              <p:blipFill>
                <a:blip r:embed="rId280"/>
                <a:stretch>
                  <a:fillRect/>
                </a:stretch>
              </p:blipFill>
              <p:spPr>
                <a:xfrm>
                  <a:off x="5728199" y="3828622"/>
                  <a:ext cx="4143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72" name="Ink 171">
                  <a:extLst>
                    <a:ext uri="{FF2B5EF4-FFF2-40B4-BE49-F238E27FC236}">
                      <a16:creationId xmlns:a16="http://schemas.microsoft.com/office/drawing/2014/main" id="{4B128D26-1290-4597-EC52-253FB83B110D}"/>
                    </a:ext>
                  </a:extLst>
                </p14:cNvPr>
                <p14:cNvContentPartPr/>
                <p14:nvPr/>
              </p14:nvContentPartPr>
              <p14:xfrm>
                <a:off x="6060119" y="3810982"/>
                <a:ext cx="217800" cy="100080"/>
              </p14:xfrm>
            </p:contentPart>
          </mc:Choice>
          <mc:Fallback xmlns="">
            <p:pic>
              <p:nvPicPr>
                <p:cNvPr id="172" name="Ink 171">
                  <a:extLst>
                    <a:ext uri="{FF2B5EF4-FFF2-40B4-BE49-F238E27FC236}">
                      <a16:creationId xmlns:a16="http://schemas.microsoft.com/office/drawing/2014/main" id="{4B128D26-1290-4597-EC52-253FB83B110D}"/>
                    </a:ext>
                  </a:extLst>
                </p:cNvPr>
                <p:cNvPicPr/>
                <p:nvPr/>
              </p:nvPicPr>
              <p:blipFill>
                <a:blip r:embed="rId282"/>
                <a:stretch>
                  <a:fillRect/>
                </a:stretch>
              </p:blipFill>
              <p:spPr>
                <a:xfrm>
                  <a:off x="6053999" y="3804862"/>
                  <a:ext cx="23004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73" name="Ink 172">
                  <a:extLst>
                    <a:ext uri="{FF2B5EF4-FFF2-40B4-BE49-F238E27FC236}">
                      <a16:creationId xmlns:a16="http://schemas.microsoft.com/office/drawing/2014/main" id="{25D3DBD3-4C27-932D-E0C3-43EC80E2AB88}"/>
                    </a:ext>
                  </a:extLst>
                </p14:cNvPr>
                <p14:cNvContentPartPr/>
                <p14:nvPr/>
              </p14:nvContentPartPr>
              <p14:xfrm>
                <a:off x="6193319" y="3697942"/>
                <a:ext cx="24480" cy="24840"/>
              </p14:xfrm>
            </p:contentPart>
          </mc:Choice>
          <mc:Fallback xmlns="">
            <p:pic>
              <p:nvPicPr>
                <p:cNvPr id="173" name="Ink 172">
                  <a:extLst>
                    <a:ext uri="{FF2B5EF4-FFF2-40B4-BE49-F238E27FC236}">
                      <a16:creationId xmlns:a16="http://schemas.microsoft.com/office/drawing/2014/main" id="{25D3DBD3-4C27-932D-E0C3-43EC80E2AB88}"/>
                    </a:ext>
                  </a:extLst>
                </p:cNvPr>
                <p:cNvPicPr/>
                <p:nvPr/>
              </p:nvPicPr>
              <p:blipFill>
                <a:blip r:embed="rId284"/>
                <a:stretch>
                  <a:fillRect/>
                </a:stretch>
              </p:blipFill>
              <p:spPr>
                <a:xfrm>
                  <a:off x="6187199" y="3691822"/>
                  <a:ext cx="3672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74" name="Ink 173">
                  <a:extLst>
                    <a:ext uri="{FF2B5EF4-FFF2-40B4-BE49-F238E27FC236}">
                      <a16:creationId xmlns:a16="http://schemas.microsoft.com/office/drawing/2014/main" id="{D1D3D160-EEE3-0D0E-DC52-6CD2D540CAE1}"/>
                    </a:ext>
                  </a:extLst>
                </p14:cNvPr>
                <p14:cNvContentPartPr/>
                <p14:nvPr/>
              </p14:nvContentPartPr>
              <p14:xfrm>
                <a:off x="6382679" y="3765622"/>
                <a:ext cx="109800" cy="131400"/>
              </p14:xfrm>
            </p:contentPart>
          </mc:Choice>
          <mc:Fallback xmlns="">
            <p:pic>
              <p:nvPicPr>
                <p:cNvPr id="174" name="Ink 173">
                  <a:extLst>
                    <a:ext uri="{FF2B5EF4-FFF2-40B4-BE49-F238E27FC236}">
                      <a16:creationId xmlns:a16="http://schemas.microsoft.com/office/drawing/2014/main" id="{D1D3D160-EEE3-0D0E-DC52-6CD2D540CAE1}"/>
                    </a:ext>
                  </a:extLst>
                </p:cNvPr>
                <p:cNvPicPr/>
                <p:nvPr/>
              </p:nvPicPr>
              <p:blipFill>
                <a:blip r:embed="rId286"/>
                <a:stretch>
                  <a:fillRect/>
                </a:stretch>
              </p:blipFill>
              <p:spPr>
                <a:xfrm>
                  <a:off x="6376559" y="3759502"/>
                  <a:ext cx="12204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75" name="Ink 174">
                  <a:extLst>
                    <a:ext uri="{FF2B5EF4-FFF2-40B4-BE49-F238E27FC236}">
                      <a16:creationId xmlns:a16="http://schemas.microsoft.com/office/drawing/2014/main" id="{0C56AC1E-AD70-BB1C-8A24-2ADCEE5E170D}"/>
                    </a:ext>
                  </a:extLst>
                </p14:cNvPr>
                <p14:cNvContentPartPr/>
                <p14:nvPr/>
              </p14:nvContentPartPr>
              <p14:xfrm>
                <a:off x="6516599" y="3777142"/>
                <a:ext cx="51840" cy="130680"/>
              </p14:xfrm>
            </p:contentPart>
          </mc:Choice>
          <mc:Fallback xmlns="">
            <p:pic>
              <p:nvPicPr>
                <p:cNvPr id="175" name="Ink 174">
                  <a:extLst>
                    <a:ext uri="{FF2B5EF4-FFF2-40B4-BE49-F238E27FC236}">
                      <a16:creationId xmlns:a16="http://schemas.microsoft.com/office/drawing/2014/main" id="{0C56AC1E-AD70-BB1C-8A24-2ADCEE5E170D}"/>
                    </a:ext>
                  </a:extLst>
                </p:cNvPr>
                <p:cNvPicPr/>
                <p:nvPr/>
              </p:nvPicPr>
              <p:blipFill>
                <a:blip r:embed="rId288"/>
                <a:stretch>
                  <a:fillRect/>
                </a:stretch>
              </p:blipFill>
              <p:spPr>
                <a:xfrm>
                  <a:off x="6510479" y="3771022"/>
                  <a:ext cx="6408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76" name="Ink 175">
                  <a:extLst>
                    <a:ext uri="{FF2B5EF4-FFF2-40B4-BE49-F238E27FC236}">
                      <a16:creationId xmlns:a16="http://schemas.microsoft.com/office/drawing/2014/main" id="{47A02780-33D5-D6E8-68F5-5C3DE4959901}"/>
                    </a:ext>
                  </a:extLst>
                </p14:cNvPr>
                <p14:cNvContentPartPr/>
                <p14:nvPr/>
              </p14:nvContentPartPr>
              <p14:xfrm>
                <a:off x="6520919" y="3718462"/>
                <a:ext cx="62280" cy="45720"/>
              </p14:xfrm>
            </p:contentPart>
          </mc:Choice>
          <mc:Fallback xmlns="">
            <p:pic>
              <p:nvPicPr>
                <p:cNvPr id="176" name="Ink 175">
                  <a:extLst>
                    <a:ext uri="{FF2B5EF4-FFF2-40B4-BE49-F238E27FC236}">
                      <a16:creationId xmlns:a16="http://schemas.microsoft.com/office/drawing/2014/main" id="{47A02780-33D5-D6E8-68F5-5C3DE4959901}"/>
                    </a:ext>
                  </a:extLst>
                </p:cNvPr>
                <p:cNvPicPr/>
                <p:nvPr/>
              </p:nvPicPr>
              <p:blipFill>
                <a:blip r:embed="rId290"/>
                <a:stretch>
                  <a:fillRect/>
                </a:stretch>
              </p:blipFill>
              <p:spPr>
                <a:xfrm>
                  <a:off x="6514799" y="3712342"/>
                  <a:ext cx="7452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77" name="Ink 176">
                  <a:extLst>
                    <a:ext uri="{FF2B5EF4-FFF2-40B4-BE49-F238E27FC236}">
                      <a16:creationId xmlns:a16="http://schemas.microsoft.com/office/drawing/2014/main" id="{4BA94663-BF32-949B-22EE-37FB17EBDD26}"/>
                    </a:ext>
                  </a:extLst>
                </p14:cNvPr>
                <p14:cNvContentPartPr/>
                <p14:nvPr/>
              </p14:nvContentPartPr>
              <p14:xfrm>
                <a:off x="6623159" y="3763822"/>
                <a:ext cx="240840" cy="303480"/>
              </p14:xfrm>
            </p:contentPart>
          </mc:Choice>
          <mc:Fallback xmlns="">
            <p:pic>
              <p:nvPicPr>
                <p:cNvPr id="177" name="Ink 176">
                  <a:extLst>
                    <a:ext uri="{FF2B5EF4-FFF2-40B4-BE49-F238E27FC236}">
                      <a16:creationId xmlns:a16="http://schemas.microsoft.com/office/drawing/2014/main" id="{4BA94663-BF32-949B-22EE-37FB17EBDD26}"/>
                    </a:ext>
                  </a:extLst>
                </p:cNvPr>
                <p:cNvPicPr/>
                <p:nvPr/>
              </p:nvPicPr>
              <p:blipFill>
                <a:blip r:embed="rId292"/>
                <a:stretch>
                  <a:fillRect/>
                </a:stretch>
              </p:blipFill>
              <p:spPr>
                <a:xfrm>
                  <a:off x="6617039" y="3757702"/>
                  <a:ext cx="253080" cy="315720"/>
                </a:xfrm>
                <a:prstGeom prst="rect">
                  <a:avLst/>
                </a:prstGeom>
              </p:spPr>
            </p:pic>
          </mc:Fallback>
        </mc:AlternateContent>
      </p:grpSp>
      <p:grpSp>
        <p:nvGrpSpPr>
          <p:cNvPr id="229" name="Group 228">
            <a:extLst>
              <a:ext uri="{FF2B5EF4-FFF2-40B4-BE49-F238E27FC236}">
                <a16:creationId xmlns:a16="http://schemas.microsoft.com/office/drawing/2014/main" id="{BF4B782C-36FE-8AE7-7EC2-C0B89DCA0CD2}"/>
              </a:ext>
            </a:extLst>
          </p:cNvPr>
          <p:cNvGrpSpPr/>
          <p:nvPr/>
        </p:nvGrpSpPr>
        <p:grpSpPr>
          <a:xfrm>
            <a:off x="4226279" y="4191502"/>
            <a:ext cx="7802640" cy="905760"/>
            <a:chOff x="4226279" y="4191502"/>
            <a:chExt cx="7802640" cy="905760"/>
          </a:xfrm>
        </p:grpSpPr>
        <mc:AlternateContent xmlns:mc="http://schemas.openxmlformats.org/markup-compatibility/2006" xmlns:p14="http://schemas.microsoft.com/office/powerpoint/2010/main">
          <mc:Choice Requires="p14">
            <p:contentPart p14:bwMode="auto" r:id="rId293">
              <p14:nvContentPartPr>
                <p14:cNvPr id="179" name="Ink 178">
                  <a:extLst>
                    <a:ext uri="{FF2B5EF4-FFF2-40B4-BE49-F238E27FC236}">
                      <a16:creationId xmlns:a16="http://schemas.microsoft.com/office/drawing/2014/main" id="{0F78EDB2-658E-B10B-5CEA-34BA3BC2294C}"/>
                    </a:ext>
                  </a:extLst>
                </p14:cNvPr>
                <p14:cNvContentPartPr/>
                <p14:nvPr/>
              </p14:nvContentPartPr>
              <p14:xfrm>
                <a:off x="4407719" y="4366102"/>
                <a:ext cx="366840" cy="166320"/>
              </p14:xfrm>
            </p:contentPart>
          </mc:Choice>
          <mc:Fallback xmlns="">
            <p:pic>
              <p:nvPicPr>
                <p:cNvPr id="179" name="Ink 178">
                  <a:extLst>
                    <a:ext uri="{FF2B5EF4-FFF2-40B4-BE49-F238E27FC236}">
                      <a16:creationId xmlns:a16="http://schemas.microsoft.com/office/drawing/2014/main" id="{0F78EDB2-658E-B10B-5CEA-34BA3BC2294C}"/>
                    </a:ext>
                  </a:extLst>
                </p:cNvPr>
                <p:cNvPicPr/>
                <p:nvPr/>
              </p:nvPicPr>
              <p:blipFill>
                <a:blip r:embed="rId294"/>
                <a:stretch>
                  <a:fillRect/>
                </a:stretch>
              </p:blipFill>
              <p:spPr>
                <a:xfrm>
                  <a:off x="4401599" y="4359982"/>
                  <a:ext cx="3790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80" name="Ink 179">
                  <a:extLst>
                    <a:ext uri="{FF2B5EF4-FFF2-40B4-BE49-F238E27FC236}">
                      <a16:creationId xmlns:a16="http://schemas.microsoft.com/office/drawing/2014/main" id="{1C07B59F-3E6B-F8FE-DB8D-86A2BECE4451}"/>
                    </a:ext>
                  </a:extLst>
                </p14:cNvPr>
                <p14:cNvContentPartPr/>
                <p14:nvPr/>
              </p14:nvContentPartPr>
              <p14:xfrm>
                <a:off x="4761599" y="4283302"/>
                <a:ext cx="254160" cy="198360"/>
              </p14:xfrm>
            </p:contentPart>
          </mc:Choice>
          <mc:Fallback xmlns="">
            <p:pic>
              <p:nvPicPr>
                <p:cNvPr id="180" name="Ink 179">
                  <a:extLst>
                    <a:ext uri="{FF2B5EF4-FFF2-40B4-BE49-F238E27FC236}">
                      <a16:creationId xmlns:a16="http://schemas.microsoft.com/office/drawing/2014/main" id="{1C07B59F-3E6B-F8FE-DB8D-86A2BECE4451}"/>
                    </a:ext>
                  </a:extLst>
                </p:cNvPr>
                <p:cNvPicPr/>
                <p:nvPr/>
              </p:nvPicPr>
              <p:blipFill>
                <a:blip r:embed="rId296"/>
                <a:stretch>
                  <a:fillRect/>
                </a:stretch>
              </p:blipFill>
              <p:spPr>
                <a:xfrm>
                  <a:off x="4755479" y="4277182"/>
                  <a:ext cx="26640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81" name="Ink 180">
                  <a:extLst>
                    <a:ext uri="{FF2B5EF4-FFF2-40B4-BE49-F238E27FC236}">
                      <a16:creationId xmlns:a16="http://schemas.microsoft.com/office/drawing/2014/main" id="{7FD580C5-BF1F-EC60-D9C2-CB860A21BA3F}"/>
                    </a:ext>
                  </a:extLst>
                </p14:cNvPr>
                <p14:cNvContentPartPr/>
                <p14:nvPr/>
              </p14:nvContentPartPr>
              <p14:xfrm>
                <a:off x="5202599" y="4280062"/>
                <a:ext cx="359640" cy="237240"/>
              </p14:xfrm>
            </p:contentPart>
          </mc:Choice>
          <mc:Fallback xmlns="">
            <p:pic>
              <p:nvPicPr>
                <p:cNvPr id="181" name="Ink 180">
                  <a:extLst>
                    <a:ext uri="{FF2B5EF4-FFF2-40B4-BE49-F238E27FC236}">
                      <a16:creationId xmlns:a16="http://schemas.microsoft.com/office/drawing/2014/main" id="{7FD580C5-BF1F-EC60-D9C2-CB860A21BA3F}"/>
                    </a:ext>
                  </a:extLst>
                </p:cNvPr>
                <p:cNvPicPr/>
                <p:nvPr/>
              </p:nvPicPr>
              <p:blipFill>
                <a:blip r:embed="rId298"/>
                <a:stretch>
                  <a:fillRect/>
                </a:stretch>
              </p:blipFill>
              <p:spPr>
                <a:xfrm>
                  <a:off x="5196479" y="4273942"/>
                  <a:ext cx="37188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82" name="Ink 181">
                  <a:extLst>
                    <a:ext uri="{FF2B5EF4-FFF2-40B4-BE49-F238E27FC236}">
                      <a16:creationId xmlns:a16="http://schemas.microsoft.com/office/drawing/2014/main" id="{91E87A52-8B60-13A9-3656-67C998F73A1D}"/>
                    </a:ext>
                  </a:extLst>
                </p14:cNvPr>
                <p14:cNvContentPartPr/>
                <p14:nvPr/>
              </p14:nvContentPartPr>
              <p14:xfrm>
                <a:off x="5734319" y="4272862"/>
                <a:ext cx="311400" cy="172800"/>
              </p14:xfrm>
            </p:contentPart>
          </mc:Choice>
          <mc:Fallback xmlns="">
            <p:pic>
              <p:nvPicPr>
                <p:cNvPr id="182" name="Ink 181">
                  <a:extLst>
                    <a:ext uri="{FF2B5EF4-FFF2-40B4-BE49-F238E27FC236}">
                      <a16:creationId xmlns:a16="http://schemas.microsoft.com/office/drawing/2014/main" id="{91E87A52-8B60-13A9-3656-67C998F73A1D}"/>
                    </a:ext>
                  </a:extLst>
                </p:cNvPr>
                <p:cNvPicPr/>
                <p:nvPr/>
              </p:nvPicPr>
              <p:blipFill>
                <a:blip r:embed="rId300"/>
                <a:stretch>
                  <a:fillRect/>
                </a:stretch>
              </p:blipFill>
              <p:spPr>
                <a:xfrm>
                  <a:off x="5728199" y="4266742"/>
                  <a:ext cx="3236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83" name="Ink 182">
                  <a:extLst>
                    <a:ext uri="{FF2B5EF4-FFF2-40B4-BE49-F238E27FC236}">
                      <a16:creationId xmlns:a16="http://schemas.microsoft.com/office/drawing/2014/main" id="{487C1D5D-5C8D-5136-C493-61B5F0F54436}"/>
                    </a:ext>
                  </a:extLst>
                </p14:cNvPr>
                <p14:cNvContentPartPr/>
                <p14:nvPr/>
              </p14:nvContentPartPr>
              <p14:xfrm>
                <a:off x="6024119" y="4312822"/>
                <a:ext cx="277560" cy="136800"/>
              </p14:xfrm>
            </p:contentPart>
          </mc:Choice>
          <mc:Fallback xmlns="">
            <p:pic>
              <p:nvPicPr>
                <p:cNvPr id="183" name="Ink 182">
                  <a:extLst>
                    <a:ext uri="{FF2B5EF4-FFF2-40B4-BE49-F238E27FC236}">
                      <a16:creationId xmlns:a16="http://schemas.microsoft.com/office/drawing/2014/main" id="{487C1D5D-5C8D-5136-C493-61B5F0F54436}"/>
                    </a:ext>
                  </a:extLst>
                </p:cNvPr>
                <p:cNvPicPr/>
                <p:nvPr/>
              </p:nvPicPr>
              <p:blipFill>
                <a:blip r:embed="rId302"/>
                <a:stretch>
                  <a:fillRect/>
                </a:stretch>
              </p:blipFill>
              <p:spPr>
                <a:xfrm>
                  <a:off x="6017999" y="4306702"/>
                  <a:ext cx="2898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84" name="Ink 183">
                  <a:extLst>
                    <a:ext uri="{FF2B5EF4-FFF2-40B4-BE49-F238E27FC236}">
                      <a16:creationId xmlns:a16="http://schemas.microsoft.com/office/drawing/2014/main" id="{7F3EFBE0-B192-4252-B14A-1AED8E52D012}"/>
                    </a:ext>
                  </a:extLst>
                </p14:cNvPr>
                <p14:cNvContentPartPr/>
                <p14:nvPr/>
              </p14:nvContentPartPr>
              <p14:xfrm>
                <a:off x="6210599" y="4210942"/>
                <a:ext cx="22320" cy="51480"/>
              </p14:xfrm>
            </p:contentPart>
          </mc:Choice>
          <mc:Fallback xmlns="">
            <p:pic>
              <p:nvPicPr>
                <p:cNvPr id="184" name="Ink 183">
                  <a:extLst>
                    <a:ext uri="{FF2B5EF4-FFF2-40B4-BE49-F238E27FC236}">
                      <a16:creationId xmlns:a16="http://schemas.microsoft.com/office/drawing/2014/main" id="{7F3EFBE0-B192-4252-B14A-1AED8E52D012}"/>
                    </a:ext>
                  </a:extLst>
                </p:cNvPr>
                <p:cNvPicPr/>
                <p:nvPr/>
              </p:nvPicPr>
              <p:blipFill>
                <a:blip r:embed="rId304"/>
                <a:stretch>
                  <a:fillRect/>
                </a:stretch>
              </p:blipFill>
              <p:spPr>
                <a:xfrm>
                  <a:off x="6204479" y="4204822"/>
                  <a:ext cx="3456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85" name="Ink 184">
                  <a:extLst>
                    <a:ext uri="{FF2B5EF4-FFF2-40B4-BE49-F238E27FC236}">
                      <a16:creationId xmlns:a16="http://schemas.microsoft.com/office/drawing/2014/main" id="{122A7C64-3807-1E2E-6470-C151F9AAD7A0}"/>
                    </a:ext>
                  </a:extLst>
                </p14:cNvPr>
                <p14:cNvContentPartPr/>
                <p14:nvPr/>
              </p14:nvContentPartPr>
              <p14:xfrm>
                <a:off x="6302039" y="4252702"/>
                <a:ext cx="206640" cy="238320"/>
              </p14:xfrm>
            </p:contentPart>
          </mc:Choice>
          <mc:Fallback xmlns="">
            <p:pic>
              <p:nvPicPr>
                <p:cNvPr id="185" name="Ink 184">
                  <a:extLst>
                    <a:ext uri="{FF2B5EF4-FFF2-40B4-BE49-F238E27FC236}">
                      <a16:creationId xmlns:a16="http://schemas.microsoft.com/office/drawing/2014/main" id="{122A7C64-3807-1E2E-6470-C151F9AAD7A0}"/>
                    </a:ext>
                  </a:extLst>
                </p:cNvPr>
                <p:cNvPicPr/>
                <p:nvPr/>
              </p:nvPicPr>
              <p:blipFill>
                <a:blip r:embed="rId306"/>
                <a:stretch>
                  <a:fillRect/>
                </a:stretch>
              </p:blipFill>
              <p:spPr>
                <a:xfrm>
                  <a:off x="6295919" y="4246582"/>
                  <a:ext cx="2188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86" name="Ink 185">
                  <a:extLst>
                    <a:ext uri="{FF2B5EF4-FFF2-40B4-BE49-F238E27FC236}">
                      <a16:creationId xmlns:a16="http://schemas.microsoft.com/office/drawing/2014/main" id="{CB1C309F-E92F-0366-7E42-88DF92402AC9}"/>
                    </a:ext>
                  </a:extLst>
                </p14:cNvPr>
                <p14:cNvContentPartPr/>
                <p14:nvPr/>
              </p14:nvContentPartPr>
              <p14:xfrm>
                <a:off x="6564479" y="4213822"/>
                <a:ext cx="376200" cy="196200"/>
              </p14:xfrm>
            </p:contentPart>
          </mc:Choice>
          <mc:Fallback xmlns="">
            <p:pic>
              <p:nvPicPr>
                <p:cNvPr id="186" name="Ink 185">
                  <a:extLst>
                    <a:ext uri="{FF2B5EF4-FFF2-40B4-BE49-F238E27FC236}">
                      <a16:creationId xmlns:a16="http://schemas.microsoft.com/office/drawing/2014/main" id="{CB1C309F-E92F-0366-7E42-88DF92402AC9}"/>
                    </a:ext>
                  </a:extLst>
                </p:cNvPr>
                <p:cNvPicPr/>
                <p:nvPr/>
              </p:nvPicPr>
              <p:blipFill>
                <a:blip r:embed="rId308"/>
                <a:stretch>
                  <a:fillRect/>
                </a:stretch>
              </p:blipFill>
              <p:spPr>
                <a:xfrm>
                  <a:off x="6558359" y="4207702"/>
                  <a:ext cx="38844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87" name="Ink 186">
                  <a:extLst>
                    <a:ext uri="{FF2B5EF4-FFF2-40B4-BE49-F238E27FC236}">
                      <a16:creationId xmlns:a16="http://schemas.microsoft.com/office/drawing/2014/main" id="{48C8B4B8-8030-3F4A-37CF-5E25C2223A9E}"/>
                    </a:ext>
                  </a:extLst>
                </p14:cNvPr>
                <p14:cNvContentPartPr/>
                <p14:nvPr/>
              </p14:nvContentPartPr>
              <p14:xfrm>
                <a:off x="6652319" y="4262062"/>
                <a:ext cx="130320" cy="28800"/>
              </p14:xfrm>
            </p:contentPart>
          </mc:Choice>
          <mc:Fallback xmlns="">
            <p:pic>
              <p:nvPicPr>
                <p:cNvPr id="187" name="Ink 186">
                  <a:extLst>
                    <a:ext uri="{FF2B5EF4-FFF2-40B4-BE49-F238E27FC236}">
                      <a16:creationId xmlns:a16="http://schemas.microsoft.com/office/drawing/2014/main" id="{48C8B4B8-8030-3F4A-37CF-5E25C2223A9E}"/>
                    </a:ext>
                  </a:extLst>
                </p:cNvPr>
                <p:cNvPicPr/>
                <p:nvPr/>
              </p:nvPicPr>
              <p:blipFill>
                <a:blip r:embed="rId310"/>
                <a:stretch>
                  <a:fillRect/>
                </a:stretch>
              </p:blipFill>
              <p:spPr>
                <a:xfrm>
                  <a:off x="6646199" y="4255942"/>
                  <a:ext cx="14256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88" name="Ink 187">
                  <a:extLst>
                    <a:ext uri="{FF2B5EF4-FFF2-40B4-BE49-F238E27FC236}">
                      <a16:creationId xmlns:a16="http://schemas.microsoft.com/office/drawing/2014/main" id="{17DBDF6E-46F7-3C0C-7441-5CB3F68DBF70}"/>
                    </a:ext>
                  </a:extLst>
                </p14:cNvPr>
                <p14:cNvContentPartPr/>
                <p14:nvPr/>
              </p14:nvContentPartPr>
              <p14:xfrm>
                <a:off x="6860759" y="4226782"/>
                <a:ext cx="27720" cy="20520"/>
              </p14:xfrm>
            </p:contentPart>
          </mc:Choice>
          <mc:Fallback xmlns="">
            <p:pic>
              <p:nvPicPr>
                <p:cNvPr id="188" name="Ink 187">
                  <a:extLst>
                    <a:ext uri="{FF2B5EF4-FFF2-40B4-BE49-F238E27FC236}">
                      <a16:creationId xmlns:a16="http://schemas.microsoft.com/office/drawing/2014/main" id="{17DBDF6E-46F7-3C0C-7441-5CB3F68DBF70}"/>
                    </a:ext>
                  </a:extLst>
                </p:cNvPr>
                <p:cNvPicPr/>
                <p:nvPr/>
              </p:nvPicPr>
              <p:blipFill>
                <a:blip r:embed="rId312"/>
                <a:stretch>
                  <a:fillRect/>
                </a:stretch>
              </p:blipFill>
              <p:spPr>
                <a:xfrm>
                  <a:off x="6854639" y="4220662"/>
                  <a:ext cx="399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89" name="Ink 188">
                  <a:extLst>
                    <a:ext uri="{FF2B5EF4-FFF2-40B4-BE49-F238E27FC236}">
                      <a16:creationId xmlns:a16="http://schemas.microsoft.com/office/drawing/2014/main" id="{C9CF13D6-2B87-EDFD-BA49-970A2F3ED6D6}"/>
                    </a:ext>
                  </a:extLst>
                </p14:cNvPr>
                <p14:cNvContentPartPr/>
                <p14:nvPr/>
              </p14:nvContentPartPr>
              <p14:xfrm>
                <a:off x="6926999" y="4258822"/>
                <a:ext cx="317520" cy="87480"/>
              </p14:xfrm>
            </p:contentPart>
          </mc:Choice>
          <mc:Fallback xmlns="">
            <p:pic>
              <p:nvPicPr>
                <p:cNvPr id="189" name="Ink 188">
                  <a:extLst>
                    <a:ext uri="{FF2B5EF4-FFF2-40B4-BE49-F238E27FC236}">
                      <a16:creationId xmlns:a16="http://schemas.microsoft.com/office/drawing/2014/main" id="{C9CF13D6-2B87-EDFD-BA49-970A2F3ED6D6}"/>
                    </a:ext>
                  </a:extLst>
                </p:cNvPr>
                <p:cNvPicPr/>
                <p:nvPr/>
              </p:nvPicPr>
              <p:blipFill>
                <a:blip r:embed="rId314"/>
                <a:stretch>
                  <a:fillRect/>
                </a:stretch>
              </p:blipFill>
              <p:spPr>
                <a:xfrm>
                  <a:off x="6920879" y="4252702"/>
                  <a:ext cx="32976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90" name="Ink 189">
                  <a:extLst>
                    <a:ext uri="{FF2B5EF4-FFF2-40B4-BE49-F238E27FC236}">
                      <a16:creationId xmlns:a16="http://schemas.microsoft.com/office/drawing/2014/main" id="{04AA4200-9967-31AD-983E-8C2BE182584C}"/>
                    </a:ext>
                  </a:extLst>
                </p14:cNvPr>
                <p14:cNvContentPartPr/>
                <p14:nvPr/>
              </p14:nvContentPartPr>
              <p14:xfrm>
                <a:off x="7395719" y="4191502"/>
                <a:ext cx="331920" cy="194040"/>
              </p14:xfrm>
            </p:contentPart>
          </mc:Choice>
          <mc:Fallback xmlns="">
            <p:pic>
              <p:nvPicPr>
                <p:cNvPr id="190" name="Ink 189">
                  <a:extLst>
                    <a:ext uri="{FF2B5EF4-FFF2-40B4-BE49-F238E27FC236}">
                      <a16:creationId xmlns:a16="http://schemas.microsoft.com/office/drawing/2014/main" id="{04AA4200-9967-31AD-983E-8C2BE182584C}"/>
                    </a:ext>
                  </a:extLst>
                </p:cNvPr>
                <p:cNvPicPr/>
                <p:nvPr/>
              </p:nvPicPr>
              <p:blipFill>
                <a:blip r:embed="rId316"/>
                <a:stretch>
                  <a:fillRect/>
                </a:stretch>
              </p:blipFill>
              <p:spPr>
                <a:xfrm>
                  <a:off x="7389599" y="4185382"/>
                  <a:ext cx="34416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191" name="Ink 190">
                  <a:extLst>
                    <a:ext uri="{FF2B5EF4-FFF2-40B4-BE49-F238E27FC236}">
                      <a16:creationId xmlns:a16="http://schemas.microsoft.com/office/drawing/2014/main" id="{DB933F2B-DCC7-4A38-0B4B-36D2A06358A7}"/>
                    </a:ext>
                  </a:extLst>
                </p14:cNvPr>
                <p14:cNvContentPartPr/>
                <p14:nvPr/>
              </p14:nvContentPartPr>
              <p14:xfrm>
                <a:off x="7706399" y="4235782"/>
                <a:ext cx="220680" cy="183240"/>
              </p14:xfrm>
            </p:contentPart>
          </mc:Choice>
          <mc:Fallback xmlns="">
            <p:pic>
              <p:nvPicPr>
                <p:cNvPr id="191" name="Ink 190">
                  <a:extLst>
                    <a:ext uri="{FF2B5EF4-FFF2-40B4-BE49-F238E27FC236}">
                      <a16:creationId xmlns:a16="http://schemas.microsoft.com/office/drawing/2014/main" id="{DB933F2B-DCC7-4A38-0B4B-36D2A06358A7}"/>
                    </a:ext>
                  </a:extLst>
                </p:cNvPr>
                <p:cNvPicPr/>
                <p:nvPr/>
              </p:nvPicPr>
              <p:blipFill>
                <a:blip r:embed="rId318"/>
                <a:stretch>
                  <a:fillRect/>
                </a:stretch>
              </p:blipFill>
              <p:spPr>
                <a:xfrm>
                  <a:off x="7700279" y="4229662"/>
                  <a:ext cx="23292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92" name="Ink 191">
                  <a:extLst>
                    <a:ext uri="{FF2B5EF4-FFF2-40B4-BE49-F238E27FC236}">
                      <a16:creationId xmlns:a16="http://schemas.microsoft.com/office/drawing/2014/main" id="{5841A44A-E7CD-CB40-BC21-B9771C998F9B}"/>
                    </a:ext>
                  </a:extLst>
                </p14:cNvPr>
                <p14:cNvContentPartPr/>
                <p14:nvPr/>
              </p14:nvContentPartPr>
              <p14:xfrm>
                <a:off x="7897199" y="4274662"/>
                <a:ext cx="286560" cy="137160"/>
              </p14:xfrm>
            </p:contentPart>
          </mc:Choice>
          <mc:Fallback xmlns="">
            <p:pic>
              <p:nvPicPr>
                <p:cNvPr id="192" name="Ink 191">
                  <a:extLst>
                    <a:ext uri="{FF2B5EF4-FFF2-40B4-BE49-F238E27FC236}">
                      <a16:creationId xmlns:a16="http://schemas.microsoft.com/office/drawing/2014/main" id="{5841A44A-E7CD-CB40-BC21-B9771C998F9B}"/>
                    </a:ext>
                  </a:extLst>
                </p:cNvPr>
                <p:cNvPicPr/>
                <p:nvPr/>
              </p:nvPicPr>
              <p:blipFill>
                <a:blip r:embed="rId320"/>
                <a:stretch>
                  <a:fillRect/>
                </a:stretch>
              </p:blipFill>
              <p:spPr>
                <a:xfrm>
                  <a:off x="7891079" y="4268542"/>
                  <a:ext cx="2988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94" name="Ink 193">
                  <a:extLst>
                    <a:ext uri="{FF2B5EF4-FFF2-40B4-BE49-F238E27FC236}">
                      <a16:creationId xmlns:a16="http://schemas.microsoft.com/office/drawing/2014/main" id="{9325CE1F-EB58-3119-9BEB-00CA22CE475A}"/>
                    </a:ext>
                  </a:extLst>
                </p14:cNvPr>
                <p14:cNvContentPartPr/>
                <p14:nvPr/>
              </p14:nvContentPartPr>
              <p14:xfrm>
                <a:off x="8135159" y="4342342"/>
                <a:ext cx="182160" cy="122040"/>
              </p14:xfrm>
            </p:contentPart>
          </mc:Choice>
          <mc:Fallback xmlns="">
            <p:pic>
              <p:nvPicPr>
                <p:cNvPr id="194" name="Ink 193">
                  <a:extLst>
                    <a:ext uri="{FF2B5EF4-FFF2-40B4-BE49-F238E27FC236}">
                      <a16:creationId xmlns:a16="http://schemas.microsoft.com/office/drawing/2014/main" id="{9325CE1F-EB58-3119-9BEB-00CA22CE475A}"/>
                    </a:ext>
                  </a:extLst>
                </p:cNvPr>
                <p:cNvPicPr/>
                <p:nvPr/>
              </p:nvPicPr>
              <p:blipFill>
                <a:blip r:embed="rId322"/>
                <a:stretch>
                  <a:fillRect/>
                </a:stretch>
              </p:blipFill>
              <p:spPr>
                <a:xfrm>
                  <a:off x="8129039" y="4336222"/>
                  <a:ext cx="1944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196" name="Ink 195">
                  <a:extLst>
                    <a:ext uri="{FF2B5EF4-FFF2-40B4-BE49-F238E27FC236}">
                      <a16:creationId xmlns:a16="http://schemas.microsoft.com/office/drawing/2014/main" id="{D8CFD0DF-A468-7050-47E6-0D58AEB4459C}"/>
                    </a:ext>
                  </a:extLst>
                </p14:cNvPr>
                <p14:cNvContentPartPr/>
                <p14:nvPr/>
              </p14:nvContentPartPr>
              <p14:xfrm>
                <a:off x="8120039" y="4335502"/>
                <a:ext cx="203040" cy="125280"/>
              </p14:xfrm>
            </p:contentPart>
          </mc:Choice>
          <mc:Fallback xmlns="">
            <p:pic>
              <p:nvPicPr>
                <p:cNvPr id="196" name="Ink 195">
                  <a:extLst>
                    <a:ext uri="{FF2B5EF4-FFF2-40B4-BE49-F238E27FC236}">
                      <a16:creationId xmlns:a16="http://schemas.microsoft.com/office/drawing/2014/main" id="{D8CFD0DF-A468-7050-47E6-0D58AEB4459C}"/>
                    </a:ext>
                  </a:extLst>
                </p:cNvPr>
                <p:cNvPicPr/>
                <p:nvPr/>
              </p:nvPicPr>
              <p:blipFill>
                <a:blip r:embed="rId324"/>
                <a:stretch>
                  <a:fillRect/>
                </a:stretch>
              </p:blipFill>
              <p:spPr>
                <a:xfrm>
                  <a:off x="8113919" y="4329382"/>
                  <a:ext cx="2152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197" name="Ink 196">
                  <a:extLst>
                    <a:ext uri="{FF2B5EF4-FFF2-40B4-BE49-F238E27FC236}">
                      <a16:creationId xmlns:a16="http://schemas.microsoft.com/office/drawing/2014/main" id="{B255E624-B712-40EB-17AA-1F514F3DA88D}"/>
                    </a:ext>
                  </a:extLst>
                </p14:cNvPr>
                <p14:cNvContentPartPr/>
                <p14:nvPr/>
              </p14:nvContentPartPr>
              <p14:xfrm>
                <a:off x="4226279" y="4962622"/>
                <a:ext cx="445320" cy="134640"/>
              </p14:xfrm>
            </p:contentPart>
          </mc:Choice>
          <mc:Fallback xmlns="">
            <p:pic>
              <p:nvPicPr>
                <p:cNvPr id="197" name="Ink 196">
                  <a:extLst>
                    <a:ext uri="{FF2B5EF4-FFF2-40B4-BE49-F238E27FC236}">
                      <a16:creationId xmlns:a16="http://schemas.microsoft.com/office/drawing/2014/main" id="{B255E624-B712-40EB-17AA-1F514F3DA88D}"/>
                    </a:ext>
                  </a:extLst>
                </p:cNvPr>
                <p:cNvPicPr/>
                <p:nvPr/>
              </p:nvPicPr>
              <p:blipFill>
                <a:blip r:embed="rId326"/>
                <a:stretch>
                  <a:fillRect/>
                </a:stretch>
              </p:blipFill>
              <p:spPr>
                <a:xfrm>
                  <a:off x="4220159" y="4956502"/>
                  <a:ext cx="4575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198" name="Ink 197">
                  <a:extLst>
                    <a:ext uri="{FF2B5EF4-FFF2-40B4-BE49-F238E27FC236}">
                      <a16:creationId xmlns:a16="http://schemas.microsoft.com/office/drawing/2014/main" id="{198681CE-E26C-53C0-7286-ED693E8694EC}"/>
                    </a:ext>
                  </a:extLst>
                </p14:cNvPr>
                <p14:cNvContentPartPr/>
                <p14:nvPr/>
              </p14:nvContentPartPr>
              <p14:xfrm>
                <a:off x="4840079" y="4960102"/>
                <a:ext cx="227160" cy="114120"/>
              </p14:xfrm>
            </p:contentPart>
          </mc:Choice>
          <mc:Fallback xmlns="">
            <p:pic>
              <p:nvPicPr>
                <p:cNvPr id="198" name="Ink 197">
                  <a:extLst>
                    <a:ext uri="{FF2B5EF4-FFF2-40B4-BE49-F238E27FC236}">
                      <a16:creationId xmlns:a16="http://schemas.microsoft.com/office/drawing/2014/main" id="{198681CE-E26C-53C0-7286-ED693E8694EC}"/>
                    </a:ext>
                  </a:extLst>
                </p:cNvPr>
                <p:cNvPicPr/>
                <p:nvPr/>
              </p:nvPicPr>
              <p:blipFill>
                <a:blip r:embed="rId328"/>
                <a:stretch>
                  <a:fillRect/>
                </a:stretch>
              </p:blipFill>
              <p:spPr>
                <a:xfrm>
                  <a:off x="4833959" y="4953982"/>
                  <a:ext cx="23940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199" name="Ink 198">
                  <a:extLst>
                    <a:ext uri="{FF2B5EF4-FFF2-40B4-BE49-F238E27FC236}">
                      <a16:creationId xmlns:a16="http://schemas.microsoft.com/office/drawing/2014/main" id="{49C79EA0-EB35-BAC2-0976-5AED8C702171}"/>
                    </a:ext>
                  </a:extLst>
                </p14:cNvPr>
                <p14:cNvContentPartPr/>
                <p14:nvPr/>
              </p14:nvContentPartPr>
              <p14:xfrm>
                <a:off x="5084879" y="4939222"/>
                <a:ext cx="199800" cy="115560"/>
              </p14:xfrm>
            </p:contentPart>
          </mc:Choice>
          <mc:Fallback xmlns="">
            <p:pic>
              <p:nvPicPr>
                <p:cNvPr id="199" name="Ink 198">
                  <a:extLst>
                    <a:ext uri="{FF2B5EF4-FFF2-40B4-BE49-F238E27FC236}">
                      <a16:creationId xmlns:a16="http://schemas.microsoft.com/office/drawing/2014/main" id="{49C79EA0-EB35-BAC2-0976-5AED8C702171}"/>
                    </a:ext>
                  </a:extLst>
                </p:cNvPr>
                <p:cNvPicPr/>
                <p:nvPr/>
              </p:nvPicPr>
              <p:blipFill>
                <a:blip r:embed="rId330"/>
                <a:stretch>
                  <a:fillRect/>
                </a:stretch>
              </p:blipFill>
              <p:spPr>
                <a:xfrm>
                  <a:off x="5078759" y="4933102"/>
                  <a:ext cx="2120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00" name="Ink 199">
                  <a:extLst>
                    <a:ext uri="{FF2B5EF4-FFF2-40B4-BE49-F238E27FC236}">
                      <a16:creationId xmlns:a16="http://schemas.microsoft.com/office/drawing/2014/main" id="{F2AA1888-513A-F6B4-F4DA-A3204F9FC2E9}"/>
                    </a:ext>
                  </a:extLst>
                </p14:cNvPr>
                <p14:cNvContentPartPr/>
                <p14:nvPr/>
              </p14:nvContentPartPr>
              <p14:xfrm>
                <a:off x="5417159" y="4919422"/>
                <a:ext cx="565200" cy="133920"/>
              </p14:xfrm>
            </p:contentPart>
          </mc:Choice>
          <mc:Fallback xmlns="">
            <p:pic>
              <p:nvPicPr>
                <p:cNvPr id="200" name="Ink 199">
                  <a:extLst>
                    <a:ext uri="{FF2B5EF4-FFF2-40B4-BE49-F238E27FC236}">
                      <a16:creationId xmlns:a16="http://schemas.microsoft.com/office/drawing/2014/main" id="{F2AA1888-513A-F6B4-F4DA-A3204F9FC2E9}"/>
                    </a:ext>
                  </a:extLst>
                </p:cNvPr>
                <p:cNvPicPr/>
                <p:nvPr/>
              </p:nvPicPr>
              <p:blipFill>
                <a:blip r:embed="rId332"/>
                <a:stretch>
                  <a:fillRect/>
                </a:stretch>
              </p:blipFill>
              <p:spPr>
                <a:xfrm>
                  <a:off x="5411039" y="4913302"/>
                  <a:ext cx="5774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01" name="Ink 200">
                  <a:extLst>
                    <a:ext uri="{FF2B5EF4-FFF2-40B4-BE49-F238E27FC236}">
                      <a16:creationId xmlns:a16="http://schemas.microsoft.com/office/drawing/2014/main" id="{2AF84B25-63E7-44DB-9762-ECFA7292EEB4}"/>
                    </a:ext>
                  </a:extLst>
                </p14:cNvPr>
                <p14:cNvContentPartPr/>
                <p14:nvPr/>
              </p14:nvContentPartPr>
              <p14:xfrm>
                <a:off x="6121319" y="4926622"/>
                <a:ext cx="120600" cy="125640"/>
              </p14:xfrm>
            </p:contentPart>
          </mc:Choice>
          <mc:Fallback xmlns="">
            <p:pic>
              <p:nvPicPr>
                <p:cNvPr id="201" name="Ink 200">
                  <a:extLst>
                    <a:ext uri="{FF2B5EF4-FFF2-40B4-BE49-F238E27FC236}">
                      <a16:creationId xmlns:a16="http://schemas.microsoft.com/office/drawing/2014/main" id="{2AF84B25-63E7-44DB-9762-ECFA7292EEB4}"/>
                    </a:ext>
                  </a:extLst>
                </p:cNvPr>
                <p:cNvPicPr/>
                <p:nvPr/>
              </p:nvPicPr>
              <p:blipFill>
                <a:blip r:embed="rId334"/>
                <a:stretch>
                  <a:fillRect/>
                </a:stretch>
              </p:blipFill>
              <p:spPr>
                <a:xfrm>
                  <a:off x="6115199" y="4920502"/>
                  <a:ext cx="1328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02" name="Ink 201">
                  <a:extLst>
                    <a:ext uri="{FF2B5EF4-FFF2-40B4-BE49-F238E27FC236}">
                      <a16:creationId xmlns:a16="http://schemas.microsoft.com/office/drawing/2014/main" id="{0803DF8E-FBA0-C720-6C1D-ABB50DEB3031}"/>
                    </a:ext>
                  </a:extLst>
                </p14:cNvPr>
                <p14:cNvContentPartPr/>
                <p14:nvPr/>
              </p14:nvContentPartPr>
              <p14:xfrm>
                <a:off x="6325439" y="4872262"/>
                <a:ext cx="486720" cy="162000"/>
              </p14:xfrm>
            </p:contentPart>
          </mc:Choice>
          <mc:Fallback xmlns="">
            <p:pic>
              <p:nvPicPr>
                <p:cNvPr id="202" name="Ink 201">
                  <a:extLst>
                    <a:ext uri="{FF2B5EF4-FFF2-40B4-BE49-F238E27FC236}">
                      <a16:creationId xmlns:a16="http://schemas.microsoft.com/office/drawing/2014/main" id="{0803DF8E-FBA0-C720-6C1D-ABB50DEB3031}"/>
                    </a:ext>
                  </a:extLst>
                </p:cNvPr>
                <p:cNvPicPr/>
                <p:nvPr/>
              </p:nvPicPr>
              <p:blipFill>
                <a:blip r:embed="rId336"/>
                <a:stretch>
                  <a:fillRect/>
                </a:stretch>
              </p:blipFill>
              <p:spPr>
                <a:xfrm>
                  <a:off x="6319319" y="4866142"/>
                  <a:ext cx="49896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03" name="Ink 202">
                  <a:extLst>
                    <a:ext uri="{FF2B5EF4-FFF2-40B4-BE49-F238E27FC236}">
                      <a16:creationId xmlns:a16="http://schemas.microsoft.com/office/drawing/2014/main" id="{A967CA8E-C32F-8858-9338-D456FF56EB0D}"/>
                    </a:ext>
                  </a:extLst>
                </p14:cNvPr>
                <p14:cNvContentPartPr/>
                <p14:nvPr/>
              </p14:nvContentPartPr>
              <p14:xfrm>
                <a:off x="6857519" y="4835902"/>
                <a:ext cx="27720" cy="77760"/>
              </p14:xfrm>
            </p:contentPart>
          </mc:Choice>
          <mc:Fallback xmlns="">
            <p:pic>
              <p:nvPicPr>
                <p:cNvPr id="203" name="Ink 202">
                  <a:extLst>
                    <a:ext uri="{FF2B5EF4-FFF2-40B4-BE49-F238E27FC236}">
                      <a16:creationId xmlns:a16="http://schemas.microsoft.com/office/drawing/2014/main" id="{A967CA8E-C32F-8858-9338-D456FF56EB0D}"/>
                    </a:ext>
                  </a:extLst>
                </p:cNvPr>
                <p:cNvPicPr/>
                <p:nvPr/>
              </p:nvPicPr>
              <p:blipFill>
                <a:blip r:embed="rId338"/>
                <a:stretch>
                  <a:fillRect/>
                </a:stretch>
              </p:blipFill>
              <p:spPr>
                <a:xfrm>
                  <a:off x="6851399" y="4829782"/>
                  <a:ext cx="3996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04" name="Ink 203">
                  <a:extLst>
                    <a:ext uri="{FF2B5EF4-FFF2-40B4-BE49-F238E27FC236}">
                      <a16:creationId xmlns:a16="http://schemas.microsoft.com/office/drawing/2014/main" id="{044FBA0A-951B-F70E-C4B4-28B3A22A0371}"/>
                    </a:ext>
                  </a:extLst>
                </p14:cNvPr>
                <p14:cNvContentPartPr/>
                <p14:nvPr/>
              </p14:nvContentPartPr>
              <p14:xfrm>
                <a:off x="6926999" y="4878382"/>
                <a:ext cx="181080" cy="132480"/>
              </p14:xfrm>
            </p:contentPart>
          </mc:Choice>
          <mc:Fallback xmlns="">
            <p:pic>
              <p:nvPicPr>
                <p:cNvPr id="204" name="Ink 203">
                  <a:extLst>
                    <a:ext uri="{FF2B5EF4-FFF2-40B4-BE49-F238E27FC236}">
                      <a16:creationId xmlns:a16="http://schemas.microsoft.com/office/drawing/2014/main" id="{044FBA0A-951B-F70E-C4B4-28B3A22A0371}"/>
                    </a:ext>
                  </a:extLst>
                </p:cNvPr>
                <p:cNvPicPr/>
                <p:nvPr/>
              </p:nvPicPr>
              <p:blipFill>
                <a:blip r:embed="rId340"/>
                <a:stretch>
                  <a:fillRect/>
                </a:stretch>
              </p:blipFill>
              <p:spPr>
                <a:xfrm>
                  <a:off x="6920879" y="4872262"/>
                  <a:ext cx="19332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05" name="Ink 204">
                  <a:extLst>
                    <a:ext uri="{FF2B5EF4-FFF2-40B4-BE49-F238E27FC236}">
                      <a16:creationId xmlns:a16="http://schemas.microsoft.com/office/drawing/2014/main" id="{90D78628-22EA-037E-E0E8-E15F79B0C6D2}"/>
                    </a:ext>
                  </a:extLst>
                </p14:cNvPr>
                <p14:cNvContentPartPr/>
                <p14:nvPr/>
              </p14:nvContentPartPr>
              <p14:xfrm>
                <a:off x="7295279" y="4862542"/>
                <a:ext cx="344880" cy="130680"/>
              </p14:xfrm>
            </p:contentPart>
          </mc:Choice>
          <mc:Fallback xmlns="">
            <p:pic>
              <p:nvPicPr>
                <p:cNvPr id="205" name="Ink 204">
                  <a:extLst>
                    <a:ext uri="{FF2B5EF4-FFF2-40B4-BE49-F238E27FC236}">
                      <a16:creationId xmlns:a16="http://schemas.microsoft.com/office/drawing/2014/main" id="{90D78628-22EA-037E-E0E8-E15F79B0C6D2}"/>
                    </a:ext>
                  </a:extLst>
                </p:cNvPr>
                <p:cNvPicPr/>
                <p:nvPr/>
              </p:nvPicPr>
              <p:blipFill>
                <a:blip r:embed="rId342"/>
                <a:stretch>
                  <a:fillRect/>
                </a:stretch>
              </p:blipFill>
              <p:spPr>
                <a:xfrm>
                  <a:off x="7289159" y="4856422"/>
                  <a:ext cx="3571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06" name="Ink 205">
                  <a:extLst>
                    <a:ext uri="{FF2B5EF4-FFF2-40B4-BE49-F238E27FC236}">
                      <a16:creationId xmlns:a16="http://schemas.microsoft.com/office/drawing/2014/main" id="{9892DBF7-7268-9533-465E-B730F707F075}"/>
                    </a:ext>
                  </a:extLst>
                </p14:cNvPr>
                <p14:cNvContentPartPr/>
                <p14:nvPr/>
              </p14:nvContentPartPr>
              <p14:xfrm>
                <a:off x="7682279" y="4736182"/>
                <a:ext cx="142200" cy="208440"/>
              </p14:xfrm>
            </p:contentPart>
          </mc:Choice>
          <mc:Fallback xmlns="">
            <p:pic>
              <p:nvPicPr>
                <p:cNvPr id="206" name="Ink 205">
                  <a:extLst>
                    <a:ext uri="{FF2B5EF4-FFF2-40B4-BE49-F238E27FC236}">
                      <a16:creationId xmlns:a16="http://schemas.microsoft.com/office/drawing/2014/main" id="{9892DBF7-7268-9533-465E-B730F707F075}"/>
                    </a:ext>
                  </a:extLst>
                </p:cNvPr>
                <p:cNvPicPr/>
                <p:nvPr/>
              </p:nvPicPr>
              <p:blipFill>
                <a:blip r:embed="rId344"/>
                <a:stretch>
                  <a:fillRect/>
                </a:stretch>
              </p:blipFill>
              <p:spPr>
                <a:xfrm>
                  <a:off x="7676159" y="4730062"/>
                  <a:ext cx="15444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07" name="Ink 206">
                  <a:extLst>
                    <a:ext uri="{FF2B5EF4-FFF2-40B4-BE49-F238E27FC236}">
                      <a16:creationId xmlns:a16="http://schemas.microsoft.com/office/drawing/2014/main" id="{7D6F1054-BBD3-3B97-6CFD-29F4E7B237E6}"/>
                    </a:ext>
                  </a:extLst>
                </p14:cNvPr>
                <p14:cNvContentPartPr/>
                <p14:nvPr/>
              </p14:nvContentPartPr>
              <p14:xfrm>
                <a:off x="7833119" y="4835902"/>
                <a:ext cx="93960" cy="99000"/>
              </p14:xfrm>
            </p:contentPart>
          </mc:Choice>
          <mc:Fallback xmlns="">
            <p:pic>
              <p:nvPicPr>
                <p:cNvPr id="207" name="Ink 206">
                  <a:extLst>
                    <a:ext uri="{FF2B5EF4-FFF2-40B4-BE49-F238E27FC236}">
                      <a16:creationId xmlns:a16="http://schemas.microsoft.com/office/drawing/2014/main" id="{7D6F1054-BBD3-3B97-6CFD-29F4E7B237E6}"/>
                    </a:ext>
                  </a:extLst>
                </p:cNvPr>
                <p:cNvPicPr/>
                <p:nvPr/>
              </p:nvPicPr>
              <p:blipFill>
                <a:blip r:embed="rId346"/>
                <a:stretch>
                  <a:fillRect/>
                </a:stretch>
              </p:blipFill>
              <p:spPr>
                <a:xfrm>
                  <a:off x="7826999" y="4829782"/>
                  <a:ext cx="1062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08" name="Ink 207">
                  <a:extLst>
                    <a:ext uri="{FF2B5EF4-FFF2-40B4-BE49-F238E27FC236}">
                      <a16:creationId xmlns:a16="http://schemas.microsoft.com/office/drawing/2014/main" id="{CA8C57D0-0950-A7E0-1EC4-A4504EF4B84D}"/>
                    </a:ext>
                  </a:extLst>
                </p14:cNvPr>
                <p14:cNvContentPartPr/>
                <p14:nvPr/>
              </p14:nvContentPartPr>
              <p14:xfrm>
                <a:off x="7935359" y="4741942"/>
                <a:ext cx="58320" cy="179280"/>
              </p14:xfrm>
            </p:contentPart>
          </mc:Choice>
          <mc:Fallback xmlns="">
            <p:pic>
              <p:nvPicPr>
                <p:cNvPr id="208" name="Ink 207">
                  <a:extLst>
                    <a:ext uri="{FF2B5EF4-FFF2-40B4-BE49-F238E27FC236}">
                      <a16:creationId xmlns:a16="http://schemas.microsoft.com/office/drawing/2014/main" id="{CA8C57D0-0950-A7E0-1EC4-A4504EF4B84D}"/>
                    </a:ext>
                  </a:extLst>
                </p:cNvPr>
                <p:cNvPicPr/>
                <p:nvPr/>
              </p:nvPicPr>
              <p:blipFill>
                <a:blip r:embed="rId348"/>
                <a:stretch>
                  <a:fillRect/>
                </a:stretch>
              </p:blipFill>
              <p:spPr>
                <a:xfrm>
                  <a:off x="7929239" y="4735822"/>
                  <a:ext cx="7056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15" name="Ink 214">
                  <a:extLst>
                    <a:ext uri="{FF2B5EF4-FFF2-40B4-BE49-F238E27FC236}">
                      <a16:creationId xmlns:a16="http://schemas.microsoft.com/office/drawing/2014/main" id="{867934CE-D7FB-B27A-3A68-BBB604273BFC}"/>
                    </a:ext>
                  </a:extLst>
                </p14:cNvPr>
                <p14:cNvContentPartPr/>
                <p14:nvPr/>
              </p14:nvContentPartPr>
              <p14:xfrm>
                <a:off x="8201399" y="4723222"/>
                <a:ext cx="522720" cy="172800"/>
              </p14:xfrm>
            </p:contentPart>
          </mc:Choice>
          <mc:Fallback xmlns="">
            <p:pic>
              <p:nvPicPr>
                <p:cNvPr id="215" name="Ink 214">
                  <a:extLst>
                    <a:ext uri="{FF2B5EF4-FFF2-40B4-BE49-F238E27FC236}">
                      <a16:creationId xmlns:a16="http://schemas.microsoft.com/office/drawing/2014/main" id="{867934CE-D7FB-B27A-3A68-BBB604273BFC}"/>
                    </a:ext>
                  </a:extLst>
                </p:cNvPr>
                <p:cNvPicPr/>
                <p:nvPr/>
              </p:nvPicPr>
              <p:blipFill>
                <a:blip r:embed="rId350"/>
                <a:stretch>
                  <a:fillRect/>
                </a:stretch>
              </p:blipFill>
              <p:spPr>
                <a:xfrm>
                  <a:off x="8195279" y="4717102"/>
                  <a:ext cx="53496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16" name="Ink 215">
                  <a:extLst>
                    <a:ext uri="{FF2B5EF4-FFF2-40B4-BE49-F238E27FC236}">
                      <a16:creationId xmlns:a16="http://schemas.microsoft.com/office/drawing/2014/main" id="{46987005-9F7F-A851-D26F-CE5F69D95B81}"/>
                    </a:ext>
                  </a:extLst>
                </p14:cNvPr>
                <p14:cNvContentPartPr/>
                <p14:nvPr/>
              </p14:nvContentPartPr>
              <p14:xfrm>
                <a:off x="8786039" y="4651222"/>
                <a:ext cx="457560" cy="303840"/>
              </p14:xfrm>
            </p:contentPart>
          </mc:Choice>
          <mc:Fallback xmlns="">
            <p:pic>
              <p:nvPicPr>
                <p:cNvPr id="216" name="Ink 215">
                  <a:extLst>
                    <a:ext uri="{FF2B5EF4-FFF2-40B4-BE49-F238E27FC236}">
                      <a16:creationId xmlns:a16="http://schemas.microsoft.com/office/drawing/2014/main" id="{46987005-9F7F-A851-D26F-CE5F69D95B81}"/>
                    </a:ext>
                  </a:extLst>
                </p:cNvPr>
                <p:cNvPicPr/>
                <p:nvPr/>
              </p:nvPicPr>
              <p:blipFill>
                <a:blip r:embed="rId352"/>
                <a:stretch>
                  <a:fillRect/>
                </a:stretch>
              </p:blipFill>
              <p:spPr>
                <a:xfrm>
                  <a:off x="8779919" y="4645102"/>
                  <a:ext cx="46980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17" name="Ink 216">
                  <a:extLst>
                    <a:ext uri="{FF2B5EF4-FFF2-40B4-BE49-F238E27FC236}">
                      <a16:creationId xmlns:a16="http://schemas.microsoft.com/office/drawing/2014/main" id="{6C3ADED7-EA30-8481-AB00-2AAEE0AB416C}"/>
                    </a:ext>
                  </a:extLst>
                </p14:cNvPr>
                <p14:cNvContentPartPr/>
                <p14:nvPr/>
              </p14:nvContentPartPr>
              <p14:xfrm>
                <a:off x="9370319" y="4667062"/>
                <a:ext cx="320040" cy="248760"/>
              </p14:xfrm>
            </p:contentPart>
          </mc:Choice>
          <mc:Fallback xmlns="">
            <p:pic>
              <p:nvPicPr>
                <p:cNvPr id="217" name="Ink 216">
                  <a:extLst>
                    <a:ext uri="{FF2B5EF4-FFF2-40B4-BE49-F238E27FC236}">
                      <a16:creationId xmlns:a16="http://schemas.microsoft.com/office/drawing/2014/main" id="{6C3ADED7-EA30-8481-AB00-2AAEE0AB416C}"/>
                    </a:ext>
                  </a:extLst>
                </p:cNvPr>
                <p:cNvPicPr/>
                <p:nvPr/>
              </p:nvPicPr>
              <p:blipFill>
                <a:blip r:embed="rId354"/>
                <a:stretch>
                  <a:fillRect/>
                </a:stretch>
              </p:blipFill>
              <p:spPr>
                <a:xfrm>
                  <a:off x="9364199" y="4660942"/>
                  <a:ext cx="33228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18" name="Ink 217">
                  <a:extLst>
                    <a:ext uri="{FF2B5EF4-FFF2-40B4-BE49-F238E27FC236}">
                      <a16:creationId xmlns:a16="http://schemas.microsoft.com/office/drawing/2014/main" id="{12F46C45-2934-F9B5-8D9F-F0DE6892C092}"/>
                    </a:ext>
                  </a:extLst>
                </p14:cNvPr>
                <p14:cNvContentPartPr/>
                <p14:nvPr/>
              </p14:nvContentPartPr>
              <p14:xfrm>
                <a:off x="9744359" y="4686142"/>
                <a:ext cx="311760" cy="187560"/>
              </p14:xfrm>
            </p:contentPart>
          </mc:Choice>
          <mc:Fallback xmlns="">
            <p:pic>
              <p:nvPicPr>
                <p:cNvPr id="218" name="Ink 217">
                  <a:extLst>
                    <a:ext uri="{FF2B5EF4-FFF2-40B4-BE49-F238E27FC236}">
                      <a16:creationId xmlns:a16="http://schemas.microsoft.com/office/drawing/2014/main" id="{12F46C45-2934-F9B5-8D9F-F0DE6892C092}"/>
                    </a:ext>
                  </a:extLst>
                </p:cNvPr>
                <p:cNvPicPr/>
                <p:nvPr/>
              </p:nvPicPr>
              <p:blipFill>
                <a:blip r:embed="rId356"/>
                <a:stretch>
                  <a:fillRect/>
                </a:stretch>
              </p:blipFill>
              <p:spPr>
                <a:xfrm>
                  <a:off x="9738239" y="4680022"/>
                  <a:ext cx="3240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19" name="Ink 218">
                  <a:extLst>
                    <a:ext uri="{FF2B5EF4-FFF2-40B4-BE49-F238E27FC236}">
                      <a16:creationId xmlns:a16="http://schemas.microsoft.com/office/drawing/2014/main" id="{75D1CD5C-A49A-5290-9DAF-B67DD86194C7}"/>
                    </a:ext>
                  </a:extLst>
                </p14:cNvPr>
                <p14:cNvContentPartPr/>
                <p14:nvPr/>
              </p14:nvContentPartPr>
              <p14:xfrm>
                <a:off x="10095359" y="4722862"/>
                <a:ext cx="329400" cy="115200"/>
              </p14:xfrm>
            </p:contentPart>
          </mc:Choice>
          <mc:Fallback xmlns="">
            <p:pic>
              <p:nvPicPr>
                <p:cNvPr id="219" name="Ink 218">
                  <a:extLst>
                    <a:ext uri="{FF2B5EF4-FFF2-40B4-BE49-F238E27FC236}">
                      <a16:creationId xmlns:a16="http://schemas.microsoft.com/office/drawing/2014/main" id="{75D1CD5C-A49A-5290-9DAF-B67DD86194C7}"/>
                    </a:ext>
                  </a:extLst>
                </p:cNvPr>
                <p:cNvPicPr/>
                <p:nvPr/>
              </p:nvPicPr>
              <p:blipFill>
                <a:blip r:embed="rId358"/>
                <a:stretch>
                  <a:fillRect/>
                </a:stretch>
              </p:blipFill>
              <p:spPr>
                <a:xfrm>
                  <a:off x="10089239" y="4716742"/>
                  <a:ext cx="3416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20" name="Ink 219">
                  <a:extLst>
                    <a:ext uri="{FF2B5EF4-FFF2-40B4-BE49-F238E27FC236}">
                      <a16:creationId xmlns:a16="http://schemas.microsoft.com/office/drawing/2014/main" id="{903A60F8-19B6-5976-6A0F-32ABDF6DD9CD}"/>
                    </a:ext>
                  </a:extLst>
                </p14:cNvPr>
                <p14:cNvContentPartPr/>
                <p14:nvPr/>
              </p14:nvContentPartPr>
              <p14:xfrm>
                <a:off x="10258439" y="4590742"/>
                <a:ext cx="102960" cy="69840"/>
              </p14:xfrm>
            </p:contentPart>
          </mc:Choice>
          <mc:Fallback xmlns="">
            <p:pic>
              <p:nvPicPr>
                <p:cNvPr id="220" name="Ink 219">
                  <a:extLst>
                    <a:ext uri="{FF2B5EF4-FFF2-40B4-BE49-F238E27FC236}">
                      <a16:creationId xmlns:a16="http://schemas.microsoft.com/office/drawing/2014/main" id="{903A60F8-19B6-5976-6A0F-32ABDF6DD9CD}"/>
                    </a:ext>
                  </a:extLst>
                </p:cNvPr>
                <p:cNvPicPr/>
                <p:nvPr/>
              </p:nvPicPr>
              <p:blipFill>
                <a:blip r:embed="rId360"/>
                <a:stretch>
                  <a:fillRect/>
                </a:stretch>
              </p:blipFill>
              <p:spPr>
                <a:xfrm>
                  <a:off x="10252319" y="4584622"/>
                  <a:ext cx="11520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22" name="Ink 221">
                  <a:extLst>
                    <a:ext uri="{FF2B5EF4-FFF2-40B4-BE49-F238E27FC236}">
                      <a16:creationId xmlns:a16="http://schemas.microsoft.com/office/drawing/2014/main" id="{1917AD92-7DFE-6E8E-019A-67CE75990295}"/>
                    </a:ext>
                  </a:extLst>
                </p14:cNvPr>
                <p14:cNvContentPartPr/>
                <p14:nvPr/>
              </p14:nvContentPartPr>
              <p14:xfrm>
                <a:off x="10415399" y="4571662"/>
                <a:ext cx="618840" cy="208440"/>
              </p14:xfrm>
            </p:contentPart>
          </mc:Choice>
          <mc:Fallback xmlns="">
            <p:pic>
              <p:nvPicPr>
                <p:cNvPr id="222" name="Ink 221">
                  <a:extLst>
                    <a:ext uri="{FF2B5EF4-FFF2-40B4-BE49-F238E27FC236}">
                      <a16:creationId xmlns:a16="http://schemas.microsoft.com/office/drawing/2014/main" id="{1917AD92-7DFE-6E8E-019A-67CE75990295}"/>
                    </a:ext>
                  </a:extLst>
                </p:cNvPr>
                <p:cNvPicPr/>
                <p:nvPr/>
              </p:nvPicPr>
              <p:blipFill>
                <a:blip r:embed="rId362"/>
                <a:stretch>
                  <a:fillRect/>
                </a:stretch>
              </p:blipFill>
              <p:spPr>
                <a:xfrm>
                  <a:off x="10409279" y="4565542"/>
                  <a:ext cx="63108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24" name="Ink 223">
                  <a:extLst>
                    <a:ext uri="{FF2B5EF4-FFF2-40B4-BE49-F238E27FC236}">
                      <a16:creationId xmlns:a16="http://schemas.microsoft.com/office/drawing/2014/main" id="{BC63E7C6-38A5-965E-D218-A57096886D12}"/>
                    </a:ext>
                  </a:extLst>
                </p14:cNvPr>
                <p14:cNvContentPartPr/>
                <p14:nvPr/>
              </p14:nvContentPartPr>
              <p14:xfrm>
                <a:off x="11312159" y="4553302"/>
                <a:ext cx="91800" cy="249840"/>
              </p14:xfrm>
            </p:contentPart>
          </mc:Choice>
          <mc:Fallback xmlns="">
            <p:pic>
              <p:nvPicPr>
                <p:cNvPr id="224" name="Ink 223">
                  <a:extLst>
                    <a:ext uri="{FF2B5EF4-FFF2-40B4-BE49-F238E27FC236}">
                      <a16:creationId xmlns:a16="http://schemas.microsoft.com/office/drawing/2014/main" id="{BC63E7C6-38A5-965E-D218-A57096886D12}"/>
                    </a:ext>
                  </a:extLst>
                </p:cNvPr>
                <p:cNvPicPr/>
                <p:nvPr/>
              </p:nvPicPr>
              <p:blipFill>
                <a:blip r:embed="rId364"/>
                <a:stretch>
                  <a:fillRect/>
                </a:stretch>
              </p:blipFill>
              <p:spPr>
                <a:xfrm>
                  <a:off x="11306039" y="4547182"/>
                  <a:ext cx="10404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25" name="Ink 224">
                  <a:extLst>
                    <a:ext uri="{FF2B5EF4-FFF2-40B4-BE49-F238E27FC236}">
                      <a16:creationId xmlns:a16="http://schemas.microsoft.com/office/drawing/2014/main" id="{BDCA5187-4568-AE83-9872-93D17C614364}"/>
                    </a:ext>
                  </a:extLst>
                </p14:cNvPr>
                <p14:cNvContentPartPr/>
                <p14:nvPr/>
              </p14:nvContentPartPr>
              <p14:xfrm>
                <a:off x="11245919" y="4665982"/>
                <a:ext cx="320400" cy="105480"/>
              </p14:xfrm>
            </p:contentPart>
          </mc:Choice>
          <mc:Fallback xmlns="">
            <p:pic>
              <p:nvPicPr>
                <p:cNvPr id="225" name="Ink 224">
                  <a:extLst>
                    <a:ext uri="{FF2B5EF4-FFF2-40B4-BE49-F238E27FC236}">
                      <a16:creationId xmlns:a16="http://schemas.microsoft.com/office/drawing/2014/main" id="{BDCA5187-4568-AE83-9872-93D17C614364}"/>
                    </a:ext>
                  </a:extLst>
                </p:cNvPr>
                <p:cNvPicPr/>
                <p:nvPr/>
              </p:nvPicPr>
              <p:blipFill>
                <a:blip r:embed="rId366"/>
                <a:stretch>
                  <a:fillRect/>
                </a:stretch>
              </p:blipFill>
              <p:spPr>
                <a:xfrm>
                  <a:off x="11239799" y="4659862"/>
                  <a:ext cx="3326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26" name="Ink 225">
                  <a:extLst>
                    <a:ext uri="{FF2B5EF4-FFF2-40B4-BE49-F238E27FC236}">
                      <a16:creationId xmlns:a16="http://schemas.microsoft.com/office/drawing/2014/main" id="{6DE13A29-0FC7-0023-7BFA-70A799645670}"/>
                    </a:ext>
                  </a:extLst>
                </p14:cNvPr>
                <p14:cNvContentPartPr/>
                <p14:nvPr/>
              </p14:nvContentPartPr>
              <p14:xfrm>
                <a:off x="11594399" y="4548622"/>
                <a:ext cx="177480" cy="231120"/>
              </p14:xfrm>
            </p:contentPart>
          </mc:Choice>
          <mc:Fallback xmlns="">
            <p:pic>
              <p:nvPicPr>
                <p:cNvPr id="226" name="Ink 225">
                  <a:extLst>
                    <a:ext uri="{FF2B5EF4-FFF2-40B4-BE49-F238E27FC236}">
                      <a16:creationId xmlns:a16="http://schemas.microsoft.com/office/drawing/2014/main" id="{6DE13A29-0FC7-0023-7BFA-70A799645670}"/>
                    </a:ext>
                  </a:extLst>
                </p:cNvPr>
                <p:cNvPicPr/>
                <p:nvPr/>
              </p:nvPicPr>
              <p:blipFill>
                <a:blip r:embed="rId368"/>
                <a:stretch>
                  <a:fillRect/>
                </a:stretch>
              </p:blipFill>
              <p:spPr>
                <a:xfrm>
                  <a:off x="11588279" y="4542502"/>
                  <a:ext cx="18972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27" name="Ink 226">
                  <a:extLst>
                    <a:ext uri="{FF2B5EF4-FFF2-40B4-BE49-F238E27FC236}">
                      <a16:creationId xmlns:a16="http://schemas.microsoft.com/office/drawing/2014/main" id="{594E6AA1-06A1-48B4-4858-DC1A159DF500}"/>
                    </a:ext>
                  </a:extLst>
                </p14:cNvPr>
                <p14:cNvContentPartPr/>
                <p14:nvPr/>
              </p14:nvContentPartPr>
              <p14:xfrm>
                <a:off x="11780519" y="4570582"/>
                <a:ext cx="178200" cy="196200"/>
              </p14:xfrm>
            </p:contentPart>
          </mc:Choice>
          <mc:Fallback xmlns="">
            <p:pic>
              <p:nvPicPr>
                <p:cNvPr id="227" name="Ink 226">
                  <a:extLst>
                    <a:ext uri="{FF2B5EF4-FFF2-40B4-BE49-F238E27FC236}">
                      <a16:creationId xmlns:a16="http://schemas.microsoft.com/office/drawing/2014/main" id="{594E6AA1-06A1-48B4-4858-DC1A159DF500}"/>
                    </a:ext>
                  </a:extLst>
                </p:cNvPr>
                <p:cNvPicPr/>
                <p:nvPr/>
              </p:nvPicPr>
              <p:blipFill>
                <a:blip r:embed="rId370"/>
                <a:stretch>
                  <a:fillRect/>
                </a:stretch>
              </p:blipFill>
              <p:spPr>
                <a:xfrm>
                  <a:off x="11774399" y="4564462"/>
                  <a:ext cx="19044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28" name="Ink 227">
                  <a:extLst>
                    <a:ext uri="{FF2B5EF4-FFF2-40B4-BE49-F238E27FC236}">
                      <a16:creationId xmlns:a16="http://schemas.microsoft.com/office/drawing/2014/main" id="{0812C912-3655-45F4-FD6C-80E3A38B1B7C}"/>
                    </a:ext>
                  </a:extLst>
                </p14:cNvPr>
                <p14:cNvContentPartPr/>
                <p14:nvPr/>
              </p14:nvContentPartPr>
              <p14:xfrm>
                <a:off x="11416919" y="4845622"/>
                <a:ext cx="612000" cy="101160"/>
              </p14:xfrm>
            </p:contentPart>
          </mc:Choice>
          <mc:Fallback xmlns="">
            <p:pic>
              <p:nvPicPr>
                <p:cNvPr id="228" name="Ink 227">
                  <a:extLst>
                    <a:ext uri="{FF2B5EF4-FFF2-40B4-BE49-F238E27FC236}">
                      <a16:creationId xmlns:a16="http://schemas.microsoft.com/office/drawing/2014/main" id="{0812C912-3655-45F4-FD6C-80E3A38B1B7C}"/>
                    </a:ext>
                  </a:extLst>
                </p:cNvPr>
                <p:cNvPicPr/>
                <p:nvPr/>
              </p:nvPicPr>
              <p:blipFill>
                <a:blip r:embed="rId372"/>
                <a:stretch>
                  <a:fillRect/>
                </a:stretch>
              </p:blipFill>
              <p:spPr>
                <a:xfrm>
                  <a:off x="11410799" y="4839502"/>
                  <a:ext cx="624240" cy="113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73">
            <p14:nvContentPartPr>
              <p14:cNvPr id="236" name="Ink 235">
                <a:extLst>
                  <a:ext uri="{FF2B5EF4-FFF2-40B4-BE49-F238E27FC236}">
                    <a16:creationId xmlns:a16="http://schemas.microsoft.com/office/drawing/2014/main" id="{8E93A5F1-6855-59C8-C66E-756741BDE509}"/>
                  </a:ext>
                </a:extLst>
              </p14:cNvPr>
              <p14:cNvContentPartPr/>
              <p14:nvPr/>
            </p14:nvContentPartPr>
            <p14:xfrm>
              <a:off x="4478279" y="5568502"/>
              <a:ext cx="10080" cy="10440"/>
            </p14:xfrm>
          </p:contentPart>
        </mc:Choice>
        <mc:Fallback xmlns="">
          <p:pic>
            <p:nvPicPr>
              <p:cNvPr id="236" name="Ink 235">
                <a:extLst>
                  <a:ext uri="{FF2B5EF4-FFF2-40B4-BE49-F238E27FC236}">
                    <a16:creationId xmlns:a16="http://schemas.microsoft.com/office/drawing/2014/main" id="{8E93A5F1-6855-59C8-C66E-756741BDE509}"/>
                  </a:ext>
                </a:extLst>
              </p:cNvPr>
              <p:cNvPicPr/>
              <p:nvPr/>
            </p:nvPicPr>
            <p:blipFill>
              <a:blip r:embed="rId374"/>
              <a:stretch>
                <a:fillRect/>
              </a:stretch>
            </p:blipFill>
            <p:spPr>
              <a:xfrm>
                <a:off x="4472159" y="5562382"/>
                <a:ext cx="22320" cy="22680"/>
              </a:xfrm>
              <a:prstGeom prst="rect">
                <a:avLst/>
              </a:prstGeom>
            </p:spPr>
          </p:pic>
        </mc:Fallback>
      </mc:AlternateContent>
      <p:grpSp>
        <p:nvGrpSpPr>
          <p:cNvPr id="247" name="Group 246">
            <a:extLst>
              <a:ext uri="{FF2B5EF4-FFF2-40B4-BE49-F238E27FC236}">
                <a16:creationId xmlns:a16="http://schemas.microsoft.com/office/drawing/2014/main" id="{E6F4BBAB-8F47-1973-9A0F-5AF23AC4A236}"/>
              </a:ext>
            </a:extLst>
          </p:cNvPr>
          <p:cNvGrpSpPr/>
          <p:nvPr/>
        </p:nvGrpSpPr>
        <p:grpSpPr>
          <a:xfrm>
            <a:off x="3940439" y="5382022"/>
            <a:ext cx="2769480" cy="326520"/>
            <a:chOff x="3940439" y="5382022"/>
            <a:chExt cx="2769480" cy="326520"/>
          </a:xfrm>
        </p:grpSpPr>
        <mc:AlternateContent xmlns:mc="http://schemas.openxmlformats.org/markup-compatibility/2006" xmlns:p14="http://schemas.microsoft.com/office/powerpoint/2010/main">
          <mc:Choice Requires="p14">
            <p:contentPart p14:bwMode="auto" r:id="rId375">
              <p14:nvContentPartPr>
                <p14:cNvPr id="230" name="Ink 229">
                  <a:extLst>
                    <a:ext uri="{FF2B5EF4-FFF2-40B4-BE49-F238E27FC236}">
                      <a16:creationId xmlns:a16="http://schemas.microsoft.com/office/drawing/2014/main" id="{352CEEE5-63DF-7050-1225-DB7C9A3BF5E5}"/>
                    </a:ext>
                  </a:extLst>
                </p14:cNvPr>
                <p14:cNvContentPartPr/>
                <p14:nvPr/>
              </p14:nvContentPartPr>
              <p14:xfrm>
                <a:off x="4070039" y="5500822"/>
                <a:ext cx="142200" cy="191160"/>
              </p14:xfrm>
            </p:contentPart>
          </mc:Choice>
          <mc:Fallback xmlns="">
            <p:pic>
              <p:nvPicPr>
                <p:cNvPr id="230" name="Ink 229">
                  <a:extLst>
                    <a:ext uri="{FF2B5EF4-FFF2-40B4-BE49-F238E27FC236}">
                      <a16:creationId xmlns:a16="http://schemas.microsoft.com/office/drawing/2014/main" id="{352CEEE5-63DF-7050-1225-DB7C9A3BF5E5}"/>
                    </a:ext>
                  </a:extLst>
                </p:cNvPr>
                <p:cNvPicPr/>
                <p:nvPr/>
              </p:nvPicPr>
              <p:blipFill>
                <a:blip r:embed="rId376"/>
                <a:stretch>
                  <a:fillRect/>
                </a:stretch>
              </p:blipFill>
              <p:spPr>
                <a:xfrm>
                  <a:off x="4063919" y="5494702"/>
                  <a:ext cx="1544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31" name="Ink 230">
                  <a:extLst>
                    <a:ext uri="{FF2B5EF4-FFF2-40B4-BE49-F238E27FC236}">
                      <a16:creationId xmlns:a16="http://schemas.microsoft.com/office/drawing/2014/main" id="{78DBAEA0-FB23-BE33-7EC3-D70B575D8DD5}"/>
                    </a:ext>
                  </a:extLst>
                </p14:cNvPr>
                <p14:cNvContentPartPr/>
                <p14:nvPr/>
              </p14:nvContentPartPr>
              <p14:xfrm>
                <a:off x="3989759" y="5519902"/>
                <a:ext cx="257760" cy="143280"/>
              </p14:xfrm>
            </p:contentPart>
          </mc:Choice>
          <mc:Fallback xmlns="">
            <p:pic>
              <p:nvPicPr>
                <p:cNvPr id="231" name="Ink 230">
                  <a:extLst>
                    <a:ext uri="{FF2B5EF4-FFF2-40B4-BE49-F238E27FC236}">
                      <a16:creationId xmlns:a16="http://schemas.microsoft.com/office/drawing/2014/main" id="{78DBAEA0-FB23-BE33-7EC3-D70B575D8DD5}"/>
                    </a:ext>
                  </a:extLst>
                </p:cNvPr>
                <p:cNvPicPr/>
                <p:nvPr/>
              </p:nvPicPr>
              <p:blipFill>
                <a:blip r:embed="rId378"/>
                <a:stretch>
                  <a:fillRect/>
                </a:stretch>
              </p:blipFill>
              <p:spPr>
                <a:xfrm>
                  <a:off x="3983639" y="5513782"/>
                  <a:ext cx="2700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32" name="Ink 231">
                  <a:extLst>
                    <a:ext uri="{FF2B5EF4-FFF2-40B4-BE49-F238E27FC236}">
                      <a16:creationId xmlns:a16="http://schemas.microsoft.com/office/drawing/2014/main" id="{D56EF60B-1448-C6EA-BFC4-38AA2101E6E1}"/>
                    </a:ext>
                  </a:extLst>
                </p14:cNvPr>
                <p14:cNvContentPartPr/>
                <p14:nvPr/>
              </p14:nvContentPartPr>
              <p14:xfrm>
                <a:off x="3940439" y="5558782"/>
                <a:ext cx="289440" cy="79560"/>
              </p14:xfrm>
            </p:contentPart>
          </mc:Choice>
          <mc:Fallback xmlns="">
            <p:pic>
              <p:nvPicPr>
                <p:cNvPr id="232" name="Ink 231">
                  <a:extLst>
                    <a:ext uri="{FF2B5EF4-FFF2-40B4-BE49-F238E27FC236}">
                      <a16:creationId xmlns:a16="http://schemas.microsoft.com/office/drawing/2014/main" id="{D56EF60B-1448-C6EA-BFC4-38AA2101E6E1}"/>
                    </a:ext>
                  </a:extLst>
                </p:cNvPr>
                <p:cNvPicPr/>
                <p:nvPr/>
              </p:nvPicPr>
              <p:blipFill>
                <a:blip r:embed="rId380"/>
                <a:stretch>
                  <a:fillRect/>
                </a:stretch>
              </p:blipFill>
              <p:spPr>
                <a:xfrm>
                  <a:off x="3934319" y="5552662"/>
                  <a:ext cx="3016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33" name="Ink 232">
                  <a:extLst>
                    <a:ext uri="{FF2B5EF4-FFF2-40B4-BE49-F238E27FC236}">
                      <a16:creationId xmlns:a16="http://schemas.microsoft.com/office/drawing/2014/main" id="{35381454-422E-3364-BA17-519435B3CF52}"/>
                    </a:ext>
                  </a:extLst>
                </p14:cNvPr>
                <p14:cNvContentPartPr/>
                <p14:nvPr/>
              </p14:nvContentPartPr>
              <p14:xfrm>
                <a:off x="4064279" y="5494702"/>
                <a:ext cx="100080" cy="213840"/>
              </p14:xfrm>
            </p:contentPart>
          </mc:Choice>
          <mc:Fallback xmlns="">
            <p:pic>
              <p:nvPicPr>
                <p:cNvPr id="233" name="Ink 232">
                  <a:extLst>
                    <a:ext uri="{FF2B5EF4-FFF2-40B4-BE49-F238E27FC236}">
                      <a16:creationId xmlns:a16="http://schemas.microsoft.com/office/drawing/2014/main" id="{35381454-422E-3364-BA17-519435B3CF52}"/>
                    </a:ext>
                  </a:extLst>
                </p:cNvPr>
                <p:cNvPicPr/>
                <p:nvPr/>
              </p:nvPicPr>
              <p:blipFill>
                <a:blip r:embed="rId382"/>
                <a:stretch>
                  <a:fillRect/>
                </a:stretch>
              </p:blipFill>
              <p:spPr>
                <a:xfrm>
                  <a:off x="4058159" y="5488582"/>
                  <a:ext cx="1123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37" name="Ink 236">
                  <a:extLst>
                    <a:ext uri="{FF2B5EF4-FFF2-40B4-BE49-F238E27FC236}">
                      <a16:creationId xmlns:a16="http://schemas.microsoft.com/office/drawing/2014/main" id="{F51AF629-276F-0A1A-24F0-489BCCA8C015}"/>
                    </a:ext>
                  </a:extLst>
                </p14:cNvPr>
                <p14:cNvContentPartPr/>
                <p14:nvPr/>
              </p14:nvContentPartPr>
              <p14:xfrm>
                <a:off x="4414559" y="5538262"/>
                <a:ext cx="259920" cy="168480"/>
              </p14:xfrm>
            </p:contentPart>
          </mc:Choice>
          <mc:Fallback xmlns="">
            <p:pic>
              <p:nvPicPr>
                <p:cNvPr id="237" name="Ink 236">
                  <a:extLst>
                    <a:ext uri="{FF2B5EF4-FFF2-40B4-BE49-F238E27FC236}">
                      <a16:creationId xmlns:a16="http://schemas.microsoft.com/office/drawing/2014/main" id="{F51AF629-276F-0A1A-24F0-489BCCA8C015}"/>
                    </a:ext>
                  </a:extLst>
                </p:cNvPr>
                <p:cNvPicPr/>
                <p:nvPr/>
              </p:nvPicPr>
              <p:blipFill>
                <a:blip r:embed="rId384"/>
                <a:stretch>
                  <a:fillRect/>
                </a:stretch>
              </p:blipFill>
              <p:spPr>
                <a:xfrm>
                  <a:off x="4408439" y="5532142"/>
                  <a:ext cx="27216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38" name="Ink 237">
                  <a:extLst>
                    <a:ext uri="{FF2B5EF4-FFF2-40B4-BE49-F238E27FC236}">
                      <a16:creationId xmlns:a16="http://schemas.microsoft.com/office/drawing/2014/main" id="{42E33FA5-B150-47EB-77ED-AFAA60559E8E}"/>
                    </a:ext>
                  </a:extLst>
                </p14:cNvPr>
                <p14:cNvContentPartPr/>
                <p14:nvPr/>
              </p14:nvContentPartPr>
              <p14:xfrm>
                <a:off x="4674119" y="5536462"/>
                <a:ext cx="221040" cy="131760"/>
              </p14:xfrm>
            </p:contentPart>
          </mc:Choice>
          <mc:Fallback xmlns="">
            <p:pic>
              <p:nvPicPr>
                <p:cNvPr id="238" name="Ink 237">
                  <a:extLst>
                    <a:ext uri="{FF2B5EF4-FFF2-40B4-BE49-F238E27FC236}">
                      <a16:creationId xmlns:a16="http://schemas.microsoft.com/office/drawing/2014/main" id="{42E33FA5-B150-47EB-77ED-AFAA60559E8E}"/>
                    </a:ext>
                  </a:extLst>
                </p:cNvPr>
                <p:cNvPicPr/>
                <p:nvPr/>
              </p:nvPicPr>
              <p:blipFill>
                <a:blip r:embed="rId386"/>
                <a:stretch>
                  <a:fillRect/>
                </a:stretch>
              </p:blipFill>
              <p:spPr>
                <a:xfrm>
                  <a:off x="4667999" y="5530342"/>
                  <a:ext cx="23328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39" name="Ink 238">
                  <a:extLst>
                    <a:ext uri="{FF2B5EF4-FFF2-40B4-BE49-F238E27FC236}">
                      <a16:creationId xmlns:a16="http://schemas.microsoft.com/office/drawing/2014/main" id="{50DFECE9-EAAF-9956-6DCA-EFFB30FEBEE2}"/>
                    </a:ext>
                  </a:extLst>
                </p14:cNvPr>
                <p14:cNvContentPartPr/>
                <p14:nvPr/>
              </p14:nvContentPartPr>
              <p14:xfrm>
                <a:off x="4782839" y="5426662"/>
                <a:ext cx="9360" cy="26640"/>
              </p14:xfrm>
            </p:contentPart>
          </mc:Choice>
          <mc:Fallback xmlns="">
            <p:pic>
              <p:nvPicPr>
                <p:cNvPr id="239" name="Ink 238">
                  <a:extLst>
                    <a:ext uri="{FF2B5EF4-FFF2-40B4-BE49-F238E27FC236}">
                      <a16:creationId xmlns:a16="http://schemas.microsoft.com/office/drawing/2014/main" id="{50DFECE9-EAAF-9956-6DCA-EFFB30FEBEE2}"/>
                    </a:ext>
                  </a:extLst>
                </p:cNvPr>
                <p:cNvPicPr/>
                <p:nvPr/>
              </p:nvPicPr>
              <p:blipFill>
                <a:blip r:embed="rId388"/>
                <a:stretch>
                  <a:fillRect/>
                </a:stretch>
              </p:blipFill>
              <p:spPr>
                <a:xfrm>
                  <a:off x="4776719" y="5420542"/>
                  <a:ext cx="216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40" name="Ink 239">
                  <a:extLst>
                    <a:ext uri="{FF2B5EF4-FFF2-40B4-BE49-F238E27FC236}">
                      <a16:creationId xmlns:a16="http://schemas.microsoft.com/office/drawing/2014/main" id="{1BDA8335-8EC5-4FEF-3008-F0CEC342D195}"/>
                    </a:ext>
                  </a:extLst>
                </p14:cNvPr>
                <p14:cNvContentPartPr/>
                <p14:nvPr/>
              </p14:nvContentPartPr>
              <p14:xfrm>
                <a:off x="4937279" y="5439982"/>
                <a:ext cx="484200" cy="255240"/>
              </p14:xfrm>
            </p:contentPart>
          </mc:Choice>
          <mc:Fallback xmlns="">
            <p:pic>
              <p:nvPicPr>
                <p:cNvPr id="240" name="Ink 239">
                  <a:extLst>
                    <a:ext uri="{FF2B5EF4-FFF2-40B4-BE49-F238E27FC236}">
                      <a16:creationId xmlns:a16="http://schemas.microsoft.com/office/drawing/2014/main" id="{1BDA8335-8EC5-4FEF-3008-F0CEC342D195}"/>
                    </a:ext>
                  </a:extLst>
                </p:cNvPr>
                <p:cNvPicPr/>
                <p:nvPr/>
              </p:nvPicPr>
              <p:blipFill>
                <a:blip r:embed="rId390"/>
                <a:stretch>
                  <a:fillRect/>
                </a:stretch>
              </p:blipFill>
              <p:spPr>
                <a:xfrm>
                  <a:off x="4931159" y="5433862"/>
                  <a:ext cx="49644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41" name="Ink 240">
                  <a:extLst>
                    <a:ext uri="{FF2B5EF4-FFF2-40B4-BE49-F238E27FC236}">
                      <a16:creationId xmlns:a16="http://schemas.microsoft.com/office/drawing/2014/main" id="{D97EE2D0-8B92-6B65-A185-C89A0FCD5C24}"/>
                    </a:ext>
                  </a:extLst>
                </p14:cNvPr>
                <p14:cNvContentPartPr/>
                <p14:nvPr/>
              </p14:nvContentPartPr>
              <p14:xfrm>
                <a:off x="5506799" y="5419102"/>
                <a:ext cx="152640" cy="237600"/>
              </p14:xfrm>
            </p:contentPart>
          </mc:Choice>
          <mc:Fallback xmlns="">
            <p:pic>
              <p:nvPicPr>
                <p:cNvPr id="241" name="Ink 240">
                  <a:extLst>
                    <a:ext uri="{FF2B5EF4-FFF2-40B4-BE49-F238E27FC236}">
                      <a16:creationId xmlns:a16="http://schemas.microsoft.com/office/drawing/2014/main" id="{D97EE2D0-8B92-6B65-A185-C89A0FCD5C24}"/>
                    </a:ext>
                  </a:extLst>
                </p:cNvPr>
                <p:cNvPicPr/>
                <p:nvPr/>
              </p:nvPicPr>
              <p:blipFill>
                <a:blip r:embed="rId392"/>
                <a:stretch>
                  <a:fillRect/>
                </a:stretch>
              </p:blipFill>
              <p:spPr>
                <a:xfrm>
                  <a:off x="5500679" y="5412982"/>
                  <a:ext cx="16488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42" name="Ink 241">
                  <a:extLst>
                    <a:ext uri="{FF2B5EF4-FFF2-40B4-BE49-F238E27FC236}">
                      <a16:creationId xmlns:a16="http://schemas.microsoft.com/office/drawing/2014/main" id="{179BA714-ACDB-A3E1-90AE-39F9B3211BBB}"/>
                    </a:ext>
                  </a:extLst>
                </p14:cNvPr>
                <p14:cNvContentPartPr/>
                <p14:nvPr/>
              </p14:nvContentPartPr>
              <p14:xfrm>
                <a:off x="5713079" y="5540062"/>
                <a:ext cx="33480" cy="45000"/>
              </p14:xfrm>
            </p:contentPart>
          </mc:Choice>
          <mc:Fallback xmlns="">
            <p:pic>
              <p:nvPicPr>
                <p:cNvPr id="242" name="Ink 241">
                  <a:extLst>
                    <a:ext uri="{FF2B5EF4-FFF2-40B4-BE49-F238E27FC236}">
                      <a16:creationId xmlns:a16="http://schemas.microsoft.com/office/drawing/2014/main" id="{179BA714-ACDB-A3E1-90AE-39F9B3211BBB}"/>
                    </a:ext>
                  </a:extLst>
                </p:cNvPr>
                <p:cNvPicPr/>
                <p:nvPr/>
              </p:nvPicPr>
              <p:blipFill>
                <a:blip r:embed="rId394"/>
                <a:stretch>
                  <a:fillRect/>
                </a:stretch>
              </p:blipFill>
              <p:spPr>
                <a:xfrm>
                  <a:off x="5706959" y="5533942"/>
                  <a:ext cx="4572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43" name="Ink 242">
                  <a:extLst>
                    <a:ext uri="{FF2B5EF4-FFF2-40B4-BE49-F238E27FC236}">
                      <a16:creationId xmlns:a16="http://schemas.microsoft.com/office/drawing/2014/main" id="{BE1F33C6-77D3-657A-BA5D-16EE6E63A7A4}"/>
                    </a:ext>
                  </a:extLst>
                </p14:cNvPr>
                <p14:cNvContentPartPr/>
                <p14:nvPr/>
              </p14:nvContentPartPr>
              <p14:xfrm>
                <a:off x="5885159" y="5382022"/>
                <a:ext cx="142560" cy="223920"/>
              </p14:xfrm>
            </p:contentPart>
          </mc:Choice>
          <mc:Fallback xmlns="">
            <p:pic>
              <p:nvPicPr>
                <p:cNvPr id="243" name="Ink 242">
                  <a:extLst>
                    <a:ext uri="{FF2B5EF4-FFF2-40B4-BE49-F238E27FC236}">
                      <a16:creationId xmlns:a16="http://schemas.microsoft.com/office/drawing/2014/main" id="{BE1F33C6-77D3-657A-BA5D-16EE6E63A7A4}"/>
                    </a:ext>
                  </a:extLst>
                </p:cNvPr>
                <p:cNvPicPr/>
                <p:nvPr/>
              </p:nvPicPr>
              <p:blipFill>
                <a:blip r:embed="rId396"/>
                <a:stretch>
                  <a:fillRect/>
                </a:stretch>
              </p:blipFill>
              <p:spPr>
                <a:xfrm>
                  <a:off x="5879039" y="5375902"/>
                  <a:ext cx="1548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44" name="Ink 243">
                  <a:extLst>
                    <a:ext uri="{FF2B5EF4-FFF2-40B4-BE49-F238E27FC236}">
                      <a16:creationId xmlns:a16="http://schemas.microsoft.com/office/drawing/2014/main" id="{27CB3DE8-E03E-4392-FD31-76E85B262791}"/>
                    </a:ext>
                  </a:extLst>
                </p14:cNvPr>
                <p14:cNvContentPartPr/>
                <p14:nvPr/>
              </p14:nvContentPartPr>
              <p14:xfrm>
                <a:off x="6061199" y="5407942"/>
                <a:ext cx="96120" cy="144360"/>
              </p14:xfrm>
            </p:contentPart>
          </mc:Choice>
          <mc:Fallback xmlns="">
            <p:pic>
              <p:nvPicPr>
                <p:cNvPr id="244" name="Ink 243">
                  <a:extLst>
                    <a:ext uri="{FF2B5EF4-FFF2-40B4-BE49-F238E27FC236}">
                      <a16:creationId xmlns:a16="http://schemas.microsoft.com/office/drawing/2014/main" id="{27CB3DE8-E03E-4392-FD31-76E85B262791}"/>
                    </a:ext>
                  </a:extLst>
                </p:cNvPr>
                <p:cNvPicPr/>
                <p:nvPr/>
              </p:nvPicPr>
              <p:blipFill>
                <a:blip r:embed="rId398"/>
                <a:stretch>
                  <a:fillRect/>
                </a:stretch>
              </p:blipFill>
              <p:spPr>
                <a:xfrm>
                  <a:off x="6055079" y="5401822"/>
                  <a:ext cx="1083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45" name="Ink 244">
                  <a:extLst>
                    <a:ext uri="{FF2B5EF4-FFF2-40B4-BE49-F238E27FC236}">
                      <a16:creationId xmlns:a16="http://schemas.microsoft.com/office/drawing/2014/main" id="{C79BD4A5-1668-2AB5-E6BE-96917DD4E568}"/>
                    </a:ext>
                  </a:extLst>
                </p14:cNvPr>
                <p14:cNvContentPartPr/>
                <p14:nvPr/>
              </p14:nvContentPartPr>
              <p14:xfrm>
                <a:off x="6199079" y="5413342"/>
                <a:ext cx="317160" cy="139320"/>
              </p14:xfrm>
            </p:contentPart>
          </mc:Choice>
          <mc:Fallback xmlns="">
            <p:pic>
              <p:nvPicPr>
                <p:cNvPr id="245" name="Ink 244">
                  <a:extLst>
                    <a:ext uri="{FF2B5EF4-FFF2-40B4-BE49-F238E27FC236}">
                      <a16:creationId xmlns:a16="http://schemas.microsoft.com/office/drawing/2014/main" id="{C79BD4A5-1668-2AB5-E6BE-96917DD4E568}"/>
                    </a:ext>
                  </a:extLst>
                </p:cNvPr>
                <p:cNvPicPr/>
                <p:nvPr/>
              </p:nvPicPr>
              <p:blipFill>
                <a:blip r:embed="rId400"/>
                <a:stretch>
                  <a:fillRect/>
                </a:stretch>
              </p:blipFill>
              <p:spPr>
                <a:xfrm>
                  <a:off x="6192959" y="5407222"/>
                  <a:ext cx="32940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46" name="Ink 245">
                  <a:extLst>
                    <a:ext uri="{FF2B5EF4-FFF2-40B4-BE49-F238E27FC236}">
                      <a16:creationId xmlns:a16="http://schemas.microsoft.com/office/drawing/2014/main" id="{3D810516-84BA-FF2B-9D98-FBD9C5F1ED0C}"/>
                    </a:ext>
                  </a:extLst>
                </p14:cNvPr>
                <p14:cNvContentPartPr/>
                <p14:nvPr/>
              </p14:nvContentPartPr>
              <p14:xfrm>
                <a:off x="6467639" y="5439262"/>
                <a:ext cx="242280" cy="126720"/>
              </p14:xfrm>
            </p:contentPart>
          </mc:Choice>
          <mc:Fallback xmlns="">
            <p:pic>
              <p:nvPicPr>
                <p:cNvPr id="246" name="Ink 245">
                  <a:extLst>
                    <a:ext uri="{FF2B5EF4-FFF2-40B4-BE49-F238E27FC236}">
                      <a16:creationId xmlns:a16="http://schemas.microsoft.com/office/drawing/2014/main" id="{3D810516-84BA-FF2B-9D98-FBD9C5F1ED0C}"/>
                    </a:ext>
                  </a:extLst>
                </p:cNvPr>
                <p:cNvPicPr/>
                <p:nvPr/>
              </p:nvPicPr>
              <p:blipFill>
                <a:blip r:embed="rId402"/>
                <a:stretch>
                  <a:fillRect/>
                </a:stretch>
              </p:blipFill>
              <p:spPr>
                <a:xfrm>
                  <a:off x="6461519" y="5433142"/>
                  <a:ext cx="254520" cy="138960"/>
                </a:xfrm>
                <a:prstGeom prst="rect">
                  <a:avLst/>
                </a:prstGeom>
              </p:spPr>
            </p:pic>
          </mc:Fallback>
        </mc:AlternateContent>
      </p:grpSp>
      <p:grpSp>
        <p:nvGrpSpPr>
          <p:cNvPr id="259" name="Group 258">
            <a:extLst>
              <a:ext uri="{FF2B5EF4-FFF2-40B4-BE49-F238E27FC236}">
                <a16:creationId xmlns:a16="http://schemas.microsoft.com/office/drawing/2014/main" id="{CCBE346E-396A-2565-789B-568874A369AF}"/>
              </a:ext>
            </a:extLst>
          </p:cNvPr>
          <p:cNvGrpSpPr/>
          <p:nvPr/>
        </p:nvGrpSpPr>
        <p:grpSpPr>
          <a:xfrm>
            <a:off x="7017719" y="5245942"/>
            <a:ext cx="3187440" cy="393840"/>
            <a:chOff x="7017719" y="5245942"/>
            <a:chExt cx="3187440" cy="393840"/>
          </a:xfrm>
        </p:grpSpPr>
        <mc:AlternateContent xmlns:mc="http://schemas.openxmlformats.org/markup-compatibility/2006" xmlns:p14="http://schemas.microsoft.com/office/powerpoint/2010/main">
          <mc:Choice Requires="p14">
            <p:contentPart p14:bwMode="auto" r:id="rId403">
              <p14:nvContentPartPr>
                <p14:cNvPr id="248" name="Ink 247">
                  <a:extLst>
                    <a:ext uri="{FF2B5EF4-FFF2-40B4-BE49-F238E27FC236}">
                      <a16:creationId xmlns:a16="http://schemas.microsoft.com/office/drawing/2014/main" id="{31E3E05A-0FFF-8BC7-953D-236BB46F1B3E}"/>
                    </a:ext>
                  </a:extLst>
                </p14:cNvPr>
                <p14:cNvContentPartPr/>
                <p14:nvPr/>
              </p14:nvContentPartPr>
              <p14:xfrm>
                <a:off x="7017719" y="5509462"/>
                <a:ext cx="230040" cy="61560"/>
              </p14:xfrm>
            </p:contentPart>
          </mc:Choice>
          <mc:Fallback xmlns="">
            <p:pic>
              <p:nvPicPr>
                <p:cNvPr id="248" name="Ink 247">
                  <a:extLst>
                    <a:ext uri="{FF2B5EF4-FFF2-40B4-BE49-F238E27FC236}">
                      <a16:creationId xmlns:a16="http://schemas.microsoft.com/office/drawing/2014/main" id="{31E3E05A-0FFF-8BC7-953D-236BB46F1B3E}"/>
                    </a:ext>
                  </a:extLst>
                </p:cNvPr>
                <p:cNvPicPr/>
                <p:nvPr/>
              </p:nvPicPr>
              <p:blipFill>
                <a:blip r:embed="rId404"/>
                <a:stretch>
                  <a:fillRect/>
                </a:stretch>
              </p:blipFill>
              <p:spPr>
                <a:xfrm>
                  <a:off x="7011599" y="5503342"/>
                  <a:ext cx="24228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49" name="Ink 248">
                  <a:extLst>
                    <a:ext uri="{FF2B5EF4-FFF2-40B4-BE49-F238E27FC236}">
                      <a16:creationId xmlns:a16="http://schemas.microsoft.com/office/drawing/2014/main" id="{D13137B0-1F79-2297-2061-5185A417AB9B}"/>
                    </a:ext>
                  </a:extLst>
                </p14:cNvPr>
                <p14:cNvContentPartPr/>
                <p14:nvPr/>
              </p14:nvContentPartPr>
              <p14:xfrm>
                <a:off x="7395359" y="5404702"/>
                <a:ext cx="145440" cy="173520"/>
              </p14:xfrm>
            </p:contentPart>
          </mc:Choice>
          <mc:Fallback xmlns="">
            <p:pic>
              <p:nvPicPr>
                <p:cNvPr id="249" name="Ink 248">
                  <a:extLst>
                    <a:ext uri="{FF2B5EF4-FFF2-40B4-BE49-F238E27FC236}">
                      <a16:creationId xmlns:a16="http://schemas.microsoft.com/office/drawing/2014/main" id="{D13137B0-1F79-2297-2061-5185A417AB9B}"/>
                    </a:ext>
                  </a:extLst>
                </p:cNvPr>
                <p:cNvPicPr/>
                <p:nvPr/>
              </p:nvPicPr>
              <p:blipFill>
                <a:blip r:embed="rId406"/>
                <a:stretch>
                  <a:fillRect/>
                </a:stretch>
              </p:blipFill>
              <p:spPr>
                <a:xfrm>
                  <a:off x="7389239" y="5398582"/>
                  <a:ext cx="15768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50" name="Ink 249">
                  <a:extLst>
                    <a:ext uri="{FF2B5EF4-FFF2-40B4-BE49-F238E27FC236}">
                      <a16:creationId xmlns:a16="http://schemas.microsoft.com/office/drawing/2014/main" id="{FCF90F5A-A326-E937-479D-2DBDF2226023}"/>
                    </a:ext>
                  </a:extLst>
                </p14:cNvPr>
                <p14:cNvContentPartPr/>
                <p14:nvPr/>
              </p14:nvContentPartPr>
              <p14:xfrm>
                <a:off x="7542959" y="5404342"/>
                <a:ext cx="248400" cy="164520"/>
              </p14:xfrm>
            </p:contentPart>
          </mc:Choice>
          <mc:Fallback xmlns="">
            <p:pic>
              <p:nvPicPr>
                <p:cNvPr id="250" name="Ink 249">
                  <a:extLst>
                    <a:ext uri="{FF2B5EF4-FFF2-40B4-BE49-F238E27FC236}">
                      <a16:creationId xmlns:a16="http://schemas.microsoft.com/office/drawing/2014/main" id="{FCF90F5A-A326-E937-479D-2DBDF2226023}"/>
                    </a:ext>
                  </a:extLst>
                </p:cNvPr>
                <p:cNvPicPr/>
                <p:nvPr/>
              </p:nvPicPr>
              <p:blipFill>
                <a:blip r:embed="rId408"/>
                <a:stretch>
                  <a:fillRect/>
                </a:stretch>
              </p:blipFill>
              <p:spPr>
                <a:xfrm>
                  <a:off x="7536839" y="5398222"/>
                  <a:ext cx="26064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51" name="Ink 250">
                  <a:extLst>
                    <a:ext uri="{FF2B5EF4-FFF2-40B4-BE49-F238E27FC236}">
                      <a16:creationId xmlns:a16="http://schemas.microsoft.com/office/drawing/2014/main" id="{A11DA475-6E3C-359B-E079-62A16EABCDA5}"/>
                    </a:ext>
                  </a:extLst>
                </p14:cNvPr>
                <p14:cNvContentPartPr/>
                <p14:nvPr/>
              </p14:nvContentPartPr>
              <p14:xfrm>
                <a:off x="7782359" y="5441422"/>
                <a:ext cx="259560" cy="110520"/>
              </p14:xfrm>
            </p:contentPart>
          </mc:Choice>
          <mc:Fallback xmlns="">
            <p:pic>
              <p:nvPicPr>
                <p:cNvPr id="251" name="Ink 250">
                  <a:extLst>
                    <a:ext uri="{FF2B5EF4-FFF2-40B4-BE49-F238E27FC236}">
                      <a16:creationId xmlns:a16="http://schemas.microsoft.com/office/drawing/2014/main" id="{A11DA475-6E3C-359B-E079-62A16EABCDA5}"/>
                    </a:ext>
                  </a:extLst>
                </p:cNvPr>
                <p:cNvPicPr/>
                <p:nvPr/>
              </p:nvPicPr>
              <p:blipFill>
                <a:blip r:embed="rId410"/>
                <a:stretch>
                  <a:fillRect/>
                </a:stretch>
              </p:blipFill>
              <p:spPr>
                <a:xfrm>
                  <a:off x="7776239" y="5435302"/>
                  <a:ext cx="2718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52" name="Ink 251">
                  <a:extLst>
                    <a:ext uri="{FF2B5EF4-FFF2-40B4-BE49-F238E27FC236}">
                      <a16:creationId xmlns:a16="http://schemas.microsoft.com/office/drawing/2014/main" id="{FD10C579-B5BD-896A-98BB-17CF0A7B4E4B}"/>
                    </a:ext>
                  </a:extLst>
                </p14:cNvPr>
                <p14:cNvContentPartPr/>
                <p14:nvPr/>
              </p14:nvContentPartPr>
              <p14:xfrm>
                <a:off x="8047679" y="5412982"/>
                <a:ext cx="211320" cy="78120"/>
              </p14:xfrm>
            </p:contentPart>
          </mc:Choice>
          <mc:Fallback xmlns="">
            <p:pic>
              <p:nvPicPr>
                <p:cNvPr id="252" name="Ink 251">
                  <a:extLst>
                    <a:ext uri="{FF2B5EF4-FFF2-40B4-BE49-F238E27FC236}">
                      <a16:creationId xmlns:a16="http://schemas.microsoft.com/office/drawing/2014/main" id="{FD10C579-B5BD-896A-98BB-17CF0A7B4E4B}"/>
                    </a:ext>
                  </a:extLst>
                </p:cNvPr>
                <p:cNvPicPr/>
                <p:nvPr/>
              </p:nvPicPr>
              <p:blipFill>
                <a:blip r:embed="rId412"/>
                <a:stretch>
                  <a:fillRect/>
                </a:stretch>
              </p:blipFill>
              <p:spPr>
                <a:xfrm>
                  <a:off x="8041559" y="5406862"/>
                  <a:ext cx="22356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53" name="Ink 252">
                  <a:extLst>
                    <a:ext uri="{FF2B5EF4-FFF2-40B4-BE49-F238E27FC236}">
                      <a16:creationId xmlns:a16="http://schemas.microsoft.com/office/drawing/2014/main" id="{6097AD52-A7A0-5F98-4CC2-2FCF1B642617}"/>
                    </a:ext>
                  </a:extLst>
                </p14:cNvPr>
                <p14:cNvContentPartPr/>
                <p14:nvPr/>
              </p14:nvContentPartPr>
              <p14:xfrm>
                <a:off x="8282759" y="5257822"/>
                <a:ext cx="100440" cy="220680"/>
              </p14:xfrm>
            </p:contentPart>
          </mc:Choice>
          <mc:Fallback xmlns="">
            <p:pic>
              <p:nvPicPr>
                <p:cNvPr id="253" name="Ink 252">
                  <a:extLst>
                    <a:ext uri="{FF2B5EF4-FFF2-40B4-BE49-F238E27FC236}">
                      <a16:creationId xmlns:a16="http://schemas.microsoft.com/office/drawing/2014/main" id="{6097AD52-A7A0-5F98-4CC2-2FCF1B642617}"/>
                    </a:ext>
                  </a:extLst>
                </p:cNvPr>
                <p:cNvPicPr/>
                <p:nvPr/>
              </p:nvPicPr>
              <p:blipFill>
                <a:blip r:embed="rId414"/>
                <a:stretch>
                  <a:fillRect/>
                </a:stretch>
              </p:blipFill>
              <p:spPr>
                <a:xfrm>
                  <a:off x="8276639" y="5251702"/>
                  <a:ext cx="11268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54" name="Ink 253">
                  <a:extLst>
                    <a:ext uri="{FF2B5EF4-FFF2-40B4-BE49-F238E27FC236}">
                      <a16:creationId xmlns:a16="http://schemas.microsoft.com/office/drawing/2014/main" id="{1B67B3A6-E3BE-3D8A-941A-954584A8850C}"/>
                    </a:ext>
                  </a:extLst>
                </p14:cNvPr>
                <p14:cNvContentPartPr/>
                <p14:nvPr/>
              </p14:nvContentPartPr>
              <p14:xfrm>
                <a:off x="8385719" y="5245942"/>
                <a:ext cx="643680" cy="393840"/>
              </p14:xfrm>
            </p:contentPart>
          </mc:Choice>
          <mc:Fallback xmlns="">
            <p:pic>
              <p:nvPicPr>
                <p:cNvPr id="254" name="Ink 253">
                  <a:extLst>
                    <a:ext uri="{FF2B5EF4-FFF2-40B4-BE49-F238E27FC236}">
                      <a16:creationId xmlns:a16="http://schemas.microsoft.com/office/drawing/2014/main" id="{1B67B3A6-E3BE-3D8A-941A-954584A8850C}"/>
                    </a:ext>
                  </a:extLst>
                </p:cNvPr>
                <p:cNvPicPr/>
                <p:nvPr/>
              </p:nvPicPr>
              <p:blipFill>
                <a:blip r:embed="rId416"/>
                <a:stretch>
                  <a:fillRect/>
                </a:stretch>
              </p:blipFill>
              <p:spPr>
                <a:xfrm>
                  <a:off x="8379599" y="5239822"/>
                  <a:ext cx="65592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55" name="Ink 254">
                  <a:extLst>
                    <a:ext uri="{FF2B5EF4-FFF2-40B4-BE49-F238E27FC236}">
                      <a16:creationId xmlns:a16="http://schemas.microsoft.com/office/drawing/2014/main" id="{2BE9163A-4F6A-352E-7284-A58C85E79159}"/>
                    </a:ext>
                  </a:extLst>
                </p14:cNvPr>
                <p14:cNvContentPartPr/>
                <p14:nvPr/>
              </p14:nvContentPartPr>
              <p14:xfrm>
                <a:off x="9191399" y="5313622"/>
                <a:ext cx="189000" cy="202680"/>
              </p14:xfrm>
            </p:contentPart>
          </mc:Choice>
          <mc:Fallback xmlns="">
            <p:pic>
              <p:nvPicPr>
                <p:cNvPr id="255" name="Ink 254">
                  <a:extLst>
                    <a:ext uri="{FF2B5EF4-FFF2-40B4-BE49-F238E27FC236}">
                      <a16:creationId xmlns:a16="http://schemas.microsoft.com/office/drawing/2014/main" id="{2BE9163A-4F6A-352E-7284-A58C85E79159}"/>
                    </a:ext>
                  </a:extLst>
                </p:cNvPr>
                <p:cNvPicPr/>
                <p:nvPr/>
              </p:nvPicPr>
              <p:blipFill>
                <a:blip r:embed="rId418"/>
                <a:stretch>
                  <a:fillRect/>
                </a:stretch>
              </p:blipFill>
              <p:spPr>
                <a:xfrm>
                  <a:off x="9185279" y="5307502"/>
                  <a:ext cx="20124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56" name="Ink 255">
                  <a:extLst>
                    <a:ext uri="{FF2B5EF4-FFF2-40B4-BE49-F238E27FC236}">
                      <a16:creationId xmlns:a16="http://schemas.microsoft.com/office/drawing/2014/main" id="{875F59BB-E792-177E-220F-D519664274BD}"/>
                    </a:ext>
                  </a:extLst>
                </p14:cNvPr>
                <p14:cNvContentPartPr/>
                <p14:nvPr/>
              </p14:nvContentPartPr>
              <p14:xfrm>
                <a:off x="9476879" y="5383462"/>
                <a:ext cx="210960" cy="94680"/>
              </p14:xfrm>
            </p:contentPart>
          </mc:Choice>
          <mc:Fallback xmlns="">
            <p:pic>
              <p:nvPicPr>
                <p:cNvPr id="256" name="Ink 255">
                  <a:extLst>
                    <a:ext uri="{FF2B5EF4-FFF2-40B4-BE49-F238E27FC236}">
                      <a16:creationId xmlns:a16="http://schemas.microsoft.com/office/drawing/2014/main" id="{875F59BB-E792-177E-220F-D519664274BD}"/>
                    </a:ext>
                  </a:extLst>
                </p:cNvPr>
                <p:cNvPicPr/>
                <p:nvPr/>
              </p:nvPicPr>
              <p:blipFill>
                <a:blip r:embed="rId420"/>
                <a:stretch>
                  <a:fillRect/>
                </a:stretch>
              </p:blipFill>
              <p:spPr>
                <a:xfrm>
                  <a:off x="9470759" y="5377342"/>
                  <a:ext cx="22320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57" name="Ink 256">
                  <a:extLst>
                    <a:ext uri="{FF2B5EF4-FFF2-40B4-BE49-F238E27FC236}">
                      <a16:creationId xmlns:a16="http://schemas.microsoft.com/office/drawing/2014/main" id="{67796AC8-B654-EE41-894A-6ECB685AB67A}"/>
                    </a:ext>
                  </a:extLst>
                </p14:cNvPr>
                <p14:cNvContentPartPr/>
                <p14:nvPr/>
              </p14:nvContentPartPr>
              <p14:xfrm>
                <a:off x="9681359" y="5343142"/>
                <a:ext cx="257040" cy="154800"/>
              </p14:xfrm>
            </p:contentPart>
          </mc:Choice>
          <mc:Fallback xmlns="">
            <p:pic>
              <p:nvPicPr>
                <p:cNvPr id="257" name="Ink 256">
                  <a:extLst>
                    <a:ext uri="{FF2B5EF4-FFF2-40B4-BE49-F238E27FC236}">
                      <a16:creationId xmlns:a16="http://schemas.microsoft.com/office/drawing/2014/main" id="{67796AC8-B654-EE41-894A-6ECB685AB67A}"/>
                    </a:ext>
                  </a:extLst>
                </p:cNvPr>
                <p:cNvPicPr/>
                <p:nvPr/>
              </p:nvPicPr>
              <p:blipFill>
                <a:blip r:embed="rId422"/>
                <a:stretch>
                  <a:fillRect/>
                </a:stretch>
              </p:blipFill>
              <p:spPr>
                <a:xfrm>
                  <a:off x="9675239" y="5337022"/>
                  <a:ext cx="2692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58" name="Ink 257">
                  <a:extLst>
                    <a:ext uri="{FF2B5EF4-FFF2-40B4-BE49-F238E27FC236}">
                      <a16:creationId xmlns:a16="http://schemas.microsoft.com/office/drawing/2014/main" id="{7D1F30D7-7A0D-BAE4-93DF-D8CE4F7330D2}"/>
                    </a:ext>
                  </a:extLst>
                </p14:cNvPr>
                <p14:cNvContentPartPr/>
                <p14:nvPr/>
              </p14:nvContentPartPr>
              <p14:xfrm>
                <a:off x="9992759" y="5351062"/>
                <a:ext cx="212400" cy="107640"/>
              </p14:xfrm>
            </p:contentPart>
          </mc:Choice>
          <mc:Fallback xmlns="">
            <p:pic>
              <p:nvPicPr>
                <p:cNvPr id="258" name="Ink 257">
                  <a:extLst>
                    <a:ext uri="{FF2B5EF4-FFF2-40B4-BE49-F238E27FC236}">
                      <a16:creationId xmlns:a16="http://schemas.microsoft.com/office/drawing/2014/main" id="{7D1F30D7-7A0D-BAE4-93DF-D8CE4F7330D2}"/>
                    </a:ext>
                  </a:extLst>
                </p:cNvPr>
                <p:cNvPicPr/>
                <p:nvPr/>
              </p:nvPicPr>
              <p:blipFill>
                <a:blip r:embed="rId424"/>
                <a:stretch>
                  <a:fillRect/>
                </a:stretch>
              </p:blipFill>
              <p:spPr>
                <a:xfrm>
                  <a:off x="9986639" y="5344942"/>
                  <a:ext cx="224640" cy="119880"/>
                </a:xfrm>
                <a:prstGeom prst="rect">
                  <a:avLst/>
                </a:prstGeom>
              </p:spPr>
            </p:pic>
          </mc:Fallback>
        </mc:AlternateContent>
      </p:grpSp>
      <p:grpSp>
        <p:nvGrpSpPr>
          <p:cNvPr id="279" name="Group 278">
            <a:extLst>
              <a:ext uri="{FF2B5EF4-FFF2-40B4-BE49-F238E27FC236}">
                <a16:creationId xmlns:a16="http://schemas.microsoft.com/office/drawing/2014/main" id="{57C2881E-4D91-CFAB-6731-D620121AC848}"/>
              </a:ext>
            </a:extLst>
          </p:cNvPr>
          <p:cNvGrpSpPr/>
          <p:nvPr/>
        </p:nvGrpSpPr>
        <p:grpSpPr>
          <a:xfrm>
            <a:off x="10506119" y="5165662"/>
            <a:ext cx="1120680" cy="754200"/>
            <a:chOff x="10506119" y="5165662"/>
            <a:chExt cx="1120680" cy="754200"/>
          </a:xfrm>
        </p:grpSpPr>
        <mc:AlternateContent xmlns:mc="http://schemas.openxmlformats.org/markup-compatibility/2006" xmlns:p14="http://schemas.microsoft.com/office/powerpoint/2010/main">
          <mc:Choice Requires="p14">
            <p:contentPart p14:bwMode="auto" r:id="rId425">
              <p14:nvContentPartPr>
                <p14:cNvPr id="267" name="Ink 266">
                  <a:extLst>
                    <a:ext uri="{FF2B5EF4-FFF2-40B4-BE49-F238E27FC236}">
                      <a16:creationId xmlns:a16="http://schemas.microsoft.com/office/drawing/2014/main" id="{1B3599F5-00B1-049B-A491-A07639586FF6}"/>
                    </a:ext>
                  </a:extLst>
                </p14:cNvPr>
                <p14:cNvContentPartPr/>
                <p14:nvPr/>
              </p14:nvContentPartPr>
              <p14:xfrm>
                <a:off x="10569479" y="5334142"/>
                <a:ext cx="33480" cy="66600"/>
              </p14:xfrm>
            </p:contentPart>
          </mc:Choice>
          <mc:Fallback xmlns="">
            <p:pic>
              <p:nvPicPr>
                <p:cNvPr id="267" name="Ink 266">
                  <a:extLst>
                    <a:ext uri="{FF2B5EF4-FFF2-40B4-BE49-F238E27FC236}">
                      <a16:creationId xmlns:a16="http://schemas.microsoft.com/office/drawing/2014/main" id="{1B3599F5-00B1-049B-A491-A07639586FF6}"/>
                    </a:ext>
                  </a:extLst>
                </p:cNvPr>
                <p:cNvPicPr/>
                <p:nvPr/>
              </p:nvPicPr>
              <p:blipFill>
                <a:blip r:embed="rId426"/>
                <a:stretch>
                  <a:fillRect/>
                </a:stretch>
              </p:blipFill>
              <p:spPr>
                <a:xfrm>
                  <a:off x="10563359" y="5328022"/>
                  <a:ext cx="4572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68" name="Ink 267">
                  <a:extLst>
                    <a:ext uri="{FF2B5EF4-FFF2-40B4-BE49-F238E27FC236}">
                      <a16:creationId xmlns:a16="http://schemas.microsoft.com/office/drawing/2014/main" id="{5A4B3F2B-ACA6-64DB-571C-C3D5335E5CC4}"/>
                    </a:ext>
                  </a:extLst>
                </p14:cNvPr>
                <p14:cNvContentPartPr/>
                <p14:nvPr/>
              </p14:nvContentPartPr>
              <p14:xfrm>
                <a:off x="10506119" y="5324782"/>
                <a:ext cx="292320" cy="155160"/>
              </p14:xfrm>
            </p:contentPart>
          </mc:Choice>
          <mc:Fallback xmlns="">
            <p:pic>
              <p:nvPicPr>
                <p:cNvPr id="268" name="Ink 267">
                  <a:extLst>
                    <a:ext uri="{FF2B5EF4-FFF2-40B4-BE49-F238E27FC236}">
                      <a16:creationId xmlns:a16="http://schemas.microsoft.com/office/drawing/2014/main" id="{5A4B3F2B-ACA6-64DB-571C-C3D5335E5CC4}"/>
                    </a:ext>
                  </a:extLst>
                </p:cNvPr>
                <p:cNvPicPr/>
                <p:nvPr/>
              </p:nvPicPr>
              <p:blipFill>
                <a:blip r:embed="rId428"/>
                <a:stretch>
                  <a:fillRect/>
                </a:stretch>
              </p:blipFill>
              <p:spPr>
                <a:xfrm>
                  <a:off x="10499999" y="5318662"/>
                  <a:ext cx="3045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69" name="Ink 268">
                  <a:extLst>
                    <a:ext uri="{FF2B5EF4-FFF2-40B4-BE49-F238E27FC236}">
                      <a16:creationId xmlns:a16="http://schemas.microsoft.com/office/drawing/2014/main" id="{487B84A5-1B7E-6C42-62EF-E07A2B822B60}"/>
                    </a:ext>
                  </a:extLst>
                </p14:cNvPr>
                <p14:cNvContentPartPr/>
                <p14:nvPr/>
              </p14:nvContentPartPr>
              <p14:xfrm>
                <a:off x="10684319" y="5276542"/>
                <a:ext cx="18360" cy="14760"/>
              </p14:xfrm>
            </p:contentPart>
          </mc:Choice>
          <mc:Fallback xmlns="">
            <p:pic>
              <p:nvPicPr>
                <p:cNvPr id="269" name="Ink 268">
                  <a:extLst>
                    <a:ext uri="{FF2B5EF4-FFF2-40B4-BE49-F238E27FC236}">
                      <a16:creationId xmlns:a16="http://schemas.microsoft.com/office/drawing/2014/main" id="{487B84A5-1B7E-6C42-62EF-E07A2B822B60}"/>
                    </a:ext>
                  </a:extLst>
                </p:cNvPr>
                <p:cNvPicPr/>
                <p:nvPr/>
              </p:nvPicPr>
              <p:blipFill>
                <a:blip r:embed="rId430"/>
                <a:stretch>
                  <a:fillRect/>
                </a:stretch>
              </p:blipFill>
              <p:spPr>
                <a:xfrm>
                  <a:off x="10678199" y="5270422"/>
                  <a:ext cx="306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270" name="Ink 269">
                  <a:extLst>
                    <a:ext uri="{FF2B5EF4-FFF2-40B4-BE49-F238E27FC236}">
                      <a16:creationId xmlns:a16="http://schemas.microsoft.com/office/drawing/2014/main" id="{AD5DF2B8-4C5C-0607-95BB-A8354FA211C9}"/>
                    </a:ext>
                  </a:extLst>
                </p14:cNvPr>
                <p14:cNvContentPartPr/>
                <p14:nvPr/>
              </p14:nvContentPartPr>
              <p14:xfrm>
                <a:off x="10793039" y="5357182"/>
                <a:ext cx="295560" cy="80640"/>
              </p14:xfrm>
            </p:contentPart>
          </mc:Choice>
          <mc:Fallback xmlns="">
            <p:pic>
              <p:nvPicPr>
                <p:cNvPr id="270" name="Ink 269">
                  <a:extLst>
                    <a:ext uri="{FF2B5EF4-FFF2-40B4-BE49-F238E27FC236}">
                      <a16:creationId xmlns:a16="http://schemas.microsoft.com/office/drawing/2014/main" id="{AD5DF2B8-4C5C-0607-95BB-A8354FA211C9}"/>
                    </a:ext>
                  </a:extLst>
                </p:cNvPr>
                <p:cNvPicPr/>
                <p:nvPr/>
              </p:nvPicPr>
              <p:blipFill>
                <a:blip r:embed="rId432"/>
                <a:stretch>
                  <a:fillRect/>
                </a:stretch>
              </p:blipFill>
              <p:spPr>
                <a:xfrm>
                  <a:off x="10786919" y="5351062"/>
                  <a:ext cx="30780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271" name="Ink 270">
                  <a:extLst>
                    <a:ext uri="{FF2B5EF4-FFF2-40B4-BE49-F238E27FC236}">
                      <a16:creationId xmlns:a16="http://schemas.microsoft.com/office/drawing/2014/main" id="{D5C6ACB5-ECC0-34DD-515C-907650B6B233}"/>
                    </a:ext>
                  </a:extLst>
                </p14:cNvPr>
                <p14:cNvContentPartPr/>
                <p14:nvPr/>
              </p14:nvContentPartPr>
              <p14:xfrm>
                <a:off x="10983119" y="5165662"/>
                <a:ext cx="42480" cy="53640"/>
              </p14:xfrm>
            </p:contentPart>
          </mc:Choice>
          <mc:Fallback xmlns="">
            <p:pic>
              <p:nvPicPr>
                <p:cNvPr id="271" name="Ink 270">
                  <a:extLst>
                    <a:ext uri="{FF2B5EF4-FFF2-40B4-BE49-F238E27FC236}">
                      <a16:creationId xmlns:a16="http://schemas.microsoft.com/office/drawing/2014/main" id="{D5C6ACB5-ECC0-34DD-515C-907650B6B233}"/>
                    </a:ext>
                  </a:extLst>
                </p:cNvPr>
                <p:cNvPicPr/>
                <p:nvPr/>
              </p:nvPicPr>
              <p:blipFill>
                <a:blip r:embed="rId434"/>
                <a:stretch>
                  <a:fillRect/>
                </a:stretch>
              </p:blipFill>
              <p:spPr>
                <a:xfrm>
                  <a:off x="10976999" y="5159542"/>
                  <a:ext cx="5472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272" name="Ink 271">
                  <a:extLst>
                    <a:ext uri="{FF2B5EF4-FFF2-40B4-BE49-F238E27FC236}">
                      <a16:creationId xmlns:a16="http://schemas.microsoft.com/office/drawing/2014/main" id="{F3F9C6CE-B92A-6DB6-FE80-9EC5790A0C9C}"/>
                    </a:ext>
                  </a:extLst>
                </p14:cNvPr>
                <p14:cNvContentPartPr/>
                <p14:nvPr/>
              </p14:nvContentPartPr>
              <p14:xfrm>
                <a:off x="11170319" y="5187262"/>
                <a:ext cx="393120" cy="198720"/>
              </p14:xfrm>
            </p:contentPart>
          </mc:Choice>
          <mc:Fallback xmlns="">
            <p:pic>
              <p:nvPicPr>
                <p:cNvPr id="272" name="Ink 271">
                  <a:extLst>
                    <a:ext uri="{FF2B5EF4-FFF2-40B4-BE49-F238E27FC236}">
                      <a16:creationId xmlns:a16="http://schemas.microsoft.com/office/drawing/2014/main" id="{F3F9C6CE-B92A-6DB6-FE80-9EC5790A0C9C}"/>
                    </a:ext>
                  </a:extLst>
                </p:cNvPr>
                <p:cNvPicPr/>
                <p:nvPr/>
              </p:nvPicPr>
              <p:blipFill>
                <a:blip r:embed="rId436"/>
                <a:stretch>
                  <a:fillRect/>
                </a:stretch>
              </p:blipFill>
              <p:spPr>
                <a:xfrm>
                  <a:off x="11164199" y="5181142"/>
                  <a:ext cx="4053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273" name="Ink 272">
                  <a:extLst>
                    <a:ext uri="{FF2B5EF4-FFF2-40B4-BE49-F238E27FC236}">
                      <a16:creationId xmlns:a16="http://schemas.microsoft.com/office/drawing/2014/main" id="{F40FE1C0-3DA2-453D-C2B3-F133165F5F31}"/>
                    </a:ext>
                  </a:extLst>
                </p14:cNvPr>
                <p14:cNvContentPartPr/>
                <p14:nvPr/>
              </p14:nvContentPartPr>
              <p14:xfrm>
                <a:off x="10765679" y="5757142"/>
                <a:ext cx="157320" cy="162720"/>
              </p14:xfrm>
            </p:contentPart>
          </mc:Choice>
          <mc:Fallback xmlns="">
            <p:pic>
              <p:nvPicPr>
                <p:cNvPr id="273" name="Ink 272">
                  <a:extLst>
                    <a:ext uri="{FF2B5EF4-FFF2-40B4-BE49-F238E27FC236}">
                      <a16:creationId xmlns:a16="http://schemas.microsoft.com/office/drawing/2014/main" id="{F40FE1C0-3DA2-453D-C2B3-F133165F5F31}"/>
                    </a:ext>
                  </a:extLst>
                </p:cNvPr>
                <p:cNvPicPr/>
                <p:nvPr/>
              </p:nvPicPr>
              <p:blipFill>
                <a:blip r:embed="rId438"/>
                <a:stretch>
                  <a:fillRect/>
                </a:stretch>
              </p:blipFill>
              <p:spPr>
                <a:xfrm>
                  <a:off x="10759559" y="5751022"/>
                  <a:ext cx="16956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274" name="Ink 273">
                  <a:extLst>
                    <a:ext uri="{FF2B5EF4-FFF2-40B4-BE49-F238E27FC236}">
                      <a16:creationId xmlns:a16="http://schemas.microsoft.com/office/drawing/2014/main" id="{0EED4024-CA67-C76E-D4E3-8512BB04D051}"/>
                    </a:ext>
                  </a:extLst>
                </p14:cNvPr>
                <p14:cNvContentPartPr/>
                <p14:nvPr/>
              </p14:nvContentPartPr>
              <p14:xfrm>
                <a:off x="10931639" y="5768302"/>
                <a:ext cx="257040" cy="78120"/>
              </p14:xfrm>
            </p:contentPart>
          </mc:Choice>
          <mc:Fallback xmlns="">
            <p:pic>
              <p:nvPicPr>
                <p:cNvPr id="274" name="Ink 273">
                  <a:extLst>
                    <a:ext uri="{FF2B5EF4-FFF2-40B4-BE49-F238E27FC236}">
                      <a16:creationId xmlns:a16="http://schemas.microsoft.com/office/drawing/2014/main" id="{0EED4024-CA67-C76E-D4E3-8512BB04D051}"/>
                    </a:ext>
                  </a:extLst>
                </p:cNvPr>
                <p:cNvPicPr/>
                <p:nvPr/>
              </p:nvPicPr>
              <p:blipFill>
                <a:blip r:embed="rId440"/>
                <a:stretch>
                  <a:fillRect/>
                </a:stretch>
              </p:blipFill>
              <p:spPr>
                <a:xfrm>
                  <a:off x="10925519" y="5762182"/>
                  <a:ext cx="26928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275" name="Ink 274">
                  <a:extLst>
                    <a:ext uri="{FF2B5EF4-FFF2-40B4-BE49-F238E27FC236}">
                      <a16:creationId xmlns:a16="http://schemas.microsoft.com/office/drawing/2014/main" id="{C98CCD03-2D30-E5DA-42CA-D82AD96D961D}"/>
                    </a:ext>
                  </a:extLst>
                </p14:cNvPr>
                <p14:cNvContentPartPr/>
                <p14:nvPr/>
              </p14:nvContentPartPr>
              <p14:xfrm>
                <a:off x="11173559" y="5647702"/>
                <a:ext cx="15480" cy="39960"/>
              </p14:xfrm>
            </p:contentPart>
          </mc:Choice>
          <mc:Fallback xmlns="">
            <p:pic>
              <p:nvPicPr>
                <p:cNvPr id="275" name="Ink 274">
                  <a:extLst>
                    <a:ext uri="{FF2B5EF4-FFF2-40B4-BE49-F238E27FC236}">
                      <a16:creationId xmlns:a16="http://schemas.microsoft.com/office/drawing/2014/main" id="{C98CCD03-2D30-E5DA-42CA-D82AD96D961D}"/>
                    </a:ext>
                  </a:extLst>
                </p:cNvPr>
                <p:cNvPicPr/>
                <p:nvPr/>
              </p:nvPicPr>
              <p:blipFill>
                <a:blip r:embed="rId442"/>
                <a:stretch>
                  <a:fillRect/>
                </a:stretch>
              </p:blipFill>
              <p:spPr>
                <a:xfrm>
                  <a:off x="11167439" y="5641582"/>
                  <a:ext cx="2772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276" name="Ink 275">
                  <a:extLst>
                    <a:ext uri="{FF2B5EF4-FFF2-40B4-BE49-F238E27FC236}">
                      <a16:creationId xmlns:a16="http://schemas.microsoft.com/office/drawing/2014/main" id="{84E4422B-CF45-0E93-570E-211A93BCBB88}"/>
                    </a:ext>
                  </a:extLst>
                </p14:cNvPr>
                <p14:cNvContentPartPr/>
                <p14:nvPr/>
              </p14:nvContentPartPr>
              <p14:xfrm>
                <a:off x="11336639" y="5539702"/>
                <a:ext cx="290160" cy="249840"/>
              </p14:xfrm>
            </p:contentPart>
          </mc:Choice>
          <mc:Fallback xmlns="">
            <p:pic>
              <p:nvPicPr>
                <p:cNvPr id="276" name="Ink 275">
                  <a:extLst>
                    <a:ext uri="{FF2B5EF4-FFF2-40B4-BE49-F238E27FC236}">
                      <a16:creationId xmlns:a16="http://schemas.microsoft.com/office/drawing/2014/main" id="{84E4422B-CF45-0E93-570E-211A93BCBB88}"/>
                    </a:ext>
                  </a:extLst>
                </p:cNvPr>
                <p:cNvPicPr/>
                <p:nvPr/>
              </p:nvPicPr>
              <p:blipFill>
                <a:blip r:embed="rId444"/>
                <a:stretch>
                  <a:fillRect/>
                </a:stretch>
              </p:blipFill>
              <p:spPr>
                <a:xfrm>
                  <a:off x="11330519" y="5533582"/>
                  <a:ext cx="30240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277" name="Ink 276">
                  <a:extLst>
                    <a:ext uri="{FF2B5EF4-FFF2-40B4-BE49-F238E27FC236}">
                      <a16:creationId xmlns:a16="http://schemas.microsoft.com/office/drawing/2014/main" id="{DB30D09A-014B-91AB-6E2E-219804534DAF}"/>
                    </a:ext>
                  </a:extLst>
                </p14:cNvPr>
                <p14:cNvContentPartPr/>
                <p14:nvPr/>
              </p14:nvContentPartPr>
              <p14:xfrm>
                <a:off x="11194439" y="5819422"/>
                <a:ext cx="156960" cy="79560"/>
              </p14:xfrm>
            </p:contentPart>
          </mc:Choice>
          <mc:Fallback xmlns="">
            <p:pic>
              <p:nvPicPr>
                <p:cNvPr id="277" name="Ink 276">
                  <a:extLst>
                    <a:ext uri="{FF2B5EF4-FFF2-40B4-BE49-F238E27FC236}">
                      <a16:creationId xmlns:a16="http://schemas.microsoft.com/office/drawing/2014/main" id="{DB30D09A-014B-91AB-6E2E-219804534DAF}"/>
                    </a:ext>
                  </a:extLst>
                </p:cNvPr>
                <p:cNvPicPr/>
                <p:nvPr/>
              </p:nvPicPr>
              <p:blipFill>
                <a:blip r:embed="rId446"/>
                <a:stretch>
                  <a:fillRect/>
                </a:stretch>
              </p:blipFill>
              <p:spPr>
                <a:xfrm>
                  <a:off x="11188319" y="5813302"/>
                  <a:ext cx="169200" cy="91800"/>
                </a:xfrm>
                <a:prstGeom prst="rect">
                  <a:avLst/>
                </a:prstGeom>
              </p:spPr>
            </p:pic>
          </mc:Fallback>
        </mc:AlternateContent>
      </p:grpSp>
      <p:grpSp>
        <p:nvGrpSpPr>
          <p:cNvPr id="285" name="Group 284">
            <a:extLst>
              <a:ext uri="{FF2B5EF4-FFF2-40B4-BE49-F238E27FC236}">
                <a16:creationId xmlns:a16="http://schemas.microsoft.com/office/drawing/2014/main" id="{4D2260C6-B142-3A24-2D9D-C0BBCA7CA351}"/>
              </a:ext>
            </a:extLst>
          </p:cNvPr>
          <p:cNvGrpSpPr/>
          <p:nvPr/>
        </p:nvGrpSpPr>
        <p:grpSpPr>
          <a:xfrm>
            <a:off x="10778279" y="6017782"/>
            <a:ext cx="1135440" cy="445680"/>
            <a:chOff x="10778279" y="6017782"/>
            <a:chExt cx="1135440" cy="445680"/>
          </a:xfrm>
        </p:grpSpPr>
        <mc:AlternateContent xmlns:mc="http://schemas.openxmlformats.org/markup-compatibility/2006" xmlns:p14="http://schemas.microsoft.com/office/powerpoint/2010/main">
          <mc:Choice Requires="p14">
            <p:contentPart p14:bwMode="auto" r:id="rId447">
              <p14:nvContentPartPr>
                <p14:cNvPr id="278" name="Ink 277">
                  <a:extLst>
                    <a:ext uri="{FF2B5EF4-FFF2-40B4-BE49-F238E27FC236}">
                      <a16:creationId xmlns:a16="http://schemas.microsoft.com/office/drawing/2014/main" id="{D0E6A08C-AE15-1608-EAD3-AD7293A6D4D3}"/>
                    </a:ext>
                  </a:extLst>
                </p14:cNvPr>
                <p14:cNvContentPartPr/>
                <p14:nvPr/>
              </p14:nvContentPartPr>
              <p14:xfrm>
                <a:off x="10778279" y="6078982"/>
                <a:ext cx="202320" cy="279000"/>
              </p14:xfrm>
            </p:contentPart>
          </mc:Choice>
          <mc:Fallback xmlns="">
            <p:pic>
              <p:nvPicPr>
                <p:cNvPr id="278" name="Ink 277">
                  <a:extLst>
                    <a:ext uri="{FF2B5EF4-FFF2-40B4-BE49-F238E27FC236}">
                      <a16:creationId xmlns:a16="http://schemas.microsoft.com/office/drawing/2014/main" id="{D0E6A08C-AE15-1608-EAD3-AD7293A6D4D3}"/>
                    </a:ext>
                  </a:extLst>
                </p:cNvPr>
                <p:cNvPicPr/>
                <p:nvPr/>
              </p:nvPicPr>
              <p:blipFill>
                <a:blip r:embed="rId448"/>
                <a:stretch>
                  <a:fillRect/>
                </a:stretch>
              </p:blipFill>
              <p:spPr>
                <a:xfrm>
                  <a:off x="10772159" y="6072862"/>
                  <a:ext cx="21456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280" name="Ink 279">
                  <a:extLst>
                    <a:ext uri="{FF2B5EF4-FFF2-40B4-BE49-F238E27FC236}">
                      <a16:creationId xmlns:a16="http://schemas.microsoft.com/office/drawing/2014/main" id="{111B0559-8A2F-2DDC-D4FB-3C4C23B84255}"/>
                    </a:ext>
                  </a:extLst>
                </p14:cNvPr>
                <p14:cNvContentPartPr/>
                <p14:nvPr/>
              </p14:nvContentPartPr>
              <p14:xfrm>
                <a:off x="11133959" y="6075742"/>
                <a:ext cx="302760" cy="206640"/>
              </p14:xfrm>
            </p:contentPart>
          </mc:Choice>
          <mc:Fallback xmlns="">
            <p:pic>
              <p:nvPicPr>
                <p:cNvPr id="280" name="Ink 279">
                  <a:extLst>
                    <a:ext uri="{FF2B5EF4-FFF2-40B4-BE49-F238E27FC236}">
                      <a16:creationId xmlns:a16="http://schemas.microsoft.com/office/drawing/2014/main" id="{111B0559-8A2F-2DDC-D4FB-3C4C23B84255}"/>
                    </a:ext>
                  </a:extLst>
                </p:cNvPr>
                <p:cNvPicPr/>
                <p:nvPr/>
              </p:nvPicPr>
              <p:blipFill>
                <a:blip r:embed="rId450"/>
                <a:stretch>
                  <a:fillRect/>
                </a:stretch>
              </p:blipFill>
              <p:spPr>
                <a:xfrm>
                  <a:off x="11127839" y="6069622"/>
                  <a:ext cx="3150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282" name="Ink 281">
                  <a:extLst>
                    <a:ext uri="{FF2B5EF4-FFF2-40B4-BE49-F238E27FC236}">
                      <a16:creationId xmlns:a16="http://schemas.microsoft.com/office/drawing/2014/main" id="{ABF457EF-74D2-9489-98B5-24F3FED70604}"/>
                    </a:ext>
                  </a:extLst>
                </p14:cNvPr>
                <p14:cNvContentPartPr/>
                <p14:nvPr/>
              </p14:nvContentPartPr>
              <p14:xfrm>
                <a:off x="11446799" y="6017782"/>
                <a:ext cx="261720" cy="200880"/>
              </p14:xfrm>
            </p:contentPart>
          </mc:Choice>
          <mc:Fallback xmlns="">
            <p:pic>
              <p:nvPicPr>
                <p:cNvPr id="282" name="Ink 281">
                  <a:extLst>
                    <a:ext uri="{FF2B5EF4-FFF2-40B4-BE49-F238E27FC236}">
                      <a16:creationId xmlns:a16="http://schemas.microsoft.com/office/drawing/2014/main" id="{ABF457EF-74D2-9489-98B5-24F3FED70604}"/>
                    </a:ext>
                  </a:extLst>
                </p:cNvPr>
                <p:cNvPicPr/>
                <p:nvPr/>
              </p:nvPicPr>
              <p:blipFill>
                <a:blip r:embed="rId452"/>
                <a:stretch>
                  <a:fillRect/>
                </a:stretch>
              </p:blipFill>
              <p:spPr>
                <a:xfrm>
                  <a:off x="11440679" y="6011662"/>
                  <a:ext cx="27396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283" name="Ink 282">
                  <a:extLst>
                    <a:ext uri="{FF2B5EF4-FFF2-40B4-BE49-F238E27FC236}">
                      <a16:creationId xmlns:a16="http://schemas.microsoft.com/office/drawing/2014/main" id="{E9C96EC4-35DD-7FF1-74C7-0B720F2E4825}"/>
                    </a:ext>
                  </a:extLst>
                </p14:cNvPr>
                <p14:cNvContentPartPr/>
                <p14:nvPr/>
              </p14:nvContentPartPr>
              <p14:xfrm>
                <a:off x="11668199" y="6026782"/>
                <a:ext cx="185400" cy="169920"/>
              </p14:xfrm>
            </p:contentPart>
          </mc:Choice>
          <mc:Fallback xmlns="">
            <p:pic>
              <p:nvPicPr>
                <p:cNvPr id="283" name="Ink 282">
                  <a:extLst>
                    <a:ext uri="{FF2B5EF4-FFF2-40B4-BE49-F238E27FC236}">
                      <a16:creationId xmlns:a16="http://schemas.microsoft.com/office/drawing/2014/main" id="{E9C96EC4-35DD-7FF1-74C7-0B720F2E4825}"/>
                    </a:ext>
                  </a:extLst>
                </p:cNvPr>
                <p:cNvPicPr/>
                <p:nvPr/>
              </p:nvPicPr>
              <p:blipFill>
                <a:blip r:embed="rId454"/>
                <a:stretch>
                  <a:fillRect/>
                </a:stretch>
              </p:blipFill>
              <p:spPr>
                <a:xfrm>
                  <a:off x="11662079" y="6020662"/>
                  <a:ext cx="19764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284" name="Ink 283">
                  <a:extLst>
                    <a:ext uri="{FF2B5EF4-FFF2-40B4-BE49-F238E27FC236}">
                      <a16:creationId xmlns:a16="http://schemas.microsoft.com/office/drawing/2014/main" id="{6E879F11-089A-2CDC-E6F5-BFC9FC79842A}"/>
                    </a:ext>
                  </a:extLst>
                </p14:cNvPr>
                <p14:cNvContentPartPr/>
                <p14:nvPr/>
              </p14:nvContentPartPr>
              <p14:xfrm>
                <a:off x="11336639" y="6283102"/>
                <a:ext cx="577080" cy="180360"/>
              </p14:xfrm>
            </p:contentPart>
          </mc:Choice>
          <mc:Fallback xmlns="">
            <p:pic>
              <p:nvPicPr>
                <p:cNvPr id="284" name="Ink 283">
                  <a:extLst>
                    <a:ext uri="{FF2B5EF4-FFF2-40B4-BE49-F238E27FC236}">
                      <a16:creationId xmlns:a16="http://schemas.microsoft.com/office/drawing/2014/main" id="{6E879F11-089A-2CDC-E6F5-BFC9FC79842A}"/>
                    </a:ext>
                  </a:extLst>
                </p:cNvPr>
                <p:cNvPicPr/>
                <p:nvPr/>
              </p:nvPicPr>
              <p:blipFill>
                <a:blip r:embed="rId456"/>
                <a:stretch>
                  <a:fillRect/>
                </a:stretch>
              </p:blipFill>
              <p:spPr>
                <a:xfrm>
                  <a:off x="11330519" y="6276982"/>
                  <a:ext cx="589320" cy="19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57">
            <p14:nvContentPartPr>
              <p14:cNvPr id="286" name="Ink 285">
                <a:extLst>
                  <a:ext uri="{FF2B5EF4-FFF2-40B4-BE49-F238E27FC236}">
                    <a16:creationId xmlns:a16="http://schemas.microsoft.com/office/drawing/2014/main" id="{49A88A20-B135-7E5A-B7E3-30B9E5D7F52E}"/>
                  </a:ext>
                </a:extLst>
              </p14:cNvPr>
              <p14:cNvContentPartPr/>
              <p14:nvPr/>
            </p14:nvContentPartPr>
            <p14:xfrm>
              <a:off x="5406719" y="257782"/>
              <a:ext cx="360" cy="360"/>
            </p14:xfrm>
          </p:contentPart>
        </mc:Choice>
        <mc:Fallback xmlns="">
          <p:pic>
            <p:nvPicPr>
              <p:cNvPr id="286" name="Ink 285">
                <a:extLst>
                  <a:ext uri="{FF2B5EF4-FFF2-40B4-BE49-F238E27FC236}">
                    <a16:creationId xmlns:a16="http://schemas.microsoft.com/office/drawing/2014/main" id="{49A88A20-B135-7E5A-B7E3-30B9E5D7F52E}"/>
                  </a:ext>
                </a:extLst>
              </p:cNvPr>
              <p:cNvPicPr/>
              <p:nvPr/>
            </p:nvPicPr>
            <p:blipFill>
              <a:blip r:embed="rId458"/>
              <a:stretch>
                <a:fillRect/>
              </a:stretch>
            </p:blipFill>
            <p:spPr>
              <a:xfrm>
                <a:off x="5400599" y="251662"/>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287" name="Ink 286">
                <a:extLst>
                  <a:ext uri="{FF2B5EF4-FFF2-40B4-BE49-F238E27FC236}">
                    <a16:creationId xmlns:a16="http://schemas.microsoft.com/office/drawing/2014/main" id="{34A0E2F6-903E-2609-D836-CC8DC32084D8}"/>
                  </a:ext>
                </a:extLst>
              </p14:cNvPr>
              <p14:cNvContentPartPr/>
              <p14:nvPr/>
            </p14:nvContentPartPr>
            <p14:xfrm>
              <a:off x="10128479" y="2266942"/>
              <a:ext cx="30600" cy="36360"/>
            </p14:xfrm>
          </p:contentPart>
        </mc:Choice>
        <mc:Fallback xmlns="">
          <p:pic>
            <p:nvPicPr>
              <p:cNvPr id="287" name="Ink 286">
                <a:extLst>
                  <a:ext uri="{FF2B5EF4-FFF2-40B4-BE49-F238E27FC236}">
                    <a16:creationId xmlns:a16="http://schemas.microsoft.com/office/drawing/2014/main" id="{34A0E2F6-903E-2609-D836-CC8DC32084D8}"/>
                  </a:ext>
                </a:extLst>
              </p:cNvPr>
              <p:cNvPicPr/>
              <p:nvPr/>
            </p:nvPicPr>
            <p:blipFill>
              <a:blip r:embed="rId460"/>
              <a:stretch>
                <a:fillRect/>
              </a:stretch>
            </p:blipFill>
            <p:spPr>
              <a:xfrm>
                <a:off x="10122359" y="2260822"/>
                <a:ext cx="428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288" name="Ink 287">
                <a:extLst>
                  <a:ext uri="{FF2B5EF4-FFF2-40B4-BE49-F238E27FC236}">
                    <a16:creationId xmlns:a16="http://schemas.microsoft.com/office/drawing/2014/main" id="{2290F68C-B0D2-BA31-2237-7A9AAC2E8A89}"/>
                  </a:ext>
                </a:extLst>
              </p14:cNvPr>
              <p14:cNvContentPartPr/>
              <p14:nvPr/>
            </p14:nvContentPartPr>
            <p14:xfrm>
              <a:off x="6573839" y="2936902"/>
              <a:ext cx="154440" cy="34560"/>
            </p14:xfrm>
          </p:contentPart>
        </mc:Choice>
        <mc:Fallback xmlns="">
          <p:pic>
            <p:nvPicPr>
              <p:cNvPr id="288" name="Ink 287">
                <a:extLst>
                  <a:ext uri="{FF2B5EF4-FFF2-40B4-BE49-F238E27FC236}">
                    <a16:creationId xmlns:a16="http://schemas.microsoft.com/office/drawing/2014/main" id="{2290F68C-B0D2-BA31-2237-7A9AAC2E8A89}"/>
                  </a:ext>
                </a:extLst>
              </p:cNvPr>
              <p:cNvPicPr/>
              <p:nvPr/>
            </p:nvPicPr>
            <p:blipFill>
              <a:blip r:embed="rId462"/>
              <a:stretch>
                <a:fillRect/>
              </a:stretch>
            </p:blipFill>
            <p:spPr>
              <a:xfrm>
                <a:off x="6567719" y="2930782"/>
                <a:ext cx="166680" cy="46800"/>
              </a:xfrm>
              <a:prstGeom prst="rect">
                <a:avLst/>
              </a:prstGeom>
            </p:spPr>
          </p:pic>
        </mc:Fallback>
      </mc:AlternateContent>
      <p:grpSp>
        <p:nvGrpSpPr>
          <p:cNvPr id="299" name="Group 298">
            <a:extLst>
              <a:ext uri="{FF2B5EF4-FFF2-40B4-BE49-F238E27FC236}">
                <a16:creationId xmlns:a16="http://schemas.microsoft.com/office/drawing/2014/main" id="{BDA04216-FAC8-E396-163B-7814B3F50D15}"/>
              </a:ext>
            </a:extLst>
          </p:cNvPr>
          <p:cNvGrpSpPr/>
          <p:nvPr/>
        </p:nvGrpSpPr>
        <p:grpSpPr>
          <a:xfrm>
            <a:off x="6072359" y="4845622"/>
            <a:ext cx="5628240" cy="419040"/>
            <a:chOff x="6072359" y="4845622"/>
            <a:chExt cx="5628240" cy="419040"/>
          </a:xfrm>
        </p:grpSpPr>
        <mc:AlternateContent xmlns:mc="http://schemas.openxmlformats.org/markup-compatibility/2006" xmlns:p14="http://schemas.microsoft.com/office/powerpoint/2010/main">
          <mc:Choice Requires="p14">
            <p:contentPart p14:bwMode="auto" r:id="rId463">
              <p14:nvContentPartPr>
                <p14:cNvPr id="289" name="Ink 288">
                  <a:extLst>
                    <a:ext uri="{FF2B5EF4-FFF2-40B4-BE49-F238E27FC236}">
                      <a16:creationId xmlns:a16="http://schemas.microsoft.com/office/drawing/2014/main" id="{7A0C43CF-708A-40C4-F49F-54365E750E13}"/>
                    </a:ext>
                  </a:extLst>
                </p14:cNvPr>
                <p14:cNvContentPartPr/>
                <p14:nvPr/>
              </p14:nvContentPartPr>
              <p14:xfrm>
                <a:off x="6072359" y="4845622"/>
                <a:ext cx="5628240" cy="354600"/>
              </p14:xfrm>
            </p:contentPart>
          </mc:Choice>
          <mc:Fallback xmlns="">
            <p:pic>
              <p:nvPicPr>
                <p:cNvPr id="289" name="Ink 288">
                  <a:extLst>
                    <a:ext uri="{FF2B5EF4-FFF2-40B4-BE49-F238E27FC236}">
                      <a16:creationId xmlns:a16="http://schemas.microsoft.com/office/drawing/2014/main" id="{7A0C43CF-708A-40C4-F49F-54365E750E13}"/>
                    </a:ext>
                  </a:extLst>
                </p:cNvPr>
                <p:cNvPicPr/>
                <p:nvPr/>
              </p:nvPicPr>
              <p:blipFill>
                <a:blip r:embed="rId464"/>
                <a:stretch>
                  <a:fillRect/>
                </a:stretch>
              </p:blipFill>
              <p:spPr>
                <a:xfrm>
                  <a:off x="6066239" y="4839502"/>
                  <a:ext cx="56404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290" name="Ink 289">
                  <a:extLst>
                    <a:ext uri="{FF2B5EF4-FFF2-40B4-BE49-F238E27FC236}">
                      <a16:creationId xmlns:a16="http://schemas.microsoft.com/office/drawing/2014/main" id="{645E2DD5-D389-97AF-F244-2661B1EBFF8A}"/>
                    </a:ext>
                  </a:extLst>
                </p14:cNvPr>
                <p14:cNvContentPartPr/>
                <p14:nvPr/>
              </p14:nvContentPartPr>
              <p14:xfrm>
                <a:off x="9047039" y="5069182"/>
                <a:ext cx="197280" cy="195480"/>
              </p14:xfrm>
            </p:contentPart>
          </mc:Choice>
          <mc:Fallback xmlns="">
            <p:pic>
              <p:nvPicPr>
                <p:cNvPr id="290" name="Ink 289">
                  <a:extLst>
                    <a:ext uri="{FF2B5EF4-FFF2-40B4-BE49-F238E27FC236}">
                      <a16:creationId xmlns:a16="http://schemas.microsoft.com/office/drawing/2014/main" id="{645E2DD5-D389-97AF-F244-2661B1EBFF8A}"/>
                    </a:ext>
                  </a:extLst>
                </p:cNvPr>
                <p:cNvPicPr/>
                <p:nvPr/>
              </p:nvPicPr>
              <p:blipFill>
                <a:blip r:embed="rId466"/>
                <a:stretch>
                  <a:fillRect/>
                </a:stretch>
              </p:blipFill>
              <p:spPr>
                <a:xfrm>
                  <a:off x="9040919" y="5063062"/>
                  <a:ext cx="20952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291" name="Ink 290">
                  <a:extLst>
                    <a:ext uri="{FF2B5EF4-FFF2-40B4-BE49-F238E27FC236}">
                      <a16:creationId xmlns:a16="http://schemas.microsoft.com/office/drawing/2014/main" id="{6E0CC4D7-9CB9-BB43-171F-A45EE000463D}"/>
                    </a:ext>
                  </a:extLst>
                </p14:cNvPr>
                <p14:cNvContentPartPr/>
                <p14:nvPr/>
              </p14:nvContentPartPr>
              <p14:xfrm>
                <a:off x="9213719" y="5040022"/>
                <a:ext cx="148320" cy="115200"/>
              </p14:xfrm>
            </p:contentPart>
          </mc:Choice>
          <mc:Fallback xmlns="">
            <p:pic>
              <p:nvPicPr>
                <p:cNvPr id="291" name="Ink 290">
                  <a:extLst>
                    <a:ext uri="{FF2B5EF4-FFF2-40B4-BE49-F238E27FC236}">
                      <a16:creationId xmlns:a16="http://schemas.microsoft.com/office/drawing/2014/main" id="{6E0CC4D7-9CB9-BB43-171F-A45EE000463D}"/>
                    </a:ext>
                  </a:extLst>
                </p:cNvPr>
                <p:cNvPicPr/>
                <p:nvPr/>
              </p:nvPicPr>
              <p:blipFill>
                <a:blip r:embed="rId468"/>
                <a:stretch>
                  <a:fillRect/>
                </a:stretch>
              </p:blipFill>
              <p:spPr>
                <a:xfrm>
                  <a:off x="9207599" y="5033902"/>
                  <a:ext cx="16056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292" name="Ink 291">
                  <a:extLst>
                    <a:ext uri="{FF2B5EF4-FFF2-40B4-BE49-F238E27FC236}">
                      <a16:creationId xmlns:a16="http://schemas.microsoft.com/office/drawing/2014/main" id="{6F65321D-F8E3-8297-A8EB-BC4D0970EDC5}"/>
                    </a:ext>
                  </a:extLst>
                </p14:cNvPr>
                <p14:cNvContentPartPr/>
                <p14:nvPr/>
              </p14:nvContentPartPr>
              <p14:xfrm>
                <a:off x="9376439" y="5041462"/>
                <a:ext cx="130320" cy="115920"/>
              </p14:xfrm>
            </p:contentPart>
          </mc:Choice>
          <mc:Fallback xmlns="">
            <p:pic>
              <p:nvPicPr>
                <p:cNvPr id="292" name="Ink 291">
                  <a:extLst>
                    <a:ext uri="{FF2B5EF4-FFF2-40B4-BE49-F238E27FC236}">
                      <a16:creationId xmlns:a16="http://schemas.microsoft.com/office/drawing/2014/main" id="{6F65321D-F8E3-8297-A8EB-BC4D0970EDC5}"/>
                    </a:ext>
                  </a:extLst>
                </p:cNvPr>
                <p:cNvPicPr/>
                <p:nvPr/>
              </p:nvPicPr>
              <p:blipFill>
                <a:blip r:embed="rId470"/>
                <a:stretch>
                  <a:fillRect/>
                </a:stretch>
              </p:blipFill>
              <p:spPr>
                <a:xfrm>
                  <a:off x="9370319" y="5035342"/>
                  <a:ext cx="14256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293" name="Ink 292">
                  <a:extLst>
                    <a:ext uri="{FF2B5EF4-FFF2-40B4-BE49-F238E27FC236}">
                      <a16:creationId xmlns:a16="http://schemas.microsoft.com/office/drawing/2014/main" id="{AB2E7C88-0C3F-0263-A2E8-5B46EC5EBD80}"/>
                    </a:ext>
                  </a:extLst>
                </p14:cNvPr>
                <p14:cNvContentPartPr/>
                <p14:nvPr/>
              </p14:nvContentPartPr>
              <p14:xfrm>
                <a:off x="9575879" y="5019142"/>
                <a:ext cx="429120" cy="182160"/>
              </p14:xfrm>
            </p:contentPart>
          </mc:Choice>
          <mc:Fallback xmlns="">
            <p:pic>
              <p:nvPicPr>
                <p:cNvPr id="293" name="Ink 292">
                  <a:extLst>
                    <a:ext uri="{FF2B5EF4-FFF2-40B4-BE49-F238E27FC236}">
                      <a16:creationId xmlns:a16="http://schemas.microsoft.com/office/drawing/2014/main" id="{AB2E7C88-0C3F-0263-A2E8-5B46EC5EBD80}"/>
                    </a:ext>
                  </a:extLst>
                </p:cNvPr>
                <p:cNvPicPr/>
                <p:nvPr/>
              </p:nvPicPr>
              <p:blipFill>
                <a:blip r:embed="rId472"/>
                <a:stretch>
                  <a:fillRect/>
                </a:stretch>
              </p:blipFill>
              <p:spPr>
                <a:xfrm>
                  <a:off x="9569759" y="5013022"/>
                  <a:ext cx="4413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294" name="Ink 293">
                  <a:extLst>
                    <a:ext uri="{FF2B5EF4-FFF2-40B4-BE49-F238E27FC236}">
                      <a16:creationId xmlns:a16="http://schemas.microsoft.com/office/drawing/2014/main" id="{DA12DE6A-C50A-1B1B-77BB-E544C35E226E}"/>
                    </a:ext>
                  </a:extLst>
                </p14:cNvPr>
                <p14:cNvContentPartPr/>
                <p14:nvPr/>
              </p14:nvContentPartPr>
              <p14:xfrm>
                <a:off x="9853439" y="5001142"/>
                <a:ext cx="30960" cy="24120"/>
              </p14:xfrm>
            </p:contentPart>
          </mc:Choice>
          <mc:Fallback xmlns="">
            <p:pic>
              <p:nvPicPr>
                <p:cNvPr id="294" name="Ink 293">
                  <a:extLst>
                    <a:ext uri="{FF2B5EF4-FFF2-40B4-BE49-F238E27FC236}">
                      <a16:creationId xmlns:a16="http://schemas.microsoft.com/office/drawing/2014/main" id="{DA12DE6A-C50A-1B1B-77BB-E544C35E226E}"/>
                    </a:ext>
                  </a:extLst>
                </p:cNvPr>
                <p:cNvPicPr/>
                <p:nvPr/>
              </p:nvPicPr>
              <p:blipFill>
                <a:blip r:embed="rId474"/>
                <a:stretch>
                  <a:fillRect/>
                </a:stretch>
              </p:blipFill>
              <p:spPr>
                <a:xfrm>
                  <a:off x="9847319" y="4995022"/>
                  <a:ext cx="432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295" name="Ink 294">
                  <a:extLst>
                    <a:ext uri="{FF2B5EF4-FFF2-40B4-BE49-F238E27FC236}">
                      <a16:creationId xmlns:a16="http://schemas.microsoft.com/office/drawing/2014/main" id="{E222C961-5209-BED5-A341-CFC9A108F5B0}"/>
                    </a:ext>
                  </a:extLst>
                </p14:cNvPr>
                <p14:cNvContentPartPr/>
                <p14:nvPr/>
              </p14:nvContentPartPr>
              <p14:xfrm>
                <a:off x="10067999" y="5032462"/>
                <a:ext cx="126720" cy="111960"/>
              </p14:xfrm>
            </p:contentPart>
          </mc:Choice>
          <mc:Fallback xmlns="">
            <p:pic>
              <p:nvPicPr>
                <p:cNvPr id="295" name="Ink 294">
                  <a:extLst>
                    <a:ext uri="{FF2B5EF4-FFF2-40B4-BE49-F238E27FC236}">
                      <a16:creationId xmlns:a16="http://schemas.microsoft.com/office/drawing/2014/main" id="{E222C961-5209-BED5-A341-CFC9A108F5B0}"/>
                    </a:ext>
                  </a:extLst>
                </p:cNvPr>
                <p:cNvPicPr/>
                <p:nvPr/>
              </p:nvPicPr>
              <p:blipFill>
                <a:blip r:embed="rId476"/>
                <a:stretch>
                  <a:fillRect/>
                </a:stretch>
              </p:blipFill>
              <p:spPr>
                <a:xfrm>
                  <a:off x="10061879" y="5026342"/>
                  <a:ext cx="1389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296" name="Ink 295">
                  <a:extLst>
                    <a:ext uri="{FF2B5EF4-FFF2-40B4-BE49-F238E27FC236}">
                      <a16:creationId xmlns:a16="http://schemas.microsoft.com/office/drawing/2014/main" id="{B0EB46D0-65BD-953C-A8AD-48E8AE099036}"/>
                    </a:ext>
                  </a:extLst>
                </p14:cNvPr>
                <p14:cNvContentPartPr/>
                <p14:nvPr/>
              </p14:nvContentPartPr>
              <p14:xfrm>
                <a:off x="10213079" y="4970182"/>
                <a:ext cx="368640" cy="169920"/>
              </p14:xfrm>
            </p:contentPart>
          </mc:Choice>
          <mc:Fallback xmlns="">
            <p:pic>
              <p:nvPicPr>
                <p:cNvPr id="296" name="Ink 295">
                  <a:extLst>
                    <a:ext uri="{FF2B5EF4-FFF2-40B4-BE49-F238E27FC236}">
                      <a16:creationId xmlns:a16="http://schemas.microsoft.com/office/drawing/2014/main" id="{B0EB46D0-65BD-953C-A8AD-48E8AE099036}"/>
                    </a:ext>
                  </a:extLst>
                </p:cNvPr>
                <p:cNvPicPr/>
                <p:nvPr/>
              </p:nvPicPr>
              <p:blipFill>
                <a:blip r:embed="rId478"/>
                <a:stretch>
                  <a:fillRect/>
                </a:stretch>
              </p:blipFill>
              <p:spPr>
                <a:xfrm>
                  <a:off x="10206959" y="4964062"/>
                  <a:ext cx="38088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297" name="Ink 296">
                  <a:extLst>
                    <a:ext uri="{FF2B5EF4-FFF2-40B4-BE49-F238E27FC236}">
                      <a16:creationId xmlns:a16="http://schemas.microsoft.com/office/drawing/2014/main" id="{86327589-2130-B4C8-490E-96B925122C9D}"/>
                    </a:ext>
                  </a:extLst>
                </p14:cNvPr>
                <p14:cNvContentPartPr/>
                <p14:nvPr/>
              </p14:nvContentPartPr>
              <p14:xfrm>
                <a:off x="10295159" y="5160622"/>
                <a:ext cx="189720" cy="43920"/>
              </p14:xfrm>
            </p:contentPart>
          </mc:Choice>
          <mc:Fallback xmlns="">
            <p:pic>
              <p:nvPicPr>
                <p:cNvPr id="297" name="Ink 296">
                  <a:extLst>
                    <a:ext uri="{FF2B5EF4-FFF2-40B4-BE49-F238E27FC236}">
                      <a16:creationId xmlns:a16="http://schemas.microsoft.com/office/drawing/2014/main" id="{86327589-2130-B4C8-490E-96B925122C9D}"/>
                    </a:ext>
                  </a:extLst>
                </p:cNvPr>
                <p:cNvPicPr/>
                <p:nvPr/>
              </p:nvPicPr>
              <p:blipFill>
                <a:blip r:embed="rId480"/>
                <a:stretch>
                  <a:fillRect/>
                </a:stretch>
              </p:blipFill>
              <p:spPr>
                <a:xfrm>
                  <a:off x="10289039" y="5154502"/>
                  <a:ext cx="20196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298" name="Ink 297">
                  <a:extLst>
                    <a:ext uri="{FF2B5EF4-FFF2-40B4-BE49-F238E27FC236}">
                      <a16:creationId xmlns:a16="http://schemas.microsoft.com/office/drawing/2014/main" id="{E65831EE-22BA-8EA5-07CA-E0D5255FA683}"/>
                    </a:ext>
                  </a:extLst>
                </p14:cNvPr>
                <p14:cNvContentPartPr/>
                <p14:nvPr/>
              </p14:nvContentPartPr>
              <p14:xfrm>
                <a:off x="10326479" y="5187262"/>
                <a:ext cx="217440" cy="53280"/>
              </p14:xfrm>
            </p:contentPart>
          </mc:Choice>
          <mc:Fallback xmlns="">
            <p:pic>
              <p:nvPicPr>
                <p:cNvPr id="298" name="Ink 297">
                  <a:extLst>
                    <a:ext uri="{FF2B5EF4-FFF2-40B4-BE49-F238E27FC236}">
                      <a16:creationId xmlns:a16="http://schemas.microsoft.com/office/drawing/2014/main" id="{E65831EE-22BA-8EA5-07CA-E0D5255FA683}"/>
                    </a:ext>
                  </a:extLst>
                </p:cNvPr>
                <p:cNvPicPr/>
                <p:nvPr/>
              </p:nvPicPr>
              <p:blipFill>
                <a:blip r:embed="rId482"/>
                <a:stretch>
                  <a:fillRect/>
                </a:stretch>
              </p:blipFill>
              <p:spPr>
                <a:xfrm>
                  <a:off x="10320359" y="5181142"/>
                  <a:ext cx="229680" cy="65520"/>
                </a:xfrm>
                <a:prstGeom prst="rect">
                  <a:avLst/>
                </a:prstGeom>
              </p:spPr>
            </p:pic>
          </mc:Fallback>
        </mc:AlternateContent>
      </p:grpSp>
    </p:spTree>
    <p:extLst>
      <p:ext uri="{BB962C8B-B14F-4D97-AF65-F5344CB8AC3E}">
        <p14:creationId xmlns:p14="http://schemas.microsoft.com/office/powerpoint/2010/main" val="4224269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3ED10-07D2-B3C4-D0F0-E949D268111A}"/>
              </a:ext>
            </a:extLst>
          </p:cNvPr>
          <p:cNvSpPr>
            <a:spLocks noGrp="1"/>
          </p:cNvSpPr>
          <p:nvPr>
            <p:ph type="title"/>
          </p:nvPr>
        </p:nvSpPr>
        <p:spPr/>
        <p:txBody>
          <a:bodyPr/>
          <a:lstStyle/>
          <a:p>
            <a:r>
              <a:rPr lang="en-IN" dirty="0"/>
              <a:t>ImageNet Dataset</a:t>
            </a:r>
          </a:p>
        </p:txBody>
      </p:sp>
      <p:sp>
        <p:nvSpPr>
          <p:cNvPr id="11" name="TextBox 10">
            <a:extLst>
              <a:ext uri="{FF2B5EF4-FFF2-40B4-BE49-F238E27FC236}">
                <a16:creationId xmlns:a16="http://schemas.microsoft.com/office/drawing/2014/main" id="{7C533598-B07B-26F7-3104-7E1025292C09}"/>
              </a:ext>
            </a:extLst>
          </p:cNvPr>
          <p:cNvSpPr txBox="1"/>
          <p:nvPr/>
        </p:nvSpPr>
        <p:spPr>
          <a:xfrm>
            <a:off x="6854910" y="1122747"/>
            <a:ext cx="6225898" cy="369332"/>
          </a:xfrm>
          <a:prstGeom prst="rect">
            <a:avLst/>
          </a:prstGeom>
          <a:noFill/>
        </p:spPr>
        <p:txBody>
          <a:bodyPr wrap="square">
            <a:spAutoFit/>
          </a:bodyPr>
          <a:lstStyle/>
          <a:p>
            <a:r>
              <a:rPr lang="en-IN" dirty="0">
                <a:hlinkClick r:id="rId2"/>
              </a:rPr>
              <a:t>https://www.image-net.org/challenges/LSVRC/</a:t>
            </a:r>
            <a:endParaRPr lang="en-IN"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3D46B89-92B3-1E0A-ECDE-687CC8479D2E}"/>
                  </a:ext>
                </a:extLst>
              </p14:cNvPr>
              <p14:cNvContentPartPr/>
              <p14:nvPr/>
            </p14:nvContentPartPr>
            <p14:xfrm>
              <a:off x="-150884" y="1730323"/>
              <a:ext cx="68040" cy="50400"/>
            </p14:xfrm>
          </p:contentPart>
        </mc:Choice>
        <mc:Fallback xmlns="">
          <p:pic>
            <p:nvPicPr>
              <p:cNvPr id="4" name="Ink 3">
                <a:extLst>
                  <a:ext uri="{FF2B5EF4-FFF2-40B4-BE49-F238E27FC236}">
                    <a16:creationId xmlns:a16="http://schemas.microsoft.com/office/drawing/2014/main" id="{73D46B89-92B3-1E0A-ECDE-687CC8479D2E}"/>
                  </a:ext>
                </a:extLst>
              </p:cNvPr>
              <p:cNvPicPr/>
              <p:nvPr/>
            </p:nvPicPr>
            <p:blipFill>
              <a:blip r:embed="rId4"/>
              <a:stretch>
                <a:fillRect/>
              </a:stretch>
            </p:blipFill>
            <p:spPr>
              <a:xfrm>
                <a:off x="-157004" y="1724203"/>
                <a:ext cx="80280" cy="62640"/>
              </a:xfrm>
              <a:prstGeom prst="rect">
                <a:avLst/>
              </a:prstGeom>
            </p:spPr>
          </p:pic>
        </mc:Fallback>
      </mc:AlternateContent>
      <p:grpSp>
        <p:nvGrpSpPr>
          <p:cNvPr id="7" name="Group 6">
            <a:extLst>
              <a:ext uri="{FF2B5EF4-FFF2-40B4-BE49-F238E27FC236}">
                <a16:creationId xmlns:a16="http://schemas.microsoft.com/office/drawing/2014/main" id="{B431450F-B9EB-121B-CE3C-1FEC2135D77D}"/>
              </a:ext>
            </a:extLst>
          </p:cNvPr>
          <p:cNvGrpSpPr/>
          <p:nvPr/>
        </p:nvGrpSpPr>
        <p:grpSpPr>
          <a:xfrm>
            <a:off x="929836" y="1914283"/>
            <a:ext cx="9307800" cy="1152720"/>
            <a:chOff x="929836" y="1914283"/>
            <a:chExt cx="9307800" cy="115272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8FAB7FF1-DB8F-90C7-49C5-BA862B902770}"/>
                    </a:ext>
                  </a:extLst>
                </p14:cNvPr>
                <p14:cNvContentPartPr/>
                <p14:nvPr/>
              </p14:nvContentPartPr>
              <p14:xfrm>
                <a:off x="929836" y="1914283"/>
                <a:ext cx="885960" cy="626040"/>
              </p14:xfrm>
            </p:contentPart>
          </mc:Choice>
          <mc:Fallback xmlns="">
            <p:pic>
              <p:nvPicPr>
                <p:cNvPr id="5" name="Ink 4">
                  <a:extLst>
                    <a:ext uri="{FF2B5EF4-FFF2-40B4-BE49-F238E27FC236}">
                      <a16:creationId xmlns:a16="http://schemas.microsoft.com/office/drawing/2014/main" id="{8FAB7FF1-DB8F-90C7-49C5-BA862B902770}"/>
                    </a:ext>
                  </a:extLst>
                </p:cNvPr>
                <p:cNvPicPr/>
                <p:nvPr/>
              </p:nvPicPr>
              <p:blipFill>
                <a:blip r:embed="rId6"/>
                <a:stretch>
                  <a:fillRect/>
                </a:stretch>
              </p:blipFill>
              <p:spPr>
                <a:xfrm>
                  <a:off x="923716" y="1908163"/>
                  <a:ext cx="898200" cy="638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D1B6A916-0A65-8F65-A2A2-FA43FA68EEFA}"/>
                    </a:ext>
                  </a:extLst>
                </p14:cNvPr>
                <p14:cNvContentPartPr/>
                <p14:nvPr/>
              </p14:nvContentPartPr>
              <p14:xfrm>
                <a:off x="5140036" y="2102203"/>
                <a:ext cx="5097600" cy="964800"/>
              </p14:xfrm>
            </p:contentPart>
          </mc:Choice>
          <mc:Fallback xmlns="">
            <p:pic>
              <p:nvPicPr>
                <p:cNvPr id="6" name="Ink 5">
                  <a:extLst>
                    <a:ext uri="{FF2B5EF4-FFF2-40B4-BE49-F238E27FC236}">
                      <a16:creationId xmlns:a16="http://schemas.microsoft.com/office/drawing/2014/main" id="{D1B6A916-0A65-8F65-A2A2-FA43FA68EEFA}"/>
                    </a:ext>
                  </a:extLst>
                </p:cNvPr>
                <p:cNvPicPr/>
                <p:nvPr/>
              </p:nvPicPr>
              <p:blipFill>
                <a:blip r:embed="rId8"/>
                <a:stretch>
                  <a:fillRect/>
                </a:stretch>
              </p:blipFill>
              <p:spPr>
                <a:xfrm>
                  <a:off x="5133916" y="2096083"/>
                  <a:ext cx="5109840" cy="977040"/>
                </a:xfrm>
                <a:prstGeom prst="rect">
                  <a:avLst/>
                </a:prstGeom>
              </p:spPr>
            </p:pic>
          </mc:Fallback>
        </mc:AlternateContent>
      </p:grpSp>
      <p:grpSp>
        <p:nvGrpSpPr>
          <p:cNvPr id="114" name="Group 113">
            <a:extLst>
              <a:ext uri="{FF2B5EF4-FFF2-40B4-BE49-F238E27FC236}">
                <a16:creationId xmlns:a16="http://schemas.microsoft.com/office/drawing/2014/main" id="{92A2E58E-C443-D5E0-E7B3-8D8EB54D8A7C}"/>
              </a:ext>
            </a:extLst>
          </p:cNvPr>
          <p:cNvGrpSpPr/>
          <p:nvPr/>
        </p:nvGrpSpPr>
        <p:grpSpPr>
          <a:xfrm>
            <a:off x="674236" y="1497403"/>
            <a:ext cx="10927440" cy="3042360"/>
            <a:chOff x="674236" y="1497403"/>
            <a:chExt cx="10927440" cy="3042360"/>
          </a:xfrm>
        </p:grpSpPr>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26556D18-EBAD-4A1D-D9B7-B5F685DE3DEC}"/>
                    </a:ext>
                  </a:extLst>
                </p14:cNvPr>
                <p14:cNvContentPartPr/>
                <p14:nvPr/>
              </p14:nvContentPartPr>
              <p14:xfrm>
                <a:off x="674236" y="1497403"/>
                <a:ext cx="473040" cy="505080"/>
              </p14:xfrm>
            </p:contentPart>
          </mc:Choice>
          <mc:Fallback xmlns="">
            <p:pic>
              <p:nvPicPr>
                <p:cNvPr id="8" name="Ink 7">
                  <a:extLst>
                    <a:ext uri="{FF2B5EF4-FFF2-40B4-BE49-F238E27FC236}">
                      <a16:creationId xmlns:a16="http://schemas.microsoft.com/office/drawing/2014/main" id="{26556D18-EBAD-4A1D-D9B7-B5F685DE3DEC}"/>
                    </a:ext>
                  </a:extLst>
                </p:cNvPr>
                <p:cNvPicPr/>
                <p:nvPr/>
              </p:nvPicPr>
              <p:blipFill>
                <a:blip r:embed="rId10"/>
                <a:stretch>
                  <a:fillRect/>
                </a:stretch>
              </p:blipFill>
              <p:spPr>
                <a:xfrm>
                  <a:off x="668116" y="1491283"/>
                  <a:ext cx="485280" cy="517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95923659-9502-AA78-E4ED-8FAA79CA56BD}"/>
                    </a:ext>
                  </a:extLst>
                </p14:cNvPr>
                <p14:cNvContentPartPr/>
                <p14:nvPr/>
              </p14:nvContentPartPr>
              <p14:xfrm>
                <a:off x="1497916" y="1825003"/>
                <a:ext cx="506160" cy="223200"/>
              </p14:xfrm>
            </p:contentPart>
          </mc:Choice>
          <mc:Fallback xmlns="">
            <p:pic>
              <p:nvPicPr>
                <p:cNvPr id="9" name="Ink 8">
                  <a:extLst>
                    <a:ext uri="{FF2B5EF4-FFF2-40B4-BE49-F238E27FC236}">
                      <a16:creationId xmlns:a16="http://schemas.microsoft.com/office/drawing/2014/main" id="{95923659-9502-AA78-E4ED-8FAA79CA56BD}"/>
                    </a:ext>
                  </a:extLst>
                </p:cNvPr>
                <p:cNvPicPr/>
                <p:nvPr/>
              </p:nvPicPr>
              <p:blipFill>
                <a:blip r:embed="rId12"/>
                <a:stretch>
                  <a:fillRect/>
                </a:stretch>
              </p:blipFill>
              <p:spPr>
                <a:xfrm>
                  <a:off x="1491796" y="1818883"/>
                  <a:ext cx="51840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52DDDD6C-E071-F48F-88B4-75DD35345A34}"/>
                    </a:ext>
                  </a:extLst>
                </p14:cNvPr>
                <p14:cNvContentPartPr/>
                <p14:nvPr/>
              </p14:nvContentPartPr>
              <p14:xfrm>
                <a:off x="1930276" y="1904203"/>
                <a:ext cx="261720" cy="105840"/>
              </p14:xfrm>
            </p:contentPart>
          </mc:Choice>
          <mc:Fallback xmlns="">
            <p:pic>
              <p:nvPicPr>
                <p:cNvPr id="10" name="Ink 9">
                  <a:extLst>
                    <a:ext uri="{FF2B5EF4-FFF2-40B4-BE49-F238E27FC236}">
                      <a16:creationId xmlns:a16="http://schemas.microsoft.com/office/drawing/2014/main" id="{52DDDD6C-E071-F48F-88B4-75DD35345A34}"/>
                    </a:ext>
                  </a:extLst>
                </p:cNvPr>
                <p:cNvPicPr/>
                <p:nvPr/>
              </p:nvPicPr>
              <p:blipFill>
                <a:blip r:embed="rId14"/>
                <a:stretch>
                  <a:fillRect/>
                </a:stretch>
              </p:blipFill>
              <p:spPr>
                <a:xfrm>
                  <a:off x="1924156" y="1898083"/>
                  <a:ext cx="2739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D9E20497-3C70-B8C4-E63C-B5C57DECF8B2}"/>
                    </a:ext>
                  </a:extLst>
                </p14:cNvPr>
                <p14:cNvContentPartPr/>
                <p14:nvPr/>
              </p14:nvContentPartPr>
              <p14:xfrm>
                <a:off x="2305756" y="1817083"/>
                <a:ext cx="188280" cy="200520"/>
              </p14:xfrm>
            </p:contentPart>
          </mc:Choice>
          <mc:Fallback xmlns="">
            <p:pic>
              <p:nvPicPr>
                <p:cNvPr id="12" name="Ink 11">
                  <a:extLst>
                    <a:ext uri="{FF2B5EF4-FFF2-40B4-BE49-F238E27FC236}">
                      <a16:creationId xmlns:a16="http://schemas.microsoft.com/office/drawing/2014/main" id="{D9E20497-3C70-B8C4-E63C-B5C57DECF8B2}"/>
                    </a:ext>
                  </a:extLst>
                </p:cNvPr>
                <p:cNvPicPr/>
                <p:nvPr/>
              </p:nvPicPr>
              <p:blipFill>
                <a:blip r:embed="rId16"/>
                <a:stretch>
                  <a:fillRect/>
                </a:stretch>
              </p:blipFill>
              <p:spPr>
                <a:xfrm>
                  <a:off x="2299636" y="1810963"/>
                  <a:ext cx="20052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468C1853-8A9D-35CA-BBA3-EA1E3D4A9954}"/>
                    </a:ext>
                  </a:extLst>
                </p14:cNvPr>
                <p14:cNvContentPartPr/>
                <p14:nvPr/>
              </p14:nvContentPartPr>
              <p14:xfrm>
                <a:off x="2558476" y="1919323"/>
                <a:ext cx="219240" cy="102600"/>
              </p14:xfrm>
            </p:contentPart>
          </mc:Choice>
          <mc:Fallback xmlns="">
            <p:pic>
              <p:nvPicPr>
                <p:cNvPr id="13" name="Ink 12">
                  <a:extLst>
                    <a:ext uri="{FF2B5EF4-FFF2-40B4-BE49-F238E27FC236}">
                      <a16:creationId xmlns:a16="http://schemas.microsoft.com/office/drawing/2014/main" id="{468C1853-8A9D-35CA-BBA3-EA1E3D4A9954}"/>
                    </a:ext>
                  </a:extLst>
                </p:cNvPr>
                <p:cNvPicPr/>
                <p:nvPr/>
              </p:nvPicPr>
              <p:blipFill>
                <a:blip r:embed="rId18"/>
                <a:stretch>
                  <a:fillRect/>
                </a:stretch>
              </p:blipFill>
              <p:spPr>
                <a:xfrm>
                  <a:off x="2552356" y="1913203"/>
                  <a:ext cx="23148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1F3CA74A-9ACA-E896-C22B-9C0B7F827C0F}"/>
                    </a:ext>
                  </a:extLst>
                </p14:cNvPr>
                <p14:cNvContentPartPr/>
                <p14:nvPr/>
              </p14:nvContentPartPr>
              <p14:xfrm>
                <a:off x="2786356" y="1891603"/>
                <a:ext cx="216000" cy="140040"/>
              </p14:xfrm>
            </p:contentPart>
          </mc:Choice>
          <mc:Fallback xmlns="">
            <p:pic>
              <p:nvPicPr>
                <p:cNvPr id="14" name="Ink 13">
                  <a:extLst>
                    <a:ext uri="{FF2B5EF4-FFF2-40B4-BE49-F238E27FC236}">
                      <a16:creationId xmlns:a16="http://schemas.microsoft.com/office/drawing/2014/main" id="{1F3CA74A-9ACA-E896-C22B-9C0B7F827C0F}"/>
                    </a:ext>
                  </a:extLst>
                </p:cNvPr>
                <p:cNvPicPr/>
                <p:nvPr/>
              </p:nvPicPr>
              <p:blipFill>
                <a:blip r:embed="rId20"/>
                <a:stretch>
                  <a:fillRect/>
                </a:stretch>
              </p:blipFill>
              <p:spPr>
                <a:xfrm>
                  <a:off x="2780236" y="1885483"/>
                  <a:ext cx="2282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F03A5E7E-ACDD-F131-8AB6-A30722BAF973}"/>
                    </a:ext>
                  </a:extLst>
                </p14:cNvPr>
                <p14:cNvContentPartPr/>
                <p14:nvPr/>
              </p14:nvContentPartPr>
              <p14:xfrm>
                <a:off x="3150316" y="1880443"/>
                <a:ext cx="216360" cy="75960"/>
              </p14:xfrm>
            </p:contentPart>
          </mc:Choice>
          <mc:Fallback xmlns="">
            <p:pic>
              <p:nvPicPr>
                <p:cNvPr id="16" name="Ink 15">
                  <a:extLst>
                    <a:ext uri="{FF2B5EF4-FFF2-40B4-BE49-F238E27FC236}">
                      <a16:creationId xmlns:a16="http://schemas.microsoft.com/office/drawing/2014/main" id="{F03A5E7E-ACDD-F131-8AB6-A30722BAF973}"/>
                    </a:ext>
                  </a:extLst>
                </p:cNvPr>
                <p:cNvPicPr/>
                <p:nvPr/>
              </p:nvPicPr>
              <p:blipFill>
                <a:blip r:embed="rId22"/>
                <a:stretch>
                  <a:fillRect/>
                </a:stretch>
              </p:blipFill>
              <p:spPr>
                <a:xfrm>
                  <a:off x="3144196" y="1874323"/>
                  <a:ext cx="2286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8A59E422-29F9-165A-2338-30EDF6BB9968}"/>
                    </a:ext>
                  </a:extLst>
                </p14:cNvPr>
                <p14:cNvContentPartPr/>
                <p14:nvPr/>
              </p14:nvContentPartPr>
              <p14:xfrm>
                <a:off x="3597076" y="1866043"/>
                <a:ext cx="111240" cy="90360"/>
              </p14:xfrm>
            </p:contentPart>
          </mc:Choice>
          <mc:Fallback xmlns="">
            <p:pic>
              <p:nvPicPr>
                <p:cNvPr id="17" name="Ink 16">
                  <a:extLst>
                    <a:ext uri="{FF2B5EF4-FFF2-40B4-BE49-F238E27FC236}">
                      <a16:creationId xmlns:a16="http://schemas.microsoft.com/office/drawing/2014/main" id="{8A59E422-29F9-165A-2338-30EDF6BB9968}"/>
                    </a:ext>
                  </a:extLst>
                </p:cNvPr>
                <p:cNvPicPr/>
                <p:nvPr/>
              </p:nvPicPr>
              <p:blipFill>
                <a:blip r:embed="rId24"/>
                <a:stretch>
                  <a:fillRect/>
                </a:stretch>
              </p:blipFill>
              <p:spPr>
                <a:xfrm>
                  <a:off x="3590956" y="1859923"/>
                  <a:ext cx="12348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C0B57B3A-3990-D88E-3CFB-AE2979AEFBC2}"/>
                    </a:ext>
                  </a:extLst>
                </p14:cNvPr>
                <p14:cNvContentPartPr/>
                <p14:nvPr/>
              </p14:nvContentPartPr>
              <p14:xfrm>
                <a:off x="3557476" y="1949923"/>
                <a:ext cx="208440" cy="48240"/>
              </p14:xfrm>
            </p:contentPart>
          </mc:Choice>
          <mc:Fallback xmlns="">
            <p:pic>
              <p:nvPicPr>
                <p:cNvPr id="18" name="Ink 17">
                  <a:extLst>
                    <a:ext uri="{FF2B5EF4-FFF2-40B4-BE49-F238E27FC236}">
                      <a16:creationId xmlns:a16="http://schemas.microsoft.com/office/drawing/2014/main" id="{C0B57B3A-3990-D88E-3CFB-AE2979AEFBC2}"/>
                    </a:ext>
                  </a:extLst>
                </p:cNvPr>
                <p:cNvPicPr/>
                <p:nvPr/>
              </p:nvPicPr>
              <p:blipFill>
                <a:blip r:embed="rId26"/>
                <a:stretch>
                  <a:fillRect/>
                </a:stretch>
              </p:blipFill>
              <p:spPr>
                <a:xfrm>
                  <a:off x="3551356" y="1943803"/>
                  <a:ext cx="22068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3151B9BE-05AA-DF88-189D-160A20D0E6EA}"/>
                    </a:ext>
                  </a:extLst>
                </p14:cNvPr>
                <p14:cNvContentPartPr/>
                <p14:nvPr/>
              </p14:nvContentPartPr>
              <p14:xfrm>
                <a:off x="3530116" y="1840123"/>
                <a:ext cx="236520" cy="27720"/>
              </p14:xfrm>
            </p:contentPart>
          </mc:Choice>
          <mc:Fallback xmlns="">
            <p:pic>
              <p:nvPicPr>
                <p:cNvPr id="19" name="Ink 18">
                  <a:extLst>
                    <a:ext uri="{FF2B5EF4-FFF2-40B4-BE49-F238E27FC236}">
                      <a16:creationId xmlns:a16="http://schemas.microsoft.com/office/drawing/2014/main" id="{3151B9BE-05AA-DF88-189D-160A20D0E6EA}"/>
                    </a:ext>
                  </a:extLst>
                </p:cNvPr>
                <p:cNvPicPr/>
                <p:nvPr/>
              </p:nvPicPr>
              <p:blipFill>
                <a:blip r:embed="rId28"/>
                <a:stretch>
                  <a:fillRect/>
                </a:stretch>
              </p:blipFill>
              <p:spPr>
                <a:xfrm>
                  <a:off x="3523996" y="1834003"/>
                  <a:ext cx="24876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BA63668F-893A-0476-9A09-33C04C37E38E}"/>
                    </a:ext>
                  </a:extLst>
                </p14:cNvPr>
                <p14:cNvContentPartPr/>
                <p14:nvPr/>
              </p14:nvContentPartPr>
              <p14:xfrm>
                <a:off x="3823156" y="1868203"/>
                <a:ext cx="676800" cy="193320"/>
              </p14:xfrm>
            </p:contentPart>
          </mc:Choice>
          <mc:Fallback xmlns="">
            <p:pic>
              <p:nvPicPr>
                <p:cNvPr id="20" name="Ink 19">
                  <a:extLst>
                    <a:ext uri="{FF2B5EF4-FFF2-40B4-BE49-F238E27FC236}">
                      <a16:creationId xmlns:a16="http://schemas.microsoft.com/office/drawing/2014/main" id="{BA63668F-893A-0476-9A09-33C04C37E38E}"/>
                    </a:ext>
                  </a:extLst>
                </p:cNvPr>
                <p:cNvPicPr/>
                <p:nvPr/>
              </p:nvPicPr>
              <p:blipFill>
                <a:blip r:embed="rId30"/>
                <a:stretch>
                  <a:fillRect/>
                </a:stretch>
              </p:blipFill>
              <p:spPr>
                <a:xfrm>
                  <a:off x="3817036" y="1862083"/>
                  <a:ext cx="6890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0513592F-2A42-2B91-8F5A-BFFE0BCA4906}"/>
                    </a:ext>
                  </a:extLst>
                </p14:cNvPr>
                <p14:cNvContentPartPr/>
                <p14:nvPr/>
              </p14:nvContentPartPr>
              <p14:xfrm>
                <a:off x="3930436" y="2093923"/>
                <a:ext cx="326520" cy="33480"/>
              </p14:xfrm>
            </p:contentPart>
          </mc:Choice>
          <mc:Fallback xmlns="">
            <p:pic>
              <p:nvPicPr>
                <p:cNvPr id="21" name="Ink 20">
                  <a:extLst>
                    <a:ext uri="{FF2B5EF4-FFF2-40B4-BE49-F238E27FC236}">
                      <a16:creationId xmlns:a16="http://schemas.microsoft.com/office/drawing/2014/main" id="{0513592F-2A42-2B91-8F5A-BFFE0BCA4906}"/>
                    </a:ext>
                  </a:extLst>
                </p:cNvPr>
                <p:cNvPicPr/>
                <p:nvPr/>
              </p:nvPicPr>
              <p:blipFill>
                <a:blip r:embed="rId32"/>
                <a:stretch>
                  <a:fillRect/>
                </a:stretch>
              </p:blipFill>
              <p:spPr>
                <a:xfrm>
                  <a:off x="3924316" y="2087803"/>
                  <a:ext cx="3387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C9E57290-3C75-AABC-89D7-471220CD207F}"/>
                    </a:ext>
                  </a:extLst>
                </p14:cNvPr>
                <p14:cNvContentPartPr/>
                <p14:nvPr/>
              </p14:nvContentPartPr>
              <p14:xfrm>
                <a:off x="3967516" y="2142523"/>
                <a:ext cx="216720" cy="40680"/>
              </p14:xfrm>
            </p:contentPart>
          </mc:Choice>
          <mc:Fallback xmlns="">
            <p:pic>
              <p:nvPicPr>
                <p:cNvPr id="22" name="Ink 21">
                  <a:extLst>
                    <a:ext uri="{FF2B5EF4-FFF2-40B4-BE49-F238E27FC236}">
                      <a16:creationId xmlns:a16="http://schemas.microsoft.com/office/drawing/2014/main" id="{C9E57290-3C75-AABC-89D7-471220CD207F}"/>
                    </a:ext>
                  </a:extLst>
                </p:cNvPr>
                <p:cNvPicPr/>
                <p:nvPr/>
              </p:nvPicPr>
              <p:blipFill>
                <a:blip r:embed="rId34"/>
                <a:stretch>
                  <a:fillRect/>
                </a:stretch>
              </p:blipFill>
              <p:spPr>
                <a:xfrm>
                  <a:off x="3961396" y="2136403"/>
                  <a:ext cx="22896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Ink 23">
                  <a:extLst>
                    <a:ext uri="{FF2B5EF4-FFF2-40B4-BE49-F238E27FC236}">
                      <a16:creationId xmlns:a16="http://schemas.microsoft.com/office/drawing/2014/main" id="{AE2ED9B9-F97C-F9B4-50E8-E1C07C153BCC}"/>
                    </a:ext>
                  </a:extLst>
                </p14:cNvPr>
                <p14:cNvContentPartPr/>
                <p14:nvPr/>
              </p14:nvContentPartPr>
              <p14:xfrm>
                <a:off x="1408636" y="2109763"/>
                <a:ext cx="2678760" cy="123480"/>
              </p14:xfrm>
            </p:contentPart>
          </mc:Choice>
          <mc:Fallback xmlns="">
            <p:pic>
              <p:nvPicPr>
                <p:cNvPr id="24" name="Ink 23">
                  <a:extLst>
                    <a:ext uri="{FF2B5EF4-FFF2-40B4-BE49-F238E27FC236}">
                      <a16:creationId xmlns:a16="http://schemas.microsoft.com/office/drawing/2014/main" id="{AE2ED9B9-F97C-F9B4-50E8-E1C07C153BCC}"/>
                    </a:ext>
                  </a:extLst>
                </p:cNvPr>
                <p:cNvPicPr/>
                <p:nvPr/>
              </p:nvPicPr>
              <p:blipFill>
                <a:blip r:embed="rId36"/>
                <a:stretch>
                  <a:fillRect/>
                </a:stretch>
              </p:blipFill>
              <p:spPr>
                <a:xfrm>
                  <a:off x="1402516" y="2103643"/>
                  <a:ext cx="26910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D0751305-402C-20F2-8FD2-EA5D530CDA76}"/>
                    </a:ext>
                  </a:extLst>
                </p14:cNvPr>
                <p14:cNvContentPartPr/>
                <p14:nvPr/>
              </p14:nvContentPartPr>
              <p14:xfrm>
                <a:off x="1461196" y="2183203"/>
                <a:ext cx="2691000" cy="125640"/>
              </p14:xfrm>
            </p:contentPart>
          </mc:Choice>
          <mc:Fallback xmlns="">
            <p:pic>
              <p:nvPicPr>
                <p:cNvPr id="25" name="Ink 24">
                  <a:extLst>
                    <a:ext uri="{FF2B5EF4-FFF2-40B4-BE49-F238E27FC236}">
                      <a16:creationId xmlns:a16="http://schemas.microsoft.com/office/drawing/2014/main" id="{D0751305-402C-20F2-8FD2-EA5D530CDA76}"/>
                    </a:ext>
                  </a:extLst>
                </p:cNvPr>
                <p:cNvPicPr/>
                <p:nvPr/>
              </p:nvPicPr>
              <p:blipFill>
                <a:blip r:embed="rId38"/>
                <a:stretch>
                  <a:fillRect/>
                </a:stretch>
              </p:blipFill>
              <p:spPr>
                <a:xfrm>
                  <a:off x="1455076" y="2177083"/>
                  <a:ext cx="27032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8F5DF6C5-1C79-94F6-4092-79C8B2B0CCF4}"/>
                    </a:ext>
                  </a:extLst>
                </p14:cNvPr>
                <p14:cNvContentPartPr/>
                <p14:nvPr/>
              </p14:nvContentPartPr>
              <p14:xfrm>
                <a:off x="995716" y="2620603"/>
                <a:ext cx="163800" cy="33120"/>
              </p14:xfrm>
            </p:contentPart>
          </mc:Choice>
          <mc:Fallback xmlns="">
            <p:pic>
              <p:nvPicPr>
                <p:cNvPr id="27" name="Ink 26">
                  <a:extLst>
                    <a:ext uri="{FF2B5EF4-FFF2-40B4-BE49-F238E27FC236}">
                      <a16:creationId xmlns:a16="http://schemas.microsoft.com/office/drawing/2014/main" id="{8F5DF6C5-1C79-94F6-4092-79C8B2B0CCF4}"/>
                    </a:ext>
                  </a:extLst>
                </p:cNvPr>
                <p:cNvPicPr/>
                <p:nvPr/>
              </p:nvPicPr>
              <p:blipFill>
                <a:blip r:embed="rId40"/>
                <a:stretch>
                  <a:fillRect/>
                </a:stretch>
              </p:blipFill>
              <p:spPr>
                <a:xfrm>
                  <a:off x="989596" y="2614483"/>
                  <a:ext cx="1760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143F444E-8567-3546-84DE-C513A025ED5F}"/>
                    </a:ext>
                  </a:extLst>
                </p14:cNvPr>
                <p14:cNvContentPartPr/>
                <p14:nvPr/>
              </p14:nvContentPartPr>
              <p14:xfrm>
                <a:off x="826156" y="2539603"/>
                <a:ext cx="400680" cy="199080"/>
              </p14:xfrm>
            </p:contentPart>
          </mc:Choice>
          <mc:Fallback xmlns="">
            <p:pic>
              <p:nvPicPr>
                <p:cNvPr id="28" name="Ink 27">
                  <a:extLst>
                    <a:ext uri="{FF2B5EF4-FFF2-40B4-BE49-F238E27FC236}">
                      <a16:creationId xmlns:a16="http://schemas.microsoft.com/office/drawing/2014/main" id="{143F444E-8567-3546-84DE-C513A025ED5F}"/>
                    </a:ext>
                  </a:extLst>
                </p:cNvPr>
                <p:cNvPicPr/>
                <p:nvPr/>
              </p:nvPicPr>
              <p:blipFill>
                <a:blip r:embed="rId42"/>
                <a:stretch>
                  <a:fillRect/>
                </a:stretch>
              </p:blipFill>
              <p:spPr>
                <a:xfrm>
                  <a:off x="820036" y="2533483"/>
                  <a:ext cx="41292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0" name="Ink 29">
                  <a:extLst>
                    <a:ext uri="{FF2B5EF4-FFF2-40B4-BE49-F238E27FC236}">
                      <a16:creationId xmlns:a16="http://schemas.microsoft.com/office/drawing/2014/main" id="{F49F28DF-94E7-9F40-9371-C2A0D642F24B}"/>
                    </a:ext>
                  </a:extLst>
                </p14:cNvPr>
                <p14:cNvContentPartPr/>
                <p14:nvPr/>
              </p14:nvContentPartPr>
              <p14:xfrm>
                <a:off x="1340956" y="2552923"/>
                <a:ext cx="293040" cy="181440"/>
              </p14:xfrm>
            </p:contentPart>
          </mc:Choice>
          <mc:Fallback xmlns="">
            <p:pic>
              <p:nvPicPr>
                <p:cNvPr id="30" name="Ink 29">
                  <a:extLst>
                    <a:ext uri="{FF2B5EF4-FFF2-40B4-BE49-F238E27FC236}">
                      <a16:creationId xmlns:a16="http://schemas.microsoft.com/office/drawing/2014/main" id="{F49F28DF-94E7-9F40-9371-C2A0D642F24B}"/>
                    </a:ext>
                  </a:extLst>
                </p:cNvPr>
                <p:cNvPicPr/>
                <p:nvPr/>
              </p:nvPicPr>
              <p:blipFill>
                <a:blip r:embed="rId44"/>
                <a:stretch>
                  <a:fillRect/>
                </a:stretch>
              </p:blipFill>
              <p:spPr>
                <a:xfrm>
                  <a:off x="1334836" y="2546803"/>
                  <a:ext cx="30528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1" name="Ink 30">
                  <a:extLst>
                    <a:ext uri="{FF2B5EF4-FFF2-40B4-BE49-F238E27FC236}">
                      <a16:creationId xmlns:a16="http://schemas.microsoft.com/office/drawing/2014/main" id="{F5F999E7-F78B-23F6-A711-5EB0557C2A97}"/>
                    </a:ext>
                  </a:extLst>
                </p14:cNvPr>
                <p14:cNvContentPartPr/>
                <p14:nvPr/>
              </p14:nvContentPartPr>
              <p14:xfrm>
                <a:off x="1645876" y="2603323"/>
                <a:ext cx="118440" cy="100440"/>
              </p14:xfrm>
            </p:contentPart>
          </mc:Choice>
          <mc:Fallback xmlns="">
            <p:pic>
              <p:nvPicPr>
                <p:cNvPr id="31" name="Ink 30">
                  <a:extLst>
                    <a:ext uri="{FF2B5EF4-FFF2-40B4-BE49-F238E27FC236}">
                      <a16:creationId xmlns:a16="http://schemas.microsoft.com/office/drawing/2014/main" id="{F5F999E7-F78B-23F6-A711-5EB0557C2A97}"/>
                    </a:ext>
                  </a:extLst>
                </p:cNvPr>
                <p:cNvPicPr/>
                <p:nvPr/>
              </p:nvPicPr>
              <p:blipFill>
                <a:blip r:embed="rId46"/>
                <a:stretch>
                  <a:fillRect/>
                </a:stretch>
              </p:blipFill>
              <p:spPr>
                <a:xfrm>
                  <a:off x="1639756" y="2597203"/>
                  <a:ext cx="13068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2" name="Ink 31">
                  <a:extLst>
                    <a:ext uri="{FF2B5EF4-FFF2-40B4-BE49-F238E27FC236}">
                      <a16:creationId xmlns:a16="http://schemas.microsoft.com/office/drawing/2014/main" id="{4BE2D395-920F-F5EC-1BD2-E165782F1D25}"/>
                    </a:ext>
                  </a:extLst>
                </p14:cNvPr>
                <p14:cNvContentPartPr/>
                <p14:nvPr/>
              </p14:nvContentPartPr>
              <p14:xfrm>
                <a:off x="1772956" y="2602963"/>
                <a:ext cx="120960" cy="78840"/>
              </p14:xfrm>
            </p:contentPart>
          </mc:Choice>
          <mc:Fallback xmlns="">
            <p:pic>
              <p:nvPicPr>
                <p:cNvPr id="32" name="Ink 31">
                  <a:extLst>
                    <a:ext uri="{FF2B5EF4-FFF2-40B4-BE49-F238E27FC236}">
                      <a16:creationId xmlns:a16="http://schemas.microsoft.com/office/drawing/2014/main" id="{4BE2D395-920F-F5EC-1BD2-E165782F1D25}"/>
                    </a:ext>
                  </a:extLst>
                </p:cNvPr>
                <p:cNvPicPr/>
                <p:nvPr/>
              </p:nvPicPr>
              <p:blipFill>
                <a:blip r:embed="rId48"/>
                <a:stretch>
                  <a:fillRect/>
                </a:stretch>
              </p:blipFill>
              <p:spPr>
                <a:xfrm>
                  <a:off x="1766836" y="2596843"/>
                  <a:ext cx="13320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3" name="Ink 32">
                  <a:extLst>
                    <a:ext uri="{FF2B5EF4-FFF2-40B4-BE49-F238E27FC236}">
                      <a16:creationId xmlns:a16="http://schemas.microsoft.com/office/drawing/2014/main" id="{568BE630-8B14-011C-37A9-4B2243E94000}"/>
                    </a:ext>
                  </a:extLst>
                </p14:cNvPr>
                <p14:cNvContentPartPr/>
                <p14:nvPr/>
              </p14:nvContentPartPr>
              <p14:xfrm>
                <a:off x="1982476" y="2535643"/>
                <a:ext cx="185040" cy="131400"/>
              </p14:xfrm>
            </p:contentPart>
          </mc:Choice>
          <mc:Fallback xmlns="">
            <p:pic>
              <p:nvPicPr>
                <p:cNvPr id="33" name="Ink 32">
                  <a:extLst>
                    <a:ext uri="{FF2B5EF4-FFF2-40B4-BE49-F238E27FC236}">
                      <a16:creationId xmlns:a16="http://schemas.microsoft.com/office/drawing/2014/main" id="{568BE630-8B14-011C-37A9-4B2243E94000}"/>
                    </a:ext>
                  </a:extLst>
                </p:cNvPr>
                <p:cNvPicPr/>
                <p:nvPr/>
              </p:nvPicPr>
              <p:blipFill>
                <a:blip r:embed="rId50"/>
                <a:stretch>
                  <a:fillRect/>
                </a:stretch>
              </p:blipFill>
              <p:spPr>
                <a:xfrm>
                  <a:off x="1976356" y="2529523"/>
                  <a:ext cx="19728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4" name="Ink 33">
                  <a:extLst>
                    <a:ext uri="{FF2B5EF4-FFF2-40B4-BE49-F238E27FC236}">
                      <a16:creationId xmlns:a16="http://schemas.microsoft.com/office/drawing/2014/main" id="{6DA6C3D3-4B05-81F7-E478-DFAB7090504E}"/>
                    </a:ext>
                  </a:extLst>
                </p14:cNvPr>
                <p14:cNvContentPartPr/>
                <p14:nvPr/>
              </p14:nvContentPartPr>
              <p14:xfrm>
                <a:off x="2158156" y="2656963"/>
                <a:ext cx="187920" cy="106200"/>
              </p14:xfrm>
            </p:contentPart>
          </mc:Choice>
          <mc:Fallback xmlns="">
            <p:pic>
              <p:nvPicPr>
                <p:cNvPr id="34" name="Ink 33">
                  <a:extLst>
                    <a:ext uri="{FF2B5EF4-FFF2-40B4-BE49-F238E27FC236}">
                      <a16:creationId xmlns:a16="http://schemas.microsoft.com/office/drawing/2014/main" id="{6DA6C3D3-4B05-81F7-E478-DFAB7090504E}"/>
                    </a:ext>
                  </a:extLst>
                </p:cNvPr>
                <p:cNvPicPr/>
                <p:nvPr/>
              </p:nvPicPr>
              <p:blipFill>
                <a:blip r:embed="rId52"/>
                <a:stretch>
                  <a:fillRect/>
                </a:stretch>
              </p:blipFill>
              <p:spPr>
                <a:xfrm>
                  <a:off x="2152036" y="2650843"/>
                  <a:ext cx="2001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Ink 34">
                  <a:extLst>
                    <a:ext uri="{FF2B5EF4-FFF2-40B4-BE49-F238E27FC236}">
                      <a16:creationId xmlns:a16="http://schemas.microsoft.com/office/drawing/2014/main" id="{B690F4D3-CA31-8C11-8169-3ABE27E9BC84}"/>
                    </a:ext>
                  </a:extLst>
                </p14:cNvPr>
                <p14:cNvContentPartPr/>
                <p14:nvPr/>
              </p14:nvContentPartPr>
              <p14:xfrm>
                <a:off x="2567836" y="2537803"/>
                <a:ext cx="55440" cy="146880"/>
              </p14:xfrm>
            </p:contentPart>
          </mc:Choice>
          <mc:Fallback xmlns="">
            <p:pic>
              <p:nvPicPr>
                <p:cNvPr id="35" name="Ink 34">
                  <a:extLst>
                    <a:ext uri="{FF2B5EF4-FFF2-40B4-BE49-F238E27FC236}">
                      <a16:creationId xmlns:a16="http://schemas.microsoft.com/office/drawing/2014/main" id="{B690F4D3-CA31-8C11-8169-3ABE27E9BC84}"/>
                    </a:ext>
                  </a:extLst>
                </p:cNvPr>
                <p:cNvPicPr/>
                <p:nvPr/>
              </p:nvPicPr>
              <p:blipFill>
                <a:blip r:embed="rId54"/>
                <a:stretch>
                  <a:fillRect/>
                </a:stretch>
              </p:blipFill>
              <p:spPr>
                <a:xfrm>
                  <a:off x="2561716" y="2531683"/>
                  <a:ext cx="6768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6" name="Ink 35">
                  <a:extLst>
                    <a:ext uri="{FF2B5EF4-FFF2-40B4-BE49-F238E27FC236}">
                      <a16:creationId xmlns:a16="http://schemas.microsoft.com/office/drawing/2014/main" id="{ACF02B98-D0C7-031D-264F-BE5FDCBF43B0}"/>
                    </a:ext>
                  </a:extLst>
                </p14:cNvPr>
                <p14:cNvContentPartPr/>
                <p14:nvPr/>
              </p14:nvContentPartPr>
              <p14:xfrm>
                <a:off x="2556676" y="2491363"/>
                <a:ext cx="220320" cy="87120"/>
              </p14:xfrm>
            </p:contentPart>
          </mc:Choice>
          <mc:Fallback xmlns="">
            <p:pic>
              <p:nvPicPr>
                <p:cNvPr id="36" name="Ink 35">
                  <a:extLst>
                    <a:ext uri="{FF2B5EF4-FFF2-40B4-BE49-F238E27FC236}">
                      <a16:creationId xmlns:a16="http://schemas.microsoft.com/office/drawing/2014/main" id="{ACF02B98-D0C7-031D-264F-BE5FDCBF43B0}"/>
                    </a:ext>
                  </a:extLst>
                </p:cNvPr>
                <p:cNvPicPr/>
                <p:nvPr/>
              </p:nvPicPr>
              <p:blipFill>
                <a:blip r:embed="rId56"/>
                <a:stretch>
                  <a:fillRect/>
                </a:stretch>
              </p:blipFill>
              <p:spPr>
                <a:xfrm>
                  <a:off x="2550556" y="2485243"/>
                  <a:ext cx="23256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7" name="Ink 36">
                  <a:extLst>
                    <a:ext uri="{FF2B5EF4-FFF2-40B4-BE49-F238E27FC236}">
                      <a16:creationId xmlns:a16="http://schemas.microsoft.com/office/drawing/2014/main" id="{97BB8F3A-BD4E-7401-CCA6-FEEA72249C7F}"/>
                    </a:ext>
                  </a:extLst>
                </p14:cNvPr>
                <p14:cNvContentPartPr/>
                <p14:nvPr/>
              </p14:nvContentPartPr>
              <p14:xfrm>
                <a:off x="2598436" y="2595403"/>
                <a:ext cx="179280" cy="24120"/>
              </p14:xfrm>
            </p:contentPart>
          </mc:Choice>
          <mc:Fallback xmlns="">
            <p:pic>
              <p:nvPicPr>
                <p:cNvPr id="37" name="Ink 36">
                  <a:extLst>
                    <a:ext uri="{FF2B5EF4-FFF2-40B4-BE49-F238E27FC236}">
                      <a16:creationId xmlns:a16="http://schemas.microsoft.com/office/drawing/2014/main" id="{97BB8F3A-BD4E-7401-CCA6-FEEA72249C7F}"/>
                    </a:ext>
                  </a:extLst>
                </p:cNvPr>
                <p:cNvPicPr/>
                <p:nvPr/>
              </p:nvPicPr>
              <p:blipFill>
                <a:blip r:embed="rId58"/>
                <a:stretch>
                  <a:fillRect/>
                </a:stretch>
              </p:blipFill>
              <p:spPr>
                <a:xfrm>
                  <a:off x="2592316" y="2589283"/>
                  <a:ext cx="19152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8" name="Ink 37">
                  <a:extLst>
                    <a:ext uri="{FF2B5EF4-FFF2-40B4-BE49-F238E27FC236}">
                      <a16:creationId xmlns:a16="http://schemas.microsoft.com/office/drawing/2014/main" id="{CC10884D-11A4-52A4-6B83-0C820F2DC261}"/>
                    </a:ext>
                  </a:extLst>
                </p14:cNvPr>
                <p14:cNvContentPartPr/>
                <p14:nvPr/>
              </p14:nvContentPartPr>
              <p14:xfrm>
                <a:off x="2801836" y="2602963"/>
                <a:ext cx="19080" cy="98280"/>
              </p14:xfrm>
            </p:contentPart>
          </mc:Choice>
          <mc:Fallback xmlns="">
            <p:pic>
              <p:nvPicPr>
                <p:cNvPr id="38" name="Ink 37">
                  <a:extLst>
                    <a:ext uri="{FF2B5EF4-FFF2-40B4-BE49-F238E27FC236}">
                      <a16:creationId xmlns:a16="http://schemas.microsoft.com/office/drawing/2014/main" id="{CC10884D-11A4-52A4-6B83-0C820F2DC261}"/>
                    </a:ext>
                  </a:extLst>
                </p:cNvPr>
                <p:cNvPicPr/>
                <p:nvPr/>
              </p:nvPicPr>
              <p:blipFill>
                <a:blip r:embed="rId60"/>
                <a:stretch>
                  <a:fillRect/>
                </a:stretch>
              </p:blipFill>
              <p:spPr>
                <a:xfrm>
                  <a:off x="2795716" y="2596843"/>
                  <a:ext cx="313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9" name="Ink 38">
                  <a:extLst>
                    <a:ext uri="{FF2B5EF4-FFF2-40B4-BE49-F238E27FC236}">
                      <a16:creationId xmlns:a16="http://schemas.microsoft.com/office/drawing/2014/main" id="{23ACB6A0-6535-2357-CF12-FE244482666F}"/>
                    </a:ext>
                  </a:extLst>
                </p14:cNvPr>
                <p14:cNvContentPartPr/>
                <p14:nvPr/>
              </p14:nvContentPartPr>
              <p14:xfrm>
                <a:off x="2746036" y="2535283"/>
                <a:ext cx="28440" cy="21960"/>
              </p14:xfrm>
            </p:contentPart>
          </mc:Choice>
          <mc:Fallback xmlns="">
            <p:pic>
              <p:nvPicPr>
                <p:cNvPr id="39" name="Ink 38">
                  <a:extLst>
                    <a:ext uri="{FF2B5EF4-FFF2-40B4-BE49-F238E27FC236}">
                      <a16:creationId xmlns:a16="http://schemas.microsoft.com/office/drawing/2014/main" id="{23ACB6A0-6535-2357-CF12-FE244482666F}"/>
                    </a:ext>
                  </a:extLst>
                </p:cNvPr>
                <p:cNvPicPr/>
                <p:nvPr/>
              </p:nvPicPr>
              <p:blipFill>
                <a:blip r:embed="rId62"/>
                <a:stretch>
                  <a:fillRect/>
                </a:stretch>
              </p:blipFill>
              <p:spPr>
                <a:xfrm>
                  <a:off x="2739916" y="2529163"/>
                  <a:ext cx="406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0" name="Ink 39">
                  <a:extLst>
                    <a:ext uri="{FF2B5EF4-FFF2-40B4-BE49-F238E27FC236}">
                      <a16:creationId xmlns:a16="http://schemas.microsoft.com/office/drawing/2014/main" id="{57E413B3-D26C-DC4F-8452-C1D63AA30DF7}"/>
                    </a:ext>
                  </a:extLst>
                </p14:cNvPr>
                <p14:cNvContentPartPr/>
                <p14:nvPr/>
              </p14:nvContentPartPr>
              <p14:xfrm>
                <a:off x="2999116" y="2471923"/>
                <a:ext cx="116640" cy="211680"/>
              </p14:xfrm>
            </p:contentPart>
          </mc:Choice>
          <mc:Fallback xmlns="">
            <p:pic>
              <p:nvPicPr>
                <p:cNvPr id="40" name="Ink 39">
                  <a:extLst>
                    <a:ext uri="{FF2B5EF4-FFF2-40B4-BE49-F238E27FC236}">
                      <a16:creationId xmlns:a16="http://schemas.microsoft.com/office/drawing/2014/main" id="{57E413B3-D26C-DC4F-8452-C1D63AA30DF7}"/>
                    </a:ext>
                  </a:extLst>
                </p:cNvPr>
                <p:cNvPicPr/>
                <p:nvPr/>
              </p:nvPicPr>
              <p:blipFill>
                <a:blip r:embed="rId64"/>
                <a:stretch>
                  <a:fillRect/>
                </a:stretch>
              </p:blipFill>
              <p:spPr>
                <a:xfrm>
                  <a:off x="2992996" y="2465803"/>
                  <a:ext cx="12888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1" name="Ink 40">
                  <a:extLst>
                    <a:ext uri="{FF2B5EF4-FFF2-40B4-BE49-F238E27FC236}">
                      <a16:creationId xmlns:a16="http://schemas.microsoft.com/office/drawing/2014/main" id="{84F184D9-3CDB-0226-9836-A0B2C4250821}"/>
                    </a:ext>
                  </a:extLst>
                </p14:cNvPr>
                <p14:cNvContentPartPr/>
                <p14:nvPr/>
              </p14:nvContentPartPr>
              <p14:xfrm>
                <a:off x="3011356" y="2617003"/>
                <a:ext cx="160200" cy="17280"/>
              </p14:xfrm>
            </p:contentPart>
          </mc:Choice>
          <mc:Fallback xmlns="">
            <p:pic>
              <p:nvPicPr>
                <p:cNvPr id="41" name="Ink 40">
                  <a:extLst>
                    <a:ext uri="{FF2B5EF4-FFF2-40B4-BE49-F238E27FC236}">
                      <a16:creationId xmlns:a16="http://schemas.microsoft.com/office/drawing/2014/main" id="{84F184D9-3CDB-0226-9836-A0B2C4250821}"/>
                    </a:ext>
                  </a:extLst>
                </p:cNvPr>
                <p:cNvPicPr/>
                <p:nvPr/>
              </p:nvPicPr>
              <p:blipFill>
                <a:blip r:embed="rId66"/>
                <a:stretch>
                  <a:fillRect/>
                </a:stretch>
              </p:blipFill>
              <p:spPr>
                <a:xfrm>
                  <a:off x="3005236" y="2610883"/>
                  <a:ext cx="17244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2" name="Ink 41">
                  <a:extLst>
                    <a:ext uri="{FF2B5EF4-FFF2-40B4-BE49-F238E27FC236}">
                      <a16:creationId xmlns:a16="http://schemas.microsoft.com/office/drawing/2014/main" id="{F16BDADB-C0D5-1746-1195-8D3A667F6C0F}"/>
                    </a:ext>
                  </a:extLst>
                </p14:cNvPr>
                <p14:cNvContentPartPr/>
                <p14:nvPr/>
              </p14:nvContentPartPr>
              <p14:xfrm>
                <a:off x="3255436" y="2632123"/>
                <a:ext cx="24480" cy="73440"/>
              </p14:xfrm>
            </p:contentPart>
          </mc:Choice>
          <mc:Fallback xmlns="">
            <p:pic>
              <p:nvPicPr>
                <p:cNvPr id="42" name="Ink 41">
                  <a:extLst>
                    <a:ext uri="{FF2B5EF4-FFF2-40B4-BE49-F238E27FC236}">
                      <a16:creationId xmlns:a16="http://schemas.microsoft.com/office/drawing/2014/main" id="{F16BDADB-C0D5-1746-1195-8D3A667F6C0F}"/>
                    </a:ext>
                  </a:extLst>
                </p:cNvPr>
                <p:cNvPicPr/>
                <p:nvPr/>
              </p:nvPicPr>
              <p:blipFill>
                <a:blip r:embed="rId68"/>
                <a:stretch>
                  <a:fillRect/>
                </a:stretch>
              </p:blipFill>
              <p:spPr>
                <a:xfrm>
                  <a:off x="3249316" y="2626003"/>
                  <a:ext cx="3672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3" name="Ink 42">
                  <a:extLst>
                    <a:ext uri="{FF2B5EF4-FFF2-40B4-BE49-F238E27FC236}">
                      <a16:creationId xmlns:a16="http://schemas.microsoft.com/office/drawing/2014/main" id="{42440B2E-B0CF-5505-19C2-A9373FA074B1}"/>
                    </a:ext>
                  </a:extLst>
                </p14:cNvPr>
                <p14:cNvContentPartPr/>
                <p14:nvPr/>
              </p14:nvContentPartPr>
              <p14:xfrm>
                <a:off x="3196396" y="2545363"/>
                <a:ext cx="40320" cy="13680"/>
              </p14:xfrm>
            </p:contentPart>
          </mc:Choice>
          <mc:Fallback xmlns="">
            <p:pic>
              <p:nvPicPr>
                <p:cNvPr id="43" name="Ink 42">
                  <a:extLst>
                    <a:ext uri="{FF2B5EF4-FFF2-40B4-BE49-F238E27FC236}">
                      <a16:creationId xmlns:a16="http://schemas.microsoft.com/office/drawing/2014/main" id="{42440B2E-B0CF-5505-19C2-A9373FA074B1}"/>
                    </a:ext>
                  </a:extLst>
                </p:cNvPr>
                <p:cNvPicPr/>
                <p:nvPr/>
              </p:nvPicPr>
              <p:blipFill>
                <a:blip r:embed="rId70"/>
                <a:stretch>
                  <a:fillRect/>
                </a:stretch>
              </p:blipFill>
              <p:spPr>
                <a:xfrm>
                  <a:off x="3190276" y="2539243"/>
                  <a:ext cx="525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4" name="Ink 43">
                  <a:extLst>
                    <a:ext uri="{FF2B5EF4-FFF2-40B4-BE49-F238E27FC236}">
                      <a16:creationId xmlns:a16="http://schemas.microsoft.com/office/drawing/2014/main" id="{B4F94C5E-F3A5-5DB5-6C4F-2593239FF4A9}"/>
                    </a:ext>
                  </a:extLst>
                </p14:cNvPr>
                <p14:cNvContentPartPr/>
                <p14:nvPr/>
              </p14:nvContentPartPr>
              <p14:xfrm>
                <a:off x="3394036" y="2465803"/>
                <a:ext cx="154440" cy="209160"/>
              </p14:xfrm>
            </p:contentPart>
          </mc:Choice>
          <mc:Fallback xmlns="">
            <p:pic>
              <p:nvPicPr>
                <p:cNvPr id="44" name="Ink 43">
                  <a:extLst>
                    <a:ext uri="{FF2B5EF4-FFF2-40B4-BE49-F238E27FC236}">
                      <a16:creationId xmlns:a16="http://schemas.microsoft.com/office/drawing/2014/main" id="{B4F94C5E-F3A5-5DB5-6C4F-2593239FF4A9}"/>
                    </a:ext>
                  </a:extLst>
                </p:cNvPr>
                <p:cNvPicPr/>
                <p:nvPr/>
              </p:nvPicPr>
              <p:blipFill>
                <a:blip r:embed="rId72"/>
                <a:stretch>
                  <a:fillRect/>
                </a:stretch>
              </p:blipFill>
              <p:spPr>
                <a:xfrm>
                  <a:off x="3387916" y="2459683"/>
                  <a:ext cx="1666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5" name="Ink 44">
                  <a:extLst>
                    <a:ext uri="{FF2B5EF4-FFF2-40B4-BE49-F238E27FC236}">
                      <a16:creationId xmlns:a16="http://schemas.microsoft.com/office/drawing/2014/main" id="{F33B18EF-95D3-6125-A9FB-038443D42167}"/>
                    </a:ext>
                  </a:extLst>
                </p14:cNvPr>
                <p14:cNvContentPartPr/>
                <p14:nvPr/>
              </p14:nvContentPartPr>
              <p14:xfrm>
                <a:off x="3504556" y="2462923"/>
                <a:ext cx="15840" cy="13680"/>
              </p14:xfrm>
            </p:contentPart>
          </mc:Choice>
          <mc:Fallback xmlns="">
            <p:pic>
              <p:nvPicPr>
                <p:cNvPr id="45" name="Ink 44">
                  <a:extLst>
                    <a:ext uri="{FF2B5EF4-FFF2-40B4-BE49-F238E27FC236}">
                      <a16:creationId xmlns:a16="http://schemas.microsoft.com/office/drawing/2014/main" id="{F33B18EF-95D3-6125-A9FB-038443D42167}"/>
                    </a:ext>
                  </a:extLst>
                </p:cNvPr>
                <p:cNvPicPr/>
                <p:nvPr/>
              </p:nvPicPr>
              <p:blipFill>
                <a:blip r:embed="rId74"/>
                <a:stretch>
                  <a:fillRect/>
                </a:stretch>
              </p:blipFill>
              <p:spPr>
                <a:xfrm>
                  <a:off x="3498436" y="2456803"/>
                  <a:ext cx="280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7" name="Ink 46">
                  <a:extLst>
                    <a:ext uri="{FF2B5EF4-FFF2-40B4-BE49-F238E27FC236}">
                      <a16:creationId xmlns:a16="http://schemas.microsoft.com/office/drawing/2014/main" id="{E78BDC86-5E6B-3144-122B-96231026FE41}"/>
                    </a:ext>
                  </a:extLst>
                </p14:cNvPr>
                <p14:cNvContentPartPr/>
                <p14:nvPr/>
              </p14:nvContentPartPr>
              <p14:xfrm>
                <a:off x="2656756" y="2612683"/>
                <a:ext cx="160920" cy="91080"/>
              </p14:xfrm>
            </p:contentPart>
          </mc:Choice>
          <mc:Fallback xmlns="">
            <p:pic>
              <p:nvPicPr>
                <p:cNvPr id="47" name="Ink 46">
                  <a:extLst>
                    <a:ext uri="{FF2B5EF4-FFF2-40B4-BE49-F238E27FC236}">
                      <a16:creationId xmlns:a16="http://schemas.microsoft.com/office/drawing/2014/main" id="{E78BDC86-5E6B-3144-122B-96231026FE41}"/>
                    </a:ext>
                  </a:extLst>
                </p:cNvPr>
                <p:cNvPicPr/>
                <p:nvPr/>
              </p:nvPicPr>
              <p:blipFill>
                <a:blip r:embed="rId76"/>
                <a:stretch>
                  <a:fillRect/>
                </a:stretch>
              </p:blipFill>
              <p:spPr>
                <a:xfrm>
                  <a:off x="2650636" y="2606563"/>
                  <a:ext cx="17316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9" name="Ink 48">
                  <a:extLst>
                    <a:ext uri="{FF2B5EF4-FFF2-40B4-BE49-F238E27FC236}">
                      <a16:creationId xmlns:a16="http://schemas.microsoft.com/office/drawing/2014/main" id="{E5B7E22C-509B-A332-8DAD-FA9D383C84D9}"/>
                    </a:ext>
                  </a:extLst>
                </p14:cNvPr>
                <p14:cNvContentPartPr/>
                <p14:nvPr/>
              </p14:nvContentPartPr>
              <p14:xfrm>
                <a:off x="3077596" y="2639323"/>
                <a:ext cx="134640" cy="78840"/>
              </p14:xfrm>
            </p:contentPart>
          </mc:Choice>
          <mc:Fallback xmlns="">
            <p:pic>
              <p:nvPicPr>
                <p:cNvPr id="49" name="Ink 48">
                  <a:extLst>
                    <a:ext uri="{FF2B5EF4-FFF2-40B4-BE49-F238E27FC236}">
                      <a16:creationId xmlns:a16="http://schemas.microsoft.com/office/drawing/2014/main" id="{E5B7E22C-509B-A332-8DAD-FA9D383C84D9}"/>
                    </a:ext>
                  </a:extLst>
                </p:cNvPr>
                <p:cNvPicPr/>
                <p:nvPr/>
              </p:nvPicPr>
              <p:blipFill>
                <a:blip r:embed="rId78"/>
                <a:stretch>
                  <a:fillRect/>
                </a:stretch>
              </p:blipFill>
              <p:spPr>
                <a:xfrm>
                  <a:off x="3071476" y="2633203"/>
                  <a:ext cx="14688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1" name="Ink 50">
                  <a:extLst>
                    <a:ext uri="{FF2B5EF4-FFF2-40B4-BE49-F238E27FC236}">
                      <a16:creationId xmlns:a16="http://schemas.microsoft.com/office/drawing/2014/main" id="{6F61B160-11AE-78CD-E4CD-34807F0AD291}"/>
                    </a:ext>
                  </a:extLst>
                </p14:cNvPr>
                <p14:cNvContentPartPr/>
                <p14:nvPr/>
              </p14:nvContentPartPr>
              <p14:xfrm>
                <a:off x="2694196" y="2803483"/>
                <a:ext cx="582840" cy="17280"/>
              </p14:xfrm>
            </p:contentPart>
          </mc:Choice>
          <mc:Fallback xmlns="">
            <p:pic>
              <p:nvPicPr>
                <p:cNvPr id="51" name="Ink 50">
                  <a:extLst>
                    <a:ext uri="{FF2B5EF4-FFF2-40B4-BE49-F238E27FC236}">
                      <a16:creationId xmlns:a16="http://schemas.microsoft.com/office/drawing/2014/main" id="{6F61B160-11AE-78CD-E4CD-34807F0AD291}"/>
                    </a:ext>
                  </a:extLst>
                </p:cNvPr>
                <p:cNvPicPr/>
                <p:nvPr/>
              </p:nvPicPr>
              <p:blipFill>
                <a:blip r:embed="rId80"/>
                <a:stretch>
                  <a:fillRect/>
                </a:stretch>
              </p:blipFill>
              <p:spPr>
                <a:xfrm>
                  <a:off x="2688076" y="2797363"/>
                  <a:ext cx="59508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2" name="Ink 51">
                  <a:extLst>
                    <a:ext uri="{FF2B5EF4-FFF2-40B4-BE49-F238E27FC236}">
                      <a16:creationId xmlns:a16="http://schemas.microsoft.com/office/drawing/2014/main" id="{DBEDBE8B-4981-83C7-5052-C333506797BD}"/>
                    </a:ext>
                  </a:extLst>
                </p14:cNvPr>
                <p14:cNvContentPartPr/>
                <p14:nvPr/>
              </p14:nvContentPartPr>
              <p14:xfrm>
                <a:off x="2749636" y="2859283"/>
                <a:ext cx="552240" cy="59400"/>
              </p14:xfrm>
            </p:contentPart>
          </mc:Choice>
          <mc:Fallback xmlns="">
            <p:pic>
              <p:nvPicPr>
                <p:cNvPr id="52" name="Ink 51">
                  <a:extLst>
                    <a:ext uri="{FF2B5EF4-FFF2-40B4-BE49-F238E27FC236}">
                      <a16:creationId xmlns:a16="http://schemas.microsoft.com/office/drawing/2014/main" id="{DBEDBE8B-4981-83C7-5052-C333506797BD}"/>
                    </a:ext>
                  </a:extLst>
                </p:cNvPr>
                <p:cNvPicPr/>
                <p:nvPr/>
              </p:nvPicPr>
              <p:blipFill>
                <a:blip r:embed="rId82"/>
                <a:stretch>
                  <a:fillRect/>
                </a:stretch>
              </p:blipFill>
              <p:spPr>
                <a:xfrm>
                  <a:off x="2743516" y="2853163"/>
                  <a:ext cx="56448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3" name="Ink 52">
                  <a:extLst>
                    <a:ext uri="{FF2B5EF4-FFF2-40B4-BE49-F238E27FC236}">
                      <a16:creationId xmlns:a16="http://schemas.microsoft.com/office/drawing/2014/main" id="{554312BC-FAAC-999D-8AF7-B27EFB2EB8E1}"/>
                    </a:ext>
                  </a:extLst>
                </p14:cNvPr>
                <p14:cNvContentPartPr/>
                <p14:nvPr/>
              </p14:nvContentPartPr>
              <p14:xfrm>
                <a:off x="3637756" y="2579923"/>
                <a:ext cx="156600" cy="100440"/>
              </p14:xfrm>
            </p:contentPart>
          </mc:Choice>
          <mc:Fallback xmlns="">
            <p:pic>
              <p:nvPicPr>
                <p:cNvPr id="53" name="Ink 52">
                  <a:extLst>
                    <a:ext uri="{FF2B5EF4-FFF2-40B4-BE49-F238E27FC236}">
                      <a16:creationId xmlns:a16="http://schemas.microsoft.com/office/drawing/2014/main" id="{554312BC-FAAC-999D-8AF7-B27EFB2EB8E1}"/>
                    </a:ext>
                  </a:extLst>
                </p:cNvPr>
                <p:cNvPicPr/>
                <p:nvPr/>
              </p:nvPicPr>
              <p:blipFill>
                <a:blip r:embed="rId84"/>
                <a:stretch>
                  <a:fillRect/>
                </a:stretch>
              </p:blipFill>
              <p:spPr>
                <a:xfrm>
                  <a:off x="3631636" y="2573803"/>
                  <a:ext cx="16884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5" name="Ink 54">
                  <a:extLst>
                    <a:ext uri="{FF2B5EF4-FFF2-40B4-BE49-F238E27FC236}">
                      <a16:creationId xmlns:a16="http://schemas.microsoft.com/office/drawing/2014/main" id="{C03101A3-BD93-5BF3-30FA-BE9D79080263}"/>
                    </a:ext>
                  </a:extLst>
                </p14:cNvPr>
                <p14:cNvContentPartPr/>
                <p14:nvPr/>
              </p14:nvContentPartPr>
              <p14:xfrm>
                <a:off x="4160836" y="2533483"/>
                <a:ext cx="481680" cy="173520"/>
              </p14:xfrm>
            </p:contentPart>
          </mc:Choice>
          <mc:Fallback xmlns="">
            <p:pic>
              <p:nvPicPr>
                <p:cNvPr id="55" name="Ink 54">
                  <a:extLst>
                    <a:ext uri="{FF2B5EF4-FFF2-40B4-BE49-F238E27FC236}">
                      <a16:creationId xmlns:a16="http://schemas.microsoft.com/office/drawing/2014/main" id="{C03101A3-BD93-5BF3-30FA-BE9D79080263}"/>
                    </a:ext>
                  </a:extLst>
                </p:cNvPr>
                <p:cNvPicPr/>
                <p:nvPr/>
              </p:nvPicPr>
              <p:blipFill>
                <a:blip r:embed="rId86"/>
                <a:stretch>
                  <a:fillRect/>
                </a:stretch>
              </p:blipFill>
              <p:spPr>
                <a:xfrm>
                  <a:off x="4154716" y="2527363"/>
                  <a:ext cx="4939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6" name="Ink 55">
                  <a:extLst>
                    <a:ext uri="{FF2B5EF4-FFF2-40B4-BE49-F238E27FC236}">
                      <a16:creationId xmlns:a16="http://schemas.microsoft.com/office/drawing/2014/main" id="{05A47C3E-7CB9-460A-8922-6AAB8DBACE25}"/>
                    </a:ext>
                  </a:extLst>
                </p14:cNvPr>
                <p14:cNvContentPartPr/>
                <p14:nvPr/>
              </p14:nvContentPartPr>
              <p14:xfrm>
                <a:off x="4687516" y="2429443"/>
                <a:ext cx="460080" cy="282240"/>
              </p14:xfrm>
            </p:contentPart>
          </mc:Choice>
          <mc:Fallback xmlns="">
            <p:pic>
              <p:nvPicPr>
                <p:cNvPr id="56" name="Ink 55">
                  <a:extLst>
                    <a:ext uri="{FF2B5EF4-FFF2-40B4-BE49-F238E27FC236}">
                      <a16:creationId xmlns:a16="http://schemas.microsoft.com/office/drawing/2014/main" id="{05A47C3E-7CB9-460A-8922-6AAB8DBACE25}"/>
                    </a:ext>
                  </a:extLst>
                </p:cNvPr>
                <p:cNvPicPr/>
                <p:nvPr/>
              </p:nvPicPr>
              <p:blipFill>
                <a:blip r:embed="rId88"/>
                <a:stretch>
                  <a:fillRect/>
                </a:stretch>
              </p:blipFill>
              <p:spPr>
                <a:xfrm>
                  <a:off x="4681396" y="2423323"/>
                  <a:ext cx="47232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7" name="Ink 56">
                  <a:extLst>
                    <a:ext uri="{FF2B5EF4-FFF2-40B4-BE49-F238E27FC236}">
                      <a16:creationId xmlns:a16="http://schemas.microsoft.com/office/drawing/2014/main" id="{E2F1D1ED-B76F-8711-F601-3601EACD5411}"/>
                    </a:ext>
                  </a:extLst>
                </p14:cNvPr>
                <p14:cNvContentPartPr/>
                <p14:nvPr/>
              </p14:nvContentPartPr>
              <p14:xfrm>
                <a:off x="5413276" y="2460763"/>
                <a:ext cx="206280" cy="308160"/>
              </p14:xfrm>
            </p:contentPart>
          </mc:Choice>
          <mc:Fallback xmlns="">
            <p:pic>
              <p:nvPicPr>
                <p:cNvPr id="57" name="Ink 56">
                  <a:extLst>
                    <a:ext uri="{FF2B5EF4-FFF2-40B4-BE49-F238E27FC236}">
                      <a16:creationId xmlns:a16="http://schemas.microsoft.com/office/drawing/2014/main" id="{E2F1D1ED-B76F-8711-F601-3601EACD5411}"/>
                    </a:ext>
                  </a:extLst>
                </p:cNvPr>
                <p:cNvPicPr/>
                <p:nvPr/>
              </p:nvPicPr>
              <p:blipFill>
                <a:blip r:embed="rId90"/>
                <a:stretch>
                  <a:fillRect/>
                </a:stretch>
              </p:blipFill>
              <p:spPr>
                <a:xfrm>
                  <a:off x="5407156" y="2454643"/>
                  <a:ext cx="218520" cy="3204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8" name="Ink 57">
                  <a:extLst>
                    <a:ext uri="{FF2B5EF4-FFF2-40B4-BE49-F238E27FC236}">
                      <a16:creationId xmlns:a16="http://schemas.microsoft.com/office/drawing/2014/main" id="{DBFDED3A-0C08-25F9-6FFB-F831711D7F48}"/>
                    </a:ext>
                  </a:extLst>
                </p14:cNvPr>
                <p14:cNvContentPartPr/>
                <p14:nvPr/>
              </p14:nvContentPartPr>
              <p14:xfrm>
                <a:off x="5765716" y="2445283"/>
                <a:ext cx="738720" cy="420480"/>
              </p14:xfrm>
            </p:contentPart>
          </mc:Choice>
          <mc:Fallback xmlns="">
            <p:pic>
              <p:nvPicPr>
                <p:cNvPr id="58" name="Ink 57">
                  <a:extLst>
                    <a:ext uri="{FF2B5EF4-FFF2-40B4-BE49-F238E27FC236}">
                      <a16:creationId xmlns:a16="http://schemas.microsoft.com/office/drawing/2014/main" id="{DBFDED3A-0C08-25F9-6FFB-F831711D7F48}"/>
                    </a:ext>
                  </a:extLst>
                </p:cNvPr>
                <p:cNvPicPr/>
                <p:nvPr/>
              </p:nvPicPr>
              <p:blipFill>
                <a:blip r:embed="rId92"/>
                <a:stretch>
                  <a:fillRect/>
                </a:stretch>
              </p:blipFill>
              <p:spPr>
                <a:xfrm>
                  <a:off x="5759596" y="2439163"/>
                  <a:ext cx="750960" cy="4327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9" name="Ink 58">
                  <a:extLst>
                    <a:ext uri="{FF2B5EF4-FFF2-40B4-BE49-F238E27FC236}">
                      <a16:creationId xmlns:a16="http://schemas.microsoft.com/office/drawing/2014/main" id="{7DD6AD92-3867-0E94-D3BE-C875375D5957}"/>
                    </a:ext>
                  </a:extLst>
                </p14:cNvPr>
                <p14:cNvContentPartPr/>
                <p14:nvPr/>
              </p14:nvContentPartPr>
              <p14:xfrm>
                <a:off x="6499396" y="2431603"/>
                <a:ext cx="50760" cy="148680"/>
              </p14:xfrm>
            </p:contentPart>
          </mc:Choice>
          <mc:Fallback xmlns="">
            <p:pic>
              <p:nvPicPr>
                <p:cNvPr id="59" name="Ink 58">
                  <a:extLst>
                    <a:ext uri="{FF2B5EF4-FFF2-40B4-BE49-F238E27FC236}">
                      <a16:creationId xmlns:a16="http://schemas.microsoft.com/office/drawing/2014/main" id="{7DD6AD92-3867-0E94-D3BE-C875375D5957}"/>
                    </a:ext>
                  </a:extLst>
                </p:cNvPr>
                <p:cNvPicPr/>
                <p:nvPr/>
              </p:nvPicPr>
              <p:blipFill>
                <a:blip r:embed="rId94"/>
                <a:stretch>
                  <a:fillRect/>
                </a:stretch>
              </p:blipFill>
              <p:spPr>
                <a:xfrm>
                  <a:off x="6493276" y="2425483"/>
                  <a:ext cx="6300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0" name="Ink 59">
                  <a:extLst>
                    <a:ext uri="{FF2B5EF4-FFF2-40B4-BE49-F238E27FC236}">
                      <a16:creationId xmlns:a16="http://schemas.microsoft.com/office/drawing/2014/main" id="{427F9BCC-E1C7-9A44-0E3C-2CAC25F49D6E}"/>
                    </a:ext>
                  </a:extLst>
                </p14:cNvPr>
                <p14:cNvContentPartPr/>
                <p14:nvPr/>
              </p14:nvContentPartPr>
              <p14:xfrm>
                <a:off x="6495076" y="2433763"/>
                <a:ext cx="474840" cy="239040"/>
              </p14:xfrm>
            </p:contentPart>
          </mc:Choice>
          <mc:Fallback xmlns="">
            <p:pic>
              <p:nvPicPr>
                <p:cNvPr id="60" name="Ink 59">
                  <a:extLst>
                    <a:ext uri="{FF2B5EF4-FFF2-40B4-BE49-F238E27FC236}">
                      <a16:creationId xmlns:a16="http://schemas.microsoft.com/office/drawing/2014/main" id="{427F9BCC-E1C7-9A44-0E3C-2CAC25F49D6E}"/>
                    </a:ext>
                  </a:extLst>
                </p:cNvPr>
                <p:cNvPicPr/>
                <p:nvPr/>
              </p:nvPicPr>
              <p:blipFill>
                <a:blip r:embed="rId96"/>
                <a:stretch>
                  <a:fillRect/>
                </a:stretch>
              </p:blipFill>
              <p:spPr>
                <a:xfrm>
                  <a:off x="6488956" y="2427643"/>
                  <a:ext cx="48708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1" name="Ink 60">
                  <a:extLst>
                    <a:ext uri="{FF2B5EF4-FFF2-40B4-BE49-F238E27FC236}">
                      <a16:creationId xmlns:a16="http://schemas.microsoft.com/office/drawing/2014/main" id="{41AC9F28-2D7B-CA7D-BCB3-9811A3234C82}"/>
                    </a:ext>
                  </a:extLst>
                </p14:cNvPr>
                <p14:cNvContentPartPr/>
                <p14:nvPr/>
              </p14:nvContentPartPr>
              <p14:xfrm>
                <a:off x="4234996" y="2720683"/>
                <a:ext cx="2668320" cy="174960"/>
              </p14:xfrm>
            </p:contentPart>
          </mc:Choice>
          <mc:Fallback xmlns="">
            <p:pic>
              <p:nvPicPr>
                <p:cNvPr id="61" name="Ink 60">
                  <a:extLst>
                    <a:ext uri="{FF2B5EF4-FFF2-40B4-BE49-F238E27FC236}">
                      <a16:creationId xmlns:a16="http://schemas.microsoft.com/office/drawing/2014/main" id="{41AC9F28-2D7B-CA7D-BCB3-9811A3234C82}"/>
                    </a:ext>
                  </a:extLst>
                </p:cNvPr>
                <p:cNvPicPr/>
                <p:nvPr/>
              </p:nvPicPr>
              <p:blipFill>
                <a:blip r:embed="rId98"/>
                <a:stretch>
                  <a:fillRect/>
                </a:stretch>
              </p:blipFill>
              <p:spPr>
                <a:xfrm>
                  <a:off x="4228876" y="2714563"/>
                  <a:ext cx="268056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2" name="Ink 61">
                  <a:extLst>
                    <a:ext uri="{FF2B5EF4-FFF2-40B4-BE49-F238E27FC236}">
                      <a16:creationId xmlns:a16="http://schemas.microsoft.com/office/drawing/2014/main" id="{AD8F159D-48DC-1DA3-4B79-83A50731D355}"/>
                    </a:ext>
                  </a:extLst>
                </p14:cNvPr>
                <p14:cNvContentPartPr/>
                <p14:nvPr/>
              </p14:nvContentPartPr>
              <p14:xfrm>
                <a:off x="4543156" y="2834083"/>
                <a:ext cx="2253240" cy="160200"/>
              </p14:xfrm>
            </p:contentPart>
          </mc:Choice>
          <mc:Fallback xmlns="">
            <p:pic>
              <p:nvPicPr>
                <p:cNvPr id="62" name="Ink 61">
                  <a:extLst>
                    <a:ext uri="{FF2B5EF4-FFF2-40B4-BE49-F238E27FC236}">
                      <a16:creationId xmlns:a16="http://schemas.microsoft.com/office/drawing/2014/main" id="{AD8F159D-48DC-1DA3-4B79-83A50731D355}"/>
                    </a:ext>
                  </a:extLst>
                </p:cNvPr>
                <p:cNvPicPr/>
                <p:nvPr/>
              </p:nvPicPr>
              <p:blipFill>
                <a:blip r:embed="rId100"/>
                <a:stretch>
                  <a:fillRect/>
                </a:stretch>
              </p:blipFill>
              <p:spPr>
                <a:xfrm>
                  <a:off x="4537036" y="2827963"/>
                  <a:ext cx="22654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3" name="Ink 62">
                  <a:extLst>
                    <a:ext uri="{FF2B5EF4-FFF2-40B4-BE49-F238E27FC236}">
                      <a16:creationId xmlns:a16="http://schemas.microsoft.com/office/drawing/2014/main" id="{EF6CAB6A-8A0E-0DDB-7C04-2075522A1EE1}"/>
                    </a:ext>
                  </a:extLst>
                </p14:cNvPr>
                <p14:cNvContentPartPr/>
                <p14:nvPr/>
              </p14:nvContentPartPr>
              <p14:xfrm>
                <a:off x="7136236" y="2620243"/>
                <a:ext cx="246240" cy="25560"/>
              </p14:xfrm>
            </p:contentPart>
          </mc:Choice>
          <mc:Fallback xmlns="">
            <p:pic>
              <p:nvPicPr>
                <p:cNvPr id="63" name="Ink 62">
                  <a:extLst>
                    <a:ext uri="{FF2B5EF4-FFF2-40B4-BE49-F238E27FC236}">
                      <a16:creationId xmlns:a16="http://schemas.microsoft.com/office/drawing/2014/main" id="{EF6CAB6A-8A0E-0DDB-7C04-2075522A1EE1}"/>
                    </a:ext>
                  </a:extLst>
                </p:cNvPr>
                <p:cNvPicPr/>
                <p:nvPr/>
              </p:nvPicPr>
              <p:blipFill>
                <a:blip r:embed="rId102"/>
                <a:stretch>
                  <a:fillRect/>
                </a:stretch>
              </p:blipFill>
              <p:spPr>
                <a:xfrm>
                  <a:off x="7130116" y="2614123"/>
                  <a:ext cx="25848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4" name="Ink 63">
                  <a:extLst>
                    <a:ext uri="{FF2B5EF4-FFF2-40B4-BE49-F238E27FC236}">
                      <a16:creationId xmlns:a16="http://schemas.microsoft.com/office/drawing/2014/main" id="{7EDF401F-E8EE-3244-7CA6-72E6BBB0E716}"/>
                    </a:ext>
                  </a:extLst>
                </p14:cNvPr>
                <p14:cNvContentPartPr/>
                <p14:nvPr/>
              </p14:nvContentPartPr>
              <p14:xfrm>
                <a:off x="7123636" y="2668483"/>
                <a:ext cx="237240" cy="59400"/>
              </p14:xfrm>
            </p:contentPart>
          </mc:Choice>
          <mc:Fallback xmlns="">
            <p:pic>
              <p:nvPicPr>
                <p:cNvPr id="64" name="Ink 63">
                  <a:extLst>
                    <a:ext uri="{FF2B5EF4-FFF2-40B4-BE49-F238E27FC236}">
                      <a16:creationId xmlns:a16="http://schemas.microsoft.com/office/drawing/2014/main" id="{7EDF401F-E8EE-3244-7CA6-72E6BBB0E716}"/>
                    </a:ext>
                  </a:extLst>
                </p:cNvPr>
                <p:cNvPicPr/>
                <p:nvPr/>
              </p:nvPicPr>
              <p:blipFill>
                <a:blip r:embed="rId104"/>
                <a:stretch>
                  <a:fillRect/>
                </a:stretch>
              </p:blipFill>
              <p:spPr>
                <a:xfrm>
                  <a:off x="7117516" y="2662363"/>
                  <a:ext cx="24948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5" name="Ink 64">
                  <a:extLst>
                    <a:ext uri="{FF2B5EF4-FFF2-40B4-BE49-F238E27FC236}">
                      <a16:creationId xmlns:a16="http://schemas.microsoft.com/office/drawing/2014/main" id="{1EF75870-E38A-F975-30DC-ED8CDCA409D9}"/>
                    </a:ext>
                  </a:extLst>
                </p14:cNvPr>
                <p14:cNvContentPartPr/>
                <p14:nvPr/>
              </p14:nvContentPartPr>
              <p14:xfrm>
                <a:off x="7240996" y="2594323"/>
                <a:ext cx="134280" cy="142200"/>
              </p14:xfrm>
            </p:contentPart>
          </mc:Choice>
          <mc:Fallback xmlns="">
            <p:pic>
              <p:nvPicPr>
                <p:cNvPr id="65" name="Ink 64">
                  <a:extLst>
                    <a:ext uri="{FF2B5EF4-FFF2-40B4-BE49-F238E27FC236}">
                      <a16:creationId xmlns:a16="http://schemas.microsoft.com/office/drawing/2014/main" id="{1EF75870-E38A-F975-30DC-ED8CDCA409D9}"/>
                    </a:ext>
                  </a:extLst>
                </p:cNvPr>
                <p:cNvPicPr/>
                <p:nvPr/>
              </p:nvPicPr>
              <p:blipFill>
                <a:blip r:embed="rId106"/>
                <a:stretch>
                  <a:fillRect/>
                </a:stretch>
              </p:blipFill>
              <p:spPr>
                <a:xfrm>
                  <a:off x="7234876" y="2588203"/>
                  <a:ext cx="1465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7" name="Ink 66">
                  <a:extLst>
                    <a:ext uri="{FF2B5EF4-FFF2-40B4-BE49-F238E27FC236}">
                      <a16:creationId xmlns:a16="http://schemas.microsoft.com/office/drawing/2014/main" id="{4108854F-2DAC-AE51-CB54-FE7238B31B63}"/>
                    </a:ext>
                  </a:extLst>
                </p14:cNvPr>
                <p14:cNvContentPartPr/>
                <p14:nvPr/>
              </p14:nvContentPartPr>
              <p14:xfrm>
                <a:off x="7655716" y="2497123"/>
                <a:ext cx="481680" cy="183600"/>
              </p14:xfrm>
            </p:contentPart>
          </mc:Choice>
          <mc:Fallback xmlns="">
            <p:pic>
              <p:nvPicPr>
                <p:cNvPr id="67" name="Ink 66">
                  <a:extLst>
                    <a:ext uri="{FF2B5EF4-FFF2-40B4-BE49-F238E27FC236}">
                      <a16:creationId xmlns:a16="http://schemas.microsoft.com/office/drawing/2014/main" id="{4108854F-2DAC-AE51-CB54-FE7238B31B63}"/>
                    </a:ext>
                  </a:extLst>
                </p:cNvPr>
                <p:cNvPicPr/>
                <p:nvPr/>
              </p:nvPicPr>
              <p:blipFill>
                <a:blip r:embed="rId108"/>
                <a:stretch>
                  <a:fillRect/>
                </a:stretch>
              </p:blipFill>
              <p:spPr>
                <a:xfrm>
                  <a:off x="7649596" y="2491003"/>
                  <a:ext cx="4939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8" name="Ink 67">
                  <a:extLst>
                    <a:ext uri="{FF2B5EF4-FFF2-40B4-BE49-F238E27FC236}">
                      <a16:creationId xmlns:a16="http://schemas.microsoft.com/office/drawing/2014/main" id="{7D8057F7-AFDE-5225-C1D4-91D232DA55AB}"/>
                    </a:ext>
                  </a:extLst>
                </p14:cNvPr>
                <p14:cNvContentPartPr/>
                <p14:nvPr/>
              </p14:nvContentPartPr>
              <p14:xfrm>
                <a:off x="8135236" y="2515843"/>
                <a:ext cx="20520" cy="13680"/>
              </p14:xfrm>
            </p:contentPart>
          </mc:Choice>
          <mc:Fallback xmlns="">
            <p:pic>
              <p:nvPicPr>
                <p:cNvPr id="68" name="Ink 67">
                  <a:extLst>
                    <a:ext uri="{FF2B5EF4-FFF2-40B4-BE49-F238E27FC236}">
                      <a16:creationId xmlns:a16="http://schemas.microsoft.com/office/drawing/2014/main" id="{7D8057F7-AFDE-5225-C1D4-91D232DA55AB}"/>
                    </a:ext>
                  </a:extLst>
                </p:cNvPr>
                <p:cNvPicPr/>
                <p:nvPr/>
              </p:nvPicPr>
              <p:blipFill>
                <a:blip r:embed="rId110"/>
                <a:stretch>
                  <a:fillRect/>
                </a:stretch>
              </p:blipFill>
              <p:spPr>
                <a:xfrm>
                  <a:off x="8129116" y="2509723"/>
                  <a:ext cx="327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9" name="Ink 68">
                  <a:extLst>
                    <a:ext uri="{FF2B5EF4-FFF2-40B4-BE49-F238E27FC236}">
                      <a16:creationId xmlns:a16="http://schemas.microsoft.com/office/drawing/2014/main" id="{BC4670B2-9911-A2FD-6812-75652D865E74}"/>
                    </a:ext>
                  </a:extLst>
                </p14:cNvPr>
                <p14:cNvContentPartPr/>
                <p14:nvPr/>
              </p14:nvContentPartPr>
              <p14:xfrm>
                <a:off x="7949116" y="2365723"/>
                <a:ext cx="1140840" cy="330120"/>
              </p14:xfrm>
            </p:contentPart>
          </mc:Choice>
          <mc:Fallback xmlns="">
            <p:pic>
              <p:nvPicPr>
                <p:cNvPr id="69" name="Ink 68">
                  <a:extLst>
                    <a:ext uri="{FF2B5EF4-FFF2-40B4-BE49-F238E27FC236}">
                      <a16:creationId xmlns:a16="http://schemas.microsoft.com/office/drawing/2014/main" id="{BC4670B2-9911-A2FD-6812-75652D865E74}"/>
                    </a:ext>
                  </a:extLst>
                </p:cNvPr>
                <p:cNvPicPr/>
                <p:nvPr/>
              </p:nvPicPr>
              <p:blipFill>
                <a:blip r:embed="rId112"/>
                <a:stretch>
                  <a:fillRect/>
                </a:stretch>
              </p:blipFill>
              <p:spPr>
                <a:xfrm>
                  <a:off x="7942996" y="2359603"/>
                  <a:ext cx="115308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0" name="Ink 69">
                  <a:extLst>
                    <a:ext uri="{FF2B5EF4-FFF2-40B4-BE49-F238E27FC236}">
                      <a16:creationId xmlns:a16="http://schemas.microsoft.com/office/drawing/2014/main" id="{E2BB50D4-00DC-14BF-962E-EE48722714CD}"/>
                    </a:ext>
                  </a:extLst>
                </p14:cNvPr>
                <p14:cNvContentPartPr/>
                <p14:nvPr/>
              </p14:nvContentPartPr>
              <p14:xfrm>
                <a:off x="9157636" y="2416123"/>
                <a:ext cx="67680" cy="96840"/>
              </p14:xfrm>
            </p:contentPart>
          </mc:Choice>
          <mc:Fallback xmlns="">
            <p:pic>
              <p:nvPicPr>
                <p:cNvPr id="70" name="Ink 69">
                  <a:extLst>
                    <a:ext uri="{FF2B5EF4-FFF2-40B4-BE49-F238E27FC236}">
                      <a16:creationId xmlns:a16="http://schemas.microsoft.com/office/drawing/2014/main" id="{E2BB50D4-00DC-14BF-962E-EE48722714CD}"/>
                    </a:ext>
                  </a:extLst>
                </p:cNvPr>
                <p:cNvPicPr/>
                <p:nvPr/>
              </p:nvPicPr>
              <p:blipFill>
                <a:blip r:embed="rId114"/>
                <a:stretch>
                  <a:fillRect/>
                </a:stretch>
              </p:blipFill>
              <p:spPr>
                <a:xfrm>
                  <a:off x="9151516" y="2410003"/>
                  <a:ext cx="7992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1" name="Ink 70">
                  <a:extLst>
                    <a:ext uri="{FF2B5EF4-FFF2-40B4-BE49-F238E27FC236}">
                      <a16:creationId xmlns:a16="http://schemas.microsoft.com/office/drawing/2014/main" id="{C95777A8-9354-0089-A340-9E038BAAA9BE}"/>
                    </a:ext>
                  </a:extLst>
                </p14:cNvPr>
                <p14:cNvContentPartPr/>
                <p14:nvPr/>
              </p14:nvContentPartPr>
              <p14:xfrm>
                <a:off x="9147916" y="2323603"/>
                <a:ext cx="46440" cy="31320"/>
              </p14:xfrm>
            </p:contentPart>
          </mc:Choice>
          <mc:Fallback xmlns="">
            <p:pic>
              <p:nvPicPr>
                <p:cNvPr id="71" name="Ink 70">
                  <a:extLst>
                    <a:ext uri="{FF2B5EF4-FFF2-40B4-BE49-F238E27FC236}">
                      <a16:creationId xmlns:a16="http://schemas.microsoft.com/office/drawing/2014/main" id="{C95777A8-9354-0089-A340-9E038BAAA9BE}"/>
                    </a:ext>
                  </a:extLst>
                </p:cNvPr>
                <p:cNvPicPr/>
                <p:nvPr/>
              </p:nvPicPr>
              <p:blipFill>
                <a:blip r:embed="rId116"/>
                <a:stretch>
                  <a:fillRect/>
                </a:stretch>
              </p:blipFill>
              <p:spPr>
                <a:xfrm>
                  <a:off x="9141796" y="2317483"/>
                  <a:ext cx="5868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2" name="Ink 71">
                  <a:extLst>
                    <a:ext uri="{FF2B5EF4-FFF2-40B4-BE49-F238E27FC236}">
                      <a16:creationId xmlns:a16="http://schemas.microsoft.com/office/drawing/2014/main" id="{F78CCEB0-F0A9-A057-3538-FF5321A385AB}"/>
                    </a:ext>
                  </a:extLst>
                </p14:cNvPr>
                <p14:cNvContentPartPr/>
                <p14:nvPr/>
              </p14:nvContentPartPr>
              <p14:xfrm>
                <a:off x="9284356" y="2306323"/>
                <a:ext cx="344880" cy="208440"/>
              </p14:xfrm>
            </p:contentPart>
          </mc:Choice>
          <mc:Fallback xmlns="">
            <p:pic>
              <p:nvPicPr>
                <p:cNvPr id="72" name="Ink 71">
                  <a:extLst>
                    <a:ext uri="{FF2B5EF4-FFF2-40B4-BE49-F238E27FC236}">
                      <a16:creationId xmlns:a16="http://schemas.microsoft.com/office/drawing/2014/main" id="{F78CCEB0-F0A9-A057-3538-FF5321A385AB}"/>
                    </a:ext>
                  </a:extLst>
                </p:cNvPr>
                <p:cNvPicPr/>
                <p:nvPr/>
              </p:nvPicPr>
              <p:blipFill>
                <a:blip r:embed="rId118"/>
                <a:stretch>
                  <a:fillRect/>
                </a:stretch>
              </p:blipFill>
              <p:spPr>
                <a:xfrm>
                  <a:off x="9278236" y="2300203"/>
                  <a:ext cx="3571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3" name="Ink 72">
                  <a:extLst>
                    <a:ext uri="{FF2B5EF4-FFF2-40B4-BE49-F238E27FC236}">
                      <a16:creationId xmlns:a16="http://schemas.microsoft.com/office/drawing/2014/main" id="{90303535-E91A-5500-1841-082F9AD81527}"/>
                    </a:ext>
                  </a:extLst>
                </p14:cNvPr>
                <p14:cNvContentPartPr/>
                <p14:nvPr/>
              </p14:nvContentPartPr>
              <p14:xfrm>
                <a:off x="9622756" y="2384083"/>
                <a:ext cx="351720" cy="119160"/>
              </p14:xfrm>
            </p:contentPart>
          </mc:Choice>
          <mc:Fallback xmlns="">
            <p:pic>
              <p:nvPicPr>
                <p:cNvPr id="73" name="Ink 72">
                  <a:extLst>
                    <a:ext uri="{FF2B5EF4-FFF2-40B4-BE49-F238E27FC236}">
                      <a16:creationId xmlns:a16="http://schemas.microsoft.com/office/drawing/2014/main" id="{90303535-E91A-5500-1841-082F9AD81527}"/>
                    </a:ext>
                  </a:extLst>
                </p:cNvPr>
                <p:cNvPicPr/>
                <p:nvPr/>
              </p:nvPicPr>
              <p:blipFill>
                <a:blip r:embed="rId120"/>
                <a:stretch>
                  <a:fillRect/>
                </a:stretch>
              </p:blipFill>
              <p:spPr>
                <a:xfrm>
                  <a:off x="9616636" y="2377963"/>
                  <a:ext cx="3639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4" name="Ink 73">
                  <a:extLst>
                    <a:ext uri="{FF2B5EF4-FFF2-40B4-BE49-F238E27FC236}">
                      <a16:creationId xmlns:a16="http://schemas.microsoft.com/office/drawing/2014/main" id="{1EEB407E-A3A5-08BE-814C-0864AD4253DA}"/>
                    </a:ext>
                  </a:extLst>
                </p14:cNvPr>
                <p14:cNvContentPartPr/>
                <p14:nvPr/>
              </p14:nvContentPartPr>
              <p14:xfrm>
                <a:off x="10127836" y="2175283"/>
                <a:ext cx="737280" cy="309960"/>
              </p14:xfrm>
            </p:contentPart>
          </mc:Choice>
          <mc:Fallback xmlns="">
            <p:pic>
              <p:nvPicPr>
                <p:cNvPr id="74" name="Ink 73">
                  <a:extLst>
                    <a:ext uri="{FF2B5EF4-FFF2-40B4-BE49-F238E27FC236}">
                      <a16:creationId xmlns:a16="http://schemas.microsoft.com/office/drawing/2014/main" id="{1EEB407E-A3A5-08BE-814C-0864AD4253DA}"/>
                    </a:ext>
                  </a:extLst>
                </p:cNvPr>
                <p:cNvPicPr/>
                <p:nvPr/>
              </p:nvPicPr>
              <p:blipFill>
                <a:blip r:embed="rId122"/>
                <a:stretch>
                  <a:fillRect/>
                </a:stretch>
              </p:blipFill>
              <p:spPr>
                <a:xfrm>
                  <a:off x="10121716" y="2169163"/>
                  <a:ext cx="74952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5" name="Ink 74">
                  <a:extLst>
                    <a:ext uri="{FF2B5EF4-FFF2-40B4-BE49-F238E27FC236}">
                      <a16:creationId xmlns:a16="http://schemas.microsoft.com/office/drawing/2014/main" id="{ADBFF942-0BA1-9508-995B-D4F387EAFFFE}"/>
                    </a:ext>
                  </a:extLst>
                </p14:cNvPr>
                <p14:cNvContentPartPr/>
                <p14:nvPr/>
              </p14:nvContentPartPr>
              <p14:xfrm>
                <a:off x="10852156" y="2288323"/>
                <a:ext cx="285840" cy="193320"/>
              </p14:xfrm>
            </p:contentPart>
          </mc:Choice>
          <mc:Fallback xmlns="">
            <p:pic>
              <p:nvPicPr>
                <p:cNvPr id="75" name="Ink 74">
                  <a:extLst>
                    <a:ext uri="{FF2B5EF4-FFF2-40B4-BE49-F238E27FC236}">
                      <a16:creationId xmlns:a16="http://schemas.microsoft.com/office/drawing/2014/main" id="{ADBFF942-0BA1-9508-995B-D4F387EAFFFE}"/>
                    </a:ext>
                  </a:extLst>
                </p:cNvPr>
                <p:cNvPicPr/>
                <p:nvPr/>
              </p:nvPicPr>
              <p:blipFill>
                <a:blip r:embed="rId124"/>
                <a:stretch>
                  <a:fillRect/>
                </a:stretch>
              </p:blipFill>
              <p:spPr>
                <a:xfrm>
                  <a:off x="10846036" y="2282203"/>
                  <a:ext cx="29808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6" name="Ink 75">
                  <a:extLst>
                    <a:ext uri="{FF2B5EF4-FFF2-40B4-BE49-F238E27FC236}">
                      <a16:creationId xmlns:a16="http://schemas.microsoft.com/office/drawing/2014/main" id="{75DDD28C-C3AE-2659-46B2-FCAC51A81351}"/>
                    </a:ext>
                  </a:extLst>
                </p14:cNvPr>
                <p14:cNvContentPartPr/>
                <p14:nvPr/>
              </p14:nvContentPartPr>
              <p14:xfrm>
                <a:off x="7943716" y="2641483"/>
                <a:ext cx="2852640" cy="234000"/>
              </p14:xfrm>
            </p:contentPart>
          </mc:Choice>
          <mc:Fallback xmlns="">
            <p:pic>
              <p:nvPicPr>
                <p:cNvPr id="76" name="Ink 75">
                  <a:extLst>
                    <a:ext uri="{FF2B5EF4-FFF2-40B4-BE49-F238E27FC236}">
                      <a16:creationId xmlns:a16="http://schemas.microsoft.com/office/drawing/2014/main" id="{75DDD28C-C3AE-2659-46B2-FCAC51A81351}"/>
                    </a:ext>
                  </a:extLst>
                </p:cNvPr>
                <p:cNvPicPr/>
                <p:nvPr/>
              </p:nvPicPr>
              <p:blipFill>
                <a:blip r:embed="rId126"/>
                <a:stretch>
                  <a:fillRect/>
                </a:stretch>
              </p:blipFill>
              <p:spPr>
                <a:xfrm>
                  <a:off x="7937596" y="2635363"/>
                  <a:ext cx="286488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7" name="Ink 76">
                  <a:extLst>
                    <a:ext uri="{FF2B5EF4-FFF2-40B4-BE49-F238E27FC236}">
                      <a16:creationId xmlns:a16="http://schemas.microsoft.com/office/drawing/2014/main" id="{404A9196-E98E-2BF6-87A9-6C9EE83AF34F}"/>
                    </a:ext>
                  </a:extLst>
                </p14:cNvPr>
                <p14:cNvContentPartPr/>
                <p14:nvPr/>
              </p14:nvContentPartPr>
              <p14:xfrm>
                <a:off x="8275636" y="2848123"/>
                <a:ext cx="1886760" cy="171000"/>
              </p14:xfrm>
            </p:contentPart>
          </mc:Choice>
          <mc:Fallback xmlns="">
            <p:pic>
              <p:nvPicPr>
                <p:cNvPr id="77" name="Ink 76">
                  <a:extLst>
                    <a:ext uri="{FF2B5EF4-FFF2-40B4-BE49-F238E27FC236}">
                      <a16:creationId xmlns:a16="http://schemas.microsoft.com/office/drawing/2014/main" id="{404A9196-E98E-2BF6-87A9-6C9EE83AF34F}"/>
                    </a:ext>
                  </a:extLst>
                </p:cNvPr>
                <p:cNvPicPr/>
                <p:nvPr/>
              </p:nvPicPr>
              <p:blipFill>
                <a:blip r:embed="rId128"/>
                <a:stretch>
                  <a:fillRect/>
                </a:stretch>
              </p:blipFill>
              <p:spPr>
                <a:xfrm>
                  <a:off x="8269516" y="2842003"/>
                  <a:ext cx="18990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8" name="Ink 77">
                  <a:extLst>
                    <a:ext uri="{FF2B5EF4-FFF2-40B4-BE49-F238E27FC236}">
                      <a16:creationId xmlns:a16="http://schemas.microsoft.com/office/drawing/2014/main" id="{2DB5BE52-9C86-717F-80A0-5495B2EB00C5}"/>
                    </a:ext>
                  </a:extLst>
                </p14:cNvPr>
                <p14:cNvContentPartPr/>
                <p14:nvPr/>
              </p14:nvContentPartPr>
              <p14:xfrm>
                <a:off x="7536196" y="3040723"/>
                <a:ext cx="302040" cy="250560"/>
              </p14:xfrm>
            </p:contentPart>
          </mc:Choice>
          <mc:Fallback xmlns="">
            <p:pic>
              <p:nvPicPr>
                <p:cNvPr id="78" name="Ink 77">
                  <a:extLst>
                    <a:ext uri="{FF2B5EF4-FFF2-40B4-BE49-F238E27FC236}">
                      <a16:creationId xmlns:a16="http://schemas.microsoft.com/office/drawing/2014/main" id="{2DB5BE52-9C86-717F-80A0-5495B2EB00C5}"/>
                    </a:ext>
                  </a:extLst>
                </p:cNvPr>
                <p:cNvPicPr/>
                <p:nvPr/>
              </p:nvPicPr>
              <p:blipFill>
                <a:blip r:embed="rId130"/>
                <a:stretch>
                  <a:fillRect/>
                </a:stretch>
              </p:blipFill>
              <p:spPr>
                <a:xfrm>
                  <a:off x="7530076" y="3034603"/>
                  <a:ext cx="31428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9" name="Ink 78">
                  <a:extLst>
                    <a:ext uri="{FF2B5EF4-FFF2-40B4-BE49-F238E27FC236}">
                      <a16:creationId xmlns:a16="http://schemas.microsoft.com/office/drawing/2014/main" id="{CBACEE40-5806-7F33-DBA5-752E7B32C55A}"/>
                    </a:ext>
                  </a:extLst>
                </p14:cNvPr>
                <p14:cNvContentPartPr/>
                <p14:nvPr/>
              </p14:nvContentPartPr>
              <p14:xfrm>
                <a:off x="8010676" y="3121363"/>
                <a:ext cx="857520" cy="281520"/>
              </p14:xfrm>
            </p:contentPart>
          </mc:Choice>
          <mc:Fallback xmlns="">
            <p:pic>
              <p:nvPicPr>
                <p:cNvPr id="79" name="Ink 78">
                  <a:extLst>
                    <a:ext uri="{FF2B5EF4-FFF2-40B4-BE49-F238E27FC236}">
                      <a16:creationId xmlns:a16="http://schemas.microsoft.com/office/drawing/2014/main" id="{CBACEE40-5806-7F33-DBA5-752E7B32C55A}"/>
                    </a:ext>
                  </a:extLst>
                </p:cNvPr>
                <p:cNvPicPr/>
                <p:nvPr/>
              </p:nvPicPr>
              <p:blipFill>
                <a:blip r:embed="rId132"/>
                <a:stretch>
                  <a:fillRect/>
                </a:stretch>
              </p:blipFill>
              <p:spPr>
                <a:xfrm>
                  <a:off x="8004556" y="3115243"/>
                  <a:ext cx="86976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1" name="Ink 80">
                  <a:extLst>
                    <a:ext uri="{FF2B5EF4-FFF2-40B4-BE49-F238E27FC236}">
                      <a16:creationId xmlns:a16="http://schemas.microsoft.com/office/drawing/2014/main" id="{FA04C563-A13E-8D19-8006-0BC0AE2922AB}"/>
                    </a:ext>
                  </a:extLst>
                </p14:cNvPr>
                <p14:cNvContentPartPr/>
                <p14:nvPr/>
              </p14:nvContentPartPr>
              <p14:xfrm>
                <a:off x="9188236" y="3133603"/>
                <a:ext cx="588960" cy="162720"/>
              </p14:xfrm>
            </p:contentPart>
          </mc:Choice>
          <mc:Fallback xmlns="">
            <p:pic>
              <p:nvPicPr>
                <p:cNvPr id="81" name="Ink 80">
                  <a:extLst>
                    <a:ext uri="{FF2B5EF4-FFF2-40B4-BE49-F238E27FC236}">
                      <a16:creationId xmlns:a16="http://schemas.microsoft.com/office/drawing/2014/main" id="{FA04C563-A13E-8D19-8006-0BC0AE2922AB}"/>
                    </a:ext>
                  </a:extLst>
                </p:cNvPr>
                <p:cNvPicPr/>
                <p:nvPr/>
              </p:nvPicPr>
              <p:blipFill>
                <a:blip r:embed="rId134"/>
                <a:stretch>
                  <a:fillRect/>
                </a:stretch>
              </p:blipFill>
              <p:spPr>
                <a:xfrm>
                  <a:off x="9182116" y="3127483"/>
                  <a:ext cx="60120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2" name="Ink 81">
                  <a:extLst>
                    <a:ext uri="{FF2B5EF4-FFF2-40B4-BE49-F238E27FC236}">
                      <a16:creationId xmlns:a16="http://schemas.microsoft.com/office/drawing/2014/main" id="{82C076E5-8650-C30C-C443-032D5D879300}"/>
                    </a:ext>
                  </a:extLst>
                </p14:cNvPr>
                <p14:cNvContentPartPr/>
                <p14:nvPr/>
              </p14:nvContentPartPr>
              <p14:xfrm>
                <a:off x="9769996" y="3099043"/>
                <a:ext cx="367200" cy="155520"/>
              </p14:xfrm>
            </p:contentPart>
          </mc:Choice>
          <mc:Fallback xmlns="">
            <p:pic>
              <p:nvPicPr>
                <p:cNvPr id="82" name="Ink 81">
                  <a:extLst>
                    <a:ext uri="{FF2B5EF4-FFF2-40B4-BE49-F238E27FC236}">
                      <a16:creationId xmlns:a16="http://schemas.microsoft.com/office/drawing/2014/main" id="{82C076E5-8650-C30C-C443-032D5D879300}"/>
                    </a:ext>
                  </a:extLst>
                </p:cNvPr>
                <p:cNvPicPr/>
                <p:nvPr/>
              </p:nvPicPr>
              <p:blipFill>
                <a:blip r:embed="rId136"/>
                <a:stretch>
                  <a:fillRect/>
                </a:stretch>
              </p:blipFill>
              <p:spPr>
                <a:xfrm>
                  <a:off x="9763876" y="3092923"/>
                  <a:ext cx="37944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3" name="Ink 82">
                  <a:extLst>
                    <a:ext uri="{FF2B5EF4-FFF2-40B4-BE49-F238E27FC236}">
                      <a16:creationId xmlns:a16="http://schemas.microsoft.com/office/drawing/2014/main" id="{84A6A235-41B2-4937-BFA6-4FB08E6F8808}"/>
                    </a:ext>
                  </a:extLst>
                </p14:cNvPr>
                <p14:cNvContentPartPr/>
                <p14:nvPr/>
              </p14:nvContentPartPr>
              <p14:xfrm>
                <a:off x="10100116" y="3036403"/>
                <a:ext cx="28440" cy="27360"/>
              </p14:xfrm>
            </p:contentPart>
          </mc:Choice>
          <mc:Fallback xmlns="">
            <p:pic>
              <p:nvPicPr>
                <p:cNvPr id="83" name="Ink 82">
                  <a:extLst>
                    <a:ext uri="{FF2B5EF4-FFF2-40B4-BE49-F238E27FC236}">
                      <a16:creationId xmlns:a16="http://schemas.microsoft.com/office/drawing/2014/main" id="{84A6A235-41B2-4937-BFA6-4FB08E6F8808}"/>
                    </a:ext>
                  </a:extLst>
                </p:cNvPr>
                <p:cNvPicPr/>
                <p:nvPr/>
              </p:nvPicPr>
              <p:blipFill>
                <a:blip r:embed="rId138"/>
                <a:stretch>
                  <a:fillRect/>
                </a:stretch>
              </p:blipFill>
              <p:spPr>
                <a:xfrm>
                  <a:off x="10093996" y="3030283"/>
                  <a:ext cx="4068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4" name="Ink 83">
                  <a:extLst>
                    <a:ext uri="{FF2B5EF4-FFF2-40B4-BE49-F238E27FC236}">
                      <a16:creationId xmlns:a16="http://schemas.microsoft.com/office/drawing/2014/main" id="{4BE87C69-0131-B2CE-CE27-03FC623EE6FE}"/>
                    </a:ext>
                  </a:extLst>
                </p14:cNvPr>
                <p14:cNvContentPartPr/>
                <p14:nvPr/>
              </p14:nvContentPartPr>
              <p14:xfrm>
                <a:off x="10272916" y="3026683"/>
                <a:ext cx="286920" cy="289080"/>
              </p14:xfrm>
            </p:contentPart>
          </mc:Choice>
          <mc:Fallback xmlns="">
            <p:pic>
              <p:nvPicPr>
                <p:cNvPr id="84" name="Ink 83">
                  <a:extLst>
                    <a:ext uri="{FF2B5EF4-FFF2-40B4-BE49-F238E27FC236}">
                      <a16:creationId xmlns:a16="http://schemas.microsoft.com/office/drawing/2014/main" id="{4BE87C69-0131-B2CE-CE27-03FC623EE6FE}"/>
                    </a:ext>
                  </a:extLst>
                </p:cNvPr>
                <p:cNvPicPr/>
                <p:nvPr/>
              </p:nvPicPr>
              <p:blipFill>
                <a:blip r:embed="rId140"/>
                <a:stretch>
                  <a:fillRect/>
                </a:stretch>
              </p:blipFill>
              <p:spPr>
                <a:xfrm>
                  <a:off x="10266796" y="3020563"/>
                  <a:ext cx="29916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5" name="Ink 84">
                  <a:extLst>
                    <a:ext uri="{FF2B5EF4-FFF2-40B4-BE49-F238E27FC236}">
                      <a16:creationId xmlns:a16="http://schemas.microsoft.com/office/drawing/2014/main" id="{83F50B6A-0B2E-739D-DCBB-21AC33DB84F2}"/>
                    </a:ext>
                  </a:extLst>
                </p14:cNvPr>
                <p14:cNvContentPartPr/>
                <p14:nvPr/>
              </p14:nvContentPartPr>
              <p14:xfrm>
                <a:off x="10504036" y="3038563"/>
                <a:ext cx="55800" cy="48600"/>
              </p14:xfrm>
            </p:contentPart>
          </mc:Choice>
          <mc:Fallback xmlns="">
            <p:pic>
              <p:nvPicPr>
                <p:cNvPr id="85" name="Ink 84">
                  <a:extLst>
                    <a:ext uri="{FF2B5EF4-FFF2-40B4-BE49-F238E27FC236}">
                      <a16:creationId xmlns:a16="http://schemas.microsoft.com/office/drawing/2014/main" id="{83F50B6A-0B2E-739D-DCBB-21AC33DB84F2}"/>
                    </a:ext>
                  </a:extLst>
                </p:cNvPr>
                <p:cNvPicPr/>
                <p:nvPr/>
              </p:nvPicPr>
              <p:blipFill>
                <a:blip r:embed="rId142"/>
                <a:stretch>
                  <a:fillRect/>
                </a:stretch>
              </p:blipFill>
              <p:spPr>
                <a:xfrm>
                  <a:off x="10497916" y="3032443"/>
                  <a:ext cx="680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6" name="Ink 85">
                  <a:extLst>
                    <a:ext uri="{FF2B5EF4-FFF2-40B4-BE49-F238E27FC236}">
                      <a16:creationId xmlns:a16="http://schemas.microsoft.com/office/drawing/2014/main" id="{1BEA38E5-E21A-8505-8928-41820B395FA4}"/>
                    </a:ext>
                  </a:extLst>
                </p14:cNvPr>
                <p14:cNvContentPartPr/>
                <p14:nvPr/>
              </p14:nvContentPartPr>
              <p14:xfrm>
                <a:off x="10559476" y="2931283"/>
                <a:ext cx="663120" cy="263880"/>
              </p14:xfrm>
            </p:contentPart>
          </mc:Choice>
          <mc:Fallback xmlns="">
            <p:pic>
              <p:nvPicPr>
                <p:cNvPr id="86" name="Ink 85">
                  <a:extLst>
                    <a:ext uri="{FF2B5EF4-FFF2-40B4-BE49-F238E27FC236}">
                      <a16:creationId xmlns:a16="http://schemas.microsoft.com/office/drawing/2014/main" id="{1BEA38E5-E21A-8505-8928-41820B395FA4}"/>
                    </a:ext>
                  </a:extLst>
                </p:cNvPr>
                <p:cNvPicPr/>
                <p:nvPr/>
              </p:nvPicPr>
              <p:blipFill>
                <a:blip r:embed="rId144"/>
                <a:stretch>
                  <a:fillRect/>
                </a:stretch>
              </p:blipFill>
              <p:spPr>
                <a:xfrm>
                  <a:off x="10553356" y="2925163"/>
                  <a:ext cx="67536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7" name="Ink 86">
                  <a:extLst>
                    <a:ext uri="{FF2B5EF4-FFF2-40B4-BE49-F238E27FC236}">
                      <a16:creationId xmlns:a16="http://schemas.microsoft.com/office/drawing/2014/main" id="{EADA5990-B02B-EBF2-9D08-460E7BDF8A72}"/>
                    </a:ext>
                  </a:extLst>
                </p14:cNvPr>
                <p14:cNvContentPartPr/>
                <p14:nvPr/>
              </p14:nvContentPartPr>
              <p14:xfrm>
                <a:off x="10766116" y="2990323"/>
                <a:ext cx="225360" cy="56160"/>
              </p14:xfrm>
            </p:contentPart>
          </mc:Choice>
          <mc:Fallback xmlns="">
            <p:pic>
              <p:nvPicPr>
                <p:cNvPr id="87" name="Ink 86">
                  <a:extLst>
                    <a:ext uri="{FF2B5EF4-FFF2-40B4-BE49-F238E27FC236}">
                      <a16:creationId xmlns:a16="http://schemas.microsoft.com/office/drawing/2014/main" id="{EADA5990-B02B-EBF2-9D08-460E7BDF8A72}"/>
                    </a:ext>
                  </a:extLst>
                </p:cNvPr>
                <p:cNvPicPr/>
                <p:nvPr/>
              </p:nvPicPr>
              <p:blipFill>
                <a:blip r:embed="rId146"/>
                <a:stretch>
                  <a:fillRect/>
                </a:stretch>
              </p:blipFill>
              <p:spPr>
                <a:xfrm>
                  <a:off x="10759996" y="2984203"/>
                  <a:ext cx="23760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8" name="Ink 87">
                  <a:extLst>
                    <a:ext uri="{FF2B5EF4-FFF2-40B4-BE49-F238E27FC236}">
                      <a16:creationId xmlns:a16="http://schemas.microsoft.com/office/drawing/2014/main" id="{F05E71EC-D237-54A9-F700-21EBB4A3262E}"/>
                    </a:ext>
                  </a:extLst>
                </p14:cNvPr>
                <p14:cNvContentPartPr/>
                <p14:nvPr/>
              </p14:nvContentPartPr>
              <p14:xfrm>
                <a:off x="11068516" y="2961523"/>
                <a:ext cx="37080" cy="19800"/>
              </p14:xfrm>
            </p:contentPart>
          </mc:Choice>
          <mc:Fallback xmlns="">
            <p:pic>
              <p:nvPicPr>
                <p:cNvPr id="88" name="Ink 87">
                  <a:extLst>
                    <a:ext uri="{FF2B5EF4-FFF2-40B4-BE49-F238E27FC236}">
                      <a16:creationId xmlns:a16="http://schemas.microsoft.com/office/drawing/2014/main" id="{F05E71EC-D237-54A9-F700-21EBB4A3262E}"/>
                    </a:ext>
                  </a:extLst>
                </p:cNvPr>
                <p:cNvPicPr/>
                <p:nvPr/>
              </p:nvPicPr>
              <p:blipFill>
                <a:blip r:embed="rId148"/>
                <a:stretch>
                  <a:fillRect/>
                </a:stretch>
              </p:blipFill>
              <p:spPr>
                <a:xfrm>
                  <a:off x="11062396" y="2955403"/>
                  <a:ext cx="493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9" name="Ink 88">
                  <a:extLst>
                    <a:ext uri="{FF2B5EF4-FFF2-40B4-BE49-F238E27FC236}">
                      <a16:creationId xmlns:a16="http://schemas.microsoft.com/office/drawing/2014/main" id="{146B32A1-F0E3-0D23-F14D-33D15C20C21E}"/>
                    </a:ext>
                  </a:extLst>
                </p14:cNvPr>
                <p14:cNvContentPartPr/>
                <p14:nvPr/>
              </p14:nvContentPartPr>
              <p14:xfrm>
                <a:off x="11153836" y="3023083"/>
                <a:ext cx="447840" cy="117720"/>
              </p14:xfrm>
            </p:contentPart>
          </mc:Choice>
          <mc:Fallback xmlns="">
            <p:pic>
              <p:nvPicPr>
                <p:cNvPr id="89" name="Ink 88">
                  <a:extLst>
                    <a:ext uri="{FF2B5EF4-FFF2-40B4-BE49-F238E27FC236}">
                      <a16:creationId xmlns:a16="http://schemas.microsoft.com/office/drawing/2014/main" id="{146B32A1-F0E3-0D23-F14D-33D15C20C21E}"/>
                    </a:ext>
                  </a:extLst>
                </p:cNvPr>
                <p:cNvPicPr/>
                <p:nvPr/>
              </p:nvPicPr>
              <p:blipFill>
                <a:blip r:embed="rId150"/>
                <a:stretch>
                  <a:fillRect/>
                </a:stretch>
              </p:blipFill>
              <p:spPr>
                <a:xfrm>
                  <a:off x="11147716" y="3016963"/>
                  <a:ext cx="4600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91" name="Ink 90">
                  <a:extLst>
                    <a:ext uri="{FF2B5EF4-FFF2-40B4-BE49-F238E27FC236}">
                      <a16:creationId xmlns:a16="http://schemas.microsoft.com/office/drawing/2014/main" id="{073C0C80-B6E2-56E1-93E0-D789DB967487}"/>
                    </a:ext>
                  </a:extLst>
                </p14:cNvPr>
                <p14:cNvContentPartPr/>
                <p14:nvPr/>
              </p14:nvContentPartPr>
              <p14:xfrm>
                <a:off x="7455916" y="3288403"/>
                <a:ext cx="391680" cy="374040"/>
              </p14:xfrm>
            </p:contentPart>
          </mc:Choice>
          <mc:Fallback xmlns="">
            <p:pic>
              <p:nvPicPr>
                <p:cNvPr id="91" name="Ink 90">
                  <a:extLst>
                    <a:ext uri="{FF2B5EF4-FFF2-40B4-BE49-F238E27FC236}">
                      <a16:creationId xmlns:a16="http://schemas.microsoft.com/office/drawing/2014/main" id="{073C0C80-B6E2-56E1-93E0-D789DB967487}"/>
                    </a:ext>
                  </a:extLst>
                </p:cNvPr>
                <p:cNvPicPr/>
                <p:nvPr/>
              </p:nvPicPr>
              <p:blipFill>
                <a:blip r:embed="rId152"/>
                <a:stretch>
                  <a:fillRect/>
                </a:stretch>
              </p:blipFill>
              <p:spPr>
                <a:xfrm>
                  <a:off x="7449796" y="3282283"/>
                  <a:ext cx="40392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3" name="Ink 92">
                  <a:extLst>
                    <a:ext uri="{FF2B5EF4-FFF2-40B4-BE49-F238E27FC236}">
                      <a16:creationId xmlns:a16="http://schemas.microsoft.com/office/drawing/2014/main" id="{1EC79F14-16AF-CADB-E0A9-50476DC2B450}"/>
                    </a:ext>
                  </a:extLst>
                </p14:cNvPr>
                <p14:cNvContentPartPr/>
                <p14:nvPr/>
              </p14:nvContentPartPr>
              <p14:xfrm>
                <a:off x="8149276" y="3513763"/>
                <a:ext cx="771120" cy="245520"/>
              </p14:xfrm>
            </p:contentPart>
          </mc:Choice>
          <mc:Fallback xmlns="">
            <p:pic>
              <p:nvPicPr>
                <p:cNvPr id="93" name="Ink 92">
                  <a:extLst>
                    <a:ext uri="{FF2B5EF4-FFF2-40B4-BE49-F238E27FC236}">
                      <a16:creationId xmlns:a16="http://schemas.microsoft.com/office/drawing/2014/main" id="{1EC79F14-16AF-CADB-E0A9-50476DC2B450}"/>
                    </a:ext>
                  </a:extLst>
                </p:cNvPr>
                <p:cNvPicPr/>
                <p:nvPr/>
              </p:nvPicPr>
              <p:blipFill>
                <a:blip r:embed="rId154"/>
                <a:stretch>
                  <a:fillRect/>
                </a:stretch>
              </p:blipFill>
              <p:spPr>
                <a:xfrm>
                  <a:off x="8143156" y="3507643"/>
                  <a:ext cx="78336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4" name="Ink 93">
                  <a:extLst>
                    <a:ext uri="{FF2B5EF4-FFF2-40B4-BE49-F238E27FC236}">
                      <a16:creationId xmlns:a16="http://schemas.microsoft.com/office/drawing/2014/main" id="{11C2ABB2-A92F-6EB7-E7B1-FA5264D91DC3}"/>
                    </a:ext>
                  </a:extLst>
                </p14:cNvPr>
                <p14:cNvContentPartPr/>
                <p14:nvPr/>
              </p14:nvContentPartPr>
              <p14:xfrm>
                <a:off x="9110476" y="3466603"/>
                <a:ext cx="185400" cy="196560"/>
              </p14:xfrm>
            </p:contentPart>
          </mc:Choice>
          <mc:Fallback xmlns="">
            <p:pic>
              <p:nvPicPr>
                <p:cNvPr id="94" name="Ink 93">
                  <a:extLst>
                    <a:ext uri="{FF2B5EF4-FFF2-40B4-BE49-F238E27FC236}">
                      <a16:creationId xmlns:a16="http://schemas.microsoft.com/office/drawing/2014/main" id="{11C2ABB2-A92F-6EB7-E7B1-FA5264D91DC3}"/>
                    </a:ext>
                  </a:extLst>
                </p:cNvPr>
                <p:cNvPicPr/>
                <p:nvPr/>
              </p:nvPicPr>
              <p:blipFill>
                <a:blip r:embed="rId156"/>
                <a:stretch>
                  <a:fillRect/>
                </a:stretch>
              </p:blipFill>
              <p:spPr>
                <a:xfrm>
                  <a:off x="9104356" y="3460483"/>
                  <a:ext cx="1976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5" name="Ink 94">
                  <a:extLst>
                    <a:ext uri="{FF2B5EF4-FFF2-40B4-BE49-F238E27FC236}">
                      <a16:creationId xmlns:a16="http://schemas.microsoft.com/office/drawing/2014/main" id="{5F254E01-84B6-216F-F54D-B2F6EE555277}"/>
                    </a:ext>
                  </a:extLst>
                </p14:cNvPr>
                <p14:cNvContentPartPr/>
                <p14:nvPr/>
              </p14:nvContentPartPr>
              <p14:xfrm>
                <a:off x="9347356" y="3504763"/>
                <a:ext cx="198360" cy="119520"/>
              </p14:xfrm>
            </p:contentPart>
          </mc:Choice>
          <mc:Fallback xmlns="">
            <p:pic>
              <p:nvPicPr>
                <p:cNvPr id="95" name="Ink 94">
                  <a:extLst>
                    <a:ext uri="{FF2B5EF4-FFF2-40B4-BE49-F238E27FC236}">
                      <a16:creationId xmlns:a16="http://schemas.microsoft.com/office/drawing/2014/main" id="{5F254E01-84B6-216F-F54D-B2F6EE555277}"/>
                    </a:ext>
                  </a:extLst>
                </p:cNvPr>
                <p:cNvPicPr/>
                <p:nvPr/>
              </p:nvPicPr>
              <p:blipFill>
                <a:blip r:embed="rId158"/>
                <a:stretch>
                  <a:fillRect/>
                </a:stretch>
              </p:blipFill>
              <p:spPr>
                <a:xfrm>
                  <a:off x="9341236" y="3498643"/>
                  <a:ext cx="2106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6" name="Ink 95">
                  <a:extLst>
                    <a:ext uri="{FF2B5EF4-FFF2-40B4-BE49-F238E27FC236}">
                      <a16:creationId xmlns:a16="http://schemas.microsoft.com/office/drawing/2014/main" id="{CB885AAA-029C-18DB-1123-85E7F3C3EB1B}"/>
                    </a:ext>
                  </a:extLst>
                </p14:cNvPr>
                <p14:cNvContentPartPr/>
                <p14:nvPr/>
              </p14:nvContentPartPr>
              <p14:xfrm>
                <a:off x="9548596" y="3419443"/>
                <a:ext cx="62280" cy="179640"/>
              </p14:xfrm>
            </p:contentPart>
          </mc:Choice>
          <mc:Fallback xmlns="">
            <p:pic>
              <p:nvPicPr>
                <p:cNvPr id="96" name="Ink 95">
                  <a:extLst>
                    <a:ext uri="{FF2B5EF4-FFF2-40B4-BE49-F238E27FC236}">
                      <a16:creationId xmlns:a16="http://schemas.microsoft.com/office/drawing/2014/main" id="{CB885AAA-029C-18DB-1123-85E7F3C3EB1B}"/>
                    </a:ext>
                  </a:extLst>
                </p:cNvPr>
                <p:cNvPicPr/>
                <p:nvPr/>
              </p:nvPicPr>
              <p:blipFill>
                <a:blip r:embed="rId160"/>
                <a:stretch>
                  <a:fillRect/>
                </a:stretch>
              </p:blipFill>
              <p:spPr>
                <a:xfrm>
                  <a:off x="9542476" y="3413323"/>
                  <a:ext cx="745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7" name="Ink 96">
                  <a:extLst>
                    <a:ext uri="{FF2B5EF4-FFF2-40B4-BE49-F238E27FC236}">
                      <a16:creationId xmlns:a16="http://schemas.microsoft.com/office/drawing/2014/main" id="{F7FC3189-81EB-9389-0A8C-465B5EF14E75}"/>
                    </a:ext>
                  </a:extLst>
                </p14:cNvPr>
                <p14:cNvContentPartPr/>
                <p14:nvPr/>
              </p14:nvContentPartPr>
              <p14:xfrm>
                <a:off x="9511876" y="3497563"/>
                <a:ext cx="277920" cy="86760"/>
              </p14:xfrm>
            </p:contentPart>
          </mc:Choice>
          <mc:Fallback xmlns="">
            <p:pic>
              <p:nvPicPr>
                <p:cNvPr id="97" name="Ink 96">
                  <a:extLst>
                    <a:ext uri="{FF2B5EF4-FFF2-40B4-BE49-F238E27FC236}">
                      <a16:creationId xmlns:a16="http://schemas.microsoft.com/office/drawing/2014/main" id="{F7FC3189-81EB-9389-0A8C-465B5EF14E75}"/>
                    </a:ext>
                  </a:extLst>
                </p:cNvPr>
                <p:cNvPicPr/>
                <p:nvPr/>
              </p:nvPicPr>
              <p:blipFill>
                <a:blip r:embed="rId162"/>
                <a:stretch>
                  <a:fillRect/>
                </a:stretch>
              </p:blipFill>
              <p:spPr>
                <a:xfrm>
                  <a:off x="9505756" y="3491443"/>
                  <a:ext cx="2901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8" name="Ink 97">
                  <a:extLst>
                    <a:ext uri="{FF2B5EF4-FFF2-40B4-BE49-F238E27FC236}">
                      <a16:creationId xmlns:a16="http://schemas.microsoft.com/office/drawing/2014/main" id="{5C48CF3E-FD34-1A20-2FFA-A3A2BEA2B53C}"/>
                    </a:ext>
                  </a:extLst>
                </p14:cNvPr>
                <p14:cNvContentPartPr/>
                <p14:nvPr/>
              </p14:nvContentPartPr>
              <p14:xfrm>
                <a:off x="9804556" y="3374803"/>
                <a:ext cx="209880" cy="212760"/>
              </p14:xfrm>
            </p:contentPart>
          </mc:Choice>
          <mc:Fallback xmlns="">
            <p:pic>
              <p:nvPicPr>
                <p:cNvPr id="98" name="Ink 97">
                  <a:extLst>
                    <a:ext uri="{FF2B5EF4-FFF2-40B4-BE49-F238E27FC236}">
                      <a16:creationId xmlns:a16="http://schemas.microsoft.com/office/drawing/2014/main" id="{5C48CF3E-FD34-1A20-2FFA-A3A2BEA2B53C}"/>
                    </a:ext>
                  </a:extLst>
                </p:cNvPr>
                <p:cNvPicPr/>
                <p:nvPr/>
              </p:nvPicPr>
              <p:blipFill>
                <a:blip r:embed="rId164"/>
                <a:stretch>
                  <a:fillRect/>
                </a:stretch>
              </p:blipFill>
              <p:spPr>
                <a:xfrm>
                  <a:off x="9798436" y="3368683"/>
                  <a:ext cx="22212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9" name="Ink 98">
                  <a:extLst>
                    <a:ext uri="{FF2B5EF4-FFF2-40B4-BE49-F238E27FC236}">
                      <a16:creationId xmlns:a16="http://schemas.microsoft.com/office/drawing/2014/main" id="{1B26FDC1-6170-972F-22F8-2F85BB9DBB85}"/>
                    </a:ext>
                  </a:extLst>
                </p14:cNvPr>
                <p14:cNvContentPartPr/>
                <p14:nvPr/>
              </p14:nvContentPartPr>
              <p14:xfrm>
                <a:off x="9949276" y="3469843"/>
                <a:ext cx="163800" cy="77040"/>
              </p14:xfrm>
            </p:contentPart>
          </mc:Choice>
          <mc:Fallback xmlns="">
            <p:pic>
              <p:nvPicPr>
                <p:cNvPr id="99" name="Ink 98">
                  <a:extLst>
                    <a:ext uri="{FF2B5EF4-FFF2-40B4-BE49-F238E27FC236}">
                      <a16:creationId xmlns:a16="http://schemas.microsoft.com/office/drawing/2014/main" id="{1B26FDC1-6170-972F-22F8-2F85BB9DBB85}"/>
                    </a:ext>
                  </a:extLst>
                </p:cNvPr>
                <p:cNvPicPr/>
                <p:nvPr/>
              </p:nvPicPr>
              <p:blipFill>
                <a:blip r:embed="rId166"/>
                <a:stretch>
                  <a:fillRect/>
                </a:stretch>
              </p:blipFill>
              <p:spPr>
                <a:xfrm>
                  <a:off x="9943156" y="3463723"/>
                  <a:ext cx="17604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0" name="Ink 99">
                  <a:extLst>
                    <a:ext uri="{FF2B5EF4-FFF2-40B4-BE49-F238E27FC236}">
                      <a16:creationId xmlns:a16="http://schemas.microsoft.com/office/drawing/2014/main" id="{2C8393B1-15AD-0F77-F7E1-7EB8B2367A83}"/>
                    </a:ext>
                  </a:extLst>
                </p14:cNvPr>
                <p14:cNvContentPartPr/>
                <p14:nvPr/>
              </p14:nvContentPartPr>
              <p14:xfrm>
                <a:off x="10106596" y="3420523"/>
                <a:ext cx="77400" cy="15120"/>
              </p14:xfrm>
            </p:contentPart>
          </mc:Choice>
          <mc:Fallback xmlns="">
            <p:pic>
              <p:nvPicPr>
                <p:cNvPr id="100" name="Ink 99">
                  <a:extLst>
                    <a:ext uri="{FF2B5EF4-FFF2-40B4-BE49-F238E27FC236}">
                      <a16:creationId xmlns:a16="http://schemas.microsoft.com/office/drawing/2014/main" id="{2C8393B1-15AD-0F77-F7E1-7EB8B2367A83}"/>
                    </a:ext>
                  </a:extLst>
                </p:cNvPr>
                <p:cNvPicPr/>
                <p:nvPr/>
              </p:nvPicPr>
              <p:blipFill>
                <a:blip r:embed="rId168"/>
                <a:stretch>
                  <a:fillRect/>
                </a:stretch>
              </p:blipFill>
              <p:spPr>
                <a:xfrm>
                  <a:off x="10100476" y="3414403"/>
                  <a:ext cx="8964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01" name="Ink 100">
                  <a:extLst>
                    <a:ext uri="{FF2B5EF4-FFF2-40B4-BE49-F238E27FC236}">
                      <a16:creationId xmlns:a16="http://schemas.microsoft.com/office/drawing/2014/main" id="{B16FAA4D-9ADF-0F46-B68A-FB7273DE5C30}"/>
                    </a:ext>
                  </a:extLst>
                </p14:cNvPr>
                <p14:cNvContentPartPr/>
                <p14:nvPr/>
              </p14:nvContentPartPr>
              <p14:xfrm>
                <a:off x="10217476" y="3441043"/>
                <a:ext cx="444240" cy="94320"/>
              </p14:xfrm>
            </p:contentPart>
          </mc:Choice>
          <mc:Fallback xmlns="">
            <p:pic>
              <p:nvPicPr>
                <p:cNvPr id="101" name="Ink 100">
                  <a:extLst>
                    <a:ext uri="{FF2B5EF4-FFF2-40B4-BE49-F238E27FC236}">
                      <a16:creationId xmlns:a16="http://schemas.microsoft.com/office/drawing/2014/main" id="{B16FAA4D-9ADF-0F46-B68A-FB7273DE5C30}"/>
                    </a:ext>
                  </a:extLst>
                </p:cNvPr>
                <p:cNvPicPr/>
                <p:nvPr/>
              </p:nvPicPr>
              <p:blipFill>
                <a:blip r:embed="rId170"/>
                <a:stretch>
                  <a:fillRect/>
                </a:stretch>
              </p:blipFill>
              <p:spPr>
                <a:xfrm>
                  <a:off x="10211356" y="3434923"/>
                  <a:ext cx="4564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2" name="Ink 101">
                  <a:extLst>
                    <a:ext uri="{FF2B5EF4-FFF2-40B4-BE49-F238E27FC236}">
                      <a16:creationId xmlns:a16="http://schemas.microsoft.com/office/drawing/2014/main" id="{D822AECE-1C9F-4FE0-388D-71A59812AFD9}"/>
                    </a:ext>
                  </a:extLst>
                </p14:cNvPr>
                <p14:cNvContentPartPr/>
                <p14:nvPr/>
              </p14:nvContentPartPr>
              <p14:xfrm>
                <a:off x="7495516" y="3720763"/>
                <a:ext cx="345960" cy="362880"/>
              </p14:xfrm>
            </p:contentPart>
          </mc:Choice>
          <mc:Fallback xmlns="">
            <p:pic>
              <p:nvPicPr>
                <p:cNvPr id="102" name="Ink 101">
                  <a:extLst>
                    <a:ext uri="{FF2B5EF4-FFF2-40B4-BE49-F238E27FC236}">
                      <a16:creationId xmlns:a16="http://schemas.microsoft.com/office/drawing/2014/main" id="{D822AECE-1C9F-4FE0-388D-71A59812AFD9}"/>
                    </a:ext>
                  </a:extLst>
                </p:cNvPr>
                <p:cNvPicPr/>
                <p:nvPr/>
              </p:nvPicPr>
              <p:blipFill>
                <a:blip r:embed="rId172"/>
                <a:stretch>
                  <a:fillRect/>
                </a:stretch>
              </p:blipFill>
              <p:spPr>
                <a:xfrm>
                  <a:off x="7489396" y="3714643"/>
                  <a:ext cx="35820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3" name="Ink 102">
                  <a:extLst>
                    <a:ext uri="{FF2B5EF4-FFF2-40B4-BE49-F238E27FC236}">
                      <a16:creationId xmlns:a16="http://schemas.microsoft.com/office/drawing/2014/main" id="{F5414146-36CE-0B0F-ACDE-9BF991E438C1}"/>
                    </a:ext>
                  </a:extLst>
                </p14:cNvPr>
                <p14:cNvContentPartPr/>
                <p14:nvPr/>
              </p14:nvContentPartPr>
              <p14:xfrm>
                <a:off x="8136676" y="3877723"/>
                <a:ext cx="937800" cy="298080"/>
              </p14:xfrm>
            </p:contentPart>
          </mc:Choice>
          <mc:Fallback xmlns="">
            <p:pic>
              <p:nvPicPr>
                <p:cNvPr id="103" name="Ink 102">
                  <a:extLst>
                    <a:ext uri="{FF2B5EF4-FFF2-40B4-BE49-F238E27FC236}">
                      <a16:creationId xmlns:a16="http://schemas.microsoft.com/office/drawing/2014/main" id="{F5414146-36CE-0B0F-ACDE-9BF991E438C1}"/>
                    </a:ext>
                  </a:extLst>
                </p:cNvPr>
                <p:cNvPicPr/>
                <p:nvPr/>
              </p:nvPicPr>
              <p:blipFill>
                <a:blip r:embed="rId174"/>
                <a:stretch>
                  <a:fillRect/>
                </a:stretch>
              </p:blipFill>
              <p:spPr>
                <a:xfrm>
                  <a:off x="8130556" y="3871603"/>
                  <a:ext cx="95004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4" name="Ink 103">
                  <a:extLst>
                    <a:ext uri="{FF2B5EF4-FFF2-40B4-BE49-F238E27FC236}">
                      <a16:creationId xmlns:a16="http://schemas.microsoft.com/office/drawing/2014/main" id="{75AF6985-423B-69B6-718D-1D8193387B18}"/>
                    </a:ext>
                  </a:extLst>
                </p14:cNvPr>
                <p14:cNvContentPartPr/>
                <p14:nvPr/>
              </p14:nvContentPartPr>
              <p14:xfrm>
                <a:off x="9286156" y="3778003"/>
                <a:ext cx="1409400" cy="440640"/>
              </p14:xfrm>
            </p:contentPart>
          </mc:Choice>
          <mc:Fallback xmlns="">
            <p:pic>
              <p:nvPicPr>
                <p:cNvPr id="104" name="Ink 103">
                  <a:extLst>
                    <a:ext uri="{FF2B5EF4-FFF2-40B4-BE49-F238E27FC236}">
                      <a16:creationId xmlns:a16="http://schemas.microsoft.com/office/drawing/2014/main" id="{75AF6985-423B-69B6-718D-1D8193387B18}"/>
                    </a:ext>
                  </a:extLst>
                </p:cNvPr>
                <p:cNvPicPr/>
                <p:nvPr/>
              </p:nvPicPr>
              <p:blipFill>
                <a:blip r:embed="rId176"/>
                <a:stretch>
                  <a:fillRect/>
                </a:stretch>
              </p:blipFill>
              <p:spPr>
                <a:xfrm>
                  <a:off x="9280036" y="3771883"/>
                  <a:ext cx="142164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5" name="Ink 104">
                  <a:extLst>
                    <a:ext uri="{FF2B5EF4-FFF2-40B4-BE49-F238E27FC236}">
                      <a16:creationId xmlns:a16="http://schemas.microsoft.com/office/drawing/2014/main" id="{657F9ECE-E8E0-CD82-B7A1-29762A61F699}"/>
                    </a:ext>
                  </a:extLst>
                </p14:cNvPr>
                <p14:cNvContentPartPr/>
                <p14:nvPr/>
              </p14:nvContentPartPr>
              <p14:xfrm>
                <a:off x="10590436" y="3892483"/>
                <a:ext cx="156600" cy="16920"/>
              </p14:xfrm>
            </p:contentPart>
          </mc:Choice>
          <mc:Fallback xmlns="">
            <p:pic>
              <p:nvPicPr>
                <p:cNvPr id="105" name="Ink 104">
                  <a:extLst>
                    <a:ext uri="{FF2B5EF4-FFF2-40B4-BE49-F238E27FC236}">
                      <a16:creationId xmlns:a16="http://schemas.microsoft.com/office/drawing/2014/main" id="{657F9ECE-E8E0-CD82-B7A1-29762A61F699}"/>
                    </a:ext>
                  </a:extLst>
                </p:cNvPr>
                <p:cNvPicPr/>
                <p:nvPr/>
              </p:nvPicPr>
              <p:blipFill>
                <a:blip r:embed="rId178"/>
                <a:stretch>
                  <a:fillRect/>
                </a:stretch>
              </p:blipFill>
              <p:spPr>
                <a:xfrm>
                  <a:off x="10584316" y="3886363"/>
                  <a:ext cx="1688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06" name="Ink 105">
                  <a:extLst>
                    <a:ext uri="{FF2B5EF4-FFF2-40B4-BE49-F238E27FC236}">
                      <a16:creationId xmlns:a16="http://schemas.microsoft.com/office/drawing/2014/main" id="{0F821FAB-CC4A-B53A-DAEA-72145B7F2010}"/>
                    </a:ext>
                  </a:extLst>
                </p14:cNvPr>
                <p14:cNvContentPartPr/>
                <p14:nvPr/>
              </p14:nvContentPartPr>
              <p14:xfrm>
                <a:off x="10658116" y="3753163"/>
                <a:ext cx="299520" cy="205560"/>
              </p14:xfrm>
            </p:contentPart>
          </mc:Choice>
          <mc:Fallback xmlns="">
            <p:pic>
              <p:nvPicPr>
                <p:cNvPr id="106" name="Ink 105">
                  <a:extLst>
                    <a:ext uri="{FF2B5EF4-FFF2-40B4-BE49-F238E27FC236}">
                      <a16:creationId xmlns:a16="http://schemas.microsoft.com/office/drawing/2014/main" id="{0F821FAB-CC4A-B53A-DAEA-72145B7F2010}"/>
                    </a:ext>
                  </a:extLst>
                </p:cNvPr>
                <p:cNvPicPr/>
                <p:nvPr/>
              </p:nvPicPr>
              <p:blipFill>
                <a:blip r:embed="rId180"/>
                <a:stretch>
                  <a:fillRect/>
                </a:stretch>
              </p:blipFill>
              <p:spPr>
                <a:xfrm>
                  <a:off x="10651996" y="3747043"/>
                  <a:ext cx="3117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07" name="Ink 106">
                  <a:extLst>
                    <a:ext uri="{FF2B5EF4-FFF2-40B4-BE49-F238E27FC236}">
                      <a16:creationId xmlns:a16="http://schemas.microsoft.com/office/drawing/2014/main" id="{98B09C19-DBA1-48F2-730C-8A85EB96D6F3}"/>
                    </a:ext>
                  </a:extLst>
                </p14:cNvPr>
                <p14:cNvContentPartPr/>
                <p14:nvPr/>
              </p14:nvContentPartPr>
              <p14:xfrm>
                <a:off x="10856836" y="3882043"/>
                <a:ext cx="324000" cy="91080"/>
              </p14:xfrm>
            </p:contentPart>
          </mc:Choice>
          <mc:Fallback xmlns="">
            <p:pic>
              <p:nvPicPr>
                <p:cNvPr id="107" name="Ink 106">
                  <a:extLst>
                    <a:ext uri="{FF2B5EF4-FFF2-40B4-BE49-F238E27FC236}">
                      <a16:creationId xmlns:a16="http://schemas.microsoft.com/office/drawing/2014/main" id="{98B09C19-DBA1-48F2-730C-8A85EB96D6F3}"/>
                    </a:ext>
                  </a:extLst>
                </p:cNvPr>
                <p:cNvPicPr/>
                <p:nvPr/>
              </p:nvPicPr>
              <p:blipFill>
                <a:blip r:embed="rId182"/>
                <a:stretch>
                  <a:fillRect/>
                </a:stretch>
              </p:blipFill>
              <p:spPr>
                <a:xfrm>
                  <a:off x="10850716" y="3875923"/>
                  <a:ext cx="33624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08" name="Ink 107">
                  <a:extLst>
                    <a:ext uri="{FF2B5EF4-FFF2-40B4-BE49-F238E27FC236}">
                      <a16:creationId xmlns:a16="http://schemas.microsoft.com/office/drawing/2014/main" id="{B5AB103C-3B84-2FEF-D147-F40AFBD01018}"/>
                    </a:ext>
                  </a:extLst>
                </p14:cNvPr>
                <p14:cNvContentPartPr/>
                <p14:nvPr/>
              </p14:nvContentPartPr>
              <p14:xfrm>
                <a:off x="11160316" y="3864763"/>
                <a:ext cx="361440" cy="68040"/>
              </p14:xfrm>
            </p:contentPart>
          </mc:Choice>
          <mc:Fallback xmlns="">
            <p:pic>
              <p:nvPicPr>
                <p:cNvPr id="108" name="Ink 107">
                  <a:extLst>
                    <a:ext uri="{FF2B5EF4-FFF2-40B4-BE49-F238E27FC236}">
                      <a16:creationId xmlns:a16="http://schemas.microsoft.com/office/drawing/2014/main" id="{B5AB103C-3B84-2FEF-D147-F40AFBD01018}"/>
                    </a:ext>
                  </a:extLst>
                </p:cNvPr>
                <p:cNvPicPr/>
                <p:nvPr/>
              </p:nvPicPr>
              <p:blipFill>
                <a:blip r:embed="rId184"/>
                <a:stretch>
                  <a:fillRect/>
                </a:stretch>
              </p:blipFill>
              <p:spPr>
                <a:xfrm>
                  <a:off x="11154196" y="3858643"/>
                  <a:ext cx="37368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09" name="Ink 108">
                  <a:extLst>
                    <a:ext uri="{FF2B5EF4-FFF2-40B4-BE49-F238E27FC236}">
                      <a16:creationId xmlns:a16="http://schemas.microsoft.com/office/drawing/2014/main" id="{2CF9DE61-D935-BE8F-E600-242CF55344B4}"/>
                    </a:ext>
                  </a:extLst>
                </p14:cNvPr>
                <p14:cNvContentPartPr/>
                <p14:nvPr/>
              </p14:nvContentPartPr>
              <p14:xfrm>
                <a:off x="11003356" y="3760723"/>
                <a:ext cx="65160" cy="4320"/>
              </p14:xfrm>
            </p:contentPart>
          </mc:Choice>
          <mc:Fallback xmlns="">
            <p:pic>
              <p:nvPicPr>
                <p:cNvPr id="109" name="Ink 108">
                  <a:extLst>
                    <a:ext uri="{FF2B5EF4-FFF2-40B4-BE49-F238E27FC236}">
                      <a16:creationId xmlns:a16="http://schemas.microsoft.com/office/drawing/2014/main" id="{2CF9DE61-D935-BE8F-E600-242CF55344B4}"/>
                    </a:ext>
                  </a:extLst>
                </p:cNvPr>
                <p:cNvPicPr/>
                <p:nvPr/>
              </p:nvPicPr>
              <p:blipFill>
                <a:blip r:embed="rId186"/>
                <a:stretch>
                  <a:fillRect/>
                </a:stretch>
              </p:blipFill>
              <p:spPr>
                <a:xfrm>
                  <a:off x="10997236" y="3754603"/>
                  <a:ext cx="7740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0" name="Ink 109">
                  <a:extLst>
                    <a:ext uri="{FF2B5EF4-FFF2-40B4-BE49-F238E27FC236}">
                      <a16:creationId xmlns:a16="http://schemas.microsoft.com/office/drawing/2014/main" id="{8A4000F2-090F-717A-714E-BEB4F9E771C3}"/>
                    </a:ext>
                  </a:extLst>
                </p14:cNvPr>
                <p14:cNvContentPartPr/>
                <p14:nvPr/>
              </p14:nvContentPartPr>
              <p14:xfrm>
                <a:off x="7518196" y="4211443"/>
                <a:ext cx="2705760" cy="328320"/>
              </p14:xfrm>
            </p:contentPart>
          </mc:Choice>
          <mc:Fallback xmlns="">
            <p:pic>
              <p:nvPicPr>
                <p:cNvPr id="110" name="Ink 109">
                  <a:extLst>
                    <a:ext uri="{FF2B5EF4-FFF2-40B4-BE49-F238E27FC236}">
                      <a16:creationId xmlns:a16="http://schemas.microsoft.com/office/drawing/2014/main" id="{8A4000F2-090F-717A-714E-BEB4F9E771C3}"/>
                    </a:ext>
                  </a:extLst>
                </p:cNvPr>
                <p:cNvPicPr/>
                <p:nvPr/>
              </p:nvPicPr>
              <p:blipFill>
                <a:blip r:embed="rId188"/>
                <a:stretch>
                  <a:fillRect/>
                </a:stretch>
              </p:blipFill>
              <p:spPr>
                <a:xfrm>
                  <a:off x="7512076" y="4205323"/>
                  <a:ext cx="271800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1" name="Ink 110">
                  <a:extLst>
                    <a:ext uri="{FF2B5EF4-FFF2-40B4-BE49-F238E27FC236}">
                      <a16:creationId xmlns:a16="http://schemas.microsoft.com/office/drawing/2014/main" id="{C71E4543-DD4F-2857-9CE2-2CA822EA66B3}"/>
                    </a:ext>
                  </a:extLst>
                </p14:cNvPr>
                <p14:cNvContentPartPr/>
                <p14:nvPr/>
              </p14:nvContentPartPr>
              <p14:xfrm>
                <a:off x="8288236" y="3766483"/>
                <a:ext cx="1544400" cy="110160"/>
              </p14:xfrm>
            </p:contentPart>
          </mc:Choice>
          <mc:Fallback xmlns="">
            <p:pic>
              <p:nvPicPr>
                <p:cNvPr id="111" name="Ink 110">
                  <a:extLst>
                    <a:ext uri="{FF2B5EF4-FFF2-40B4-BE49-F238E27FC236}">
                      <a16:creationId xmlns:a16="http://schemas.microsoft.com/office/drawing/2014/main" id="{C71E4543-DD4F-2857-9CE2-2CA822EA66B3}"/>
                    </a:ext>
                  </a:extLst>
                </p:cNvPr>
                <p:cNvPicPr/>
                <p:nvPr/>
              </p:nvPicPr>
              <p:blipFill>
                <a:blip r:embed="rId190"/>
                <a:stretch>
                  <a:fillRect/>
                </a:stretch>
              </p:blipFill>
              <p:spPr>
                <a:xfrm>
                  <a:off x="8282116" y="3760363"/>
                  <a:ext cx="155664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3" name="Ink 112">
                  <a:extLst>
                    <a:ext uri="{FF2B5EF4-FFF2-40B4-BE49-F238E27FC236}">
                      <a16:creationId xmlns:a16="http://schemas.microsoft.com/office/drawing/2014/main" id="{5C1840EA-28DD-07CE-582B-BDACAD331249}"/>
                    </a:ext>
                  </a:extLst>
                </p14:cNvPr>
                <p14:cNvContentPartPr/>
                <p14:nvPr/>
              </p14:nvContentPartPr>
              <p14:xfrm>
                <a:off x="8217316" y="3381283"/>
                <a:ext cx="1341000" cy="69840"/>
              </p14:xfrm>
            </p:contentPart>
          </mc:Choice>
          <mc:Fallback xmlns="">
            <p:pic>
              <p:nvPicPr>
                <p:cNvPr id="113" name="Ink 112">
                  <a:extLst>
                    <a:ext uri="{FF2B5EF4-FFF2-40B4-BE49-F238E27FC236}">
                      <a16:creationId xmlns:a16="http://schemas.microsoft.com/office/drawing/2014/main" id="{5C1840EA-28DD-07CE-582B-BDACAD331249}"/>
                    </a:ext>
                  </a:extLst>
                </p:cNvPr>
                <p:cNvPicPr/>
                <p:nvPr/>
              </p:nvPicPr>
              <p:blipFill>
                <a:blip r:embed="rId192"/>
                <a:stretch>
                  <a:fillRect/>
                </a:stretch>
              </p:blipFill>
              <p:spPr>
                <a:xfrm>
                  <a:off x="8211196" y="3375163"/>
                  <a:ext cx="1353240" cy="82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3">
            <p14:nvContentPartPr>
              <p14:cNvPr id="115" name="Ink 114">
                <a:extLst>
                  <a:ext uri="{FF2B5EF4-FFF2-40B4-BE49-F238E27FC236}">
                    <a16:creationId xmlns:a16="http://schemas.microsoft.com/office/drawing/2014/main" id="{2B19A7B2-1D4C-6B2F-78FF-A569A615848D}"/>
                  </a:ext>
                </a:extLst>
              </p14:cNvPr>
              <p14:cNvContentPartPr/>
              <p14:nvPr/>
            </p14:nvContentPartPr>
            <p14:xfrm>
              <a:off x="4089556" y="513163"/>
              <a:ext cx="360" cy="360"/>
            </p14:xfrm>
          </p:contentPart>
        </mc:Choice>
        <mc:Fallback xmlns="">
          <p:pic>
            <p:nvPicPr>
              <p:cNvPr id="115" name="Ink 114">
                <a:extLst>
                  <a:ext uri="{FF2B5EF4-FFF2-40B4-BE49-F238E27FC236}">
                    <a16:creationId xmlns:a16="http://schemas.microsoft.com/office/drawing/2014/main" id="{2B19A7B2-1D4C-6B2F-78FF-A569A615848D}"/>
                  </a:ext>
                </a:extLst>
              </p:cNvPr>
              <p:cNvPicPr/>
              <p:nvPr/>
            </p:nvPicPr>
            <p:blipFill>
              <a:blip r:embed="rId194"/>
              <a:stretch>
                <a:fillRect/>
              </a:stretch>
            </p:blipFill>
            <p:spPr>
              <a:xfrm>
                <a:off x="4083436" y="507043"/>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6" name="Ink 115">
                <a:extLst>
                  <a:ext uri="{FF2B5EF4-FFF2-40B4-BE49-F238E27FC236}">
                    <a16:creationId xmlns:a16="http://schemas.microsoft.com/office/drawing/2014/main" id="{01083793-F8BA-E378-2F3E-82F17FEAF129}"/>
                  </a:ext>
                </a:extLst>
              </p14:cNvPr>
              <p14:cNvContentPartPr/>
              <p14:nvPr/>
            </p14:nvContentPartPr>
            <p14:xfrm>
              <a:off x="4026916" y="2202283"/>
              <a:ext cx="3088800" cy="992880"/>
            </p14:xfrm>
          </p:contentPart>
        </mc:Choice>
        <mc:Fallback xmlns="">
          <p:pic>
            <p:nvPicPr>
              <p:cNvPr id="116" name="Ink 115">
                <a:extLst>
                  <a:ext uri="{FF2B5EF4-FFF2-40B4-BE49-F238E27FC236}">
                    <a16:creationId xmlns:a16="http://schemas.microsoft.com/office/drawing/2014/main" id="{01083793-F8BA-E378-2F3E-82F17FEAF129}"/>
                  </a:ext>
                </a:extLst>
              </p:cNvPr>
              <p:cNvPicPr/>
              <p:nvPr/>
            </p:nvPicPr>
            <p:blipFill>
              <a:blip r:embed="rId196"/>
              <a:stretch>
                <a:fillRect/>
              </a:stretch>
            </p:blipFill>
            <p:spPr>
              <a:xfrm>
                <a:off x="4020796" y="2196163"/>
                <a:ext cx="3101040" cy="1005120"/>
              </a:xfrm>
              <a:prstGeom prst="rect">
                <a:avLst/>
              </a:prstGeom>
            </p:spPr>
          </p:pic>
        </mc:Fallback>
      </mc:AlternateContent>
      <p:grpSp>
        <p:nvGrpSpPr>
          <p:cNvPr id="129" name="Group 128">
            <a:extLst>
              <a:ext uri="{FF2B5EF4-FFF2-40B4-BE49-F238E27FC236}">
                <a16:creationId xmlns:a16="http://schemas.microsoft.com/office/drawing/2014/main" id="{B5158F03-D1A8-54A9-91EC-8D3F5C931B66}"/>
              </a:ext>
            </a:extLst>
          </p:cNvPr>
          <p:cNvGrpSpPr/>
          <p:nvPr/>
        </p:nvGrpSpPr>
        <p:grpSpPr>
          <a:xfrm>
            <a:off x="444196" y="2350243"/>
            <a:ext cx="6937920" cy="1771560"/>
            <a:chOff x="444196" y="2350243"/>
            <a:chExt cx="6937920" cy="1771560"/>
          </a:xfrm>
        </p:grpSpPr>
        <mc:AlternateContent xmlns:mc="http://schemas.openxmlformats.org/markup-compatibility/2006" xmlns:p14="http://schemas.microsoft.com/office/powerpoint/2010/main">
          <mc:Choice Requires="p14">
            <p:contentPart p14:bwMode="auto" r:id="rId197">
              <p14:nvContentPartPr>
                <p14:cNvPr id="117" name="Ink 116">
                  <a:extLst>
                    <a:ext uri="{FF2B5EF4-FFF2-40B4-BE49-F238E27FC236}">
                      <a16:creationId xmlns:a16="http://schemas.microsoft.com/office/drawing/2014/main" id="{F36D13EA-3FA6-75F5-2DCC-D6421391F0FF}"/>
                    </a:ext>
                  </a:extLst>
                </p14:cNvPr>
                <p14:cNvContentPartPr/>
                <p14:nvPr/>
              </p14:nvContentPartPr>
              <p14:xfrm>
                <a:off x="3593836" y="3627883"/>
                <a:ext cx="92880" cy="40680"/>
              </p14:xfrm>
            </p:contentPart>
          </mc:Choice>
          <mc:Fallback xmlns="">
            <p:pic>
              <p:nvPicPr>
                <p:cNvPr id="117" name="Ink 116">
                  <a:extLst>
                    <a:ext uri="{FF2B5EF4-FFF2-40B4-BE49-F238E27FC236}">
                      <a16:creationId xmlns:a16="http://schemas.microsoft.com/office/drawing/2014/main" id="{F36D13EA-3FA6-75F5-2DCC-D6421391F0FF}"/>
                    </a:ext>
                  </a:extLst>
                </p:cNvPr>
                <p:cNvPicPr/>
                <p:nvPr/>
              </p:nvPicPr>
              <p:blipFill>
                <a:blip r:embed="rId198"/>
                <a:stretch>
                  <a:fillRect/>
                </a:stretch>
              </p:blipFill>
              <p:spPr>
                <a:xfrm>
                  <a:off x="3587716" y="3621763"/>
                  <a:ext cx="1051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18" name="Ink 117">
                  <a:extLst>
                    <a:ext uri="{FF2B5EF4-FFF2-40B4-BE49-F238E27FC236}">
                      <a16:creationId xmlns:a16="http://schemas.microsoft.com/office/drawing/2014/main" id="{3A84DBD2-30AC-2A50-BE96-0FA694F9CC62}"/>
                    </a:ext>
                  </a:extLst>
                </p14:cNvPr>
                <p14:cNvContentPartPr/>
                <p14:nvPr/>
              </p14:nvContentPartPr>
              <p14:xfrm>
                <a:off x="5085676" y="3231523"/>
                <a:ext cx="74160" cy="171000"/>
              </p14:xfrm>
            </p:contentPart>
          </mc:Choice>
          <mc:Fallback xmlns="">
            <p:pic>
              <p:nvPicPr>
                <p:cNvPr id="118" name="Ink 117">
                  <a:extLst>
                    <a:ext uri="{FF2B5EF4-FFF2-40B4-BE49-F238E27FC236}">
                      <a16:creationId xmlns:a16="http://schemas.microsoft.com/office/drawing/2014/main" id="{3A84DBD2-30AC-2A50-BE96-0FA694F9CC62}"/>
                    </a:ext>
                  </a:extLst>
                </p:cNvPr>
                <p:cNvPicPr/>
                <p:nvPr/>
              </p:nvPicPr>
              <p:blipFill>
                <a:blip r:embed="rId200"/>
                <a:stretch>
                  <a:fillRect/>
                </a:stretch>
              </p:blipFill>
              <p:spPr>
                <a:xfrm>
                  <a:off x="5079556" y="3225403"/>
                  <a:ext cx="864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19" name="Ink 118">
                  <a:extLst>
                    <a:ext uri="{FF2B5EF4-FFF2-40B4-BE49-F238E27FC236}">
                      <a16:creationId xmlns:a16="http://schemas.microsoft.com/office/drawing/2014/main" id="{FF7594CA-383C-2952-9801-DBE47036ECC9}"/>
                    </a:ext>
                  </a:extLst>
                </p14:cNvPr>
                <p14:cNvContentPartPr/>
                <p14:nvPr/>
              </p14:nvContentPartPr>
              <p14:xfrm>
                <a:off x="4968676" y="3369763"/>
                <a:ext cx="213120" cy="72720"/>
              </p14:xfrm>
            </p:contentPart>
          </mc:Choice>
          <mc:Fallback xmlns="">
            <p:pic>
              <p:nvPicPr>
                <p:cNvPr id="119" name="Ink 118">
                  <a:extLst>
                    <a:ext uri="{FF2B5EF4-FFF2-40B4-BE49-F238E27FC236}">
                      <a16:creationId xmlns:a16="http://schemas.microsoft.com/office/drawing/2014/main" id="{FF7594CA-383C-2952-9801-DBE47036ECC9}"/>
                    </a:ext>
                  </a:extLst>
                </p:cNvPr>
                <p:cNvPicPr/>
                <p:nvPr/>
              </p:nvPicPr>
              <p:blipFill>
                <a:blip r:embed="rId202"/>
                <a:stretch>
                  <a:fillRect/>
                </a:stretch>
              </p:blipFill>
              <p:spPr>
                <a:xfrm>
                  <a:off x="4962556" y="3363643"/>
                  <a:ext cx="2253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20" name="Ink 119">
                  <a:extLst>
                    <a:ext uri="{FF2B5EF4-FFF2-40B4-BE49-F238E27FC236}">
                      <a16:creationId xmlns:a16="http://schemas.microsoft.com/office/drawing/2014/main" id="{D20109BC-11FA-6706-62ED-E10800945E0F}"/>
                    </a:ext>
                  </a:extLst>
                </p14:cNvPr>
                <p14:cNvContentPartPr/>
                <p14:nvPr/>
              </p14:nvContentPartPr>
              <p14:xfrm>
                <a:off x="4947076" y="3539323"/>
                <a:ext cx="903600" cy="206640"/>
              </p14:xfrm>
            </p:contentPart>
          </mc:Choice>
          <mc:Fallback xmlns="">
            <p:pic>
              <p:nvPicPr>
                <p:cNvPr id="120" name="Ink 119">
                  <a:extLst>
                    <a:ext uri="{FF2B5EF4-FFF2-40B4-BE49-F238E27FC236}">
                      <a16:creationId xmlns:a16="http://schemas.microsoft.com/office/drawing/2014/main" id="{D20109BC-11FA-6706-62ED-E10800945E0F}"/>
                    </a:ext>
                  </a:extLst>
                </p:cNvPr>
                <p:cNvPicPr/>
                <p:nvPr/>
              </p:nvPicPr>
              <p:blipFill>
                <a:blip r:embed="rId204"/>
                <a:stretch>
                  <a:fillRect/>
                </a:stretch>
              </p:blipFill>
              <p:spPr>
                <a:xfrm>
                  <a:off x="4940956" y="3533203"/>
                  <a:ext cx="91584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21" name="Ink 120">
                  <a:extLst>
                    <a:ext uri="{FF2B5EF4-FFF2-40B4-BE49-F238E27FC236}">
                      <a16:creationId xmlns:a16="http://schemas.microsoft.com/office/drawing/2014/main" id="{0F65E324-266D-6E15-93B4-79806E3123FC}"/>
                    </a:ext>
                  </a:extLst>
                </p14:cNvPr>
                <p14:cNvContentPartPr/>
                <p14:nvPr/>
              </p14:nvContentPartPr>
              <p14:xfrm>
                <a:off x="4737556" y="3486403"/>
                <a:ext cx="1239120" cy="346680"/>
              </p14:xfrm>
            </p:contentPart>
          </mc:Choice>
          <mc:Fallback xmlns="">
            <p:pic>
              <p:nvPicPr>
                <p:cNvPr id="121" name="Ink 120">
                  <a:extLst>
                    <a:ext uri="{FF2B5EF4-FFF2-40B4-BE49-F238E27FC236}">
                      <a16:creationId xmlns:a16="http://schemas.microsoft.com/office/drawing/2014/main" id="{0F65E324-266D-6E15-93B4-79806E3123FC}"/>
                    </a:ext>
                  </a:extLst>
                </p:cNvPr>
                <p:cNvPicPr/>
                <p:nvPr/>
              </p:nvPicPr>
              <p:blipFill>
                <a:blip r:embed="rId206"/>
                <a:stretch>
                  <a:fillRect/>
                </a:stretch>
              </p:blipFill>
              <p:spPr>
                <a:xfrm>
                  <a:off x="4731436" y="3480283"/>
                  <a:ext cx="125136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23" name="Ink 122">
                  <a:extLst>
                    <a:ext uri="{FF2B5EF4-FFF2-40B4-BE49-F238E27FC236}">
                      <a16:creationId xmlns:a16="http://schemas.microsoft.com/office/drawing/2014/main" id="{EF638120-DBD6-D995-69BF-425281C6AA6A}"/>
                    </a:ext>
                  </a:extLst>
                </p14:cNvPr>
                <p14:cNvContentPartPr/>
                <p14:nvPr/>
              </p14:nvContentPartPr>
              <p14:xfrm>
                <a:off x="6010516" y="3481363"/>
                <a:ext cx="121320" cy="246240"/>
              </p14:xfrm>
            </p:contentPart>
          </mc:Choice>
          <mc:Fallback xmlns="">
            <p:pic>
              <p:nvPicPr>
                <p:cNvPr id="123" name="Ink 122">
                  <a:extLst>
                    <a:ext uri="{FF2B5EF4-FFF2-40B4-BE49-F238E27FC236}">
                      <a16:creationId xmlns:a16="http://schemas.microsoft.com/office/drawing/2014/main" id="{EF638120-DBD6-D995-69BF-425281C6AA6A}"/>
                    </a:ext>
                  </a:extLst>
                </p:cNvPr>
                <p:cNvPicPr/>
                <p:nvPr/>
              </p:nvPicPr>
              <p:blipFill>
                <a:blip r:embed="rId208"/>
                <a:stretch>
                  <a:fillRect/>
                </a:stretch>
              </p:blipFill>
              <p:spPr>
                <a:xfrm>
                  <a:off x="6004396" y="3475243"/>
                  <a:ext cx="1335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24" name="Ink 123">
                  <a:extLst>
                    <a:ext uri="{FF2B5EF4-FFF2-40B4-BE49-F238E27FC236}">
                      <a16:creationId xmlns:a16="http://schemas.microsoft.com/office/drawing/2014/main" id="{FA1A432B-92D0-D671-165C-134008F396E6}"/>
                    </a:ext>
                  </a:extLst>
                </p14:cNvPr>
                <p14:cNvContentPartPr/>
                <p14:nvPr/>
              </p14:nvContentPartPr>
              <p14:xfrm>
                <a:off x="6139756" y="3560203"/>
                <a:ext cx="182160" cy="123480"/>
              </p14:xfrm>
            </p:contentPart>
          </mc:Choice>
          <mc:Fallback xmlns="">
            <p:pic>
              <p:nvPicPr>
                <p:cNvPr id="124" name="Ink 123">
                  <a:extLst>
                    <a:ext uri="{FF2B5EF4-FFF2-40B4-BE49-F238E27FC236}">
                      <a16:creationId xmlns:a16="http://schemas.microsoft.com/office/drawing/2014/main" id="{FA1A432B-92D0-D671-165C-134008F396E6}"/>
                    </a:ext>
                  </a:extLst>
                </p:cNvPr>
                <p:cNvPicPr/>
                <p:nvPr/>
              </p:nvPicPr>
              <p:blipFill>
                <a:blip r:embed="rId210"/>
                <a:stretch>
                  <a:fillRect/>
                </a:stretch>
              </p:blipFill>
              <p:spPr>
                <a:xfrm>
                  <a:off x="6133636" y="3554083"/>
                  <a:ext cx="1944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5" name="Ink 124">
                  <a:extLst>
                    <a:ext uri="{FF2B5EF4-FFF2-40B4-BE49-F238E27FC236}">
                      <a16:creationId xmlns:a16="http://schemas.microsoft.com/office/drawing/2014/main" id="{89E41E81-29A1-5DC8-3E7E-972F3D7AAF8A}"/>
                    </a:ext>
                  </a:extLst>
                </p14:cNvPr>
                <p14:cNvContentPartPr/>
                <p14:nvPr/>
              </p14:nvContentPartPr>
              <p14:xfrm>
                <a:off x="6312916" y="3488923"/>
                <a:ext cx="379080" cy="362520"/>
              </p14:xfrm>
            </p:contentPart>
          </mc:Choice>
          <mc:Fallback xmlns="">
            <p:pic>
              <p:nvPicPr>
                <p:cNvPr id="125" name="Ink 124">
                  <a:extLst>
                    <a:ext uri="{FF2B5EF4-FFF2-40B4-BE49-F238E27FC236}">
                      <a16:creationId xmlns:a16="http://schemas.microsoft.com/office/drawing/2014/main" id="{89E41E81-29A1-5DC8-3E7E-972F3D7AAF8A}"/>
                    </a:ext>
                  </a:extLst>
                </p:cNvPr>
                <p:cNvPicPr/>
                <p:nvPr/>
              </p:nvPicPr>
              <p:blipFill>
                <a:blip r:embed="rId212"/>
                <a:stretch>
                  <a:fillRect/>
                </a:stretch>
              </p:blipFill>
              <p:spPr>
                <a:xfrm>
                  <a:off x="6306796" y="3482803"/>
                  <a:ext cx="39132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6" name="Ink 125">
                  <a:extLst>
                    <a:ext uri="{FF2B5EF4-FFF2-40B4-BE49-F238E27FC236}">
                      <a16:creationId xmlns:a16="http://schemas.microsoft.com/office/drawing/2014/main" id="{749E418F-5B87-5C94-732F-724486EF8043}"/>
                    </a:ext>
                  </a:extLst>
                </p14:cNvPr>
                <p14:cNvContentPartPr/>
                <p14:nvPr/>
              </p14:nvContentPartPr>
              <p14:xfrm>
                <a:off x="6675796" y="3550843"/>
                <a:ext cx="401400" cy="150840"/>
              </p14:xfrm>
            </p:contentPart>
          </mc:Choice>
          <mc:Fallback xmlns="">
            <p:pic>
              <p:nvPicPr>
                <p:cNvPr id="126" name="Ink 125">
                  <a:extLst>
                    <a:ext uri="{FF2B5EF4-FFF2-40B4-BE49-F238E27FC236}">
                      <a16:creationId xmlns:a16="http://schemas.microsoft.com/office/drawing/2014/main" id="{749E418F-5B87-5C94-732F-724486EF8043}"/>
                    </a:ext>
                  </a:extLst>
                </p:cNvPr>
                <p:cNvPicPr/>
                <p:nvPr/>
              </p:nvPicPr>
              <p:blipFill>
                <a:blip r:embed="rId214"/>
                <a:stretch>
                  <a:fillRect/>
                </a:stretch>
              </p:blipFill>
              <p:spPr>
                <a:xfrm>
                  <a:off x="6669676" y="3544723"/>
                  <a:ext cx="4136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27" name="Ink 126">
                  <a:extLst>
                    <a:ext uri="{FF2B5EF4-FFF2-40B4-BE49-F238E27FC236}">
                      <a16:creationId xmlns:a16="http://schemas.microsoft.com/office/drawing/2014/main" id="{FA5A8A2B-84C8-158A-F985-BC50DF892B47}"/>
                    </a:ext>
                  </a:extLst>
                </p14:cNvPr>
                <p14:cNvContentPartPr/>
                <p14:nvPr/>
              </p14:nvContentPartPr>
              <p14:xfrm>
                <a:off x="7072876" y="3496483"/>
                <a:ext cx="309240" cy="164520"/>
              </p14:xfrm>
            </p:contentPart>
          </mc:Choice>
          <mc:Fallback xmlns="">
            <p:pic>
              <p:nvPicPr>
                <p:cNvPr id="127" name="Ink 126">
                  <a:extLst>
                    <a:ext uri="{FF2B5EF4-FFF2-40B4-BE49-F238E27FC236}">
                      <a16:creationId xmlns:a16="http://schemas.microsoft.com/office/drawing/2014/main" id="{FA5A8A2B-84C8-158A-F985-BC50DF892B47}"/>
                    </a:ext>
                  </a:extLst>
                </p:cNvPr>
                <p:cNvPicPr/>
                <p:nvPr/>
              </p:nvPicPr>
              <p:blipFill>
                <a:blip r:embed="rId216"/>
                <a:stretch>
                  <a:fillRect/>
                </a:stretch>
              </p:blipFill>
              <p:spPr>
                <a:xfrm>
                  <a:off x="7066756" y="3490363"/>
                  <a:ext cx="32148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28" name="Ink 127">
                  <a:extLst>
                    <a:ext uri="{FF2B5EF4-FFF2-40B4-BE49-F238E27FC236}">
                      <a16:creationId xmlns:a16="http://schemas.microsoft.com/office/drawing/2014/main" id="{D042F873-8B79-F8DF-1291-7F45C5265F77}"/>
                    </a:ext>
                  </a:extLst>
                </p14:cNvPr>
                <p14:cNvContentPartPr/>
                <p14:nvPr/>
              </p14:nvContentPartPr>
              <p14:xfrm>
                <a:off x="444196" y="2350243"/>
                <a:ext cx="4923360" cy="1771560"/>
              </p14:xfrm>
            </p:contentPart>
          </mc:Choice>
          <mc:Fallback xmlns="">
            <p:pic>
              <p:nvPicPr>
                <p:cNvPr id="128" name="Ink 127">
                  <a:extLst>
                    <a:ext uri="{FF2B5EF4-FFF2-40B4-BE49-F238E27FC236}">
                      <a16:creationId xmlns:a16="http://schemas.microsoft.com/office/drawing/2014/main" id="{D042F873-8B79-F8DF-1291-7F45C5265F77}"/>
                    </a:ext>
                  </a:extLst>
                </p:cNvPr>
                <p:cNvPicPr/>
                <p:nvPr/>
              </p:nvPicPr>
              <p:blipFill>
                <a:blip r:embed="rId218"/>
                <a:stretch>
                  <a:fillRect/>
                </a:stretch>
              </p:blipFill>
              <p:spPr>
                <a:xfrm>
                  <a:off x="438076" y="2344123"/>
                  <a:ext cx="4935600" cy="1783800"/>
                </a:xfrm>
                <a:prstGeom prst="rect">
                  <a:avLst/>
                </a:prstGeom>
              </p:spPr>
            </p:pic>
          </mc:Fallback>
        </mc:AlternateContent>
      </p:grpSp>
      <p:grpSp>
        <p:nvGrpSpPr>
          <p:cNvPr id="140" name="Group 139">
            <a:extLst>
              <a:ext uri="{FF2B5EF4-FFF2-40B4-BE49-F238E27FC236}">
                <a16:creationId xmlns:a16="http://schemas.microsoft.com/office/drawing/2014/main" id="{727F475D-6268-F6F6-A59A-89BA6A600926}"/>
              </a:ext>
            </a:extLst>
          </p:cNvPr>
          <p:cNvGrpSpPr/>
          <p:nvPr/>
        </p:nvGrpSpPr>
        <p:grpSpPr>
          <a:xfrm>
            <a:off x="1438516" y="3589723"/>
            <a:ext cx="1998360" cy="421920"/>
            <a:chOff x="1438516" y="3589723"/>
            <a:chExt cx="1998360" cy="421920"/>
          </a:xfrm>
        </p:grpSpPr>
        <mc:AlternateContent xmlns:mc="http://schemas.openxmlformats.org/markup-compatibility/2006" xmlns:p14="http://schemas.microsoft.com/office/powerpoint/2010/main">
          <mc:Choice Requires="p14">
            <p:contentPart p14:bwMode="auto" r:id="rId219">
              <p14:nvContentPartPr>
                <p14:cNvPr id="130" name="Ink 129">
                  <a:extLst>
                    <a:ext uri="{FF2B5EF4-FFF2-40B4-BE49-F238E27FC236}">
                      <a16:creationId xmlns:a16="http://schemas.microsoft.com/office/drawing/2014/main" id="{5211A9F9-65AF-D1B1-2348-4946609C5434}"/>
                    </a:ext>
                  </a:extLst>
                </p14:cNvPr>
                <p14:cNvContentPartPr/>
                <p14:nvPr/>
              </p14:nvContentPartPr>
              <p14:xfrm>
                <a:off x="1438516" y="3808603"/>
                <a:ext cx="103320" cy="203040"/>
              </p14:xfrm>
            </p:contentPart>
          </mc:Choice>
          <mc:Fallback xmlns="">
            <p:pic>
              <p:nvPicPr>
                <p:cNvPr id="130" name="Ink 129">
                  <a:extLst>
                    <a:ext uri="{FF2B5EF4-FFF2-40B4-BE49-F238E27FC236}">
                      <a16:creationId xmlns:a16="http://schemas.microsoft.com/office/drawing/2014/main" id="{5211A9F9-65AF-D1B1-2348-4946609C5434}"/>
                    </a:ext>
                  </a:extLst>
                </p:cNvPr>
                <p:cNvPicPr/>
                <p:nvPr/>
              </p:nvPicPr>
              <p:blipFill>
                <a:blip r:embed="rId220"/>
                <a:stretch>
                  <a:fillRect/>
                </a:stretch>
              </p:blipFill>
              <p:spPr>
                <a:xfrm>
                  <a:off x="1432396" y="3802483"/>
                  <a:ext cx="11556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31" name="Ink 130">
                  <a:extLst>
                    <a:ext uri="{FF2B5EF4-FFF2-40B4-BE49-F238E27FC236}">
                      <a16:creationId xmlns:a16="http://schemas.microsoft.com/office/drawing/2014/main" id="{B9A962D7-80DE-6818-E08B-AC7793D90674}"/>
                    </a:ext>
                  </a:extLst>
                </p14:cNvPr>
                <p14:cNvContentPartPr/>
                <p14:nvPr/>
              </p14:nvContentPartPr>
              <p14:xfrm>
                <a:off x="1646236" y="3739483"/>
                <a:ext cx="61920" cy="173880"/>
              </p14:xfrm>
            </p:contentPart>
          </mc:Choice>
          <mc:Fallback xmlns="">
            <p:pic>
              <p:nvPicPr>
                <p:cNvPr id="131" name="Ink 130">
                  <a:extLst>
                    <a:ext uri="{FF2B5EF4-FFF2-40B4-BE49-F238E27FC236}">
                      <a16:creationId xmlns:a16="http://schemas.microsoft.com/office/drawing/2014/main" id="{B9A962D7-80DE-6818-E08B-AC7793D90674}"/>
                    </a:ext>
                  </a:extLst>
                </p:cNvPr>
                <p:cNvPicPr/>
                <p:nvPr/>
              </p:nvPicPr>
              <p:blipFill>
                <a:blip r:embed="rId222"/>
                <a:stretch>
                  <a:fillRect/>
                </a:stretch>
              </p:blipFill>
              <p:spPr>
                <a:xfrm>
                  <a:off x="1640116" y="3733363"/>
                  <a:ext cx="741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32" name="Ink 131">
                  <a:extLst>
                    <a:ext uri="{FF2B5EF4-FFF2-40B4-BE49-F238E27FC236}">
                      <a16:creationId xmlns:a16="http://schemas.microsoft.com/office/drawing/2014/main" id="{A56D3084-BB7B-B464-4D7D-A42D8BDAF22A}"/>
                    </a:ext>
                  </a:extLst>
                </p14:cNvPr>
                <p14:cNvContentPartPr/>
                <p14:nvPr/>
              </p14:nvContentPartPr>
              <p14:xfrm>
                <a:off x="1470916" y="3818323"/>
                <a:ext cx="181800" cy="129600"/>
              </p14:xfrm>
            </p:contentPart>
          </mc:Choice>
          <mc:Fallback xmlns="">
            <p:pic>
              <p:nvPicPr>
                <p:cNvPr id="132" name="Ink 131">
                  <a:extLst>
                    <a:ext uri="{FF2B5EF4-FFF2-40B4-BE49-F238E27FC236}">
                      <a16:creationId xmlns:a16="http://schemas.microsoft.com/office/drawing/2014/main" id="{A56D3084-BB7B-B464-4D7D-A42D8BDAF22A}"/>
                    </a:ext>
                  </a:extLst>
                </p:cNvPr>
                <p:cNvPicPr/>
                <p:nvPr/>
              </p:nvPicPr>
              <p:blipFill>
                <a:blip r:embed="rId224"/>
                <a:stretch>
                  <a:fillRect/>
                </a:stretch>
              </p:blipFill>
              <p:spPr>
                <a:xfrm>
                  <a:off x="1464796" y="3812203"/>
                  <a:ext cx="19404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33" name="Ink 132">
                  <a:extLst>
                    <a:ext uri="{FF2B5EF4-FFF2-40B4-BE49-F238E27FC236}">
                      <a16:creationId xmlns:a16="http://schemas.microsoft.com/office/drawing/2014/main" id="{B6053CC8-3CFA-98C2-74A7-2585CF089C9F}"/>
                    </a:ext>
                  </a:extLst>
                </p14:cNvPr>
                <p14:cNvContentPartPr/>
                <p14:nvPr/>
              </p14:nvContentPartPr>
              <p14:xfrm>
                <a:off x="1680796" y="3790963"/>
                <a:ext cx="132120" cy="136800"/>
              </p14:xfrm>
            </p:contentPart>
          </mc:Choice>
          <mc:Fallback xmlns="">
            <p:pic>
              <p:nvPicPr>
                <p:cNvPr id="133" name="Ink 132">
                  <a:extLst>
                    <a:ext uri="{FF2B5EF4-FFF2-40B4-BE49-F238E27FC236}">
                      <a16:creationId xmlns:a16="http://schemas.microsoft.com/office/drawing/2014/main" id="{B6053CC8-3CFA-98C2-74A7-2585CF089C9F}"/>
                    </a:ext>
                  </a:extLst>
                </p:cNvPr>
                <p:cNvPicPr/>
                <p:nvPr/>
              </p:nvPicPr>
              <p:blipFill>
                <a:blip r:embed="rId226"/>
                <a:stretch>
                  <a:fillRect/>
                </a:stretch>
              </p:blipFill>
              <p:spPr>
                <a:xfrm>
                  <a:off x="1674676" y="3784843"/>
                  <a:ext cx="1443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34" name="Ink 133">
                  <a:extLst>
                    <a:ext uri="{FF2B5EF4-FFF2-40B4-BE49-F238E27FC236}">
                      <a16:creationId xmlns:a16="http://schemas.microsoft.com/office/drawing/2014/main" id="{63CE7EDB-C92C-3898-0749-C7E709383779}"/>
                    </a:ext>
                  </a:extLst>
                </p14:cNvPr>
                <p14:cNvContentPartPr/>
                <p14:nvPr/>
              </p14:nvContentPartPr>
              <p14:xfrm>
                <a:off x="1858636" y="3797083"/>
                <a:ext cx="176040" cy="100080"/>
              </p14:xfrm>
            </p:contentPart>
          </mc:Choice>
          <mc:Fallback xmlns="">
            <p:pic>
              <p:nvPicPr>
                <p:cNvPr id="134" name="Ink 133">
                  <a:extLst>
                    <a:ext uri="{FF2B5EF4-FFF2-40B4-BE49-F238E27FC236}">
                      <a16:creationId xmlns:a16="http://schemas.microsoft.com/office/drawing/2014/main" id="{63CE7EDB-C92C-3898-0749-C7E709383779}"/>
                    </a:ext>
                  </a:extLst>
                </p:cNvPr>
                <p:cNvPicPr/>
                <p:nvPr/>
              </p:nvPicPr>
              <p:blipFill>
                <a:blip r:embed="rId228"/>
                <a:stretch>
                  <a:fillRect/>
                </a:stretch>
              </p:blipFill>
              <p:spPr>
                <a:xfrm>
                  <a:off x="1852516" y="3790963"/>
                  <a:ext cx="1882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5" name="Ink 134">
                  <a:extLst>
                    <a:ext uri="{FF2B5EF4-FFF2-40B4-BE49-F238E27FC236}">
                      <a16:creationId xmlns:a16="http://schemas.microsoft.com/office/drawing/2014/main" id="{3E5F771D-34D6-3744-4E7A-F17156A8F724}"/>
                    </a:ext>
                  </a:extLst>
                </p14:cNvPr>
                <p14:cNvContentPartPr/>
                <p14:nvPr/>
              </p14:nvContentPartPr>
              <p14:xfrm>
                <a:off x="1964836" y="3677563"/>
                <a:ext cx="142920" cy="214560"/>
              </p14:xfrm>
            </p:contentPart>
          </mc:Choice>
          <mc:Fallback xmlns="">
            <p:pic>
              <p:nvPicPr>
                <p:cNvPr id="135" name="Ink 134">
                  <a:extLst>
                    <a:ext uri="{FF2B5EF4-FFF2-40B4-BE49-F238E27FC236}">
                      <a16:creationId xmlns:a16="http://schemas.microsoft.com/office/drawing/2014/main" id="{3E5F771D-34D6-3744-4E7A-F17156A8F724}"/>
                    </a:ext>
                  </a:extLst>
                </p:cNvPr>
                <p:cNvPicPr/>
                <p:nvPr/>
              </p:nvPicPr>
              <p:blipFill>
                <a:blip r:embed="rId230"/>
                <a:stretch>
                  <a:fillRect/>
                </a:stretch>
              </p:blipFill>
              <p:spPr>
                <a:xfrm>
                  <a:off x="1958716" y="3671443"/>
                  <a:ext cx="15516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36" name="Ink 135">
                  <a:extLst>
                    <a:ext uri="{FF2B5EF4-FFF2-40B4-BE49-F238E27FC236}">
                      <a16:creationId xmlns:a16="http://schemas.microsoft.com/office/drawing/2014/main" id="{F0D56BF4-7B9B-E673-1BA9-6DADC30C5263}"/>
                    </a:ext>
                  </a:extLst>
                </p14:cNvPr>
                <p14:cNvContentPartPr/>
                <p14:nvPr/>
              </p14:nvContentPartPr>
              <p14:xfrm>
                <a:off x="2409796" y="3629323"/>
                <a:ext cx="50400" cy="254880"/>
              </p14:xfrm>
            </p:contentPart>
          </mc:Choice>
          <mc:Fallback xmlns="">
            <p:pic>
              <p:nvPicPr>
                <p:cNvPr id="136" name="Ink 135">
                  <a:extLst>
                    <a:ext uri="{FF2B5EF4-FFF2-40B4-BE49-F238E27FC236}">
                      <a16:creationId xmlns:a16="http://schemas.microsoft.com/office/drawing/2014/main" id="{F0D56BF4-7B9B-E673-1BA9-6DADC30C5263}"/>
                    </a:ext>
                  </a:extLst>
                </p:cNvPr>
                <p:cNvPicPr/>
                <p:nvPr/>
              </p:nvPicPr>
              <p:blipFill>
                <a:blip r:embed="rId232"/>
                <a:stretch>
                  <a:fillRect/>
                </a:stretch>
              </p:blipFill>
              <p:spPr>
                <a:xfrm>
                  <a:off x="2403676" y="3623203"/>
                  <a:ext cx="6264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7" name="Ink 136">
                  <a:extLst>
                    <a:ext uri="{FF2B5EF4-FFF2-40B4-BE49-F238E27FC236}">
                      <a16:creationId xmlns:a16="http://schemas.microsoft.com/office/drawing/2014/main" id="{DD4A7C4E-21CB-F7DD-68AC-171B9C43205A}"/>
                    </a:ext>
                  </a:extLst>
                </p14:cNvPr>
                <p14:cNvContentPartPr/>
                <p14:nvPr/>
              </p14:nvContentPartPr>
              <p14:xfrm>
                <a:off x="2342116" y="3756763"/>
                <a:ext cx="277560" cy="89280"/>
              </p14:xfrm>
            </p:contentPart>
          </mc:Choice>
          <mc:Fallback xmlns="">
            <p:pic>
              <p:nvPicPr>
                <p:cNvPr id="137" name="Ink 136">
                  <a:extLst>
                    <a:ext uri="{FF2B5EF4-FFF2-40B4-BE49-F238E27FC236}">
                      <a16:creationId xmlns:a16="http://schemas.microsoft.com/office/drawing/2014/main" id="{DD4A7C4E-21CB-F7DD-68AC-171B9C43205A}"/>
                    </a:ext>
                  </a:extLst>
                </p:cNvPr>
                <p:cNvPicPr/>
                <p:nvPr/>
              </p:nvPicPr>
              <p:blipFill>
                <a:blip r:embed="rId234"/>
                <a:stretch>
                  <a:fillRect/>
                </a:stretch>
              </p:blipFill>
              <p:spPr>
                <a:xfrm>
                  <a:off x="2335996" y="3750643"/>
                  <a:ext cx="2898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38" name="Ink 137">
                  <a:extLst>
                    <a:ext uri="{FF2B5EF4-FFF2-40B4-BE49-F238E27FC236}">
                      <a16:creationId xmlns:a16="http://schemas.microsoft.com/office/drawing/2014/main" id="{C3BEA608-882E-8973-D912-98603C9F9D82}"/>
                    </a:ext>
                  </a:extLst>
                </p14:cNvPr>
                <p14:cNvContentPartPr/>
                <p14:nvPr/>
              </p14:nvContentPartPr>
              <p14:xfrm>
                <a:off x="2789596" y="3589723"/>
                <a:ext cx="363960" cy="245520"/>
              </p14:xfrm>
            </p:contentPart>
          </mc:Choice>
          <mc:Fallback xmlns="">
            <p:pic>
              <p:nvPicPr>
                <p:cNvPr id="138" name="Ink 137">
                  <a:extLst>
                    <a:ext uri="{FF2B5EF4-FFF2-40B4-BE49-F238E27FC236}">
                      <a16:creationId xmlns:a16="http://schemas.microsoft.com/office/drawing/2014/main" id="{C3BEA608-882E-8973-D912-98603C9F9D82}"/>
                    </a:ext>
                  </a:extLst>
                </p:cNvPr>
                <p:cNvPicPr/>
                <p:nvPr/>
              </p:nvPicPr>
              <p:blipFill>
                <a:blip r:embed="rId236"/>
                <a:stretch>
                  <a:fillRect/>
                </a:stretch>
              </p:blipFill>
              <p:spPr>
                <a:xfrm>
                  <a:off x="2783476" y="3583603"/>
                  <a:ext cx="37620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9" name="Ink 138">
                  <a:extLst>
                    <a:ext uri="{FF2B5EF4-FFF2-40B4-BE49-F238E27FC236}">
                      <a16:creationId xmlns:a16="http://schemas.microsoft.com/office/drawing/2014/main" id="{984E9626-9A1F-04DC-9578-84D4C3AFB985}"/>
                    </a:ext>
                  </a:extLst>
                </p14:cNvPr>
                <p14:cNvContentPartPr/>
                <p14:nvPr/>
              </p14:nvContentPartPr>
              <p14:xfrm>
                <a:off x="3150316" y="3609883"/>
                <a:ext cx="286560" cy="125640"/>
              </p14:xfrm>
            </p:contentPart>
          </mc:Choice>
          <mc:Fallback xmlns="">
            <p:pic>
              <p:nvPicPr>
                <p:cNvPr id="139" name="Ink 138">
                  <a:extLst>
                    <a:ext uri="{FF2B5EF4-FFF2-40B4-BE49-F238E27FC236}">
                      <a16:creationId xmlns:a16="http://schemas.microsoft.com/office/drawing/2014/main" id="{984E9626-9A1F-04DC-9578-84D4C3AFB985}"/>
                    </a:ext>
                  </a:extLst>
                </p:cNvPr>
                <p:cNvPicPr/>
                <p:nvPr/>
              </p:nvPicPr>
              <p:blipFill>
                <a:blip r:embed="rId238"/>
                <a:stretch>
                  <a:fillRect/>
                </a:stretch>
              </p:blipFill>
              <p:spPr>
                <a:xfrm>
                  <a:off x="3144196" y="3603763"/>
                  <a:ext cx="298800" cy="137880"/>
                </a:xfrm>
                <a:prstGeom prst="rect">
                  <a:avLst/>
                </a:prstGeom>
              </p:spPr>
            </p:pic>
          </mc:Fallback>
        </mc:AlternateContent>
      </p:grpSp>
      <p:grpSp>
        <p:nvGrpSpPr>
          <p:cNvPr id="211" name="Group 210">
            <a:extLst>
              <a:ext uri="{FF2B5EF4-FFF2-40B4-BE49-F238E27FC236}">
                <a16:creationId xmlns:a16="http://schemas.microsoft.com/office/drawing/2014/main" id="{D38241C6-CCD0-1CDC-E2FB-4DE859557E0E}"/>
              </a:ext>
            </a:extLst>
          </p:cNvPr>
          <p:cNvGrpSpPr/>
          <p:nvPr/>
        </p:nvGrpSpPr>
        <p:grpSpPr>
          <a:xfrm>
            <a:off x="3862036" y="145243"/>
            <a:ext cx="8294040" cy="2244600"/>
            <a:chOff x="3862036" y="145243"/>
            <a:chExt cx="8294040" cy="2244600"/>
          </a:xfrm>
        </p:grpSpPr>
        <mc:AlternateContent xmlns:mc="http://schemas.openxmlformats.org/markup-compatibility/2006" xmlns:p14="http://schemas.microsoft.com/office/powerpoint/2010/main">
          <mc:Choice Requires="p14">
            <p:contentPart p14:bwMode="auto" r:id="rId239">
              <p14:nvContentPartPr>
                <p14:cNvPr id="148" name="Ink 147">
                  <a:extLst>
                    <a:ext uri="{FF2B5EF4-FFF2-40B4-BE49-F238E27FC236}">
                      <a16:creationId xmlns:a16="http://schemas.microsoft.com/office/drawing/2014/main" id="{B4FE3853-A8ED-4C52-C6A5-4FE4B7360473}"/>
                    </a:ext>
                  </a:extLst>
                </p14:cNvPr>
                <p14:cNvContentPartPr/>
                <p14:nvPr/>
              </p14:nvContentPartPr>
              <p14:xfrm>
                <a:off x="4753756" y="1936603"/>
                <a:ext cx="264240" cy="42840"/>
              </p14:xfrm>
            </p:contentPart>
          </mc:Choice>
          <mc:Fallback xmlns="">
            <p:pic>
              <p:nvPicPr>
                <p:cNvPr id="148" name="Ink 147">
                  <a:extLst>
                    <a:ext uri="{FF2B5EF4-FFF2-40B4-BE49-F238E27FC236}">
                      <a16:creationId xmlns:a16="http://schemas.microsoft.com/office/drawing/2014/main" id="{B4FE3853-A8ED-4C52-C6A5-4FE4B7360473}"/>
                    </a:ext>
                  </a:extLst>
                </p:cNvPr>
                <p:cNvPicPr/>
                <p:nvPr/>
              </p:nvPicPr>
              <p:blipFill>
                <a:blip r:embed="rId240"/>
                <a:stretch>
                  <a:fillRect/>
                </a:stretch>
              </p:blipFill>
              <p:spPr>
                <a:xfrm>
                  <a:off x="4747636" y="1930483"/>
                  <a:ext cx="2764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49" name="Ink 148">
                  <a:extLst>
                    <a:ext uri="{FF2B5EF4-FFF2-40B4-BE49-F238E27FC236}">
                      <a16:creationId xmlns:a16="http://schemas.microsoft.com/office/drawing/2014/main" id="{41959334-B57F-68B1-24ED-0A970B9999EC}"/>
                    </a:ext>
                  </a:extLst>
                </p14:cNvPr>
                <p14:cNvContentPartPr/>
                <p14:nvPr/>
              </p14:nvContentPartPr>
              <p14:xfrm>
                <a:off x="4764916" y="1980883"/>
                <a:ext cx="244080" cy="56520"/>
              </p14:xfrm>
            </p:contentPart>
          </mc:Choice>
          <mc:Fallback xmlns="">
            <p:pic>
              <p:nvPicPr>
                <p:cNvPr id="149" name="Ink 148">
                  <a:extLst>
                    <a:ext uri="{FF2B5EF4-FFF2-40B4-BE49-F238E27FC236}">
                      <a16:creationId xmlns:a16="http://schemas.microsoft.com/office/drawing/2014/main" id="{41959334-B57F-68B1-24ED-0A970B9999EC}"/>
                    </a:ext>
                  </a:extLst>
                </p:cNvPr>
                <p:cNvPicPr/>
                <p:nvPr/>
              </p:nvPicPr>
              <p:blipFill>
                <a:blip r:embed="rId242"/>
                <a:stretch>
                  <a:fillRect/>
                </a:stretch>
              </p:blipFill>
              <p:spPr>
                <a:xfrm>
                  <a:off x="4758796" y="1974763"/>
                  <a:ext cx="25632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50" name="Ink 149">
                  <a:extLst>
                    <a:ext uri="{FF2B5EF4-FFF2-40B4-BE49-F238E27FC236}">
                      <a16:creationId xmlns:a16="http://schemas.microsoft.com/office/drawing/2014/main" id="{33D85706-A57F-FF85-5E5F-D082C17F9684}"/>
                    </a:ext>
                  </a:extLst>
                </p14:cNvPr>
                <p14:cNvContentPartPr/>
                <p14:nvPr/>
              </p14:nvContentPartPr>
              <p14:xfrm>
                <a:off x="4874716" y="1867123"/>
                <a:ext cx="215280" cy="193320"/>
              </p14:xfrm>
            </p:contentPart>
          </mc:Choice>
          <mc:Fallback xmlns="">
            <p:pic>
              <p:nvPicPr>
                <p:cNvPr id="150" name="Ink 149">
                  <a:extLst>
                    <a:ext uri="{FF2B5EF4-FFF2-40B4-BE49-F238E27FC236}">
                      <a16:creationId xmlns:a16="http://schemas.microsoft.com/office/drawing/2014/main" id="{33D85706-A57F-FF85-5E5F-D082C17F9684}"/>
                    </a:ext>
                  </a:extLst>
                </p:cNvPr>
                <p:cNvPicPr/>
                <p:nvPr/>
              </p:nvPicPr>
              <p:blipFill>
                <a:blip r:embed="rId244"/>
                <a:stretch>
                  <a:fillRect/>
                </a:stretch>
              </p:blipFill>
              <p:spPr>
                <a:xfrm>
                  <a:off x="4868596" y="1861003"/>
                  <a:ext cx="2275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52" name="Ink 151">
                  <a:extLst>
                    <a:ext uri="{FF2B5EF4-FFF2-40B4-BE49-F238E27FC236}">
                      <a16:creationId xmlns:a16="http://schemas.microsoft.com/office/drawing/2014/main" id="{8482DBE9-1510-4817-3E12-13FF3202F6DB}"/>
                    </a:ext>
                  </a:extLst>
                </p14:cNvPr>
                <p14:cNvContentPartPr/>
                <p14:nvPr/>
              </p14:nvContentPartPr>
              <p14:xfrm>
                <a:off x="3862036" y="2086723"/>
                <a:ext cx="1227600" cy="303120"/>
              </p14:xfrm>
            </p:contentPart>
          </mc:Choice>
          <mc:Fallback xmlns="">
            <p:pic>
              <p:nvPicPr>
                <p:cNvPr id="152" name="Ink 151">
                  <a:extLst>
                    <a:ext uri="{FF2B5EF4-FFF2-40B4-BE49-F238E27FC236}">
                      <a16:creationId xmlns:a16="http://schemas.microsoft.com/office/drawing/2014/main" id="{8482DBE9-1510-4817-3E12-13FF3202F6DB}"/>
                    </a:ext>
                  </a:extLst>
                </p:cNvPr>
                <p:cNvPicPr/>
                <p:nvPr/>
              </p:nvPicPr>
              <p:blipFill>
                <a:blip r:embed="rId246"/>
                <a:stretch>
                  <a:fillRect/>
                </a:stretch>
              </p:blipFill>
              <p:spPr>
                <a:xfrm>
                  <a:off x="3855916" y="2080603"/>
                  <a:ext cx="123984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53" name="Ink 152">
                  <a:extLst>
                    <a:ext uri="{FF2B5EF4-FFF2-40B4-BE49-F238E27FC236}">
                      <a16:creationId xmlns:a16="http://schemas.microsoft.com/office/drawing/2014/main" id="{A258FC01-6ED9-E882-FCE9-B14F139A1F9C}"/>
                    </a:ext>
                  </a:extLst>
                </p14:cNvPr>
                <p14:cNvContentPartPr/>
                <p14:nvPr/>
              </p14:nvContentPartPr>
              <p14:xfrm>
                <a:off x="5377636" y="1865323"/>
                <a:ext cx="19440" cy="177480"/>
              </p14:xfrm>
            </p:contentPart>
          </mc:Choice>
          <mc:Fallback xmlns="">
            <p:pic>
              <p:nvPicPr>
                <p:cNvPr id="153" name="Ink 152">
                  <a:extLst>
                    <a:ext uri="{FF2B5EF4-FFF2-40B4-BE49-F238E27FC236}">
                      <a16:creationId xmlns:a16="http://schemas.microsoft.com/office/drawing/2014/main" id="{A258FC01-6ED9-E882-FCE9-B14F139A1F9C}"/>
                    </a:ext>
                  </a:extLst>
                </p:cNvPr>
                <p:cNvPicPr/>
                <p:nvPr/>
              </p:nvPicPr>
              <p:blipFill>
                <a:blip r:embed="rId248"/>
                <a:stretch>
                  <a:fillRect/>
                </a:stretch>
              </p:blipFill>
              <p:spPr>
                <a:xfrm>
                  <a:off x="5371516" y="1859203"/>
                  <a:ext cx="316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54" name="Ink 153">
                  <a:extLst>
                    <a:ext uri="{FF2B5EF4-FFF2-40B4-BE49-F238E27FC236}">
                      <a16:creationId xmlns:a16="http://schemas.microsoft.com/office/drawing/2014/main" id="{A71CCDE8-B8B1-564D-5DC2-0A8A91AF0838}"/>
                    </a:ext>
                  </a:extLst>
                </p14:cNvPr>
                <p14:cNvContentPartPr/>
                <p14:nvPr/>
              </p14:nvContentPartPr>
              <p14:xfrm>
                <a:off x="5483476" y="1949923"/>
                <a:ext cx="54000" cy="21600"/>
              </p14:xfrm>
            </p:contentPart>
          </mc:Choice>
          <mc:Fallback xmlns="">
            <p:pic>
              <p:nvPicPr>
                <p:cNvPr id="154" name="Ink 153">
                  <a:extLst>
                    <a:ext uri="{FF2B5EF4-FFF2-40B4-BE49-F238E27FC236}">
                      <a16:creationId xmlns:a16="http://schemas.microsoft.com/office/drawing/2014/main" id="{A71CCDE8-B8B1-564D-5DC2-0A8A91AF0838}"/>
                    </a:ext>
                  </a:extLst>
                </p:cNvPr>
                <p:cNvPicPr/>
                <p:nvPr/>
              </p:nvPicPr>
              <p:blipFill>
                <a:blip r:embed="rId250"/>
                <a:stretch>
                  <a:fillRect/>
                </a:stretch>
              </p:blipFill>
              <p:spPr>
                <a:xfrm>
                  <a:off x="5477356" y="1943803"/>
                  <a:ext cx="6624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55" name="Ink 154">
                  <a:extLst>
                    <a:ext uri="{FF2B5EF4-FFF2-40B4-BE49-F238E27FC236}">
                      <a16:creationId xmlns:a16="http://schemas.microsoft.com/office/drawing/2014/main" id="{68C5933C-13E6-C3F0-9248-8C387882267E}"/>
                    </a:ext>
                  </a:extLst>
                </p14:cNvPr>
                <p14:cNvContentPartPr/>
                <p14:nvPr/>
              </p14:nvContentPartPr>
              <p14:xfrm>
                <a:off x="5618836" y="1817083"/>
                <a:ext cx="165960" cy="223920"/>
              </p14:xfrm>
            </p:contentPart>
          </mc:Choice>
          <mc:Fallback xmlns="">
            <p:pic>
              <p:nvPicPr>
                <p:cNvPr id="155" name="Ink 154">
                  <a:extLst>
                    <a:ext uri="{FF2B5EF4-FFF2-40B4-BE49-F238E27FC236}">
                      <a16:creationId xmlns:a16="http://schemas.microsoft.com/office/drawing/2014/main" id="{68C5933C-13E6-C3F0-9248-8C387882267E}"/>
                    </a:ext>
                  </a:extLst>
                </p:cNvPr>
                <p:cNvPicPr/>
                <p:nvPr/>
              </p:nvPicPr>
              <p:blipFill>
                <a:blip r:embed="rId252"/>
                <a:stretch>
                  <a:fillRect/>
                </a:stretch>
              </p:blipFill>
              <p:spPr>
                <a:xfrm>
                  <a:off x="5612716" y="1810963"/>
                  <a:ext cx="1782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56" name="Ink 155">
                  <a:extLst>
                    <a:ext uri="{FF2B5EF4-FFF2-40B4-BE49-F238E27FC236}">
                      <a16:creationId xmlns:a16="http://schemas.microsoft.com/office/drawing/2014/main" id="{C768E8FC-E0BD-5874-3E07-ADEFD81A2AD5}"/>
                    </a:ext>
                  </a:extLst>
                </p14:cNvPr>
                <p14:cNvContentPartPr/>
                <p14:nvPr/>
              </p14:nvContentPartPr>
              <p14:xfrm>
                <a:off x="5902156" y="1899163"/>
                <a:ext cx="429120" cy="118440"/>
              </p14:xfrm>
            </p:contentPart>
          </mc:Choice>
          <mc:Fallback xmlns="">
            <p:pic>
              <p:nvPicPr>
                <p:cNvPr id="156" name="Ink 155">
                  <a:extLst>
                    <a:ext uri="{FF2B5EF4-FFF2-40B4-BE49-F238E27FC236}">
                      <a16:creationId xmlns:a16="http://schemas.microsoft.com/office/drawing/2014/main" id="{C768E8FC-E0BD-5874-3E07-ADEFD81A2AD5}"/>
                    </a:ext>
                  </a:extLst>
                </p:cNvPr>
                <p:cNvPicPr/>
                <p:nvPr/>
              </p:nvPicPr>
              <p:blipFill>
                <a:blip r:embed="rId254"/>
                <a:stretch>
                  <a:fillRect/>
                </a:stretch>
              </p:blipFill>
              <p:spPr>
                <a:xfrm>
                  <a:off x="5896036" y="1893043"/>
                  <a:ext cx="4413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57" name="Ink 156">
                  <a:extLst>
                    <a:ext uri="{FF2B5EF4-FFF2-40B4-BE49-F238E27FC236}">
                      <a16:creationId xmlns:a16="http://schemas.microsoft.com/office/drawing/2014/main" id="{6F99734E-1600-B4BA-9867-81EFB5F7D5D9}"/>
                    </a:ext>
                  </a:extLst>
                </p14:cNvPr>
                <p14:cNvContentPartPr/>
                <p14:nvPr/>
              </p14:nvContentPartPr>
              <p14:xfrm>
                <a:off x="6198436" y="1803763"/>
                <a:ext cx="70920" cy="40680"/>
              </p14:xfrm>
            </p:contentPart>
          </mc:Choice>
          <mc:Fallback xmlns="">
            <p:pic>
              <p:nvPicPr>
                <p:cNvPr id="157" name="Ink 156">
                  <a:extLst>
                    <a:ext uri="{FF2B5EF4-FFF2-40B4-BE49-F238E27FC236}">
                      <a16:creationId xmlns:a16="http://schemas.microsoft.com/office/drawing/2014/main" id="{6F99734E-1600-B4BA-9867-81EFB5F7D5D9}"/>
                    </a:ext>
                  </a:extLst>
                </p:cNvPr>
                <p:cNvPicPr/>
                <p:nvPr/>
              </p:nvPicPr>
              <p:blipFill>
                <a:blip r:embed="rId256"/>
                <a:stretch>
                  <a:fillRect/>
                </a:stretch>
              </p:blipFill>
              <p:spPr>
                <a:xfrm>
                  <a:off x="6192316" y="1797643"/>
                  <a:ext cx="8316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58" name="Ink 157">
                  <a:extLst>
                    <a:ext uri="{FF2B5EF4-FFF2-40B4-BE49-F238E27FC236}">
                      <a16:creationId xmlns:a16="http://schemas.microsoft.com/office/drawing/2014/main" id="{0C9A5031-9163-468B-CCAD-47B84875157D}"/>
                    </a:ext>
                  </a:extLst>
                </p14:cNvPr>
                <p14:cNvContentPartPr/>
                <p14:nvPr/>
              </p14:nvContentPartPr>
              <p14:xfrm>
                <a:off x="6386356" y="1780363"/>
                <a:ext cx="83520" cy="227520"/>
              </p14:xfrm>
            </p:contentPart>
          </mc:Choice>
          <mc:Fallback xmlns="">
            <p:pic>
              <p:nvPicPr>
                <p:cNvPr id="158" name="Ink 157">
                  <a:extLst>
                    <a:ext uri="{FF2B5EF4-FFF2-40B4-BE49-F238E27FC236}">
                      <a16:creationId xmlns:a16="http://schemas.microsoft.com/office/drawing/2014/main" id="{0C9A5031-9163-468B-CCAD-47B84875157D}"/>
                    </a:ext>
                  </a:extLst>
                </p:cNvPr>
                <p:cNvPicPr/>
                <p:nvPr/>
              </p:nvPicPr>
              <p:blipFill>
                <a:blip r:embed="rId258"/>
                <a:stretch>
                  <a:fillRect/>
                </a:stretch>
              </p:blipFill>
              <p:spPr>
                <a:xfrm>
                  <a:off x="6380236" y="1774243"/>
                  <a:ext cx="9576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59" name="Ink 158">
                  <a:extLst>
                    <a:ext uri="{FF2B5EF4-FFF2-40B4-BE49-F238E27FC236}">
                      <a16:creationId xmlns:a16="http://schemas.microsoft.com/office/drawing/2014/main" id="{CFD4C625-8945-C524-54D8-E982752D4515}"/>
                    </a:ext>
                  </a:extLst>
                </p14:cNvPr>
                <p14:cNvContentPartPr/>
                <p14:nvPr/>
              </p14:nvContentPartPr>
              <p14:xfrm>
                <a:off x="6487156" y="1799803"/>
                <a:ext cx="59760" cy="198720"/>
              </p14:xfrm>
            </p:contentPart>
          </mc:Choice>
          <mc:Fallback xmlns="">
            <p:pic>
              <p:nvPicPr>
                <p:cNvPr id="159" name="Ink 158">
                  <a:extLst>
                    <a:ext uri="{FF2B5EF4-FFF2-40B4-BE49-F238E27FC236}">
                      <a16:creationId xmlns:a16="http://schemas.microsoft.com/office/drawing/2014/main" id="{CFD4C625-8945-C524-54D8-E982752D4515}"/>
                    </a:ext>
                  </a:extLst>
                </p:cNvPr>
                <p:cNvPicPr/>
                <p:nvPr/>
              </p:nvPicPr>
              <p:blipFill>
                <a:blip r:embed="rId260"/>
                <a:stretch>
                  <a:fillRect/>
                </a:stretch>
              </p:blipFill>
              <p:spPr>
                <a:xfrm>
                  <a:off x="6481036" y="1793683"/>
                  <a:ext cx="7200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60" name="Ink 159">
                  <a:extLst>
                    <a:ext uri="{FF2B5EF4-FFF2-40B4-BE49-F238E27FC236}">
                      <a16:creationId xmlns:a16="http://schemas.microsoft.com/office/drawing/2014/main" id="{AA139E94-8307-B976-0F9B-9C5AE6797B66}"/>
                    </a:ext>
                  </a:extLst>
                </p14:cNvPr>
                <p14:cNvContentPartPr/>
                <p14:nvPr/>
              </p14:nvContentPartPr>
              <p14:xfrm>
                <a:off x="6583276" y="1819243"/>
                <a:ext cx="447840" cy="196560"/>
              </p14:xfrm>
            </p:contentPart>
          </mc:Choice>
          <mc:Fallback xmlns="">
            <p:pic>
              <p:nvPicPr>
                <p:cNvPr id="160" name="Ink 159">
                  <a:extLst>
                    <a:ext uri="{FF2B5EF4-FFF2-40B4-BE49-F238E27FC236}">
                      <a16:creationId xmlns:a16="http://schemas.microsoft.com/office/drawing/2014/main" id="{AA139E94-8307-B976-0F9B-9C5AE6797B66}"/>
                    </a:ext>
                  </a:extLst>
                </p:cNvPr>
                <p:cNvPicPr/>
                <p:nvPr/>
              </p:nvPicPr>
              <p:blipFill>
                <a:blip r:embed="rId262"/>
                <a:stretch>
                  <a:fillRect/>
                </a:stretch>
              </p:blipFill>
              <p:spPr>
                <a:xfrm>
                  <a:off x="6577156" y="1813123"/>
                  <a:ext cx="4600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62" name="Ink 161">
                  <a:extLst>
                    <a:ext uri="{FF2B5EF4-FFF2-40B4-BE49-F238E27FC236}">
                      <a16:creationId xmlns:a16="http://schemas.microsoft.com/office/drawing/2014/main" id="{01789005-9D3F-1E70-9AD0-1E37BC3D9B7A}"/>
                    </a:ext>
                  </a:extLst>
                </p14:cNvPr>
                <p14:cNvContentPartPr/>
                <p14:nvPr/>
              </p14:nvContentPartPr>
              <p14:xfrm>
                <a:off x="7107076" y="1913563"/>
                <a:ext cx="222840" cy="52200"/>
              </p14:xfrm>
            </p:contentPart>
          </mc:Choice>
          <mc:Fallback xmlns="">
            <p:pic>
              <p:nvPicPr>
                <p:cNvPr id="162" name="Ink 161">
                  <a:extLst>
                    <a:ext uri="{FF2B5EF4-FFF2-40B4-BE49-F238E27FC236}">
                      <a16:creationId xmlns:a16="http://schemas.microsoft.com/office/drawing/2014/main" id="{01789005-9D3F-1E70-9AD0-1E37BC3D9B7A}"/>
                    </a:ext>
                  </a:extLst>
                </p:cNvPr>
                <p:cNvPicPr/>
                <p:nvPr/>
              </p:nvPicPr>
              <p:blipFill>
                <a:blip r:embed="rId264"/>
                <a:stretch>
                  <a:fillRect/>
                </a:stretch>
              </p:blipFill>
              <p:spPr>
                <a:xfrm>
                  <a:off x="7100956" y="1907443"/>
                  <a:ext cx="2350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63" name="Ink 162">
                  <a:extLst>
                    <a:ext uri="{FF2B5EF4-FFF2-40B4-BE49-F238E27FC236}">
                      <a16:creationId xmlns:a16="http://schemas.microsoft.com/office/drawing/2014/main" id="{536A710D-353A-8F84-3869-C1C16579C861}"/>
                    </a:ext>
                  </a:extLst>
                </p14:cNvPr>
                <p14:cNvContentPartPr/>
                <p14:nvPr/>
              </p14:nvContentPartPr>
              <p14:xfrm>
                <a:off x="7150636" y="1994203"/>
                <a:ext cx="179280" cy="44640"/>
              </p14:xfrm>
            </p:contentPart>
          </mc:Choice>
          <mc:Fallback xmlns="">
            <p:pic>
              <p:nvPicPr>
                <p:cNvPr id="163" name="Ink 162">
                  <a:extLst>
                    <a:ext uri="{FF2B5EF4-FFF2-40B4-BE49-F238E27FC236}">
                      <a16:creationId xmlns:a16="http://schemas.microsoft.com/office/drawing/2014/main" id="{536A710D-353A-8F84-3869-C1C16579C861}"/>
                    </a:ext>
                  </a:extLst>
                </p:cNvPr>
                <p:cNvPicPr/>
                <p:nvPr/>
              </p:nvPicPr>
              <p:blipFill>
                <a:blip r:embed="rId266"/>
                <a:stretch>
                  <a:fillRect/>
                </a:stretch>
              </p:blipFill>
              <p:spPr>
                <a:xfrm>
                  <a:off x="7144516" y="1988083"/>
                  <a:ext cx="19152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65" name="Ink 164">
                  <a:extLst>
                    <a:ext uri="{FF2B5EF4-FFF2-40B4-BE49-F238E27FC236}">
                      <a16:creationId xmlns:a16="http://schemas.microsoft.com/office/drawing/2014/main" id="{1AF1ABD8-BA2A-AC27-B69B-FA0E922DCC46}"/>
                    </a:ext>
                  </a:extLst>
                </p14:cNvPr>
                <p14:cNvContentPartPr/>
                <p14:nvPr/>
              </p14:nvContentPartPr>
              <p14:xfrm>
                <a:off x="7249276" y="1838683"/>
                <a:ext cx="167040" cy="189000"/>
              </p14:xfrm>
            </p:contentPart>
          </mc:Choice>
          <mc:Fallback xmlns="">
            <p:pic>
              <p:nvPicPr>
                <p:cNvPr id="165" name="Ink 164">
                  <a:extLst>
                    <a:ext uri="{FF2B5EF4-FFF2-40B4-BE49-F238E27FC236}">
                      <a16:creationId xmlns:a16="http://schemas.microsoft.com/office/drawing/2014/main" id="{1AF1ABD8-BA2A-AC27-B69B-FA0E922DCC46}"/>
                    </a:ext>
                  </a:extLst>
                </p:cNvPr>
                <p:cNvPicPr/>
                <p:nvPr/>
              </p:nvPicPr>
              <p:blipFill>
                <a:blip r:embed="rId268"/>
                <a:stretch>
                  <a:fillRect/>
                </a:stretch>
              </p:blipFill>
              <p:spPr>
                <a:xfrm>
                  <a:off x="7243156" y="1832563"/>
                  <a:ext cx="17928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66" name="Ink 165">
                  <a:extLst>
                    <a:ext uri="{FF2B5EF4-FFF2-40B4-BE49-F238E27FC236}">
                      <a16:creationId xmlns:a16="http://schemas.microsoft.com/office/drawing/2014/main" id="{BB489DDC-D6FE-6C39-181E-494EA553A26B}"/>
                    </a:ext>
                  </a:extLst>
                </p14:cNvPr>
                <p14:cNvContentPartPr/>
                <p14:nvPr/>
              </p14:nvContentPartPr>
              <p14:xfrm>
                <a:off x="7182316" y="1795843"/>
                <a:ext cx="181800" cy="71640"/>
              </p14:xfrm>
            </p:contentPart>
          </mc:Choice>
          <mc:Fallback xmlns="">
            <p:pic>
              <p:nvPicPr>
                <p:cNvPr id="166" name="Ink 165">
                  <a:extLst>
                    <a:ext uri="{FF2B5EF4-FFF2-40B4-BE49-F238E27FC236}">
                      <a16:creationId xmlns:a16="http://schemas.microsoft.com/office/drawing/2014/main" id="{BB489DDC-D6FE-6C39-181E-494EA553A26B}"/>
                    </a:ext>
                  </a:extLst>
                </p:cNvPr>
                <p:cNvPicPr/>
                <p:nvPr/>
              </p:nvPicPr>
              <p:blipFill>
                <a:blip r:embed="rId270"/>
                <a:stretch>
                  <a:fillRect/>
                </a:stretch>
              </p:blipFill>
              <p:spPr>
                <a:xfrm>
                  <a:off x="7176196" y="1789723"/>
                  <a:ext cx="1940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67" name="Ink 166">
                  <a:extLst>
                    <a:ext uri="{FF2B5EF4-FFF2-40B4-BE49-F238E27FC236}">
                      <a16:creationId xmlns:a16="http://schemas.microsoft.com/office/drawing/2014/main" id="{54EADD49-02D7-56B8-08AD-C002075DBB49}"/>
                    </a:ext>
                  </a:extLst>
                </p14:cNvPr>
                <p14:cNvContentPartPr/>
                <p14:nvPr/>
              </p14:nvContentPartPr>
              <p14:xfrm>
                <a:off x="7437196" y="1818883"/>
                <a:ext cx="676080" cy="239040"/>
              </p14:xfrm>
            </p:contentPart>
          </mc:Choice>
          <mc:Fallback xmlns="">
            <p:pic>
              <p:nvPicPr>
                <p:cNvPr id="167" name="Ink 166">
                  <a:extLst>
                    <a:ext uri="{FF2B5EF4-FFF2-40B4-BE49-F238E27FC236}">
                      <a16:creationId xmlns:a16="http://schemas.microsoft.com/office/drawing/2014/main" id="{54EADD49-02D7-56B8-08AD-C002075DBB49}"/>
                    </a:ext>
                  </a:extLst>
                </p:cNvPr>
                <p:cNvPicPr/>
                <p:nvPr/>
              </p:nvPicPr>
              <p:blipFill>
                <a:blip r:embed="rId272"/>
                <a:stretch>
                  <a:fillRect/>
                </a:stretch>
              </p:blipFill>
              <p:spPr>
                <a:xfrm>
                  <a:off x="7431076" y="1812763"/>
                  <a:ext cx="6883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68" name="Ink 167">
                  <a:extLst>
                    <a:ext uri="{FF2B5EF4-FFF2-40B4-BE49-F238E27FC236}">
                      <a16:creationId xmlns:a16="http://schemas.microsoft.com/office/drawing/2014/main" id="{1BA6693F-7A90-4A28-C351-9C67BF03139E}"/>
                    </a:ext>
                  </a:extLst>
                </p14:cNvPr>
                <p14:cNvContentPartPr/>
                <p14:nvPr/>
              </p14:nvContentPartPr>
              <p14:xfrm>
                <a:off x="8221276" y="1859923"/>
                <a:ext cx="196560" cy="84600"/>
              </p14:xfrm>
            </p:contentPart>
          </mc:Choice>
          <mc:Fallback xmlns="">
            <p:pic>
              <p:nvPicPr>
                <p:cNvPr id="168" name="Ink 167">
                  <a:extLst>
                    <a:ext uri="{FF2B5EF4-FFF2-40B4-BE49-F238E27FC236}">
                      <a16:creationId xmlns:a16="http://schemas.microsoft.com/office/drawing/2014/main" id="{1BA6693F-7A90-4A28-C351-9C67BF03139E}"/>
                    </a:ext>
                  </a:extLst>
                </p:cNvPr>
                <p:cNvPicPr/>
                <p:nvPr/>
              </p:nvPicPr>
              <p:blipFill>
                <a:blip r:embed="rId274"/>
                <a:stretch>
                  <a:fillRect/>
                </a:stretch>
              </p:blipFill>
              <p:spPr>
                <a:xfrm>
                  <a:off x="8215156" y="1853803"/>
                  <a:ext cx="2088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69" name="Ink 168">
                  <a:extLst>
                    <a:ext uri="{FF2B5EF4-FFF2-40B4-BE49-F238E27FC236}">
                      <a16:creationId xmlns:a16="http://schemas.microsoft.com/office/drawing/2014/main" id="{DDB1990D-2A24-E423-B283-F06D76246119}"/>
                    </a:ext>
                  </a:extLst>
                </p14:cNvPr>
                <p14:cNvContentPartPr/>
                <p14:nvPr/>
              </p14:nvContentPartPr>
              <p14:xfrm>
                <a:off x="8331436" y="1838323"/>
                <a:ext cx="108360" cy="113400"/>
              </p14:xfrm>
            </p:contentPart>
          </mc:Choice>
          <mc:Fallback xmlns="">
            <p:pic>
              <p:nvPicPr>
                <p:cNvPr id="169" name="Ink 168">
                  <a:extLst>
                    <a:ext uri="{FF2B5EF4-FFF2-40B4-BE49-F238E27FC236}">
                      <a16:creationId xmlns:a16="http://schemas.microsoft.com/office/drawing/2014/main" id="{DDB1990D-2A24-E423-B283-F06D76246119}"/>
                    </a:ext>
                  </a:extLst>
                </p:cNvPr>
                <p:cNvPicPr/>
                <p:nvPr/>
              </p:nvPicPr>
              <p:blipFill>
                <a:blip r:embed="rId276"/>
                <a:stretch>
                  <a:fillRect/>
                </a:stretch>
              </p:blipFill>
              <p:spPr>
                <a:xfrm>
                  <a:off x="8325316" y="1832203"/>
                  <a:ext cx="1206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70" name="Ink 169">
                  <a:extLst>
                    <a:ext uri="{FF2B5EF4-FFF2-40B4-BE49-F238E27FC236}">
                      <a16:creationId xmlns:a16="http://schemas.microsoft.com/office/drawing/2014/main" id="{A1B9372C-AD7F-1D96-A8F1-C7893B6B4665}"/>
                    </a:ext>
                  </a:extLst>
                </p14:cNvPr>
                <p14:cNvContentPartPr/>
                <p14:nvPr/>
              </p14:nvContentPartPr>
              <p14:xfrm>
                <a:off x="8630236" y="1800163"/>
                <a:ext cx="77400" cy="129240"/>
              </p14:xfrm>
            </p:contentPart>
          </mc:Choice>
          <mc:Fallback xmlns="">
            <p:pic>
              <p:nvPicPr>
                <p:cNvPr id="170" name="Ink 169">
                  <a:extLst>
                    <a:ext uri="{FF2B5EF4-FFF2-40B4-BE49-F238E27FC236}">
                      <a16:creationId xmlns:a16="http://schemas.microsoft.com/office/drawing/2014/main" id="{A1B9372C-AD7F-1D96-A8F1-C7893B6B4665}"/>
                    </a:ext>
                  </a:extLst>
                </p:cNvPr>
                <p:cNvPicPr/>
                <p:nvPr/>
              </p:nvPicPr>
              <p:blipFill>
                <a:blip r:embed="rId278"/>
                <a:stretch>
                  <a:fillRect/>
                </a:stretch>
              </p:blipFill>
              <p:spPr>
                <a:xfrm>
                  <a:off x="8624116" y="1794043"/>
                  <a:ext cx="8964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71" name="Ink 170">
                  <a:extLst>
                    <a:ext uri="{FF2B5EF4-FFF2-40B4-BE49-F238E27FC236}">
                      <a16:creationId xmlns:a16="http://schemas.microsoft.com/office/drawing/2014/main" id="{5CFE7CE1-C8DE-CB10-9D60-ABCD1203E883}"/>
                    </a:ext>
                  </a:extLst>
                </p14:cNvPr>
                <p14:cNvContentPartPr/>
                <p14:nvPr/>
              </p14:nvContentPartPr>
              <p14:xfrm>
                <a:off x="8789356" y="1838323"/>
                <a:ext cx="44640" cy="13680"/>
              </p14:xfrm>
            </p:contentPart>
          </mc:Choice>
          <mc:Fallback xmlns="">
            <p:pic>
              <p:nvPicPr>
                <p:cNvPr id="171" name="Ink 170">
                  <a:extLst>
                    <a:ext uri="{FF2B5EF4-FFF2-40B4-BE49-F238E27FC236}">
                      <a16:creationId xmlns:a16="http://schemas.microsoft.com/office/drawing/2014/main" id="{5CFE7CE1-C8DE-CB10-9D60-ABCD1203E883}"/>
                    </a:ext>
                  </a:extLst>
                </p:cNvPr>
                <p:cNvPicPr/>
                <p:nvPr/>
              </p:nvPicPr>
              <p:blipFill>
                <a:blip r:embed="rId280"/>
                <a:stretch>
                  <a:fillRect/>
                </a:stretch>
              </p:blipFill>
              <p:spPr>
                <a:xfrm>
                  <a:off x="8783236" y="1832203"/>
                  <a:ext cx="568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72" name="Ink 171">
                  <a:extLst>
                    <a:ext uri="{FF2B5EF4-FFF2-40B4-BE49-F238E27FC236}">
                      <a16:creationId xmlns:a16="http://schemas.microsoft.com/office/drawing/2014/main" id="{236FA152-B63D-3C8E-2F77-AE0E302B1CC9}"/>
                    </a:ext>
                  </a:extLst>
                </p14:cNvPr>
                <p14:cNvContentPartPr/>
                <p14:nvPr/>
              </p14:nvContentPartPr>
              <p14:xfrm>
                <a:off x="8879356" y="1788283"/>
                <a:ext cx="173520" cy="118080"/>
              </p14:xfrm>
            </p:contentPart>
          </mc:Choice>
          <mc:Fallback xmlns="">
            <p:pic>
              <p:nvPicPr>
                <p:cNvPr id="172" name="Ink 171">
                  <a:extLst>
                    <a:ext uri="{FF2B5EF4-FFF2-40B4-BE49-F238E27FC236}">
                      <a16:creationId xmlns:a16="http://schemas.microsoft.com/office/drawing/2014/main" id="{236FA152-B63D-3C8E-2F77-AE0E302B1CC9}"/>
                    </a:ext>
                  </a:extLst>
                </p:cNvPr>
                <p:cNvPicPr/>
                <p:nvPr/>
              </p:nvPicPr>
              <p:blipFill>
                <a:blip r:embed="rId282"/>
                <a:stretch>
                  <a:fillRect/>
                </a:stretch>
              </p:blipFill>
              <p:spPr>
                <a:xfrm>
                  <a:off x="8873236" y="1782163"/>
                  <a:ext cx="1857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73" name="Ink 172">
                  <a:extLst>
                    <a:ext uri="{FF2B5EF4-FFF2-40B4-BE49-F238E27FC236}">
                      <a16:creationId xmlns:a16="http://schemas.microsoft.com/office/drawing/2014/main" id="{6818AD4A-5F9C-08D2-5B03-1C985D9D5089}"/>
                    </a:ext>
                  </a:extLst>
                </p14:cNvPr>
                <p14:cNvContentPartPr/>
                <p14:nvPr/>
              </p14:nvContentPartPr>
              <p14:xfrm>
                <a:off x="9108316" y="1791523"/>
                <a:ext cx="216000" cy="121320"/>
              </p14:xfrm>
            </p:contentPart>
          </mc:Choice>
          <mc:Fallback xmlns="">
            <p:pic>
              <p:nvPicPr>
                <p:cNvPr id="173" name="Ink 172">
                  <a:extLst>
                    <a:ext uri="{FF2B5EF4-FFF2-40B4-BE49-F238E27FC236}">
                      <a16:creationId xmlns:a16="http://schemas.microsoft.com/office/drawing/2014/main" id="{6818AD4A-5F9C-08D2-5B03-1C985D9D5089}"/>
                    </a:ext>
                  </a:extLst>
                </p:cNvPr>
                <p:cNvPicPr/>
                <p:nvPr/>
              </p:nvPicPr>
              <p:blipFill>
                <a:blip r:embed="rId284"/>
                <a:stretch>
                  <a:fillRect/>
                </a:stretch>
              </p:blipFill>
              <p:spPr>
                <a:xfrm>
                  <a:off x="9102196" y="1785403"/>
                  <a:ext cx="22824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74" name="Ink 173">
                  <a:extLst>
                    <a:ext uri="{FF2B5EF4-FFF2-40B4-BE49-F238E27FC236}">
                      <a16:creationId xmlns:a16="http://schemas.microsoft.com/office/drawing/2014/main" id="{27ABF7C4-2731-77D5-7C5F-C5F4EEA17B9E}"/>
                    </a:ext>
                  </a:extLst>
                </p14:cNvPr>
                <p14:cNvContentPartPr/>
                <p14:nvPr/>
              </p14:nvContentPartPr>
              <p14:xfrm>
                <a:off x="9291916" y="1797643"/>
                <a:ext cx="140040" cy="92160"/>
              </p14:xfrm>
            </p:contentPart>
          </mc:Choice>
          <mc:Fallback xmlns="">
            <p:pic>
              <p:nvPicPr>
                <p:cNvPr id="174" name="Ink 173">
                  <a:extLst>
                    <a:ext uri="{FF2B5EF4-FFF2-40B4-BE49-F238E27FC236}">
                      <a16:creationId xmlns:a16="http://schemas.microsoft.com/office/drawing/2014/main" id="{27ABF7C4-2731-77D5-7C5F-C5F4EEA17B9E}"/>
                    </a:ext>
                  </a:extLst>
                </p:cNvPr>
                <p:cNvPicPr/>
                <p:nvPr/>
              </p:nvPicPr>
              <p:blipFill>
                <a:blip r:embed="rId286"/>
                <a:stretch>
                  <a:fillRect/>
                </a:stretch>
              </p:blipFill>
              <p:spPr>
                <a:xfrm>
                  <a:off x="9285796" y="1791523"/>
                  <a:ext cx="15228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76" name="Ink 175">
                  <a:extLst>
                    <a:ext uri="{FF2B5EF4-FFF2-40B4-BE49-F238E27FC236}">
                      <a16:creationId xmlns:a16="http://schemas.microsoft.com/office/drawing/2014/main" id="{402FCED6-3660-35FF-44A9-3D0BF3AA4E49}"/>
                    </a:ext>
                  </a:extLst>
                </p14:cNvPr>
                <p14:cNvContentPartPr/>
                <p14:nvPr/>
              </p14:nvContentPartPr>
              <p14:xfrm>
                <a:off x="9588556" y="1818523"/>
                <a:ext cx="19800" cy="115920"/>
              </p14:xfrm>
            </p:contentPart>
          </mc:Choice>
          <mc:Fallback xmlns="">
            <p:pic>
              <p:nvPicPr>
                <p:cNvPr id="176" name="Ink 175">
                  <a:extLst>
                    <a:ext uri="{FF2B5EF4-FFF2-40B4-BE49-F238E27FC236}">
                      <a16:creationId xmlns:a16="http://schemas.microsoft.com/office/drawing/2014/main" id="{402FCED6-3660-35FF-44A9-3D0BF3AA4E49}"/>
                    </a:ext>
                  </a:extLst>
                </p:cNvPr>
                <p:cNvPicPr/>
                <p:nvPr/>
              </p:nvPicPr>
              <p:blipFill>
                <a:blip r:embed="rId288"/>
                <a:stretch>
                  <a:fillRect/>
                </a:stretch>
              </p:blipFill>
              <p:spPr>
                <a:xfrm>
                  <a:off x="9582436" y="1812403"/>
                  <a:ext cx="320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77" name="Ink 176">
                  <a:extLst>
                    <a:ext uri="{FF2B5EF4-FFF2-40B4-BE49-F238E27FC236}">
                      <a16:creationId xmlns:a16="http://schemas.microsoft.com/office/drawing/2014/main" id="{6F9DC93E-3AAF-1704-3D83-5E0A15F0538D}"/>
                    </a:ext>
                  </a:extLst>
                </p14:cNvPr>
                <p14:cNvContentPartPr/>
                <p14:nvPr/>
              </p14:nvContentPartPr>
              <p14:xfrm>
                <a:off x="9526996" y="1888363"/>
                <a:ext cx="163440" cy="59760"/>
              </p14:xfrm>
            </p:contentPart>
          </mc:Choice>
          <mc:Fallback xmlns="">
            <p:pic>
              <p:nvPicPr>
                <p:cNvPr id="177" name="Ink 176">
                  <a:extLst>
                    <a:ext uri="{FF2B5EF4-FFF2-40B4-BE49-F238E27FC236}">
                      <a16:creationId xmlns:a16="http://schemas.microsoft.com/office/drawing/2014/main" id="{6F9DC93E-3AAF-1704-3D83-5E0A15F0538D}"/>
                    </a:ext>
                  </a:extLst>
                </p:cNvPr>
                <p:cNvPicPr/>
                <p:nvPr/>
              </p:nvPicPr>
              <p:blipFill>
                <a:blip r:embed="rId290"/>
                <a:stretch>
                  <a:fillRect/>
                </a:stretch>
              </p:blipFill>
              <p:spPr>
                <a:xfrm>
                  <a:off x="9520876" y="1882243"/>
                  <a:ext cx="1756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78" name="Ink 177">
                  <a:extLst>
                    <a:ext uri="{FF2B5EF4-FFF2-40B4-BE49-F238E27FC236}">
                      <a16:creationId xmlns:a16="http://schemas.microsoft.com/office/drawing/2014/main" id="{D131528B-F656-E07F-B26C-A5C3A0EA3964}"/>
                    </a:ext>
                  </a:extLst>
                </p14:cNvPr>
                <p14:cNvContentPartPr/>
                <p14:nvPr/>
              </p14:nvContentPartPr>
              <p14:xfrm>
                <a:off x="9546796" y="1807363"/>
                <a:ext cx="110160" cy="29160"/>
              </p14:xfrm>
            </p:contentPart>
          </mc:Choice>
          <mc:Fallback xmlns="">
            <p:pic>
              <p:nvPicPr>
                <p:cNvPr id="178" name="Ink 177">
                  <a:extLst>
                    <a:ext uri="{FF2B5EF4-FFF2-40B4-BE49-F238E27FC236}">
                      <a16:creationId xmlns:a16="http://schemas.microsoft.com/office/drawing/2014/main" id="{D131528B-F656-E07F-B26C-A5C3A0EA3964}"/>
                    </a:ext>
                  </a:extLst>
                </p:cNvPr>
                <p:cNvPicPr/>
                <p:nvPr/>
              </p:nvPicPr>
              <p:blipFill>
                <a:blip r:embed="rId292"/>
                <a:stretch>
                  <a:fillRect/>
                </a:stretch>
              </p:blipFill>
              <p:spPr>
                <a:xfrm>
                  <a:off x="9540676" y="1801243"/>
                  <a:ext cx="1224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79" name="Ink 178">
                  <a:extLst>
                    <a:ext uri="{FF2B5EF4-FFF2-40B4-BE49-F238E27FC236}">
                      <a16:creationId xmlns:a16="http://schemas.microsoft.com/office/drawing/2014/main" id="{07028590-07F4-4704-39D0-EEED62538F2F}"/>
                    </a:ext>
                  </a:extLst>
                </p14:cNvPr>
                <p14:cNvContentPartPr/>
                <p14:nvPr/>
              </p14:nvContentPartPr>
              <p14:xfrm>
                <a:off x="9705916" y="1774603"/>
                <a:ext cx="672480" cy="231840"/>
              </p14:xfrm>
            </p:contentPart>
          </mc:Choice>
          <mc:Fallback xmlns="">
            <p:pic>
              <p:nvPicPr>
                <p:cNvPr id="179" name="Ink 178">
                  <a:extLst>
                    <a:ext uri="{FF2B5EF4-FFF2-40B4-BE49-F238E27FC236}">
                      <a16:creationId xmlns:a16="http://schemas.microsoft.com/office/drawing/2014/main" id="{07028590-07F4-4704-39D0-EEED62538F2F}"/>
                    </a:ext>
                  </a:extLst>
                </p:cNvPr>
                <p:cNvPicPr/>
                <p:nvPr/>
              </p:nvPicPr>
              <p:blipFill>
                <a:blip r:embed="rId294"/>
                <a:stretch>
                  <a:fillRect/>
                </a:stretch>
              </p:blipFill>
              <p:spPr>
                <a:xfrm>
                  <a:off x="9699796" y="1768483"/>
                  <a:ext cx="6847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80" name="Ink 179">
                  <a:extLst>
                    <a:ext uri="{FF2B5EF4-FFF2-40B4-BE49-F238E27FC236}">
                      <a16:creationId xmlns:a16="http://schemas.microsoft.com/office/drawing/2014/main" id="{A7DE0DD0-158D-C795-7209-7773D82D9E24}"/>
                    </a:ext>
                  </a:extLst>
                </p14:cNvPr>
                <p14:cNvContentPartPr/>
                <p14:nvPr/>
              </p14:nvContentPartPr>
              <p14:xfrm>
                <a:off x="9539956" y="2057563"/>
                <a:ext cx="465480" cy="101160"/>
              </p14:xfrm>
            </p:contentPart>
          </mc:Choice>
          <mc:Fallback xmlns="">
            <p:pic>
              <p:nvPicPr>
                <p:cNvPr id="180" name="Ink 179">
                  <a:extLst>
                    <a:ext uri="{FF2B5EF4-FFF2-40B4-BE49-F238E27FC236}">
                      <a16:creationId xmlns:a16="http://schemas.microsoft.com/office/drawing/2014/main" id="{A7DE0DD0-158D-C795-7209-7773D82D9E24}"/>
                    </a:ext>
                  </a:extLst>
                </p:cNvPr>
                <p:cNvPicPr/>
                <p:nvPr/>
              </p:nvPicPr>
              <p:blipFill>
                <a:blip r:embed="rId296"/>
                <a:stretch>
                  <a:fillRect/>
                </a:stretch>
              </p:blipFill>
              <p:spPr>
                <a:xfrm>
                  <a:off x="9533836" y="2051443"/>
                  <a:ext cx="4777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82" name="Ink 181">
                  <a:extLst>
                    <a:ext uri="{FF2B5EF4-FFF2-40B4-BE49-F238E27FC236}">
                      <a16:creationId xmlns:a16="http://schemas.microsoft.com/office/drawing/2014/main" id="{304AEFFB-D0C6-A936-DB32-5B06186164D4}"/>
                    </a:ext>
                  </a:extLst>
                </p14:cNvPr>
                <p14:cNvContentPartPr/>
                <p14:nvPr/>
              </p14:nvContentPartPr>
              <p14:xfrm>
                <a:off x="10507636" y="1903843"/>
                <a:ext cx="77040" cy="20520"/>
              </p14:xfrm>
            </p:contentPart>
          </mc:Choice>
          <mc:Fallback xmlns="">
            <p:pic>
              <p:nvPicPr>
                <p:cNvPr id="182" name="Ink 181">
                  <a:extLst>
                    <a:ext uri="{FF2B5EF4-FFF2-40B4-BE49-F238E27FC236}">
                      <a16:creationId xmlns:a16="http://schemas.microsoft.com/office/drawing/2014/main" id="{304AEFFB-D0C6-A936-DB32-5B06186164D4}"/>
                    </a:ext>
                  </a:extLst>
                </p:cNvPr>
                <p:cNvPicPr/>
                <p:nvPr/>
              </p:nvPicPr>
              <p:blipFill>
                <a:blip r:embed="rId298"/>
                <a:stretch>
                  <a:fillRect/>
                </a:stretch>
              </p:blipFill>
              <p:spPr>
                <a:xfrm>
                  <a:off x="10501516" y="1897723"/>
                  <a:ext cx="8928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83" name="Ink 182">
                  <a:extLst>
                    <a:ext uri="{FF2B5EF4-FFF2-40B4-BE49-F238E27FC236}">
                      <a16:creationId xmlns:a16="http://schemas.microsoft.com/office/drawing/2014/main" id="{89BF8B8D-20D2-78CC-4302-F68DE7FA192F}"/>
                    </a:ext>
                  </a:extLst>
                </p14:cNvPr>
                <p14:cNvContentPartPr/>
                <p14:nvPr/>
              </p14:nvContentPartPr>
              <p14:xfrm>
                <a:off x="10426996" y="1948123"/>
                <a:ext cx="172800" cy="48600"/>
              </p14:xfrm>
            </p:contentPart>
          </mc:Choice>
          <mc:Fallback xmlns="">
            <p:pic>
              <p:nvPicPr>
                <p:cNvPr id="183" name="Ink 182">
                  <a:extLst>
                    <a:ext uri="{FF2B5EF4-FFF2-40B4-BE49-F238E27FC236}">
                      <a16:creationId xmlns:a16="http://schemas.microsoft.com/office/drawing/2014/main" id="{89BF8B8D-20D2-78CC-4302-F68DE7FA192F}"/>
                    </a:ext>
                  </a:extLst>
                </p:cNvPr>
                <p:cNvPicPr/>
                <p:nvPr/>
              </p:nvPicPr>
              <p:blipFill>
                <a:blip r:embed="rId300"/>
                <a:stretch>
                  <a:fillRect/>
                </a:stretch>
              </p:blipFill>
              <p:spPr>
                <a:xfrm>
                  <a:off x="10420876" y="1942003"/>
                  <a:ext cx="1850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84" name="Ink 183">
                  <a:extLst>
                    <a:ext uri="{FF2B5EF4-FFF2-40B4-BE49-F238E27FC236}">
                      <a16:creationId xmlns:a16="http://schemas.microsoft.com/office/drawing/2014/main" id="{DFB09836-078A-60AE-5AB2-BD3F82F3E18B}"/>
                    </a:ext>
                  </a:extLst>
                </p14:cNvPr>
                <p14:cNvContentPartPr/>
                <p14:nvPr/>
              </p14:nvContentPartPr>
              <p14:xfrm>
                <a:off x="10573516" y="1849843"/>
                <a:ext cx="94680" cy="135000"/>
              </p14:xfrm>
            </p:contentPart>
          </mc:Choice>
          <mc:Fallback xmlns="">
            <p:pic>
              <p:nvPicPr>
                <p:cNvPr id="184" name="Ink 183">
                  <a:extLst>
                    <a:ext uri="{FF2B5EF4-FFF2-40B4-BE49-F238E27FC236}">
                      <a16:creationId xmlns:a16="http://schemas.microsoft.com/office/drawing/2014/main" id="{DFB09836-078A-60AE-5AB2-BD3F82F3E18B}"/>
                    </a:ext>
                  </a:extLst>
                </p:cNvPr>
                <p:cNvPicPr/>
                <p:nvPr/>
              </p:nvPicPr>
              <p:blipFill>
                <a:blip r:embed="rId302"/>
                <a:stretch>
                  <a:fillRect/>
                </a:stretch>
              </p:blipFill>
              <p:spPr>
                <a:xfrm>
                  <a:off x="10567396" y="1843723"/>
                  <a:ext cx="1069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85" name="Ink 184">
                  <a:extLst>
                    <a:ext uri="{FF2B5EF4-FFF2-40B4-BE49-F238E27FC236}">
                      <a16:creationId xmlns:a16="http://schemas.microsoft.com/office/drawing/2014/main" id="{5FA1918C-3CB9-F2EB-4BF6-572660392B7D}"/>
                    </a:ext>
                  </a:extLst>
                </p14:cNvPr>
                <p14:cNvContentPartPr/>
                <p14:nvPr/>
              </p14:nvContentPartPr>
              <p14:xfrm>
                <a:off x="10806076" y="1834003"/>
                <a:ext cx="203760" cy="97200"/>
              </p14:xfrm>
            </p:contentPart>
          </mc:Choice>
          <mc:Fallback xmlns="">
            <p:pic>
              <p:nvPicPr>
                <p:cNvPr id="185" name="Ink 184">
                  <a:extLst>
                    <a:ext uri="{FF2B5EF4-FFF2-40B4-BE49-F238E27FC236}">
                      <a16:creationId xmlns:a16="http://schemas.microsoft.com/office/drawing/2014/main" id="{5FA1918C-3CB9-F2EB-4BF6-572660392B7D}"/>
                    </a:ext>
                  </a:extLst>
                </p:cNvPr>
                <p:cNvPicPr/>
                <p:nvPr/>
              </p:nvPicPr>
              <p:blipFill>
                <a:blip r:embed="rId304"/>
                <a:stretch>
                  <a:fillRect/>
                </a:stretch>
              </p:blipFill>
              <p:spPr>
                <a:xfrm>
                  <a:off x="10799956" y="1827883"/>
                  <a:ext cx="21600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86" name="Ink 185">
                  <a:extLst>
                    <a:ext uri="{FF2B5EF4-FFF2-40B4-BE49-F238E27FC236}">
                      <a16:creationId xmlns:a16="http://schemas.microsoft.com/office/drawing/2014/main" id="{3E5AC37B-63A4-3BF9-6422-A887D3E6C024}"/>
                    </a:ext>
                  </a:extLst>
                </p14:cNvPr>
                <p14:cNvContentPartPr/>
                <p14:nvPr/>
              </p14:nvContentPartPr>
              <p14:xfrm>
                <a:off x="10993276" y="1830763"/>
                <a:ext cx="79200" cy="64080"/>
              </p14:xfrm>
            </p:contentPart>
          </mc:Choice>
          <mc:Fallback xmlns="">
            <p:pic>
              <p:nvPicPr>
                <p:cNvPr id="186" name="Ink 185">
                  <a:extLst>
                    <a:ext uri="{FF2B5EF4-FFF2-40B4-BE49-F238E27FC236}">
                      <a16:creationId xmlns:a16="http://schemas.microsoft.com/office/drawing/2014/main" id="{3E5AC37B-63A4-3BF9-6422-A887D3E6C024}"/>
                    </a:ext>
                  </a:extLst>
                </p:cNvPr>
                <p:cNvPicPr/>
                <p:nvPr/>
              </p:nvPicPr>
              <p:blipFill>
                <a:blip r:embed="rId306"/>
                <a:stretch>
                  <a:fillRect/>
                </a:stretch>
              </p:blipFill>
              <p:spPr>
                <a:xfrm>
                  <a:off x="10987156" y="1824643"/>
                  <a:ext cx="9144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87" name="Ink 186">
                  <a:extLst>
                    <a:ext uri="{FF2B5EF4-FFF2-40B4-BE49-F238E27FC236}">
                      <a16:creationId xmlns:a16="http://schemas.microsoft.com/office/drawing/2014/main" id="{2BC49418-0C10-AAE2-337C-829A24EA147E}"/>
                    </a:ext>
                  </a:extLst>
                </p14:cNvPr>
                <p14:cNvContentPartPr/>
                <p14:nvPr/>
              </p14:nvContentPartPr>
              <p14:xfrm>
                <a:off x="11119996" y="1805563"/>
                <a:ext cx="104400" cy="68400"/>
              </p14:xfrm>
            </p:contentPart>
          </mc:Choice>
          <mc:Fallback xmlns="">
            <p:pic>
              <p:nvPicPr>
                <p:cNvPr id="187" name="Ink 186">
                  <a:extLst>
                    <a:ext uri="{FF2B5EF4-FFF2-40B4-BE49-F238E27FC236}">
                      <a16:creationId xmlns:a16="http://schemas.microsoft.com/office/drawing/2014/main" id="{2BC49418-0C10-AAE2-337C-829A24EA147E}"/>
                    </a:ext>
                  </a:extLst>
                </p:cNvPr>
                <p:cNvPicPr/>
                <p:nvPr/>
              </p:nvPicPr>
              <p:blipFill>
                <a:blip r:embed="rId308"/>
                <a:stretch>
                  <a:fillRect/>
                </a:stretch>
              </p:blipFill>
              <p:spPr>
                <a:xfrm>
                  <a:off x="11113876" y="1799443"/>
                  <a:ext cx="1166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88" name="Ink 187">
                  <a:extLst>
                    <a:ext uri="{FF2B5EF4-FFF2-40B4-BE49-F238E27FC236}">
                      <a16:creationId xmlns:a16="http://schemas.microsoft.com/office/drawing/2014/main" id="{2622682A-6292-B109-3EFB-D6A1D49B5FB5}"/>
                    </a:ext>
                  </a:extLst>
                </p14:cNvPr>
                <p14:cNvContentPartPr/>
                <p14:nvPr/>
              </p14:nvContentPartPr>
              <p14:xfrm>
                <a:off x="11277676" y="1774603"/>
                <a:ext cx="100800" cy="69840"/>
              </p14:xfrm>
            </p:contentPart>
          </mc:Choice>
          <mc:Fallback xmlns="">
            <p:pic>
              <p:nvPicPr>
                <p:cNvPr id="188" name="Ink 187">
                  <a:extLst>
                    <a:ext uri="{FF2B5EF4-FFF2-40B4-BE49-F238E27FC236}">
                      <a16:creationId xmlns:a16="http://schemas.microsoft.com/office/drawing/2014/main" id="{2622682A-6292-B109-3EFB-D6A1D49B5FB5}"/>
                    </a:ext>
                  </a:extLst>
                </p:cNvPr>
                <p:cNvPicPr/>
                <p:nvPr/>
              </p:nvPicPr>
              <p:blipFill>
                <a:blip r:embed="rId310"/>
                <a:stretch>
                  <a:fillRect/>
                </a:stretch>
              </p:blipFill>
              <p:spPr>
                <a:xfrm>
                  <a:off x="11271556" y="1768483"/>
                  <a:ext cx="11304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89" name="Ink 188">
                  <a:extLst>
                    <a:ext uri="{FF2B5EF4-FFF2-40B4-BE49-F238E27FC236}">
                      <a16:creationId xmlns:a16="http://schemas.microsoft.com/office/drawing/2014/main" id="{831F5C68-CECA-85DD-17ED-7887CD728977}"/>
                    </a:ext>
                  </a:extLst>
                </p14:cNvPr>
                <p14:cNvContentPartPr/>
                <p14:nvPr/>
              </p14:nvContentPartPr>
              <p14:xfrm>
                <a:off x="11456596" y="1751563"/>
                <a:ext cx="131760" cy="77400"/>
              </p14:xfrm>
            </p:contentPart>
          </mc:Choice>
          <mc:Fallback xmlns="">
            <p:pic>
              <p:nvPicPr>
                <p:cNvPr id="189" name="Ink 188">
                  <a:extLst>
                    <a:ext uri="{FF2B5EF4-FFF2-40B4-BE49-F238E27FC236}">
                      <a16:creationId xmlns:a16="http://schemas.microsoft.com/office/drawing/2014/main" id="{831F5C68-CECA-85DD-17ED-7887CD728977}"/>
                    </a:ext>
                  </a:extLst>
                </p:cNvPr>
                <p:cNvPicPr/>
                <p:nvPr/>
              </p:nvPicPr>
              <p:blipFill>
                <a:blip r:embed="rId312"/>
                <a:stretch>
                  <a:fillRect/>
                </a:stretch>
              </p:blipFill>
              <p:spPr>
                <a:xfrm>
                  <a:off x="11450476" y="1745443"/>
                  <a:ext cx="1440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90" name="Ink 189">
                  <a:extLst>
                    <a:ext uri="{FF2B5EF4-FFF2-40B4-BE49-F238E27FC236}">
                      <a16:creationId xmlns:a16="http://schemas.microsoft.com/office/drawing/2014/main" id="{6C789AF2-8078-6C82-2A2C-90DA8F31F66D}"/>
                    </a:ext>
                  </a:extLst>
                </p14:cNvPr>
                <p14:cNvContentPartPr/>
                <p14:nvPr/>
              </p14:nvContentPartPr>
              <p14:xfrm>
                <a:off x="11003356" y="1926523"/>
                <a:ext cx="74160" cy="43200"/>
              </p14:xfrm>
            </p:contentPart>
          </mc:Choice>
          <mc:Fallback xmlns="">
            <p:pic>
              <p:nvPicPr>
                <p:cNvPr id="190" name="Ink 189">
                  <a:extLst>
                    <a:ext uri="{FF2B5EF4-FFF2-40B4-BE49-F238E27FC236}">
                      <a16:creationId xmlns:a16="http://schemas.microsoft.com/office/drawing/2014/main" id="{6C789AF2-8078-6C82-2A2C-90DA8F31F66D}"/>
                    </a:ext>
                  </a:extLst>
                </p:cNvPr>
                <p:cNvPicPr/>
                <p:nvPr/>
              </p:nvPicPr>
              <p:blipFill>
                <a:blip r:embed="rId314"/>
                <a:stretch>
                  <a:fillRect/>
                </a:stretch>
              </p:blipFill>
              <p:spPr>
                <a:xfrm>
                  <a:off x="10997236" y="1920403"/>
                  <a:ext cx="864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91" name="Ink 190">
                  <a:extLst>
                    <a:ext uri="{FF2B5EF4-FFF2-40B4-BE49-F238E27FC236}">
                      <a16:creationId xmlns:a16="http://schemas.microsoft.com/office/drawing/2014/main" id="{8A9E0F84-4F88-74E2-878D-B419E881262C}"/>
                    </a:ext>
                  </a:extLst>
                </p14:cNvPr>
                <p14:cNvContentPartPr/>
                <p14:nvPr/>
              </p14:nvContentPartPr>
              <p14:xfrm>
                <a:off x="11068156" y="1932643"/>
                <a:ext cx="345240" cy="156960"/>
              </p14:xfrm>
            </p:contentPart>
          </mc:Choice>
          <mc:Fallback xmlns="">
            <p:pic>
              <p:nvPicPr>
                <p:cNvPr id="191" name="Ink 190">
                  <a:extLst>
                    <a:ext uri="{FF2B5EF4-FFF2-40B4-BE49-F238E27FC236}">
                      <a16:creationId xmlns:a16="http://schemas.microsoft.com/office/drawing/2014/main" id="{8A9E0F84-4F88-74E2-878D-B419E881262C}"/>
                    </a:ext>
                  </a:extLst>
                </p:cNvPr>
                <p:cNvPicPr/>
                <p:nvPr/>
              </p:nvPicPr>
              <p:blipFill>
                <a:blip r:embed="rId316"/>
                <a:stretch>
                  <a:fillRect/>
                </a:stretch>
              </p:blipFill>
              <p:spPr>
                <a:xfrm>
                  <a:off x="11062036" y="1926523"/>
                  <a:ext cx="35748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192" name="Ink 191">
                  <a:extLst>
                    <a:ext uri="{FF2B5EF4-FFF2-40B4-BE49-F238E27FC236}">
                      <a16:creationId xmlns:a16="http://schemas.microsoft.com/office/drawing/2014/main" id="{09CF9265-A999-7732-32B8-19059728A908}"/>
                    </a:ext>
                  </a:extLst>
                </p14:cNvPr>
                <p14:cNvContentPartPr/>
                <p14:nvPr/>
              </p14:nvContentPartPr>
              <p14:xfrm>
                <a:off x="11368756" y="1982683"/>
                <a:ext cx="107280" cy="25560"/>
              </p14:xfrm>
            </p:contentPart>
          </mc:Choice>
          <mc:Fallback xmlns="">
            <p:pic>
              <p:nvPicPr>
                <p:cNvPr id="192" name="Ink 191">
                  <a:extLst>
                    <a:ext uri="{FF2B5EF4-FFF2-40B4-BE49-F238E27FC236}">
                      <a16:creationId xmlns:a16="http://schemas.microsoft.com/office/drawing/2014/main" id="{09CF9265-A999-7732-32B8-19059728A908}"/>
                    </a:ext>
                  </a:extLst>
                </p:cNvPr>
                <p:cNvPicPr/>
                <p:nvPr/>
              </p:nvPicPr>
              <p:blipFill>
                <a:blip r:embed="rId318"/>
                <a:stretch>
                  <a:fillRect/>
                </a:stretch>
              </p:blipFill>
              <p:spPr>
                <a:xfrm>
                  <a:off x="11362636" y="1976563"/>
                  <a:ext cx="1195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93" name="Ink 192">
                  <a:extLst>
                    <a:ext uri="{FF2B5EF4-FFF2-40B4-BE49-F238E27FC236}">
                      <a16:creationId xmlns:a16="http://schemas.microsoft.com/office/drawing/2014/main" id="{CFB95708-5C24-7B60-2C0A-43DF7AF182F1}"/>
                    </a:ext>
                  </a:extLst>
                </p14:cNvPr>
                <p14:cNvContentPartPr/>
                <p14:nvPr/>
              </p14:nvContentPartPr>
              <p14:xfrm>
                <a:off x="11450476" y="1963243"/>
                <a:ext cx="108000" cy="74880"/>
              </p14:xfrm>
            </p:contentPart>
          </mc:Choice>
          <mc:Fallback xmlns="">
            <p:pic>
              <p:nvPicPr>
                <p:cNvPr id="193" name="Ink 192">
                  <a:extLst>
                    <a:ext uri="{FF2B5EF4-FFF2-40B4-BE49-F238E27FC236}">
                      <a16:creationId xmlns:a16="http://schemas.microsoft.com/office/drawing/2014/main" id="{CFB95708-5C24-7B60-2C0A-43DF7AF182F1}"/>
                    </a:ext>
                  </a:extLst>
                </p:cNvPr>
                <p:cNvPicPr/>
                <p:nvPr/>
              </p:nvPicPr>
              <p:blipFill>
                <a:blip r:embed="rId320"/>
                <a:stretch>
                  <a:fillRect/>
                </a:stretch>
              </p:blipFill>
              <p:spPr>
                <a:xfrm>
                  <a:off x="11444356" y="1957123"/>
                  <a:ext cx="12024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94" name="Ink 193">
                  <a:extLst>
                    <a:ext uri="{FF2B5EF4-FFF2-40B4-BE49-F238E27FC236}">
                      <a16:creationId xmlns:a16="http://schemas.microsoft.com/office/drawing/2014/main" id="{7780F8C7-1381-47B7-C5C1-BA76E19A22DB}"/>
                    </a:ext>
                  </a:extLst>
                </p14:cNvPr>
                <p14:cNvContentPartPr/>
                <p14:nvPr/>
              </p14:nvContentPartPr>
              <p14:xfrm>
                <a:off x="11521036" y="1934083"/>
                <a:ext cx="422640" cy="245880"/>
              </p14:xfrm>
            </p:contentPart>
          </mc:Choice>
          <mc:Fallback xmlns="">
            <p:pic>
              <p:nvPicPr>
                <p:cNvPr id="194" name="Ink 193">
                  <a:extLst>
                    <a:ext uri="{FF2B5EF4-FFF2-40B4-BE49-F238E27FC236}">
                      <a16:creationId xmlns:a16="http://schemas.microsoft.com/office/drawing/2014/main" id="{7780F8C7-1381-47B7-C5C1-BA76E19A22DB}"/>
                    </a:ext>
                  </a:extLst>
                </p:cNvPr>
                <p:cNvPicPr/>
                <p:nvPr/>
              </p:nvPicPr>
              <p:blipFill>
                <a:blip r:embed="rId322"/>
                <a:stretch>
                  <a:fillRect/>
                </a:stretch>
              </p:blipFill>
              <p:spPr>
                <a:xfrm>
                  <a:off x="11514916" y="1927963"/>
                  <a:ext cx="43488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195" name="Ink 194">
                  <a:extLst>
                    <a:ext uri="{FF2B5EF4-FFF2-40B4-BE49-F238E27FC236}">
                      <a16:creationId xmlns:a16="http://schemas.microsoft.com/office/drawing/2014/main" id="{9B7E8CD6-76DD-47DA-20A7-8134F55AE82E}"/>
                    </a:ext>
                  </a:extLst>
                </p14:cNvPr>
                <p14:cNvContentPartPr/>
                <p14:nvPr/>
              </p14:nvContentPartPr>
              <p14:xfrm>
                <a:off x="11845036" y="1845883"/>
                <a:ext cx="31320" cy="29160"/>
              </p14:xfrm>
            </p:contentPart>
          </mc:Choice>
          <mc:Fallback xmlns="">
            <p:pic>
              <p:nvPicPr>
                <p:cNvPr id="195" name="Ink 194">
                  <a:extLst>
                    <a:ext uri="{FF2B5EF4-FFF2-40B4-BE49-F238E27FC236}">
                      <a16:creationId xmlns:a16="http://schemas.microsoft.com/office/drawing/2014/main" id="{9B7E8CD6-76DD-47DA-20A7-8134F55AE82E}"/>
                    </a:ext>
                  </a:extLst>
                </p:cNvPr>
                <p:cNvPicPr/>
                <p:nvPr/>
              </p:nvPicPr>
              <p:blipFill>
                <a:blip r:embed="rId324"/>
                <a:stretch>
                  <a:fillRect/>
                </a:stretch>
              </p:blipFill>
              <p:spPr>
                <a:xfrm>
                  <a:off x="11838916" y="1839763"/>
                  <a:ext cx="435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196" name="Ink 195">
                  <a:extLst>
                    <a:ext uri="{FF2B5EF4-FFF2-40B4-BE49-F238E27FC236}">
                      <a16:creationId xmlns:a16="http://schemas.microsoft.com/office/drawing/2014/main" id="{9A31BC6B-91FB-F891-CEC9-5A28E8AA434A}"/>
                    </a:ext>
                  </a:extLst>
                </p14:cNvPr>
                <p14:cNvContentPartPr/>
                <p14:nvPr/>
              </p14:nvContentPartPr>
              <p14:xfrm>
                <a:off x="11931076" y="1828603"/>
                <a:ext cx="225000" cy="210600"/>
              </p14:xfrm>
            </p:contentPart>
          </mc:Choice>
          <mc:Fallback xmlns="">
            <p:pic>
              <p:nvPicPr>
                <p:cNvPr id="196" name="Ink 195">
                  <a:extLst>
                    <a:ext uri="{FF2B5EF4-FFF2-40B4-BE49-F238E27FC236}">
                      <a16:creationId xmlns:a16="http://schemas.microsoft.com/office/drawing/2014/main" id="{9A31BC6B-91FB-F891-CEC9-5A28E8AA434A}"/>
                    </a:ext>
                  </a:extLst>
                </p:cNvPr>
                <p:cNvPicPr/>
                <p:nvPr/>
              </p:nvPicPr>
              <p:blipFill>
                <a:blip r:embed="rId326"/>
                <a:stretch>
                  <a:fillRect/>
                </a:stretch>
              </p:blipFill>
              <p:spPr>
                <a:xfrm>
                  <a:off x="11924956" y="1822483"/>
                  <a:ext cx="23724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197" name="Ink 196">
                  <a:extLst>
                    <a:ext uri="{FF2B5EF4-FFF2-40B4-BE49-F238E27FC236}">
                      <a16:creationId xmlns:a16="http://schemas.microsoft.com/office/drawing/2014/main" id="{CABE086D-E7FC-3B21-0D19-57277AB14162}"/>
                    </a:ext>
                  </a:extLst>
                </p14:cNvPr>
                <p14:cNvContentPartPr/>
                <p14:nvPr/>
              </p14:nvContentPartPr>
              <p14:xfrm>
                <a:off x="11605276" y="2130643"/>
                <a:ext cx="297000" cy="129960"/>
              </p14:xfrm>
            </p:contentPart>
          </mc:Choice>
          <mc:Fallback xmlns="">
            <p:pic>
              <p:nvPicPr>
                <p:cNvPr id="197" name="Ink 196">
                  <a:extLst>
                    <a:ext uri="{FF2B5EF4-FFF2-40B4-BE49-F238E27FC236}">
                      <a16:creationId xmlns:a16="http://schemas.microsoft.com/office/drawing/2014/main" id="{CABE086D-E7FC-3B21-0D19-57277AB14162}"/>
                    </a:ext>
                  </a:extLst>
                </p:cNvPr>
                <p:cNvPicPr/>
                <p:nvPr/>
              </p:nvPicPr>
              <p:blipFill>
                <a:blip r:embed="rId328"/>
                <a:stretch>
                  <a:fillRect/>
                </a:stretch>
              </p:blipFill>
              <p:spPr>
                <a:xfrm>
                  <a:off x="11599156" y="2124523"/>
                  <a:ext cx="3092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199" name="Ink 198">
                  <a:extLst>
                    <a:ext uri="{FF2B5EF4-FFF2-40B4-BE49-F238E27FC236}">
                      <a16:creationId xmlns:a16="http://schemas.microsoft.com/office/drawing/2014/main" id="{79F80333-E7BF-671A-6250-3746A204B79D}"/>
                    </a:ext>
                  </a:extLst>
                </p14:cNvPr>
                <p14:cNvContentPartPr/>
                <p14:nvPr/>
              </p14:nvContentPartPr>
              <p14:xfrm>
                <a:off x="11490436" y="894403"/>
                <a:ext cx="305640" cy="950040"/>
              </p14:xfrm>
            </p:contentPart>
          </mc:Choice>
          <mc:Fallback xmlns="">
            <p:pic>
              <p:nvPicPr>
                <p:cNvPr id="199" name="Ink 198">
                  <a:extLst>
                    <a:ext uri="{FF2B5EF4-FFF2-40B4-BE49-F238E27FC236}">
                      <a16:creationId xmlns:a16="http://schemas.microsoft.com/office/drawing/2014/main" id="{79F80333-E7BF-671A-6250-3746A204B79D}"/>
                    </a:ext>
                  </a:extLst>
                </p:cNvPr>
                <p:cNvPicPr/>
                <p:nvPr/>
              </p:nvPicPr>
              <p:blipFill>
                <a:blip r:embed="rId330"/>
                <a:stretch>
                  <a:fillRect/>
                </a:stretch>
              </p:blipFill>
              <p:spPr>
                <a:xfrm>
                  <a:off x="11484316" y="888283"/>
                  <a:ext cx="317880" cy="96228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00" name="Ink 199">
                  <a:extLst>
                    <a:ext uri="{FF2B5EF4-FFF2-40B4-BE49-F238E27FC236}">
                      <a16:creationId xmlns:a16="http://schemas.microsoft.com/office/drawing/2014/main" id="{3945D144-2713-7641-97FD-561AEFBAC4A2}"/>
                    </a:ext>
                  </a:extLst>
                </p14:cNvPr>
                <p14:cNvContentPartPr/>
                <p14:nvPr/>
              </p14:nvContentPartPr>
              <p14:xfrm>
                <a:off x="11423116" y="823483"/>
                <a:ext cx="126360" cy="136800"/>
              </p14:xfrm>
            </p:contentPart>
          </mc:Choice>
          <mc:Fallback xmlns="">
            <p:pic>
              <p:nvPicPr>
                <p:cNvPr id="200" name="Ink 199">
                  <a:extLst>
                    <a:ext uri="{FF2B5EF4-FFF2-40B4-BE49-F238E27FC236}">
                      <a16:creationId xmlns:a16="http://schemas.microsoft.com/office/drawing/2014/main" id="{3945D144-2713-7641-97FD-561AEFBAC4A2}"/>
                    </a:ext>
                  </a:extLst>
                </p:cNvPr>
                <p:cNvPicPr/>
                <p:nvPr/>
              </p:nvPicPr>
              <p:blipFill>
                <a:blip r:embed="rId332"/>
                <a:stretch>
                  <a:fillRect/>
                </a:stretch>
              </p:blipFill>
              <p:spPr>
                <a:xfrm>
                  <a:off x="11416996" y="817363"/>
                  <a:ext cx="1386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02" name="Ink 201">
                  <a:extLst>
                    <a:ext uri="{FF2B5EF4-FFF2-40B4-BE49-F238E27FC236}">
                      <a16:creationId xmlns:a16="http://schemas.microsoft.com/office/drawing/2014/main" id="{DB43B4EA-5E53-C4E8-2083-F38F6B095034}"/>
                    </a:ext>
                  </a:extLst>
                </p14:cNvPr>
                <p14:cNvContentPartPr/>
                <p14:nvPr/>
              </p14:nvContentPartPr>
              <p14:xfrm>
                <a:off x="10087156" y="236323"/>
                <a:ext cx="694800" cy="372240"/>
              </p14:xfrm>
            </p:contentPart>
          </mc:Choice>
          <mc:Fallback xmlns="">
            <p:pic>
              <p:nvPicPr>
                <p:cNvPr id="202" name="Ink 201">
                  <a:extLst>
                    <a:ext uri="{FF2B5EF4-FFF2-40B4-BE49-F238E27FC236}">
                      <a16:creationId xmlns:a16="http://schemas.microsoft.com/office/drawing/2014/main" id="{DB43B4EA-5E53-C4E8-2083-F38F6B095034}"/>
                    </a:ext>
                  </a:extLst>
                </p:cNvPr>
                <p:cNvPicPr/>
                <p:nvPr/>
              </p:nvPicPr>
              <p:blipFill>
                <a:blip r:embed="rId334"/>
                <a:stretch>
                  <a:fillRect/>
                </a:stretch>
              </p:blipFill>
              <p:spPr>
                <a:xfrm>
                  <a:off x="10081036" y="230203"/>
                  <a:ext cx="70704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03" name="Ink 202">
                  <a:extLst>
                    <a:ext uri="{FF2B5EF4-FFF2-40B4-BE49-F238E27FC236}">
                      <a16:creationId xmlns:a16="http://schemas.microsoft.com/office/drawing/2014/main" id="{609A6E6A-7586-115B-633E-253AB1EABB99}"/>
                    </a:ext>
                  </a:extLst>
                </p14:cNvPr>
                <p14:cNvContentPartPr/>
                <p14:nvPr/>
              </p14:nvContentPartPr>
              <p14:xfrm>
                <a:off x="10960876" y="273043"/>
                <a:ext cx="285840" cy="146520"/>
              </p14:xfrm>
            </p:contentPart>
          </mc:Choice>
          <mc:Fallback xmlns="">
            <p:pic>
              <p:nvPicPr>
                <p:cNvPr id="203" name="Ink 202">
                  <a:extLst>
                    <a:ext uri="{FF2B5EF4-FFF2-40B4-BE49-F238E27FC236}">
                      <a16:creationId xmlns:a16="http://schemas.microsoft.com/office/drawing/2014/main" id="{609A6E6A-7586-115B-633E-253AB1EABB99}"/>
                    </a:ext>
                  </a:extLst>
                </p:cNvPr>
                <p:cNvPicPr/>
                <p:nvPr/>
              </p:nvPicPr>
              <p:blipFill>
                <a:blip r:embed="rId336"/>
                <a:stretch>
                  <a:fillRect/>
                </a:stretch>
              </p:blipFill>
              <p:spPr>
                <a:xfrm>
                  <a:off x="10954756" y="266923"/>
                  <a:ext cx="29808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04" name="Ink 203">
                  <a:extLst>
                    <a:ext uri="{FF2B5EF4-FFF2-40B4-BE49-F238E27FC236}">
                      <a16:creationId xmlns:a16="http://schemas.microsoft.com/office/drawing/2014/main" id="{91AB5DE3-6D07-F88D-1545-764A8120FB4E}"/>
                    </a:ext>
                  </a:extLst>
                </p14:cNvPr>
                <p14:cNvContentPartPr/>
                <p14:nvPr/>
              </p14:nvContentPartPr>
              <p14:xfrm>
                <a:off x="11146636" y="145243"/>
                <a:ext cx="48240" cy="21240"/>
              </p14:xfrm>
            </p:contentPart>
          </mc:Choice>
          <mc:Fallback xmlns="">
            <p:pic>
              <p:nvPicPr>
                <p:cNvPr id="204" name="Ink 203">
                  <a:extLst>
                    <a:ext uri="{FF2B5EF4-FFF2-40B4-BE49-F238E27FC236}">
                      <a16:creationId xmlns:a16="http://schemas.microsoft.com/office/drawing/2014/main" id="{91AB5DE3-6D07-F88D-1545-764A8120FB4E}"/>
                    </a:ext>
                  </a:extLst>
                </p:cNvPr>
                <p:cNvPicPr/>
                <p:nvPr/>
              </p:nvPicPr>
              <p:blipFill>
                <a:blip r:embed="rId338"/>
                <a:stretch>
                  <a:fillRect/>
                </a:stretch>
              </p:blipFill>
              <p:spPr>
                <a:xfrm>
                  <a:off x="11140516" y="139123"/>
                  <a:ext cx="604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05" name="Ink 204">
                  <a:extLst>
                    <a:ext uri="{FF2B5EF4-FFF2-40B4-BE49-F238E27FC236}">
                      <a16:creationId xmlns:a16="http://schemas.microsoft.com/office/drawing/2014/main" id="{55C1AE1F-38C9-B21B-E41F-EE0ABB8F0CA0}"/>
                    </a:ext>
                  </a:extLst>
                </p14:cNvPr>
                <p14:cNvContentPartPr/>
                <p14:nvPr/>
              </p14:nvContentPartPr>
              <p14:xfrm>
                <a:off x="11237716" y="170083"/>
                <a:ext cx="333360" cy="252360"/>
              </p14:xfrm>
            </p:contentPart>
          </mc:Choice>
          <mc:Fallback xmlns="">
            <p:pic>
              <p:nvPicPr>
                <p:cNvPr id="205" name="Ink 204">
                  <a:extLst>
                    <a:ext uri="{FF2B5EF4-FFF2-40B4-BE49-F238E27FC236}">
                      <a16:creationId xmlns:a16="http://schemas.microsoft.com/office/drawing/2014/main" id="{55C1AE1F-38C9-B21B-E41F-EE0ABB8F0CA0}"/>
                    </a:ext>
                  </a:extLst>
                </p:cNvPr>
                <p:cNvPicPr/>
                <p:nvPr/>
              </p:nvPicPr>
              <p:blipFill>
                <a:blip r:embed="rId340"/>
                <a:stretch>
                  <a:fillRect/>
                </a:stretch>
              </p:blipFill>
              <p:spPr>
                <a:xfrm>
                  <a:off x="11231596" y="163963"/>
                  <a:ext cx="34560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06" name="Ink 205">
                  <a:extLst>
                    <a:ext uri="{FF2B5EF4-FFF2-40B4-BE49-F238E27FC236}">
                      <a16:creationId xmlns:a16="http://schemas.microsoft.com/office/drawing/2014/main" id="{BFEE49BD-6008-02C5-73F2-A7480A727AB6}"/>
                    </a:ext>
                  </a:extLst>
                </p14:cNvPr>
                <p14:cNvContentPartPr/>
                <p14:nvPr/>
              </p14:nvContentPartPr>
              <p14:xfrm>
                <a:off x="10426996" y="612883"/>
                <a:ext cx="268920" cy="196200"/>
              </p14:xfrm>
            </p:contentPart>
          </mc:Choice>
          <mc:Fallback xmlns="">
            <p:pic>
              <p:nvPicPr>
                <p:cNvPr id="206" name="Ink 205">
                  <a:extLst>
                    <a:ext uri="{FF2B5EF4-FFF2-40B4-BE49-F238E27FC236}">
                      <a16:creationId xmlns:a16="http://schemas.microsoft.com/office/drawing/2014/main" id="{BFEE49BD-6008-02C5-73F2-A7480A727AB6}"/>
                    </a:ext>
                  </a:extLst>
                </p:cNvPr>
                <p:cNvPicPr/>
                <p:nvPr/>
              </p:nvPicPr>
              <p:blipFill>
                <a:blip r:embed="rId342"/>
                <a:stretch>
                  <a:fillRect/>
                </a:stretch>
              </p:blipFill>
              <p:spPr>
                <a:xfrm>
                  <a:off x="10420876" y="606763"/>
                  <a:ext cx="28116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07" name="Ink 206">
                  <a:extLst>
                    <a:ext uri="{FF2B5EF4-FFF2-40B4-BE49-F238E27FC236}">
                      <a16:creationId xmlns:a16="http://schemas.microsoft.com/office/drawing/2014/main" id="{BC9D3CF8-6F81-FBAD-396F-20C503C48867}"/>
                    </a:ext>
                  </a:extLst>
                </p14:cNvPr>
                <p14:cNvContentPartPr/>
                <p14:nvPr/>
              </p14:nvContentPartPr>
              <p14:xfrm>
                <a:off x="10710676" y="602083"/>
                <a:ext cx="228240" cy="174240"/>
              </p14:xfrm>
            </p:contentPart>
          </mc:Choice>
          <mc:Fallback xmlns="">
            <p:pic>
              <p:nvPicPr>
                <p:cNvPr id="207" name="Ink 206">
                  <a:extLst>
                    <a:ext uri="{FF2B5EF4-FFF2-40B4-BE49-F238E27FC236}">
                      <a16:creationId xmlns:a16="http://schemas.microsoft.com/office/drawing/2014/main" id="{BC9D3CF8-6F81-FBAD-396F-20C503C48867}"/>
                    </a:ext>
                  </a:extLst>
                </p:cNvPr>
                <p:cNvPicPr/>
                <p:nvPr/>
              </p:nvPicPr>
              <p:blipFill>
                <a:blip r:embed="rId344"/>
                <a:stretch>
                  <a:fillRect/>
                </a:stretch>
              </p:blipFill>
              <p:spPr>
                <a:xfrm>
                  <a:off x="10704556" y="595963"/>
                  <a:ext cx="2404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08" name="Ink 207">
                  <a:extLst>
                    <a:ext uri="{FF2B5EF4-FFF2-40B4-BE49-F238E27FC236}">
                      <a16:creationId xmlns:a16="http://schemas.microsoft.com/office/drawing/2014/main" id="{60188EEE-1DDB-1E07-DC60-92CC58601663}"/>
                    </a:ext>
                  </a:extLst>
                </p14:cNvPr>
                <p14:cNvContentPartPr/>
                <p14:nvPr/>
              </p14:nvContentPartPr>
              <p14:xfrm>
                <a:off x="10919476" y="532963"/>
                <a:ext cx="337680" cy="230760"/>
              </p14:xfrm>
            </p:contentPart>
          </mc:Choice>
          <mc:Fallback xmlns="">
            <p:pic>
              <p:nvPicPr>
                <p:cNvPr id="208" name="Ink 207">
                  <a:extLst>
                    <a:ext uri="{FF2B5EF4-FFF2-40B4-BE49-F238E27FC236}">
                      <a16:creationId xmlns:a16="http://schemas.microsoft.com/office/drawing/2014/main" id="{60188EEE-1DDB-1E07-DC60-92CC58601663}"/>
                    </a:ext>
                  </a:extLst>
                </p:cNvPr>
                <p:cNvPicPr/>
                <p:nvPr/>
              </p:nvPicPr>
              <p:blipFill>
                <a:blip r:embed="rId346"/>
                <a:stretch>
                  <a:fillRect/>
                </a:stretch>
              </p:blipFill>
              <p:spPr>
                <a:xfrm>
                  <a:off x="10913356" y="526843"/>
                  <a:ext cx="34992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09" name="Ink 208">
                  <a:extLst>
                    <a:ext uri="{FF2B5EF4-FFF2-40B4-BE49-F238E27FC236}">
                      <a16:creationId xmlns:a16="http://schemas.microsoft.com/office/drawing/2014/main" id="{CBD3BA1C-7858-AB3D-862D-323E40AAB71E}"/>
                    </a:ext>
                  </a:extLst>
                </p14:cNvPr>
                <p14:cNvContentPartPr/>
                <p14:nvPr/>
              </p14:nvContentPartPr>
              <p14:xfrm>
                <a:off x="10645876" y="882883"/>
                <a:ext cx="306720" cy="69480"/>
              </p14:xfrm>
            </p:contentPart>
          </mc:Choice>
          <mc:Fallback xmlns="">
            <p:pic>
              <p:nvPicPr>
                <p:cNvPr id="209" name="Ink 208">
                  <a:extLst>
                    <a:ext uri="{FF2B5EF4-FFF2-40B4-BE49-F238E27FC236}">
                      <a16:creationId xmlns:a16="http://schemas.microsoft.com/office/drawing/2014/main" id="{CBD3BA1C-7858-AB3D-862D-323E40AAB71E}"/>
                    </a:ext>
                  </a:extLst>
                </p:cNvPr>
                <p:cNvPicPr/>
                <p:nvPr/>
              </p:nvPicPr>
              <p:blipFill>
                <a:blip r:embed="rId348"/>
                <a:stretch>
                  <a:fillRect/>
                </a:stretch>
              </p:blipFill>
              <p:spPr>
                <a:xfrm>
                  <a:off x="10639756" y="876763"/>
                  <a:ext cx="31896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10" name="Ink 209">
                  <a:extLst>
                    <a:ext uri="{FF2B5EF4-FFF2-40B4-BE49-F238E27FC236}">
                      <a16:creationId xmlns:a16="http://schemas.microsoft.com/office/drawing/2014/main" id="{55487C1F-4657-F28D-A71A-BE48546981FE}"/>
                    </a:ext>
                  </a:extLst>
                </p14:cNvPr>
                <p14:cNvContentPartPr/>
                <p14:nvPr/>
              </p14:nvContentPartPr>
              <p14:xfrm>
                <a:off x="10695196" y="921403"/>
                <a:ext cx="357840" cy="87120"/>
              </p14:xfrm>
            </p:contentPart>
          </mc:Choice>
          <mc:Fallback xmlns="">
            <p:pic>
              <p:nvPicPr>
                <p:cNvPr id="210" name="Ink 209">
                  <a:extLst>
                    <a:ext uri="{FF2B5EF4-FFF2-40B4-BE49-F238E27FC236}">
                      <a16:creationId xmlns:a16="http://schemas.microsoft.com/office/drawing/2014/main" id="{55487C1F-4657-F28D-A71A-BE48546981FE}"/>
                    </a:ext>
                  </a:extLst>
                </p:cNvPr>
                <p:cNvPicPr/>
                <p:nvPr/>
              </p:nvPicPr>
              <p:blipFill>
                <a:blip r:embed="rId350"/>
                <a:stretch>
                  <a:fillRect/>
                </a:stretch>
              </p:blipFill>
              <p:spPr>
                <a:xfrm>
                  <a:off x="10689076" y="915283"/>
                  <a:ext cx="370080" cy="99360"/>
                </a:xfrm>
                <a:prstGeom prst="rect">
                  <a:avLst/>
                </a:prstGeom>
              </p:spPr>
            </p:pic>
          </mc:Fallback>
        </mc:AlternateContent>
      </p:grpSp>
      <p:grpSp>
        <p:nvGrpSpPr>
          <p:cNvPr id="214" name="Group 213">
            <a:extLst>
              <a:ext uri="{FF2B5EF4-FFF2-40B4-BE49-F238E27FC236}">
                <a16:creationId xmlns:a16="http://schemas.microsoft.com/office/drawing/2014/main" id="{E021073D-2078-566F-F7FA-73F8E6D89443}"/>
              </a:ext>
            </a:extLst>
          </p:cNvPr>
          <p:cNvGrpSpPr/>
          <p:nvPr/>
        </p:nvGrpSpPr>
        <p:grpSpPr>
          <a:xfrm>
            <a:off x="9447076" y="626923"/>
            <a:ext cx="564120" cy="202320"/>
            <a:chOff x="9447076" y="626923"/>
            <a:chExt cx="564120" cy="202320"/>
          </a:xfrm>
        </p:grpSpPr>
        <mc:AlternateContent xmlns:mc="http://schemas.openxmlformats.org/markup-compatibility/2006" xmlns:p14="http://schemas.microsoft.com/office/powerpoint/2010/main">
          <mc:Choice Requires="p14">
            <p:contentPart p14:bwMode="auto" r:id="rId351">
              <p14:nvContentPartPr>
                <p14:cNvPr id="212" name="Ink 211">
                  <a:extLst>
                    <a:ext uri="{FF2B5EF4-FFF2-40B4-BE49-F238E27FC236}">
                      <a16:creationId xmlns:a16="http://schemas.microsoft.com/office/drawing/2014/main" id="{0EA41A4C-1C4D-D37E-1050-202448E80184}"/>
                    </a:ext>
                  </a:extLst>
                </p14:cNvPr>
                <p14:cNvContentPartPr/>
                <p14:nvPr/>
              </p14:nvContentPartPr>
              <p14:xfrm>
                <a:off x="9467956" y="696403"/>
                <a:ext cx="543240" cy="132840"/>
              </p14:xfrm>
            </p:contentPart>
          </mc:Choice>
          <mc:Fallback xmlns="">
            <p:pic>
              <p:nvPicPr>
                <p:cNvPr id="212" name="Ink 211">
                  <a:extLst>
                    <a:ext uri="{FF2B5EF4-FFF2-40B4-BE49-F238E27FC236}">
                      <a16:creationId xmlns:a16="http://schemas.microsoft.com/office/drawing/2014/main" id="{0EA41A4C-1C4D-D37E-1050-202448E80184}"/>
                    </a:ext>
                  </a:extLst>
                </p:cNvPr>
                <p:cNvPicPr/>
                <p:nvPr/>
              </p:nvPicPr>
              <p:blipFill>
                <a:blip r:embed="rId352"/>
                <a:stretch>
                  <a:fillRect/>
                </a:stretch>
              </p:blipFill>
              <p:spPr>
                <a:xfrm>
                  <a:off x="9461836" y="690283"/>
                  <a:ext cx="5554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13" name="Ink 212">
                  <a:extLst>
                    <a:ext uri="{FF2B5EF4-FFF2-40B4-BE49-F238E27FC236}">
                      <a16:creationId xmlns:a16="http://schemas.microsoft.com/office/drawing/2014/main" id="{6F59C08B-4736-48E2-0A6E-947733C83C83}"/>
                    </a:ext>
                  </a:extLst>
                </p14:cNvPr>
                <p14:cNvContentPartPr/>
                <p14:nvPr/>
              </p14:nvContentPartPr>
              <p14:xfrm>
                <a:off x="9447076" y="626923"/>
                <a:ext cx="176040" cy="111600"/>
              </p14:xfrm>
            </p:contentPart>
          </mc:Choice>
          <mc:Fallback xmlns="">
            <p:pic>
              <p:nvPicPr>
                <p:cNvPr id="213" name="Ink 212">
                  <a:extLst>
                    <a:ext uri="{FF2B5EF4-FFF2-40B4-BE49-F238E27FC236}">
                      <a16:creationId xmlns:a16="http://schemas.microsoft.com/office/drawing/2014/main" id="{6F59C08B-4736-48E2-0A6E-947733C83C83}"/>
                    </a:ext>
                  </a:extLst>
                </p:cNvPr>
                <p:cNvPicPr/>
                <p:nvPr/>
              </p:nvPicPr>
              <p:blipFill>
                <a:blip r:embed="rId354"/>
                <a:stretch>
                  <a:fillRect/>
                </a:stretch>
              </p:blipFill>
              <p:spPr>
                <a:xfrm>
                  <a:off x="9440956" y="620803"/>
                  <a:ext cx="188280" cy="123840"/>
                </a:xfrm>
                <a:prstGeom prst="rect">
                  <a:avLst/>
                </a:prstGeom>
              </p:spPr>
            </p:pic>
          </mc:Fallback>
        </mc:AlternateContent>
      </p:grpSp>
      <p:grpSp>
        <p:nvGrpSpPr>
          <p:cNvPr id="245" name="Group 244">
            <a:extLst>
              <a:ext uri="{FF2B5EF4-FFF2-40B4-BE49-F238E27FC236}">
                <a16:creationId xmlns:a16="http://schemas.microsoft.com/office/drawing/2014/main" id="{26E8543A-3FA1-AD7B-2459-F509B33102E0}"/>
              </a:ext>
            </a:extLst>
          </p:cNvPr>
          <p:cNvGrpSpPr/>
          <p:nvPr/>
        </p:nvGrpSpPr>
        <p:grpSpPr>
          <a:xfrm>
            <a:off x="5239756" y="187363"/>
            <a:ext cx="3621960" cy="637560"/>
            <a:chOff x="5239756" y="187363"/>
            <a:chExt cx="3621960" cy="637560"/>
          </a:xfrm>
        </p:grpSpPr>
        <mc:AlternateContent xmlns:mc="http://schemas.openxmlformats.org/markup-compatibility/2006" xmlns:p14="http://schemas.microsoft.com/office/powerpoint/2010/main">
          <mc:Choice Requires="p14">
            <p:contentPart p14:bwMode="auto" r:id="rId355">
              <p14:nvContentPartPr>
                <p14:cNvPr id="215" name="Ink 214">
                  <a:extLst>
                    <a:ext uri="{FF2B5EF4-FFF2-40B4-BE49-F238E27FC236}">
                      <a16:creationId xmlns:a16="http://schemas.microsoft.com/office/drawing/2014/main" id="{2CE77175-3CFC-9BD1-4F85-A7589A1DDF4A}"/>
                    </a:ext>
                  </a:extLst>
                </p14:cNvPr>
                <p14:cNvContentPartPr/>
                <p14:nvPr/>
              </p14:nvContentPartPr>
              <p14:xfrm>
                <a:off x="5239756" y="410923"/>
                <a:ext cx="126720" cy="148680"/>
              </p14:xfrm>
            </p:contentPart>
          </mc:Choice>
          <mc:Fallback xmlns="">
            <p:pic>
              <p:nvPicPr>
                <p:cNvPr id="215" name="Ink 214">
                  <a:extLst>
                    <a:ext uri="{FF2B5EF4-FFF2-40B4-BE49-F238E27FC236}">
                      <a16:creationId xmlns:a16="http://schemas.microsoft.com/office/drawing/2014/main" id="{2CE77175-3CFC-9BD1-4F85-A7589A1DDF4A}"/>
                    </a:ext>
                  </a:extLst>
                </p:cNvPr>
                <p:cNvPicPr/>
                <p:nvPr/>
              </p:nvPicPr>
              <p:blipFill>
                <a:blip r:embed="rId356"/>
                <a:stretch>
                  <a:fillRect/>
                </a:stretch>
              </p:blipFill>
              <p:spPr>
                <a:xfrm>
                  <a:off x="5233636" y="404803"/>
                  <a:ext cx="1389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16" name="Ink 215">
                  <a:extLst>
                    <a:ext uri="{FF2B5EF4-FFF2-40B4-BE49-F238E27FC236}">
                      <a16:creationId xmlns:a16="http://schemas.microsoft.com/office/drawing/2014/main" id="{02E96AD3-A6F4-9603-0C8B-591A65D7C0B9}"/>
                    </a:ext>
                  </a:extLst>
                </p14:cNvPr>
                <p14:cNvContentPartPr/>
                <p14:nvPr/>
              </p14:nvContentPartPr>
              <p14:xfrm>
                <a:off x="5390596" y="425683"/>
                <a:ext cx="110880" cy="79920"/>
              </p14:xfrm>
            </p:contentPart>
          </mc:Choice>
          <mc:Fallback xmlns="">
            <p:pic>
              <p:nvPicPr>
                <p:cNvPr id="216" name="Ink 215">
                  <a:extLst>
                    <a:ext uri="{FF2B5EF4-FFF2-40B4-BE49-F238E27FC236}">
                      <a16:creationId xmlns:a16="http://schemas.microsoft.com/office/drawing/2014/main" id="{02E96AD3-A6F4-9603-0C8B-591A65D7C0B9}"/>
                    </a:ext>
                  </a:extLst>
                </p:cNvPr>
                <p:cNvPicPr/>
                <p:nvPr/>
              </p:nvPicPr>
              <p:blipFill>
                <a:blip r:embed="rId358"/>
                <a:stretch>
                  <a:fillRect/>
                </a:stretch>
              </p:blipFill>
              <p:spPr>
                <a:xfrm>
                  <a:off x="5384476" y="419563"/>
                  <a:ext cx="12312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17" name="Ink 216">
                  <a:extLst>
                    <a:ext uri="{FF2B5EF4-FFF2-40B4-BE49-F238E27FC236}">
                      <a16:creationId xmlns:a16="http://schemas.microsoft.com/office/drawing/2014/main" id="{F7874C42-FEE2-2BAA-3E14-904FD29644AA}"/>
                    </a:ext>
                  </a:extLst>
                </p14:cNvPr>
                <p14:cNvContentPartPr/>
                <p14:nvPr/>
              </p14:nvContentPartPr>
              <p14:xfrm>
                <a:off x="5565196" y="495523"/>
                <a:ext cx="14400" cy="47160"/>
              </p14:xfrm>
            </p:contentPart>
          </mc:Choice>
          <mc:Fallback xmlns="">
            <p:pic>
              <p:nvPicPr>
                <p:cNvPr id="217" name="Ink 216">
                  <a:extLst>
                    <a:ext uri="{FF2B5EF4-FFF2-40B4-BE49-F238E27FC236}">
                      <a16:creationId xmlns:a16="http://schemas.microsoft.com/office/drawing/2014/main" id="{F7874C42-FEE2-2BAA-3E14-904FD29644AA}"/>
                    </a:ext>
                  </a:extLst>
                </p:cNvPr>
                <p:cNvPicPr/>
                <p:nvPr/>
              </p:nvPicPr>
              <p:blipFill>
                <a:blip r:embed="rId360"/>
                <a:stretch>
                  <a:fillRect/>
                </a:stretch>
              </p:blipFill>
              <p:spPr>
                <a:xfrm>
                  <a:off x="5559076" y="489403"/>
                  <a:ext cx="2664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18" name="Ink 217">
                  <a:extLst>
                    <a:ext uri="{FF2B5EF4-FFF2-40B4-BE49-F238E27FC236}">
                      <a16:creationId xmlns:a16="http://schemas.microsoft.com/office/drawing/2014/main" id="{81A5FA96-2A23-E84E-9F6F-890B61EB912F}"/>
                    </a:ext>
                  </a:extLst>
                </p14:cNvPr>
                <p14:cNvContentPartPr/>
                <p14:nvPr/>
              </p14:nvContentPartPr>
              <p14:xfrm>
                <a:off x="5649796" y="399403"/>
                <a:ext cx="55800" cy="69480"/>
              </p14:xfrm>
            </p:contentPart>
          </mc:Choice>
          <mc:Fallback xmlns="">
            <p:pic>
              <p:nvPicPr>
                <p:cNvPr id="218" name="Ink 217">
                  <a:extLst>
                    <a:ext uri="{FF2B5EF4-FFF2-40B4-BE49-F238E27FC236}">
                      <a16:creationId xmlns:a16="http://schemas.microsoft.com/office/drawing/2014/main" id="{81A5FA96-2A23-E84E-9F6F-890B61EB912F}"/>
                    </a:ext>
                  </a:extLst>
                </p:cNvPr>
                <p:cNvPicPr/>
                <p:nvPr/>
              </p:nvPicPr>
              <p:blipFill>
                <a:blip r:embed="rId362"/>
                <a:stretch>
                  <a:fillRect/>
                </a:stretch>
              </p:blipFill>
              <p:spPr>
                <a:xfrm>
                  <a:off x="5643676" y="393283"/>
                  <a:ext cx="680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19" name="Ink 218">
                  <a:extLst>
                    <a:ext uri="{FF2B5EF4-FFF2-40B4-BE49-F238E27FC236}">
                      <a16:creationId xmlns:a16="http://schemas.microsoft.com/office/drawing/2014/main" id="{30FEE1A4-BFFF-5396-8767-EFC1B858F2CC}"/>
                    </a:ext>
                  </a:extLst>
                </p14:cNvPr>
                <p14:cNvContentPartPr/>
                <p14:nvPr/>
              </p14:nvContentPartPr>
              <p14:xfrm>
                <a:off x="5754916" y="367003"/>
                <a:ext cx="113760" cy="92520"/>
              </p14:xfrm>
            </p:contentPart>
          </mc:Choice>
          <mc:Fallback xmlns="">
            <p:pic>
              <p:nvPicPr>
                <p:cNvPr id="219" name="Ink 218">
                  <a:extLst>
                    <a:ext uri="{FF2B5EF4-FFF2-40B4-BE49-F238E27FC236}">
                      <a16:creationId xmlns:a16="http://schemas.microsoft.com/office/drawing/2014/main" id="{30FEE1A4-BFFF-5396-8767-EFC1B858F2CC}"/>
                    </a:ext>
                  </a:extLst>
                </p:cNvPr>
                <p:cNvPicPr/>
                <p:nvPr/>
              </p:nvPicPr>
              <p:blipFill>
                <a:blip r:embed="rId364"/>
                <a:stretch>
                  <a:fillRect/>
                </a:stretch>
              </p:blipFill>
              <p:spPr>
                <a:xfrm>
                  <a:off x="5748796" y="360883"/>
                  <a:ext cx="12600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20" name="Ink 219">
                  <a:extLst>
                    <a:ext uri="{FF2B5EF4-FFF2-40B4-BE49-F238E27FC236}">
                      <a16:creationId xmlns:a16="http://schemas.microsoft.com/office/drawing/2014/main" id="{28FD1243-3D18-098C-D05D-EA09EA01F597}"/>
                    </a:ext>
                  </a:extLst>
                </p14:cNvPr>
                <p14:cNvContentPartPr/>
                <p14:nvPr/>
              </p14:nvContentPartPr>
              <p14:xfrm>
                <a:off x="5940316" y="349363"/>
                <a:ext cx="89280" cy="99000"/>
              </p14:xfrm>
            </p:contentPart>
          </mc:Choice>
          <mc:Fallback xmlns="">
            <p:pic>
              <p:nvPicPr>
                <p:cNvPr id="220" name="Ink 219">
                  <a:extLst>
                    <a:ext uri="{FF2B5EF4-FFF2-40B4-BE49-F238E27FC236}">
                      <a16:creationId xmlns:a16="http://schemas.microsoft.com/office/drawing/2014/main" id="{28FD1243-3D18-098C-D05D-EA09EA01F597}"/>
                    </a:ext>
                  </a:extLst>
                </p:cNvPr>
                <p:cNvPicPr/>
                <p:nvPr/>
              </p:nvPicPr>
              <p:blipFill>
                <a:blip r:embed="rId366"/>
                <a:stretch>
                  <a:fillRect/>
                </a:stretch>
              </p:blipFill>
              <p:spPr>
                <a:xfrm>
                  <a:off x="5934196" y="343243"/>
                  <a:ext cx="1015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22" name="Ink 221">
                  <a:extLst>
                    <a:ext uri="{FF2B5EF4-FFF2-40B4-BE49-F238E27FC236}">
                      <a16:creationId xmlns:a16="http://schemas.microsoft.com/office/drawing/2014/main" id="{840BA31C-2CA7-EDDA-AEAF-C9B7F6F2CD2B}"/>
                    </a:ext>
                  </a:extLst>
                </p14:cNvPr>
                <p14:cNvContentPartPr/>
                <p14:nvPr/>
              </p14:nvContentPartPr>
              <p14:xfrm>
                <a:off x="5849956" y="478243"/>
                <a:ext cx="64440" cy="46440"/>
              </p14:xfrm>
            </p:contentPart>
          </mc:Choice>
          <mc:Fallback xmlns="">
            <p:pic>
              <p:nvPicPr>
                <p:cNvPr id="222" name="Ink 221">
                  <a:extLst>
                    <a:ext uri="{FF2B5EF4-FFF2-40B4-BE49-F238E27FC236}">
                      <a16:creationId xmlns:a16="http://schemas.microsoft.com/office/drawing/2014/main" id="{840BA31C-2CA7-EDDA-AEAF-C9B7F6F2CD2B}"/>
                    </a:ext>
                  </a:extLst>
                </p:cNvPr>
                <p:cNvPicPr/>
                <p:nvPr/>
              </p:nvPicPr>
              <p:blipFill>
                <a:blip r:embed="rId368"/>
                <a:stretch>
                  <a:fillRect/>
                </a:stretch>
              </p:blipFill>
              <p:spPr>
                <a:xfrm>
                  <a:off x="5843836" y="472123"/>
                  <a:ext cx="7668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23" name="Ink 222">
                  <a:extLst>
                    <a:ext uri="{FF2B5EF4-FFF2-40B4-BE49-F238E27FC236}">
                      <a16:creationId xmlns:a16="http://schemas.microsoft.com/office/drawing/2014/main" id="{E3ABF452-999D-71F4-4998-3A9023B157C9}"/>
                    </a:ext>
                  </a:extLst>
                </p14:cNvPr>
                <p14:cNvContentPartPr/>
                <p14:nvPr/>
              </p14:nvContentPartPr>
              <p14:xfrm>
                <a:off x="6077836" y="391123"/>
                <a:ext cx="120960" cy="61560"/>
              </p14:xfrm>
            </p:contentPart>
          </mc:Choice>
          <mc:Fallback xmlns="">
            <p:pic>
              <p:nvPicPr>
                <p:cNvPr id="223" name="Ink 222">
                  <a:extLst>
                    <a:ext uri="{FF2B5EF4-FFF2-40B4-BE49-F238E27FC236}">
                      <a16:creationId xmlns:a16="http://schemas.microsoft.com/office/drawing/2014/main" id="{E3ABF452-999D-71F4-4998-3A9023B157C9}"/>
                    </a:ext>
                  </a:extLst>
                </p:cNvPr>
                <p:cNvPicPr/>
                <p:nvPr/>
              </p:nvPicPr>
              <p:blipFill>
                <a:blip r:embed="rId370"/>
                <a:stretch>
                  <a:fillRect/>
                </a:stretch>
              </p:blipFill>
              <p:spPr>
                <a:xfrm>
                  <a:off x="6071716" y="385003"/>
                  <a:ext cx="1332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24" name="Ink 223">
                  <a:extLst>
                    <a:ext uri="{FF2B5EF4-FFF2-40B4-BE49-F238E27FC236}">
                      <a16:creationId xmlns:a16="http://schemas.microsoft.com/office/drawing/2014/main" id="{9A8ED655-B0BB-4613-2B9D-5489BECDF386}"/>
                    </a:ext>
                  </a:extLst>
                </p14:cNvPr>
                <p14:cNvContentPartPr/>
                <p14:nvPr/>
              </p14:nvContentPartPr>
              <p14:xfrm>
                <a:off x="6266116" y="349003"/>
                <a:ext cx="77400" cy="76680"/>
              </p14:xfrm>
            </p:contentPart>
          </mc:Choice>
          <mc:Fallback xmlns="">
            <p:pic>
              <p:nvPicPr>
                <p:cNvPr id="224" name="Ink 223">
                  <a:extLst>
                    <a:ext uri="{FF2B5EF4-FFF2-40B4-BE49-F238E27FC236}">
                      <a16:creationId xmlns:a16="http://schemas.microsoft.com/office/drawing/2014/main" id="{9A8ED655-B0BB-4613-2B9D-5489BECDF386}"/>
                    </a:ext>
                  </a:extLst>
                </p:cNvPr>
                <p:cNvPicPr/>
                <p:nvPr/>
              </p:nvPicPr>
              <p:blipFill>
                <a:blip r:embed="rId372"/>
                <a:stretch>
                  <a:fillRect/>
                </a:stretch>
              </p:blipFill>
              <p:spPr>
                <a:xfrm>
                  <a:off x="6259996" y="342883"/>
                  <a:ext cx="896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25" name="Ink 224">
                  <a:extLst>
                    <a:ext uri="{FF2B5EF4-FFF2-40B4-BE49-F238E27FC236}">
                      <a16:creationId xmlns:a16="http://schemas.microsoft.com/office/drawing/2014/main" id="{4865B0E1-900E-E2B1-D78D-72F31637E015}"/>
                    </a:ext>
                  </a:extLst>
                </p14:cNvPr>
                <p14:cNvContentPartPr/>
                <p14:nvPr/>
              </p14:nvContentPartPr>
              <p14:xfrm>
                <a:off x="6429556" y="345403"/>
                <a:ext cx="155160" cy="84960"/>
              </p14:xfrm>
            </p:contentPart>
          </mc:Choice>
          <mc:Fallback xmlns="">
            <p:pic>
              <p:nvPicPr>
                <p:cNvPr id="225" name="Ink 224">
                  <a:extLst>
                    <a:ext uri="{FF2B5EF4-FFF2-40B4-BE49-F238E27FC236}">
                      <a16:creationId xmlns:a16="http://schemas.microsoft.com/office/drawing/2014/main" id="{4865B0E1-900E-E2B1-D78D-72F31637E015}"/>
                    </a:ext>
                  </a:extLst>
                </p:cNvPr>
                <p:cNvPicPr/>
                <p:nvPr/>
              </p:nvPicPr>
              <p:blipFill>
                <a:blip r:embed="rId374"/>
                <a:stretch>
                  <a:fillRect/>
                </a:stretch>
              </p:blipFill>
              <p:spPr>
                <a:xfrm>
                  <a:off x="6423436" y="339283"/>
                  <a:ext cx="1674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26" name="Ink 225">
                  <a:extLst>
                    <a:ext uri="{FF2B5EF4-FFF2-40B4-BE49-F238E27FC236}">
                      <a16:creationId xmlns:a16="http://schemas.microsoft.com/office/drawing/2014/main" id="{850935F2-DF4F-8968-48A3-56724939D528}"/>
                    </a:ext>
                  </a:extLst>
                </p14:cNvPr>
                <p14:cNvContentPartPr/>
                <p14:nvPr/>
              </p14:nvContentPartPr>
              <p14:xfrm>
                <a:off x="6515956" y="356923"/>
                <a:ext cx="28440" cy="113760"/>
              </p14:xfrm>
            </p:contentPart>
          </mc:Choice>
          <mc:Fallback xmlns="">
            <p:pic>
              <p:nvPicPr>
                <p:cNvPr id="226" name="Ink 225">
                  <a:extLst>
                    <a:ext uri="{FF2B5EF4-FFF2-40B4-BE49-F238E27FC236}">
                      <a16:creationId xmlns:a16="http://schemas.microsoft.com/office/drawing/2014/main" id="{850935F2-DF4F-8968-48A3-56724939D528}"/>
                    </a:ext>
                  </a:extLst>
                </p:cNvPr>
                <p:cNvPicPr/>
                <p:nvPr/>
              </p:nvPicPr>
              <p:blipFill>
                <a:blip r:embed="rId376"/>
                <a:stretch>
                  <a:fillRect/>
                </a:stretch>
              </p:blipFill>
              <p:spPr>
                <a:xfrm>
                  <a:off x="6509836" y="350803"/>
                  <a:ext cx="406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27" name="Ink 226">
                  <a:extLst>
                    <a:ext uri="{FF2B5EF4-FFF2-40B4-BE49-F238E27FC236}">
                      <a16:creationId xmlns:a16="http://schemas.microsoft.com/office/drawing/2014/main" id="{56E03817-DBA5-8CE1-20DD-ECF7F1B46013}"/>
                    </a:ext>
                  </a:extLst>
                </p14:cNvPr>
                <p14:cNvContentPartPr/>
                <p14:nvPr/>
              </p14:nvContentPartPr>
              <p14:xfrm>
                <a:off x="6441796" y="445483"/>
                <a:ext cx="182160" cy="56160"/>
              </p14:xfrm>
            </p:contentPart>
          </mc:Choice>
          <mc:Fallback xmlns="">
            <p:pic>
              <p:nvPicPr>
                <p:cNvPr id="227" name="Ink 226">
                  <a:extLst>
                    <a:ext uri="{FF2B5EF4-FFF2-40B4-BE49-F238E27FC236}">
                      <a16:creationId xmlns:a16="http://schemas.microsoft.com/office/drawing/2014/main" id="{56E03817-DBA5-8CE1-20DD-ECF7F1B46013}"/>
                    </a:ext>
                  </a:extLst>
                </p:cNvPr>
                <p:cNvPicPr/>
                <p:nvPr/>
              </p:nvPicPr>
              <p:blipFill>
                <a:blip r:embed="rId378"/>
                <a:stretch>
                  <a:fillRect/>
                </a:stretch>
              </p:blipFill>
              <p:spPr>
                <a:xfrm>
                  <a:off x="6435676" y="439363"/>
                  <a:ext cx="19440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28" name="Ink 227">
                  <a:extLst>
                    <a:ext uri="{FF2B5EF4-FFF2-40B4-BE49-F238E27FC236}">
                      <a16:creationId xmlns:a16="http://schemas.microsoft.com/office/drawing/2014/main" id="{95D0CE0E-0106-A981-970E-3CA3C510B6B2}"/>
                    </a:ext>
                  </a:extLst>
                </p14:cNvPr>
                <p14:cNvContentPartPr/>
                <p14:nvPr/>
              </p14:nvContentPartPr>
              <p14:xfrm>
                <a:off x="6463396" y="328123"/>
                <a:ext cx="129960" cy="15480"/>
              </p14:xfrm>
            </p:contentPart>
          </mc:Choice>
          <mc:Fallback xmlns="">
            <p:pic>
              <p:nvPicPr>
                <p:cNvPr id="228" name="Ink 227">
                  <a:extLst>
                    <a:ext uri="{FF2B5EF4-FFF2-40B4-BE49-F238E27FC236}">
                      <a16:creationId xmlns:a16="http://schemas.microsoft.com/office/drawing/2014/main" id="{95D0CE0E-0106-A981-970E-3CA3C510B6B2}"/>
                    </a:ext>
                  </a:extLst>
                </p:cNvPr>
                <p:cNvPicPr/>
                <p:nvPr/>
              </p:nvPicPr>
              <p:blipFill>
                <a:blip r:embed="rId380"/>
                <a:stretch>
                  <a:fillRect/>
                </a:stretch>
              </p:blipFill>
              <p:spPr>
                <a:xfrm>
                  <a:off x="6457276" y="322003"/>
                  <a:ext cx="1422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29" name="Ink 228">
                  <a:extLst>
                    <a:ext uri="{FF2B5EF4-FFF2-40B4-BE49-F238E27FC236}">
                      <a16:creationId xmlns:a16="http://schemas.microsoft.com/office/drawing/2014/main" id="{94200C85-9B3B-B70B-CC10-AD5763A6A152}"/>
                    </a:ext>
                  </a:extLst>
                </p14:cNvPr>
                <p14:cNvContentPartPr/>
                <p14:nvPr/>
              </p14:nvContentPartPr>
              <p14:xfrm>
                <a:off x="6645196" y="307243"/>
                <a:ext cx="577800" cy="163800"/>
              </p14:xfrm>
            </p:contentPart>
          </mc:Choice>
          <mc:Fallback xmlns="">
            <p:pic>
              <p:nvPicPr>
                <p:cNvPr id="229" name="Ink 228">
                  <a:extLst>
                    <a:ext uri="{FF2B5EF4-FFF2-40B4-BE49-F238E27FC236}">
                      <a16:creationId xmlns:a16="http://schemas.microsoft.com/office/drawing/2014/main" id="{94200C85-9B3B-B70B-CC10-AD5763A6A152}"/>
                    </a:ext>
                  </a:extLst>
                </p:cNvPr>
                <p:cNvPicPr/>
                <p:nvPr/>
              </p:nvPicPr>
              <p:blipFill>
                <a:blip r:embed="rId382"/>
                <a:stretch>
                  <a:fillRect/>
                </a:stretch>
              </p:blipFill>
              <p:spPr>
                <a:xfrm>
                  <a:off x="6639076" y="301123"/>
                  <a:ext cx="5900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30" name="Ink 229">
                  <a:extLst>
                    <a:ext uri="{FF2B5EF4-FFF2-40B4-BE49-F238E27FC236}">
                      <a16:creationId xmlns:a16="http://schemas.microsoft.com/office/drawing/2014/main" id="{8D5B8123-5A0A-6989-EDF8-1BE60628879B}"/>
                    </a:ext>
                  </a:extLst>
                </p14:cNvPr>
                <p14:cNvContentPartPr/>
                <p14:nvPr/>
              </p14:nvContentPartPr>
              <p14:xfrm>
                <a:off x="5886676" y="561403"/>
                <a:ext cx="552600" cy="58680"/>
              </p14:xfrm>
            </p:contentPart>
          </mc:Choice>
          <mc:Fallback xmlns="">
            <p:pic>
              <p:nvPicPr>
                <p:cNvPr id="230" name="Ink 229">
                  <a:extLst>
                    <a:ext uri="{FF2B5EF4-FFF2-40B4-BE49-F238E27FC236}">
                      <a16:creationId xmlns:a16="http://schemas.microsoft.com/office/drawing/2014/main" id="{8D5B8123-5A0A-6989-EDF8-1BE60628879B}"/>
                    </a:ext>
                  </a:extLst>
                </p:cNvPr>
                <p:cNvPicPr/>
                <p:nvPr/>
              </p:nvPicPr>
              <p:blipFill>
                <a:blip r:embed="rId384"/>
                <a:stretch>
                  <a:fillRect/>
                </a:stretch>
              </p:blipFill>
              <p:spPr>
                <a:xfrm>
                  <a:off x="5880556" y="555283"/>
                  <a:ext cx="56484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31" name="Ink 230">
                  <a:extLst>
                    <a:ext uri="{FF2B5EF4-FFF2-40B4-BE49-F238E27FC236}">
                      <a16:creationId xmlns:a16="http://schemas.microsoft.com/office/drawing/2014/main" id="{63BC6B89-51DE-74A4-8B40-D0E97BC97591}"/>
                    </a:ext>
                  </a:extLst>
                </p14:cNvPr>
                <p14:cNvContentPartPr/>
                <p14:nvPr/>
              </p14:nvContentPartPr>
              <p14:xfrm>
                <a:off x="6036436" y="628723"/>
                <a:ext cx="384480" cy="52200"/>
              </p14:xfrm>
            </p:contentPart>
          </mc:Choice>
          <mc:Fallback xmlns="">
            <p:pic>
              <p:nvPicPr>
                <p:cNvPr id="231" name="Ink 230">
                  <a:extLst>
                    <a:ext uri="{FF2B5EF4-FFF2-40B4-BE49-F238E27FC236}">
                      <a16:creationId xmlns:a16="http://schemas.microsoft.com/office/drawing/2014/main" id="{63BC6B89-51DE-74A4-8B40-D0E97BC97591}"/>
                    </a:ext>
                  </a:extLst>
                </p:cNvPr>
                <p:cNvPicPr/>
                <p:nvPr/>
              </p:nvPicPr>
              <p:blipFill>
                <a:blip r:embed="rId386"/>
                <a:stretch>
                  <a:fillRect/>
                </a:stretch>
              </p:blipFill>
              <p:spPr>
                <a:xfrm>
                  <a:off x="6030316" y="622603"/>
                  <a:ext cx="3967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32" name="Ink 231">
                  <a:extLst>
                    <a:ext uri="{FF2B5EF4-FFF2-40B4-BE49-F238E27FC236}">
                      <a16:creationId xmlns:a16="http://schemas.microsoft.com/office/drawing/2014/main" id="{E8C015C6-A3E3-8F0C-1133-FCEF37B0D788}"/>
                    </a:ext>
                  </a:extLst>
                </p14:cNvPr>
                <p14:cNvContentPartPr/>
                <p14:nvPr/>
              </p14:nvContentPartPr>
              <p14:xfrm>
                <a:off x="7437196" y="297163"/>
                <a:ext cx="62280" cy="430200"/>
              </p14:xfrm>
            </p:contentPart>
          </mc:Choice>
          <mc:Fallback xmlns="">
            <p:pic>
              <p:nvPicPr>
                <p:cNvPr id="232" name="Ink 231">
                  <a:extLst>
                    <a:ext uri="{FF2B5EF4-FFF2-40B4-BE49-F238E27FC236}">
                      <a16:creationId xmlns:a16="http://schemas.microsoft.com/office/drawing/2014/main" id="{E8C015C6-A3E3-8F0C-1133-FCEF37B0D788}"/>
                    </a:ext>
                  </a:extLst>
                </p:cNvPr>
                <p:cNvPicPr/>
                <p:nvPr/>
              </p:nvPicPr>
              <p:blipFill>
                <a:blip r:embed="rId388"/>
                <a:stretch>
                  <a:fillRect/>
                </a:stretch>
              </p:blipFill>
              <p:spPr>
                <a:xfrm>
                  <a:off x="7431076" y="291043"/>
                  <a:ext cx="7452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33" name="Ink 232">
                  <a:extLst>
                    <a:ext uri="{FF2B5EF4-FFF2-40B4-BE49-F238E27FC236}">
                      <a16:creationId xmlns:a16="http://schemas.microsoft.com/office/drawing/2014/main" id="{C63C5482-B3D1-63A5-4159-0221C913BA46}"/>
                    </a:ext>
                  </a:extLst>
                </p14:cNvPr>
                <p14:cNvContentPartPr/>
                <p14:nvPr/>
              </p14:nvContentPartPr>
              <p14:xfrm>
                <a:off x="7441876" y="212563"/>
                <a:ext cx="812520" cy="431640"/>
              </p14:xfrm>
            </p:contentPart>
          </mc:Choice>
          <mc:Fallback xmlns="">
            <p:pic>
              <p:nvPicPr>
                <p:cNvPr id="233" name="Ink 232">
                  <a:extLst>
                    <a:ext uri="{FF2B5EF4-FFF2-40B4-BE49-F238E27FC236}">
                      <a16:creationId xmlns:a16="http://schemas.microsoft.com/office/drawing/2014/main" id="{C63C5482-B3D1-63A5-4159-0221C913BA46}"/>
                    </a:ext>
                  </a:extLst>
                </p:cNvPr>
                <p:cNvPicPr/>
                <p:nvPr/>
              </p:nvPicPr>
              <p:blipFill>
                <a:blip r:embed="rId390"/>
                <a:stretch>
                  <a:fillRect/>
                </a:stretch>
              </p:blipFill>
              <p:spPr>
                <a:xfrm>
                  <a:off x="7435756" y="206443"/>
                  <a:ext cx="824760" cy="44388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34" name="Ink 233">
                  <a:extLst>
                    <a:ext uri="{FF2B5EF4-FFF2-40B4-BE49-F238E27FC236}">
                      <a16:creationId xmlns:a16="http://schemas.microsoft.com/office/drawing/2014/main" id="{A9628288-887D-1183-6B0C-887996E59D91}"/>
                    </a:ext>
                  </a:extLst>
                </p14:cNvPr>
                <p14:cNvContentPartPr/>
                <p14:nvPr/>
              </p14:nvContentPartPr>
              <p14:xfrm>
                <a:off x="7412716" y="565003"/>
                <a:ext cx="851400" cy="259920"/>
              </p14:xfrm>
            </p:contentPart>
          </mc:Choice>
          <mc:Fallback xmlns="">
            <p:pic>
              <p:nvPicPr>
                <p:cNvPr id="234" name="Ink 233">
                  <a:extLst>
                    <a:ext uri="{FF2B5EF4-FFF2-40B4-BE49-F238E27FC236}">
                      <a16:creationId xmlns:a16="http://schemas.microsoft.com/office/drawing/2014/main" id="{A9628288-887D-1183-6B0C-887996E59D91}"/>
                    </a:ext>
                  </a:extLst>
                </p:cNvPr>
                <p:cNvPicPr/>
                <p:nvPr/>
              </p:nvPicPr>
              <p:blipFill>
                <a:blip r:embed="rId392"/>
                <a:stretch>
                  <a:fillRect/>
                </a:stretch>
              </p:blipFill>
              <p:spPr>
                <a:xfrm>
                  <a:off x="7406596" y="558883"/>
                  <a:ext cx="86364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35" name="Ink 234">
                  <a:extLst>
                    <a:ext uri="{FF2B5EF4-FFF2-40B4-BE49-F238E27FC236}">
                      <a16:creationId xmlns:a16="http://schemas.microsoft.com/office/drawing/2014/main" id="{09CA060D-1157-463C-DA3C-6C45C1619B19}"/>
                    </a:ext>
                  </a:extLst>
                </p14:cNvPr>
                <p14:cNvContentPartPr/>
                <p14:nvPr/>
              </p14:nvContentPartPr>
              <p14:xfrm>
                <a:off x="7684876" y="428563"/>
                <a:ext cx="172080" cy="88920"/>
              </p14:xfrm>
            </p:contentPart>
          </mc:Choice>
          <mc:Fallback xmlns="">
            <p:pic>
              <p:nvPicPr>
                <p:cNvPr id="235" name="Ink 234">
                  <a:extLst>
                    <a:ext uri="{FF2B5EF4-FFF2-40B4-BE49-F238E27FC236}">
                      <a16:creationId xmlns:a16="http://schemas.microsoft.com/office/drawing/2014/main" id="{09CA060D-1157-463C-DA3C-6C45C1619B19}"/>
                    </a:ext>
                  </a:extLst>
                </p:cNvPr>
                <p:cNvPicPr/>
                <p:nvPr/>
              </p:nvPicPr>
              <p:blipFill>
                <a:blip r:embed="rId394"/>
                <a:stretch>
                  <a:fillRect/>
                </a:stretch>
              </p:blipFill>
              <p:spPr>
                <a:xfrm>
                  <a:off x="7678756" y="422443"/>
                  <a:ext cx="1843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36" name="Ink 235">
                  <a:extLst>
                    <a:ext uri="{FF2B5EF4-FFF2-40B4-BE49-F238E27FC236}">
                      <a16:creationId xmlns:a16="http://schemas.microsoft.com/office/drawing/2014/main" id="{8D707466-E2D4-5210-B4ED-529EC48D00E6}"/>
                    </a:ext>
                  </a:extLst>
                </p14:cNvPr>
                <p14:cNvContentPartPr/>
                <p14:nvPr/>
              </p14:nvContentPartPr>
              <p14:xfrm>
                <a:off x="7693156" y="507043"/>
                <a:ext cx="71280" cy="92520"/>
              </p14:xfrm>
            </p:contentPart>
          </mc:Choice>
          <mc:Fallback xmlns="">
            <p:pic>
              <p:nvPicPr>
                <p:cNvPr id="236" name="Ink 235">
                  <a:extLst>
                    <a:ext uri="{FF2B5EF4-FFF2-40B4-BE49-F238E27FC236}">
                      <a16:creationId xmlns:a16="http://schemas.microsoft.com/office/drawing/2014/main" id="{8D707466-E2D4-5210-B4ED-529EC48D00E6}"/>
                    </a:ext>
                  </a:extLst>
                </p:cNvPr>
                <p:cNvPicPr/>
                <p:nvPr/>
              </p:nvPicPr>
              <p:blipFill>
                <a:blip r:embed="rId396"/>
                <a:stretch>
                  <a:fillRect/>
                </a:stretch>
              </p:blipFill>
              <p:spPr>
                <a:xfrm>
                  <a:off x="7687036" y="500923"/>
                  <a:ext cx="8352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37" name="Ink 236">
                  <a:extLst>
                    <a:ext uri="{FF2B5EF4-FFF2-40B4-BE49-F238E27FC236}">
                      <a16:creationId xmlns:a16="http://schemas.microsoft.com/office/drawing/2014/main" id="{848F975E-2206-52CA-94A9-6D2A58BF499A}"/>
                    </a:ext>
                  </a:extLst>
                </p14:cNvPr>
                <p14:cNvContentPartPr/>
                <p14:nvPr/>
              </p14:nvContentPartPr>
              <p14:xfrm>
                <a:off x="7770196" y="507763"/>
                <a:ext cx="150480" cy="76680"/>
              </p14:xfrm>
            </p:contentPart>
          </mc:Choice>
          <mc:Fallback xmlns="">
            <p:pic>
              <p:nvPicPr>
                <p:cNvPr id="237" name="Ink 236">
                  <a:extLst>
                    <a:ext uri="{FF2B5EF4-FFF2-40B4-BE49-F238E27FC236}">
                      <a16:creationId xmlns:a16="http://schemas.microsoft.com/office/drawing/2014/main" id="{848F975E-2206-52CA-94A9-6D2A58BF499A}"/>
                    </a:ext>
                  </a:extLst>
                </p:cNvPr>
                <p:cNvPicPr/>
                <p:nvPr/>
              </p:nvPicPr>
              <p:blipFill>
                <a:blip r:embed="rId398"/>
                <a:stretch>
                  <a:fillRect/>
                </a:stretch>
              </p:blipFill>
              <p:spPr>
                <a:xfrm>
                  <a:off x="7764076" y="501643"/>
                  <a:ext cx="16272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38" name="Ink 237">
                  <a:extLst>
                    <a:ext uri="{FF2B5EF4-FFF2-40B4-BE49-F238E27FC236}">
                      <a16:creationId xmlns:a16="http://schemas.microsoft.com/office/drawing/2014/main" id="{C7F50BED-F0A5-DDB9-BFCC-F2FCEA55DED1}"/>
                    </a:ext>
                  </a:extLst>
                </p14:cNvPr>
                <p14:cNvContentPartPr/>
                <p14:nvPr/>
              </p14:nvContentPartPr>
              <p14:xfrm>
                <a:off x="7594516" y="405163"/>
                <a:ext cx="92880" cy="214200"/>
              </p14:xfrm>
            </p:contentPart>
          </mc:Choice>
          <mc:Fallback xmlns="">
            <p:pic>
              <p:nvPicPr>
                <p:cNvPr id="238" name="Ink 237">
                  <a:extLst>
                    <a:ext uri="{FF2B5EF4-FFF2-40B4-BE49-F238E27FC236}">
                      <a16:creationId xmlns:a16="http://schemas.microsoft.com/office/drawing/2014/main" id="{C7F50BED-F0A5-DDB9-BFCC-F2FCEA55DED1}"/>
                    </a:ext>
                  </a:extLst>
                </p:cNvPr>
                <p:cNvPicPr/>
                <p:nvPr/>
              </p:nvPicPr>
              <p:blipFill>
                <a:blip r:embed="rId400"/>
                <a:stretch>
                  <a:fillRect/>
                </a:stretch>
              </p:blipFill>
              <p:spPr>
                <a:xfrm>
                  <a:off x="7588396" y="399043"/>
                  <a:ext cx="10512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39" name="Ink 238">
                  <a:extLst>
                    <a:ext uri="{FF2B5EF4-FFF2-40B4-BE49-F238E27FC236}">
                      <a16:creationId xmlns:a16="http://schemas.microsoft.com/office/drawing/2014/main" id="{20386FFF-75B1-B4F5-1144-93B3D40352E3}"/>
                    </a:ext>
                  </a:extLst>
                </p14:cNvPr>
                <p14:cNvContentPartPr/>
                <p14:nvPr/>
              </p14:nvContentPartPr>
              <p14:xfrm>
                <a:off x="7560676" y="384643"/>
                <a:ext cx="456840" cy="259560"/>
              </p14:xfrm>
            </p:contentPart>
          </mc:Choice>
          <mc:Fallback xmlns="">
            <p:pic>
              <p:nvPicPr>
                <p:cNvPr id="239" name="Ink 238">
                  <a:extLst>
                    <a:ext uri="{FF2B5EF4-FFF2-40B4-BE49-F238E27FC236}">
                      <a16:creationId xmlns:a16="http://schemas.microsoft.com/office/drawing/2014/main" id="{20386FFF-75B1-B4F5-1144-93B3D40352E3}"/>
                    </a:ext>
                  </a:extLst>
                </p:cNvPr>
                <p:cNvPicPr/>
                <p:nvPr/>
              </p:nvPicPr>
              <p:blipFill>
                <a:blip r:embed="rId402"/>
                <a:stretch>
                  <a:fillRect/>
                </a:stretch>
              </p:blipFill>
              <p:spPr>
                <a:xfrm>
                  <a:off x="7554556" y="378523"/>
                  <a:ext cx="46908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40" name="Ink 239">
                  <a:extLst>
                    <a:ext uri="{FF2B5EF4-FFF2-40B4-BE49-F238E27FC236}">
                      <a16:creationId xmlns:a16="http://schemas.microsoft.com/office/drawing/2014/main" id="{E83A2CF2-819B-8AD2-6A73-98E2CB6C8BB6}"/>
                    </a:ext>
                  </a:extLst>
                </p14:cNvPr>
                <p14:cNvContentPartPr/>
                <p14:nvPr/>
              </p14:nvContentPartPr>
              <p14:xfrm>
                <a:off x="8001676" y="309043"/>
                <a:ext cx="453240" cy="162000"/>
              </p14:xfrm>
            </p:contentPart>
          </mc:Choice>
          <mc:Fallback xmlns="">
            <p:pic>
              <p:nvPicPr>
                <p:cNvPr id="240" name="Ink 239">
                  <a:extLst>
                    <a:ext uri="{FF2B5EF4-FFF2-40B4-BE49-F238E27FC236}">
                      <a16:creationId xmlns:a16="http://schemas.microsoft.com/office/drawing/2014/main" id="{E83A2CF2-819B-8AD2-6A73-98E2CB6C8BB6}"/>
                    </a:ext>
                  </a:extLst>
                </p:cNvPr>
                <p:cNvPicPr/>
                <p:nvPr/>
              </p:nvPicPr>
              <p:blipFill>
                <a:blip r:embed="rId404"/>
                <a:stretch>
                  <a:fillRect/>
                </a:stretch>
              </p:blipFill>
              <p:spPr>
                <a:xfrm>
                  <a:off x="7995556" y="302923"/>
                  <a:ext cx="4654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41" name="Ink 240">
                  <a:extLst>
                    <a:ext uri="{FF2B5EF4-FFF2-40B4-BE49-F238E27FC236}">
                      <a16:creationId xmlns:a16="http://schemas.microsoft.com/office/drawing/2014/main" id="{ECF7D903-9D69-8944-743C-CF8A202CCA55}"/>
                    </a:ext>
                  </a:extLst>
                </p14:cNvPr>
                <p14:cNvContentPartPr/>
                <p14:nvPr/>
              </p14:nvContentPartPr>
              <p14:xfrm>
                <a:off x="8500636" y="187363"/>
                <a:ext cx="160560" cy="218160"/>
              </p14:xfrm>
            </p:contentPart>
          </mc:Choice>
          <mc:Fallback xmlns="">
            <p:pic>
              <p:nvPicPr>
                <p:cNvPr id="241" name="Ink 240">
                  <a:extLst>
                    <a:ext uri="{FF2B5EF4-FFF2-40B4-BE49-F238E27FC236}">
                      <a16:creationId xmlns:a16="http://schemas.microsoft.com/office/drawing/2014/main" id="{ECF7D903-9D69-8944-743C-CF8A202CCA55}"/>
                    </a:ext>
                  </a:extLst>
                </p:cNvPr>
                <p:cNvPicPr/>
                <p:nvPr/>
              </p:nvPicPr>
              <p:blipFill>
                <a:blip r:embed="rId406"/>
                <a:stretch>
                  <a:fillRect/>
                </a:stretch>
              </p:blipFill>
              <p:spPr>
                <a:xfrm>
                  <a:off x="8494516" y="181243"/>
                  <a:ext cx="1728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42" name="Ink 241">
                  <a:extLst>
                    <a:ext uri="{FF2B5EF4-FFF2-40B4-BE49-F238E27FC236}">
                      <a16:creationId xmlns:a16="http://schemas.microsoft.com/office/drawing/2014/main" id="{E3366D30-B1E2-159E-1C9C-089DB83432D4}"/>
                    </a:ext>
                  </a:extLst>
                </p14:cNvPr>
                <p14:cNvContentPartPr/>
                <p14:nvPr/>
              </p14:nvContentPartPr>
              <p14:xfrm>
                <a:off x="8611876" y="218323"/>
                <a:ext cx="249840" cy="183240"/>
              </p14:xfrm>
            </p:contentPart>
          </mc:Choice>
          <mc:Fallback xmlns="">
            <p:pic>
              <p:nvPicPr>
                <p:cNvPr id="242" name="Ink 241">
                  <a:extLst>
                    <a:ext uri="{FF2B5EF4-FFF2-40B4-BE49-F238E27FC236}">
                      <a16:creationId xmlns:a16="http://schemas.microsoft.com/office/drawing/2014/main" id="{E3366D30-B1E2-159E-1C9C-089DB83432D4}"/>
                    </a:ext>
                  </a:extLst>
                </p:cNvPr>
                <p:cNvPicPr/>
                <p:nvPr/>
              </p:nvPicPr>
              <p:blipFill>
                <a:blip r:embed="rId408"/>
                <a:stretch>
                  <a:fillRect/>
                </a:stretch>
              </p:blipFill>
              <p:spPr>
                <a:xfrm>
                  <a:off x="8605756" y="212203"/>
                  <a:ext cx="2620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43" name="Ink 242">
                  <a:extLst>
                    <a:ext uri="{FF2B5EF4-FFF2-40B4-BE49-F238E27FC236}">
                      <a16:creationId xmlns:a16="http://schemas.microsoft.com/office/drawing/2014/main" id="{4CA2B7B6-73A5-F50D-BFAF-2AFB0CC2DD0F}"/>
                    </a:ext>
                  </a:extLst>
                </p14:cNvPr>
                <p14:cNvContentPartPr/>
                <p14:nvPr/>
              </p14:nvContentPartPr>
              <p14:xfrm>
                <a:off x="8470756" y="439723"/>
                <a:ext cx="310680" cy="58320"/>
              </p14:xfrm>
            </p:contentPart>
          </mc:Choice>
          <mc:Fallback xmlns="">
            <p:pic>
              <p:nvPicPr>
                <p:cNvPr id="243" name="Ink 242">
                  <a:extLst>
                    <a:ext uri="{FF2B5EF4-FFF2-40B4-BE49-F238E27FC236}">
                      <a16:creationId xmlns:a16="http://schemas.microsoft.com/office/drawing/2014/main" id="{4CA2B7B6-73A5-F50D-BFAF-2AFB0CC2DD0F}"/>
                    </a:ext>
                  </a:extLst>
                </p:cNvPr>
                <p:cNvPicPr/>
                <p:nvPr/>
              </p:nvPicPr>
              <p:blipFill>
                <a:blip r:embed="rId410"/>
                <a:stretch>
                  <a:fillRect/>
                </a:stretch>
              </p:blipFill>
              <p:spPr>
                <a:xfrm>
                  <a:off x="8464636" y="433603"/>
                  <a:ext cx="3229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44" name="Ink 243">
                  <a:extLst>
                    <a:ext uri="{FF2B5EF4-FFF2-40B4-BE49-F238E27FC236}">
                      <a16:creationId xmlns:a16="http://schemas.microsoft.com/office/drawing/2014/main" id="{C542CB50-E407-8251-FB46-EE372B793022}"/>
                    </a:ext>
                  </a:extLst>
                </p14:cNvPr>
                <p14:cNvContentPartPr/>
                <p14:nvPr/>
              </p14:nvContentPartPr>
              <p14:xfrm>
                <a:off x="8443396" y="534043"/>
                <a:ext cx="288720" cy="60480"/>
              </p14:xfrm>
            </p:contentPart>
          </mc:Choice>
          <mc:Fallback xmlns="">
            <p:pic>
              <p:nvPicPr>
                <p:cNvPr id="244" name="Ink 243">
                  <a:extLst>
                    <a:ext uri="{FF2B5EF4-FFF2-40B4-BE49-F238E27FC236}">
                      <a16:creationId xmlns:a16="http://schemas.microsoft.com/office/drawing/2014/main" id="{C542CB50-E407-8251-FB46-EE372B793022}"/>
                    </a:ext>
                  </a:extLst>
                </p:cNvPr>
                <p:cNvPicPr/>
                <p:nvPr/>
              </p:nvPicPr>
              <p:blipFill>
                <a:blip r:embed="rId412"/>
                <a:stretch>
                  <a:fillRect/>
                </a:stretch>
              </p:blipFill>
              <p:spPr>
                <a:xfrm>
                  <a:off x="8437276" y="527923"/>
                  <a:ext cx="300960" cy="72720"/>
                </a:xfrm>
                <a:prstGeom prst="rect">
                  <a:avLst/>
                </a:prstGeom>
              </p:spPr>
            </p:pic>
          </mc:Fallback>
        </mc:AlternateContent>
      </p:grpSp>
      <p:grpSp>
        <p:nvGrpSpPr>
          <p:cNvPr id="351" name="Group 350">
            <a:extLst>
              <a:ext uri="{FF2B5EF4-FFF2-40B4-BE49-F238E27FC236}">
                <a16:creationId xmlns:a16="http://schemas.microsoft.com/office/drawing/2014/main" id="{902B6F80-D5FD-FEF1-E937-6695B24FAA29}"/>
              </a:ext>
            </a:extLst>
          </p:cNvPr>
          <p:cNvGrpSpPr/>
          <p:nvPr/>
        </p:nvGrpSpPr>
        <p:grpSpPr>
          <a:xfrm>
            <a:off x="325756" y="4170043"/>
            <a:ext cx="9853200" cy="1639800"/>
            <a:chOff x="325756" y="4170043"/>
            <a:chExt cx="9853200" cy="1639800"/>
          </a:xfrm>
        </p:grpSpPr>
        <mc:AlternateContent xmlns:mc="http://schemas.openxmlformats.org/markup-compatibility/2006" xmlns:p14="http://schemas.microsoft.com/office/powerpoint/2010/main">
          <mc:Choice Requires="p14">
            <p:contentPart p14:bwMode="auto" r:id="rId413">
              <p14:nvContentPartPr>
                <p14:cNvPr id="141" name="Ink 140">
                  <a:extLst>
                    <a:ext uri="{FF2B5EF4-FFF2-40B4-BE49-F238E27FC236}">
                      <a16:creationId xmlns:a16="http://schemas.microsoft.com/office/drawing/2014/main" id="{42EEC82A-F95C-5DA2-7329-D1F893769353}"/>
                    </a:ext>
                  </a:extLst>
                </p14:cNvPr>
                <p14:cNvContentPartPr/>
                <p14:nvPr/>
              </p14:nvContentPartPr>
              <p14:xfrm>
                <a:off x="1849636" y="4170043"/>
                <a:ext cx="481680" cy="232920"/>
              </p14:xfrm>
            </p:contentPart>
          </mc:Choice>
          <mc:Fallback xmlns="">
            <p:pic>
              <p:nvPicPr>
                <p:cNvPr id="141" name="Ink 140">
                  <a:extLst>
                    <a:ext uri="{FF2B5EF4-FFF2-40B4-BE49-F238E27FC236}">
                      <a16:creationId xmlns:a16="http://schemas.microsoft.com/office/drawing/2014/main" id="{42EEC82A-F95C-5DA2-7329-D1F893769353}"/>
                    </a:ext>
                  </a:extLst>
                </p:cNvPr>
                <p:cNvPicPr/>
                <p:nvPr/>
              </p:nvPicPr>
              <p:blipFill>
                <a:blip r:embed="rId414"/>
                <a:stretch>
                  <a:fillRect/>
                </a:stretch>
              </p:blipFill>
              <p:spPr>
                <a:xfrm>
                  <a:off x="1843516" y="4163923"/>
                  <a:ext cx="49392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142" name="Ink 141">
                  <a:extLst>
                    <a:ext uri="{FF2B5EF4-FFF2-40B4-BE49-F238E27FC236}">
                      <a16:creationId xmlns:a16="http://schemas.microsoft.com/office/drawing/2014/main" id="{9D32CEFD-6BCE-8B67-A542-9C49A490D63C}"/>
                    </a:ext>
                  </a:extLst>
                </p14:cNvPr>
                <p14:cNvContentPartPr/>
                <p14:nvPr/>
              </p14:nvContentPartPr>
              <p14:xfrm>
                <a:off x="2272636" y="4257883"/>
                <a:ext cx="205920" cy="94680"/>
              </p14:xfrm>
            </p:contentPart>
          </mc:Choice>
          <mc:Fallback xmlns="">
            <p:pic>
              <p:nvPicPr>
                <p:cNvPr id="142" name="Ink 141">
                  <a:extLst>
                    <a:ext uri="{FF2B5EF4-FFF2-40B4-BE49-F238E27FC236}">
                      <a16:creationId xmlns:a16="http://schemas.microsoft.com/office/drawing/2014/main" id="{9D32CEFD-6BCE-8B67-A542-9C49A490D63C}"/>
                    </a:ext>
                  </a:extLst>
                </p:cNvPr>
                <p:cNvPicPr/>
                <p:nvPr/>
              </p:nvPicPr>
              <p:blipFill>
                <a:blip r:embed="rId416"/>
                <a:stretch>
                  <a:fillRect/>
                </a:stretch>
              </p:blipFill>
              <p:spPr>
                <a:xfrm>
                  <a:off x="2266516" y="4251763"/>
                  <a:ext cx="2181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143" name="Ink 142">
                  <a:extLst>
                    <a:ext uri="{FF2B5EF4-FFF2-40B4-BE49-F238E27FC236}">
                      <a16:creationId xmlns:a16="http://schemas.microsoft.com/office/drawing/2014/main" id="{A4AFBDF5-96E2-DEE7-DEC6-4D486C31695C}"/>
                    </a:ext>
                  </a:extLst>
                </p14:cNvPr>
                <p14:cNvContentPartPr/>
                <p14:nvPr/>
              </p14:nvContentPartPr>
              <p14:xfrm>
                <a:off x="2495116" y="4216483"/>
                <a:ext cx="257760" cy="186840"/>
              </p14:xfrm>
            </p:contentPart>
          </mc:Choice>
          <mc:Fallback xmlns="">
            <p:pic>
              <p:nvPicPr>
                <p:cNvPr id="143" name="Ink 142">
                  <a:extLst>
                    <a:ext uri="{FF2B5EF4-FFF2-40B4-BE49-F238E27FC236}">
                      <a16:creationId xmlns:a16="http://schemas.microsoft.com/office/drawing/2014/main" id="{A4AFBDF5-96E2-DEE7-DEC6-4D486C31695C}"/>
                    </a:ext>
                  </a:extLst>
                </p:cNvPr>
                <p:cNvPicPr/>
                <p:nvPr/>
              </p:nvPicPr>
              <p:blipFill>
                <a:blip r:embed="rId418"/>
                <a:stretch>
                  <a:fillRect/>
                </a:stretch>
              </p:blipFill>
              <p:spPr>
                <a:xfrm>
                  <a:off x="2488996" y="4210363"/>
                  <a:ext cx="27000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144" name="Ink 143">
                  <a:extLst>
                    <a:ext uri="{FF2B5EF4-FFF2-40B4-BE49-F238E27FC236}">
                      <a16:creationId xmlns:a16="http://schemas.microsoft.com/office/drawing/2014/main" id="{70652936-16D7-33C8-72FC-8B3AA1BAD056}"/>
                    </a:ext>
                  </a:extLst>
                </p14:cNvPr>
                <p14:cNvContentPartPr/>
                <p14:nvPr/>
              </p14:nvContentPartPr>
              <p14:xfrm>
                <a:off x="2677636" y="4302163"/>
                <a:ext cx="173880" cy="15840"/>
              </p14:xfrm>
            </p:contentPart>
          </mc:Choice>
          <mc:Fallback xmlns="">
            <p:pic>
              <p:nvPicPr>
                <p:cNvPr id="144" name="Ink 143">
                  <a:extLst>
                    <a:ext uri="{FF2B5EF4-FFF2-40B4-BE49-F238E27FC236}">
                      <a16:creationId xmlns:a16="http://schemas.microsoft.com/office/drawing/2014/main" id="{70652936-16D7-33C8-72FC-8B3AA1BAD056}"/>
                    </a:ext>
                  </a:extLst>
                </p:cNvPr>
                <p:cNvPicPr/>
                <p:nvPr/>
              </p:nvPicPr>
              <p:blipFill>
                <a:blip r:embed="rId420"/>
                <a:stretch>
                  <a:fillRect/>
                </a:stretch>
              </p:blipFill>
              <p:spPr>
                <a:xfrm>
                  <a:off x="2671516" y="4296043"/>
                  <a:ext cx="1861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145" name="Ink 144">
                  <a:extLst>
                    <a:ext uri="{FF2B5EF4-FFF2-40B4-BE49-F238E27FC236}">
                      <a16:creationId xmlns:a16="http://schemas.microsoft.com/office/drawing/2014/main" id="{29410A89-C828-362E-ED8A-C310465E2CD0}"/>
                    </a:ext>
                  </a:extLst>
                </p14:cNvPr>
                <p14:cNvContentPartPr/>
                <p14:nvPr/>
              </p14:nvContentPartPr>
              <p14:xfrm>
                <a:off x="1960516" y="4493323"/>
                <a:ext cx="529200" cy="90720"/>
              </p14:xfrm>
            </p:contentPart>
          </mc:Choice>
          <mc:Fallback xmlns="">
            <p:pic>
              <p:nvPicPr>
                <p:cNvPr id="145" name="Ink 144">
                  <a:extLst>
                    <a:ext uri="{FF2B5EF4-FFF2-40B4-BE49-F238E27FC236}">
                      <a16:creationId xmlns:a16="http://schemas.microsoft.com/office/drawing/2014/main" id="{29410A89-C828-362E-ED8A-C310465E2CD0}"/>
                    </a:ext>
                  </a:extLst>
                </p:cNvPr>
                <p:cNvPicPr/>
                <p:nvPr/>
              </p:nvPicPr>
              <p:blipFill>
                <a:blip r:embed="rId422"/>
                <a:stretch>
                  <a:fillRect/>
                </a:stretch>
              </p:blipFill>
              <p:spPr>
                <a:xfrm>
                  <a:off x="1954396" y="4487203"/>
                  <a:ext cx="5414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146" name="Ink 145">
                  <a:extLst>
                    <a:ext uri="{FF2B5EF4-FFF2-40B4-BE49-F238E27FC236}">
                      <a16:creationId xmlns:a16="http://schemas.microsoft.com/office/drawing/2014/main" id="{64996E7A-976B-BCF8-0C47-CCBA41BB0F25}"/>
                    </a:ext>
                  </a:extLst>
                </p14:cNvPr>
                <p14:cNvContentPartPr/>
                <p14:nvPr/>
              </p14:nvContentPartPr>
              <p14:xfrm>
                <a:off x="2083636" y="4525723"/>
                <a:ext cx="496440" cy="110160"/>
              </p14:xfrm>
            </p:contentPart>
          </mc:Choice>
          <mc:Fallback xmlns="">
            <p:pic>
              <p:nvPicPr>
                <p:cNvPr id="146" name="Ink 145">
                  <a:extLst>
                    <a:ext uri="{FF2B5EF4-FFF2-40B4-BE49-F238E27FC236}">
                      <a16:creationId xmlns:a16="http://schemas.microsoft.com/office/drawing/2014/main" id="{64996E7A-976B-BCF8-0C47-CCBA41BB0F25}"/>
                    </a:ext>
                  </a:extLst>
                </p:cNvPr>
                <p:cNvPicPr/>
                <p:nvPr/>
              </p:nvPicPr>
              <p:blipFill>
                <a:blip r:embed="rId424"/>
                <a:stretch>
                  <a:fillRect/>
                </a:stretch>
              </p:blipFill>
              <p:spPr>
                <a:xfrm>
                  <a:off x="2077516" y="4519603"/>
                  <a:ext cx="50868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246" name="Ink 245">
                  <a:extLst>
                    <a:ext uri="{FF2B5EF4-FFF2-40B4-BE49-F238E27FC236}">
                      <a16:creationId xmlns:a16="http://schemas.microsoft.com/office/drawing/2014/main" id="{131BB1DE-AF1F-7D9D-1BB7-1354625F319D}"/>
                    </a:ext>
                  </a:extLst>
                </p14:cNvPr>
                <p14:cNvContentPartPr/>
                <p14:nvPr/>
              </p14:nvContentPartPr>
              <p14:xfrm>
                <a:off x="480556" y="4512043"/>
                <a:ext cx="111600" cy="255240"/>
              </p14:xfrm>
            </p:contentPart>
          </mc:Choice>
          <mc:Fallback xmlns="">
            <p:pic>
              <p:nvPicPr>
                <p:cNvPr id="246" name="Ink 245">
                  <a:extLst>
                    <a:ext uri="{FF2B5EF4-FFF2-40B4-BE49-F238E27FC236}">
                      <a16:creationId xmlns:a16="http://schemas.microsoft.com/office/drawing/2014/main" id="{131BB1DE-AF1F-7D9D-1BB7-1354625F319D}"/>
                    </a:ext>
                  </a:extLst>
                </p:cNvPr>
                <p:cNvPicPr/>
                <p:nvPr/>
              </p:nvPicPr>
              <p:blipFill>
                <a:blip r:embed="rId426"/>
                <a:stretch>
                  <a:fillRect/>
                </a:stretch>
              </p:blipFill>
              <p:spPr>
                <a:xfrm>
                  <a:off x="474436" y="4505923"/>
                  <a:ext cx="12384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47" name="Ink 246">
                  <a:extLst>
                    <a:ext uri="{FF2B5EF4-FFF2-40B4-BE49-F238E27FC236}">
                      <a16:creationId xmlns:a16="http://schemas.microsoft.com/office/drawing/2014/main" id="{1034A3F8-997A-F3DF-218C-A77B905E3783}"/>
                    </a:ext>
                  </a:extLst>
                </p14:cNvPr>
                <p14:cNvContentPartPr/>
                <p14:nvPr/>
              </p14:nvContentPartPr>
              <p14:xfrm>
                <a:off x="502516" y="4579363"/>
                <a:ext cx="138960" cy="207360"/>
              </p14:xfrm>
            </p:contentPart>
          </mc:Choice>
          <mc:Fallback xmlns="">
            <p:pic>
              <p:nvPicPr>
                <p:cNvPr id="247" name="Ink 246">
                  <a:extLst>
                    <a:ext uri="{FF2B5EF4-FFF2-40B4-BE49-F238E27FC236}">
                      <a16:creationId xmlns:a16="http://schemas.microsoft.com/office/drawing/2014/main" id="{1034A3F8-997A-F3DF-218C-A77B905E3783}"/>
                    </a:ext>
                  </a:extLst>
                </p:cNvPr>
                <p:cNvPicPr/>
                <p:nvPr/>
              </p:nvPicPr>
              <p:blipFill>
                <a:blip r:embed="rId428"/>
                <a:stretch>
                  <a:fillRect/>
                </a:stretch>
              </p:blipFill>
              <p:spPr>
                <a:xfrm>
                  <a:off x="496396" y="4573243"/>
                  <a:ext cx="15120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48" name="Ink 247">
                  <a:extLst>
                    <a:ext uri="{FF2B5EF4-FFF2-40B4-BE49-F238E27FC236}">
                      <a16:creationId xmlns:a16="http://schemas.microsoft.com/office/drawing/2014/main" id="{08A6931D-4B10-4567-53D9-38168EB39BA1}"/>
                    </a:ext>
                  </a:extLst>
                </p14:cNvPr>
                <p14:cNvContentPartPr/>
                <p14:nvPr/>
              </p14:nvContentPartPr>
              <p14:xfrm>
                <a:off x="647596" y="4683403"/>
                <a:ext cx="102240" cy="100800"/>
              </p14:xfrm>
            </p:contentPart>
          </mc:Choice>
          <mc:Fallback xmlns="">
            <p:pic>
              <p:nvPicPr>
                <p:cNvPr id="248" name="Ink 247">
                  <a:extLst>
                    <a:ext uri="{FF2B5EF4-FFF2-40B4-BE49-F238E27FC236}">
                      <a16:creationId xmlns:a16="http://schemas.microsoft.com/office/drawing/2014/main" id="{08A6931D-4B10-4567-53D9-38168EB39BA1}"/>
                    </a:ext>
                  </a:extLst>
                </p:cNvPr>
                <p:cNvPicPr/>
                <p:nvPr/>
              </p:nvPicPr>
              <p:blipFill>
                <a:blip r:embed="rId430"/>
                <a:stretch>
                  <a:fillRect/>
                </a:stretch>
              </p:blipFill>
              <p:spPr>
                <a:xfrm>
                  <a:off x="641476" y="4677283"/>
                  <a:ext cx="1144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250" name="Ink 249">
                  <a:extLst>
                    <a:ext uri="{FF2B5EF4-FFF2-40B4-BE49-F238E27FC236}">
                      <a16:creationId xmlns:a16="http://schemas.microsoft.com/office/drawing/2014/main" id="{6C6D756E-18CE-26AC-26D6-56611EF22A5F}"/>
                    </a:ext>
                  </a:extLst>
                </p14:cNvPr>
                <p14:cNvContentPartPr/>
                <p14:nvPr/>
              </p14:nvContentPartPr>
              <p14:xfrm>
                <a:off x="637516" y="4537243"/>
                <a:ext cx="44280" cy="129600"/>
              </p14:xfrm>
            </p:contentPart>
          </mc:Choice>
          <mc:Fallback xmlns="">
            <p:pic>
              <p:nvPicPr>
                <p:cNvPr id="250" name="Ink 249">
                  <a:extLst>
                    <a:ext uri="{FF2B5EF4-FFF2-40B4-BE49-F238E27FC236}">
                      <a16:creationId xmlns:a16="http://schemas.microsoft.com/office/drawing/2014/main" id="{6C6D756E-18CE-26AC-26D6-56611EF22A5F}"/>
                    </a:ext>
                  </a:extLst>
                </p:cNvPr>
                <p:cNvPicPr/>
                <p:nvPr/>
              </p:nvPicPr>
              <p:blipFill>
                <a:blip r:embed="rId432"/>
                <a:stretch>
                  <a:fillRect/>
                </a:stretch>
              </p:blipFill>
              <p:spPr>
                <a:xfrm>
                  <a:off x="631396" y="4531123"/>
                  <a:ext cx="5652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251" name="Ink 250">
                  <a:extLst>
                    <a:ext uri="{FF2B5EF4-FFF2-40B4-BE49-F238E27FC236}">
                      <a16:creationId xmlns:a16="http://schemas.microsoft.com/office/drawing/2014/main" id="{24DCD5CC-6AEB-BB9E-4E1A-C87F541AA4E6}"/>
                    </a:ext>
                  </a:extLst>
                </p14:cNvPr>
                <p14:cNvContentPartPr/>
                <p14:nvPr/>
              </p14:nvContentPartPr>
              <p14:xfrm>
                <a:off x="431596" y="4598803"/>
                <a:ext cx="271080" cy="135360"/>
              </p14:xfrm>
            </p:contentPart>
          </mc:Choice>
          <mc:Fallback xmlns="">
            <p:pic>
              <p:nvPicPr>
                <p:cNvPr id="251" name="Ink 250">
                  <a:extLst>
                    <a:ext uri="{FF2B5EF4-FFF2-40B4-BE49-F238E27FC236}">
                      <a16:creationId xmlns:a16="http://schemas.microsoft.com/office/drawing/2014/main" id="{24DCD5CC-6AEB-BB9E-4E1A-C87F541AA4E6}"/>
                    </a:ext>
                  </a:extLst>
                </p:cNvPr>
                <p:cNvPicPr/>
                <p:nvPr/>
              </p:nvPicPr>
              <p:blipFill>
                <a:blip r:embed="rId434"/>
                <a:stretch>
                  <a:fillRect/>
                </a:stretch>
              </p:blipFill>
              <p:spPr>
                <a:xfrm>
                  <a:off x="425476" y="4592683"/>
                  <a:ext cx="28332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252" name="Ink 251">
                  <a:extLst>
                    <a:ext uri="{FF2B5EF4-FFF2-40B4-BE49-F238E27FC236}">
                      <a16:creationId xmlns:a16="http://schemas.microsoft.com/office/drawing/2014/main" id="{9CCC975E-4BA1-3E5B-0B7E-F6837B3FED51}"/>
                    </a:ext>
                  </a:extLst>
                </p14:cNvPr>
                <p14:cNvContentPartPr/>
                <p14:nvPr/>
              </p14:nvContentPartPr>
              <p14:xfrm>
                <a:off x="325756" y="4889683"/>
                <a:ext cx="177480" cy="207360"/>
              </p14:xfrm>
            </p:contentPart>
          </mc:Choice>
          <mc:Fallback xmlns="">
            <p:pic>
              <p:nvPicPr>
                <p:cNvPr id="252" name="Ink 251">
                  <a:extLst>
                    <a:ext uri="{FF2B5EF4-FFF2-40B4-BE49-F238E27FC236}">
                      <a16:creationId xmlns:a16="http://schemas.microsoft.com/office/drawing/2014/main" id="{9CCC975E-4BA1-3E5B-0B7E-F6837B3FED51}"/>
                    </a:ext>
                  </a:extLst>
                </p:cNvPr>
                <p:cNvPicPr/>
                <p:nvPr/>
              </p:nvPicPr>
              <p:blipFill>
                <a:blip r:embed="rId436"/>
                <a:stretch>
                  <a:fillRect/>
                </a:stretch>
              </p:blipFill>
              <p:spPr>
                <a:xfrm>
                  <a:off x="319636" y="4883563"/>
                  <a:ext cx="18972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253" name="Ink 252">
                  <a:extLst>
                    <a:ext uri="{FF2B5EF4-FFF2-40B4-BE49-F238E27FC236}">
                      <a16:creationId xmlns:a16="http://schemas.microsoft.com/office/drawing/2014/main" id="{A5B0B71E-F2D0-1CBF-393D-CEE8352C3FEE}"/>
                    </a:ext>
                  </a:extLst>
                </p14:cNvPr>
                <p14:cNvContentPartPr/>
                <p14:nvPr/>
              </p14:nvContentPartPr>
              <p14:xfrm>
                <a:off x="510796" y="5014963"/>
                <a:ext cx="84240" cy="94680"/>
              </p14:xfrm>
            </p:contentPart>
          </mc:Choice>
          <mc:Fallback xmlns="">
            <p:pic>
              <p:nvPicPr>
                <p:cNvPr id="253" name="Ink 252">
                  <a:extLst>
                    <a:ext uri="{FF2B5EF4-FFF2-40B4-BE49-F238E27FC236}">
                      <a16:creationId xmlns:a16="http://schemas.microsoft.com/office/drawing/2014/main" id="{A5B0B71E-F2D0-1CBF-393D-CEE8352C3FEE}"/>
                    </a:ext>
                  </a:extLst>
                </p:cNvPr>
                <p:cNvPicPr/>
                <p:nvPr/>
              </p:nvPicPr>
              <p:blipFill>
                <a:blip r:embed="rId438"/>
                <a:stretch>
                  <a:fillRect/>
                </a:stretch>
              </p:blipFill>
              <p:spPr>
                <a:xfrm>
                  <a:off x="504676" y="5008843"/>
                  <a:ext cx="964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254" name="Ink 253">
                  <a:extLst>
                    <a:ext uri="{FF2B5EF4-FFF2-40B4-BE49-F238E27FC236}">
                      <a16:creationId xmlns:a16="http://schemas.microsoft.com/office/drawing/2014/main" id="{B10F028A-E795-DEBD-7861-B499ACC0137B}"/>
                    </a:ext>
                  </a:extLst>
                </p14:cNvPr>
                <p14:cNvContentPartPr/>
                <p14:nvPr/>
              </p14:nvContentPartPr>
              <p14:xfrm>
                <a:off x="619876" y="4999483"/>
                <a:ext cx="204480" cy="111240"/>
              </p14:xfrm>
            </p:contentPart>
          </mc:Choice>
          <mc:Fallback xmlns="">
            <p:pic>
              <p:nvPicPr>
                <p:cNvPr id="254" name="Ink 253">
                  <a:extLst>
                    <a:ext uri="{FF2B5EF4-FFF2-40B4-BE49-F238E27FC236}">
                      <a16:creationId xmlns:a16="http://schemas.microsoft.com/office/drawing/2014/main" id="{B10F028A-E795-DEBD-7861-B499ACC0137B}"/>
                    </a:ext>
                  </a:extLst>
                </p:cNvPr>
                <p:cNvPicPr/>
                <p:nvPr/>
              </p:nvPicPr>
              <p:blipFill>
                <a:blip r:embed="rId440"/>
                <a:stretch>
                  <a:fillRect/>
                </a:stretch>
              </p:blipFill>
              <p:spPr>
                <a:xfrm>
                  <a:off x="613756" y="4993363"/>
                  <a:ext cx="21672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255" name="Ink 254">
                  <a:extLst>
                    <a:ext uri="{FF2B5EF4-FFF2-40B4-BE49-F238E27FC236}">
                      <a16:creationId xmlns:a16="http://schemas.microsoft.com/office/drawing/2014/main" id="{9D0960D7-6CD7-46D3-E693-C998AE3759E6}"/>
                    </a:ext>
                  </a:extLst>
                </p14:cNvPr>
                <p14:cNvContentPartPr/>
                <p14:nvPr/>
              </p14:nvContentPartPr>
              <p14:xfrm>
                <a:off x="1060876" y="4833883"/>
                <a:ext cx="109080" cy="281520"/>
              </p14:xfrm>
            </p:contentPart>
          </mc:Choice>
          <mc:Fallback xmlns="">
            <p:pic>
              <p:nvPicPr>
                <p:cNvPr id="255" name="Ink 254">
                  <a:extLst>
                    <a:ext uri="{FF2B5EF4-FFF2-40B4-BE49-F238E27FC236}">
                      <a16:creationId xmlns:a16="http://schemas.microsoft.com/office/drawing/2014/main" id="{9D0960D7-6CD7-46D3-E693-C998AE3759E6}"/>
                    </a:ext>
                  </a:extLst>
                </p:cNvPr>
                <p:cNvPicPr/>
                <p:nvPr/>
              </p:nvPicPr>
              <p:blipFill>
                <a:blip r:embed="rId442"/>
                <a:stretch>
                  <a:fillRect/>
                </a:stretch>
              </p:blipFill>
              <p:spPr>
                <a:xfrm>
                  <a:off x="1054756" y="4827763"/>
                  <a:ext cx="12132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256" name="Ink 255">
                  <a:extLst>
                    <a:ext uri="{FF2B5EF4-FFF2-40B4-BE49-F238E27FC236}">
                      <a16:creationId xmlns:a16="http://schemas.microsoft.com/office/drawing/2014/main" id="{669C1870-9CFE-308F-022B-D1110FA4595C}"/>
                    </a:ext>
                  </a:extLst>
                </p14:cNvPr>
                <p14:cNvContentPartPr/>
                <p14:nvPr/>
              </p14:nvContentPartPr>
              <p14:xfrm>
                <a:off x="983476" y="4984003"/>
                <a:ext cx="518040" cy="101880"/>
              </p14:xfrm>
            </p:contentPart>
          </mc:Choice>
          <mc:Fallback xmlns="">
            <p:pic>
              <p:nvPicPr>
                <p:cNvPr id="256" name="Ink 255">
                  <a:extLst>
                    <a:ext uri="{FF2B5EF4-FFF2-40B4-BE49-F238E27FC236}">
                      <a16:creationId xmlns:a16="http://schemas.microsoft.com/office/drawing/2014/main" id="{669C1870-9CFE-308F-022B-D1110FA4595C}"/>
                    </a:ext>
                  </a:extLst>
                </p:cNvPr>
                <p:cNvPicPr/>
                <p:nvPr/>
              </p:nvPicPr>
              <p:blipFill>
                <a:blip r:embed="rId444"/>
                <a:stretch>
                  <a:fillRect/>
                </a:stretch>
              </p:blipFill>
              <p:spPr>
                <a:xfrm>
                  <a:off x="977356" y="4977883"/>
                  <a:ext cx="53028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257" name="Ink 256">
                  <a:extLst>
                    <a:ext uri="{FF2B5EF4-FFF2-40B4-BE49-F238E27FC236}">
                      <a16:creationId xmlns:a16="http://schemas.microsoft.com/office/drawing/2014/main" id="{5FF2E9CC-334C-C1AF-8211-EE26AE0AC9EF}"/>
                    </a:ext>
                  </a:extLst>
                </p14:cNvPr>
                <p14:cNvContentPartPr/>
                <p14:nvPr/>
              </p14:nvContentPartPr>
              <p14:xfrm>
                <a:off x="1408636" y="4868443"/>
                <a:ext cx="49680" cy="34920"/>
              </p14:xfrm>
            </p:contentPart>
          </mc:Choice>
          <mc:Fallback xmlns="">
            <p:pic>
              <p:nvPicPr>
                <p:cNvPr id="257" name="Ink 256">
                  <a:extLst>
                    <a:ext uri="{FF2B5EF4-FFF2-40B4-BE49-F238E27FC236}">
                      <a16:creationId xmlns:a16="http://schemas.microsoft.com/office/drawing/2014/main" id="{5FF2E9CC-334C-C1AF-8211-EE26AE0AC9EF}"/>
                    </a:ext>
                  </a:extLst>
                </p:cNvPr>
                <p:cNvPicPr/>
                <p:nvPr/>
              </p:nvPicPr>
              <p:blipFill>
                <a:blip r:embed="rId446"/>
                <a:stretch>
                  <a:fillRect/>
                </a:stretch>
              </p:blipFill>
              <p:spPr>
                <a:xfrm>
                  <a:off x="1402516" y="4862323"/>
                  <a:ext cx="6192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258" name="Ink 257">
                  <a:extLst>
                    <a:ext uri="{FF2B5EF4-FFF2-40B4-BE49-F238E27FC236}">
                      <a16:creationId xmlns:a16="http://schemas.microsoft.com/office/drawing/2014/main" id="{517DCD2A-D6F3-9612-A3F3-8CFA8B06CD85}"/>
                    </a:ext>
                  </a:extLst>
                </p14:cNvPr>
                <p14:cNvContentPartPr/>
                <p14:nvPr/>
              </p14:nvContentPartPr>
              <p14:xfrm>
                <a:off x="1688356" y="4847923"/>
                <a:ext cx="426240" cy="249480"/>
              </p14:xfrm>
            </p:contentPart>
          </mc:Choice>
          <mc:Fallback xmlns="">
            <p:pic>
              <p:nvPicPr>
                <p:cNvPr id="258" name="Ink 257">
                  <a:extLst>
                    <a:ext uri="{FF2B5EF4-FFF2-40B4-BE49-F238E27FC236}">
                      <a16:creationId xmlns:a16="http://schemas.microsoft.com/office/drawing/2014/main" id="{517DCD2A-D6F3-9612-A3F3-8CFA8B06CD85}"/>
                    </a:ext>
                  </a:extLst>
                </p:cNvPr>
                <p:cNvPicPr/>
                <p:nvPr/>
              </p:nvPicPr>
              <p:blipFill>
                <a:blip r:embed="rId448"/>
                <a:stretch>
                  <a:fillRect/>
                </a:stretch>
              </p:blipFill>
              <p:spPr>
                <a:xfrm>
                  <a:off x="1682236" y="4841803"/>
                  <a:ext cx="43848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259" name="Ink 258">
                  <a:extLst>
                    <a:ext uri="{FF2B5EF4-FFF2-40B4-BE49-F238E27FC236}">
                      <a16:creationId xmlns:a16="http://schemas.microsoft.com/office/drawing/2014/main" id="{83AF5022-13E4-C2DF-3A1D-900100C49991}"/>
                    </a:ext>
                  </a:extLst>
                </p14:cNvPr>
                <p14:cNvContentPartPr/>
                <p14:nvPr/>
              </p14:nvContentPartPr>
              <p14:xfrm>
                <a:off x="2033956" y="4874203"/>
                <a:ext cx="6840" cy="19800"/>
              </p14:xfrm>
            </p:contentPart>
          </mc:Choice>
          <mc:Fallback xmlns="">
            <p:pic>
              <p:nvPicPr>
                <p:cNvPr id="259" name="Ink 258">
                  <a:extLst>
                    <a:ext uri="{FF2B5EF4-FFF2-40B4-BE49-F238E27FC236}">
                      <a16:creationId xmlns:a16="http://schemas.microsoft.com/office/drawing/2014/main" id="{83AF5022-13E4-C2DF-3A1D-900100C49991}"/>
                    </a:ext>
                  </a:extLst>
                </p:cNvPr>
                <p:cNvPicPr/>
                <p:nvPr/>
              </p:nvPicPr>
              <p:blipFill>
                <a:blip r:embed="rId450"/>
                <a:stretch>
                  <a:fillRect/>
                </a:stretch>
              </p:blipFill>
              <p:spPr>
                <a:xfrm>
                  <a:off x="2027836" y="4868083"/>
                  <a:ext cx="190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260" name="Ink 259">
                  <a:extLst>
                    <a:ext uri="{FF2B5EF4-FFF2-40B4-BE49-F238E27FC236}">
                      <a16:creationId xmlns:a16="http://schemas.microsoft.com/office/drawing/2014/main" id="{AE258DD3-7083-C636-D9E5-0999B9F48E4E}"/>
                    </a:ext>
                  </a:extLst>
                </p14:cNvPr>
                <p14:cNvContentPartPr/>
                <p14:nvPr/>
              </p14:nvContentPartPr>
              <p14:xfrm>
                <a:off x="2327716" y="4846123"/>
                <a:ext cx="203400" cy="223560"/>
              </p14:xfrm>
            </p:contentPart>
          </mc:Choice>
          <mc:Fallback xmlns="">
            <p:pic>
              <p:nvPicPr>
                <p:cNvPr id="260" name="Ink 259">
                  <a:extLst>
                    <a:ext uri="{FF2B5EF4-FFF2-40B4-BE49-F238E27FC236}">
                      <a16:creationId xmlns:a16="http://schemas.microsoft.com/office/drawing/2014/main" id="{AE258DD3-7083-C636-D9E5-0999B9F48E4E}"/>
                    </a:ext>
                  </a:extLst>
                </p:cNvPr>
                <p:cNvPicPr/>
                <p:nvPr/>
              </p:nvPicPr>
              <p:blipFill>
                <a:blip r:embed="rId452"/>
                <a:stretch>
                  <a:fillRect/>
                </a:stretch>
              </p:blipFill>
              <p:spPr>
                <a:xfrm>
                  <a:off x="2321596" y="4840003"/>
                  <a:ext cx="21564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261" name="Ink 260">
                  <a:extLst>
                    <a:ext uri="{FF2B5EF4-FFF2-40B4-BE49-F238E27FC236}">
                      <a16:creationId xmlns:a16="http://schemas.microsoft.com/office/drawing/2014/main" id="{B9E25194-0919-1F48-0914-EA162C75804B}"/>
                    </a:ext>
                  </a:extLst>
                </p14:cNvPr>
                <p14:cNvContentPartPr/>
                <p14:nvPr/>
              </p14:nvContentPartPr>
              <p14:xfrm>
                <a:off x="2515276" y="4879963"/>
                <a:ext cx="12600" cy="4320"/>
              </p14:xfrm>
            </p:contentPart>
          </mc:Choice>
          <mc:Fallback xmlns="">
            <p:pic>
              <p:nvPicPr>
                <p:cNvPr id="261" name="Ink 260">
                  <a:extLst>
                    <a:ext uri="{FF2B5EF4-FFF2-40B4-BE49-F238E27FC236}">
                      <a16:creationId xmlns:a16="http://schemas.microsoft.com/office/drawing/2014/main" id="{B9E25194-0919-1F48-0914-EA162C75804B}"/>
                    </a:ext>
                  </a:extLst>
                </p:cNvPr>
                <p:cNvPicPr/>
                <p:nvPr/>
              </p:nvPicPr>
              <p:blipFill>
                <a:blip r:embed="rId454"/>
                <a:stretch>
                  <a:fillRect/>
                </a:stretch>
              </p:blipFill>
              <p:spPr>
                <a:xfrm>
                  <a:off x="2509156" y="4873843"/>
                  <a:ext cx="2484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263" name="Ink 262">
                  <a:extLst>
                    <a:ext uri="{FF2B5EF4-FFF2-40B4-BE49-F238E27FC236}">
                      <a16:creationId xmlns:a16="http://schemas.microsoft.com/office/drawing/2014/main" id="{5E7397E6-901B-911A-7DFF-E3FD5F642E8C}"/>
                    </a:ext>
                  </a:extLst>
                </p14:cNvPr>
                <p14:cNvContentPartPr/>
                <p14:nvPr/>
              </p14:nvContentPartPr>
              <p14:xfrm>
                <a:off x="2558476" y="4958803"/>
                <a:ext cx="37440" cy="7920"/>
              </p14:xfrm>
            </p:contentPart>
          </mc:Choice>
          <mc:Fallback xmlns="">
            <p:pic>
              <p:nvPicPr>
                <p:cNvPr id="263" name="Ink 262">
                  <a:extLst>
                    <a:ext uri="{FF2B5EF4-FFF2-40B4-BE49-F238E27FC236}">
                      <a16:creationId xmlns:a16="http://schemas.microsoft.com/office/drawing/2014/main" id="{5E7397E6-901B-911A-7DFF-E3FD5F642E8C}"/>
                    </a:ext>
                  </a:extLst>
                </p:cNvPr>
                <p:cNvPicPr/>
                <p:nvPr/>
              </p:nvPicPr>
              <p:blipFill>
                <a:blip r:embed="rId456"/>
                <a:stretch>
                  <a:fillRect/>
                </a:stretch>
              </p:blipFill>
              <p:spPr>
                <a:xfrm>
                  <a:off x="2552356" y="4952683"/>
                  <a:ext cx="496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264" name="Ink 263">
                  <a:extLst>
                    <a:ext uri="{FF2B5EF4-FFF2-40B4-BE49-F238E27FC236}">
                      <a16:creationId xmlns:a16="http://schemas.microsoft.com/office/drawing/2014/main" id="{E52107D7-598F-2EA9-D5DB-5DFF307896B1}"/>
                    </a:ext>
                  </a:extLst>
                </p14:cNvPr>
                <p14:cNvContentPartPr/>
                <p14:nvPr/>
              </p14:nvContentPartPr>
              <p14:xfrm>
                <a:off x="2739556" y="4779523"/>
                <a:ext cx="522720" cy="226440"/>
              </p14:xfrm>
            </p:contentPart>
          </mc:Choice>
          <mc:Fallback xmlns="">
            <p:pic>
              <p:nvPicPr>
                <p:cNvPr id="264" name="Ink 263">
                  <a:extLst>
                    <a:ext uri="{FF2B5EF4-FFF2-40B4-BE49-F238E27FC236}">
                      <a16:creationId xmlns:a16="http://schemas.microsoft.com/office/drawing/2014/main" id="{E52107D7-598F-2EA9-D5DB-5DFF307896B1}"/>
                    </a:ext>
                  </a:extLst>
                </p:cNvPr>
                <p:cNvPicPr/>
                <p:nvPr/>
              </p:nvPicPr>
              <p:blipFill>
                <a:blip r:embed="rId458"/>
                <a:stretch>
                  <a:fillRect/>
                </a:stretch>
              </p:blipFill>
              <p:spPr>
                <a:xfrm>
                  <a:off x="2733436" y="4773403"/>
                  <a:ext cx="53496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265" name="Ink 264">
                  <a:extLst>
                    <a:ext uri="{FF2B5EF4-FFF2-40B4-BE49-F238E27FC236}">
                      <a16:creationId xmlns:a16="http://schemas.microsoft.com/office/drawing/2014/main" id="{63654FD3-41B5-2334-B445-D720AB935B97}"/>
                    </a:ext>
                  </a:extLst>
                </p14:cNvPr>
                <p14:cNvContentPartPr/>
                <p14:nvPr/>
              </p14:nvContentPartPr>
              <p14:xfrm>
                <a:off x="3457756" y="4773763"/>
                <a:ext cx="186120" cy="213480"/>
              </p14:xfrm>
            </p:contentPart>
          </mc:Choice>
          <mc:Fallback xmlns="">
            <p:pic>
              <p:nvPicPr>
                <p:cNvPr id="265" name="Ink 264">
                  <a:extLst>
                    <a:ext uri="{FF2B5EF4-FFF2-40B4-BE49-F238E27FC236}">
                      <a16:creationId xmlns:a16="http://schemas.microsoft.com/office/drawing/2014/main" id="{63654FD3-41B5-2334-B445-D720AB935B97}"/>
                    </a:ext>
                  </a:extLst>
                </p:cNvPr>
                <p:cNvPicPr/>
                <p:nvPr/>
              </p:nvPicPr>
              <p:blipFill>
                <a:blip r:embed="rId460"/>
                <a:stretch>
                  <a:fillRect/>
                </a:stretch>
              </p:blipFill>
              <p:spPr>
                <a:xfrm>
                  <a:off x="3451636" y="4767643"/>
                  <a:ext cx="19836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266" name="Ink 265">
                  <a:extLst>
                    <a:ext uri="{FF2B5EF4-FFF2-40B4-BE49-F238E27FC236}">
                      <a16:creationId xmlns:a16="http://schemas.microsoft.com/office/drawing/2014/main" id="{883BD4A5-2E61-5582-307F-984381A707CE}"/>
                    </a:ext>
                  </a:extLst>
                </p14:cNvPr>
                <p14:cNvContentPartPr/>
                <p14:nvPr/>
              </p14:nvContentPartPr>
              <p14:xfrm>
                <a:off x="3667276" y="4858723"/>
                <a:ext cx="349560" cy="111960"/>
              </p14:xfrm>
            </p:contentPart>
          </mc:Choice>
          <mc:Fallback xmlns="">
            <p:pic>
              <p:nvPicPr>
                <p:cNvPr id="266" name="Ink 265">
                  <a:extLst>
                    <a:ext uri="{FF2B5EF4-FFF2-40B4-BE49-F238E27FC236}">
                      <a16:creationId xmlns:a16="http://schemas.microsoft.com/office/drawing/2014/main" id="{883BD4A5-2E61-5582-307F-984381A707CE}"/>
                    </a:ext>
                  </a:extLst>
                </p:cNvPr>
                <p:cNvPicPr/>
                <p:nvPr/>
              </p:nvPicPr>
              <p:blipFill>
                <a:blip r:embed="rId462"/>
                <a:stretch>
                  <a:fillRect/>
                </a:stretch>
              </p:blipFill>
              <p:spPr>
                <a:xfrm>
                  <a:off x="3661156" y="4852603"/>
                  <a:ext cx="3618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267" name="Ink 266">
                  <a:extLst>
                    <a:ext uri="{FF2B5EF4-FFF2-40B4-BE49-F238E27FC236}">
                      <a16:creationId xmlns:a16="http://schemas.microsoft.com/office/drawing/2014/main" id="{D2EC36FF-398B-8EA9-B425-605860DB80B8}"/>
                    </a:ext>
                  </a:extLst>
                </p14:cNvPr>
                <p14:cNvContentPartPr/>
                <p14:nvPr/>
              </p14:nvContentPartPr>
              <p14:xfrm>
                <a:off x="3976156" y="4850443"/>
                <a:ext cx="219240" cy="136080"/>
              </p14:xfrm>
            </p:contentPart>
          </mc:Choice>
          <mc:Fallback xmlns="">
            <p:pic>
              <p:nvPicPr>
                <p:cNvPr id="267" name="Ink 266">
                  <a:extLst>
                    <a:ext uri="{FF2B5EF4-FFF2-40B4-BE49-F238E27FC236}">
                      <a16:creationId xmlns:a16="http://schemas.microsoft.com/office/drawing/2014/main" id="{D2EC36FF-398B-8EA9-B425-605860DB80B8}"/>
                    </a:ext>
                  </a:extLst>
                </p:cNvPr>
                <p:cNvPicPr/>
                <p:nvPr/>
              </p:nvPicPr>
              <p:blipFill>
                <a:blip r:embed="rId464"/>
                <a:stretch>
                  <a:fillRect/>
                </a:stretch>
              </p:blipFill>
              <p:spPr>
                <a:xfrm>
                  <a:off x="3970036" y="4844323"/>
                  <a:ext cx="23148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268" name="Ink 267">
                  <a:extLst>
                    <a:ext uri="{FF2B5EF4-FFF2-40B4-BE49-F238E27FC236}">
                      <a16:creationId xmlns:a16="http://schemas.microsoft.com/office/drawing/2014/main" id="{ACF0FEBD-6381-DB46-BBE4-632C6DC3911E}"/>
                    </a:ext>
                  </a:extLst>
                </p14:cNvPr>
                <p14:cNvContentPartPr/>
                <p14:nvPr/>
              </p14:nvContentPartPr>
              <p14:xfrm>
                <a:off x="3766636" y="5016763"/>
                <a:ext cx="401040" cy="50760"/>
              </p14:xfrm>
            </p:contentPart>
          </mc:Choice>
          <mc:Fallback xmlns="">
            <p:pic>
              <p:nvPicPr>
                <p:cNvPr id="268" name="Ink 267">
                  <a:extLst>
                    <a:ext uri="{FF2B5EF4-FFF2-40B4-BE49-F238E27FC236}">
                      <a16:creationId xmlns:a16="http://schemas.microsoft.com/office/drawing/2014/main" id="{ACF0FEBD-6381-DB46-BBE4-632C6DC3911E}"/>
                    </a:ext>
                  </a:extLst>
                </p:cNvPr>
                <p:cNvPicPr/>
                <p:nvPr/>
              </p:nvPicPr>
              <p:blipFill>
                <a:blip r:embed="rId466"/>
                <a:stretch>
                  <a:fillRect/>
                </a:stretch>
              </p:blipFill>
              <p:spPr>
                <a:xfrm>
                  <a:off x="3760516" y="5010643"/>
                  <a:ext cx="41328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269" name="Ink 268">
                  <a:extLst>
                    <a:ext uri="{FF2B5EF4-FFF2-40B4-BE49-F238E27FC236}">
                      <a16:creationId xmlns:a16="http://schemas.microsoft.com/office/drawing/2014/main" id="{3E8CB49C-3E4B-4DAC-7C19-80CAA56FCD12}"/>
                    </a:ext>
                  </a:extLst>
                </p14:cNvPr>
                <p14:cNvContentPartPr/>
                <p14:nvPr/>
              </p14:nvContentPartPr>
              <p14:xfrm>
                <a:off x="3801196" y="5078323"/>
                <a:ext cx="338760" cy="72720"/>
              </p14:xfrm>
            </p:contentPart>
          </mc:Choice>
          <mc:Fallback xmlns="">
            <p:pic>
              <p:nvPicPr>
                <p:cNvPr id="269" name="Ink 268">
                  <a:extLst>
                    <a:ext uri="{FF2B5EF4-FFF2-40B4-BE49-F238E27FC236}">
                      <a16:creationId xmlns:a16="http://schemas.microsoft.com/office/drawing/2014/main" id="{3E8CB49C-3E4B-4DAC-7C19-80CAA56FCD12}"/>
                    </a:ext>
                  </a:extLst>
                </p:cNvPr>
                <p:cNvPicPr/>
                <p:nvPr/>
              </p:nvPicPr>
              <p:blipFill>
                <a:blip r:embed="rId468"/>
                <a:stretch>
                  <a:fillRect/>
                </a:stretch>
              </p:blipFill>
              <p:spPr>
                <a:xfrm>
                  <a:off x="3795076" y="5072203"/>
                  <a:ext cx="35100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270" name="Ink 269">
                  <a:extLst>
                    <a:ext uri="{FF2B5EF4-FFF2-40B4-BE49-F238E27FC236}">
                      <a16:creationId xmlns:a16="http://schemas.microsoft.com/office/drawing/2014/main" id="{F82B0695-32FA-BFE2-7695-BDB977E1CCB7}"/>
                    </a:ext>
                  </a:extLst>
                </p14:cNvPr>
                <p14:cNvContentPartPr/>
                <p14:nvPr/>
              </p14:nvContentPartPr>
              <p14:xfrm>
                <a:off x="4444516" y="4718323"/>
                <a:ext cx="113400" cy="300960"/>
              </p14:xfrm>
            </p:contentPart>
          </mc:Choice>
          <mc:Fallback xmlns="">
            <p:pic>
              <p:nvPicPr>
                <p:cNvPr id="270" name="Ink 269">
                  <a:extLst>
                    <a:ext uri="{FF2B5EF4-FFF2-40B4-BE49-F238E27FC236}">
                      <a16:creationId xmlns:a16="http://schemas.microsoft.com/office/drawing/2014/main" id="{F82B0695-32FA-BFE2-7695-BDB977E1CCB7}"/>
                    </a:ext>
                  </a:extLst>
                </p:cNvPr>
                <p:cNvPicPr/>
                <p:nvPr/>
              </p:nvPicPr>
              <p:blipFill>
                <a:blip r:embed="rId470"/>
                <a:stretch>
                  <a:fillRect/>
                </a:stretch>
              </p:blipFill>
              <p:spPr>
                <a:xfrm>
                  <a:off x="4438396" y="4712203"/>
                  <a:ext cx="12564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271" name="Ink 270">
                  <a:extLst>
                    <a:ext uri="{FF2B5EF4-FFF2-40B4-BE49-F238E27FC236}">
                      <a16:creationId xmlns:a16="http://schemas.microsoft.com/office/drawing/2014/main" id="{65675EC3-9B69-214D-62E3-C7AAE8D16851}"/>
                    </a:ext>
                  </a:extLst>
                </p14:cNvPr>
                <p14:cNvContentPartPr/>
                <p14:nvPr/>
              </p14:nvContentPartPr>
              <p14:xfrm>
                <a:off x="4493836" y="5080843"/>
                <a:ext cx="11520" cy="36360"/>
              </p14:xfrm>
            </p:contentPart>
          </mc:Choice>
          <mc:Fallback xmlns="">
            <p:pic>
              <p:nvPicPr>
                <p:cNvPr id="271" name="Ink 270">
                  <a:extLst>
                    <a:ext uri="{FF2B5EF4-FFF2-40B4-BE49-F238E27FC236}">
                      <a16:creationId xmlns:a16="http://schemas.microsoft.com/office/drawing/2014/main" id="{65675EC3-9B69-214D-62E3-C7AAE8D16851}"/>
                    </a:ext>
                  </a:extLst>
                </p:cNvPr>
                <p:cNvPicPr/>
                <p:nvPr/>
              </p:nvPicPr>
              <p:blipFill>
                <a:blip r:embed="rId472"/>
                <a:stretch>
                  <a:fillRect/>
                </a:stretch>
              </p:blipFill>
              <p:spPr>
                <a:xfrm>
                  <a:off x="4487716" y="5074723"/>
                  <a:ext cx="2376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273" name="Ink 272">
                  <a:extLst>
                    <a:ext uri="{FF2B5EF4-FFF2-40B4-BE49-F238E27FC236}">
                      <a16:creationId xmlns:a16="http://schemas.microsoft.com/office/drawing/2014/main" id="{8BE65A23-B4CF-B7C0-EACE-28B66A80953D}"/>
                    </a:ext>
                  </a:extLst>
                </p14:cNvPr>
                <p14:cNvContentPartPr/>
                <p14:nvPr/>
              </p14:nvContentPartPr>
              <p14:xfrm>
                <a:off x="841276" y="5384323"/>
                <a:ext cx="373680" cy="253440"/>
              </p14:xfrm>
            </p:contentPart>
          </mc:Choice>
          <mc:Fallback xmlns="">
            <p:pic>
              <p:nvPicPr>
                <p:cNvPr id="273" name="Ink 272">
                  <a:extLst>
                    <a:ext uri="{FF2B5EF4-FFF2-40B4-BE49-F238E27FC236}">
                      <a16:creationId xmlns:a16="http://schemas.microsoft.com/office/drawing/2014/main" id="{8BE65A23-B4CF-B7C0-EACE-28B66A80953D}"/>
                    </a:ext>
                  </a:extLst>
                </p:cNvPr>
                <p:cNvPicPr/>
                <p:nvPr/>
              </p:nvPicPr>
              <p:blipFill>
                <a:blip r:embed="rId474"/>
                <a:stretch>
                  <a:fillRect/>
                </a:stretch>
              </p:blipFill>
              <p:spPr>
                <a:xfrm>
                  <a:off x="835156" y="5378203"/>
                  <a:ext cx="38592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274" name="Ink 273">
                  <a:extLst>
                    <a:ext uri="{FF2B5EF4-FFF2-40B4-BE49-F238E27FC236}">
                      <a16:creationId xmlns:a16="http://schemas.microsoft.com/office/drawing/2014/main" id="{C6CD9F09-1145-0B40-BA11-A4ADA5F83DCD}"/>
                    </a:ext>
                  </a:extLst>
                </p14:cNvPr>
                <p14:cNvContentPartPr/>
                <p14:nvPr/>
              </p14:nvContentPartPr>
              <p14:xfrm>
                <a:off x="1205236" y="5506003"/>
                <a:ext cx="123480" cy="99720"/>
              </p14:xfrm>
            </p:contentPart>
          </mc:Choice>
          <mc:Fallback xmlns="">
            <p:pic>
              <p:nvPicPr>
                <p:cNvPr id="274" name="Ink 273">
                  <a:extLst>
                    <a:ext uri="{FF2B5EF4-FFF2-40B4-BE49-F238E27FC236}">
                      <a16:creationId xmlns:a16="http://schemas.microsoft.com/office/drawing/2014/main" id="{C6CD9F09-1145-0B40-BA11-A4ADA5F83DCD}"/>
                    </a:ext>
                  </a:extLst>
                </p:cNvPr>
                <p:cNvPicPr/>
                <p:nvPr/>
              </p:nvPicPr>
              <p:blipFill>
                <a:blip r:embed="rId476"/>
                <a:stretch>
                  <a:fillRect/>
                </a:stretch>
              </p:blipFill>
              <p:spPr>
                <a:xfrm>
                  <a:off x="1199116" y="5499883"/>
                  <a:ext cx="13572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275" name="Ink 274">
                  <a:extLst>
                    <a:ext uri="{FF2B5EF4-FFF2-40B4-BE49-F238E27FC236}">
                      <a16:creationId xmlns:a16="http://schemas.microsoft.com/office/drawing/2014/main" id="{BA5D9704-7084-E588-6C2A-DA233A6CA53C}"/>
                    </a:ext>
                  </a:extLst>
                </p14:cNvPr>
                <p14:cNvContentPartPr/>
                <p14:nvPr/>
              </p14:nvContentPartPr>
              <p14:xfrm>
                <a:off x="1358956" y="5488723"/>
                <a:ext cx="127080" cy="99000"/>
              </p14:xfrm>
            </p:contentPart>
          </mc:Choice>
          <mc:Fallback xmlns="">
            <p:pic>
              <p:nvPicPr>
                <p:cNvPr id="275" name="Ink 274">
                  <a:extLst>
                    <a:ext uri="{FF2B5EF4-FFF2-40B4-BE49-F238E27FC236}">
                      <a16:creationId xmlns:a16="http://schemas.microsoft.com/office/drawing/2014/main" id="{BA5D9704-7084-E588-6C2A-DA233A6CA53C}"/>
                    </a:ext>
                  </a:extLst>
                </p:cNvPr>
                <p:cNvPicPr/>
                <p:nvPr/>
              </p:nvPicPr>
              <p:blipFill>
                <a:blip r:embed="rId478"/>
                <a:stretch>
                  <a:fillRect/>
                </a:stretch>
              </p:blipFill>
              <p:spPr>
                <a:xfrm>
                  <a:off x="1352836" y="5482603"/>
                  <a:ext cx="1393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277" name="Ink 276">
                  <a:extLst>
                    <a:ext uri="{FF2B5EF4-FFF2-40B4-BE49-F238E27FC236}">
                      <a16:creationId xmlns:a16="http://schemas.microsoft.com/office/drawing/2014/main" id="{6CB31FFF-B359-9BE3-2D3C-4701EE80579C}"/>
                    </a:ext>
                  </a:extLst>
                </p14:cNvPr>
                <p14:cNvContentPartPr/>
                <p14:nvPr/>
              </p14:nvContentPartPr>
              <p14:xfrm>
                <a:off x="1439956" y="5342563"/>
                <a:ext cx="160200" cy="223200"/>
              </p14:xfrm>
            </p:contentPart>
          </mc:Choice>
          <mc:Fallback xmlns="">
            <p:pic>
              <p:nvPicPr>
                <p:cNvPr id="277" name="Ink 276">
                  <a:extLst>
                    <a:ext uri="{FF2B5EF4-FFF2-40B4-BE49-F238E27FC236}">
                      <a16:creationId xmlns:a16="http://schemas.microsoft.com/office/drawing/2014/main" id="{6CB31FFF-B359-9BE3-2D3C-4701EE80579C}"/>
                    </a:ext>
                  </a:extLst>
                </p:cNvPr>
                <p:cNvPicPr/>
                <p:nvPr/>
              </p:nvPicPr>
              <p:blipFill>
                <a:blip r:embed="rId480"/>
                <a:stretch>
                  <a:fillRect/>
                </a:stretch>
              </p:blipFill>
              <p:spPr>
                <a:xfrm>
                  <a:off x="1433836" y="5336443"/>
                  <a:ext cx="17244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278" name="Ink 277">
                  <a:extLst>
                    <a:ext uri="{FF2B5EF4-FFF2-40B4-BE49-F238E27FC236}">
                      <a16:creationId xmlns:a16="http://schemas.microsoft.com/office/drawing/2014/main" id="{41B7F443-E135-8E47-5BAE-F63A13AA9732}"/>
                    </a:ext>
                  </a:extLst>
                </p14:cNvPr>
                <p14:cNvContentPartPr/>
                <p14:nvPr/>
              </p14:nvContentPartPr>
              <p14:xfrm>
                <a:off x="762076" y="5479003"/>
                <a:ext cx="606960" cy="112320"/>
              </p14:xfrm>
            </p:contentPart>
          </mc:Choice>
          <mc:Fallback xmlns="">
            <p:pic>
              <p:nvPicPr>
                <p:cNvPr id="278" name="Ink 277">
                  <a:extLst>
                    <a:ext uri="{FF2B5EF4-FFF2-40B4-BE49-F238E27FC236}">
                      <a16:creationId xmlns:a16="http://schemas.microsoft.com/office/drawing/2014/main" id="{41B7F443-E135-8E47-5BAE-F63A13AA9732}"/>
                    </a:ext>
                  </a:extLst>
                </p:cNvPr>
                <p:cNvPicPr/>
                <p:nvPr/>
              </p:nvPicPr>
              <p:blipFill>
                <a:blip r:embed="rId482"/>
                <a:stretch>
                  <a:fillRect/>
                </a:stretch>
              </p:blipFill>
              <p:spPr>
                <a:xfrm>
                  <a:off x="755956" y="5472883"/>
                  <a:ext cx="61920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279" name="Ink 278">
                  <a:extLst>
                    <a:ext uri="{FF2B5EF4-FFF2-40B4-BE49-F238E27FC236}">
                      <a16:creationId xmlns:a16="http://schemas.microsoft.com/office/drawing/2014/main" id="{BB99534D-F228-16F8-EF2D-03B947326724}"/>
                    </a:ext>
                  </a:extLst>
                </p14:cNvPr>
                <p14:cNvContentPartPr/>
                <p14:nvPr/>
              </p14:nvContentPartPr>
              <p14:xfrm>
                <a:off x="897796" y="5521483"/>
                <a:ext cx="545400" cy="114120"/>
              </p14:xfrm>
            </p:contentPart>
          </mc:Choice>
          <mc:Fallback xmlns="">
            <p:pic>
              <p:nvPicPr>
                <p:cNvPr id="279" name="Ink 278">
                  <a:extLst>
                    <a:ext uri="{FF2B5EF4-FFF2-40B4-BE49-F238E27FC236}">
                      <a16:creationId xmlns:a16="http://schemas.microsoft.com/office/drawing/2014/main" id="{BB99534D-F228-16F8-EF2D-03B947326724}"/>
                    </a:ext>
                  </a:extLst>
                </p:cNvPr>
                <p:cNvPicPr/>
                <p:nvPr/>
              </p:nvPicPr>
              <p:blipFill>
                <a:blip r:embed="rId484"/>
                <a:stretch>
                  <a:fillRect/>
                </a:stretch>
              </p:blipFill>
              <p:spPr>
                <a:xfrm>
                  <a:off x="891676" y="5515363"/>
                  <a:ext cx="55764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280" name="Ink 279">
                  <a:extLst>
                    <a:ext uri="{FF2B5EF4-FFF2-40B4-BE49-F238E27FC236}">
                      <a16:creationId xmlns:a16="http://schemas.microsoft.com/office/drawing/2014/main" id="{7BD5271E-472F-B7DC-5E7D-645D1E02FDA6}"/>
                    </a:ext>
                  </a:extLst>
                </p14:cNvPr>
                <p14:cNvContentPartPr/>
                <p14:nvPr/>
              </p14:nvContentPartPr>
              <p14:xfrm>
                <a:off x="1017316" y="5488723"/>
                <a:ext cx="325800" cy="102600"/>
              </p14:xfrm>
            </p:contentPart>
          </mc:Choice>
          <mc:Fallback xmlns="">
            <p:pic>
              <p:nvPicPr>
                <p:cNvPr id="280" name="Ink 279">
                  <a:extLst>
                    <a:ext uri="{FF2B5EF4-FFF2-40B4-BE49-F238E27FC236}">
                      <a16:creationId xmlns:a16="http://schemas.microsoft.com/office/drawing/2014/main" id="{7BD5271E-472F-B7DC-5E7D-645D1E02FDA6}"/>
                    </a:ext>
                  </a:extLst>
                </p:cNvPr>
                <p:cNvPicPr/>
                <p:nvPr/>
              </p:nvPicPr>
              <p:blipFill>
                <a:blip r:embed="rId486"/>
                <a:stretch>
                  <a:fillRect/>
                </a:stretch>
              </p:blipFill>
              <p:spPr>
                <a:xfrm>
                  <a:off x="1011196" y="5482603"/>
                  <a:ext cx="3380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281" name="Ink 280">
                  <a:extLst>
                    <a:ext uri="{FF2B5EF4-FFF2-40B4-BE49-F238E27FC236}">
                      <a16:creationId xmlns:a16="http://schemas.microsoft.com/office/drawing/2014/main" id="{FD347257-BD39-45F7-A3D2-30F7E5F015A3}"/>
                    </a:ext>
                  </a:extLst>
                </p14:cNvPr>
                <p14:cNvContentPartPr/>
                <p14:nvPr/>
              </p14:nvContentPartPr>
              <p14:xfrm>
                <a:off x="1014076" y="5421403"/>
                <a:ext cx="267840" cy="71640"/>
              </p14:xfrm>
            </p:contentPart>
          </mc:Choice>
          <mc:Fallback xmlns="">
            <p:pic>
              <p:nvPicPr>
                <p:cNvPr id="281" name="Ink 280">
                  <a:extLst>
                    <a:ext uri="{FF2B5EF4-FFF2-40B4-BE49-F238E27FC236}">
                      <a16:creationId xmlns:a16="http://schemas.microsoft.com/office/drawing/2014/main" id="{FD347257-BD39-45F7-A3D2-30F7E5F015A3}"/>
                    </a:ext>
                  </a:extLst>
                </p:cNvPr>
                <p:cNvPicPr/>
                <p:nvPr/>
              </p:nvPicPr>
              <p:blipFill>
                <a:blip r:embed="rId488"/>
                <a:stretch>
                  <a:fillRect/>
                </a:stretch>
              </p:blipFill>
              <p:spPr>
                <a:xfrm>
                  <a:off x="1007956" y="5415283"/>
                  <a:ext cx="2800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282" name="Ink 281">
                  <a:extLst>
                    <a:ext uri="{FF2B5EF4-FFF2-40B4-BE49-F238E27FC236}">
                      <a16:creationId xmlns:a16="http://schemas.microsoft.com/office/drawing/2014/main" id="{DC592692-8523-9E4F-735A-17EAD1F2D484}"/>
                    </a:ext>
                  </a:extLst>
                </p14:cNvPr>
                <p14:cNvContentPartPr/>
                <p14:nvPr/>
              </p14:nvContentPartPr>
              <p14:xfrm>
                <a:off x="982756" y="5444083"/>
                <a:ext cx="340560" cy="47160"/>
              </p14:xfrm>
            </p:contentPart>
          </mc:Choice>
          <mc:Fallback xmlns="">
            <p:pic>
              <p:nvPicPr>
                <p:cNvPr id="282" name="Ink 281">
                  <a:extLst>
                    <a:ext uri="{FF2B5EF4-FFF2-40B4-BE49-F238E27FC236}">
                      <a16:creationId xmlns:a16="http://schemas.microsoft.com/office/drawing/2014/main" id="{DC592692-8523-9E4F-735A-17EAD1F2D484}"/>
                    </a:ext>
                  </a:extLst>
                </p:cNvPr>
                <p:cNvPicPr/>
                <p:nvPr/>
              </p:nvPicPr>
              <p:blipFill>
                <a:blip r:embed="rId490"/>
                <a:stretch>
                  <a:fillRect/>
                </a:stretch>
              </p:blipFill>
              <p:spPr>
                <a:xfrm>
                  <a:off x="976636" y="5437963"/>
                  <a:ext cx="35280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283" name="Ink 282">
                  <a:extLst>
                    <a:ext uri="{FF2B5EF4-FFF2-40B4-BE49-F238E27FC236}">
                      <a16:creationId xmlns:a16="http://schemas.microsoft.com/office/drawing/2014/main" id="{6E0EC9E9-87BF-1639-BD72-CCD6161A98FA}"/>
                    </a:ext>
                  </a:extLst>
                </p14:cNvPr>
                <p14:cNvContentPartPr/>
                <p14:nvPr/>
              </p14:nvContentPartPr>
              <p14:xfrm>
                <a:off x="1042156" y="5498443"/>
                <a:ext cx="329760" cy="87120"/>
              </p14:xfrm>
            </p:contentPart>
          </mc:Choice>
          <mc:Fallback xmlns="">
            <p:pic>
              <p:nvPicPr>
                <p:cNvPr id="283" name="Ink 282">
                  <a:extLst>
                    <a:ext uri="{FF2B5EF4-FFF2-40B4-BE49-F238E27FC236}">
                      <a16:creationId xmlns:a16="http://schemas.microsoft.com/office/drawing/2014/main" id="{6E0EC9E9-87BF-1639-BD72-CCD6161A98FA}"/>
                    </a:ext>
                  </a:extLst>
                </p:cNvPr>
                <p:cNvPicPr/>
                <p:nvPr/>
              </p:nvPicPr>
              <p:blipFill>
                <a:blip r:embed="rId492"/>
                <a:stretch>
                  <a:fillRect/>
                </a:stretch>
              </p:blipFill>
              <p:spPr>
                <a:xfrm>
                  <a:off x="1036036" y="5492323"/>
                  <a:ext cx="34200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284" name="Ink 283">
                  <a:extLst>
                    <a:ext uri="{FF2B5EF4-FFF2-40B4-BE49-F238E27FC236}">
                      <a16:creationId xmlns:a16="http://schemas.microsoft.com/office/drawing/2014/main" id="{F0884F29-EB0B-4567-B428-CBFB682844BA}"/>
                    </a:ext>
                  </a:extLst>
                </p14:cNvPr>
                <p14:cNvContentPartPr/>
                <p14:nvPr/>
              </p14:nvContentPartPr>
              <p14:xfrm>
                <a:off x="1775836" y="5355883"/>
                <a:ext cx="295920" cy="189720"/>
              </p14:xfrm>
            </p:contentPart>
          </mc:Choice>
          <mc:Fallback xmlns="">
            <p:pic>
              <p:nvPicPr>
                <p:cNvPr id="284" name="Ink 283">
                  <a:extLst>
                    <a:ext uri="{FF2B5EF4-FFF2-40B4-BE49-F238E27FC236}">
                      <a16:creationId xmlns:a16="http://schemas.microsoft.com/office/drawing/2014/main" id="{F0884F29-EB0B-4567-B428-CBFB682844BA}"/>
                    </a:ext>
                  </a:extLst>
                </p:cNvPr>
                <p:cNvPicPr/>
                <p:nvPr/>
              </p:nvPicPr>
              <p:blipFill>
                <a:blip r:embed="rId494"/>
                <a:stretch>
                  <a:fillRect/>
                </a:stretch>
              </p:blipFill>
              <p:spPr>
                <a:xfrm>
                  <a:off x="1769716" y="5349763"/>
                  <a:ext cx="30816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285" name="Ink 284">
                  <a:extLst>
                    <a:ext uri="{FF2B5EF4-FFF2-40B4-BE49-F238E27FC236}">
                      <a16:creationId xmlns:a16="http://schemas.microsoft.com/office/drawing/2014/main" id="{60353145-9B01-6B47-85EA-F6206693933E}"/>
                    </a:ext>
                  </a:extLst>
                </p14:cNvPr>
                <p14:cNvContentPartPr/>
                <p14:nvPr/>
              </p14:nvContentPartPr>
              <p14:xfrm>
                <a:off x="2022076" y="5428963"/>
                <a:ext cx="151560" cy="94680"/>
              </p14:xfrm>
            </p:contentPart>
          </mc:Choice>
          <mc:Fallback xmlns="">
            <p:pic>
              <p:nvPicPr>
                <p:cNvPr id="285" name="Ink 284">
                  <a:extLst>
                    <a:ext uri="{FF2B5EF4-FFF2-40B4-BE49-F238E27FC236}">
                      <a16:creationId xmlns:a16="http://schemas.microsoft.com/office/drawing/2014/main" id="{60353145-9B01-6B47-85EA-F6206693933E}"/>
                    </a:ext>
                  </a:extLst>
                </p:cNvPr>
                <p:cNvPicPr/>
                <p:nvPr/>
              </p:nvPicPr>
              <p:blipFill>
                <a:blip r:embed="rId496"/>
                <a:stretch>
                  <a:fillRect/>
                </a:stretch>
              </p:blipFill>
              <p:spPr>
                <a:xfrm>
                  <a:off x="2015956" y="5422843"/>
                  <a:ext cx="16380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286" name="Ink 285">
                  <a:extLst>
                    <a:ext uri="{FF2B5EF4-FFF2-40B4-BE49-F238E27FC236}">
                      <a16:creationId xmlns:a16="http://schemas.microsoft.com/office/drawing/2014/main" id="{41933FAF-B3F6-2008-B32B-E317D84866DB}"/>
                    </a:ext>
                  </a:extLst>
                </p14:cNvPr>
                <p14:cNvContentPartPr/>
                <p14:nvPr/>
              </p14:nvContentPartPr>
              <p14:xfrm>
                <a:off x="2167876" y="5419243"/>
                <a:ext cx="140400" cy="113040"/>
              </p14:xfrm>
            </p:contentPart>
          </mc:Choice>
          <mc:Fallback xmlns="">
            <p:pic>
              <p:nvPicPr>
                <p:cNvPr id="286" name="Ink 285">
                  <a:extLst>
                    <a:ext uri="{FF2B5EF4-FFF2-40B4-BE49-F238E27FC236}">
                      <a16:creationId xmlns:a16="http://schemas.microsoft.com/office/drawing/2014/main" id="{41933FAF-B3F6-2008-B32B-E317D84866DB}"/>
                    </a:ext>
                  </a:extLst>
                </p:cNvPr>
                <p:cNvPicPr/>
                <p:nvPr/>
              </p:nvPicPr>
              <p:blipFill>
                <a:blip r:embed="rId498"/>
                <a:stretch>
                  <a:fillRect/>
                </a:stretch>
              </p:blipFill>
              <p:spPr>
                <a:xfrm>
                  <a:off x="2161756" y="5413123"/>
                  <a:ext cx="1526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287" name="Ink 286">
                  <a:extLst>
                    <a:ext uri="{FF2B5EF4-FFF2-40B4-BE49-F238E27FC236}">
                      <a16:creationId xmlns:a16="http://schemas.microsoft.com/office/drawing/2014/main" id="{FDAF3DCA-AC0F-0668-2FE1-F3885DC0328B}"/>
                    </a:ext>
                  </a:extLst>
                </p14:cNvPr>
                <p14:cNvContentPartPr/>
                <p14:nvPr/>
              </p14:nvContentPartPr>
              <p14:xfrm>
                <a:off x="2311876" y="5400163"/>
                <a:ext cx="154440" cy="106200"/>
              </p14:xfrm>
            </p:contentPart>
          </mc:Choice>
          <mc:Fallback xmlns="">
            <p:pic>
              <p:nvPicPr>
                <p:cNvPr id="287" name="Ink 286">
                  <a:extLst>
                    <a:ext uri="{FF2B5EF4-FFF2-40B4-BE49-F238E27FC236}">
                      <a16:creationId xmlns:a16="http://schemas.microsoft.com/office/drawing/2014/main" id="{FDAF3DCA-AC0F-0668-2FE1-F3885DC0328B}"/>
                    </a:ext>
                  </a:extLst>
                </p:cNvPr>
                <p:cNvPicPr/>
                <p:nvPr/>
              </p:nvPicPr>
              <p:blipFill>
                <a:blip r:embed="rId500"/>
                <a:stretch>
                  <a:fillRect/>
                </a:stretch>
              </p:blipFill>
              <p:spPr>
                <a:xfrm>
                  <a:off x="2305756" y="5394043"/>
                  <a:ext cx="1666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289" name="Ink 288">
                  <a:extLst>
                    <a:ext uri="{FF2B5EF4-FFF2-40B4-BE49-F238E27FC236}">
                      <a16:creationId xmlns:a16="http://schemas.microsoft.com/office/drawing/2014/main" id="{E789C5E5-CBDA-3949-865F-EAD3C6F02013}"/>
                    </a:ext>
                  </a:extLst>
                </p14:cNvPr>
                <p14:cNvContentPartPr/>
                <p14:nvPr/>
              </p14:nvContentPartPr>
              <p14:xfrm>
                <a:off x="2410516" y="5404483"/>
                <a:ext cx="99000" cy="86040"/>
              </p14:xfrm>
            </p:contentPart>
          </mc:Choice>
          <mc:Fallback xmlns="">
            <p:pic>
              <p:nvPicPr>
                <p:cNvPr id="289" name="Ink 288">
                  <a:extLst>
                    <a:ext uri="{FF2B5EF4-FFF2-40B4-BE49-F238E27FC236}">
                      <a16:creationId xmlns:a16="http://schemas.microsoft.com/office/drawing/2014/main" id="{E789C5E5-CBDA-3949-865F-EAD3C6F02013}"/>
                    </a:ext>
                  </a:extLst>
                </p:cNvPr>
                <p:cNvPicPr/>
                <p:nvPr/>
              </p:nvPicPr>
              <p:blipFill>
                <a:blip r:embed="rId502"/>
                <a:stretch>
                  <a:fillRect/>
                </a:stretch>
              </p:blipFill>
              <p:spPr>
                <a:xfrm>
                  <a:off x="2404396" y="5398363"/>
                  <a:ext cx="1112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290" name="Ink 289">
                  <a:extLst>
                    <a:ext uri="{FF2B5EF4-FFF2-40B4-BE49-F238E27FC236}">
                      <a16:creationId xmlns:a16="http://schemas.microsoft.com/office/drawing/2014/main" id="{F28B5752-590D-A6AA-BAD1-514B67D83691}"/>
                    </a:ext>
                  </a:extLst>
                </p14:cNvPr>
                <p14:cNvContentPartPr/>
                <p14:nvPr/>
              </p14:nvContentPartPr>
              <p14:xfrm>
                <a:off x="2503756" y="5283163"/>
                <a:ext cx="168840" cy="189000"/>
              </p14:xfrm>
            </p:contentPart>
          </mc:Choice>
          <mc:Fallback xmlns="">
            <p:pic>
              <p:nvPicPr>
                <p:cNvPr id="290" name="Ink 289">
                  <a:extLst>
                    <a:ext uri="{FF2B5EF4-FFF2-40B4-BE49-F238E27FC236}">
                      <a16:creationId xmlns:a16="http://schemas.microsoft.com/office/drawing/2014/main" id="{F28B5752-590D-A6AA-BAD1-514B67D83691}"/>
                    </a:ext>
                  </a:extLst>
                </p:cNvPr>
                <p:cNvPicPr/>
                <p:nvPr/>
              </p:nvPicPr>
              <p:blipFill>
                <a:blip r:embed="rId504"/>
                <a:stretch>
                  <a:fillRect/>
                </a:stretch>
              </p:blipFill>
              <p:spPr>
                <a:xfrm>
                  <a:off x="2497636" y="5277043"/>
                  <a:ext cx="18108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291" name="Ink 290">
                  <a:extLst>
                    <a:ext uri="{FF2B5EF4-FFF2-40B4-BE49-F238E27FC236}">
                      <a16:creationId xmlns:a16="http://schemas.microsoft.com/office/drawing/2014/main" id="{D3FEE321-D5EC-E494-DCF4-3604788A801E}"/>
                    </a:ext>
                  </a:extLst>
                </p14:cNvPr>
                <p14:cNvContentPartPr/>
                <p14:nvPr/>
              </p14:nvContentPartPr>
              <p14:xfrm>
                <a:off x="2991916" y="5303683"/>
                <a:ext cx="164880" cy="179640"/>
              </p14:xfrm>
            </p:contentPart>
          </mc:Choice>
          <mc:Fallback xmlns="">
            <p:pic>
              <p:nvPicPr>
                <p:cNvPr id="291" name="Ink 290">
                  <a:extLst>
                    <a:ext uri="{FF2B5EF4-FFF2-40B4-BE49-F238E27FC236}">
                      <a16:creationId xmlns:a16="http://schemas.microsoft.com/office/drawing/2014/main" id="{D3FEE321-D5EC-E494-DCF4-3604788A801E}"/>
                    </a:ext>
                  </a:extLst>
                </p:cNvPr>
                <p:cNvPicPr/>
                <p:nvPr/>
              </p:nvPicPr>
              <p:blipFill>
                <a:blip r:embed="rId506"/>
                <a:stretch>
                  <a:fillRect/>
                </a:stretch>
              </p:blipFill>
              <p:spPr>
                <a:xfrm>
                  <a:off x="2985796" y="5297563"/>
                  <a:ext cx="1771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292" name="Ink 291">
                  <a:extLst>
                    <a:ext uri="{FF2B5EF4-FFF2-40B4-BE49-F238E27FC236}">
                      <a16:creationId xmlns:a16="http://schemas.microsoft.com/office/drawing/2014/main" id="{C1E6AF02-1C6E-4EBE-9A0A-369E2F414929}"/>
                    </a:ext>
                  </a:extLst>
                </p14:cNvPr>
                <p14:cNvContentPartPr/>
                <p14:nvPr/>
              </p14:nvContentPartPr>
              <p14:xfrm>
                <a:off x="3162196" y="5361643"/>
                <a:ext cx="121320" cy="92880"/>
              </p14:xfrm>
            </p:contentPart>
          </mc:Choice>
          <mc:Fallback xmlns="">
            <p:pic>
              <p:nvPicPr>
                <p:cNvPr id="292" name="Ink 291">
                  <a:extLst>
                    <a:ext uri="{FF2B5EF4-FFF2-40B4-BE49-F238E27FC236}">
                      <a16:creationId xmlns:a16="http://schemas.microsoft.com/office/drawing/2014/main" id="{C1E6AF02-1C6E-4EBE-9A0A-369E2F414929}"/>
                    </a:ext>
                  </a:extLst>
                </p:cNvPr>
                <p:cNvPicPr/>
                <p:nvPr/>
              </p:nvPicPr>
              <p:blipFill>
                <a:blip r:embed="rId508"/>
                <a:stretch>
                  <a:fillRect/>
                </a:stretch>
              </p:blipFill>
              <p:spPr>
                <a:xfrm>
                  <a:off x="3156076" y="5355523"/>
                  <a:ext cx="13356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293" name="Ink 292">
                  <a:extLst>
                    <a:ext uri="{FF2B5EF4-FFF2-40B4-BE49-F238E27FC236}">
                      <a16:creationId xmlns:a16="http://schemas.microsoft.com/office/drawing/2014/main" id="{12416F20-8528-B34A-D2E9-8989E39A597B}"/>
                    </a:ext>
                  </a:extLst>
                </p14:cNvPr>
                <p14:cNvContentPartPr/>
                <p14:nvPr/>
              </p14:nvContentPartPr>
              <p14:xfrm>
                <a:off x="3278836" y="5319163"/>
                <a:ext cx="109080" cy="101880"/>
              </p14:xfrm>
            </p:contentPart>
          </mc:Choice>
          <mc:Fallback xmlns="">
            <p:pic>
              <p:nvPicPr>
                <p:cNvPr id="293" name="Ink 292">
                  <a:extLst>
                    <a:ext uri="{FF2B5EF4-FFF2-40B4-BE49-F238E27FC236}">
                      <a16:creationId xmlns:a16="http://schemas.microsoft.com/office/drawing/2014/main" id="{12416F20-8528-B34A-D2E9-8989E39A597B}"/>
                    </a:ext>
                  </a:extLst>
                </p:cNvPr>
                <p:cNvPicPr/>
                <p:nvPr/>
              </p:nvPicPr>
              <p:blipFill>
                <a:blip r:embed="rId510"/>
                <a:stretch>
                  <a:fillRect/>
                </a:stretch>
              </p:blipFill>
              <p:spPr>
                <a:xfrm>
                  <a:off x="3272716" y="5313043"/>
                  <a:ext cx="1213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294" name="Ink 293">
                  <a:extLst>
                    <a:ext uri="{FF2B5EF4-FFF2-40B4-BE49-F238E27FC236}">
                      <a16:creationId xmlns:a16="http://schemas.microsoft.com/office/drawing/2014/main" id="{E5E02943-FFE0-FBCA-980D-684CF30DBC04}"/>
                    </a:ext>
                  </a:extLst>
                </p14:cNvPr>
                <p14:cNvContentPartPr/>
                <p14:nvPr/>
              </p14:nvContentPartPr>
              <p14:xfrm>
                <a:off x="3396556" y="5311603"/>
                <a:ext cx="65160" cy="106200"/>
              </p14:xfrm>
            </p:contentPart>
          </mc:Choice>
          <mc:Fallback xmlns="">
            <p:pic>
              <p:nvPicPr>
                <p:cNvPr id="294" name="Ink 293">
                  <a:extLst>
                    <a:ext uri="{FF2B5EF4-FFF2-40B4-BE49-F238E27FC236}">
                      <a16:creationId xmlns:a16="http://schemas.microsoft.com/office/drawing/2014/main" id="{E5E02943-FFE0-FBCA-980D-684CF30DBC04}"/>
                    </a:ext>
                  </a:extLst>
                </p:cNvPr>
                <p:cNvPicPr/>
                <p:nvPr/>
              </p:nvPicPr>
              <p:blipFill>
                <a:blip r:embed="rId512"/>
                <a:stretch>
                  <a:fillRect/>
                </a:stretch>
              </p:blipFill>
              <p:spPr>
                <a:xfrm>
                  <a:off x="3390436" y="5305483"/>
                  <a:ext cx="7740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295" name="Ink 294">
                  <a:extLst>
                    <a:ext uri="{FF2B5EF4-FFF2-40B4-BE49-F238E27FC236}">
                      <a16:creationId xmlns:a16="http://schemas.microsoft.com/office/drawing/2014/main" id="{FF266245-AAB6-6542-1E7B-1057A541136D}"/>
                    </a:ext>
                  </a:extLst>
                </p14:cNvPr>
                <p14:cNvContentPartPr/>
                <p14:nvPr/>
              </p14:nvContentPartPr>
              <p14:xfrm>
                <a:off x="3558556" y="5315203"/>
                <a:ext cx="199080" cy="101160"/>
              </p14:xfrm>
            </p:contentPart>
          </mc:Choice>
          <mc:Fallback xmlns="">
            <p:pic>
              <p:nvPicPr>
                <p:cNvPr id="295" name="Ink 294">
                  <a:extLst>
                    <a:ext uri="{FF2B5EF4-FFF2-40B4-BE49-F238E27FC236}">
                      <a16:creationId xmlns:a16="http://schemas.microsoft.com/office/drawing/2014/main" id="{FF266245-AAB6-6542-1E7B-1057A541136D}"/>
                    </a:ext>
                  </a:extLst>
                </p:cNvPr>
                <p:cNvPicPr/>
                <p:nvPr/>
              </p:nvPicPr>
              <p:blipFill>
                <a:blip r:embed="rId514"/>
                <a:stretch>
                  <a:fillRect/>
                </a:stretch>
              </p:blipFill>
              <p:spPr>
                <a:xfrm>
                  <a:off x="3552436" y="5309083"/>
                  <a:ext cx="2113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296" name="Ink 295">
                  <a:extLst>
                    <a:ext uri="{FF2B5EF4-FFF2-40B4-BE49-F238E27FC236}">
                      <a16:creationId xmlns:a16="http://schemas.microsoft.com/office/drawing/2014/main" id="{E2C8BE27-DA28-C3C2-8BC0-E4212247410B}"/>
                    </a:ext>
                  </a:extLst>
                </p14:cNvPr>
                <p14:cNvContentPartPr/>
                <p14:nvPr/>
              </p14:nvContentPartPr>
              <p14:xfrm>
                <a:off x="3683476" y="5267323"/>
                <a:ext cx="21960" cy="10440"/>
              </p14:xfrm>
            </p:contentPart>
          </mc:Choice>
          <mc:Fallback xmlns="">
            <p:pic>
              <p:nvPicPr>
                <p:cNvPr id="296" name="Ink 295">
                  <a:extLst>
                    <a:ext uri="{FF2B5EF4-FFF2-40B4-BE49-F238E27FC236}">
                      <a16:creationId xmlns:a16="http://schemas.microsoft.com/office/drawing/2014/main" id="{E2C8BE27-DA28-C3C2-8BC0-E4212247410B}"/>
                    </a:ext>
                  </a:extLst>
                </p:cNvPr>
                <p:cNvPicPr/>
                <p:nvPr/>
              </p:nvPicPr>
              <p:blipFill>
                <a:blip r:embed="rId516"/>
                <a:stretch>
                  <a:fillRect/>
                </a:stretch>
              </p:blipFill>
              <p:spPr>
                <a:xfrm>
                  <a:off x="3677356" y="5261203"/>
                  <a:ext cx="3420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298" name="Ink 297">
                  <a:extLst>
                    <a:ext uri="{FF2B5EF4-FFF2-40B4-BE49-F238E27FC236}">
                      <a16:creationId xmlns:a16="http://schemas.microsoft.com/office/drawing/2014/main" id="{07A38300-49F1-9DD3-46DD-C891BF4AAB3F}"/>
                    </a:ext>
                  </a:extLst>
                </p14:cNvPr>
                <p14:cNvContentPartPr/>
                <p14:nvPr/>
              </p14:nvContentPartPr>
              <p14:xfrm>
                <a:off x="3720196" y="5297563"/>
                <a:ext cx="496800" cy="243360"/>
              </p14:xfrm>
            </p:contentPart>
          </mc:Choice>
          <mc:Fallback xmlns="">
            <p:pic>
              <p:nvPicPr>
                <p:cNvPr id="298" name="Ink 297">
                  <a:extLst>
                    <a:ext uri="{FF2B5EF4-FFF2-40B4-BE49-F238E27FC236}">
                      <a16:creationId xmlns:a16="http://schemas.microsoft.com/office/drawing/2014/main" id="{07A38300-49F1-9DD3-46DD-C891BF4AAB3F}"/>
                    </a:ext>
                  </a:extLst>
                </p:cNvPr>
                <p:cNvPicPr/>
                <p:nvPr/>
              </p:nvPicPr>
              <p:blipFill>
                <a:blip r:embed="rId518"/>
                <a:stretch>
                  <a:fillRect/>
                </a:stretch>
              </p:blipFill>
              <p:spPr>
                <a:xfrm>
                  <a:off x="3714076" y="5291443"/>
                  <a:ext cx="50904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299" name="Ink 298">
                  <a:extLst>
                    <a:ext uri="{FF2B5EF4-FFF2-40B4-BE49-F238E27FC236}">
                      <a16:creationId xmlns:a16="http://schemas.microsoft.com/office/drawing/2014/main" id="{1D62E63A-AA6A-7FE4-07DB-736F9D514874}"/>
                    </a:ext>
                  </a:extLst>
                </p14:cNvPr>
                <p14:cNvContentPartPr/>
                <p14:nvPr/>
              </p14:nvContentPartPr>
              <p14:xfrm>
                <a:off x="4481596" y="5386483"/>
                <a:ext cx="92880" cy="21600"/>
              </p14:xfrm>
            </p:contentPart>
          </mc:Choice>
          <mc:Fallback xmlns="">
            <p:pic>
              <p:nvPicPr>
                <p:cNvPr id="299" name="Ink 298">
                  <a:extLst>
                    <a:ext uri="{FF2B5EF4-FFF2-40B4-BE49-F238E27FC236}">
                      <a16:creationId xmlns:a16="http://schemas.microsoft.com/office/drawing/2014/main" id="{1D62E63A-AA6A-7FE4-07DB-736F9D514874}"/>
                    </a:ext>
                  </a:extLst>
                </p:cNvPr>
                <p:cNvPicPr/>
                <p:nvPr/>
              </p:nvPicPr>
              <p:blipFill>
                <a:blip r:embed="rId520"/>
                <a:stretch>
                  <a:fillRect/>
                </a:stretch>
              </p:blipFill>
              <p:spPr>
                <a:xfrm>
                  <a:off x="4475476" y="5380363"/>
                  <a:ext cx="10512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301" name="Ink 300">
                  <a:extLst>
                    <a:ext uri="{FF2B5EF4-FFF2-40B4-BE49-F238E27FC236}">
                      <a16:creationId xmlns:a16="http://schemas.microsoft.com/office/drawing/2014/main" id="{795FD8D0-9A63-339B-03A4-C3A82284CE81}"/>
                    </a:ext>
                  </a:extLst>
                </p14:cNvPr>
                <p14:cNvContentPartPr/>
                <p14:nvPr/>
              </p14:nvContentPartPr>
              <p14:xfrm>
                <a:off x="4420396" y="5400163"/>
                <a:ext cx="292680" cy="20520"/>
              </p14:xfrm>
            </p:contentPart>
          </mc:Choice>
          <mc:Fallback xmlns="">
            <p:pic>
              <p:nvPicPr>
                <p:cNvPr id="301" name="Ink 300">
                  <a:extLst>
                    <a:ext uri="{FF2B5EF4-FFF2-40B4-BE49-F238E27FC236}">
                      <a16:creationId xmlns:a16="http://schemas.microsoft.com/office/drawing/2014/main" id="{795FD8D0-9A63-339B-03A4-C3A82284CE81}"/>
                    </a:ext>
                  </a:extLst>
                </p:cNvPr>
                <p:cNvPicPr/>
                <p:nvPr/>
              </p:nvPicPr>
              <p:blipFill>
                <a:blip r:embed="rId522"/>
                <a:stretch>
                  <a:fillRect/>
                </a:stretch>
              </p:blipFill>
              <p:spPr>
                <a:xfrm>
                  <a:off x="4414276" y="5394043"/>
                  <a:ext cx="3049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302" name="Ink 301">
                  <a:extLst>
                    <a:ext uri="{FF2B5EF4-FFF2-40B4-BE49-F238E27FC236}">
                      <a16:creationId xmlns:a16="http://schemas.microsoft.com/office/drawing/2014/main" id="{A31FA27D-46EB-07BA-A749-5FAB4536F72A}"/>
                    </a:ext>
                  </a:extLst>
                </p14:cNvPr>
                <p14:cNvContentPartPr/>
                <p14:nvPr/>
              </p14:nvContentPartPr>
              <p14:xfrm>
                <a:off x="4457116" y="5432923"/>
                <a:ext cx="333720" cy="33120"/>
              </p14:xfrm>
            </p:contentPart>
          </mc:Choice>
          <mc:Fallback xmlns="">
            <p:pic>
              <p:nvPicPr>
                <p:cNvPr id="302" name="Ink 301">
                  <a:extLst>
                    <a:ext uri="{FF2B5EF4-FFF2-40B4-BE49-F238E27FC236}">
                      <a16:creationId xmlns:a16="http://schemas.microsoft.com/office/drawing/2014/main" id="{A31FA27D-46EB-07BA-A749-5FAB4536F72A}"/>
                    </a:ext>
                  </a:extLst>
                </p:cNvPr>
                <p:cNvPicPr/>
                <p:nvPr/>
              </p:nvPicPr>
              <p:blipFill>
                <a:blip r:embed="rId524"/>
                <a:stretch>
                  <a:fillRect/>
                </a:stretch>
              </p:blipFill>
              <p:spPr>
                <a:xfrm>
                  <a:off x="4450996" y="5426803"/>
                  <a:ext cx="3459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303" name="Ink 302">
                  <a:extLst>
                    <a:ext uri="{FF2B5EF4-FFF2-40B4-BE49-F238E27FC236}">
                      <a16:creationId xmlns:a16="http://schemas.microsoft.com/office/drawing/2014/main" id="{A042C57C-0AD1-67F8-C672-24A99FD65563}"/>
                    </a:ext>
                  </a:extLst>
                </p14:cNvPr>
                <p14:cNvContentPartPr/>
                <p14:nvPr/>
              </p14:nvContentPartPr>
              <p14:xfrm>
                <a:off x="4663036" y="5334643"/>
                <a:ext cx="176400" cy="214560"/>
              </p14:xfrm>
            </p:contentPart>
          </mc:Choice>
          <mc:Fallback xmlns="">
            <p:pic>
              <p:nvPicPr>
                <p:cNvPr id="303" name="Ink 302">
                  <a:extLst>
                    <a:ext uri="{FF2B5EF4-FFF2-40B4-BE49-F238E27FC236}">
                      <a16:creationId xmlns:a16="http://schemas.microsoft.com/office/drawing/2014/main" id="{A042C57C-0AD1-67F8-C672-24A99FD65563}"/>
                    </a:ext>
                  </a:extLst>
                </p:cNvPr>
                <p:cNvPicPr/>
                <p:nvPr/>
              </p:nvPicPr>
              <p:blipFill>
                <a:blip r:embed="rId526"/>
                <a:stretch>
                  <a:fillRect/>
                </a:stretch>
              </p:blipFill>
              <p:spPr>
                <a:xfrm>
                  <a:off x="4656916" y="5328523"/>
                  <a:ext cx="1886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305" name="Ink 304">
                  <a:extLst>
                    <a:ext uri="{FF2B5EF4-FFF2-40B4-BE49-F238E27FC236}">
                      <a16:creationId xmlns:a16="http://schemas.microsoft.com/office/drawing/2014/main" id="{C7CC34DB-F3B3-198B-7A97-BD60E13A593B}"/>
                    </a:ext>
                  </a:extLst>
                </p14:cNvPr>
                <p14:cNvContentPartPr/>
                <p14:nvPr/>
              </p14:nvContentPartPr>
              <p14:xfrm>
                <a:off x="5209156" y="5101363"/>
                <a:ext cx="74520" cy="428040"/>
              </p14:xfrm>
            </p:contentPart>
          </mc:Choice>
          <mc:Fallback xmlns="">
            <p:pic>
              <p:nvPicPr>
                <p:cNvPr id="305" name="Ink 304">
                  <a:extLst>
                    <a:ext uri="{FF2B5EF4-FFF2-40B4-BE49-F238E27FC236}">
                      <a16:creationId xmlns:a16="http://schemas.microsoft.com/office/drawing/2014/main" id="{C7CC34DB-F3B3-198B-7A97-BD60E13A593B}"/>
                    </a:ext>
                  </a:extLst>
                </p:cNvPr>
                <p:cNvPicPr/>
                <p:nvPr/>
              </p:nvPicPr>
              <p:blipFill>
                <a:blip r:embed="rId528"/>
                <a:stretch>
                  <a:fillRect/>
                </a:stretch>
              </p:blipFill>
              <p:spPr>
                <a:xfrm>
                  <a:off x="5203036" y="5095243"/>
                  <a:ext cx="8676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306" name="Ink 305">
                  <a:extLst>
                    <a:ext uri="{FF2B5EF4-FFF2-40B4-BE49-F238E27FC236}">
                      <a16:creationId xmlns:a16="http://schemas.microsoft.com/office/drawing/2014/main" id="{9A4DA157-B323-0987-0A0D-74B3919F82DD}"/>
                    </a:ext>
                  </a:extLst>
                </p14:cNvPr>
                <p14:cNvContentPartPr/>
                <p14:nvPr/>
              </p14:nvContentPartPr>
              <p14:xfrm>
                <a:off x="5233636" y="4933603"/>
                <a:ext cx="558360" cy="580680"/>
              </p14:xfrm>
            </p:contentPart>
          </mc:Choice>
          <mc:Fallback xmlns="">
            <p:pic>
              <p:nvPicPr>
                <p:cNvPr id="306" name="Ink 305">
                  <a:extLst>
                    <a:ext uri="{FF2B5EF4-FFF2-40B4-BE49-F238E27FC236}">
                      <a16:creationId xmlns:a16="http://schemas.microsoft.com/office/drawing/2014/main" id="{9A4DA157-B323-0987-0A0D-74B3919F82DD}"/>
                    </a:ext>
                  </a:extLst>
                </p:cNvPr>
                <p:cNvPicPr/>
                <p:nvPr/>
              </p:nvPicPr>
              <p:blipFill>
                <a:blip r:embed="rId530"/>
                <a:stretch>
                  <a:fillRect/>
                </a:stretch>
              </p:blipFill>
              <p:spPr>
                <a:xfrm>
                  <a:off x="5227516" y="4927483"/>
                  <a:ext cx="570600" cy="59292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307" name="Ink 306">
                  <a:extLst>
                    <a:ext uri="{FF2B5EF4-FFF2-40B4-BE49-F238E27FC236}">
                      <a16:creationId xmlns:a16="http://schemas.microsoft.com/office/drawing/2014/main" id="{1FE0224D-3386-B856-FF43-A9FF8DC6C5E2}"/>
                    </a:ext>
                  </a:extLst>
                </p14:cNvPr>
                <p14:cNvContentPartPr/>
                <p14:nvPr/>
              </p14:nvContentPartPr>
              <p14:xfrm>
                <a:off x="5209156" y="5465683"/>
                <a:ext cx="426240" cy="60480"/>
              </p14:xfrm>
            </p:contentPart>
          </mc:Choice>
          <mc:Fallback xmlns="">
            <p:pic>
              <p:nvPicPr>
                <p:cNvPr id="307" name="Ink 306">
                  <a:extLst>
                    <a:ext uri="{FF2B5EF4-FFF2-40B4-BE49-F238E27FC236}">
                      <a16:creationId xmlns:a16="http://schemas.microsoft.com/office/drawing/2014/main" id="{1FE0224D-3386-B856-FF43-A9FF8DC6C5E2}"/>
                    </a:ext>
                  </a:extLst>
                </p:cNvPr>
                <p:cNvPicPr/>
                <p:nvPr/>
              </p:nvPicPr>
              <p:blipFill>
                <a:blip r:embed="rId532"/>
                <a:stretch>
                  <a:fillRect/>
                </a:stretch>
              </p:blipFill>
              <p:spPr>
                <a:xfrm>
                  <a:off x="5203036" y="5459563"/>
                  <a:ext cx="43848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308" name="Ink 307">
                  <a:extLst>
                    <a:ext uri="{FF2B5EF4-FFF2-40B4-BE49-F238E27FC236}">
                      <a16:creationId xmlns:a16="http://schemas.microsoft.com/office/drawing/2014/main" id="{59AF8178-B387-9522-9E2B-80BF5EF65A84}"/>
                    </a:ext>
                  </a:extLst>
                </p14:cNvPr>
                <p14:cNvContentPartPr/>
                <p14:nvPr/>
              </p14:nvContentPartPr>
              <p14:xfrm>
                <a:off x="5366116" y="5092003"/>
                <a:ext cx="194400" cy="114480"/>
              </p14:xfrm>
            </p:contentPart>
          </mc:Choice>
          <mc:Fallback xmlns="">
            <p:pic>
              <p:nvPicPr>
                <p:cNvPr id="308" name="Ink 307">
                  <a:extLst>
                    <a:ext uri="{FF2B5EF4-FFF2-40B4-BE49-F238E27FC236}">
                      <a16:creationId xmlns:a16="http://schemas.microsoft.com/office/drawing/2014/main" id="{59AF8178-B387-9522-9E2B-80BF5EF65A84}"/>
                    </a:ext>
                  </a:extLst>
                </p:cNvPr>
                <p:cNvPicPr/>
                <p:nvPr/>
              </p:nvPicPr>
              <p:blipFill>
                <a:blip r:embed="rId534"/>
                <a:stretch>
                  <a:fillRect/>
                </a:stretch>
              </p:blipFill>
              <p:spPr>
                <a:xfrm>
                  <a:off x="5359996" y="5085883"/>
                  <a:ext cx="2066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309" name="Ink 308">
                  <a:extLst>
                    <a:ext uri="{FF2B5EF4-FFF2-40B4-BE49-F238E27FC236}">
                      <a16:creationId xmlns:a16="http://schemas.microsoft.com/office/drawing/2014/main" id="{88C8647F-F758-80CE-B4FE-6DFF44B13D6F}"/>
                    </a:ext>
                  </a:extLst>
                </p14:cNvPr>
                <p14:cNvContentPartPr/>
                <p14:nvPr/>
              </p14:nvContentPartPr>
              <p14:xfrm>
                <a:off x="5322556" y="5223043"/>
                <a:ext cx="126720" cy="130680"/>
              </p14:xfrm>
            </p:contentPart>
          </mc:Choice>
          <mc:Fallback xmlns="">
            <p:pic>
              <p:nvPicPr>
                <p:cNvPr id="309" name="Ink 308">
                  <a:extLst>
                    <a:ext uri="{FF2B5EF4-FFF2-40B4-BE49-F238E27FC236}">
                      <a16:creationId xmlns:a16="http://schemas.microsoft.com/office/drawing/2014/main" id="{88C8647F-F758-80CE-B4FE-6DFF44B13D6F}"/>
                    </a:ext>
                  </a:extLst>
                </p:cNvPr>
                <p:cNvPicPr/>
                <p:nvPr/>
              </p:nvPicPr>
              <p:blipFill>
                <a:blip r:embed="rId536"/>
                <a:stretch>
                  <a:fillRect/>
                </a:stretch>
              </p:blipFill>
              <p:spPr>
                <a:xfrm>
                  <a:off x="5316436" y="5216923"/>
                  <a:ext cx="13896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310" name="Ink 309">
                  <a:extLst>
                    <a:ext uri="{FF2B5EF4-FFF2-40B4-BE49-F238E27FC236}">
                      <a16:creationId xmlns:a16="http://schemas.microsoft.com/office/drawing/2014/main" id="{A00521E9-F74D-7C0D-64E5-F508C27E0B36}"/>
                    </a:ext>
                  </a:extLst>
                </p14:cNvPr>
                <p14:cNvContentPartPr/>
                <p14:nvPr/>
              </p14:nvContentPartPr>
              <p14:xfrm>
                <a:off x="5430916" y="5230603"/>
                <a:ext cx="142200" cy="98280"/>
              </p14:xfrm>
            </p:contentPart>
          </mc:Choice>
          <mc:Fallback xmlns="">
            <p:pic>
              <p:nvPicPr>
                <p:cNvPr id="310" name="Ink 309">
                  <a:extLst>
                    <a:ext uri="{FF2B5EF4-FFF2-40B4-BE49-F238E27FC236}">
                      <a16:creationId xmlns:a16="http://schemas.microsoft.com/office/drawing/2014/main" id="{A00521E9-F74D-7C0D-64E5-F508C27E0B36}"/>
                    </a:ext>
                  </a:extLst>
                </p:cNvPr>
                <p:cNvPicPr/>
                <p:nvPr/>
              </p:nvPicPr>
              <p:blipFill>
                <a:blip r:embed="rId538"/>
                <a:stretch>
                  <a:fillRect/>
                </a:stretch>
              </p:blipFill>
              <p:spPr>
                <a:xfrm>
                  <a:off x="5424796" y="5224483"/>
                  <a:ext cx="1544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311" name="Ink 310">
                  <a:extLst>
                    <a:ext uri="{FF2B5EF4-FFF2-40B4-BE49-F238E27FC236}">
                      <a16:creationId xmlns:a16="http://schemas.microsoft.com/office/drawing/2014/main" id="{20969DD1-A924-F715-A088-DF297B75D147}"/>
                    </a:ext>
                  </a:extLst>
                </p14:cNvPr>
                <p14:cNvContentPartPr/>
                <p14:nvPr/>
              </p14:nvContentPartPr>
              <p14:xfrm>
                <a:off x="5467996" y="5273083"/>
                <a:ext cx="18720" cy="120600"/>
              </p14:xfrm>
            </p:contentPart>
          </mc:Choice>
          <mc:Fallback xmlns="">
            <p:pic>
              <p:nvPicPr>
                <p:cNvPr id="311" name="Ink 310">
                  <a:extLst>
                    <a:ext uri="{FF2B5EF4-FFF2-40B4-BE49-F238E27FC236}">
                      <a16:creationId xmlns:a16="http://schemas.microsoft.com/office/drawing/2014/main" id="{20969DD1-A924-F715-A088-DF297B75D147}"/>
                    </a:ext>
                  </a:extLst>
                </p:cNvPr>
                <p:cNvPicPr/>
                <p:nvPr/>
              </p:nvPicPr>
              <p:blipFill>
                <a:blip r:embed="rId540"/>
                <a:stretch>
                  <a:fillRect/>
                </a:stretch>
              </p:blipFill>
              <p:spPr>
                <a:xfrm>
                  <a:off x="5461876" y="5266963"/>
                  <a:ext cx="309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312" name="Ink 311">
                  <a:extLst>
                    <a:ext uri="{FF2B5EF4-FFF2-40B4-BE49-F238E27FC236}">
                      <a16:creationId xmlns:a16="http://schemas.microsoft.com/office/drawing/2014/main" id="{830639E7-621C-24C5-7F44-2A91C9D85ABB}"/>
                    </a:ext>
                  </a:extLst>
                </p14:cNvPr>
                <p14:cNvContentPartPr/>
                <p14:nvPr/>
              </p14:nvContentPartPr>
              <p14:xfrm>
                <a:off x="5819356" y="5162923"/>
                <a:ext cx="132840" cy="95040"/>
              </p14:xfrm>
            </p:contentPart>
          </mc:Choice>
          <mc:Fallback xmlns="">
            <p:pic>
              <p:nvPicPr>
                <p:cNvPr id="312" name="Ink 311">
                  <a:extLst>
                    <a:ext uri="{FF2B5EF4-FFF2-40B4-BE49-F238E27FC236}">
                      <a16:creationId xmlns:a16="http://schemas.microsoft.com/office/drawing/2014/main" id="{830639E7-621C-24C5-7F44-2A91C9D85ABB}"/>
                    </a:ext>
                  </a:extLst>
                </p:cNvPr>
                <p:cNvPicPr/>
                <p:nvPr/>
              </p:nvPicPr>
              <p:blipFill>
                <a:blip r:embed="rId542"/>
                <a:stretch>
                  <a:fillRect/>
                </a:stretch>
              </p:blipFill>
              <p:spPr>
                <a:xfrm>
                  <a:off x="5813236" y="5156803"/>
                  <a:ext cx="1450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543">
              <p14:nvContentPartPr>
                <p14:cNvPr id="313" name="Ink 312">
                  <a:extLst>
                    <a:ext uri="{FF2B5EF4-FFF2-40B4-BE49-F238E27FC236}">
                      <a16:creationId xmlns:a16="http://schemas.microsoft.com/office/drawing/2014/main" id="{3355B059-9749-6A76-259A-11793BD5B997}"/>
                    </a:ext>
                  </a:extLst>
                </p14:cNvPr>
                <p14:cNvContentPartPr/>
                <p14:nvPr/>
              </p14:nvContentPartPr>
              <p14:xfrm>
                <a:off x="6019156" y="5056363"/>
                <a:ext cx="93960" cy="191520"/>
              </p14:xfrm>
            </p:contentPart>
          </mc:Choice>
          <mc:Fallback xmlns="">
            <p:pic>
              <p:nvPicPr>
                <p:cNvPr id="313" name="Ink 312">
                  <a:extLst>
                    <a:ext uri="{FF2B5EF4-FFF2-40B4-BE49-F238E27FC236}">
                      <a16:creationId xmlns:a16="http://schemas.microsoft.com/office/drawing/2014/main" id="{3355B059-9749-6A76-259A-11793BD5B997}"/>
                    </a:ext>
                  </a:extLst>
                </p:cNvPr>
                <p:cNvPicPr/>
                <p:nvPr/>
              </p:nvPicPr>
              <p:blipFill>
                <a:blip r:embed="rId544"/>
                <a:stretch>
                  <a:fillRect/>
                </a:stretch>
              </p:blipFill>
              <p:spPr>
                <a:xfrm>
                  <a:off x="6013036" y="5050243"/>
                  <a:ext cx="1062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314" name="Ink 313">
                  <a:extLst>
                    <a:ext uri="{FF2B5EF4-FFF2-40B4-BE49-F238E27FC236}">
                      <a16:creationId xmlns:a16="http://schemas.microsoft.com/office/drawing/2014/main" id="{58F0DA69-5888-81D3-A9DB-FA549C5B16AF}"/>
                    </a:ext>
                  </a:extLst>
                </p14:cNvPr>
                <p14:cNvContentPartPr/>
                <p14:nvPr/>
              </p14:nvContentPartPr>
              <p14:xfrm>
                <a:off x="5997196" y="4901203"/>
                <a:ext cx="741240" cy="353160"/>
              </p14:xfrm>
            </p:contentPart>
          </mc:Choice>
          <mc:Fallback xmlns="">
            <p:pic>
              <p:nvPicPr>
                <p:cNvPr id="314" name="Ink 313">
                  <a:extLst>
                    <a:ext uri="{FF2B5EF4-FFF2-40B4-BE49-F238E27FC236}">
                      <a16:creationId xmlns:a16="http://schemas.microsoft.com/office/drawing/2014/main" id="{58F0DA69-5888-81D3-A9DB-FA549C5B16AF}"/>
                    </a:ext>
                  </a:extLst>
                </p:cNvPr>
                <p:cNvPicPr/>
                <p:nvPr/>
              </p:nvPicPr>
              <p:blipFill>
                <a:blip r:embed="rId546"/>
                <a:stretch>
                  <a:fillRect/>
                </a:stretch>
              </p:blipFill>
              <p:spPr>
                <a:xfrm>
                  <a:off x="5991076" y="4895083"/>
                  <a:ext cx="75348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315" name="Ink 314">
                  <a:extLst>
                    <a:ext uri="{FF2B5EF4-FFF2-40B4-BE49-F238E27FC236}">
                      <a16:creationId xmlns:a16="http://schemas.microsoft.com/office/drawing/2014/main" id="{98894E11-0F49-7B14-0879-1ADA7A53E710}"/>
                    </a:ext>
                  </a:extLst>
                </p14:cNvPr>
                <p14:cNvContentPartPr/>
                <p14:nvPr/>
              </p14:nvContentPartPr>
              <p14:xfrm>
                <a:off x="6836356" y="5052043"/>
                <a:ext cx="37440" cy="108720"/>
              </p14:xfrm>
            </p:contentPart>
          </mc:Choice>
          <mc:Fallback xmlns="">
            <p:pic>
              <p:nvPicPr>
                <p:cNvPr id="315" name="Ink 314">
                  <a:extLst>
                    <a:ext uri="{FF2B5EF4-FFF2-40B4-BE49-F238E27FC236}">
                      <a16:creationId xmlns:a16="http://schemas.microsoft.com/office/drawing/2014/main" id="{98894E11-0F49-7B14-0879-1ADA7A53E710}"/>
                    </a:ext>
                  </a:extLst>
                </p:cNvPr>
                <p:cNvPicPr/>
                <p:nvPr/>
              </p:nvPicPr>
              <p:blipFill>
                <a:blip r:embed="rId548"/>
                <a:stretch>
                  <a:fillRect/>
                </a:stretch>
              </p:blipFill>
              <p:spPr>
                <a:xfrm>
                  <a:off x="6830236" y="5045923"/>
                  <a:ext cx="496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316" name="Ink 315">
                  <a:extLst>
                    <a:ext uri="{FF2B5EF4-FFF2-40B4-BE49-F238E27FC236}">
                      <a16:creationId xmlns:a16="http://schemas.microsoft.com/office/drawing/2014/main" id="{25A6A1BD-A008-A56C-9A10-F4A9D54AB390}"/>
                    </a:ext>
                  </a:extLst>
                </p14:cNvPr>
                <p14:cNvContentPartPr/>
                <p14:nvPr/>
              </p14:nvContentPartPr>
              <p14:xfrm>
                <a:off x="6793156" y="4960963"/>
                <a:ext cx="31320" cy="10080"/>
              </p14:xfrm>
            </p:contentPart>
          </mc:Choice>
          <mc:Fallback xmlns="">
            <p:pic>
              <p:nvPicPr>
                <p:cNvPr id="316" name="Ink 315">
                  <a:extLst>
                    <a:ext uri="{FF2B5EF4-FFF2-40B4-BE49-F238E27FC236}">
                      <a16:creationId xmlns:a16="http://schemas.microsoft.com/office/drawing/2014/main" id="{25A6A1BD-A008-A56C-9A10-F4A9D54AB390}"/>
                    </a:ext>
                  </a:extLst>
                </p:cNvPr>
                <p:cNvPicPr/>
                <p:nvPr/>
              </p:nvPicPr>
              <p:blipFill>
                <a:blip r:embed="rId550"/>
                <a:stretch>
                  <a:fillRect/>
                </a:stretch>
              </p:blipFill>
              <p:spPr>
                <a:xfrm>
                  <a:off x="6787036" y="4954843"/>
                  <a:ext cx="4356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551">
              <p14:nvContentPartPr>
                <p14:cNvPr id="317" name="Ink 316">
                  <a:extLst>
                    <a:ext uri="{FF2B5EF4-FFF2-40B4-BE49-F238E27FC236}">
                      <a16:creationId xmlns:a16="http://schemas.microsoft.com/office/drawing/2014/main" id="{CDD3661E-65E8-7313-63F1-96B29264C3D4}"/>
                    </a:ext>
                  </a:extLst>
                </p14:cNvPr>
                <p14:cNvContentPartPr/>
                <p14:nvPr/>
              </p14:nvContentPartPr>
              <p14:xfrm>
                <a:off x="6972436" y="5003083"/>
                <a:ext cx="169560" cy="142920"/>
              </p14:xfrm>
            </p:contentPart>
          </mc:Choice>
          <mc:Fallback xmlns="">
            <p:pic>
              <p:nvPicPr>
                <p:cNvPr id="317" name="Ink 316">
                  <a:extLst>
                    <a:ext uri="{FF2B5EF4-FFF2-40B4-BE49-F238E27FC236}">
                      <a16:creationId xmlns:a16="http://schemas.microsoft.com/office/drawing/2014/main" id="{CDD3661E-65E8-7313-63F1-96B29264C3D4}"/>
                    </a:ext>
                  </a:extLst>
                </p:cNvPr>
                <p:cNvPicPr/>
                <p:nvPr/>
              </p:nvPicPr>
              <p:blipFill>
                <a:blip r:embed="rId552"/>
                <a:stretch>
                  <a:fillRect/>
                </a:stretch>
              </p:blipFill>
              <p:spPr>
                <a:xfrm>
                  <a:off x="6966316" y="4996963"/>
                  <a:ext cx="18180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553">
              <p14:nvContentPartPr>
                <p14:cNvPr id="318" name="Ink 317">
                  <a:extLst>
                    <a:ext uri="{FF2B5EF4-FFF2-40B4-BE49-F238E27FC236}">
                      <a16:creationId xmlns:a16="http://schemas.microsoft.com/office/drawing/2014/main" id="{8249C89E-BC91-7F47-C7A2-854BB45EFB70}"/>
                    </a:ext>
                  </a:extLst>
                </p14:cNvPr>
                <p14:cNvContentPartPr/>
                <p14:nvPr/>
              </p14:nvContentPartPr>
              <p14:xfrm>
                <a:off x="7347916" y="4964563"/>
                <a:ext cx="123480" cy="231840"/>
              </p14:xfrm>
            </p:contentPart>
          </mc:Choice>
          <mc:Fallback xmlns="">
            <p:pic>
              <p:nvPicPr>
                <p:cNvPr id="318" name="Ink 317">
                  <a:extLst>
                    <a:ext uri="{FF2B5EF4-FFF2-40B4-BE49-F238E27FC236}">
                      <a16:creationId xmlns:a16="http://schemas.microsoft.com/office/drawing/2014/main" id="{8249C89E-BC91-7F47-C7A2-854BB45EFB70}"/>
                    </a:ext>
                  </a:extLst>
                </p:cNvPr>
                <p:cNvPicPr/>
                <p:nvPr/>
              </p:nvPicPr>
              <p:blipFill>
                <a:blip r:embed="rId554"/>
                <a:stretch>
                  <a:fillRect/>
                </a:stretch>
              </p:blipFill>
              <p:spPr>
                <a:xfrm>
                  <a:off x="7341796" y="4958443"/>
                  <a:ext cx="1357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555">
              <p14:nvContentPartPr>
                <p14:cNvPr id="319" name="Ink 318">
                  <a:extLst>
                    <a:ext uri="{FF2B5EF4-FFF2-40B4-BE49-F238E27FC236}">
                      <a16:creationId xmlns:a16="http://schemas.microsoft.com/office/drawing/2014/main" id="{6C4AF5EC-42C9-14E4-B5E7-A440B802F970}"/>
                    </a:ext>
                  </a:extLst>
                </p14:cNvPr>
                <p14:cNvContentPartPr/>
                <p14:nvPr/>
              </p14:nvContentPartPr>
              <p14:xfrm>
                <a:off x="7528636" y="4963123"/>
                <a:ext cx="248040" cy="110160"/>
              </p14:xfrm>
            </p:contentPart>
          </mc:Choice>
          <mc:Fallback xmlns="">
            <p:pic>
              <p:nvPicPr>
                <p:cNvPr id="319" name="Ink 318">
                  <a:extLst>
                    <a:ext uri="{FF2B5EF4-FFF2-40B4-BE49-F238E27FC236}">
                      <a16:creationId xmlns:a16="http://schemas.microsoft.com/office/drawing/2014/main" id="{6C4AF5EC-42C9-14E4-B5E7-A440B802F970}"/>
                    </a:ext>
                  </a:extLst>
                </p:cNvPr>
                <p:cNvPicPr/>
                <p:nvPr/>
              </p:nvPicPr>
              <p:blipFill>
                <a:blip r:embed="rId556"/>
                <a:stretch>
                  <a:fillRect/>
                </a:stretch>
              </p:blipFill>
              <p:spPr>
                <a:xfrm>
                  <a:off x="7522516" y="4957003"/>
                  <a:ext cx="26028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57">
              <p14:nvContentPartPr>
                <p14:cNvPr id="320" name="Ink 319">
                  <a:extLst>
                    <a:ext uri="{FF2B5EF4-FFF2-40B4-BE49-F238E27FC236}">
                      <a16:creationId xmlns:a16="http://schemas.microsoft.com/office/drawing/2014/main" id="{05C613F0-E54F-10CE-06B1-9FD2CC20DEF5}"/>
                    </a:ext>
                  </a:extLst>
                </p14:cNvPr>
                <p14:cNvContentPartPr/>
                <p14:nvPr/>
              </p14:nvContentPartPr>
              <p14:xfrm>
                <a:off x="7690276" y="4954843"/>
                <a:ext cx="132480" cy="110520"/>
              </p14:xfrm>
            </p:contentPart>
          </mc:Choice>
          <mc:Fallback xmlns="">
            <p:pic>
              <p:nvPicPr>
                <p:cNvPr id="320" name="Ink 319">
                  <a:extLst>
                    <a:ext uri="{FF2B5EF4-FFF2-40B4-BE49-F238E27FC236}">
                      <a16:creationId xmlns:a16="http://schemas.microsoft.com/office/drawing/2014/main" id="{05C613F0-E54F-10CE-06B1-9FD2CC20DEF5}"/>
                    </a:ext>
                  </a:extLst>
                </p:cNvPr>
                <p:cNvPicPr/>
                <p:nvPr/>
              </p:nvPicPr>
              <p:blipFill>
                <a:blip r:embed="rId558"/>
                <a:stretch>
                  <a:fillRect/>
                </a:stretch>
              </p:blipFill>
              <p:spPr>
                <a:xfrm>
                  <a:off x="7684156" y="4948723"/>
                  <a:ext cx="1447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559">
              <p14:nvContentPartPr>
                <p14:cNvPr id="321" name="Ink 320">
                  <a:extLst>
                    <a:ext uri="{FF2B5EF4-FFF2-40B4-BE49-F238E27FC236}">
                      <a16:creationId xmlns:a16="http://schemas.microsoft.com/office/drawing/2014/main" id="{77F5929E-1615-81D2-FC41-6E79A81B139C}"/>
                    </a:ext>
                  </a:extLst>
                </p14:cNvPr>
                <p14:cNvContentPartPr/>
                <p14:nvPr/>
              </p14:nvContentPartPr>
              <p14:xfrm>
                <a:off x="7872076" y="4951603"/>
                <a:ext cx="129600" cy="133920"/>
              </p14:xfrm>
            </p:contentPart>
          </mc:Choice>
          <mc:Fallback xmlns="">
            <p:pic>
              <p:nvPicPr>
                <p:cNvPr id="321" name="Ink 320">
                  <a:extLst>
                    <a:ext uri="{FF2B5EF4-FFF2-40B4-BE49-F238E27FC236}">
                      <a16:creationId xmlns:a16="http://schemas.microsoft.com/office/drawing/2014/main" id="{77F5929E-1615-81D2-FC41-6E79A81B139C}"/>
                    </a:ext>
                  </a:extLst>
                </p:cNvPr>
                <p:cNvPicPr/>
                <p:nvPr/>
              </p:nvPicPr>
              <p:blipFill>
                <a:blip r:embed="rId560"/>
                <a:stretch>
                  <a:fillRect/>
                </a:stretch>
              </p:blipFill>
              <p:spPr>
                <a:xfrm>
                  <a:off x="7865956" y="4945483"/>
                  <a:ext cx="1418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561">
              <p14:nvContentPartPr>
                <p14:cNvPr id="322" name="Ink 321">
                  <a:extLst>
                    <a:ext uri="{FF2B5EF4-FFF2-40B4-BE49-F238E27FC236}">
                      <a16:creationId xmlns:a16="http://schemas.microsoft.com/office/drawing/2014/main" id="{BCA0F1AD-FBCA-1C09-47AD-12E406E3D29E}"/>
                    </a:ext>
                  </a:extLst>
                </p14:cNvPr>
                <p14:cNvContentPartPr/>
                <p14:nvPr/>
              </p14:nvContentPartPr>
              <p14:xfrm>
                <a:off x="8041636" y="4953043"/>
                <a:ext cx="336240" cy="100440"/>
              </p14:xfrm>
            </p:contentPart>
          </mc:Choice>
          <mc:Fallback xmlns="">
            <p:pic>
              <p:nvPicPr>
                <p:cNvPr id="322" name="Ink 321">
                  <a:extLst>
                    <a:ext uri="{FF2B5EF4-FFF2-40B4-BE49-F238E27FC236}">
                      <a16:creationId xmlns:a16="http://schemas.microsoft.com/office/drawing/2014/main" id="{BCA0F1AD-FBCA-1C09-47AD-12E406E3D29E}"/>
                    </a:ext>
                  </a:extLst>
                </p:cNvPr>
                <p:cNvPicPr/>
                <p:nvPr/>
              </p:nvPicPr>
              <p:blipFill>
                <a:blip r:embed="rId562"/>
                <a:stretch>
                  <a:fillRect/>
                </a:stretch>
              </p:blipFill>
              <p:spPr>
                <a:xfrm>
                  <a:off x="8035516" y="4946923"/>
                  <a:ext cx="34848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563">
              <p14:nvContentPartPr>
                <p14:cNvPr id="323" name="Ink 322">
                  <a:extLst>
                    <a:ext uri="{FF2B5EF4-FFF2-40B4-BE49-F238E27FC236}">
                      <a16:creationId xmlns:a16="http://schemas.microsoft.com/office/drawing/2014/main" id="{9A5FFAE7-8F2A-4CDB-9BFC-40B44A62894E}"/>
                    </a:ext>
                  </a:extLst>
                </p14:cNvPr>
                <p14:cNvContentPartPr/>
                <p14:nvPr/>
              </p14:nvContentPartPr>
              <p14:xfrm>
                <a:off x="8362036" y="5026483"/>
                <a:ext cx="114480" cy="115920"/>
              </p14:xfrm>
            </p:contentPart>
          </mc:Choice>
          <mc:Fallback xmlns="">
            <p:pic>
              <p:nvPicPr>
                <p:cNvPr id="323" name="Ink 322">
                  <a:extLst>
                    <a:ext uri="{FF2B5EF4-FFF2-40B4-BE49-F238E27FC236}">
                      <a16:creationId xmlns:a16="http://schemas.microsoft.com/office/drawing/2014/main" id="{9A5FFAE7-8F2A-4CDB-9BFC-40B44A62894E}"/>
                    </a:ext>
                  </a:extLst>
                </p:cNvPr>
                <p:cNvPicPr/>
                <p:nvPr/>
              </p:nvPicPr>
              <p:blipFill>
                <a:blip r:embed="rId564"/>
                <a:stretch>
                  <a:fillRect/>
                </a:stretch>
              </p:blipFill>
              <p:spPr>
                <a:xfrm>
                  <a:off x="8355916" y="5020363"/>
                  <a:ext cx="1267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565">
              <p14:nvContentPartPr>
                <p14:cNvPr id="325" name="Ink 324">
                  <a:extLst>
                    <a:ext uri="{FF2B5EF4-FFF2-40B4-BE49-F238E27FC236}">
                      <a16:creationId xmlns:a16="http://schemas.microsoft.com/office/drawing/2014/main" id="{BBC9E013-6102-3B06-A96E-C4B5D8FB4DB3}"/>
                    </a:ext>
                  </a:extLst>
                </p14:cNvPr>
                <p14:cNvContentPartPr/>
                <p14:nvPr/>
              </p14:nvContentPartPr>
              <p14:xfrm>
                <a:off x="8580916" y="4910563"/>
                <a:ext cx="55800" cy="103680"/>
              </p14:xfrm>
            </p:contentPart>
          </mc:Choice>
          <mc:Fallback xmlns="">
            <p:pic>
              <p:nvPicPr>
                <p:cNvPr id="325" name="Ink 324">
                  <a:extLst>
                    <a:ext uri="{FF2B5EF4-FFF2-40B4-BE49-F238E27FC236}">
                      <a16:creationId xmlns:a16="http://schemas.microsoft.com/office/drawing/2014/main" id="{BBC9E013-6102-3B06-A96E-C4B5D8FB4DB3}"/>
                    </a:ext>
                  </a:extLst>
                </p:cNvPr>
                <p:cNvPicPr/>
                <p:nvPr/>
              </p:nvPicPr>
              <p:blipFill>
                <a:blip r:embed="rId566"/>
                <a:stretch>
                  <a:fillRect/>
                </a:stretch>
              </p:blipFill>
              <p:spPr>
                <a:xfrm>
                  <a:off x="8574796" y="4904443"/>
                  <a:ext cx="680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567">
              <p14:nvContentPartPr>
                <p14:cNvPr id="326" name="Ink 325">
                  <a:extLst>
                    <a:ext uri="{FF2B5EF4-FFF2-40B4-BE49-F238E27FC236}">
                      <a16:creationId xmlns:a16="http://schemas.microsoft.com/office/drawing/2014/main" id="{0DCED0F8-E2C6-17C6-6CF1-F03753AEDA6C}"/>
                    </a:ext>
                  </a:extLst>
                </p14:cNvPr>
                <p14:cNvContentPartPr/>
                <p14:nvPr/>
              </p14:nvContentPartPr>
              <p14:xfrm>
                <a:off x="8498836" y="4883923"/>
                <a:ext cx="165240" cy="34920"/>
              </p14:xfrm>
            </p:contentPart>
          </mc:Choice>
          <mc:Fallback xmlns="">
            <p:pic>
              <p:nvPicPr>
                <p:cNvPr id="326" name="Ink 325">
                  <a:extLst>
                    <a:ext uri="{FF2B5EF4-FFF2-40B4-BE49-F238E27FC236}">
                      <a16:creationId xmlns:a16="http://schemas.microsoft.com/office/drawing/2014/main" id="{0DCED0F8-E2C6-17C6-6CF1-F03753AEDA6C}"/>
                    </a:ext>
                  </a:extLst>
                </p:cNvPr>
                <p:cNvPicPr/>
                <p:nvPr/>
              </p:nvPicPr>
              <p:blipFill>
                <a:blip r:embed="rId568"/>
                <a:stretch>
                  <a:fillRect/>
                </a:stretch>
              </p:blipFill>
              <p:spPr>
                <a:xfrm>
                  <a:off x="8492716" y="4877803"/>
                  <a:ext cx="17748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569">
              <p14:nvContentPartPr>
                <p14:cNvPr id="327" name="Ink 326">
                  <a:extLst>
                    <a:ext uri="{FF2B5EF4-FFF2-40B4-BE49-F238E27FC236}">
                      <a16:creationId xmlns:a16="http://schemas.microsoft.com/office/drawing/2014/main" id="{B25B8DF5-5314-BDCA-9776-B2FB0BAB4D42}"/>
                    </a:ext>
                  </a:extLst>
                </p14:cNvPr>
                <p14:cNvContentPartPr/>
                <p14:nvPr/>
              </p14:nvContentPartPr>
              <p14:xfrm>
                <a:off x="8697916" y="4928203"/>
                <a:ext cx="145800" cy="179280"/>
              </p14:xfrm>
            </p:contentPart>
          </mc:Choice>
          <mc:Fallback xmlns="">
            <p:pic>
              <p:nvPicPr>
                <p:cNvPr id="327" name="Ink 326">
                  <a:extLst>
                    <a:ext uri="{FF2B5EF4-FFF2-40B4-BE49-F238E27FC236}">
                      <a16:creationId xmlns:a16="http://schemas.microsoft.com/office/drawing/2014/main" id="{B25B8DF5-5314-BDCA-9776-B2FB0BAB4D42}"/>
                    </a:ext>
                  </a:extLst>
                </p:cNvPr>
                <p:cNvPicPr/>
                <p:nvPr/>
              </p:nvPicPr>
              <p:blipFill>
                <a:blip r:embed="rId570"/>
                <a:stretch>
                  <a:fillRect/>
                </a:stretch>
              </p:blipFill>
              <p:spPr>
                <a:xfrm>
                  <a:off x="8691796" y="4922083"/>
                  <a:ext cx="15804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571">
              <p14:nvContentPartPr>
                <p14:cNvPr id="329" name="Ink 328">
                  <a:extLst>
                    <a:ext uri="{FF2B5EF4-FFF2-40B4-BE49-F238E27FC236}">
                      <a16:creationId xmlns:a16="http://schemas.microsoft.com/office/drawing/2014/main" id="{C0087806-8D94-B753-D7B7-5CFB29662030}"/>
                    </a:ext>
                  </a:extLst>
                </p14:cNvPr>
                <p14:cNvContentPartPr/>
                <p14:nvPr/>
              </p14:nvContentPartPr>
              <p14:xfrm>
                <a:off x="8595676" y="4893643"/>
                <a:ext cx="216360" cy="133560"/>
              </p14:xfrm>
            </p:contentPart>
          </mc:Choice>
          <mc:Fallback xmlns="">
            <p:pic>
              <p:nvPicPr>
                <p:cNvPr id="329" name="Ink 328">
                  <a:extLst>
                    <a:ext uri="{FF2B5EF4-FFF2-40B4-BE49-F238E27FC236}">
                      <a16:creationId xmlns:a16="http://schemas.microsoft.com/office/drawing/2014/main" id="{C0087806-8D94-B753-D7B7-5CFB29662030}"/>
                    </a:ext>
                  </a:extLst>
                </p:cNvPr>
                <p:cNvPicPr/>
                <p:nvPr/>
              </p:nvPicPr>
              <p:blipFill>
                <a:blip r:embed="rId572"/>
                <a:stretch>
                  <a:fillRect/>
                </a:stretch>
              </p:blipFill>
              <p:spPr>
                <a:xfrm>
                  <a:off x="8589556" y="4887523"/>
                  <a:ext cx="2286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573">
              <p14:nvContentPartPr>
                <p14:cNvPr id="330" name="Ink 329">
                  <a:extLst>
                    <a:ext uri="{FF2B5EF4-FFF2-40B4-BE49-F238E27FC236}">
                      <a16:creationId xmlns:a16="http://schemas.microsoft.com/office/drawing/2014/main" id="{3DA725D8-AA56-3BDA-F4E4-49A76C368C3E}"/>
                    </a:ext>
                  </a:extLst>
                </p14:cNvPr>
                <p14:cNvContentPartPr/>
                <p14:nvPr/>
              </p14:nvContentPartPr>
              <p14:xfrm>
                <a:off x="8984476" y="4818043"/>
                <a:ext cx="222480" cy="172440"/>
              </p14:xfrm>
            </p:contentPart>
          </mc:Choice>
          <mc:Fallback xmlns="">
            <p:pic>
              <p:nvPicPr>
                <p:cNvPr id="330" name="Ink 329">
                  <a:extLst>
                    <a:ext uri="{FF2B5EF4-FFF2-40B4-BE49-F238E27FC236}">
                      <a16:creationId xmlns:a16="http://schemas.microsoft.com/office/drawing/2014/main" id="{3DA725D8-AA56-3BDA-F4E4-49A76C368C3E}"/>
                    </a:ext>
                  </a:extLst>
                </p:cNvPr>
                <p:cNvPicPr/>
                <p:nvPr/>
              </p:nvPicPr>
              <p:blipFill>
                <a:blip r:embed="rId574"/>
                <a:stretch>
                  <a:fillRect/>
                </a:stretch>
              </p:blipFill>
              <p:spPr>
                <a:xfrm>
                  <a:off x="8978356" y="4811923"/>
                  <a:ext cx="2347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575">
              <p14:nvContentPartPr>
                <p14:cNvPr id="331" name="Ink 330">
                  <a:extLst>
                    <a:ext uri="{FF2B5EF4-FFF2-40B4-BE49-F238E27FC236}">
                      <a16:creationId xmlns:a16="http://schemas.microsoft.com/office/drawing/2014/main" id="{2D734BF5-792C-8222-B5E9-7A2EB1BF580E}"/>
                    </a:ext>
                  </a:extLst>
                </p14:cNvPr>
                <p14:cNvContentPartPr/>
                <p14:nvPr/>
              </p14:nvContentPartPr>
              <p14:xfrm>
                <a:off x="9230716" y="4771963"/>
                <a:ext cx="324360" cy="182160"/>
              </p14:xfrm>
            </p:contentPart>
          </mc:Choice>
          <mc:Fallback xmlns="">
            <p:pic>
              <p:nvPicPr>
                <p:cNvPr id="331" name="Ink 330">
                  <a:extLst>
                    <a:ext uri="{FF2B5EF4-FFF2-40B4-BE49-F238E27FC236}">
                      <a16:creationId xmlns:a16="http://schemas.microsoft.com/office/drawing/2014/main" id="{2D734BF5-792C-8222-B5E9-7A2EB1BF580E}"/>
                    </a:ext>
                  </a:extLst>
                </p:cNvPr>
                <p:cNvPicPr/>
                <p:nvPr/>
              </p:nvPicPr>
              <p:blipFill>
                <a:blip r:embed="rId576"/>
                <a:stretch>
                  <a:fillRect/>
                </a:stretch>
              </p:blipFill>
              <p:spPr>
                <a:xfrm>
                  <a:off x="9224596" y="4765843"/>
                  <a:ext cx="33660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577">
              <p14:nvContentPartPr>
                <p14:cNvPr id="332" name="Ink 331">
                  <a:extLst>
                    <a:ext uri="{FF2B5EF4-FFF2-40B4-BE49-F238E27FC236}">
                      <a16:creationId xmlns:a16="http://schemas.microsoft.com/office/drawing/2014/main" id="{9A4AB52F-4D02-98A8-2856-C943324D6B41}"/>
                    </a:ext>
                  </a:extLst>
                </p14:cNvPr>
                <p14:cNvContentPartPr/>
                <p14:nvPr/>
              </p14:nvContentPartPr>
              <p14:xfrm>
                <a:off x="9481636" y="4824883"/>
                <a:ext cx="298800" cy="84960"/>
              </p14:xfrm>
            </p:contentPart>
          </mc:Choice>
          <mc:Fallback xmlns="">
            <p:pic>
              <p:nvPicPr>
                <p:cNvPr id="332" name="Ink 331">
                  <a:extLst>
                    <a:ext uri="{FF2B5EF4-FFF2-40B4-BE49-F238E27FC236}">
                      <a16:creationId xmlns:a16="http://schemas.microsoft.com/office/drawing/2014/main" id="{9A4AB52F-4D02-98A8-2856-C943324D6B41}"/>
                    </a:ext>
                  </a:extLst>
                </p:cNvPr>
                <p:cNvPicPr/>
                <p:nvPr/>
              </p:nvPicPr>
              <p:blipFill>
                <a:blip r:embed="rId578"/>
                <a:stretch>
                  <a:fillRect/>
                </a:stretch>
              </p:blipFill>
              <p:spPr>
                <a:xfrm>
                  <a:off x="9475516" y="4818763"/>
                  <a:ext cx="31104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579">
              <p14:nvContentPartPr>
                <p14:cNvPr id="333" name="Ink 332">
                  <a:extLst>
                    <a:ext uri="{FF2B5EF4-FFF2-40B4-BE49-F238E27FC236}">
                      <a16:creationId xmlns:a16="http://schemas.microsoft.com/office/drawing/2014/main" id="{76EF95DB-F672-37D9-53BB-4107309E6E70}"/>
                    </a:ext>
                  </a:extLst>
                </p14:cNvPr>
                <p14:cNvContentPartPr/>
                <p14:nvPr/>
              </p14:nvContentPartPr>
              <p14:xfrm>
                <a:off x="9834796" y="4789963"/>
                <a:ext cx="28800" cy="111240"/>
              </p14:xfrm>
            </p:contentPart>
          </mc:Choice>
          <mc:Fallback xmlns="">
            <p:pic>
              <p:nvPicPr>
                <p:cNvPr id="333" name="Ink 332">
                  <a:extLst>
                    <a:ext uri="{FF2B5EF4-FFF2-40B4-BE49-F238E27FC236}">
                      <a16:creationId xmlns:a16="http://schemas.microsoft.com/office/drawing/2014/main" id="{76EF95DB-F672-37D9-53BB-4107309E6E70}"/>
                    </a:ext>
                  </a:extLst>
                </p:cNvPr>
                <p:cNvPicPr/>
                <p:nvPr/>
              </p:nvPicPr>
              <p:blipFill>
                <a:blip r:embed="rId580"/>
                <a:stretch>
                  <a:fillRect/>
                </a:stretch>
              </p:blipFill>
              <p:spPr>
                <a:xfrm>
                  <a:off x="9828676" y="4783843"/>
                  <a:ext cx="410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581">
              <p14:nvContentPartPr>
                <p14:cNvPr id="334" name="Ink 333">
                  <a:extLst>
                    <a:ext uri="{FF2B5EF4-FFF2-40B4-BE49-F238E27FC236}">
                      <a16:creationId xmlns:a16="http://schemas.microsoft.com/office/drawing/2014/main" id="{9F9B4ECE-3251-E9DF-E7D5-4B402523D3D7}"/>
                    </a:ext>
                  </a:extLst>
                </p14:cNvPr>
                <p14:cNvContentPartPr/>
                <p14:nvPr/>
              </p14:nvContentPartPr>
              <p14:xfrm>
                <a:off x="9755236" y="4690243"/>
                <a:ext cx="49680" cy="32040"/>
              </p14:xfrm>
            </p:contentPart>
          </mc:Choice>
          <mc:Fallback xmlns="">
            <p:pic>
              <p:nvPicPr>
                <p:cNvPr id="334" name="Ink 333">
                  <a:extLst>
                    <a:ext uri="{FF2B5EF4-FFF2-40B4-BE49-F238E27FC236}">
                      <a16:creationId xmlns:a16="http://schemas.microsoft.com/office/drawing/2014/main" id="{9F9B4ECE-3251-E9DF-E7D5-4B402523D3D7}"/>
                    </a:ext>
                  </a:extLst>
                </p:cNvPr>
                <p:cNvPicPr/>
                <p:nvPr/>
              </p:nvPicPr>
              <p:blipFill>
                <a:blip r:embed="rId582"/>
                <a:stretch>
                  <a:fillRect/>
                </a:stretch>
              </p:blipFill>
              <p:spPr>
                <a:xfrm>
                  <a:off x="9749116" y="4684123"/>
                  <a:ext cx="619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583">
              <p14:nvContentPartPr>
                <p14:cNvPr id="336" name="Ink 335">
                  <a:extLst>
                    <a:ext uri="{FF2B5EF4-FFF2-40B4-BE49-F238E27FC236}">
                      <a16:creationId xmlns:a16="http://schemas.microsoft.com/office/drawing/2014/main" id="{94C12BAD-4274-31F9-5182-C58F105FD81B}"/>
                    </a:ext>
                  </a:extLst>
                </p14:cNvPr>
                <p14:cNvContentPartPr/>
                <p14:nvPr/>
              </p14:nvContentPartPr>
              <p14:xfrm>
                <a:off x="9894916" y="4679443"/>
                <a:ext cx="48600" cy="215280"/>
              </p14:xfrm>
            </p:contentPart>
          </mc:Choice>
          <mc:Fallback xmlns="">
            <p:pic>
              <p:nvPicPr>
                <p:cNvPr id="336" name="Ink 335">
                  <a:extLst>
                    <a:ext uri="{FF2B5EF4-FFF2-40B4-BE49-F238E27FC236}">
                      <a16:creationId xmlns:a16="http://schemas.microsoft.com/office/drawing/2014/main" id="{94C12BAD-4274-31F9-5182-C58F105FD81B}"/>
                    </a:ext>
                  </a:extLst>
                </p:cNvPr>
                <p:cNvPicPr/>
                <p:nvPr/>
              </p:nvPicPr>
              <p:blipFill>
                <a:blip r:embed="rId584"/>
                <a:stretch>
                  <a:fillRect/>
                </a:stretch>
              </p:blipFill>
              <p:spPr>
                <a:xfrm>
                  <a:off x="9888796" y="4673323"/>
                  <a:ext cx="6084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585">
              <p14:nvContentPartPr>
                <p14:cNvPr id="337" name="Ink 336">
                  <a:extLst>
                    <a:ext uri="{FF2B5EF4-FFF2-40B4-BE49-F238E27FC236}">
                      <a16:creationId xmlns:a16="http://schemas.microsoft.com/office/drawing/2014/main" id="{E6118174-143C-D02A-E081-F82436B1B396}"/>
                    </a:ext>
                  </a:extLst>
                </p14:cNvPr>
                <p14:cNvContentPartPr/>
                <p14:nvPr/>
              </p14:nvContentPartPr>
              <p14:xfrm>
                <a:off x="9909676" y="4795363"/>
                <a:ext cx="89280" cy="15840"/>
              </p14:xfrm>
            </p:contentPart>
          </mc:Choice>
          <mc:Fallback xmlns="">
            <p:pic>
              <p:nvPicPr>
                <p:cNvPr id="337" name="Ink 336">
                  <a:extLst>
                    <a:ext uri="{FF2B5EF4-FFF2-40B4-BE49-F238E27FC236}">
                      <a16:creationId xmlns:a16="http://schemas.microsoft.com/office/drawing/2014/main" id="{E6118174-143C-D02A-E081-F82436B1B396}"/>
                    </a:ext>
                  </a:extLst>
                </p:cNvPr>
                <p:cNvPicPr/>
                <p:nvPr/>
              </p:nvPicPr>
              <p:blipFill>
                <a:blip r:embed="rId586"/>
                <a:stretch>
                  <a:fillRect/>
                </a:stretch>
              </p:blipFill>
              <p:spPr>
                <a:xfrm>
                  <a:off x="9903556" y="4789243"/>
                  <a:ext cx="1015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587">
              <p14:nvContentPartPr>
                <p14:cNvPr id="338" name="Ink 337">
                  <a:extLst>
                    <a:ext uri="{FF2B5EF4-FFF2-40B4-BE49-F238E27FC236}">
                      <a16:creationId xmlns:a16="http://schemas.microsoft.com/office/drawing/2014/main" id="{C063D561-D0AC-43C4-5E4C-CFECF2BA1889}"/>
                    </a:ext>
                  </a:extLst>
                </p14:cNvPr>
                <p14:cNvContentPartPr/>
                <p14:nvPr/>
              </p14:nvContentPartPr>
              <p14:xfrm>
                <a:off x="10088236" y="4680523"/>
                <a:ext cx="90720" cy="199800"/>
              </p14:xfrm>
            </p:contentPart>
          </mc:Choice>
          <mc:Fallback xmlns="">
            <p:pic>
              <p:nvPicPr>
                <p:cNvPr id="338" name="Ink 337">
                  <a:extLst>
                    <a:ext uri="{FF2B5EF4-FFF2-40B4-BE49-F238E27FC236}">
                      <a16:creationId xmlns:a16="http://schemas.microsoft.com/office/drawing/2014/main" id="{C063D561-D0AC-43C4-5E4C-CFECF2BA1889}"/>
                    </a:ext>
                  </a:extLst>
                </p:cNvPr>
                <p:cNvPicPr/>
                <p:nvPr/>
              </p:nvPicPr>
              <p:blipFill>
                <a:blip r:embed="rId588"/>
                <a:stretch>
                  <a:fillRect/>
                </a:stretch>
              </p:blipFill>
              <p:spPr>
                <a:xfrm>
                  <a:off x="10082116" y="4674403"/>
                  <a:ext cx="10296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589">
              <p14:nvContentPartPr>
                <p14:cNvPr id="339" name="Ink 338">
                  <a:extLst>
                    <a:ext uri="{FF2B5EF4-FFF2-40B4-BE49-F238E27FC236}">
                      <a16:creationId xmlns:a16="http://schemas.microsoft.com/office/drawing/2014/main" id="{2AE0EBCF-6F2E-B5AD-52B9-1B27EE984854}"/>
                    </a:ext>
                  </a:extLst>
                </p14:cNvPr>
                <p14:cNvContentPartPr/>
                <p14:nvPr/>
              </p14:nvContentPartPr>
              <p14:xfrm>
                <a:off x="10023436" y="4962763"/>
                <a:ext cx="52920" cy="10440"/>
              </p14:xfrm>
            </p:contentPart>
          </mc:Choice>
          <mc:Fallback xmlns="">
            <p:pic>
              <p:nvPicPr>
                <p:cNvPr id="339" name="Ink 338">
                  <a:extLst>
                    <a:ext uri="{FF2B5EF4-FFF2-40B4-BE49-F238E27FC236}">
                      <a16:creationId xmlns:a16="http://schemas.microsoft.com/office/drawing/2014/main" id="{2AE0EBCF-6F2E-B5AD-52B9-1B27EE984854}"/>
                    </a:ext>
                  </a:extLst>
                </p:cNvPr>
                <p:cNvPicPr/>
                <p:nvPr/>
              </p:nvPicPr>
              <p:blipFill>
                <a:blip r:embed="rId590"/>
                <a:stretch>
                  <a:fillRect/>
                </a:stretch>
              </p:blipFill>
              <p:spPr>
                <a:xfrm>
                  <a:off x="10017316" y="4956643"/>
                  <a:ext cx="651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591">
              <p14:nvContentPartPr>
                <p14:cNvPr id="340" name="Ink 339">
                  <a:extLst>
                    <a:ext uri="{FF2B5EF4-FFF2-40B4-BE49-F238E27FC236}">
                      <a16:creationId xmlns:a16="http://schemas.microsoft.com/office/drawing/2014/main" id="{2A32DEEB-4239-5CEB-53A2-76B050A4A04B}"/>
                    </a:ext>
                  </a:extLst>
                </p14:cNvPr>
                <p14:cNvContentPartPr/>
                <p14:nvPr/>
              </p14:nvContentPartPr>
              <p14:xfrm>
                <a:off x="7958476" y="5192083"/>
                <a:ext cx="681480" cy="81360"/>
              </p14:xfrm>
            </p:contentPart>
          </mc:Choice>
          <mc:Fallback xmlns="">
            <p:pic>
              <p:nvPicPr>
                <p:cNvPr id="340" name="Ink 339">
                  <a:extLst>
                    <a:ext uri="{FF2B5EF4-FFF2-40B4-BE49-F238E27FC236}">
                      <a16:creationId xmlns:a16="http://schemas.microsoft.com/office/drawing/2014/main" id="{2A32DEEB-4239-5CEB-53A2-76B050A4A04B}"/>
                    </a:ext>
                  </a:extLst>
                </p:cNvPr>
                <p:cNvPicPr/>
                <p:nvPr/>
              </p:nvPicPr>
              <p:blipFill>
                <a:blip r:embed="rId592"/>
                <a:stretch>
                  <a:fillRect/>
                </a:stretch>
              </p:blipFill>
              <p:spPr>
                <a:xfrm>
                  <a:off x="7952356" y="5185963"/>
                  <a:ext cx="69372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593">
              <p14:nvContentPartPr>
                <p14:cNvPr id="341" name="Ink 340">
                  <a:extLst>
                    <a:ext uri="{FF2B5EF4-FFF2-40B4-BE49-F238E27FC236}">
                      <a16:creationId xmlns:a16="http://schemas.microsoft.com/office/drawing/2014/main" id="{0CE53A7B-B835-FFDD-8306-547A15569667}"/>
                    </a:ext>
                  </a:extLst>
                </p14:cNvPr>
                <p14:cNvContentPartPr/>
                <p14:nvPr/>
              </p14:nvContentPartPr>
              <p14:xfrm>
                <a:off x="8301916" y="5261563"/>
                <a:ext cx="288720" cy="41040"/>
              </p14:xfrm>
            </p:contentPart>
          </mc:Choice>
          <mc:Fallback xmlns="">
            <p:pic>
              <p:nvPicPr>
                <p:cNvPr id="341" name="Ink 340">
                  <a:extLst>
                    <a:ext uri="{FF2B5EF4-FFF2-40B4-BE49-F238E27FC236}">
                      <a16:creationId xmlns:a16="http://schemas.microsoft.com/office/drawing/2014/main" id="{0CE53A7B-B835-FFDD-8306-547A15569667}"/>
                    </a:ext>
                  </a:extLst>
                </p:cNvPr>
                <p:cNvPicPr/>
                <p:nvPr/>
              </p:nvPicPr>
              <p:blipFill>
                <a:blip r:embed="rId594"/>
                <a:stretch>
                  <a:fillRect/>
                </a:stretch>
              </p:blipFill>
              <p:spPr>
                <a:xfrm>
                  <a:off x="8295796" y="5255443"/>
                  <a:ext cx="30096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595">
              <p14:nvContentPartPr>
                <p14:cNvPr id="342" name="Ink 341">
                  <a:extLst>
                    <a:ext uri="{FF2B5EF4-FFF2-40B4-BE49-F238E27FC236}">
                      <a16:creationId xmlns:a16="http://schemas.microsoft.com/office/drawing/2014/main" id="{78C3AD51-4952-F00D-302B-4A9BF669213B}"/>
                    </a:ext>
                  </a:extLst>
                </p14:cNvPr>
                <p14:cNvContentPartPr/>
                <p14:nvPr/>
              </p14:nvContentPartPr>
              <p14:xfrm>
                <a:off x="8054236" y="5377483"/>
                <a:ext cx="154080" cy="205560"/>
              </p14:xfrm>
            </p:contentPart>
          </mc:Choice>
          <mc:Fallback xmlns="">
            <p:pic>
              <p:nvPicPr>
                <p:cNvPr id="342" name="Ink 341">
                  <a:extLst>
                    <a:ext uri="{FF2B5EF4-FFF2-40B4-BE49-F238E27FC236}">
                      <a16:creationId xmlns:a16="http://schemas.microsoft.com/office/drawing/2014/main" id="{78C3AD51-4952-F00D-302B-4A9BF669213B}"/>
                    </a:ext>
                  </a:extLst>
                </p:cNvPr>
                <p:cNvPicPr/>
                <p:nvPr/>
              </p:nvPicPr>
              <p:blipFill>
                <a:blip r:embed="rId596"/>
                <a:stretch>
                  <a:fillRect/>
                </a:stretch>
              </p:blipFill>
              <p:spPr>
                <a:xfrm>
                  <a:off x="8048116" y="5371363"/>
                  <a:ext cx="16632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597">
              <p14:nvContentPartPr>
                <p14:cNvPr id="343" name="Ink 342">
                  <a:extLst>
                    <a:ext uri="{FF2B5EF4-FFF2-40B4-BE49-F238E27FC236}">
                      <a16:creationId xmlns:a16="http://schemas.microsoft.com/office/drawing/2014/main" id="{C48CDC65-DB97-A77C-9091-3110840F5650}"/>
                    </a:ext>
                  </a:extLst>
                </p14:cNvPr>
                <p14:cNvContentPartPr/>
                <p14:nvPr/>
              </p14:nvContentPartPr>
              <p14:xfrm>
                <a:off x="8118676" y="5506003"/>
                <a:ext cx="191160" cy="52200"/>
              </p14:xfrm>
            </p:contentPart>
          </mc:Choice>
          <mc:Fallback xmlns="">
            <p:pic>
              <p:nvPicPr>
                <p:cNvPr id="343" name="Ink 342">
                  <a:extLst>
                    <a:ext uri="{FF2B5EF4-FFF2-40B4-BE49-F238E27FC236}">
                      <a16:creationId xmlns:a16="http://schemas.microsoft.com/office/drawing/2014/main" id="{C48CDC65-DB97-A77C-9091-3110840F5650}"/>
                    </a:ext>
                  </a:extLst>
                </p:cNvPr>
                <p:cNvPicPr/>
                <p:nvPr/>
              </p:nvPicPr>
              <p:blipFill>
                <a:blip r:embed="rId598"/>
                <a:stretch>
                  <a:fillRect/>
                </a:stretch>
              </p:blipFill>
              <p:spPr>
                <a:xfrm>
                  <a:off x="8112556" y="5499883"/>
                  <a:ext cx="2034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599">
              <p14:nvContentPartPr>
                <p14:cNvPr id="344" name="Ink 343">
                  <a:extLst>
                    <a:ext uri="{FF2B5EF4-FFF2-40B4-BE49-F238E27FC236}">
                      <a16:creationId xmlns:a16="http://schemas.microsoft.com/office/drawing/2014/main" id="{965D85FA-D34A-BF82-15A5-0D6314E2F167}"/>
                    </a:ext>
                  </a:extLst>
                </p14:cNvPr>
                <p14:cNvContentPartPr/>
                <p14:nvPr/>
              </p14:nvContentPartPr>
              <p14:xfrm>
                <a:off x="8373556" y="5430403"/>
                <a:ext cx="441720" cy="127440"/>
              </p14:xfrm>
            </p:contentPart>
          </mc:Choice>
          <mc:Fallback xmlns="">
            <p:pic>
              <p:nvPicPr>
                <p:cNvPr id="344" name="Ink 343">
                  <a:extLst>
                    <a:ext uri="{FF2B5EF4-FFF2-40B4-BE49-F238E27FC236}">
                      <a16:creationId xmlns:a16="http://schemas.microsoft.com/office/drawing/2014/main" id="{965D85FA-D34A-BF82-15A5-0D6314E2F167}"/>
                    </a:ext>
                  </a:extLst>
                </p:cNvPr>
                <p:cNvPicPr/>
                <p:nvPr/>
              </p:nvPicPr>
              <p:blipFill>
                <a:blip r:embed="rId600"/>
                <a:stretch>
                  <a:fillRect/>
                </a:stretch>
              </p:blipFill>
              <p:spPr>
                <a:xfrm>
                  <a:off x="8367436" y="5424283"/>
                  <a:ext cx="45396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601">
              <p14:nvContentPartPr>
                <p14:cNvPr id="345" name="Ink 344">
                  <a:extLst>
                    <a:ext uri="{FF2B5EF4-FFF2-40B4-BE49-F238E27FC236}">
                      <a16:creationId xmlns:a16="http://schemas.microsoft.com/office/drawing/2014/main" id="{F529D543-D47F-E06C-91A1-ADEE2F8138D2}"/>
                    </a:ext>
                  </a:extLst>
                </p14:cNvPr>
                <p14:cNvContentPartPr/>
                <p14:nvPr/>
              </p14:nvContentPartPr>
              <p14:xfrm>
                <a:off x="8880436" y="5417443"/>
                <a:ext cx="212400" cy="104400"/>
              </p14:xfrm>
            </p:contentPart>
          </mc:Choice>
          <mc:Fallback xmlns="">
            <p:pic>
              <p:nvPicPr>
                <p:cNvPr id="345" name="Ink 344">
                  <a:extLst>
                    <a:ext uri="{FF2B5EF4-FFF2-40B4-BE49-F238E27FC236}">
                      <a16:creationId xmlns:a16="http://schemas.microsoft.com/office/drawing/2014/main" id="{F529D543-D47F-E06C-91A1-ADEE2F8138D2}"/>
                    </a:ext>
                  </a:extLst>
                </p:cNvPr>
                <p:cNvPicPr/>
                <p:nvPr/>
              </p:nvPicPr>
              <p:blipFill>
                <a:blip r:embed="rId602"/>
                <a:stretch>
                  <a:fillRect/>
                </a:stretch>
              </p:blipFill>
              <p:spPr>
                <a:xfrm>
                  <a:off x="8874316" y="5411323"/>
                  <a:ext cx="22464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603">
              <p14:nvContentPartPr>
                <p14:cNvPr id="346" name="Ink 345">
                  <a:extLst>
                    <a:ext uri="{FF2B5EF4-FFF2-40B4-BE49-F238E27FC236}">
                      <a16:creationId xmlns:a16="http://schemas.microsoft.com/office/drawing/2014/main" id="{80DDB117-980E-D954-8A2D-CFF43C35F713}"/>
                    </a:ext>
                  </a:extLst>
                </p14:cNvPr>
                <p14:cNvContentPartPr/>
                <p14:nvPr/>
              </p14:nvContentPartPr>
              <p14:xfrm>
                <a:off x="9034516" y="5383603"/>
                <a:ext cx="422280" cy="87120"/>
              </p14:xfrm>
            </p:contentPart>
          </mc:Choice>
          <mc:Fallback xmlns="">
            <p:pic>
              <p:nvPicPr>
                <p:cNvPr id="346" name="Ink 345">
                  <a:extLst>
                    <a:ext uri="{FF2B5EF4-FFF2-40B4-BE49-F238E27FC236}">
                      <a16:creationId xmlns:a16="http://schemas.microsoft.com/office/drawing/2014/main" id="{80DDB117-980E-D954-8A2D-CFF43C35F713}"/>
                    </a:ext>
                  </a:extLst>
                </p:cNvPr>
                <p:cNvPicPr/>
                <p:nvPr/>
              </p:nvPicPr>
              <p:blipFill>
                <a:blip r:embed="rId604"/>
                <a:stretch>
                  <a:fillRect/>
                </a:stretch>
              </p:blipFill>
              <p:spPr>
                <a:xfrm>
                  <a:off x="9028396" y="5377483"/>
                  <a:ext cx="4345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605">
              <p14:nvContentPartPr>
                <p14:cNvPr id="347" name="Ink 346">
                  <a:extLst>
                    <a:ext uri="{FF2B5EF4-FFF2-40B4-BE49-F238E27FC236}">
                      <a16:creationId xmlns:a16="http://schemas.microsoft.com/office/drawing/2014/main" id="{8FB81017-4820-55C1-9E3F-C885A1601483}"/>
                    </a:ext>
                  </a:extLst>
                </p14:cNvPr>
                <p14:cNvContentPartPr/>
                <p14:nvPr/>
              </p14:nvContentPartPr>
              <p14:xfrm>
                <a:off x="8207956" y="5602483"/>
                <a:ext cx="681480" cy="75600"/>
              </p14:xfrm>
            </p:contentPart>
          </mc:Choice>
          <mc:Fallback xmlns="">
            <p:pic>
              <p:nvPicPr>
                <p:cNvPr id="347" name="Ink 346">
                  <a:extLst>
                    <a:ext uri="{FF2B5EF4-FFF2-40B4-BE49-F238E27FC236}">
                      <a16:creationId xmlns:a16="http://schemas.microsoft.com/office/drawing/2014/main" id="{8FB81017-4820-55C1-9E3F-C885A1601483}"/>
                    </a:ext>
                  </a:extLst>
                </p:cNvPr>
                <p:cNvPicPr/>
                <p:nvPr/>
              </p:nvPicPr>
              <p:blipFill>
                <a:blip r:embed="rId606"/>
                <a:stretch>
                  <a:fillRect/>
                </a:stretch>
              </p:blipFill>
              <p:spPr>
                <a:xfrm>
                  <a:off x="8201836" y="5596363"/>
                  <a:ext cx="69372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607">
              <p14:nvContentPartPr>
                <p14:cNvPr id="348" name="Ink 347">
                  <a:extLst>
                    <a:ext uri="{FF2B5EF4-FFF2-40B4-BE49-F238E27FC236}">
                      <a16:creationId xmlns:a16="http://schemas.microsoft.com/office/drawing/2014/main" id="{2B989360-6433-9076-577F-B66D103F533D}"/>
                    </a:ext>
                  </a:extLst>
                </p14:cNvPr>
                <p14:cNvContentPartPr/>
                <p14:nvPr/>
              </p14:nvContentPartPr>
              <p14:xfrm>
                <a:off x="8343676" y="5679523"/>
                <a:ext cx="521280" cy="71280"/>
              </p14:xfrm>
            </p:contentPart>
          </mc:Choice>
          <mc:Fallback xmlns="">
            <p:pic>
              <p:nvPicPr>
                <p:cNvPr id="348" name="Ink 347">
                  <a:extLst>
                    <a:ext uri="{FF2B5EF4-FFF2-40B4-BE49-F238E27FC236}">
                      <a16:creationId xmlns:a16="http://schemas.microsoft.com/office/drawing/2014/main" id="{2B989360-6433-9076-577F-B66D103F533D}"/>
                    </a:ext>
                  </a:extLst>
                </p:cNvPr>
                <p:cNvPicPr/>
                <p:nvPr/>
              </p:nvPicPr>
              <p:blipFill>
                <a:blip r:embed="rId608"/>
                <a:stretch>
                  <a:fillRect/>
                </a:stretch>
              </p:blipFill>
              <p:spPr>
                <a:xfrm>
                  <a:off x="8337556" y="5673403"/>
                  <a:ext cx="5335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609">
              <p14:nvContentPartPr>
                <p14:cNvPr id="350" name="Ink 349">
                  <a:extLst>
                    <a:ext uri="{FF2B5EF4-FFF2-40B4-BE49-F238E27FC236}">
                      <a16:creationId xmlns:a16="http://schemas.microsoft.com/office/drawing/2014/main" id="{D25C4D10-E813-C34E-1EAB-02B5EF4F9687}"/>
                    </a:ext>
                  </a:extLst>
                </p14:cNvPr>
                <p14:cNvContentPartPr/>
                <p14:nvPr/>
              </p14:nvContentPartPr>
              <p14:xfrm>
                <a:off x="7671556" y="5278123"/>
                <a:ext cx="2262960" cy="531720"/>
              </p14:xfrm>
            </p:contentPart>
          </mc:Choice>
          <mc:Fallback xmlns="">
            <p:pic>
              <p:nvPicPr>
                <p:cNvPr id="350" name="Ink 349">
                  <a:extLst>
                    <a:ext uri="{FF2B5EF4-FFF2-40B4-BE49-F238E27FC236}">
                      <a16:creationId xmlns:a16="http://schemas.microsoft.com/office/drawing/2014/main" id="{D25C4D10-E813-C34E-1EAB-02B5EF4F9687}"/>
                    </a:ext>
                  </a:extLst>
                </p:cNvPr>
                <p:cNvPicPr/>
                <p:nvPr/>
              </p:nvPicPr>
              <p:blipFill>
                <a:blip r:embed="rId610"/>
                <a:stretch>
                  <a:fillRect/>
                </a:stretch>
              </p:blipFill>
              <p:spPr>
                <a:xfrm>
                  <a:off x="7665436" y="5272003"/>
                  <a:ext cx="2275200" cy="543960"/>
                </a:xfrm>
                <a:prstGeom prst="rect">
                  <a:avLst/>
                </a:prstGeom>
              </p:spPr>
            </p:pic>
          </mc:Fallback>
        </mc:AlternateContent>
      </p:grpSp>
      <p:grpSp>
        <p:nvGrpSpPr>
          <p:cNvPr id="355" name="Group 354">
            <a:extLst>
              <a:ext uri="{FF2B5EF4-FFF2-40B4-BE49-F238E27FC236}">
                <a16:creationId xmlns:a16="http://schemas.microsoft.com/office/drawing/2014/main" id="{2C061C18-4D6F-944D-2FD6-7E989FA3B175}"/>
              </a:ext>
            </a:extLst>
          </p:cNvPr>
          <p:cNvGrpSpPr/>
          <p:nvPr/>
        </p:nvGrpSpPr>
        <p:grpSpPr>
          <a:xfrm>
            <a:off x="10354996" y="5246083"/>
            <a:ext cx="457920" cy="400680"/>
            <a:chOff x="10354996" y="5246083"/>
            <a:chExt cx="457920" cy="400680"/>
          </a:xfrm>
        </p:grpSpPr>
        <mc:AlternateContent xmlns:mc="http://schemas.openxmlformats.org/markup-compatibility/2006" xmlns:p14="http://schemas.microsoft.com/office/powerpoint/2010/main">
          <mc:Choice Requires="p14">
            <p:contentPart p14:bwMode="auto" r:id="rId611">
              <p14:nvContentPartPr>
                <p14:cNvPr id="352" name="Ink 351">
                  <a:extLst>
                    <a:ext uri="{FF2B5EF4-FFF2-40B4-BE49-F238E27FC236}">
                      <a16:creationId xmlns:a16="http://schemas.microsoft.com/office/drawing/2014/main" id="{6074DE1F-31D7-9C2D-E53B-C67F2EC29AD0}"/>
                    </a:ext>
                  </a:extLst>
                </p14:cNvPr>
                <p14:cNvContentPartPr/>
                <p14:nvPr/>
              </p14:nvContentPartPr>
              <p14:xfrm>
                <a:off x="10375516" y="5313763"/>
                <a:ext cx="297360" cy="21240"/>
              </p14:xfrm>
            </p:contentPart>
          </mc:Choice>
          <mc:Fallback xmlns="">
            <p:pic>
              <p:nvPicPr>
                <p:cNvPr id="352" name="Ink 351">
                  <a:extLst>
                    <a:ext uri="{FF2B5EF4-FFF2-40B4-BE49-F238E27FC236}">
                      <a16:creationId xmlns:a16="http://schemas.microsoft.com/office/drawing/2014/main" id="{6074DE1F-31D7-9C2D-E53B-C67F2EC29AD0}"/>
                    </a:ext>
                  </a:extLst>
                </p:cNvPr>
                <p:cNvPicPr/>
                <p:nvPr/>
              </p:nvPicPr>
              <p:blipFill>
                <a:blip r:embed="rId612"/>
                <a:stretch>
                  <a:fillRect/>
                </a:stretch>
              </p:blipFill>
              <p:spPr>
                <a:xfrm>
                  <a:off x="10369396" y="5307643"/>
                  <a:ext cx="3096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613">
              <p14:nvContentPartPr>
                <p14:cNvPr id="353" name="Ink 352">
                  <a:extLst>
                    <a:ext uri="{FF2B5EF4-FFF2-40B4-BE49-F238E27FC236}">
                      <a16:creationId xmlns:a16="http://schemas.microsoft.com/office/drawing/2014/main" id="{F6EC1334-7D85-C6C9-7F98-44578EC40292}"/>
                    </a:ext>
                  </a:extLst>
                </p14:cNvPr>
                <p14:cNvContentPartPr/>
                <p14:nvPr/>
              </p14:nvContentPartPr>
              <p14:xfrm>
                <a:off x="10354996" y="5415643"/>
                <a:ext cx="340560" cy="31320"/>
              </p14:xfrm>
            </p:contentPart>
          </mc:Choice>
          <mc:Fallback xmlns="">
            <p:pic>
              <p:nvPicPr>
                <p:cNvPr id="353" name="Ink 352">
                  <a:extLst>
                    <a:ext uri="{FF2B5EF4-FFF2-40B4-BE49-F238E27FC236}">
                      <a16:creationId xmlns:a16="http://schemas.microsoft.com/office/drawing/2014/main" id="{F6EC1334-7D85-C6C9-7F98-44578EC40292}"/>
                    </a:ext>
                  </a:extLst>
                </p:cNvPr>
                <p:cNvPicPr/>
                <p:nvPr/>
              </p:nvPicPr>
              <p:blipFill>
                <a:blip r:embed="rId614"/>
                <a:stretch>
                  <a:fillRect/>
                </a:stretch>
              </p:blipFill>
              <p:spPr>
                <a:xfrm>
                  <a:off x="10348876" y="5409523"/>
                  <a:ext cx="3528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15">
              <p14:nvContentPartPr>
                <p14:cNvPr id="354" name="Ink 353">
                  <a:extLst>
                    <a:ext uri="{FF2B5EF4-FFF2-40B4-BE49-F238E27FC236}">
                      <a16:creationId xmlns:a16="http://schemas.microsoft.com/office/drawing/2014/main" id="{37540A34-217E-CCBE-21D1-4690243C9933}"/>
                    </a:ext>
                  </a:extLst>
                </p14:cNvPr>
                <p14:cNvContentPartPr/>
                <p14:nvPr/>
              </p14:nvContentPartPr>
              <p14:xfrm>
                <a:off x="10488916" y="5246083"/>
                <a:ext cx="324000" cy="400680"/>
              </p14:xfrm>
            </p:contentPart>
          </mc:Choice>
          <mc:Fallback xmlns="">
            <p:pic>
              <p:nvPicPr>
                <p:cNvPr id="354" name="Ink 353">
                  <a:extLst>
                    <a:ext uri="{FF2B5EF4-FFF2-40B4-BE49-F238E27FC236}">
                      <a16:creationId xmlns:a16="http://schemas.microsoft.com/office/drawing/2014/main" id="{37540A34-217E-CCBE-21D1-4690243C9933}"/>
                    </a:ext>
                  </a:extLst>
                </p:cNvPr>
                <p:cNvPicPr/>
                <p:nvPr/>
              </p:nvPicPr>
              <p:blipFill>
                <a:blip r:embed="rId616"/>
                <a:stretch>
                  <a:fillRect/>
                </a:stretch>
              </p:blipFill>
              <p:spPr>
                <a:xfrm>
                  <a:off x="10482796" y="5239963"/>
                  <a:ext cx="336240" cy="412920"/>
                </a:xfrm>
                <a:prstGeom prst="rect">
                  <a:avLst/>
                </a:prstGeom>
              </p:spPr>
            </p:pic>
          </mc:Fallback>
        </mc:AlternateContent>
      </p:grpSp>
      <p:grpSp>
        <p:nvGrpSpPr>
          <p:cNvPr id="359" name="Group 358">
            <a:extLst>
              <a:ext uri="{FF2B5EF4-FFF2-40B4-BE49-F238E27FC236}">
                <a16:creationId xmlns:a16="http://schemas.microsoft.com/office/drawing/2014/main" id="{6E8E4CFC-9482-C922-B8E1-F854F2B40E5B}"/>
              </a:ext>
            </a:extLst>
          </p:cNvPr>
          <p:cNvGrpSpPr/>
          <p:nvPr/>
        </p:nvGrpSpPr>
        <p:grpSpPr>
          <a:xfrm>
            <a:off x="11000476" y="5009203"/>
            <a:ext cx="1164960" cy="393480"/>
            <a:chOff x="11000476" y="5009203"/>
            <a:chExt cx="1164960" cy="393480"/>
          </a:xfrm>
        </p:grpSpPr>
        <mc:AlternateContent xmlns:mc="http://schemas.openxmlformats.org/markup-compatibility/2006" xmlns:p14="http://schemas.microsoft.com/office/powerpoint/2010/main">
          <mc:Choice Requires="p14">
            <p:contentPart p14:bwMode="auto" r:id="rId617">
              <p14:nvContentPartPr>
                <p14:cNvPr id="356" name="Ink 355">
                  <a:extLst>
                    <a:ext uri="{FF2B5EF4-FFF2-40B4-BE49-F238E27FC236}">
                      <a16:creationId xmlns:a16="http://schemas.microsoft.com/office/drawing/2014/main" id="{DDC7E34E-2B83-BA87-6E0F-06A725CC8644}"/>
                    </a:ext>
                  </a:extLst>
                </p14:cNvPr>
                <p14:cNvContentPartPr/>
                <p14:nvPr/>
              </p14:nvContentPartPr>
              <p14:xfrm>
                <a:off x="11000476" y="5175883"/>
                <a:ext cx="213120" cy="226800"/>
              </p14:xfrm>
            </p:contentPart>
          </mc:Choice>
          <mc:Fallback xmlns="">
            <p:pic>
              <p:nvPicPr>
                <p:cNvPr id="356" name="Ink 355">
                  <a:extLst>
                    <a:ext uri="{FF2B5EF4-FFF2-40B4-BE49-F238E27FC236}">
                      <a16:creationId xmlns:a16="http://schemas.microsoft.com/office/drawing/2014/main" id="{DDC7E34E-2B83-BA87-6E0F-06A725CC8644}"/>
                    </a:ext>
                  </a:extLst>
                </p:cNvPr>
                <p:cNvPicPr/>
                <p:nvPr/>
              </p:nvPicPr>
              <p:blipFill>
                <a:blip r:embed="rId618"/>
                <a:stretch>
                  <a:fillRect/>
                </a:stretch>
              </p:blipFill>
              <p:spPr>
                <a:xfrm>
                  <a:off x="10994356" y="5169763"/>
                  <a:ext cx="22536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619">
              <p14:nvContentPartPr>
                <p14:cNvPr id="357" name="Ink 356">
                  <a:extLst>
                    <a:ext uri="{FF2B5EF4-FFF2-40B4-BE49-F238E27FC236}">
                      <a16:creationId xmlns:a16="http://schemas.microsoft.com/office/drawing/2014/main" id="{B3088C97-8BC2-B9E2-E722-DC0F0CFF1F6F}"/>
                    </a:ext>
                  </a:extLst>
                </p14:cNvPr>
                <p14:cNvContentPartPr/>
                <p14:nvPr/>
              </p14:nvContentPartPr>
              <p14:xfrm>
                <a:off x="11236636" y="5162203"/>
                <a:ext cx="416880" cy="222120"/>
              </p14:xfrm>
            </p:contentPart>
          </mc:Choice>
          <mc:Fallback xmlns="">
            <p:pic>
              <p:nvPicPr>
                <p:cNvPr id="357" name="Ink 356">
                  <a:extLst>
                    <a:ext uri="{FF2B5EF4-FFF2-40B4-BE49-F238E27FC236}">
                      <a16:creationId xmlns:a16="http://schemas.microsoft.com/office/drawing/2014/main" id="{B3088C97-8BC2-B9E2-E722-DC0F0CFF1F6F}"/>
                    </a:ext>
                  </a:extLst>
                </p:cNvPr>
                <p:cNvPicPr/>
                <p:nvPr/>
              </p:nvPicPr>
              <p:blipFill>
                <a:blip r:embed="rId620"/>
                <a:stretch>
                  <a:fillRect/>
                </a:stretch>
              </p:blipFill>
              <p:spPr>
                <a:xfrm>
                  <a:off x="11230516" y="5156083"/>
                  <a:ext cx="42912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621">
              <p14:nvContentPartPr>
                <p14:cNvPr id="358" name="Ink 357">
                  <a:extLst>
                    <a:ext uri="{FF2B5EF4-FFF2-40B4-BE49-F238E27FC236}">
                      <a16:creationId xmlns:a16="http://schemas.microsoft.com/office/drawing/2014/main" id="{EF8C6A82-0E1B-1540-9FC4-4762B58F8A68}"/>
                    </a:ext>
                  </a:extLst>
                </p14:cNvPr>
                <p14:cNvContentPartPr/>
                <p14:nvPr/>
              </p14:nvContentPartPr>
              <p14:xfrm>
                <a:off x="11768356" y="5009203"/>
                <a:ext cx="397080" cy="300960"/>
              </p14:xfrm>
            </p:contentPart>
          </mc:Choice>
          <mc:Fallback xmlns="">
            <p:pic>
              <p:nvPicPr>
                <p:cNvPr id="358" name="Ink 357">
                  <a:extLst>
                    <a:ext uri="{FF2B5EF4-FFF2-40B4-BE49-F238E27FC236}">
                      <a16:creationId xmlns:a16="http://schemas.microsoft.com/office/drawing/2014/main" id="{EF8C6A82-0E1B-1540-9FC4-4762B58F8A68}"/>
                    </a:ext>
                  </a:extLst>
                </p:cNvPr>
                <p:cNvPicPr/>
                <p:nvPr/>
              </p:nvPicPr>
              <p:blipFill>
                <a:blip r:embed="rId622"/>
                <a:stretch>
                  <a:fillRect/>
                </a:stretch>
              </p:blipFill>
              <p:spPr>
                <a:xfrm>
                  <a:off x="11762236" y="5003083"/>
                  <a:ext cx="409320" cy="313200"/>
                </a:xfrm>
                <a:prstGeom prst="rect">
                  <a:avLst/>
                </a:prstGeom>
              </p:spPr>
            </p:pic>
          </mc:Fallback>
        </mc:AlternateContent>
      </p:grpSp>
      <p:grpSp>
        <p:nvGrpSpPr>
          <p:cNvPr id="364" name="Group 363">
            <a:extLst>
              <a:ext uri="{FF2B5EF4-FFF2-40B4-BE49-F238E27FC236}">
                <a16:creationId xmlns:a16="http://schemas.microsoft.com/office/drawing/2014/main" id="{1979EAB4-19DD-3001-A3E3-C14EDFAA5A28}"/>
              </a:ext>
            </a:extLst>
          </p:cNvPr>
          <p:cNvGrpSpPr/>
          <p:nvPr/>
        </p:nvGrpSpPr>
        <p:grpSpPr>
          <a:xfrm>
            <a:off x="10975276" y="5587363"/>
            <a:ext cx="743400" cy="448920"/>
            <a:chOff x="10975276" y="5587363"/>
            <a:chExt cx="743400" cy="448920"/>
          </a:xfrm>
        </p:grpSpPr>
        <mc:AlternateContent xmlns:mc="http://schemas.openxmlformats.org/markup-compatibility/2006" xmlns:p14="http://schemas.microsoft.com/office/powerpoint/2010/main">
          <mc:Choice Requires="p14">
            <p:contentPart p14:bwMode="auto" r:id="rId623">
              <p14:nvContentPartPr>
                <p14:cNvPr id="360" name="Ink 359">
                  <a:extLst>
                    <a:ext uri="{FF2B5EF4-FFF2-40B4-BE49-F238E27FC236}">
                      <a16:creationId xmlns:a16="http://schemas.microsoft.com/office/drawing/2014/main" id="{91090CCD-1728-2A92-6D5E-FC91A1B23C7D}"/>
                    </a:ext>
                  </a:extLst>
                </p14:cNvPr>
                <p14:cNvContentPartPr/>
                <p14:nvPr/>
              </p14:nvContentPartPr>
              <p14:xfrm>
                <a:off x="10975276" y="5587363"/>
                <a:ext cx="253440" cy="254520"/>
              </p14:xfrm>
            </p:contentPart>
          </mc:Choice>
          <mc:Fallback xmlns="">
            <p:pic>
              <p:nvPicPr>
                <p:cNvPr id="360" name="Ink 359">
                  <a:extLst>
                    <a:ext uri="{FF2B5EF4-FFF2-40B4-BE49-F238E27FC236}">
                      <a16:creationId xmlns:a16="http://schemas.microsoft.com/office/drawing/2014/main" id="{91090CCD-1728-2A92-6D5E-FC91A1B23C7D}"/>
                    </a:ext>
                  </a:extLst>
                </p:cNvPr>
                <p:cNvPicPr/>
                <p:nvPr/>
              </p:nvPicPr>
              <p:blipFill>
                <a:blip r:embed="rId624"/>
                <a:stretch>
                  <a:fillRect/>
                </a:stretch>
              </p:blipFill>
              <p:spPr>
                <a:xfrm>
                  <a:off x="10969156" y="5581243"/>
                  <a:ext cx="26568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625">
              <p14:nvContentPartPr>
                <p14:cNvPr id="361" name="Ink 360">
                  <a:extLst>
                    <a:ext uri="{FF2B5EF4-FFF2-40B4-BE49-F238E27FC236}">
                      <a16:creationId xmlns:a16="http://schemas.microsoft.com/office/drawing/2014/main" id="{F0BFB865-8CDE-4117-8442-146B685CAA6A}"/>
                    </a:ext>
                  </a:extLst>
                </p14:cNvPr>
                <p14:cNvContentPartPr/>
                <p14:nvPr/>
              </p14:nvContentPartPr>
              <p14:xfrm>
                <a:off x="11271196" y="5641003"/>
                <a:ext cx="447480" cy="154800"/>
              </p14:xfrm>
            </p:contentPart>
          </mc:Choice>
          <mc:Fallback xmlns="">
            <p:pic>
              <p:nvPicPr>
                <p:cNvPr id="361" name="Ink 360">
                  <a:extLst>
                    <a:ext uri="{FF2B5EF4-FFF2-40B4-BE49-F238E27FC236}">
                      <a16:creationId xmlns:a16="http://schemas.microsoft.com/office/drawing/2014/main" id="{F0BFB865-8CDE-4117-8442-146B685CAA6A}"/>
                    </a:ext>
                  </a:extLst>
                </p:cNvPr>
                <p:cNvPicPr/>
                <p:nvPr/>
              </p:nvPicPr>
              <p:blipFill>
                <a:blip r:embed="rId626"/>
                <a:stretch>
                  <a:fillRect/>
                </a:stretch>
              </p:blipFill>
              <p:spPr>
                <a:xfrm>
                  <a:off x="11265076" y="5634883"/>
                  <a:ext cx="45972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627">
              <p14:nvContentPartPr>
                <p14:cNvPr id="362" name="Ink 361">
                  <a:extLst>
                    <a:ext uri="{FF2B5EF4-FFF2-40B4-BE49-F238E27FC236}">
                      <a16:creationId xmlns:a16="http://schemas.microsoft.com/office/drawing/2014/main" id="{2C8A62F4-BBDA-F52B-5818-4208B35BAF8F}"/>
                    </a:ext>
                  </a:extLst>
                </p14:cNvPr>
                <p14:cNvContentPartPr/>
                <p14:nvPr/>
              </p14:nvContentPartPr>
              <p14:xfrm>
                <a:off x="11167516" y="5923963"/>
                <a:ext cx="329760" cy="81000"/>
              </p14:xfrm>
            </p:contentPart>
          </mc:Choice>
          <mc:Fallback xmlns="">
            <p:pic>
              <p:nvPicPr>
                <p:cNvPr id="362" name="Ink 361">
                  <a:extLst>
                    <a:ext uri="{FF2B5EF4-FFF2-40B4-BE49-F238E27FC236}">
                      <a16:creationId xmlns:a16="http://schemas.microsoft.com/office/drawing/2014/main" id="{2C8A62F4-BBDA-F52B-5818-4208B35BAF8F}"/>
                    </a:ext>
                  </a:extLst>
                </p:cNvPr>
                <p:cNvPicPr/>
                <p:nvPr/>
              </p:nvPicPr>
              <p:blipFill>
                <a:blip r:embed="rId628"/>
                <a:stretch>
                  <a:fillRect/>
                </a:stretch>
              </p:blipFill>
              <p:spPr>
                <a:xfrm>
                  <a:off x="11161396" y="5917843"/>
                  <a:ext cx="3420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629">
              <p14:nvContentPartPr>
                <p14:cNvPr id="363" name="Ink 362">
                  <a:extLst>
                    <a:ext uri="{FF2B5EF4-FFF2-40B4-BE49-F238E27FC236}">
                      <a16:creationId xmlns:a16="http://schemas.microsoft.com/office/drawing/2014/main" id="{B8E61795-1C7C-6779-B270-02E6EEDA6063}"/>
                    </a:ext>
                  </a:extLst>
                </p14:cNvPr>
                <p14:cNvContentPartPr/>
                <p14:nvPr/>
              </p14:nvContentPartPr>
              <p14:xfrm>
                <a:off x="11269036" y="5972203"/>
                <a:ext cx="375840" cy="64080"/>
              </p14:xfrm>
            </p:contentPart>
          </mc:Choice>
          <mc:Fallback xmlns="">
            <p:pic>
              <p:nvPicPr>
                <p:cNvPr id="363" name="Ink 362">
                  <a:extLst>
                    <a:ext uri="{FF2B5EF4-FFF2-40B4-BE49-F238E27FC236}">
                      <a16:creationId xmlns:a16="http://schemas.microsoft.com/office/drawing/2014/main" id="{B8E61795-1C7C-6779-B270-02E6EEDA6063}"/>
                    </a:ext>
                  </a:extLst>
                </p:cNvPr>
                <p:cNvPicPr/>
                <p:nvPr/>
              </p:nvPicPr>
              <p:blipFill>
                <a:blip r:embed="rId630"/>
                <a:stretch>
                  <a:fillRect/>
                </a:stretch>
              </p:blipFill>
              <p:spPr>
                <a:xfrm>
                  <a:off x="11262916" y="5966083"/>
                  <a:ext cx="388080" cy="76320"/>
                </a:xfrm>
                <a:prstGeom prst="rect">
                  <a:avLst/>
                </a:prstGeom>
              </p:spPr>
            </p:pic>
          </mc:Fallback>
        </mc:AlternateContent>
      </p:grpSp>
    </p:spTree>
    <p:extLst>
      <p:ext uri="{BB962C8B-B14F-4D97-AF65-F5344CB8AC3E}">
        <p14:creationId xmlns:p14="http://schemas.microsoft.com/office/powerpoint/2010/main" val="41456668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2DF999D2-F44B-5590-D221-32CB2EFA7294}"/>
              </a:ext>
            </a:extLst>
          </p:cNvPr>
          <p:cNvGrpSpPr/>
          <p:nvPr/>
        </p:nvGrpSpPr>
        <p:grpSpPr>
          <a:xfrm>
            <a:off x="767466" y="578323"/>
            <a:ext cx="9138960" cy="1210320"/>
            <a:chOff x="767466" y="578323"/>
            <a:chExt cx="9138960" cy="121032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5F57D0A-8294-0FD3-4342-C923EF2F36CE}"/>
                    </a:ext>
                  </a:extLst>
                </p14:cNvPr>
                <p14:cNvContentPartPr/>
                <p14:nvPr/>
              </p14:nvContentPartPr>
              <p14:xfrm>
                <a:off x="998946" y="925003"/>
                <a:ext cx="77400" cy="280080"/>
              </p14:xfrm>
            </p:contentPart>
          </mc:Choice>
          <mc:Fallback xmlns="">
            <p:pic>
              <p:nvPicPr>
                <p:cNvPr id="4" name="Ink 3">
                  <a:extLst>
                    <a:ext uri="{FF2B5EF4-FFF2-40B4-BE49-F238E27FC236}">
                      <a16:creationId xmlns:a16="http://schemas.microsoft.com/office/drawing/2014/main" id="{95F57D0A-8294-0FD3-4342-C923EF2F36CE}"/>
                    </a:ext>
                  </a:extLst>
                </p:cNvPr>
                <p:cNvPicPr/>
                <p:nvPr/>
              </p:nvPicPr>
              <p:blipFill>
                <a:blip r:embed="rId3"/>
                <a:stretch>
                  <a:fillRect/>
                </a:stretch>
              </p:blipFill>
              <p:spPr>
                <a:xfrm>
                  <a:off x="992826" y="918883"/>
                  <a:ext cx="8964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3FBAB93-582F-CC7F-9BEF-D6EE5015EAB8}"/>
                    </a:ext>
                  </a:extLst>
                </p14:cNvPr>
                <p14:cNvContentPartPr/>
                <p14:nvPr/>
              </p14:nvContentPartPr>
              <p14:xfrm>
                <a:off x="807786" y="1195003"/>
                <a:ext cx="342720" cy="79200"/>
              </p14:xfrm>
            </p:contentPart>
          </mc:Choice>
          <mc:Fallback xmlns="">
            <p:pic>
              <p:nvPicPr>
                <p:cNvPr id="5" name="Ink 4">
                  <a:extLst>
                    <a:ext uri="{FF2B5EF4-FFF2-40B4-BE49-F238E27FC236}">
                      <a16:creationId xmlns:a16="http://schemas.microsoft.com/office/drawing/2014/main" id="{F3FBAB93-582F-CC7F-9BEF-D6EE5015EAB8}"/>
                    </a:ext>
                  </a:extLst>
                </p:cNvPr>
                <p:cNvPicPr/>
                <p:nvPr/>
              </p:nvPicPr>
              <p:blipFill>
                <a:blip r:embed="rId5"/>
                <a:stretch>
                  <a:fillRect/>
                </a:stretch>
              </p:blipFill>
              <p:spPr>
                <a:xfrm>
                  <a:off x="801666" y="1188883"/>
                  <a:ext cx="35496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5D3126D3-CA07-77BD-3540-73E03DD66908}"/>
                    </a:ext>
                  </a:extLst>
                </p14:cNvPr>
                <p14:cNvContentPartPr/>
                <p14:nvPr/>
              </p14:nvContentPartPr>
              <p14:xfrm>
                <a:off x="844866" y="911683"/>
                <a:ext cx="257760" cy="75600"/>
              </p14:xfrm>
            </p:contentPart>
          </mc:Choice>
          <mc:Fallback xmlns="">
            <p:pic>
              <p:nvPicPr>
                <p:cNvPr id="6" name="Ink 5">
                  <a:extLst>
                    <a:ext uri="{FF2B5EF4-FFF2-40B4-BE49-F238E27FC236}">
                      <a16:creationId xmlns:a16="http://schemas.microsoft.com/office/drawing/2014/main" id="{5D3126D3-CA07-77BD-3540-73E03DD66908}"/>
                    </a:ext>
                  </a:extLst>
                </p:cNvPr>
                <p:cNvPicPr/>
                <p:nvPr/>
              </p:nvPicPr>
              <p:blipFill>
                <a:blip r:embed="rId7"/>
                <a:stretch>
                  <a:fillRect/>
                </a:stretch>
              </p:blipFill>
              <p:spPr>
                <a:xfrm>
                  <a:off x="838746" y="905563"/>
                  <a:ext cx="2700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98DCB45F-8988-5BE8-C6C9-78E78A3D3B88}"/>
                    </a:ext>
                  </a:extLst>
                </p14:cNvPr>
                <p14:cNvContentPartPr/>
                <p14:nvPr/>
              </p14:nvContentPartPr>
              <p14:xfrm>
                <a:off x="1020906" y="1087363"/>
                <a:ext cx="869040" cy="314280"/>
              </p14:xfrm>
            </p:contentPart>
          </mc:Choice>
          <mc:Fallback xmlns="">
            <p:pic>
              <p:nvPicPr>
                <p:cNvPr id="7" name="Ink 6">
                  <a:extLst>
                    <a:ext uri="{FF2B5EF4-FFF2-40B4-BE49-F238E27FC236}">
                      <a16:creationId xmlns:a16="http://schemas.microsoft.com/office/drawing/2014/main" id="{98DCB45F-8988-5BE8-C6C9-78E78A3D3B88}"/>
                    </a:ext>
                  </a:extLst>
                </p:cNvPr>
                <p:cNvPicPr/>
                <p:nvPr/>
              </p:nvPicPr>
              <p:blipFill>
                <a:blip r:embed="rId9"/>
                <a:stretch>
                  <a:fillRect/>
                </a:stretch>
              </p:blipFill>
              <p:spPr>
                <a:xfrm>
                  <a:off x="1014786" y="1081243"/>
                  <a:ext cx="88128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BC228229-A12C-A65E-6A26-4D1143402353}"/>
                    </a:ext>
                  </a:extLst>
                </p14:cNvPr>
                <p14:cNvContentPartPr/>
                <p14:nvPr/>
              </p14:nvContentPartPr>
              <p14:xfrm>
                <a:off x="1920186" y="863443"/>
                <a:ext cx="80640" cy="344520"/>
              </p14:xfrm>
            </p:contentPart>
          </mc:Choice>
          <mc:Fallback xmlns="">
            <p:pic>
              <p:nvPicPr>
                <p:cNvPr id="8" name="Ink 7">
                  <a:extLst>
                    <a:ext uri="{FF2B5EF4-FFF2-40B4-BE49-F238E27FC236}">
                      <a16:creationId xmlns:a16="http://schemas.microsoft.com/office/drawing/2014/main" id="{BC228229-A12C-A65E-6A26-4D1143402353}"/>
                    </a:ext>
                  </a:extLst>
                </p:cNvPr>
                <p:cNvPicPr/>
                <p:nvPr/>
              </p:nvPicPr>
              <p:blipFill>
                <a:blip r:embed="rId11"/>
                <a:stretch>
                  <a:fillRect/>
                </a:stretch>
              </p:blipFill>
              <p:spPr>
                <a:xfrm>
                  <a:off x="1914066" y="857323"/>
                  <a:ext cx="9288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F873294C-2180-8A33-EB09-F1C1404E30EE}"/>
                    </a:ext>
                  </a:extLst>
                </p14:cNvPr>
                <p14:cNvContentPartPr/>
                <p14:nvPr/>
              </p14:nvContentPartPr>
              <p14:xfrm>
                <a:off x="2126826" y="905923"/>
                <a:ext cx="86760" cy="240480"/>
              </p14:xfrm>
            </p:contentPart>
          </mc:Choice>
          <mc:Fallback xmlns="">
            <p:pic>
              <p:nvPicPr>
                <p:cNvPr id="9" name="Ink 8">
                  <a:extLst>
                    <a:ext uri="{FF2B5EF4-FFF2-40B4-BE49-F238E27FC236}">
                      <a16:creationId xmlns:a16="http://schemas.microsoft.com/office/drawing/2014/main" id="{F873294C-2180-8A33-EB09-F1C1404E30EE}"/>
                    </a:ext>
                  </a:extLst>
                </p:cNvPr>
                <p:cNvPicPr/>
                <p:nvPr/>
              </p:nvPicPr>
              <p:blipFill>
                <a:blip r:embed="rId13"/>
                <a:stretch>
                  <a:fillRect/>
                </a:stretch>
              </p:blipFill>
              <p:spPr>
                <a:xfrm>
                  <a:off x="2120706" y="899803"/>
                  <a:ext cx="9900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E7AE8AFF-DB3C-DEDC-5937-57E906DEF30C}"/>
                    </a:ext>
                  </a:extLst>
                </p14:cNvPr>
                <p14:cNvContentPartPr/>
                <p14:nvPr/>
              </p14:nvContentPartPr>
              <p14:xfrm>
                <a:off x="1942506" y="928603"/>
                <a:ext cx="255600" cy="220680"/>
              </p14:xfrm>
            </p:contentPart>
          </mc:Choice>
          <mc:Fallback xmlns="">
            <p:pic>
              <p:nvPicPr>
                <p:cNvPr id="10" name="Ink 9">
                  <a:extLst>
                    <a:ext uri="{FF2B5EF4-FFF2-40B4-BE49-F238E27FC236}">
                      <a16:creationId xmlns:a16="http://schemas.microsoft.com/office/drawing/2014/main" id="{E7AE8AFF-DB3C-DEDC-5937-57E906DEF30C}"/>
                    </a:ext>
                  </a:extLst>
                </p:cNvPr>
                <p:cNvPicPr/>
                <p:nvPr/>
              </p:nvPicPr>
              <p:blipFill>
                <a:blip r:embed="rId15"/>
                <a:stretch>
                  <a:fillRect/>
                </a:stretch>
              </p:blipFill>
              <p:spPr>
                <a:xfrm>
                  <a:off x="1936386" y="922483"/>
                  <a:ext cx="26784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E533FE4A-50C8-CD3B-4E75-4263974AAFB0}"/>
                    </a:ext>
                  </a:extLst>
                </p14:cNvPr>
                <p14:cNvContentPartPr/>
                <p14:nvPr/>
              </p14:nvContentPartPr>
              <p14:xfrm>
                <a:off x="2188746" y="900883"/>
                <a:ext cx="355680" cy="291240"/>
              </p14:xfrm>
            </p:contentPart>
          </mc:Choice>
          <mc:Fallback xmlns="">
            <p:pic>
              <p:nvPicPr>
                <p:cNvPr id="11" name="Ink 10">
                  <a:extLst>
                    <a:ext uri="{FF2B5EF4-FFF2-40B4-BE49-F238E27FC236}">
                      <a16:creationId xmlns:a16="http://schemas.microsoft.com/office/drawing/2014/main" id="{E533FE4A-50C8-CD3B-4E75-4263974AAFB0}"/>
                    </a:ext>
                  </a:extLst>
                </p:cNvPr>
                <p:cNvPicPr/>
                <p:nvPr/>
              </p:nvPicPr>
              <p:blipFill>
                <a:blip r:embed="rId17"/>
                <a:stretch>
                  <a:fillRect/>
                </a:stretch>
              </p:blipFill>
              <p:spPr>
                <a:xfrm>
                  <a:off x="2182626" y="894763"/>
                  <a:ext cx="36792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A4A91F24-365B-7772-B84F-F9C5FC8BB80A}"/>
                    </a:ext>
                  </a:extLst>
                </p14:cNvPr>
                <p14:cNvContentPartPr/>
                <p14:nvPr/>
              </p14:nvContentPartPr>
              <p14:xfrm>
                <a:off x="2456586" y="1033003"/>
                <a:ext cx="228600" cy="34920"/>
              </p14:xfrm>
            </p:contentPart>
          </mc:Choice>
          <mc:Fallback xmlns="">
            <p:pic>
              <p:nvPicPr>
                <p:cNvPr id="12" name="Ink 11">
                  <a:extLst>
                    <a:ext uri="{FF2B5EF4-FFF2-40B4-BE49-F238E27FC236}">
                      <a16:creationId xmlns:a16="http://schemas.microsoft.com/office/drawing/2014/main" id="{A4A91F24-365B-7772-B84F-F9C5FC8BB80A}"/>
                    </a:ext>
                  </a:extLst>
                </p:cNvPr>
                <p:cNvPicPr/>
                <p:nvPr/>
              </p:nvPicPr>
              <p:blipFill>
                <a:blip r:embed="rId19"/>
                <a:stretch>
                  <a:fillRect/>
                </a:stretch>
              </p:blipFill>
              <p:spPr>
                <a:xfrm>
                  <a:off x="2450466" y="1026883"/>
                  <a:ext cx="2408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B1BE8084-67A2-AA28-4D50-50163D105B74}"/>
                    </a:ext>
                  </a:extLst>
                </p14:cNvPr>
                <p14:cNvContentPartPr/>
                <p14:nvPr/>
              </p14:nvContentPartPr>
              <p14:xfrm>
                <a:off x="2877426" y="888643"/>
                <a:ext cx="741240" cy="253440"/>
              </p14:xfrm>
            </p:contentPart>
          </mc:Choice>
          <mc:Fallback xmlns="">
            <p:pic>
              <p:nvPicPr>
                <p:cNvPr id="13" name="Ink 12">
                  <a:extLst>
                    <a:ext uri="{FF2B5EF4-FFF2-40B4-BE49-F238E27FC236}">
                      <a16:creationId xmlns:a16="http://schemas.microsoft.com/office/drawing/2014/main" id="{B1BE8084-67A2-AA28-4D50-50163D105B74}"/>
                    </a:ext>
                  </a:extLst>
                </p:cNvPr>
                <p:cNvPicPr/>
                <p:nvPr/>
              </p:nvPicPr>
              <p:blipFill>
                <a:blip r:embed="rId21"/>
                <a:stretch>
                  <a:fillRect/>
                </a:stretch>
              </p:blipFill>
              <p:spPr>
                <a:xfrm>
                  <a:off x="2871306" y="882523"/>
                  <a:ext cx="75348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352BADD2-3311-5DAD-358D-091C0F7AEFAC}"/>
                    </a:ext>
                  </a:extLst>
                </p14:cNvPr>
                <p14:cNvContentPartPr/>
                <p14:nvPr/>
              </p14:nvContentPartPr>
              <p14:xfrm>
                <a:off x="3596346" y="842563"/>
                <a:ext cx="148680" cy="249840"/>
              </p14:xfrm>
            </p:contentPart>
          </mc:Choice>
          <mc:Fallback xmlns="">
            <p:pic>
              <p:nvPicPr>
                <p:cNvPr id="14" name="Ink 13">
                  <a:extLst>
                    <a:ext uri="{FF2B5EF4-FFF2-40B4-BE49-F238E27FC236}">
                      <a16:creationId xmlns:a16="http://schemas.microsoft.com/office/drawing/2014/main" id="{352BADD2-3311-5DAD-358D-091C0F7AEFAC}"/>
                    </a:ext>
                  </a:extLst>
                </p:cNvPr>
                <p:cNvPicPr/>
                <p:nvPr/>
              </p:nvPicPr>
              <p:blipFill>
                <a:blip r:embed="rId23"/>
                <a:stretch>
                  <a:fillRect/>
                </a:stretch>
              </p:blipFill>
              <p:spPr>
                <a:xfrm>
                  <a:off x="3590226" y="836443"/>
                  <a:ext cx="16092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398D00EE-6514-ECA2-C54D-2847C157A895}"/>
                    </a:ext>
                  </a:extLst>
                </p14:cNvPr>
                <p14:cNvContentPartPr/>
                <p14:nvPr/>
              </p14:nvContentPartPr>
              <p14:xfrm>
                <a:off x="3778866" y="847603"/>
                <a:ext cx="74160" cy="251280"/>
              </p14:xfrm>
            </p:contentPart>
          </mc:Choice>
          <mc:Fallback xmlns="">
            <p:pic>
              <p:nvPicPr>
                <p:cNvPr id="15" name="Ink 14">
                  <a:extLst>
                    <a:ext uri="{FF2B5EF4-FFF2-40B4-BE49-F238E27FC236}">
                      <a16:creationId xmlns:a16="http://schemas.microsoft.com/office/drawing/2014/main" id="{398D00EE-6514-ECA2-C54D-2847C157A895}"/>
                    </a:ext>
                  </a:extLst>
                </p:cNvPr>
                <p:cNvPicPr/>
                <p:nvPr/>
              </p:nvPicPr>
              <p:blipFill>
                <a:blip r:embed="rId25"/>
                <a:stretch>
                  <a:fillRect/>
                </a:stretch>
              </p:blipFill>
              <p:spPr>
                <a:xfrm>
                  <a:off x="3772746" y="841483"/>
                  <a:ext cx="8640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B99195FA-5CF0-3912-C904-FB1E3874C7C3}"/>
                    </a:ext>
                  </a:extLst>
                </p14:cNvPr>
                <p14:cNvContentPartPr/>
                <p14:nvPr/>
              </p14:nvContentPartPr>
              <p14:xfrm>
                <a:off x="3838986" y="935803"/>
                <a:ext cx="1080720" cy="528120"/>
              </p14:xfrm>
            </p:contentPart>
          </mc:Choice>
          <mc:Fallback xmlns="">
            <p:pic>
              <p:nvPicPr>
                <p:cNvPr id="16" name="Ink 15">
                  <a:extLst>
                    <a:ext uri="{FF2B5EF4-FFF2-40B4-BE49-F238E27FC236}">
                      <a16:creationId xmlns:a16="http://schemas.microsoft.com/office/drawing/2014/main" id="{B99195FA-5CF0-3912-C904-FB1E3874C7C3}"/>
                    </a:ext>
                  </a:extLst>
                </p:cNvPr>
                <p:cNvPicPr/>
                <p:nvPr/>
              </p:nvPicPr>
              <p:blipFill>
                <a:blip r:embed="rId27"/>
                <a:stretch>
                  <a:fillRect/>
                </a:stretch>
              </p:blipFill>
              <p:spPr>
                <a:xfrm>
                  <a:off x="3832866" y="929683"/>
                  <a:ext cx="1092960" cy="540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7D564325-16F5-824B-AE83-CA024566284D}"/>
                    </a:ext>
                  </a:extLst>
                </p14:cNvPr>
                <p14:cNvContentPartPr/>
                <p14:nvPr/>
              </p14:nvContentPartPr>
              <p14:xfrm>
                <a:off x="767466" y="1489483"/>
                <a:ext cx="1950840" cy="111240"/>
              </p14:xfrm>
            </p:contentPart>
          </mc:Choice>
          <mc:Fallback xmlns="">
            <p:pic>
              <p:nvPicPr>
                <p:cNvPr id="17" name="Ink 16">
                  <a:extLst>
                    <a:ext uri="{FF2B5EF4-FFF2-40B4-BE49-F238E27FC236}">
                      <a16:creationId xmlns:a16="http://schemas.microsoft.com/office/drawing/2014/main" id="{7D564325-16F5-824B-AE83-CA024566284D}"/>
                    </a:ext>
                  </a:extLst>
                </p:cNvPr>
                <p:cNvPicPr/>
                <p:nvPr/>
              </p:nvPicPr>
              <p:blipFill>
                <a:blip r:embed="rId29"/>
                <a:stretch>
                  <a:fillRect/>
                </a:stretch>
              </p:blipFill>
              <p:spPr>
                <a:xfrm>
                  <a:off x="761346" y="1483363"/>
                  <a:ext cx="196308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8F57DD25-FC1B-1150-87A5-372D7AC7CDE1}"/>
                    </a:ext>
                  </a:extLst>
                </p14:cNvPr>
                <p14:cNvContentPartPr/>
                <p14:nvPr/>
              </p14:nvContentPartPr>
              <p14:xfrm>
                <a:off x="855306" y="1674523"/>
                <a:ext cx="1937880" cy="114120"/>
              </p14:xfrm>
            </p:contentPart>
          </mc:Choice>
          <mc:Fallback xmlns="">
            <p:pic>
              <p:nvPicPr>
                <p:cNvPr id="18" name="Ink 17">
                  <a:extLst>
                    <a:ext uri="{FF2B5EF4-FFF2-40B4-BE49-F238E27FC236}">
                      <a16:creationId xmlns:a16="http://schemas.microsoft.com/office/drawing/2014/main" id="{8F57DD25-FC1B-1150-87A5-372D7AC7CDE1}"/>
                    </a:ext>
                  </a:extLst>
                </p:cNvPr>
                <p:cNvPicPr/>
                <p:nvPr/>
              </p:nvPicPr>
              <p:blipFill>
                <a:blip r:embed="rId31"/>
                <a:stretch>
                  <a:fillRect/>
                </a:stretch>
              </p:blipFill>
              <p:spPr>
                <a:xfrm>
                  <a:off x="849186" y="1668403"/>
                  <a:ext cx="195012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F44A55C2-CD7D-4B99-92FF-14BDF3868DB6}"/>
                    </a:ext>
                  </a:extLst>
                </p14:cNvPr>
                <p14:cNvContentPartPr/>
                <p14:nvPr/>
              </p14:nvContentPartPr>
              <p14:xfrm>
                <a:off x="3243186" y="1439443"/>
                <a:ext cx="796680" cy="50040"/>
              </p14:xfrm>
            </p:contentPart>
          </mc:Choice>
          <mc:Fallback xmlns="">
            <p:pic>
              <p:nvPicPr>
                <p:cNvPr id="19" name="Ink 18">
                  <a:extLst>
                    <a:ext uri="{FF2B5EF4-FFF2-40B4-BE49-F238E27FC236}">
                      <a16:creationId xmlns:a16="http://schemas.microsoft.com/office/drawing/2014/main" id="{F44A55C2-CD7D-4B99-92FF-14BDF3868DB6}"/>
                    </a:ext>
                  </a:extLst>
                </p:cNvPr>
                <p:cNvPicPr/>
                <p:nvPr/>
              </p:nvPicPr>
              <p:blipFill>
                <a:blip r:embed="rId33"/>
                <a:stretch>
                  <a:fillRect/>
                </a:stretch>
              </p:blipFill>
              <p:spPr>
                <a:xfrm>
                  <a:off x="3237066" y="1433323"/>
                  <a:ext cx="80892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9790BA71-47E3-1F72-33E4-94E4B6046E17}"/>
                    </a:ext>
                  </a:extLst>
                </p14:cNvPr>
                <p14:cNvContentPartPr/>
                <p14:nvPr/>
              </p14:nvContentPartPr>
              <p14:xfrm>
                <a:off x="3310866" y="1562923"/>
                <a:ext cx="862920" cy="70920"/>
              </p14:xfrm>
            </p:contentPart>
          </mc:Choice>
          <mc:Fallback xmlns="">
            <p:pic>
              <p:nvPicPr>
                <p:cNvPr id="20" name="Ink 19">
                  <a:extLst>
                    <a:ext uri="{FF2B5EF4-FFF2-40B4-BE49-F238E27FC236}">
                      <a16:creationId xmlns:a16="http://schemas.microsoft.com/office/drawing/2014/main" id="{9790BA71-47E3-1F72-33E4-94E4B6046E17}"/>
                    </a:ext>
                  </a:extLst>
                </p:cNvPr>
                <p:cNvPicPr/>
                <p:nvPr/>
              </p:nvPicPr>
              <p:blipFill>
                <a:blip r:embed="rId35"/>
                <a:stretch>
                  <a:fillRect/>
                </a:stretch>
              </p:blipFill>
              <p:spPr>
                <a:xfrm>
                  <a:off x="3304746" y="1556803"/>
                  <a:ext cx="87516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7B2EC4EC-FAB2-2AD6-4E99-BD8867C284FB}"/>
                    </a:ext>
                  </a:extLst>
                </p14:cNvPr>
                <p14:cNvContentPartPr/>
                <p14:nvPr/>
              </p14:nvContentPartPr>
              <p14:xfrm>
                <a:off x="5357106" y="1023643"/>
                <a:ext cx="333360" cy="34920"/>
              </p14:xfrm>
            </p:contentPart>
          </mc:Choice>
          <mc:Fallback xmlns="">
            <p:pic>
              <p:nvPicPr>
                <p:cNvPr id="21" name="Ink 20">
                  <a:extLst>
                    <a:ext uri="{FF2B5EF4-FFF2-40B4-BE49-F238E27FC236}">
                      <a16:creationId xmlns:a16="http://schemas.microsoft.com/office/drawing/2014/main" id="{7B2EC4EC-FAB2-2AD6-4E99-BD8867C284FB}"/>
                    </a:ext>
                  </a:extLst>
                </p:cNvPr>
                <p:cNvPicPr/>
                <p:nvPr/>
              </p:nvPicPr>
              <p:blipFill>
                <a:blip r:embed="rId37"/>
                <a:stretch>
                  <a:fillRect/>
                </a:stretch>
              </p:blipFill>
              <p:spPr>
                <a:xfrm>
                  <a:off x="5350986" y="1017523"/>
                  <a:ext cx="3456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75ABE7EA-8A87-1906-05FD-5B1AFF222311}"/>
                    </a:ext>
                  </a:extLst>
                </p14:cNvPr>
                <p14:cNvContentPartPr/>
                <p14:nvPr/>
              </p14:nvContentPartPr>
              <p14:xfrm>
                <a:off x="5446386" y="986923"/>
                <a:ext cx="226080" cy="129960"/>
              </p14:xfrm>
            </p:contentPart>
          </mc:Choice>
          <mc:Fallback xmlns="">
            <p:pic>
              <p:nvPicPr>
                <p:cNvPr id="22" name="Ink 21">
                  <a:extLst>
                    <a:ext uri="{FF2B5EF4-FFF2-40B4-BE49-F238E27FC236}">
                      <a16:creationId xmlns:a16="http://schemas.microsoft.com/office/drawing/2014/main" id="{75ABE7EA-8A87-1906-05FD-5B1AFF222311}"/>
                    </a:ext>
                  </a:extLst>
                </p:cNvPr>
                <p:cNvPicPr/>
                <p:nvPr/>
              </p:nvPicPr>
              <p:blipFill>
                <a:blip r:embed="rId39"/>
                <a:stretch>
                  <a:fillRect/>
                </a:stretch>
              </p:blipFill>
              <p:spPr>
                <a:xfrm>
                  <a:off x="5440266" y="980803"/>
                  <a:ext cx="2383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21211F98-7B90-6BF2-6D16-7C7C13603B1F}"/>
                    </a:ext>
                  </a:extLst>
                </p14:cNvPr>
                <p14:cNvContentPartPr/>
                <p14:nvPr/>
              </p14:nvContentPartPr>
              <p14:xfrm>
                <a:off x="6037866" y="746083"/>
                <a:ext cx="230760" cy="327240"/>
              </p14:xfrm>
            </p:contentPart>
          </mc:Choice>
          <mc:Fallback xmlns="">
            <p:pic>
              <p:nvPicPr>
                <p:cNvPr id="23" name="Ink 22">
                  <a:extLst>
                    <a:ext uri="{FF2B5EF4-FFF2-40B4-BE49-F238E27FC236}">
                      <a16:creationId xmlns:a16="http://schemas.microsoft.com/office/drawing/2014/main" id="{21211F98-7B90-6BF2-6D16-7C7C13603B1F}"/>
                    </a:ext>
                  </a:extLst>
                </p:cNvPr>
                <p:cNvPicPr/>
                <p:nvPr/>
              </p:nvPicPr>
              <p:blipFill>
                <a:blip r:embed="rId41"/>
                <a:stretch>
                  <a:fillRect/>
                </a:stretch>
              </p:blipFill>
              <p:spPr>
                <a:xfrm>
                  <a:off x="6031746" y="739963"/>
                  <a:ext cx="24300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3132CB73-A8DB-A05A-4E54-56AB6DD32850}"/>
                    </a:ext>
                  </a:extLst>
                </p14:cNvPr>
                <p14:cNvContentPartPr/>
                <p14:nvPr/>
              </p14:nvContentPartPr>
              <p14:xfrm>
                <a:off x="5997906" y="859843"/>
                <a:ext cx="518760" cy="131760"/>
              </p14:xfrm>
            </p:contentPart>
          </mc:Choice>
          <mc:Fallback xmlns="">
            <p:pic>
              <p:nvPicPr>
                <p:cNvPr id="24" name="Ink 23">
                  <a:extLst>
                    <a:ext uri="{FF2B5EF4-FFF2-40B4-BE49-F238E27FC236}">
                      <a16:creationId xmlns:a16="http://schemas.microsoft.com/office/drawing/2014/main" id="{3132CB73-A8DB-A05A-4E54-56AB6DD32850}"/>
                    </a:ext>
                  </a:extLst>
                </p:cNvPr>
                <p:cNvPicPr/>
                <p:nvPr/>
              </p:nvPicPr>
              <p:blipFill>
                <a:blip r:embed="rId43"/>
                <a:stretch>
                  <a:fillRect/>
                </a:stretch>
              </p:blipFill>
              <p:spPr>
                <a:xfrm>
                  <a:off x="5991786" y="853723"/>
                  <a:ext cx="531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Ink 24">
                  <a:extLst>
                    <a:ext uri="{FF2B5EF4-FFF2-40B4-BE49-F238E27FC236}">
                      <a16:creationId xmlns:a16="http://schemas.microsoft.com/office/drawing/2014/main" id="{530E3014-0342-95B1-74FB-33C9D21845BE}"/>
                    </a:ext>
                  </a:extLst>
                </p14:cNvPr>
                <p14:cNvContentPartPr/>
                <p14:nvPr/>
              </p14:nvContentPartPr>
              <p14:xfrm>
                <a:off x="6527826" y="853723"/>
                <a:ext cx="200880" cy="117360"/>
              </p14:xfrm>
            </p:contentPart>
          </mc:Choice>
          <mc:Fallback xmlns="">
            <p:pic>
              <p:nvPicPr>
                <p:cNvPr id="25" name="Ink 24">
                  <a:extLst>
                    <a:ext uri="{FF2B5EF4-FFF2-40B4-BE49-F238E27FC236}">
                      <a16:creationId xmlns:a16="http://schemas.microsoft.com/office/drawing/2014/main" id="{530E3014-0342-95B1-74FB-33C9D21845BE}"/>
                    </a:ext>
                  </a:extLst>
                </p:cNvPr>
                <p:cNvPicPr/>
                <p:nvPr/>
              </p:nvPicPr>
              <p:blipFill>
                <a:blip r:embed="rId45"/>
                <a:stretch>
                  <a:fillRect/>
                </a:stretch>
              </p:blipFill>
              <p:spPr>
                <a:xfrm>
                  <a:off x="6521706" y="847603"/>
                  <a:ext cx="2131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 name="Ink 25">
                  <a:extLst>
                    <a:ext uri="{FF2B5EF4-FFF2-40B4-BE49-F238E27FC236}">
                      <a16:creationId xmlns:a16="http://schemas.microsoft.com/office/drawing/2014/main" id="{AAAC47A2-F876-71CA-BA43-53C8FB194B6B}"/>
                    </a:ext>
                  </a:extLst>
                </p14:cNvPr>
                <p14:cNvContentPartPr/>
                <p14:nvPr/>
              </p14:nvContentPartPr>
              <p14:xfrm>
                <a:off x="6737706" y="673723"/>
                <a:ext cx="508680" cy="266760"/>
              </p14:xfrm>
            </p:contentPart>
          </mc:Choice>
          <mc:Fallback xmlns="">
            <p:pic>
              <p:nvPicPr>
                <p:cNvPr id="26" name="Ink 25">
                  <a:extLst>
                    <a:ext uri="{FF2B5EF4-FFF2-40B4-BE49-F238E27FC236}">
                      <a16:creationId xmlns:a16="http://schemas.microsoft.com/office/drawing/2014/main" id="{AAAC47A2-F876-71CA-BA43-53C8FB194B6B}"/>
                    </a:ext>
                  </a:extLst>
                </p:cNvPr>
                <p:cNvPicPr/>
                <p:nvPr/>
              </p:nvPicPr>
              <p:blipFill>
                <a:blip r:embed="rId47"/>
                <a:stretch>
                  <a:fillRect/>
                </a:stretch>
              </p:blipFill>
              <p:spPr>
                <a:xfrm>
                  <a:off x="6731586" y="667603"/>
                  <a:ext cx="5209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49A808B1-BBEC-D543-E280-F0709D38D47E}"/>
                    </a:ext>
                  </a:extLst>
                </p14:cNvPr>
                <p14:cNvContentPartPr/>
                <p14:nvPr/>
              </p14:nvContentPartPr>
              <p14:xfrm>
                <a:off x="7662186" y="619723"/>
                <a:ext cx="906840" cy="261000"/>
              </p14:xfrm>
            </p:contentPart>
          </mc:Choice>
          <mc:Fallback xmlns="">
            <p:pic>
              <p:nvPicPr>
                <p:cNvPr id="27" name="Ink 26">
                  <a:extLst>
                    <a:ext uri="{FF2B5EF4-FFF2-40B4-BE49-F238E27FC236}">
                      <a16:creationId xmlns:a16="http://schemas.microsoft.com/office/drawing/2014/main" id="{49A808B1-BBEC-D543-E280-F0709D38D47E}"/>
                    </a:ext>
                  </a:extLst>
                </p:cNvPr>
                <p:cNvPicPr/>
                <p:nvPr/>
              </p:nvPicPr>
              <p:blipFill>
                <a:blip r:embed="rId49"/>
                <a:stretch>
                  <a:fillRect/>
                </a:stretch>
              </p:blipFill>
              <p:spPr>
                <a:xfrm>
                  <a:off x="7656066" y="613603"/>
                  <a:ext cx="91908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8" name="Ink 27">
                  <a:extLst>
                    <a:ext uri="{FF2B5EF4-FFF2-40B4-BE49-F238E27FC236}">
                      <a16:creationId xmlns:a16="http://schemas.microsoft.com/office/drawing/2014/main" id="{6F01E0BC-1D8D-B953-E765-697D639ADC48}"/>
                    </a:ext>
                  </a:extLst>
                </p14:cNvPr>
                <p14:cNvContentPartPr/>
                <p14:nvPr/>
              </p14:nvContentPartPr>
              <p14:xfrm>
                <a:off x="8549226" y="578323"/>
                <a:ext cx="1357200" cy="808200"/>
              </p14:xfrm>
            </p:contentPart>
          </mc:Choice>
          <mc:Fallback xmlns="">
            <p:pic>
              <p:nvPicPr>
                <p:cNvPr id="28" name="Ink 27">
                  <a:extLst>
                    <a:ext uri="{FF2B5EF4-FFF2-40B4-BE49-F238E27FC236}">
                      <a16:creationId xmlns:a16="http://schemas.microsoft.com/office/drawing/2014/main" id="{6F01E0BC-1D8D-B953-E765-697D639ADC48}"/>
                    </a:ext>
                  </a:extLst>
                </p:cNvPr>
                <p:cNvPicPr/>
                <p:nvPr/>
              </p:nvPicPr>
              <p:blipFill>
                <a:blip r:embed="rId51"/>
                <a:stretch>
                  <a:fillRect/>
                </a:stretch>
              </p:blipFill>
              <p:spPr>
                <a:xfrm>
                  <a:off x="8543106" y="572203"/>
                  <a:ext cx="1369440" cy="820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8C154ADA-4EF5-667B-D8B8-3D940F772151}"/>
                  </a:ext>
                </a:extLst>
              </p14:cNvPr>
              <p14:cNvContentPartPr/>
              <p14:nvPr/>
            </p14:nvContentPartPr>
            <p14:xfrm>
              <a:off x="9761346" y="682723"/>
              <a:ext cx="443880" cy="293040"/>
            </p14:xfrm>
          </p:contentPart>
        </mc:Choice>
        <mc:Fallback xmlns="">
          <p:pic>
            <p:nvPicPr>
              <p:cNvPr id="30" name="Ink 29">
                <a:extLst>
                  <a:ext uri="{FF2B5EF4-FFF2-40B4-BE49-F238E27FC236}">
                    <a16:creationId xmlns:a16="http://schemas.microsoft.com/office/drawing/2014/main" id="{8C154ADA-4EF5-667B-D8B8-3D940F772151}"/>
                  </a:ext>
                </a:extLst>
              </p:cNvPr>
              <p:cNvPicPr/>
              <p:nvPr/>
            </p:nvPicPr>
            <p:blipFill>
              <a:blip r:embed="rId53"/>
              <a:stretch>
                <a:fillRect/>
              </a:stretch>
            </p:blipFill>
            <p:spPr>
              <a:xfrm>
                <a:off x="9755226" y="676603"/>
                <a:ext cx="456120" cy="305280"/>
              </a:xfrm>
              <a:prstGeom prst="rect">
                <a:avLst/>
              </a:prstGeom>
            </p:spPr>
          </p:pic>
        </mc:Fallback>
      </mc:AlternateContent>
      <p:grpSp>
        <p:nvGrpSpPr>
          <p:cNvPr id="78" name="Group 77">
            <a:extLst>
              <a:ext uri="{FF2B5EF4-FFF2-40B4-BE49-F238E27FC236}">
                <a16:creationId xmlns:a16="http://schemas.microsoft.com/office/drawing/2014/main" id="{202DEE24-504F-C647-E152-9442EBCADBED}"/>
              </a:ext>
            </a:extLst>
          </p:cNvPr>
          <p:cNvGrpSpPr/>
          <p:nvPr/>
        </p:nvGrpSpPr>
        <p:grpSpPr>
          <a:xfrm>
            <a:off x="911466" y="1741123"/>
            <a:ext cx="11250360" cy="765720"/>
            <a:chOff x="911466" y="1741123"/>
            <a:chExt cx="11250360" cy="765720"/>
          </a:xfrm>
        </p:grpSpPr>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700DB48C-46A4-D2CE-58B8-E4764A46DE5B}"/>
                    </a:ext>
                  </a:extLst>
                </p14:cNvPr>
                <p14:cNvContentPartPr/>
                <p14:nvPr/>
              </p14:nvContentPartPr>
              <p14:xfrm>
                <a:off x="911466" y="2071243"/>
                <a:ext cx="258120" cy="246600"/>
              </p14:xfrm>
            </p:contentPart>
          </mc:Choice>
          <mc:Fallback xmlns="">
            <p:pic>
              <p:nvPicPr>
                <p:cNvPr id="31" name="Ink 30">
                  <a:extLst>
                    <a:ext uri="{FF2B5EF4-FFF2-40B4-BE49-F238E27FC236}">
                      <a16:creationId xmlns:a16="http://schemas.microsoft.com/office/drawing/2014/main" id="{700DB48C-46A4-D2CE-58B8-E4764A46DE5B}"/>
                    </a:ext>
                  </a:extLst>
                </p:cNvPr>
                <p:cNvPicPr/>
                <p:nvPr/>
              </p:nvPicPr>
              <p:blipFill>
                <a:blip r:embed="rId55"/>
                <a:stretch>
                  <a:fillRect/>
                </a:stretch>
              </p:blipFill>
              <p:spPr>
                <a:xfrm>
                  <a:off x="905346" y="2065123"/>
                  <a:ext cx="27036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Ink 31">
                  <a:extLst>
                    <a:ext uri="{FF2B5EF4-FFF2-40B4-BE49-F238E27FC236}">
                      <a16:creationId xmlns:a16="http://schemas.microsoft.com/office/drawing/2014/main" id="{1C8499B2-AD51-D92E-698D-EA0BE6A98C1B}"/>
                    </a:ext>
                  </a:extLst>
                </p14:cNvPr>
                <p14:cNvContentPartPr/>
                <p14:nvPr/>
              </p14:nvContentPartPr>
              <p14:xfrm>
                <a:off x="1231146" y="2172043"/>
                <a:ext cx="261000" cy="96120"/>
              </p14:xfrm>
            </p:contentPart>
          </mc:Choice>
          <mc:Fallback xmlns="">
            <p:pic>
              <p:nvPicPr>
                <p:cNvPr id="32" name="Ink 31">
                  <a:extLst>
                    <a:ext uri="{FF2B5EF4-FFF2-40B4-BE49-F238E27FC236}">
                      <a16:creationId xmlns:a16="http://schemas.microsoft.com/office/drawing/2014/main" id="{1C8499B2-AD51-D92E-698D-EA0BE6A98C1B}"/>
                    </a:ext>
                  </a:extLst>
                </p:cNvPr>
                <p:cNvPicPr/>
                <p:nvPr/>
              </p:nvPicPr>
              <p:blipFill>
                <a:blip r:embed="rId57"/>
                <a:stretch>
                  <a:fillRect/>
                </a:stretch>
              </p:blipFill>
              <p:spPr>
                <a:xfrm>
                  <a:off x="1225026" y="2165923"/>
                  <a:ext cx="2732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3" name="Ink 32">
                  <a:extLst>
                    <a:ext uri="{FF2B5EF4-FFF2-40B4-BE49-F238E27FC236}">
                      <a16:creationId xmlns:a16="http://schemas.microsoft.com/office/drawing/2014/main" id="{A7A5A004-42D6-C7C5-C3FB-20163119A6C4}"/>
                    </a:ext>
                  </a:extLst>
                </p14:cNvPr>
                <p14:cNvContentPartPr/>
                <p14:nvPr/>
              </p14:nvContentPartPr>
              <p14:xfrm>
                <a:off x="1368306" y="2073043"/>
                <a:ext cx="71640" cy="26280"/>
              </p14:xfrm>
            </p:contentPart>
          </mc:Choice>
          <mc:Fallback xmlns="">
            <p:pic>
              <p:nvPicPr>
                <p:cNvPr id="33" name="Ink 32">
                  <a:extLst>
                    <a:ext uri="{FF2B5EF4-FFF2-40B4-BE49-F238E27FC236}">
                      <a16:creationId xmlns:a16="http://schemas.microsoft.com/office/drawing/2014/main" id="{A7A5A004-42D6-C7C5-C3FB-20163119A6C4}"/>
                    </a:ext>
                  </a:extLst>
                </p:cNvPr>
                <p:cNvPicPr/>
                <p:nvPr/>
              </p:nvPicPr>
              <p:blipFill>
                <a:blip r:embed="rId59"/>
                <a:stretch>
                  <a:fillRect/>
                </a:stretch>
              </p:blipFill>
              <p:spPr>
                <a:xfrm>
                  <a:off x="1362186" y="2066923"/>
                  <a:ext cx="838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4" name="Ink 33">
                  <a:extLst>
                    <a:ext uri="{FF2B5EF4-FFF2-40B4-BE49-F238E27FC236}">
                      <a16:creationId xmlns:a16="http://schemas.microsoft.com/office/drawing/2014/main" id="{F1A93473-AFF8-60AA-63E5-8E11FC0904A5}"/>
                    </a:ext>
                  </a:extLst>
                </p14:cNvPr>
                <p14:cNvContentPartPr/>
                <p14:nvPr/>
              </p14:nvContentPartPr>
              <p14:xfrm>
                <a:off x="1534986" y="2025883"/>
                <a:ext cx="480600" cy="248040"/>
              </p14:xfrm>
            </p:contentPart>
          </mc:Choice>
          <mc:Fallback xmlns="">
            <p:pic>
              <p:nvPicPr>
                <p:cNvPr id="34" name="Ink 33">
                  <a:extLst>
                    <a:ext uri="{FF2B5EF4-FFF2-40B4-BE49-F238E27FC236}">
                      <a16:creationId xmlns:a16="http://schemas.microsoft.com/office/drawing/2014/main" id="{F1A93473-AFF8-60AA-63E5-8E11FC0904A5}"/>
                    </a:ext>
                  </a:extLst>
                </p:cNvPr>
                <p:cNvPicPr/>
                <p:nvPr/>
              </p:nvPicPr>
              <p:blipFill>
                <a:blip r:embed="rId61"/>
                <a:stretch>
                  <a:fillRect/>
                </a:stretch>
              </p:blipFill>
              <p:spPr>
                <a:xfrm>
                  <a:off x="1528866" y="2019763"/>
                  <a:ext cx="49284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5" name="Ink 34">
                  <a:extLst>
                    <a:ext uri="{FF2B5EF4-FFF2-40B4-BE49-F238E27FC236}">
                      <a16:creationId xmlns:a16="http://schemas.microsoft.com/office/drawing/2014/main" id="{91ADBB25-5260-30AA-7935-DC9EC286C19D}"/>
                    </a:ext>
                  </a:extLst>
                </p14:cNvPr>
                <p14:cNvContentPartPr/>
                <p14:nvPr/>
              </p14:nvContentPartPr>
              <p14:xfrm>
                <a:off x="1942146" y="2158003"/>
                <a:ext cx="228240" cy="79560"/>
              </p14:xfrm>
            </p:contentPart>
          </mc:Choice>
          <mc:Fallback xmlns="">
            <p:pic>
              <p:nvPicPr>
                <p:cNvPr id="35" name="Ink 34">
                  <a:extLst>
                    <a:ext uri="{FF2B5EF4-FFF2-40B4-BE49-F238E27FC236}">
                      <a16:creationId xmlns:a16="http://schemas.microsoft.com/office/drawing/2014/main" id="{91ADBB25-5260-30AA-7935-DC9EC286C19D}"/>
                    </a:ext>
                  </a:extLst>
                </p:cNvPr>
                <p:cNvPicPr/>
                <p:nvPr/>
              </p:nvPicPr>
              <p:blipFill>
                <a:blip r:embed="rId63"/>
                <a:stretch>
                  <a:fillRect/>
                </a:stretch>
              </p:blipFill>
              <p:spPr>
                <a:xfrm>
                  <a:off x="1936026" y="2151883"/>
                  <a:ext cx="2404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6" name="Ink 35">
                  <a:extLst>
                    <a:ext uri="{FF2B5EF4-FFF2-40B4-BE49-F238E27FC236}">
                      <a16:creationId xmlns:a16="http://schemas.microsoft.com/office/drawing/2014/main" id="{08A496DD-1DAB-18A5-474B-D07F00CCFCDB}"/>
                    </a:ext>
                  </a:extLst>
                </p14:cNvPr>
                <p14:cNvContentPartPr/>
                <p14:nvPr/>
              </p14:nvContentPartPr>
              <p14:xfrm>
                <a:off x="2110986" y="2061163"/>
                <a:ext cx="31680" cy="31680"/>
              </p14:xfrm>
            </p:contentPart>
          </mc:Choice>
          <mc:Fallback xmlns="">
            <p:pic>
              <p:nvPicPr>
                <p:cNvPr id="36" name="Ink 35">
                  <a:extLst>
                    <a:ext uri="{FF2B5EF4-FFF2-40B4-BE49-F238E27FC236}">
                      <a16:creationId xmlns:a16="http://schemas.microsoft.com/office/drawing/2014/main" id="{08A496DD-1DAB-18A5-474B-D07F00CCFCDB}"/>
                    </a:ext>
                  </a:extLst>
                </p:cNvPr>
                <p:cNvPicPr/>
                <p:nvPr/>
              </p:nvPicPr>
              <p:blipFill>
                <a:blip r:embed="rId65"/>
                <a:stretch>
                  <a:fillRect/>
                </a:stretch>
              </p:blipFill>
              <p:spPr>
                <a:xfrm>
                  <a:off x="2104866" y="2055043"/>
                  <a:ext cx="4392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7" name="Ink 36">
                  <a:extLst>
                    <a:ext uri="{FF2B5EF4-FFF2-40B4-BE49-F238E27FC236}">
                      <a16:creationId xmlns:a16="http://schemas.microsoft.com/office/drawing/2014/main" id="{A86AD11A-91D2-67BF-8455-DE6F48BCC670}"/>
                    </a:ext>
                  </a:extLst>
                </p14:cNvPr>
                <p14:cNvContentPartPr/>
                <p14:nvPr/>
              </p14:nvContentPartPr>
              <p14:xfrm>
                <a:off x="2315106" y="2102203"/>
                <a:ext cx="212400" cy="154440"/>
              </p14:xfrm>
            </p:contentPart>
          </mc:Choice>
          <mc:Fallback xmlns="">
            <p:pic>
              <p:nvPicPr>
                <p:cNvPr id="37" name="Ink 36">
                  <a:extLst>
                    <a:ext uri="{FF2B5EF4-FFF2-40B4-BE49-F238E27FC236}">
                      <a16:creationId xmlns:a16="http://schemas.microsoft.com/office/drawing/2014/main" id="{A86AD11A-91D2-67BF-8455-DE6F48BCC670}"/>
                    </a:ext>
                  </a:extLst>
                </p:cNvPr>
                <p:cNvPicPr/>
                <p:nvPr/>
              </p:nvPicPr>
              <p:blipFill>
                <a:blip r:embed="rId67"/>
                <a:stretch>
                  <a:fillRect/>
                </a:stretch>
              </p:blipFill>
              <p:spPr>
                <a:xfrm>
                  <a:off x="2308986" y="2096083"/>
                  <a:ext cx="2246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9" name="Ink 38">
                  <a:extLst>
                    <a:ext uri="{FF2B5EF4-FFF2-40B4-BE49-F238E27FC236}">
                      <a16:creationId xmlns:a16="http://schemas.microsoft.com/office/drawing/2014/main" id="{81A4E4F1-DA89-5365-E3C6-9BEB18DA15A1}"/>
                    </a:ext>
                  </a:extLst>
                </p14:cNvPr>
                <p14:cNvContentPartPr/>
                <p14:nvPr/>
              </p14:nvContentPartPr>
              <p14:xfrm>
                <a:off x="2477466" y="1998523"/>
                <a:ext cx="96480" cy="260640"/>
              </p14:xfrm>
            </p:contentPart>
          </mc:Choice>
          <mc:Fallback xmlns="">
            <p:pic>
              <p:nvPicPr>
                <p:cNvPr id="39" name="Ink 38">
                  <a:extLst>
                    <a:ext uri="{FF2B5EF4-FFF2-40B4-BE49-F238E27FC236}">
                      <a16:creationId xmlns:a16="http://schemas.microsoft.com/office/drawing/2014/main" id="{81A4E4F1-DA89-5365-E3C6-9BEB18DA15A1}"/>
                    </a:ext>
                  </a:extLst>
                </p:cNvPr>
                <p:cNvPicPr/>
                <p:nvPr/>
              </p:nvPicPr>
              <p:blipFill>
                <a:blip r:embed="rId69"/>
                <a:stretch>
                  <a:fillRect/>
                </a:stretch>
              </p:blipFill>
              <p:spPr>
                <a:xfrm>
                  <a:off x="2471346" y="1992403"/>
                  <a:ext cx="10872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Ink 39">
                  <a:extLst>
                    <a:ext uri="{FF2B5EF4-FFF2-40B4-BE49-F238E27FC236}">
                      <a16:creationId xmlns:a16="http://schemas.microsoft.com/office/drawing/2014/main" id="{9D433E21-65E7-C11C-003B-FB930DCB2206}"/>
                    </a:ext>
                  </a:extLst>
                </p14:cNvPr>
                <p14:cNvContentPartPr/>
                <p14:nvPr/>
              </p14:nvContentPartPr>
              <p14:xfrm>
                <a:off x="2469906" y="2158003"/>
                <a:ext cx="272520" cy="37080"/>
              </p14:xfrm>
            </p:contentPart>
          </mc:Choice>
          <mc:Fallback xmlns="">
            <p:pic>
              <p:nvPicPr>
                <p:cNvPr id="40" name="Ink 39">
                  <a:extLst>
                    <a:ext uri="{FF2B5EF4-FFF2-40B4-BE49-F238E27FC236}">
                      <a16:creationId xmlns:a16="http://schemas.microsoft.com/office/drawing/2014/main" id="{9D433E21-65E7-C11C-003B-FB930DCB2206}"/>
                    </a:ext>
                  </a:extLst>
                </p:cNvPr>
                <p:cNvPicPr/>
                <p:nvPr/>
              </p:nvPicPr>
              <p:blipFill>
                <a:blip r:embed="rId71"/>
                <a:stretch>
                  <a:fillRect/>
                </a:stretch>
              </p:blipFill>
              <p:spPr>
                <a:xfrm>
                  <a:off x="2463786" y="2151883"/>
                  <a:ext cx="28476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1" name="Ink 40">
                  <a:extLst>
                    <a:ext uri="{FF2B5EF4-FFF2-40B4-BE49-F238E27FC236}">
                      <a16:creationId xmlns:a16="http://schemas.microsoft.com/office/drawing/2014/main" id="{4E652314-D0DA-0270-3329-9A2BBF777311}"/>
                    </a:ext>
                  </a:extLst>
                </p14:cNvPr>
                <p14:cNvContentPartPr/>
                <p14:nvPr/>
              </p14:nvContentPartPr>
              <p14:xfrm>
                <a:off x="1504386" y="2394883"/>
                <a:ext cx="746280" cy="64080"/>
              </p14:xfrm>
            </p:contentPart>
          </mc:Choice>
          <mc:Fallback xmlns="">
            <p:pic>
              <p:nvPicPr>
                <p:cNvPr id="41" name="Ink 40">
                  <a:extLst>
                    <a:ext uri="{FF2B5EF4-FFF2-40B4-BE49-F238E27FC236}">
                      <a16:creationId xmlns:a16="http://schemas.microsoft.com/office/drawing/2014/main" id="{4E652314-D0DA-0270-3329-9A2BBF777311}"/>
                    </a:ext>
                  </a:extLst>
                </p:cNvPr>
                <p:cNvPicPr/>
                <p:nvPr/>
              </p:nvPicPr>
              <p:blipFill>
                <a:blip r:embed="rId73"/>
                <a:stretch>
                  <a:fillRect/>
                </a:stretch>
              </p:blipFill>
              <p:spPr>
                <a:xfrm>
                  <a:off x="1498266" y="2388763"/>
                  <a:ext cx="7585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2" name="Ink 41">
                  <a:extLst>
                    <a:ext uri="{FF2B5EF4-FFF2-40B4-BE49-F238E27FC236}">
                      <a16:creationId xmlns:a16="http://schemas.microsoft.com/office/drawing/2014/main" id="{F4BC1119-33C0-967B-DD83-6FDB6A216305}"/>
                    </a:ext>
                  </a:extLst>
                </p14:cNvPr>
                <p14:cNvContentPartPr/>
                <p14:nvPr/>
              </p14:nvContentPartPr>
              <p14:xfrm>
                <a:off x="1708146" y="2421883"/>
                <a:ext cx="456120" cy="84960"/>
              </p14:xfrm>
            </p:contentPart>
          </mc:Choice>
          <mc:Fallback xmlns="">
            <p:pic>
              <p:nvPicPr>
                <p:cNvPr id="42" name="Ink 41">
                  <a:extLst>
                    <a:ext uri="{FF2B5EF4-FFF2-40B4-BE49-F238E27FC236}">
                      <a16:creationId xmlns:a16="http://schemas.microsoft.com/office/drawing/2014/main" id="{F4BC1119-33C0-967B-DD83-6FDB6A216305}"/>
                    </a:ext>
                  </a:extLst>
                </p:cNvPr>
                <p:cNvPicPr/>
                <p:nvPr/>
              </p:nvPicPr>
              <p:blipFill>
                <a:blip r:embed="rId75"/>
                <a:stretch>
                  <a:fillRect/>
                </a:stretch>
              </p:blipFill>
              <p:spPr>
                <a:xfrm>
                  <a:off x="1702026" y="2415763"/>
                  <a:ext cx="4683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3" name="Ink 42">
                  <a:extLst>
                    <a:ext uri="{FF2B5EF4-FFF2-40B4-BE49-F238E27FC236}">
                      <a16:creationId xmlns:a16="http://schemas.microsoft.com/office/drawing/2014/main" id="{91D9B7B9-A830-E0B9-B0D9-C15292C974E9}"/>
                    </a:ext>
                  </a:extLst>
                </p14:cNvPr>
                <p14:cNvContentPartPr/>
                <p14:nvPr/>
              </p14:nvContentPartPr>
              <p14:xfrm>
                <a:off x="2042226" y="2381563"/>
                <a:ext cx="135000" cy="99000"/>
              </p14:xfrm>
            </p:contentPart>
          </mc:Choice>
          <mc:Fallback xmlns="">
            <p:pic>
              <p:nvPicPr>
                <p:cNvPr id="43" name="Ink 42">
                  <a:extLst>
                    <a:ext uri="{FF2B5EF4-FFF2-40B4-BE49-F238E27FC236}">
                      <a16:creationId xmlns:a16="http://schemas.microsoft.com/office/drawing/2014/main" id="{91D9B7B9-A830-E0B9-B0D9-C15292C974E9}"/>
                    </a:ext>
                  </a:extLst>
                </p:cNvPr>
                <p:cNvPicPr/>
                <p:nvPr/>
              </p:nvPicPr>
              <p:blipFill>
                <a:blip r:embed="rId77"/>
                <a:stretch>
                  <a:fillRect/>
                </a:stretch>
              </p:blipFill>
              <p:spPr>
                <a:xfrm>
                  <a:off x="2036106" y="2375443"/>
                  <a:ext cx="14724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4" name="Ink 43">
                  <a:extLst>
                    <a:ext uri="{FF2B5EF4-FFF2-40B4-BE49-F238E27FC236}">
                      <a16:creationId xmlns:a16="http://schemas.microsoft.com/office/drawing/2014/main" id="{5972BB51-E491-71E4-D1A4-91BAD03784A2}"/>
                    </a:ext>
                  </a:extLst>
                </p14:cNvPr>
                <p14:cNvContentPartPr/>
                <p14:nvPr/>
              </p14:nvContentPartPr>
              <p14:xfrm>
                <a:off x="2999106" y="2104003"/>
                <a:ext cx="135000" cy="67680"/>
              </p14:xfrm>
            </p:contentPart>
          </mc:Choice>
          <mc:Fallback xmlns="">
            <p:pic>
              <p:nvPicPr>
                <p:cNvPr id="44" name="Ink 43">
                  <a:extLst>
                    <a:ext uri="{FF2B5EF4-FFF2-40B4-BE49-F238E27FC236}">
                      <a16:creationId xmlns:a16="http://schemas.microsoft.com/office/drawing/2014/main" id="{5972BB51-E491-71E4-D1A4-91BAD03784A2}"/>
                    </a:ext>
                  </a:extLst>
                </p:cNvPr>
                <p:cNvPicPr/>
                <p:nvPr/>
              </p:nvPicPr>
              <p:blipFill>
                <a:blip r:embed="rId79"/>
                <a:stretch>
                  <a:fillRect/>
                </a:stretch>
              </p:blipFill>
              <p:spPr>
                <a:xfrm>
                  <a:off x="2992986" y="2097883"/>
                  <a:ext cx="14724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5" name="Ink 44">
                  <a:extLst>
                    <a:ext uri="{FF2B5EF4-FFF2-40B4-BE49-F238E27FC236}">
                      <a16:creationId xmlns:a16="http://schemas.microsoft.com/office/drawing/2014/main" id="{AAD69428-E870-2FCD-23E2-1EE61698733D}"/>
                    </a:ext>
                  </a:extLst>
                </p14:cNvPr>
                <p14:cNvContentPartPr/>
                <p14:nvPr/>
              </p14:nvContentPartPr>
              <p14:xfrm>
                <a:off x="2983626" y="2009683"/>
                <a:ext cx="92160" cy="48600"/>
              </p14:xfrm>
            </p:contentPart>
          </mc:Choice>
          <mc:Fallback xmlns="">
            <p:pic>
              <p:nvPicPr>
                <p:cNvPr id="45" name="Ink 44">
                  <a:extLst>
                    <a:ext uri="{FF2B5EF4-FFF2-40B4-BE49-F238E27FC236}">
                      <a16:creationId xmlns:a16="http://schemas.microsoft.com/office/drawing/2014/main" id="{AAD69428-E870-2FCD-23E2-1EE61698733D}"/>
                    </a:ext>
                  </a:extLst>
                </p:cNvPr>
                <p:cNvPicPr/>
                <p:nvPr/>
              </p:nvPicPr>
              <p:blipFill>
                <a:blip r:embed="rId81"/>
                <a:stretch>
                  <a:fillRect/>
                </a:stretch>
              </p:blipFill>
              <p:spPr>
                <a:xfrm>
                  <a:off x="2977506" y="2003563"/>
                  <a:ext cx="1044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6" name="Ink 45">
                  <a:extLst>
                    <a:ext uri="{FF2B5EF4-FFF2-40B4-BE49-F238E27FC236}">
                      <a16:creationId xmlns:a16="http://schemas.microsoft.com/office/drawing/2014/main" id="{2C24BB94-16CF-9F01-1FA7-D4251D46E916}"/>
                    </a:ext>
                  </a:extLst>
                </p14:cNvPr>
                <p14:cNvContentPartPr/>
                <p14:nvPr/>
              </p14:nvContentPartPr>
              <p14:xfrm>
                <a:off x="3278466" y="2040283"/>
                <a:ext cx="217440" cy="75240"/>
              </p14:xfrm>
            </p:contentPart>
          </mc:Choice>
          <mc:Fallback xmlns="">
            <p:pic>
              <p:nvPicPr>
                <p:cNvPr id="46" name="Ink 45">
                  <a:extLst>
                    <a:ext uri="{FF2B5EF4-FFF2-40B4-BE49-F238E27FC236}">
                      <a16:creationId xmlns:a16="http://schemas.microsoft.com/office/drawing/2014/main" id="{2C24BB94-16CF-9F01-1FA7-D4251D46E916}"/>
                    </a:ext>
                  </a:extLst>
                </p:cNvPr>
                <p:cNvPicPr/>
                <p:nvPr/>
              </p:nvPicPr>
              <p:blipFill>
                <a:blip r:embed="rId83"/>
                <a:stretch>
                  <a:fillRect/>
                </a:stretch>
              </p:blipFill>
              <p:spPr>
                <a:xfrm>
                  <a:off x="3272346" y="2034163"/>
                  <a:ext cx="2296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7" name="Ink 46">
                  <a:extLst>
                    <a:ext uri="{FF2B5EF4-FFF2-40B4-BE49-F238E27FC236}">
                      <a16:creationId xmlns:a16="http://schemas.microsoft.com/office/drawing/2014/main" id="{7C756E2A-04B6-A4B9-3ABE-63DB47D15B2D}"/>
                    </a:ext>
                  </a:extLst>
                </p14:cNvPr>
                <p14:cNvContentPartPr/>
                <p14:nvPr/>
              </p14:nvContentPartPr>
              <p14:xfrm>
                <a:off x="3593106" y="1959283"/>
                <a:ext cx="432720" cy="205200"/>
              </p14:xfrm>
            </p:contentPart>
          </mc:Choice>
          <mc:Fallback xmlns="">
            <p:pic>
              <p:nvPicPr>
                <p:cNvPr id="47" name="Ink 46">
                  <a:extLst>
                    <a:ext uri="{FF2B5EF4-FFF2-40B4-BE49-F238E27FC236}">
                      <a16:creationId xmlns:a16="http://schemas.microsoft.com/office/drawing/2014/main" id="{7C756E2A-04B6-A4B9-3ABE-63DB47D15B2D}"/>
                    </a:ext>
                  </a:extLst>
                </p:cNvPr>
                <p:cNvPicPr/>
                <p:nvPr/>
              </p:nvPicPr>
              <p:blipFill>
                <a:blip r:embed="rId85"/>
                <a:stretch>
                  <a:fillRect/>
                </a:stretch>
              </p:blipFill>
              <p:spPr>
                <a:xfrm>
                  <a:off x="3586986" y="1953163"/>
                  <a:ext cx="4449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8" name="Ink 47">
                  <a:extLst>
                    <a:ext uri="{FF2B5EF4-FFF2-40B4-BE49-F238E27FC236}">
                      <a16:creationId xmlns:a16="http://schemas.microsoft.com/office/drawing/2014/main" id="{5397FE6E-183D-700F-FCBE-E3CD3914FAFE}"/>
                    </a:ext>
                  </a:extLst>
                </p14:cNvPr>
                <p14:cNvContentPartPr/>
                <p14:nvPr/>
              </p14:nvContentPartPr>
              <p14:xfrm>
                <a:off x="3948426" y="2023363"/>
                <a:ext cx="163800" cy="50400"/>
              </p14:xfrm>
            </p:contentPart>
          </mc:Choice>
          <mc:Fallback xmlns="">
            <p:pic>
              <p:nvPicPr>
                <p:cNvPr id="48" name="Ink 47">
                  <a:extLst>
                    <a:ext uri="{FF2B5EF4-FFF2-40B4-BE49-F238E27FC236}">
                      <a16:creationId xmlns:a16="http://schemas.microsoft.com/office/drawing/2014/main" id="{5397FE6E-183D-700F-FCBE-E3CD3914FAFE}"/>
                    </a:ext>
                  </a:extLst>
                </p:cNvPr>
                <p:cNvPicPr/>
                <p:nvPr/>
              </p:nvPicPr>
              <p:blipFill>
                <a:blip r:embed="rId87"/>
                <a:stretch>
                  <a:fillRect/>
                </a:stretch>
              </p:blipFill>
              <p:spPr>
                <a:xfrm>
                  <a:off x="3942306" y="2017243"/>
                  <a:ext cx="17604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9" name="Ink 48">
                  <a:extLst>
                    <a:ext uri="{FF2B5EF4-FFF2-40B4-BE49-F238E27FC236}">
                      <a16:creationId xmlns:a16="http://schemas.microsoft.com/office/drawing/2014/main" id="{EFC8FD0C-2C7E-5888-2C4D-3CAE60D9928D}"/>
                    </a:ext>
                  </a:extLst>
                </p14:cNvPr>
                <p14:cNvContentPartPr/>
                <p14:nvPr/>
              </p14:nvContentPartPr>
              <p14:xfrm>
                <a:off x="4124106" y="1915723"/>
                <a:ext cx="9720" cy="63720"/>
              </p14:xfrm>
            </p:contentPart>
          </mc:Choice>
          <mc:Fallback xmlns="">
            <p:pic>
              <p:nvPicPr>
                <p:cNvPr id="49" name="Ink 48">
                  <a:extLst>
                    <a:ext uri="{FF2B5EF4-FFF2-40B4-BE49-F238E27FC236}">
                      <a16:creationId xmlns:a16="http://schemas.microsoft.com/office/drawing/2014/main" id="{EFC8FD0C-2C7E-5888-2C4D-3CAE60D9928D}"/>
                    </a:ext>
                  </a:extLst>
                </p:cNvPr>
                <p:cNvPicPr/>
                <p:nvPr/>
              </p:nvPicPr>
              <p:blipFill>
                <a:blip r:embed="rId89"/>
                <a:stretch>
                  <a:fillRect/>
                </a:stretch>
              </p:blipFill>
              <p:spPr>
                <a:xfrm>
                  <a:off x="4117986" y="1909603"/>
                  <a:ext cx="2196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0" name="Ink 49">
                  <a:extLst>
                    <a:ext uri="{FF2B5EF4-FFF2-40B4-BE49-F238E27FC236}">
                      <a16:creationId xmlns:a16="http://schemas.microsoft.com/office/drawing/2014/main" id="{F2B91331-F81A-5CC9-E463-57F58CE0C4F8}"/>
                    </a:ext>
                  </a:extLst>
                </p14:cNvPr>
                <p14:cNvContentPartPr/>
                <p14:nvPr/>
              </p14:nvContentPartPr>
              <p14:xfrm>
                <a:off x="4059306" y="1963603"/>
                <a:ext cx="324720" cy="160200"/>
              </p14:xfrm>
            </p:contentPart>
          </mc:Choice>
          <mc:Fallback xmlns="">
            <p:pic>
              <p:nvPicPr>
                <p:cNvPr id="50" name="Ink 49">
                  <a:extLst>
                    <a:ext uri="{FF2B5EF4-FFF2-40B4-BE49-F238E27FC236}">
                      <a16:creationId xmlns:a16="http://schemas.microsoft.com/office/drawing/2014/main" id="{F2B91331-F81A-5CC9-E463-57F58CE0C4F8}"/>
                    </a:ext>
                  </a:extLst>
                </p:cNvPr>
                <p:cNvPicPr/>
                <p:nvPr/>
              </p:nvPicPr>
              <p:blipFill>
                <a:blip r:embed="rId91"/>
                <a:stretch>
                  <a:fillRect/>
                </a:stretch>
              </p:blipFill>
              <p:spPr>
                <a:xfrm>
                  <a:off x="4053186" y="1957483"/>
                  <a:ext cx="3369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1" name="Ink 50">
                  <a:extLst>
                    <a:ext uri="{FF2B5EF4-FFF2-40B4-BE49-F238E27FC236}">
                      <a16:creationId xmlns:a16="http://schemas.microsoft.com/office/drawing/2014/main" id="{DD6AF962-4BBA-85E8-C8FE-84B1ADC5CA16}"/>
                    </a:ext>
                  </a:extLst>
                </p14:cNvPr>
                <p14:cNvContentPartPr/>
                <p14:nvPr/>
              </p14:nvContentPartPr>
              <p14:xfrm>
                <a:off x="4583466" y="2016163"/>
                <a:ext cx="551880" cy="113400"/>
              </p14:xfrm>
            </p:contentPart>
          </mc:Choice>
          <mc:Fallback xmlns="">
            <p:pic>
              <p:nvPicPr>
                <p:cNvPr id="51" name="Ink 50">
                  <a:extLst>
                    <a:ext uri="{FF2B5EF4-FFF2-40B4-BE49-F238E27FC236}">
                      <a16:creationId xmlns:a16="http://schemas.microsoft.com/office/drawing/2014/main" id="{DD6AF962-4BBA-85E8-C8FE-84B1ADC5CA16}"/>
                    </a:ext>
                  </a:extLst>
                </p:cNvPr>
                <p:cNvPicPr/>
                <p:nvPr/>
              </p:nvPicPr>
              <p:blipFill>
                <a:blip r:embed="rId93"/>
                <a:stretch>
                  <a:fillRect/>
                </a:stretch>
              </p:blipFill>
              <p:spPr>
                <a:xfrm>
                  <a:off x="4577346" y="2010043"/>
                  <a:ext cx="5641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2" name="Ink 51">
                  <a:extLst>
                    <a:ext uri="{FF2B5EF4-FFF2-40B4-BE49-F238E27FC236}">
                      <a16:creationId xmlns:a16="http://schemas.microsoft.com/office/drawing/2014/main" id="{15E3CE17-090E-B798-9750-58E8D545118D}"/>
                    </a:ext>
                  </a:extLst>
                </p14:cNvPr>
                <p14:cNvContentPartPr/>
                <p14:nvPr/>
              </p14:nvContentPartPr>
              <p14:xfrm>
                <a:off x="5341266" y="1900963"/>
                <a:ext cx="37440" cy="163080"/>
              </p14:xfrm>
            </p:contentPart>
          </mc:Choice>
          <mc:Fallback xmlns="">
            <p:pic>
              <p:nvPicPr>
                <p:cNvPr id="52" name="Ink 51">
                  <a:extLst>
                    <a:ext uri="{FF2B5EF4-FFF2-40B4-BE49-F238E27FC236}">
                      <a16:creationId xmlns:a16="http://schemas.microsoft.com/office/drawing/2014/main" id="{15E3CE17-090E-B798-9750-58E8D545118D}"/>
                    </a:ext>
                  </a:extLst>
                </p:cNvPr>
                <p:cNvPicPr/>
                <p:nvPr/>
              </p:nvPicPr>
              <p:blipFill>
                <a:blip r:embed="rId95"/>
                <a:stretch>
                  <a:fillRect/>
                </a:stretch>
              </p:blipFill>
              <p:spPr>
                <a:xfrm>
                  <a:off x="5335146" y="1894843"/>
                  <a:ext cx="4968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3" name="Ink 52">
                  <a:extLst>
                    <a:ext uri="{FF2B5EF4-FFF2-40B4-BE49-F238E27FC236}">
                      <a16:creationId xmlns:a16="http://schemas.microsoft.com/office/drawing/2014/main" id="{C449DCCA-2904-251C-3422-A290FB47A6D5}"/>
                    </a:ext>
                  </a:extLst>
                </p14:cNvPr>
                <p14:cNvContentPartPr/>
                <p14:nvPr/>
              </p14:nvContentPartPr>
              <p14:xfrm>
                <a:off x="5253426" y="1886563"/>
                <a:ext cx="547920" cy="172440"/>
              </p14:xfrm>
            </p:contentPart>
          </mc:Choice>
          <mc:Fallback xmlns="">
            <p:pic>
              <p:nvPicPr>
                <p:cNvPr id="53" name="Ink 52">
                  <a:extLst>
                    <a:ext uri="{FF2B5EF4-FFF2-40B4-BE49-F238E27FC236}">
                      <a16:creationId xmlns:a16="http://schemas.microsoft.com/office/drawing/2014/main" id="{C449DCCA-2904-251C-3422-A290FB47A6D5}"/>
                    </a:ext>
                  </a:extLst>
                </p:cNvPr>
                <p:cNvPicPr/>
                <p:nvPr/>
              </p:nvPicPr>
              <p:blipFill>
                <a:blip r:embed="rId97"/>
                <a:stretch>
                  <a:fillRect/>
                </a:stretch>
              </p:blipFill>
              <p:spPr>
                <a:xfrm>
                  <a:off x="5247306" y="1880443"/>
                  <a:ext cx="56016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4" name="Ink 53">
                  <a:extLst>
                    <a:ext uri="{FF2B5EF4-FFF2-40B4-BE49-F238E27FC236}">
                      <a16:creationId xmlns:a16="http://schemas.microsoft.com/office/drawing/2014/main" id="{18236F72-3B80-A912-2561-24D18AC079F8}"/>
                    </a:ext>
                  </a:extLst>
                </p14:cNvPr>
                <p14:cNvContentPartPr/>
                <p14:nvPr/>
              </p14:nvContentPartPr>
              <p14:xfrm>
                <a:off x="5677146" y="1852363"/>
                <a:ext cx="93240" cy="32400"/>
              </p14:xfrm>
            </p:contentPart>
          </mc:Choice>
          <mc:Fallback xmlns="">
            <p:pic>
              <p:nvPicPr>
                <p:cNvPr id="54" name="Ink 53">
                  <a:extLst>
                    <a:ext uri="{FF2B5EF4-FFF2-40B4-BE49-F238E27FC236}">
                      <a16:creationId xmlns:a16="http://schemas.microsoft.com/office/drawing/2014/main" id="{18236F72-3B80-A912-2561-24D18AC079F8}"/>
                    </a:ext>
                  </a:extLst>
                </p:cNvPr>
                <p:cNvPicPr/>
                <p:nvPr/>
              </p:nvPicPr>
              <p:blipFill>
                <a:blip r:embed="rId99"/>
                <a:stretch>
                  <a:fillRect/>
                </a:stretch>
              </p:blipFill>
              <p:spPr>
                <a:xfrm>
                  <a:off x="5671026" y="1846243"/>
                  <a:ext cx="1054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5" name="Ink 54">
                  <a:extLst>
                    <a:ext uri="{FF2B5EF4-FFF2-40B4-BE49-F238E27FC236}">
                      <a16:creationId xmlns:a16="http://schemas.microsoft.com/office/drawing/2014/main" id="{75253F45-C8E9-97E7-E6AE-1EA479374074}"/>
                    </a:ext>
                  </a:extLst>
                </p14:cNvPr>
                <p14:cNvContentPartPr/>
                <p14:nvPr/>
              </p14:nvContentPartPr>
              <p14:xfrm>
                <a:off x="5809986" y="1892683"/>
                <a:ext cx="145080" cy="149400"/>
              </p14:xfrm>
            </p:contentPart>
          </mc:Choice>
          <mc:Fallback xmlns="">
            <p:pic>
              <p:nvPicPr>
                <p:cNvPr id="55" name="Ink 54">
                  <a:extLst>
                    <a:ext uri="{FF2B5EF4-FFF2-40B4-BE49-F238E27FC236}">
                      <a16:creationId xmlns:a16="http://schemas.microsoft.com/office/drawing/2014/main" id="{75253F45-C8E9-97E7-E6AE-1EA479374074}"/>
                    </a:ext>
                  </a:extLst>
                </p:cNvPr>
                <p:cNvPicPr/>
                <p:nvPr/>
              </p:nvPicPr>
              <p:blipFill>
                <a:blip r:embed="rId101"/>
                <a:stretch>
                  <a:fillRect/>
                </a:stretch>
              </p:blipFill>
              <p:spPr>
                <a:xfrm>
                  <a:off x="5803866" y="1886563"/>
                  <a:ext cx="15732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6" name="Ink 55">
                  <a:extLst>
                    <a:ext uri="{FF2B5EF4-FFF2-40B4-BE49-F238E27FC236}">
                      <a16:creationId xmlns:a16="http://schemas.microsoft.com/office/drawing/2014/main" id="{4A493C99-94B7-4E6B-8B52-01D840558D95}"/>
                    </a:ext>
                  </a:extLst>
                </p14:cNvPr>
                <p14:cNvContentPartPr/>
                <p14:nvPr/>
              </p14:nvContentPartPr>
              <p14:xfrm>
                <a:off x="6201306" y="1887643"/>
                <a:ext cx="163440" cy="160920"/>
              </p14:xfrm>
            </p:contentPart>
          </mc:Choice>
          <mc:Fallback xmlns="">
            <p:pic>
              <p:nvPicPr>
                <p:cNvPr id="56" name="Ink 55">
                  <a:extLst>
                    <a:ext uri="{FF2B5EF4-FFF2-40B4-BE49-F238E27FC236}">
                      <a16:creationId xmlns:a16="http://schemas.microsoft.com/office/drawing/2014/main" id="{4A493C99-94B7-4E6B-8B52-01D840558D95}"/>
                    </a:ext>
                  </a:extLst>
                </p:cNvPr>
                <p:cNvPicPr/>
                <p:nvPr/>
              </p:nvPicPr>
              <p:blipFill>
                <a:blip r:embed="rId103"/>
                <a:stretch>
                  <a:fillRect/>
                </a:stretch>
              </p:blipFill>
              <p:spPr>
                <a:xfrm>
                  <a:off x="6195186" y="1881523"/>
                  <a:ext cx="1756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7" name="Ink 56">
                  <a:extLst>
                    <a:ext uri="{FF2B5EF4-FFF2-40B4-BE49-F238E27FC236}">
                      <a16:creationId xmlns:a16="http://schemas.microsoft.com/office/drawing/2014/main" id="{AD2537D5-4580-3E54-34FF-63F9DD81A1F4}"/>
                    </a:ext>
                  </a:extLst>
                </p14:cNvPr>
                <p14:cNvContentPartPr/>
                <p14:nvPr/>
              </p14:nvContentPartPr>
              <p14:xfrm>
                <a:off x="6331986" y="1826803"/>
                <a:ext cx="390960" cy="206280"/>
              </p14:xfrm>
            </p:contentPart>
          </mc:Choice>
          <mc:Fallback xmlns="">
            <p:pic>
              <p:nvPicPr>
                <p:cNvPr id="57" name="Ink 56">
                  <a:extLst>
                    <a:ext uri="{FF2B5EF4-FFF2-40B4-BE49-F238E27FC236}">
                      <a16:creationId xmlns:a16="http://schemas.microsoft.com/office/drawing/2014/main" id="{AD2537D5-4580-3E54-34FF-63F9DD81A1F4}"/>
                    </a:ext>
                  </a:extLst>
                </p:cNvPr>
                <p:cNvPicPr/>
                <p:nvPr/>
              </p:nvPicPr>
              <p:blipFill>
                <a:blip r:embed="rId105"/>
                <a:stretch>
                  <a:fillRect/>
                </a:stretch>
              </p:blipFill>
              <p:spPr>
                <a:xfrm>
                  <a:off x="6325866" y="1820683"/>
                  <a:ext cx="40320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8" name="Ink 57">
                  <a:extLst>
                    <a:ext uri="{FF2B5EF4-FFF2-40B4-BE49-F238E27FC236}">
                      <a16:creationId xmlns:a16="http://schemas.microsoft.com/office/drawing/2014/main" id="{85DC8CE6-CC5D-EB46-97B3-E004FB763F1E}"/>
                    </a:ext>
                  </a:extLst>
                </p14:cNvPr>
                <p14:cNvContentPartPr/>
                <p14:nvPr/>
              </p14:nvContentPartPr>
              <p14:xfrm>
                <a:off x="6657426" y="1896643"/>
                <a:ext cx="286920" cy="84960"/>
              </p14:xfrm>
            </p:contentPart>
          </mc:Choice>
          <mc:Fallback xmlns="">
            <p:pic>
              <p:nvPicPr>
                <p:cNvPr id="58" name="Ink 57">
                  <a:extLst>
                    <a:ext uri="{FF2B5EF4-FFF2-40B4-BE49-F238E27FC236}">
                      <a16:creationId xmlns:a16="http://schemas.microsoft.com/office/drawing/2014/main" id="{85DC8CE6-CC5D-EB46-97B3-E004FB763F1E}"/>
                    </a:ext>
                  </a:extLst>
                </p:cNvPr>
                <p:cNvPicPr/>
                <p:nvPr/>
              </p:nvPicPr>
              <p:blipFill>
                <a:blip r:embed="rId107"/>
                <a:stretch>
                  <a:fillRect/>
                </a:stretch>
              </p:blipFill>
              <p:spPr>
                <a:xfrm>
                  <a:off x="6651306" y="1890523"/>
                  <a:ext cx="2991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9" name="Ink 58">
                  <a:extLst>
                    <a:ext uri="{FF2B5EF4-FFF2-40B4-BE49-F238E27FC236}">
                      <a16:creationId xmlns:a16="http://schemas.microsoft.com/office/drawing/2014/main" id="{F1C9D4D8-5156-408C-C4FC-B738A8443750}"/>
                    </a:ext>
                  </a:extLst>
                </p14:cNvPr>
                <p14:cNvContentPartPr/>
                <p14:nvPr/>
              </p14:nvContentPartPr>
              <p14:xfrm>
                <a:off x="6965226" y="1834003"/>
                <a:ext cx="475920" cy="188280"/>
              </p14:xfrm>
            </p:contentPart>
          </mc:Choice>
          <mc:Fallback xmlns="">
            <p:pic>
              <p:nvPicPr>
                <p:cNvPr id="59" name="Ink 58">
                  <a:extLst>
                    <a:ext uri="{FF2B5EF4-FFF2-40B4-BE49-F238E27FC236}">
                      <a16:creationId xmlns:a16="http://schemas.microsoft.com/office/drawing/2014/main" id="{F1C9D4D8-5156-408C-C4FC-B738A8443750}"/>
                    </a:ext>
                  </a:extLst>
                </p:cNvPr>
                <p:cNvPicPr/>
                <p:nvPr/>
              </p:nvPicPr>
              <p:blipFill>
                <a:blip r:embed="rId109"/>
                <a:stretch>
                  <a:fillRect/>
                </a:stretch>
              </p:blipFill>
              <p:spPr>
                <a:xfrm>
                  <a:off x="6959106" y="1827883"/>
                  <a:ext cx="48816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0" name="Ink 59">
                  <a:extLst>
                    <a:ext uri="{FF2B5EF4-FFF2-40B4-BE49-F238E27FC236}">
                      <a16:creationId xmlns:a16="http://schemas.microsoft.com/office/drawing/2014/main" id="{2C53683D-3160-B53B-297E-66EBC1671288}"/>
                    </a:ext>
                  </a:extLst>
                </p14:cNvPr>
                <p14:cNvContentPartPr/>
                <p14:nvPr/>
              </p14:nvContentPartPr>
              <p14:xfrm>
                <a:off x="7377066" y="1899883"/>
                <a:ext cx="146880" cy="27360"/>
              </p14:xfrm>
            </p:contentPart>
          </mc:Choice>
          <mc:Fallback xmlns="">
            <p:pic>
              <p:nvPicPr>
                <p:cNvPr id="60" name="Ink 59">
                  <a:extLst>
                    <a:ext uri="{FF2B5EF4-FFF2-40B4-BE49-F238E27FC236}">
                      <a16:creationId xmlns:a16="http://schemas.microsoft.com/office/drawing/2014/main" id="{2C53683D-3160-B53B-297E-66EBC1671288}"/>
                    </a:ext>
                  </a:extLst>
                </p:cNvPr>
                <p:cNvPicPr/>
                <p:nvPr/>
              </p:nvPicPr>
              <p:blipFill>
                <a:blip r:embed="rId111"/>
                <a:stretch>
                  <a:fillRect/>
                </a:stretch>
              </p:blipFill>
              <p:spPr>
                <a:xfrm>
                  <a:off x="7370946" y="1893763"/>
                  <a:ext cx="15912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1" name="Ink 60">
                  <a:extLst>
                    <a:ext uri="{FF2B5EF4-FFF2-40B4-BE49-F238E27FC236}">
                      <a16:creationId xmlns:a16="http://schemas.microsoft.com/office/drawing/2014/main" id="{3E8DB829-CE34-4851-DE00-419C652C673E}"/>
                    </a:ext>
                  </a:extLst>
                </p14:cNvPr>
                <p14:cNvContentPartPr/>
                <p14:nvPr/>
              </p14:nvContentPartPr>
              <p14:xfrm>
                <a:off x="7637706" y="1959643"/>
                <a:ext cx="241920" cy="94680"/>
              </p14:xfrm>
            </p:contentPart>
          </mc:Choice>
          <mc:Fallback xmlns="">
            <p:pic>
              <p:nvPicPr>
                <p:cNvPr id="61" name="Ink 60">
                  <a:extLst>
                    <a:ext uri="{FF2B5EF4-FFF2-40B4-BE49-F238E27FC236}">
                      <a16:creationId xmlns:a16="http://schemas.microsoft.com/office/drawing/2014/main" id="{3E8DB829-CE34-4851-DE00-419C652C673E}"/>
                    </a:ext>
                  </a:extLst>
                </p:cNvPr>
                <p:cNvPicPr/>
                <p:nvPr/>
              </p:nvPicPr>
              <p:blipFill>
                <a:blip r:embed="rId113"/>
                <a:stretch>
                  <a:fillRect/>
                </a:stretch>
              </p:blipFill>
              <p:spPr>
                <a:xfrm>
                  <a:off x="7631586" y="1953523"/>
                  <a:ext cx="2541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2" name="Ink 61">
                  <a:extLst>
                    <a:ext uri="{FF2B5EF4-FFF2-40B4-BE49-F238E27FC236}">
                      <a16:creationId xmlns:a16="http://schemas.microsoft.com/office/drawing/2014/main" id="{CCA9AD22-4946-25CA-68C2-474DA0E678E0}"/>
                    </a:ext>
                  </a:extLst>
                </p14:cNvPr>
                <p14:cNvContentPartPr/>
                <p14:nvPr/>
              </p14:nvContentPartPr>
              <p14:xfrm>
                <a:off x="8216586" y="1869643"/>
                <a:ext cx="438480" cy="242280"/>
              </p14:xfrm>
            </p:contentPart>
          </mc:Choice>
          <mc:Fallback xmlns="">
            <p:pic>
              <p:nvPicPr>
                <p:cNvPr id="62" name="Ink 61">
                  <a:extLst>
                    <a:ext uri="{FF2B5EF4-FFF2-40B4-BE49-F238E27FC236}">
                      <a16:creationId xmlns:a16="http://schemas.microsoft.com/office/drawing/2014/main" id="{CCA9AD22-4946-25CA-68C2-474DA0E678E0}"/>
                    </a:ext>
                  </a:extLst>
                </p:cNvPr>
                <p:cNvPicPr/>
                <p:nvPr/>
              </p:nvPicPr>
              <p:blipFill>
                <a:blip r:embed="rId115"/>
                <a:stretch>
                  <a:fillRect/>
                </a:stretch>
              </p:blipFill>
              <p:spPr>
                <a:xfrm>
                  <a:off x="8210466" y="1863523"/>
                  <a:ext cx="45072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3" name="Ink 62">
                  <a:extLst>
                    <a:ext uri="{FF2B5EF4-FFF2-40B4-BE49-F238E27FC236}">
                      <a16:creationId xmlns:a16="http://schemas.microsoft.com/office/drawing/2014/main" id="{09A09718-C192-9F8E-0557-EBCF8DD73131}"/>
                    </a:ext>
                  </a:extLst>
                </p14:cNvPr>
                <p14:cNvContentPartPr/>
                <p14:nvPr/>
              </p14:nvContentPartPr>
              <p14:xfrm>
                <a:off x="8755506" y="1885123"/>
                <a:ext cx="204840" cy="98280"/>
              </p14:xfrm>
            </p:contentPart>
          </mc:Choice>
          <mc:Fallback xmlns="">
            <p:pic>
              <p:nvPicPr>
                <p:cNvPr id="63" name="Ink 62">
                  <a:extLst>
                    <a:ext uri="{FF2B5EF4-FFF2-40B4-BE49-F238E27FC236}">
                      <a16:creationId xmlns:a16="http://schemas.microsoft.com/office/drawing/2014/main" id="{09A09718-C192-9F8E-0557-EBCF8DD73131}"/>
                    </a:ext>
                  </a:extLst>
                </p:cNvPr>
                <p:cNvPicPr/>
                <p:nvPr/>
              </p:nvPicPr>
              <p:blipFill>
                <a:blip r:embed="rId117"/>
                <a:stretch>
                  <a:fillRect/>
                </a:stretch>
              </p:blipFill>
              <p:spPr>
                <a:xfrm>
                  <a:off x="8749386" y="1879003"/>
                  <a:ext cx="2170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4" name="Ink 63">
                  <a:extLst>
                    <a:ext uri="{FF2B5EF4-FFF2-40B4-BE49-F238E27FC236}">
                      <a16:creationId xmlns:a16="http://schemas.microsoft.com/office/drawing/2014/main" id="{FD5962A1-6C97-60D4-5803-71360E2997A5}"/>
                    </a:ext>
                  </a:extLst>
                </p14:cNvPr>
                <p14:cNvContentPartPr/>
                <p14:nvPr/>
              </p14:nvContentPartPr>
              <p14:xfrm>
                <a:off x="8981946" y="1881523"/>
                <a:ext cx="187920" cy="86760"/>
              </p14:xfrm>
            </p:contentPart>
          </mc:Choice>
          <mc:Fallback xmlns="">
            <p:pic>
              <p:nvPicPr>
                <p:cNvPr id="64" name="Ink 63">
                  <a:extLst>
                    <a:ext uri="{FF2B5EF4-FFF2-40B4-BE49-F238E27FC236}">
                      <a16:creationId xmlns:a16="http://schemas.microsoft.com/office/drawing/2014/main" id="{FD5962A1-6C97-60D4-5803-71360E2997A5}"/>
                    </a:ext>
                  </a:extLst>
                </p:cNvPr>
                <p:cNvPicPr/>
                <p:nvPr/>
              </p:nvPicPr>
              <p:blipFill>
                <a:blip r:embed="rId119"/>
                <a:stretch>
                  <a:fillRect/>
                </a:stretch>
              </p:blipFill>
              <p:spPr>
                <a:xfrm>
                  <a:off x="8975826" y="1875403"/>
                  <a:ext cx="2001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5" name="Ink 64">
                  <a:extLst>
                    <a:ext uri="{FF2B5EF4-FFF2-40B4-BE49-F238E27FC236}">
                      <a16:creationId xmlns:a16="http://schemas.microsoft.com/office/drawing/2014/main" id="{11BCD547-AF35-6D65-2F3A-A3E487D92671}"/>
                    </a:ext>
                  </a:extLst>
                </p14:cNvPr>
                <p14:cNvContentPartPr/>
                <p14:nvPr/>
              </p14:nvContentPartPr>
              <p14:xfrm>
                <a:off x="9139266" y="1853443"/>
                <a:ext cx="532800" cy="104760"/>
              </p14:xfrm>
            </p:contentPart>
          </mc:Choice>
          <mc:Fallback xmlns="">
            <p:pic>
              <p:nvPicPr>
                <p:cNvPr id="65" name="Ink 64">
                  <a:extLst>
                    <a:ext uri="{FF2B5EF4-FFF2-40B4-BE49-F238E27FC236}">
                      <a16:creationId xmlns:a16="http://schemas.microsoft.com/office/drawing/2014/main" id="{11BCD547-AF35-6D65-2F3A-A3E487D92671}"/>
                    </a:ext>
                  </a:extLst>
                </p:cNvPr>
                <p:cNvPicPr/>
                <p:nvPr/>
              </p:nvPicPr>
              <p:blipFill>
                <a:blip r:embed="rId121"/>
                <a:stretch>
                  <a:fillRect/>
                </a:stretch>
              </p:blipFill>
              <p:spPr>
                <a:xfrm>
                  <a:off x="9133146" y="1847323"/>
                  <a:ext cx="5450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6" name="Ink 65">
                  <a:extLst>
                    <a:ext uri="{FF2B5EF4-FFF2-40B4-BE49-F238E27FC236}">
                      <a16:creationId xmlns:a16="http://schemas.microsoft.com/office/drawing/2014/main" id="{15986564-EFAC-4F5E-67A9-7FE21C8301DB}"/>
                    </a:ext>
                  </a:extLst>
                </p14:cNvPr>
                <p14:cNvContentPartPr/>
                <p14:nvPr/>
              </p14:nvContentPartPr>
              <p14:xfrm>
                <a:off x="9619146" y="1791163"/>
                <a:ext cx="83880" cy="170280"/>
              </p14:xfrm>
            </p:contentPart>
          </mc:Choice>
          <mc:Fallback xmlns="">
            <p:pic>
              <p:nvPicPr>
                <p:cNvPr id="66" name="Ink 65">
                  <a:extLst>
                    <a:ext uri="{FF2B5EF4-FFF2-40B4-BE49-F238E27FC236}">
                      <a16:creationId xmlns:a16="http://schemas.microsoft.com/office/drawing/2014/main" id="{15986564-EFAC-4F5E-67A9-7FE21C8301DB}"/>
                    </a:ext>
                  </a:extLst>
                </p:cNvPr>
                <p:cNvPicPr/>
                <p:nvPr/>
              </p:nvPicPr>
              <p:blipFill>
                <a:blip r:embed="rId123"/>
                <a:stretch>
                  <a:fillRect/>
                </a:stretch>
              </p:blipFill>
              <p:spPr>
                <a:xfrm>
                  <a:off x="9613026" y="1785043"/>
                  <a:ext cx="9612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7" name="Ink 66">
                  <a:extLst>
                    <a:ext uri="{FF2B5EF4-FFF2-40B4-BE49-F238E27FC236}">
                      <a16:creationId xmlns:a16="http://schemas.microsoft.com/office/drawing/2014/main" id="{1B39D612-777A-9A16-E337-B1206BEC5D68}"/>
                    </a:ext>
                  </a:extLst>
                </p14:cNvPr>
                <p14:cNvContentPartPr/>
                <p14:nvPr/>
              </p14:nvContentPartPr>
              <p14:xfrm>
                <a:off x="9631026" y="1867123"/>
                <a:ext cx="173880" cy="84960"/>
              </p14:xfrm>
            </p:contentPart>
          </mc:Choice>
          <mc:Fallback xmlns="">
            <p:pic>
              <p:nvPicPr>
                <p:cNvPr id="67" name="Ink 66">
                  <a:extLst>
                    <a:ext uri="{FF2B5EF4-FFF2-40B4-BE49-F238E27FC236}">
                      <a16:creationId xmlns:a16="http://schemas.microsoft.com/office/drawing/2014/main" id="{1B39D612-777A-9A16-E337-B1206BEC5D68}"/>
                    </a:ext>
                  </a:extLst>
                </p:cNvPr>
                <p:cNvPicPr/>
                <p:nvPr/>
              </p:nvPicPr>
              <p:blipFill>
                <a:blip r:embed="rId125"/>
                <a:stretch>
                  <a:fillRect/>
                </a:stretch>
              </p:blipFill>
              <p:spPr>
                <a:xfrm>
                  <a:off x="9624906" y="1861003"/>
                  <a:ext cx="1861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68" name="Ink 67">
                  <a:extLst>
                    <a:ext uri="{FF2B5EF4-FFF2-40B4-BE49-F238E27FC236}">
                      <a16:creationId xmlns:a16="http://schemas.microsoft.com/office/drawing/2014/main" id="{0FA263C5-50F4-25E7-8B98-D3FD17563AEB}"/>
                    </a:ext>
                  </a:extLst>
                </p14:cNvPr>
                <p14:cNvContentPartPr/>
                <p14:nvPr/>
              </p14:nvContentPartPr>
              <p14:xfrm>
                <a:off x="9766026" y="1815283"/>
                <a:ext cx="29520" cy="23400"/>
              </p14:xfrm>
            </p:contentPart>
          </mc:Choice>
          <mc:Fallback xmlns="">
            <p:pic>
              <p:nvPicPr>
                <p:cNvPr id="68" name="Ink 67">
                  <a:extLst>
                    <a:ext uri="{FF2B5EF4-FFF2-40B4-BE49-F238E27FC236}">
                      <a16:creationId xmlns:a16="http://schemas.microsoft.com/office/drawing/2014/main" id="{0FA263C5-50F4-25E7-8B98-D3FD17563AEB}"/>
                    </a:ext>
                  </a:extLst>
                </p:cNvPr>
                <p:cNvPicPr/>
                <p:nvPr/>
              </p:nvPicPr>
              <p:blipFill>
                <a:blip r:embed="rId127"/>
                <a:stretch>
                  <a:fillRect/>
                </a:stretch>
              </p:blipFill>
              <p:spPr>
                <a:xfrm>
                  <a:off x="9759906" y="1809163"/>
                  <a:ext cx="417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69" name="Ink 68">
                  <a:extLst>
                    <a:ext uri="{FF2B5EF4-FFF2-40B4-BE49-F238E27FC236}">
                      <a16:creationId xmlns:a16="http://schemas.microsoft.com/office/drawing/2014/main" id="{17AA70E1-EE71-E841-9BE8-0D02786FE456}"/>
                    </a:ext>
                  </a:extLst>
                </p14:cNvPr>
                <p14:cNvContentPartPr/>
                <p14:nvPr/>
              </p14:nvContentPartPr>
              <p14:xfrm>
                <a:off x="9960786" y="1863523"/>
                <a:ext cx="321840" cy="325440"/>
              </p14:xfrm>
            </p:contentPart>
          </mc:Choice>
          <mc:Fallback xmlns="">
            <p:pic>
              <p:nvPicPr>
                <p:cNvPr id="69" name="Ink 68">
                  <a:extLst>
                    <a:ext uri="{FF2B5EF4-FFF2-40B4-BE49-F238E27FC236}">
                      <a16:creationId xmlns:a16="http://schemas.microsoft.com/office/drawing/2014/main" id="{17AA70E1-EE71-E841-9BE8-0D02786FE456}"/>
                    </a:ext>
                  </a:extLst>
                </p:cNvPr>
                <p:cNvPicPr/>
                <p:nvPr/>
              </p:nvPicPr>
              <p:blipFill>
                <a:blip r:embed="rId129"/>
                <a:stretch>
                  <a:fillRect/>
                </a:stretch>
              </p:blipFill>
              <p:spPr>
                <a:xfrm>
                  <a:off x="9954666" y="1857403"/>
                  <a:ext cx="33408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0" name="Ink 69">
                  <a:extLst>
                    <a:ext uri="{FF2B5EF4-FFF2-40B4-BE49-F238E27FC236}">
                      <a16:creationId xmlns:a16="http://schemas.microsoft.com/office/drawing/2014/main" id="{CAE3E4C2-4D57-3CD8-E075-5C84A89F6656}"/>
                    </a:ext>
                  </a:extLst>
                </p14:cNvPr>
                <p14:cNvContentPartPr/>
                <p14:nvPr/>
              </p14:nvContentPartPr>
              <p14:xfrm>
                <a:off x="10457586" y="1847683"/>
                <a:ext cx="892080" cy="241200"/>
              </p14:xfrm>
            </p:contentPart>
          </mc:Choice>
          <mc:Fallback xmlns="">
            <p:pic>
              <p:nvPicPr>
                <p:cNvPr id="70" name="Ink 69">
                  <a:extLst>
                    <a:ext uri="{FF2B5EF4-FFF2-40B4-BE49-F238E27FC236}">
                      <a16:creationId xmlns:a16="http://schemas.microsoft.com/office/drawing/2014/main" id="{CAE3E4C2-4D57-3CD8-E075-5C84A89F6656}"/>
                    </a:ext>
                  </a:extLst>
                </p:cNvPr>
                <p:cNvPicPr/>
                <p:nvPr/>
              </p:nvPicPr>
              <p:blipFill>
                <a:blip r:embed="rId131"/>
                <a:stretch>
                  <a:fillRect/>
                </a:stretch>
              </p:blipFill>
              <p:spPr>
                <a:xfrm>
                  <a:off x="10451466" y="1841563"/>
                  <a:ext cx="90432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1" name="Ink 70">
                  <a:extLst>
                    <a:ext uri="{FF2B5EF4-FFF2-40B4-BE49-F238E27FC236}">
                      <a16:creationId xmlns:a16="http://schemas.microsoft.com/office/drawing/2014/main" id="{130E17E7-59CB-2B72-1BEA-6E2B52D7EC6D}"/>
                    </a:ext>
                  </a:extLst>
                </p14:cNvPr>
                <p14:cNvContentPartPr/>
                <p14:nvPr/>
              </p14:nvContentPartPr>
              <p14:xfrm>
                <a:off x="11379906" y="1741123"/>
                <a:ext cx="360720" cy="264960"/>
              </p14:xfrm>
            </p:contentPart>
          </mc:Choice>
          <mc:Fallback xmlns="">
            <p:pic>
              <p:nvPicPr>
                <p:cNvPr id="71" name="Ink 70">
                  <a:extLst>
                    <a:ext uri="{FF2B5EF4-FFF2-40B4-BE49-F238E27FC236}">
                      <a16:creationId xmlns:a16="http://schemas.microsoft.com/office/drawing/2014/main" id="{130E17E7-59CB-2B72-1BEA-6E2B52D7EC6D}"/>
                    </a:ext>
                  </a:extLst>
                </p:cNvPr>
                <p:cNvPicPr/>
                <p:nvPr/>
              </p:nvPicPr>
              <p:blipFill>
                <a:blip r:embed="rId133"/>
                <a:stretch>
                  <a:fillRect/>
                </a:stretch>
              </p:blipFill>
              <p:spPr>
                <a:xfrm>
                  <a:off x="11373786" y="1735003"/>
                  <a:ext cx="37296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2" name="Ink 71">
                  <a:extLst>
                    <a:ext uri="{FF2B5EF4-FFF2-40B4-BE49-F238E27FC236}">
                      <a16:creationId xmlns:a16="http://schemas.microsoft.com/office/drawing/2014/main" id="{D77F15A8-1303-6FFF-D4A2-18E475A16A7A}"/>
                    </a:ext>
                  </a:extLst>
                </p14:cNvPr>
                <p14:cNvContentPartPr/>
                <p14:nvPr/>
              </p14:nvContentPartPr>
              <p14:xfrm>
                <a:off x="11700306" y="1805563"/>
                <a:ext cx="45000" cy="40680"/>
              </p14:xfrm>
            </p:contentPart>
          </mc:Choice>
          <mc:Fallback xmlns="">
            <p:pic>
              <p:nvPicPr>
                <p:cNvPr id="72" name="Ink 71">
                  <a:extLst>
                    <a:ext uri="{FF2B5EF4-FFF2-40B4-BE49-F238E27FC236}">
                      <a16:creationId xmlns:a16="http://schemas.microsoft.com/office/drawing/2014/main" id="{D77F15A8-1303-6FFF-D4A2-18E475A16A7A}"/>
                    </a:ext>
                  </a:extLst>
                </p:cNvPr>
                <p:cNvPicPr/>
                <p:nvPr/>
              </p:nvPicPr>
              <p:blipFill>
                <a:blip r:embed="rId135"/>
                <a:stretch>
                  <a:fillRect/>
                </a:stretch>
              </p:blipFill>
              <p:spPr>
                <a:xfrm>
                  <a:off x="11694186" y="1799443"/>
                  <a:ext cx="5724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3" name="Ink 72">
                  <a:extLst>
                    <a:ext uri="{FF2B5EF4-FFF2-40B4-BE49-F238E27FC236}">
                      <a16:creationId xmlns:a16="http://schemas.microsoft.com/office/drawing/2014/main" id="{2A4E882A-BAD2-B12A-142E-E86345C42AA9}"/>
                    </a:ext>
                  </a:extLst>
                </p14:cNvPr>
                <p14:cNvContentPartPr/>
                <p14:nvPr/>
              </p14:nvContentPartPr>
              <p14:xfrm>
                <a:off x="11839266" y="1784323"/>
                <a:ext cx="89280" cy="208440"/>
              </p14:xfrm>
            </p:contentPart>
          </mc:Choice>
          <mc:Fallback xmlns="">
            <p:pic>
              <p:nvPicPr>
                <p:cNvPr id="73" name="Ink 72">
                  <a:extLst>
                    <a:ext uri="{FF2B5EF4-FFF2-40B4-BE49-F238E27FC236}">
                      <a16:creationId xmlns:a16="http://schemas.microsoft.com/office/drawing/2014/main" id="{2A4E882A-BAD2-B12A-142E-E86345C42AA9}"/>
                    </a:ext>
                  </a:extLst>
                </p:cNvPr>
                <p:cNvPicPr/>
                <p:nvPr/>
              </p:nvPicPr>
              <p:blipFill>
                <a:blip r:embed="rId137"/>
                <a:stretch>
                  <a:fillRect/>
                </a:stretch>
              </p:blipFill>
              <p:spPr>
                <a:xfrm>
                  <a:off x="11833146" y="1778203"/>
                  <a:ext cx="1015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4" name="Ink 73">
                  <a:extLst>
                    <a:ext uri="{FF2B5EF4-FFF2-40B4-BE49-F238E27FC236}">
                      <a16:creationId xmlns:a16="http://schemas.microsoft.com/office/drawing/2014/main" id="{06A545E8-66CB-F038-BBB7-C01C2FE6BD02}"/>
                    </a:ext>
                  </a:extLst>
                </p14:cNvPr>
                <p14:cNvContentPartPr/>
                <p14:nvPr/>
              </p14:nvContentPartPr>
              <p14:xfrm>
                <a:off x="11847906" y="1870363"/>
                <a:ext cx="133560" cy="82440"/>
              </p14:xfrm>
            </p:contentPart>
          </mc:Choice>
          <mc:Fallback xmlns="">
            <p:pic>
              <p:nvPicPr>
                <p:cNvPr id="74" name="Ink 73">
                  <a:extLst>
                    <a:ext uri="{FF2B5EF4-FFF2-40B4-BE49-F238E27FC236}">
                      <a16:creationId xmlns:a16="http://schemas.microsoft.com/office/drawing/2014/main" id="{06A545E8-66CB-F038-BBB7-C01C2FE6BD02}"/>
                    </a:ext>
                  </a:extLst>
                </p:cNvPr>
                <p:cNvPicPr/>
                <p:nvPr/>
              </p:nvPicPr>
              <p:blipFill>
                <a:blip r:embed="rId139"/>
                <a:stretch>
                  <a:fillRect/>
                </a:stretch>
              </p:blipFill>
              <p:spPr>
                <a:xfrm>
                  <a:off x="11841786" y="1864243"/>
                  <a:ext cx="14580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5" name="Ink 74">
                  <a:extLst>
                    <a:ext uri="{FF2B5EF4-FFF2-40B4-BE49-F238E27FC236}">
                      <a16:creationId xmlns:a16="http://schemas.microsoft.com/office/drawing/2014/main" id="{78A0094F-FCA9-263B-213B-E0E9F7722FE0}"/>
                    </a:ext>
                  </a:extLst>
                </p14:cNvPr>
                <p14:cNvContentPartPr/>
                <p14:nvPr/>
              </p14:nvContentPartPr>
              <p14:xfrm>
                <a:off x="11962026" y="1853443"/>
                <a:ext cx="199800" cy="72000"/>
              </p14:xfrm>
            </p:contentPart>
          </mc:Choice>
          <mc:Fallback xmlns="">
            <p:pic>
              <p:nvPicPr>
                <p:cNvPr id="75" name="Ink 74">
                  <a:extLst>
                    <a:ext uri="{FF2B5EF4-FFF2-40B4-BE49-F238E27FC236}">
                      <a16:creationId xmlns:a16="http://schemas.microsoft.com/office/drawing/2014/main" id="{78A0094F-FCA9-263B-213B-E0E9F7722FE0}"/>
                    </a:ext>
                  </a:extLst>
                </p:cNvPr>
                <p:cNvPicPr/>
                <p:nvPr/>
              </p:nvPicPr>
              <p:blipFill>
                <a:blip r:embed="rId141"/>
                <a:stretch>
                  <a:fillRect/>
                </a:stretch>
              </p:blipFill>
              <p:spPr>
                <a:xfrm>
                  <a:off x="11955906" y="1847323"/>
                  <a:ext cx="21204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6" name="Ink 75">
                  <a:extLst>
                    <a:ext uri="{FF2B5EF4-FFF2-40B4-BE49-F238E27FC236}">
                      <a16:creationId xmlns:a16="http://schemas.microsoft.com/office/drawing/2014/main" id="{EFADA6D2-5580-BEE8-0AE7-2BC14465B2B2}"/>
                    </a:ext>
                  </a:extLst>
                </p14:cNvPr>
                <p14:cNvContentPartPr/>
                <p14:nvPr/>
              </p14:nvContentPartPr>
              <p14:xfrm>
                <a:off x="11261466" y="2104363"/>
                <a:ext cx="567720" cy="64800"/>
              </p14:xfrm>
            </p:contentPart>
          </mc:Choice>
          <mc:Fallback xmlns="">
            <p:pic>
              <p:nvPicPr>
                <p:cNvPr id="76" name="Ink 75">
                  <a:extLst>
                    <a:ext uri="{FF2B5EF4-FFF2-40B4-BE49-F238E27FC236}">
                      <a16:creationId xmlns:a16="http://schemas.microsoft.com/office/drawing/2014/main" id="{EFADA6D2-5580-BEE8-0AE7-2BC14465B2B2}"/>
                    </a:ext>
                  </a:extLst>
                </p:cNvPr>
                <p:cNvPicPr/>
                <p:nvPr/>
              </p:nvPicPr>
              <p:blipFill>
                <a:blip r:embed="rId143"/>
                <a:stretch>
                  <a:fillRect/>
                </a:stretch>
              </p:blipFill>
              <p:spPr>
                <a:xfrm>
                  <a:off x="11255346" y="2098243"/>
                  <a:ext cx="57996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7" name="Ink 76">
                  <a:extLst>
                    <a:ext uri="{FF2B5EF4-FFF2-40B4-BE49-F238E27FC236}">
                      <a16:creationId xmlns:a16="http://schemas.microsoft.com/office/drawing/2014/main" id="{DD727728-BF53-F236-47A1-8CAD4E83F473}"/>
                    </a:ext>
                  </a:extLst>
                </p14:cNvPr>
                <p14:cNvContentPartPr/>
                <p14:nvPr/>
              </p14:nvContentPartPr>
              <p14:xfrm>
                <a:off x="11289906" y="2169523"/>
                <a:ext cx="354960" cy="65880"/>
              </p14:xfrm>
            </p:contentPart>
          </mc:Choice>
          <mc:Fallback xmlns="">
            <p:pic>
              <p:nvPicPr>
                <p:cNvPr id="77" name="Ink 76">
                  <a:extLst>
                    <a:ext uri="{FF2B5EF4-FFF2-40B4-BE49-F238E27FC236}">
                      <a16:creationId xmlns:a16="http://schemas.microsoft.com/office/drawing/2014/main" id="{DD727728-BF53-F236-47A1-8CAD4E83F473}"/>
                    </a:ext>
                  </a:extLst>
                </p:cNvPr>
                <p:cNvPicPr/>
                <p:nvPr/>
              </p:nvPicPr>
              <p:blipFill>
                <a:blip r:embed="rId145"/>
                <a:stretch>
                  <a:fillRect/>
                </a:stretch>
              </p:blipFill>
              <p:spPr>
                <a:xfrm>
                  <a:off x="11283786" y="2163403"/>
                  <a:ext cx="367200" cy="78120"/>
                </a:xfrm>
                <a:prstGeom prst="rect">
                  <a:avLst/>
                </a:prstGeom>
              </p:spPr>
            </p:pic>
          </mc:Fallback>
        </mc:AlternateContent>
      </p:grpSp>
      <p:grpSp>
        <p:nvGrpSpPr>
          <p:cNvPr id="86" name="Group 85">
            <a:extLst>
              <a:ext uri="{FF2B5EF4-FFF2-40B4-BE49-F238E27FC236}">
                <a16:creationId xmlns:a16="http://schemas.microsoft.com/office/drawing/2014/main" id="{E085E275-F5B3-F303-1FBC-AEC724E85171}"/>
              </a:ext>
            </a:extLst>
          </p:cNvPr>
          <p:cNvGrpSpPr/>
          <p:nvPr/>
        </p:nvGrpSpPr>
        <p:grpSpPr>
          <a:xfrm>
            <a:off x="2992626" y="2501083"/>
            <a:ext cx="726120" cy="330480"/>
            <a:chOff x="2992626" y="2501083"/>
            <a:chExt cx="726120" cy="330480"/>
          </a:xfrm>
        </p:grpSpPr>
        <mc:AlternateContent xmlns:mc="http://schemas.openxmlformats.org/markup-compatibility/2006" xmlns:p14="http://schemas.microsoft.com/office/powerpoint/2010/main">
          <mc:Choice Requires="p14">
            <p:contentPart p14:bwMode="auto" r:id="rId146">
              <p14:nvContentPartPr>
                <p14:cNvPr id="79" name="Ink 78">
                  <a:extLst>
                    <a:ext uri="{FF2B5EF4-FFF2-40B4-BE49-F238E27FC236}">
                      <a16:creationId xmlns:a16="http://schemas.microsoft.com/office/drawing/2014/main" id="{72127B65-0A7F-8589-51E6-1E6EFEC345DC}"/>
                    </a:ext>
                  </a:extLst>
                </p14:cNvPr>
                <p14:cNvContentPartPr/>
                <p14:nvPr/>
              </p14:nvContentPartPr>
              <p14:xfrm>
                <a:off x="3208626" y="2512603"/>
                <a:ext cx="74520" cy="202680"/>
              </p14:xfrm>
            </p:contentPart>
          </mc:Choice>
          <mc:Fallback xmlns="">
            <p:pic>
              <p:nvPicPr>
                <p:cNvPr id="79" name="Ink 78">
                  <a:extLst>
                    <a:ext uri="{FF2B5EF4-FFF2-40B4-BE49-F238E27FC236}">
                      <a16:creationId xmlns:a16="http://schemas.microsoft.com/office/drawing/2014/main" id="{72127B65-0A7F-8589-51E6-1E6EFEC345DC}"/>
                    </a:ext>
                  </a:extLst>
                </p:cNvPr>
                <p:cNvPicPr/>
                <p:nvPr/>
              </p:nvPicPr>
              <p:blipFill>
                <a:blip r:embed="rId147"/>
                <a:stretch>
                  <a:fillRect/>
                </a:stretch>
              </p:blipFill>
              <p:spPr>
                <a:xfrm>
                  <a:off x="3202506" y="2506483"/>
                  <a:ext cx="867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0" name="Ink 79">
                  <a:extLst>
                    <a:ext uri="{FF2B5EF4-FFF2-40B4-BE49-F238E27FC236}">
                      <a16:creationId xmlns:a16="http://schemas.microsoft.com/office/drawing/2014/main" id="{1527F85E-B908-89FA-D5CD-71B7A8991E68}"/>
                    </a:ext>
                  </a:extLst>
                </p14:cNvPr>
                <p14:cNvContentPartPr/>
                <p14:nvPr/>
              </p14:nvContentPartPr>
              <p14:xfrm>
                <a:off x="3048426" y="2768563"/>
                <a:ext cx="311760" cy="63000"/>
              </p14:xfrm>
            </p:contentPart>
          </mc:Choice>
          <mc:Fallback xmlns="">
            <p:pic>
              <p:nvPicPr>
                <p:cNvPr id="80" name="Ink 79">
                  <a:extLst>
                    <a:ext uri="{FF2B5EF4-FFF2-40B4-BE49-F238E27FC236}">
                      <a16:creationId xmlns:a16="http://schemas.microsoft.com/office/drawing/2014/main" id="{1527F85E-B908-89FA-D5CD-71B7A8991E68}"/>
                    </a:ext>
                  </a:extLst>
                </p:cNvPr>
                <p:cNvPicPr/>
                <p:nvPr/>
              </p:nvPicPr>
              <p:blipFill>
                <a:blip r:embed="rId149"/>
                <a:stretch>
                  <a:fillRect/>
                </a:stretch>
              </p:blipFill>
              <p:spPr>
                <a:xfrm>
                  <a:off x="3042306" y="2762443"/>
                  <a:ext cx="3240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1" name="Ink 80">
                  <a:extLst>
                    <a:ext uri="{FF2B5EF4-FFF2-40B4-BE49-F238E27FC236}">
                      <a16:creationId xmlns:a16="http://schemas.microsoft.com/office/drawing/2014/main" id="{868777E8-9665-7F9C-4396-2A32ADBF6CF8}"/>
                    </a:ext>
                  </a:extLst>
                </p14:cNvPr>
                <p14:cNvContentPartPr/>
                <p14:nvPr/>
              </p14:nvContentPartPr>
              <p14:xfrm>
                <a:off x="2992626" y="2501083"/>
                <a:ext cx="228600" cy="27360"/>
              </p14:xfrm>
            </p:contentPart>
          </mc:Choice>
          <mc:Fallback xmlns="">
            <p:pic>
              <p:nvPicPr>
                <p:cNvPr id="81" name="Ink 80">
                  <a:extLst>
                    <a:ext uri="{FF2B5EF4-FFF2-40B4-BE49-F238E27FC236}">
                      <a16:creationId xmlns:a16="http://schemas.microsoft.com/office/drawing/2014/main" id="{868777E8-9665-7F9C-4396-2A32ADBF6CF8}"/>
                    </a:ext>
                  </a:extLst>
                </p:cNvPr>
                <p:cNvPicPr/>
                <p:nvPr/>
              </p:nvPicPr>
              <p:blipFill>
                <a:blip r:embed="rId151"/>
                <a:stretch>
                  <a:fillRect/>
                </a:stretch>
              </p:blipFill>
              <p:spPr>
                <a:xfrm>
                  <a:off x="2986506" y="2494963"/>
                  <a:ext cx="24084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3" name="Ink 82">
                  <a:extLst>
                    <a:ext uri="{FF2B5EF4-FFF2-40B4-BE49-F238E27FC236}">
                      <a16:creationId xmlns:a16="http://schemas.microsoft.com/office/drawing/2014/main" id="{FF59B2D8-06FE-ECC3-74DC-7D738B56529D}"/>
                    </a:ext>
                  </a:extLst>
                </p14:cNvPr>
                <p14:cNvContentPartPr/>
                <p14:nvPr/>
              </p14:nvContentPartPr>
              <p14:xfrm>
                <a:off x="3285666" y="2541403"/>
                <a:ext cx="203760" cy="248040"/>
              </p14:xfrm>
            </p:contentPart>
          </mc:Choice>
          <mc:Fallback xmlns="">
            <p:pic>
              <p:nvPicPr>
                <p:cNvPr id="83" name="Ink 82">
                  <a:extLst>
                    <a:ext uri="{FF2B5EF4-FFF2-40B4-BE49-F238E27FC236}">
                      <a16:creationId xmlns:a16="http://schemas.microsoft.com/office/drawing/2014/main" id="{FF59B2D8-06FE-ECC3-74DC-7D738B56529D}"/>
                    </a:ext>
                  </a:extLst>
                </p:cNvPr>
                <p:cNvPicPr/>
                <p:nvPr/>
              </p:nvPicPr>
              <p:blipFill>
                <a:blip r:embed="rId153"/>
                <a:stretch>
                  <a:fillRect/>
                </a:stretch>
              </p:blipFill>
              <p:spPr>
                <a:xfrm>
                  <a:off x="3279546" y="2535283"/>
                  <a:ext cx="2160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5" name="Ink 84">
                  <a:extLst>
                    <a:ext uri="{FF2B5EF4-FFF2-40B4-BE49-F238E27FC236}">
                      <a16:creationId xmlns:a16="http://schemas.microsoft.com/office/drawing/2014/main" id="{382FD49B-554D-D15F-5B5A-4658374EFA2A}"/>
                    </a:ext>
                  </a:extLst>
                </p14:cNvPr>
                <p14:cNvContentPartPr/>
                <p14:nvPr/>
              </p14:nvContentPartPr>
              <p14:xfrm>
                <a:off x="3490866" y="2567683"/>
                <a:ext cx="227880" cy="182880"/>
              </p14:xfrm>
            </p:contentPart>
          </mc:Choice>
          <mc:Fallback xmlns="">
            <p:pic>
              <p:nvPicPr>
                <p:cNvPr id="85" name="Ink 84">
                  <a:extLst>
                    <a:ext uri="{FF2B5EF4-FFF2-40B4-BE49-F238E27FC236}">
                      <a16:creationId xmlns:a16="http://schemas.microsoft.com/office/drawing/2014/main" id="{382FD49B-554D-D15F-5B5A-4658374EFA2A}"/>
                    </a:ext>
                  </a:extLst>
                </p:cNvPr>
                <p:cNvPicPr/>
                <p:nvPr/>
              </p:nvPicPr>
              <p:blipFill>
                <a:blip r:embed="rId155"/>
                <a:stretch>
                  <a:fillRect/>
                </a:stretch>
              </p:blipFill>
              <p:spPr>
                <a:xfrm>
                  <a:off x="3484746" y="2561563"/>
                  <a:ext cx="240120" cy="195120"/>
                </a:xfrm>
                <a:prstGeom prst="rect">
                  <a:avLst/>
                </a:prstGeom>
              </p:spPr>
            </p:pic>
          </mc:Fallback>
        </mc:AlternateContent>
      </p:grpSp>
      <p:grpSp>
        <p:nvGrpSpPr>
          <p:cNvPr id="96" name="Group 95">
            <a:extLst>
              <a:ext uri="{FF2B5EF4-FFF2-40B4-BE49-F238E27FC236}">
                <a16:creationId xmlns:a16="http://schemas.microsoft.com/office/drawing/2014/main" id="{A3EEB7F0-7FAF-E9F1-554A-0AAFDFD28790}"/>
              </a:ext>
            </a:extLst>
          </p:cNvPr>
          <p:cNvGrpSpPr/>
          <p:nvPr/>
        </p:nvGrpSpPr>
        <p:grpSpPr>
          <a:xfrm>
            <a:off x="1519506" y="3273283"/>
            <a:ext cx="752400" cy="293760"/>
            <a:chOff x="1519506" y="3273283"/>
            <a:chExt cx="752400" cy="293760"/>
          </a:xfrm>
        </p:grpSpPr>
        <mc:AlternateContent xmlns:mc="http://schemas.openxmlformats.org/markup-compatibility/2006" xmlns:p14="http://schemas.microsoft.com/office/powerpoint/2010/main">
          <mc:Choice Requires="p14">
            <p:contentPart p14:bwMode="auto" r:id="rId156">
              <p14:nvContentPartPr>
                <p14:cNvPr id="87" name="Ink 86">
                  <a:extLst>
                    <a:ext uri="{FF2B5EF4-FFF2-40B4-BE49-F238E27FC236}">
                      <a16:creationId xmlns:a16="http://schemas.microsoft.com/office/drawing/2014/main" id="{E1C33C27-08E6-4DE3-8459-C97F3833A8D3}"/>
                    </a:ext>
                  </a:extLst>
                </p14:cNvPr>
                <p14:cNvContentPartPr/>
                <p14:nvPr/>
              </p14:nvContentPartPr>
              <p14:xfrm>
                <a:off x="1519506" y="3283003"/>
                <a:ext cx="357840" cy="284040"/>
              </p14:xfrm>
            </p:contentPart>
          </mc:Choice>
          <mc:Fallback xmlns="">
            <p:pic>
              <p:nvPicPr>
                <p:cNvPr id="87" name="Ink 86">
                  <a:extLst>
                    <a:ext uri="{FF2B5EF4-FFF2-40B4-BE49-F238E27FC236}">
                      <a16:creationId xmlns:a16="http://schemas.microsoft.com/office/drawing/2014/main" id="{E1C33C27-08E6-4DE3-8459-C97F3833A8D3}"/>
                    </a:ext>
                  </a:extLst>
                </p:cNvPr>
                <p:cNvPicPr/>
                <p:nvPr/>
              </p:nvPicPr>
              <p:blipFill>
                <a:blip r:embed="rId157"/>
                <a:stretch>
                  <a:fillRect/>
                </a:stretch>
              </p:blipFill>
              <p:spPr>
                <a:xfrm>
                  <a:off x="1513386" y="3276883"/>
                  <a:ext cx="37008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88" name="Ink 87">
                  <a:extLst>
                    <a:ext uri="{FF2B5EF4-FFF2-40B4-BE49-F238E27FC236}">
                      <a16:creationId xmlns:a16="http://schemas.microsoft.com/office/drawing/2014/main" id="{CE72CD41-E742-8A04-D797-C20DB1538D33}"/>
                    </a:ext>
                  </a:extLst>
                </p14:cNvPr>
                <p14:cNvContentPartPr/>
                <p14:nvPr/>
              </p14:nvContentPartPr>
              <p14:xfrm>
                <a:off x="1858986" y="3317563"/>
                <a:ext cx="92520" cy="79920"/>
              </p14:xfrm>
            </p:contentPart>
          </mc:Choice>
          <mc:Fallback xmlns="">
            <p:pic>
              <p:nvPicPr>
                <p:cNvPr id="88" name="Ink 87">
                  <a:extLst>
                    <a:ext uri="{FF2B5EF4-FFF2-40B4-BE49-F238E27FC236}">
                      <a16:creationId xmlns:a16="http://schemas.microsoft.com/office/drawing/2014/main" id="{CE72CD41-E742-8A04-D797-C20DB1538D33}"/>
                    </a:ext>
                  </a:extLst>
                </p:cNvPr>
                <p:cNvPicPr/>
                <p:nvPr/>
              </p:nvPicPr>
              <p:blipFill>
                <a:blip r:embed="rId159"/>
                <a:stretch>
                  <a:fillRect/>
                </a:stretch>
              </p:blipFill>
              <p:spPr>
                <a:xfrm>
                  <a:off x="1852866" y="3311443"/>
                  <a:ext cx="1047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89" name="Ink 88">
                  <a:extLst>
                    <a:ext uri="{FF2B5EF4-FFF2-40B4-BE49-F238E27FC236}">
                      <a16:creationId xmlns:a16="http://schemas.microsoft.com/office/drawing/2014/main" id="{AE2276E5-3C84-9E34-BEDA-F22B7755E2D1}"/>
                    </a:ext>
                  </a:extLst>
                </p14:cNvPr>
                <p14:cNvContentPartPr/>
                <p14:nvPr/>
              </p14:nvContentPartPr>
              <p14:xfrm>
                <a:off x="2009826" y="3289483"/>
                <a:ext cx="28080" cy="137880"/>
              </p14:xfrm>
            </p:contentPart>
          </mc:Choice>
          <mc:Fallback xmlns="">
            <p:pic>
              <p:nvPicPr>
                <p:cNvPr id="89" name="Ink 88">
                  <a:extLst>
                    <a:ext uri="{FF2B5EF4-FFF2-40B4-BE49-F238E27FC236}">
                      <a16:creationId xmlns:a16="http://schemas.microsoft.com/office/drawing/2014/main" id="{AE2276E5-3C84-9E34-BEDA-F22B7755E2D1}"/>
                    </a:ext>
                  </a:extLst>
                </p:cNvPr>
                <p:cNvPicPr/>
                <p:nvPr/>
              </p:nvPicPr>
              <p:blipFill>
                <a:blip r:embed="rId161"/>
                <a:stretch>
                  <a:fillRect/>
                </a:stretch>
              </p:blipFill>
              <p:spPr>
                <a:xfrm>
                  <a:off x="2003706" y="3283363"/>
                  <a:ext cx="403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2" name="Ink 91">
                  <a:extLst>
                    <a:ext uri="{FF2B5EF4-FFF2-40B4-BE49-F238E27FC236}">
                      <a16:creationId xmlns:a16="http://schemas.microsoft.com/office/drawing/2014/main" id="{75F1483C-054D-DE25-8503-BC5ED31C65B3}"/>
                    </a:ext>
                  </a:extLst>
                </p14:cNvPr>
                <p14:cNvContentPartPr/>
                <p14:nvPr/>
              </p14:nvContentPartPr>
              <p14:xfrm>
                <a:off x="2080746" y="3273283"/>
                <a:ext cx="191160" cy="127080"/>
              </p14:xfrm>
            </p:contentPart>
          </mc:Choice>
          <mc:Fallback xmlns="">
            <p:pic>
              <p:nvPicPr>
                <p:cNvPr id="92" name="Ink 91">
                  <a:extLst>
                    <a:ext uri="{FF2B5EF4-FFF2-40B4-BE49-F238E27FC236}">
                      <a16:creationId xmlns:a16="http://schemas.microsoft.com/office/drawing/2014/main" id="{75F1483C-054D-DE25-8503-BC5ED31C65B3}"/>
                    </a:ext>
                  </a:extLst>
                </p:cNvPr>
                <p:cNvPicPr/>
                <p:nvPr/>
              </p:nvPicPr>
              <p:blipFill>
                <a:blip r:embed="rId163"/>
                <a:stretch>
                  <a:fillRect/>
                </a:stretch>
              </p:blipFill>
              <p:spPr>
                <a:xfrm>
                  <a:off x="2074626" y="3267163"/>
                  <a:ext cx="203400" cy="139320"/>
                </a:xfrm>
                <a:prstGeom prst="rect">
                  <a:avLst/>
                </a:prstGeom>
              </p:spPr>
            </p:pic>
          </mc:Fallback>
        </mc:AlternateContent>
      </p:grpSp>
      <p:grpSp>
        <p:nvGrpSpPr>
          <p:cNvPr id="95" name="Group 94">
            <a:extLst>
              <a:ext uri="{FF2B5EF4-FFF2-40B4-BE49-F238E27FC236}">
                <a16:creationId xmlns:a16="http://schemas.microsoft.com/office/drawing/2014/main" id="{B8CCE6FC-BEDA-EDE4-3DAB-8C053ADF7FE8}"/>
              </a:ext>
            </a:extLst>
          </p:cNvPr>
          <p:cNvGrpSpPr/>
          <p:nvPr/>
        </p:nvGrpSpPr>
        <p:grpSpPr>
          <a:xfrm>
            <a:off x="1337706" y="3735883"/>
            <a:ext cx="658080" cy="204120"/>
            <a:chOff x="1337706" y="3735883"/>
            <a:chExt cx="658080" cy="204120"/>
          </a:xfrm>
        </p:grpSpPr>
        <mc:AlternateContent xmlns:mc="http://schemas.openxmlformats.org/markup-compatibility/2006" xmlns:p14="http://schemas.microsoft.com/office/powerpoint/2010/main">
          <mc:Choice Requires="p14">
            <p:contentPart p14:bwMode="auto" r:id="rId164">
              <p14:nvContentPartPr>
                <p14:cNvPr id="93" name="Ink 92">
                  <a:extLst>
                    <a:ext uri="{FF2B5EF4-FFF2-40B4-BE49-F238E27FC236}">
                      <a16:creationId xmlns:a16="http://schemas.microsoft.com/office/drawing/2014/main" id="{DA6DEDA9-658A-AB95-DF90-008E678B81CE}"/>
                    </a:ext>
                  </a:extLst>
                </p14:cNvPr>
                <p14:cNvContentPartPr/>
                <p14:nvPr/>
              </p14:nvContentPartPr>
              <p14:xfrm>
                <a:off x="1464066" y="3735883"/>
                <a:ext cx="531720" cy="73440"/>
              </p14:xfrm>
            </p:contentPart>
          </mc:Choice>
          <mc:Fallback xmlns="">
            <p:pic>
              <p:nvPicPr>
                <p:cNvPr id="93" name="Ink 92">
                  <a:extLst>
                    <a:ext uri="{FF2B5EF4-FFF2-40B4-BE49-F238E27FC236}">
                      <a16:creationId xmlns:a16="http://schemas.microsoft.com/office/drawing/2014/main" id="{DA6DEDA9-658A-AB95-DF90-008E678B81CE}"/>
                    </a:ext>
                  </a:extLst>
                </p:cNvPr>
                <p:cNvPicPr/>
                <p:nvPr/>
              </p:nvPicPr>
              <p:blipFill>
                <a:blip r:embed="rId165"/>
                <a:stretch>
                  <a:fillRect/>
                </a:stretch>
              </p:blipFill>
              <p:spPr>
                <a:xfrm>
                  <a:off x="1457946" y="3729763"/>
                  <a:ext cx="54396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4" name="Ink 93">
                  <a:extLst>
                    <a:ext uri="{FF2B5EF4-FFF2-40B4-BE49-F238E27FC236}">
                      <a16:creationId xmlns:a16="http://schemas.microsoft.com/office/drawing/2014/main" id="{3772EF5B-396E-CAA1-92ED-42FA5D72538A}"/>
                    </a:ext>
                  </a:extLst>
                </p14:cNvPr>
                <p14:cNvContentPartPr/>
                <p14:nvPr/>
              </p14:nvContentPartPr>
              <p14:xfrm>
                <a:off x="1337706" y="3841723"/>
                <a:ext cx="593640" cy="98280"/>
              </p14:xfrm>
            </p:contentPart>
          </mc:Choice>
          <mc:Fallback xmlns="">
            <p:pic>
              <p:nvPicPr>
                <p:cNvPr id="94" name="Ink 93">
                  <a:extLst>
                    <a:ext uri="{FF2B5EF4-FFF2-40B4-BE49-F238E27FC236}">
                      <a16:creationId xmlns:a16="http://schemas.microsoft.com/office/drawing/2014/main" id="{3772EF5B-396E-CAA1-92ED-42FA5D72538A}"/>
                    </a:ext>
                  </a:extLst>
                </p:cNvPr>
                <p:cNvPicPr/>
                <p:nvPr/>
              </p:nvPicPr>
              <p:blipFill>
                <a:blip r:embed="rId167"/>
                <a:stretch>
                  <a:fillRect/>
                </a:stretch>
              </p:blipFill>
              <p:spPr>
                <a:xfrm>
                  <a:off x="1331586" y="3835603"/>
                  <a:ext cx="605880" cy="110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8">
            <p14:nvContentPartPr>
              <p14:cNvPr id="97" name="Ink 96">
                <a:extLst>
                  <a:ext uri="{FF2B5EF4-FFF2-40B4-BE49-F238E27FC236}">
                    <a16:creationId xmlns:a16="http://schemas.microsoft.com/office/drawing/2014/main" id="{9F055459-E38B-2DCF-3380-6BA5BFAF544C}"/>
                  </a:ext>
                </a:extLst>
              </p14:cNvPr>
              <p14:cNvContentPartPr/>
              <p14:nvPr/>
            </p14:nvContentPartPr>
            <p14:xfrm>
              <a:off x="2482146" y="3447163"/>
              <a:ext cx="270720" cy="71280"/>
            </p14:xfrm>
          </p:contentPart>
        </mc:Choice>
        <mc:Fallback xmlns="">
          <p:pic>
            <p:nvPicPr>
              <p:cNvPr id="97" name="Ink 96">
                <a:extLst>
                  <a:ext uri="{FF2B5EF4-FFF2-40B4-BE49-F238E27FC236}">
                    <a16:creationId xmlns:a16="http://schemas.microsoft.com/office/drawing/2014/main" id="{9F055459-E38B-2DCF-3380-6BA5BFAF544C}"/>
                  </a:ext>
                </a:extLst>
              </p:cNvPr>
              <p:cNvPicPr/>
              <p:nvPr/>
            </p:nvPicPr>
            <p:blipFill>
              <a:blip r:embed="rId169"/>
              <a:stretch>
                <a:fillRect/>
              </a:stretch>
            </p:blipFill>
            <p:spPr>
              <a:xfrm>
                <a:off x="2476026" y="3441043"/>
                <a:ext cx="2829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24" name="Ink 123">
                <a:extLst>
                  <a:ext uri="{FF2B5EF4-FFF2-40B4-BE49-F238E27FC236}">
                    <a16:creationId xmlns:a16="http://schemas.microsoft.com/office/drawing/2014/main" id="{614E3F7B-6A6C-0D7D-FB74-E6ADFA0BE4AC}"/>
                  </a:ext>
                </a:extLst>
              </p14:cNvPr>
              <p14:cNvContentPartPr/>
              <p14:nvPr/>
            </p14:nvContentPartPr>
            <p14:xfrm>
              <a:off x="8260866" y="3155923"/>
              <a:ext cx="305640" cy="108360"/>
            </p14:xfrm>
          </p:contentPart>
        </mc:Choice>
        <mc:Fallback xmlns="">
          <p:pic>
            <p:nvPicPr>
              <p:cNvPr id="124" name="Ink 123">
                <a:extLst>
                  <a:ext uri="{FF2B5EF4-FFF2-40B4-BE49-F238E27FC236}">
                    <a16:creationId xmlns:a16="http://schemas.microsoft.com/office/drawing/2014/main" id="{614E3F7B-6A6C-0D7D-FB74-E6ADFA0BE4AC}"/>
                  </a:ext>
                </a:extLst>
              </p:cNvPr>
              <p:cNvPicPr/>
              <p:nvPr/>
            </p:nvPicPr>
            <p:blipFill>
              <a:blip r:embed="rId171"/>
              <a:stretch>
                <a:fillRect/>
              </a:stretch>
            </p:blipFill>
            <p:spPr>
              <a:xfrm>
                <a:off x="8254746" y="3149803"/>
                <a:ext cx="317880" cy="120600"/>
              </a:xfrm>
              <a:prstGeom prst="rect">
                <a:avLst/>
              </a:prstGeom>
            </p:spPr>
          </p:pic>
        </mc:Fallback>
      </mc:AlternateContent>
      <p:grpSp>
        <p:nvGrpSpPr>
          <p:cNvPr id="135" name="Group 134">
            <a:extLst>
              <a:ext uri="{FF2B5EF4-FFF2-40B4-BE49-F238E27FC236}">
                <a16:creationId xmlns:a16="http://schemas.microsoft.com/office/drawing/2014/main" id="{6FE8F8E4-0389-2DEC-FFC9-381CB341CC62}"/>
              </a:ext>
            </a:extLst>
          </p:cNvPr>
          <p:cNvGrpSpPr/>
          <p:nvPr/>
        </p:nvGrpSpPr>
        <p:grpSpPr>
          <a:xfrm>
            <a:off x="9031266" y="2907883"/>
            <a:ext cx="1812240" cy="340920"/>
            <a:chOff x="9031266" y="2907883"/>
            <a:chExt cx="1812240" cy="340920"/>
          </a:xfrm>
        </p:grpSpPr>
        <mc:AlternateContent xmlns:mc="http://schemas.openxmlformats.org/markup-compatibility/2006" xmlns:p14="http://schemas.microsoft.com/office/powerpoint/2010/main">
          <mc:Choice Requires="p14">
            <p:contentPart p14:bwMode="auto" r:id="rId172">
              <p14:nvContentPartPr>
                <p14:cNvPr id="125" name="Ink 124">
                  <a:extLst>
                    <a:ext uri="{FF2B5EF4-FFF2-40B4-BE49-F238E27FC236}">
                      <a16:creationId xmlns:a16="http://schemas.microsoft.com/office/drawing/2014/main" id="{422F6AC6-2792-C812-3787-4471711506AA}"/>
                    </a:ext>
                  </a:extLst>
                </p14:cNvPr>
                <p14:cNvContentPartPr/>
                <p14:nvPr/>
              </p14:nvContentPartPr>
              <p14:xfrm>
                <a:off x="9031266" y="3085003"/>
                <a:ext cx="119880" cy="163800"/>
              </p14:xfrm>
            </p:contentPart>
          </mc:Choice>
          <mc:Fallback xmlns="">
            <p:pic>
              <p:nvPicPr>
                <p:cNvPr id="125" name="Ink 124">
                  <a:extLst>
                    <a:ext uri="{FF2B5EF4-FFF2-40B4-BE49-F238E27FC236}">
                      <a16:creationId xmlns:a16="http://schemas.microsoft.com/office/drawing/2014/main" id="{422F6AC6-2792-C812-3787-4471711506AA}"/>
                    </a:ext>
                  </a:extLst>
                </p:cNvPr>
                <p:cNvPicPr/>
                <p:nvPr/>
              </p:nvPicPr>
              <p:blipFill>
                <a:blip r:embed="rId173"/>
                <a:stretch>
                  <a:fillRect/>
                </a:stretch>
              </p:blipFill>
              <p:spPr>
                <a:xfrm>
                  <a:off x="9025146" y="3078883"/>
                  <a:ext cx="13212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6" name="Ink 125">
                  <a:extLst>
                    <a:ext uri="{FF2B5EF4-FFF2-40B4-BE49-F238E27FC236}">
                      <a16:creationId xmlns:a16="http://schemas.microsoft.com/office/drawing/2014/main" id="{92211D05-A701-EEE8-9F0F-0D2397B1AFF6}"/>
                    </a:ext>
                  </a:extLst>
                </p14:cNvPr>
                <p14:cNvContentPartPr/>
                <p14:nvPr/>
              </p14:nvContentPartPr>
              <p14:xfrm>
                <a:off x="9256266" y="3100483"/>
                <a:ext cx="122400" cy="113400"/>
              </p14:xfrm>
            </p:contentPart>
          </mc:Choice>
          <mc:Fallback xmlns="">
            <p:pic>
              <p:nvPicPr>
                <p:cNvPr id="126" name="Ink 125">
                  <a:extLst>
                    <a:ext uri="{FF2B5EF4-FFF2-40B4-BE49-F238E27FC236}">
                      <a16:creationId xmlns:a16="http://schemas.microsoft.com/office/drawing/2014/main" id="{92211D05-A701-EEE8-9F0F-0D2397B1AFF6}"/>
                    </a:ext>
                  </a:extLst>
                </p:cNvPr>
                <p:cNvPicPr/>
                <p:nvPr/>
              </p:nvPicPr>
              <p:blipFill>
                <a:blip r:embed="rId175"/>
                <a:stretch>
                  <a:fillRect/>
                </a:stretch>
              </p:blipFill>
              <p:spPr>
                <a:xfrm>
                  <a:off x="9250146" y="3094363"/>
                  <a:ext cx="1346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27" name="Ink 126">
                  <a:extLst>
                    <a:ext uri="{FF2B5EF4-FFF2-40B4-BE49-F238E27FC236}">
                      <a16:creationId xmlns:a16="http://schemas.microsoft.com/office/drawing/2014/main" id="{136E4A1C-D473-297F-7DFF-8671714E17FB}"/>
                    </a:ext>
                  </a:extLst>
                </p14:cNvPr>
                <p14:cNvContentPartPr/>
                <p14:nvPr/>
              </p14:nvContentPartPr>
              <p14:xfrm>
                <a:off x="9447066" y="3148363"/>
                <a:ext cx="52920" cy="61560"/>
              </p14:xfrm>
            </p:contentPart>
          </mc:Choice>
          <mc:Fallback xmlns="">
            <p:pic>
              <p:nvPicPr>
                <p:cNvPr id="127" name="Ink 126">
                  <a:extLst>
                    <a:ext uri="{FF2B5EF4-FFF2-40B4-BE49-F238E27FC236}">
                      <a16:creationId xmlns:a16="http://schemas.microsoft.com/office/drawing/2014/main" id="{136E4A1C-D473-297F-7DFF-8671714E17FB}"/>
                    </a:ext>
                  </a:extLst>
                </p:cNvPr>
                <p:cNvPicPr/>
                <p:nvPr/>
              </p:nvPicPr>
              <p:blipFill>
                <a:blip r:embed="rId177"/>
                <a:stretch>
                  <a:fillRect/>
                </a:stretch>
              </p:blipFill>
              <p:spPr>
                <a:xfrm>
                  <a:off x="9440946" y="3142243"/>
                  <a:ext cx="6516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28" name="Ink 127">
                  <a:extLst>
                    <a:ext uri="{FF2B5EF4-FFF2-40B4-BE49-F238E27FC236}">
                      <a16:creationId xmlns:a16="http://schemas.microsoft.com/office/drawing/2014/main" id="{C7BADE43-B74A-EB77-5991-011704EC8CDD}"/>
                    </a:ext>
                  </a:extLst>
                </p14:cNvPr>
                <p14:cNvContentPartPr/>
                <p14:nvPr/>
              </p14:nvContentPartPr>
              <p14:xfrm>
                <a:off x="9437346" y="3065923"/>
                <a:ext cx="375480" cy="142200"/>
              </p14:xfrm>
            </p:contentPart>
          </mc:Choice>
          <mc:Fallback xmlns="">
            <p:pic>
              <p:nvPicPr>
                <p:cNvPr id="128" name="Ink 127">
                  <a:extLst>
                    <a:ext uri="{FF2B5EF4-FFF2-40B4-BE49-F238E27FC236}">
                      <a16:creationId xmlns:a16="http://schemas.microsoft.com/office/drawing/2014/main" id="{C7BADE43-B74A-EB77-5991-011704EC8CDD}"/>
                    </a:ext>
                  </a:extLst>
                </p:cNvPr>
                <p:cNvPicPr/>
                <p:nvPr/>
              </p:nvPicPr>
              <p:blipFill>
                <a:blip r:embed="rId179"/>
                <a:stretch>
                  <a:fillRect/>
                </a:stretch>
              </p:blipFill>
              <p:spPr>
                <a:xfrm>
                  <a:off x="9431226" y="3059803"/>
                  <a:ext cx="3877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29" name="Ink 128">
                  <a:extLst>
                    <a:ext uri="{FF2B5EF4-FFF2-40B4-BE49-F238E27FC236}">
                      <a16:creationId xmlns:a16="http://schemas.microsoft.com/office/drawing/2014/main" id="{25A773A4-E148-7874-3BB4-3FCEF34F0CB1}"/>
                    </a:ext>
                  </a:extLst>
                </p14:cNvPr>
                <p14:cNvContentPartPr/>
                <p14:nvPr/>
              </p14:nvContentPartPr>
              <p14:xfrm>
                <a:off x="9936666" y="2907883"/>
                <a:ext cx="583200" cy="217440"/>
              </p14:xfrm>
            </p:contentPart>
          </mc:Choice>
          <mc:Fallback xmlns="">
            <p:pic>
              <p:nvPicPr>
                <p:cNvPr id="129" name="Ink 128">
                  <a:extLst>
                    <a:ext uri="{FF2B5EF4-FFF2-40B4-BE49-F238E27FC236}">
                      <a16:creationId xmlns:a16="http://schemas.microsoft.com/office/drawing/2014/main" id="{25A773A4-E148-7874-3BB4-3FCEF34F0CB1}"/>
                    </a:ext>
                  </a:extLst>
                </p:cNvPr>
                <p:cNvPicPr/>
                <p:nvPr/>
              </p:nvPicPr>
              <p:blipFill>
                <a:blip r:embed="rId181"/>
                <a:stretch>
                  <a:fillRect/>
                </a:stretch>
              </p:blipFill>
              <p:spPr>
                <a:xfrm>
                  <a:off x="9930546" y="2901763"/>
                  <a:ext cx="59544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30" name="Ink 129">
                  <a:extLst>
                    <a:ext uri="{FF2B5EF4-FFF2-40B4-BE49-F238E27FC236}">
                      <a16:creationId xmlns:a16="http://schemas.microsoft.com/office/drawing/2014/main" id="{B2F39846-2C36-3416-4019-6CCB60ACE8F9}"/>
                    </a:ext>
                  </a:extLst>
                </p14:cNvPr>
                <p14:cNvContentPartPr/>
                <p14:nvPr/>
              </p14:nvContentPartPr>
              <p14:xfrm>
                <a:off x="10482786" y="2926963"/>
                <a:ext cx="360720" cy="225360"/>
              </p14:xfrm>
            </p:contentPart>
          </mc:Choice>
          <mc:Fallback xmlns="">
            <p:pic>
              <p:nvPicPr>
                <p:cNvPr id="130" name="Ink 129">
                  <a:extLst>
                    <a:ext uri="{FF2B5EF4-FFF2-40B4-BE49-F238E27FC236}">
                      <a16:creationId xmlns:a16="http://schemas.microsoft.com/office/drawing/2014/main" id="{B2F39846-2C36-3416-4019-6CCB60ACE8F9}"/>
                    </a:ext>
                  </a:extLst>
                </p:cNvPr>
                <p:cNvPicPr/>
                <p:nvPr/>
              </p:nvPicPr>
              <p:blipFill>
                <a:blip r:embed="rId183"/>
                <a:stretch>
                  <a:fillRect/>
                </a:stretch>
              </p:blipFill>
              <p:spPr>
                <a:xfrm>
                  <a:off x="10476666" y="2920843"/>
                  <a:ext cx="3729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33" name="Ink 132">
                  <a:extLst>
                    <a:ext uri="{FF2B5EF4-FFF2-40B4-BE49-F238E27FC236}">
                      <a16:creationId xmlns:a16="http://schemas.microsoft.com/office/drawing/2014/main" id="{2851AB08-FED3-6D4D-69F9-8A9D8CB52E73}"/>
                    </a:ext>
                  </a:extLst>
                </p14:cNvPr>
                <p14:cNvContentPartPr/>
                <p14:nvPr/>
              </p14:nvContentPartPr>
              <p14:xfrm>
                <a:off x="9147906" y="2932363"/>
                <a:ext cx="595080" cy="119880"/>
              </p14:xfrm>
            </p:contentPart>
          </mc:Choice>
          <mc:Fallback xmlns="">
            <p:pic>
              <p:nvPicPr>
                <p:cNvPr id="133" name="Ink 132">
                  <a:extLst>
                    <a:ext uri="{FF2B5EF4-FFF2-40B4-BE49-F238E27FC236}">
                      <a16:creationId xmlns:a16="http://schemas.microsoft.com/office/drawing/2014/main" id="{2851AB08-FED3-6D4D-69F9-8A9D8CB52E73}"/>
                    </a:ext>
                  </a:extLst>
                </p:cNvPr>
                <p:cNvPicPr/>
                <p:nvPr/>
              </p:nvPicPr>
              <p:blipFill>
                <a:blip r:embed="rId185"/>
                <a:stretch>
                  <a:fillRect/>
                </a:stretch>
              </p:blipFill>
              <p:spPr>
                <a:xfrm>
                  <a:off x="9141786" y="2926243"/>
                  <a:ext cx="6073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34" name="Ink 133">
                  <a:extLst>
                    <a:ext uri="{FF2B5EF4-FFF2-40B4-BE49-F238E27FC236}">
                      <a16:creationId xmlns:a16="http://schemas.microsoft.com/office/drawing/2014/main" id="{BA349664-843E-9BCE-B47F-B036390D6A9B}"/>
                    </a:ext>
                  </a:extLst>
                </p14:cNvPr>
                <p14:cNvContentPartPr/>
                <p14:nvPr/>
              </p14:nvContentPartPr>
              <p14:xfrm>
                <a:off x="9092826" y="2978803"/>
                <a:ext cx="635040" cy="83160"/>
              </p14:xfrm>
            </p:contentPart>
          </mc:Choice>
          <mc:Fallback xmlns="">
            <p:pic>
              <p:nvPicPr>
                <p:cNvPr id="134" name="Ink 133">
                  <a:extLst>
                    <a:ext uri="{FF2B5EF4-FFF2-40B4-BE49-F238E27FC236}">
                      <a16:creationId xmlns:a16="http://schemas.microsoft.com/office/drawing/2014/main" id="{BA349664-843E-9BCE-B47F-B036390D6A9B}"/>
                    </a:ext>
                  </a:extLst>
                </p:cNvPr>
                <p:cNvPicPr/>
                <p:nvPr/>
              </p:nvPicPr>
              <p:blipFill>
                <a:blip r:embed="rId187"/>
                <a:stretch>
                  <a:fillRect/>
                </a:stretch>
              </p:blipFill>
              <p:spPr>
                <a:xfrm>
                  <a:off x="9086706" y="2972683"/>
                  <a:ext cx="647280" cy="95400"/>
                </a:xfrm>
                <a:prstGeom prst="rect">
                  <a:avLst/>
                </a:prstGeom>
              </p:spPr>
            </p:pic>
          </mc:Fallback>
        </mc:AlternateContent>
      </p:grpSp>
      <p:grpSp>
        <p:nvGrpSpPr>
          <p:cNvPr id="188" name="Group 187">
            <a:extLst>
              <a:ext uri="{FF2B5EF4-FFF2-40B4-BE49-F238E27FC236}">
                <a16:creationId xmlns:a16="http://schemas.microsoft.com/office/drawing/2014/main" id="{FCEC00E9-4C2B-AF17-BDAC-AEB2FD8AEE2E}"/>
              </a:ext>
            </a:extLst>
          </p:cNvPr>
          <p:cNvGrpSpPr/>
          <p:nvPr/>
        </p:nvGrpSpPr>
        <p:grpSpPr>
          <a:xfrm>
            <a:off x="3168666" y="3151963"/>
            <a:ext cx="5496120" cy="2373840"/>
            <a:chOff x="3168666" y="3151963"/>
            <a:chExt cx="5496120" cy="2373840"/>
          </a:xfrm>
        </p:grpSpPr>
        <mc:AlternateContent xmlns:mc="http://schemas.openxmlformats.org/markup-compatibility/2006" xmlns:p14="http://schemas.microsoft.com/office/powerpoint/2010/main">
          <mc:Choice Requires="p14">
            <p:contentPart p14:bwMode="auto" r:id="rId188">
              <p14:nvContentPartPr>
                <p14:cNvPr id="98" name="Ink 97">
                  <a:extLst>
                    <a:ext uri="{FF2B5EF4-FFF2-40B4-BE49-F238E27FC236}">
                      <a16:creationId xmlns:a16="http://schemas.microsoft.com/office/drawing/2014/main" id="{CE37D4D5-4FBA-B56F-340D-E05F47BF0D81}"/>
                    </a:ext>
                  </a:extLst>
                </p14:cNvPr>
                <p14:cNvContentPartPr/>
                <p14:nvPr/>
              </p14:nvContentPartPr>
              <p14:xfrm>
                <a:off x="3168666" y="3229003"/>
                <a:ext cx="1100160" cy="270000"/>
              </p14:xfrm>
            </p:contentPart>
          </mc:Choice>
          <mc:Fallback xmlns="">
            <p:pic>
              <p:nvPicPr>
                <p:cNvPr id="98" name="Ink 97">
                  <a:extLst>
                    <a:ext uri="{FF2B5EF4-FFF2-40B4-BE49-F238E27FC236}">
                      <a16:creationId xmlns:a16="http://schemas.microsoft.com/office/drawing/2014/main" id="{CE37D4D5-4FBA-B56F-340D-E05F47BF0D81}"/>
                    </a:ext>
                  </a:extLst>
                </p:cNvPr>
                <p:cNvPicPr/>
                <p:nvPr/>
              </p:nvPicPr>
              <p:blipFill>
                <a:blip r:embed="rId189"/>
                <a:stretch>
                  <a:fillRect/>
                </a:stretch>
              </p:blipFill>
              <p:spPr>
                <a:xfrm>
                  <a:off x="3162546" y="3222883"/>
                  <a:ext cx="111240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99" name="Ink 98">
                  <a:extLst>
                    <a:ext uri="{FF2B5EF4-FFF2-40B4-BE49-F238E27FC236}">
                      <a16:creationId xmlns:a16="http://schemas.microsoft.com/office/drawing/2014/main" id="{F05858FC-32C9-B8A5-F63C-95F197A262B9}"/>
                    </a:ext>
                  </a:extLst>
                </p14:cNvPr>
                <p14:cNvContentPartPr/>
                <p14:nvPr/>
              </p14:nvContentPartPr>
              <p14:xfrm>
                <a:off x="4155066" y="3366883"/>
                <a:ext cx="162000" cy="64800"/>
              </p14:xfrm>
            </p:contentPart>
          </mc:Choice>
          <mc:Fallback xmlns="">
            <p:pic>
              <p:nvPicPr>
                <p:cNvPr id="99" name="Ink 98">
                  <a:extLst>
                    <a:ext uri="{FF2B5EF4-FFF2-40B4-BE49-F238E27FC236}">
                      <a16:creationId xmlns:a16="http://schemas.microsoft.com/office/drawing/2014/main" id="{F05858FC-32C9-B8A5-F63C-95F197A262B9}"/>
                    </a:ext>
                  </a:extLst>
                </p:cNvPr>
                <p:cNvPicPr/>
                <p:nvPr/>
              </p:nvPicPr>
              <p:blipFill>
                <a:blip r:embed="rId191"/>
                <a:stretch>
                  <a:fillRect/>
                </a:stretch>
              </p:blipFill>
              <p:spPr>
                <a:xfrm>
                  <a:off x="4148946" y="3360763"/>
                  <a:ext cx="17424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00" name="Ink 99">
                  <a:extLst>
                    <a:ext uri="{FF2B5EF4-FFF2-40B4-BE49-F238E27FC236}">
                      <a16:creationId xmlns:a16="http://schemas.microsoft.com/office/drawing/2014/main" id="{32EA0113-A9CD-AC9B-CD55-1162219C1489}"/>
                    </a:ext>
                  </a:extLst>
                </p14:cNvPr>
                <p14:cNvContentPartPr/>
                <p14:nvPr/>
              </p14:nvContentPartPr>
              <p14:xfrm>
                <a:off x="3687426" y="3572083"/>
                <a:ext cx="446400" cy="73800"/>
              </p14:xfrm>
            </p:contentPart>
          </mc:Choice>
          <mc:Fallback xmlns="">
            <p:pic>
              <p:nvPicPr>
                <p:cNvPr id="100" name="Ink 99">
                  <a:extLst>
                    <a:ext uri="{FF2B5EF4-FFF2-40B4-BE49-F238E27FC236}">
                      <a16:creationId xmlns:a16="http://schemas.microsoft.com/office/drawing/2014/main" id="{32EA0113-A9CD-AC9B-CD55-1162219C1489}"/>
                    </a:ext>
                  </a:extLst>
                </p:cNvPr>
                <p:cNvPicPr/>
                <p:nvPr/>
              </p:nvPicPr>
              <p:blipFill>
                <a:blip r:embed="rId193"/>
                <a:stretch>
                  <a:fillRect/>
                </a:stretch>
              </p:blipFill>
              <p:spPr>
                <a:xfrm>
                  <a:off x="3681306" y="3565963"/>
                  <a:ext cx="45864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01" name="Ink 100">
                  <a:extLst>
                    <a:ext uri="{FF2B5EF4-FFF2-40B4-BE49-F238E27FC236}">
                      <a16:creationId xmlns:a16="http://schemas.microsoft.com/office/drawing/2014/main" id="{5641EC1F-2C19-F711-26D0-761C0BC937F9}"/>
                    </a:ext>
                  </a:extLst>
                </p14:cNvPr>
                <p14:cNvContentPartPr/>
                <p14:nvPr/>
              </p14:nvContentPartPr>
              <p14:xfrm>
                <a:off x="3739266" y="3639403"/>
                <a:ext cx="567000" cy="92160"/>
              </p14:xfrm>
            </p:contentPart>
          </mc:Choice>
          <mc:Fallback xmlns="">
            <p:pic>
              <p:nvPicPr>
                <p:cNvPr id="101" name="Ink 100">
                  <a:extLst>
                    <a:ext uri="{FF2B5EF4-FFF2-40B4-BE49-F238E27FC236}">
                      <a16:creationId xmlns:a16="http://schemas.microsoft.com/office/drawing/2014/main" id="{5641EC1F-2C19-F711-26D0-761C0BC937F9}"/>
                    </a:ext>
                  </a:extLst>
                </p:cNvPr>
                <p:cNvPicPr/>
                <p:nvPr/>
              </p:nvPicPr>
              <p:blipFill>
                <a:blip r:embed="rId195"/>
                <a:stretch>
                  <a:fillRect/>
                </a:stretch>
              </p:blipFill>
              <p:spPr>
                <a:xfrm>
                  <a:off x="3733146" y="3633283"/>
                  <a:ext cx="57924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03" name="Ink 102">
                  <a:extLst>
                    <a:ext uri="{FF2B5EF4-FFF2-40B4-BE49-F238E27FC236}">
                      <a16:creationId xmlns:a16="http://schemas.microsoft.com/office/drawing/2014/main" id="{475426EF-2C13-F4A2-8807-394DBA59772D}"/>
                    </a:ext>
                  </a:extLst>
                </p14:cNvPr>
                <p14:cNvContentPartPr/>
                <p14:nvPr/>
              </p14:nvContentPartPr>
              <p14:xfrm>
                <a:off x="4425066" y="3338803"/>
                <a:ext cx="228960" cy="18000"/>
              </p14:xfrm>
            </p:contentPart>
          </mc:Choice>
          <mc:Fallback xmlns="">
            <p:pic>
              <p:nvPicPr>
                <p:cNvPr id="103" name="Ink 102">
                  <a:extLst>
                    <a:ext uri="{FF2B5EF4-FFF2-40B4-BE49-F238E27FC236}">
                      <a16:creationId xmlns:a16="http://schemas.microsoft.com/office/drawing/2014/main" id="{475426EF-2C13-F4A2-8807-394DBA59772D}"/>
                    </a:ext>
                  </a:extLst>
                </p:cNvPr>
                <p:cNvPicPr/>
                <p:nvPr/>
              </p:nvPicPr>
              <p:blipFill>
                <a:blip r:embed="rId197"/>
                <a:stretch>
                  <a:fillRect/>
                </a:stretch>
              </p:blipFill>
              <p:spPr>
                <a:xfrm>
                  <a:off x="4418946" y="3332683"/>
                  <a:ext cx="24120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04" name="Ink 103">
                  <a:extLst>
                    <a:ext uri="{FF2B5EF4-FFF2-40B4-BE49-F238E27FC236}">
                      <a16:creationId xmlns:a16="http://schemas.microsoft.com/office/drawing/2014/main" id="{476CDD9E-92E7-BDEC-B824-7AC5E8F617CC}"/>
                    </a:ext>
                  </a:extLst>
                </p14:cNvPr>
                <p14:cNvContentPartPr/>
                <p14:nvPr/>
              </p14:nvContentPartPr>
              <p14:xfrm>
                <a:off x="4498506" y="3394963"/>
                <a:ext cx="239040" cy="56160"/>
              </p14:xfrm>
            </p:contentPart>
          </mc:Choice>
          <mc:Fallback xmlns="">
            <p:pic>
              <p:nvPicPr>
                <p:cNvPr id="104" name="Ink 103">
                  <a:extLst>
                    <a:ext uri="{FF2B5EF4-FFF2-40B4-BE49-F238E27FC236}">
                      <a16:creationId xmlns:a16="http://schemas.microsoft.com/office/drawing/2014/main" id="{476CDD9E-92E7-BDEC-B824-7AC5E8F617CC}"/>
                    </a:ext>
                  </a:extLst>
                </p:cNvPr>
                <p:cNvPicPr/>
                <p:nvPr/>
              </p:nvPicPr>
              <p:blipFill>
                <a:blip r:embed="rId199"/>
                <a:stretch>
                  <a:fillRect/>
                </a:stretch>
              </p:blipFill>
              <p:spPr>
                <a:xfrm>
                  <a:off x="4492386" y="3388843"/>
                  <a:ext cx="25128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05" name="Ink 104">
                  <a:extLst>
                    <a:ext uri="{FF2B5EF4-FFF2-40B4-BE49-F238E27FC236}">
                      <a16:creationId xmlns:a16="http://schemas.microsoft.com/office/drawing/2014/main" id="{EE5AAEA5-FFB8-DB77-4714-8FA5B042739E}"/>
                    </a:ext>
                  </a:extLst>
                </p14:cNvPr>
                <p14:cNvContentPartPr/>
                <p14:nvPr/>
              </p14:nvContentPartPr>
              <p14:xfrm>
                <a:off x="4676346" y="3282283"/>
                <a:ext cx="192600" cy="187920"/>
              </p14:xfrm>
            </p:contentPart>
          </mc:Choice>
          <mc:Fallback xmlns="">
            <p:pic>
              <p:nvPicPr>
                <p:cNvPr id="105" name="Ink 104">
                  <a:extLst>
                    <a:ext uri="{FF2B5EF4-FFF2-40B4-BE49-F238E27FC236}">
                      <a16:creationId xmlns:a16="http://schemas.microsoft.com/office/drawing/2014/main" id="{EE5AAEA5-FFB8-DB77-4714-8FA5B042739E}"/>
                    </a:ext>
                  </a:extLst>
                </p:cNvPr>
                <p:cNvPicPr/>
                <p:nvPr/>
              </p:nvPicPr>
              <p:blipFill>
                <a:blip r:embed="rId201"/>
                <a:stretch>
                  <a:fillRect/>
                </a:stretch>
              </p:blipFill>
              <p:spPr>
                <a:xfrm>
                  <a:off x="4670226" y="3276163"/>
                  <a:ext cx="20484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06" name="Ink 105">
                  <a:extLst>
                    <a:ext uri="{FF2B5EF4-FFF2-40B4-BE49-F238E27FC236}">
                      <a16:creationId xmlns:a16="http://schemas.microsoft.com/office/drawing/2014/main" id="{C5D7C642-207C-4ED6-8B53-CCCBA658A07C}"/>
                    </a:ext>
                  </a:extLst>
                </p14:cNvPr>
                <p14:cNvContentPartPr/>
                <p14:nvPr/>
              </p14:nvContentPartPr>
              <p14:xfrm>
                <a:off x="5300946" y="3252403"/>
                <a:ext cx="65160" cy="203760"/>
              </p14:xfrm>
            </p:contentPart>
          </mc:Choice>
          <mc:Fallback xmlns="">
            <p:pic>
              <p:nvPicPr>
                <p:cNvPr id="106" name="Ink 105">
                  <a:extLst>
                    <a:ext uri="{FF2B5EF4-FFF2-40B4-BE49-F238E27FC236}">
                      <a16:creationId xmlns:a16="http://schemas.microsoft.com/office/drawing/2014/main" id="{C5D7C642-207C-4ED6-8B53-CCCBA658A07C}"/>
                    </a:ext>
                  </a:extLst>
                </p:cNvPr>
                <p:cNvPicPr/>
                <p:nvPr/>
              </p:nvPicPr>
              <p:blipFill>
                <a:blip r:embed="rId203"/>
                <a:stretch>
                  <a:fillRect/>
                </a:stretch>
              </p:blipFill>
              <p:spPr>
                <a:xfrm>
                  <a:off x="5294826" y="3246283"/>
                  <a:ext cx="774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07" name="Ink 106">
                  <a:extLst>
                    <a:ext uri="{FF2B5EF4-FFF2-40B4-BE49-F238E27FC236}">
                      <a16:creationId xmlns:a16="http://schemas.microsoft.com/office/drawing/2014/main" id="{510E914B-0863-D4D4-2BC8-F09F2FCCEB6D}"/>
                    </a:ext>
                  </a:extLst>
                </p14:cNvPr>
                <p14:cNvContentPartPr/>
                <p14:nvPr/>
              </p14:nvContentPartPr>
              <p14:xfrm>
                <a:off x="5408226" y="3249163"/>
                <a:ext cx="124200" cy="109440"/>
              </p14:xfrm>
            </p:contentPart>
          </mc:Choice>
          <mc:Fallback xmlns="">
            <p:pic>
              <p:nvPicPr>
                <p:cNvPr id="107" name="Ink 106">
                  <a:extLst>
                    <a:ext uri="{FF2B5EF4-FFF2-40B4-BE49-F238E27FC236}">
                      <a16:creationId xmlns:a16="http://schemas.microsoft.com/office/drawing/2014/main" id="{510E914B-0863-D4D4-2BC8-F09F2FCCEB6D}"/>
                    </a:ext>
                  </a:extLst>
                </p:cNvPr>
                <p:cNvPicPr/>
                <p:nvPr/>
              </p:nvPicPr>
              <p:blipFill>
                <a:blip r:embed="rId205"/>
                <a:stretch>
                  <a:fillRect/>
                </a:stretch>
              </p:blipFill>
              <p:spPr>
                <a:xfrm>
                  <a:off x="5402106" y="3243043"/>
                  <a:ext cx="13644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08" name="Ink 107">
                  <a:extLst>
                    <a:ext uri="{FF2B5EF4-FFF2-40B4-BE49-F238E27FC236}">
                      <a16:creationId xmlns:a16="http://schemas.microsoft.com/office/drawing/2014/main" id="{FC4E4D99-8683-1DF9-3EAD-2AEBD4BA5F67}"/>
                    </a:ext>
                  </a:extLst>
                </p14:cNvPr>
                <p14:cNvContentPartPr/>
                <p14:nvPr/>
              </p14:nvContentPartPr>
              <p14:xfrm>
                <a:off x="5627826" y="3356803"/>
                <a:ext cx="105480" cy="82440"/>
              </p14:xfrm>
            </p:contentPart>
          </mc:Choice>
          <mc:Fallback xmlns="">
            <p:pic>
              <p:nvPicPr>
                <p:cNvPr id="108" name="Ink 107">
                  <a:extLst>
                    <a:ext uri="{FF2B5EF4-FFF2-40B4-BE49-F238E27FC236}">
                      <a16:creationId xmlns:a16="http://schemas.microsoft.com/office/drawing/2014/main" id="{FC4E4D99-8683-1DF9-3EAD-2AEBD4BA5F67}"/>
                    </a:ext>
                  </a:extLst>
                </p:cNvPr>
                <p:cNvPicPr/>
                <p:nvPr/>
              </p:nvPicPr>
              <p:blipFill>
                <a:blip r:embed="rId207"/>
                <a:stretch>
                  <a:fillRect/>
                </a:stretch>
              </p:blipFill>
              <p:spPr>
                <a:xfrm>
                  <a:off x="5621706" y="3350683"/>
                  <a:ext cx="1177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09" name="Ink 108">
                  <a:extLst>
                    <a:ext uri="{FF2B5EF4-FFF2-40B4-BE49-F238E27FC236}">
                      <a16:creationId xmlns:a16="http://schemas.microsoft.com/office/drawing/2014/main" id="{E12D123B-0391-7D25-6DD9-D41E3DE5C281}"/>
                    </a:ext>
                  </a:extLst>
                </p14:cNvPr>
                <p14:cNvContentPartPr/>
                <p14:nvPr/>
              </p14:nvContentPartPr>
              <p14:xfrm>
                <a:off x="5849226" y="3252403"/>
                <a:ext cx="124920" cy="86400"/>
              </p14:xfrm>
            </p:contentPart>
          </mc:Choice>
          <mc:Fallback xmlns="">
            <p:pic>
              <p:nvPicPr>
                <p:cNvPr id="109" name="Ink 108">
                  <a:extLst>
                    <a:ext uri="{FF2B5EF4-FFF2-40B4-BE49-F238E27FC236}">
                      <a16:creationId xmlns:a16="http://schemas.microsoft.com/office/drawing/2014/main" id="{E12D123B-0391-7D25-6DD9-D41E3DE5C281}"/>
                    </a:ext>
                  </a:extLst>
                </p:cNvPr>
                <p:cNvPicPr/>
                <p:nvPr/>
              </p:nvPicPr>
              <p:blipFill>
                <a:blip r:embed="rId209"/>
                <a:stretch>
                  <a:fillRect/>
                </a:stretch>
              </p:blipFill>
              <p:spPr>
                <a:xfrm>
                  <a:off x="5843106" y="3246283"/>
                  <a:ext cx="13716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10" name="Ink 109">
                  <a:extLst>
                    <a:ext uri="{FF2B5EF4-FFF2-40B4-BE49-F238E27FC236}">
                      <a16:creationId xmlns:a16="http://schemas.microsoft.com/office/drawing/2014/main" id="{3567EDB7-7E0A-ADAB-03E4-C47731BCB714}"/>
                    </a:ext>
                  </a:extLst>
                </p14:cNvPr>
                <p14:cNvContentPartPr/>
                <p14:nvPr/>
              </p14:nvContentPartPr>
              <p14:xfrm>
                <a:off x="6028506" y="3240523"/>
                <a:ext cx="118440" cy="82440"/>
              </p14:xfrm>
            </p:contentPart>
          </mc:Choice>
          <mc:Fallback xmlns="">
            <p:pic>
              <p:nvPicPr>
                <p:cNvPr id="110" name="Ink 109">
                  <a:extLst>
                    <a:ext uri="{FF2B5EF4-FFF2-40B4-BE49-F238E27FC236}">
                      <a16:creationId xmlns:a16="http://schemas.microsoft.com/office/drawing/2014/main" id="{3567EDB7-7E0A-ADAB-03E4-C47731BCB714}"/>
                    </a:ext>
                  </a:extLst>
                </p:cNvPr>
                <p:cNvPicPr/>
                <p:nvPr/>
              </p:nvPicPr>
              <p:blipFill>
                <a:blip r:embed="rId211"/>
                <a:stretch>
                  <a:fillRect/>
                </a:stretch>
              </p:blipFill>
              <p:spPr>
                <a:xfrm>
                  <a:off x="6022386" y="3234403"/>
                  <a:ext cx="13068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11" name="Ink 110">
                  <a:extLst>
                    <a:ext uri="{FF2B5EF4-FFF2-40B4-BE49-F238E27FC236}">
                      <a16:creationId xmlns:a16="http://schemas.microsoft.com/office/drawing/2014/main" id="{918369FB-4B61-E5C7-E6F7-74E57FBDBC8D}"/>
                    </a:ext>
                  </a:extLst>
                </p14:cNvPr>
                <p14:cNvContentPartPr/>
                <p14:nvPr/>
              </p14:nvContentPartPr>
              <p14:xfrm>
                <a:off x="6266106" y="3310003"/>
                <a:ext cx="74160" cy="75600"/>
              </p14:xfrm>
            </p:contentPart>
          </mc:Choice>
          <mc:Fallback xmlns="">
            <p:pic>
              <p:nvPicPr>
                <p:cNvPr id="111" name="Ink 110">
                  <a:extLst>
                    <a:ext uri="{FF2B5EF4-FFF2-40B4-BE49-F238E27FC236}">
                      <a16:creationId xmlns:a16="http://schemas.microsoft.com/office/drawing/2014/main" id="{918369FB-4B61-E5C7-E6F7-74E57FBDBC8D}"/>
                    </a:ext>
                  </a:extLst>
                </p:cNvPr>
                <p:cNvPicPr/>
                <p:nvPr/>
              </p:nvPicPr>
              <p:blipFill>
                <a:blip r:embed="rId213"/>
                <a:stretch>
                  <a:fillRect/>
                </a:stretch>
              </p:blipFill>
              <p:spPr>
                <a:xfrm>
                  <a:off x="6259986" y="3303883"/>
                  <a:ext cx="864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12" name="Ink 111">
                  <a:extLst>
                    <a:ext uri="{FF2B5EF4-FFF2-40B4-BE49-F238E27FC236}">
                      <a16:creationId xmlns:a16="http://schemas.microsoft.com/office/drawing/2014/main" id="{B1368B30-7D19-53D3-3F49-D188C863AEAE}"/>
                    </a:ext>
                  </a:extLst>
                </p14:cNvPr>
                <p14:cNvContentPartPr/>
                <p14:nvPr/>
              </p14:nvContentPartPr>
              <p14:xfrm>
                <a:off x="6376266" y="3258883"/>
                <a:ext cx="109800" cy="82440"/>
              </p14:xfrm>
            </p:contentPart>
          </mc:Choice>
          <mc:Fallback xmlns="">
            <p:pic>
              <p:nvPicPr>
                <p:cNvPr id="112" name="Ink 111">
                  <a:extLst>
                    <a:ext uri="{FF2B5EF4-FFF2-40B4-BE49-F238E27FC236}">
                      <a16:creationId xmlns:a16="http://schemas.microsoft.com/office/drawing/2014/main" id="{B1368B30-7D19-53D3-3F49-D188C863AEAE}"/>
                    </a:ext>
                  </a:extLst>
                </p:cNvPr>
                <p:cNvPicPr/>
                <p:nvPr/>
              </p:nvPicPr>
              <p:blipFill>
                <a:blip r:embed="rId215"/>
                <a:stretch>
                  <a:fillRect/>
                </a:stretch>
              </p:blipFill>
              <p:spPr>
                <a:xfrm>
                  <a:off x="6370146" y="3252763"/>
                  <a:ext cx="1220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13" name="Ink 112">
                  <a:extLst>
                    <a:ext uri="{FF2B5EF4-FFF2-40B4-BE49-F238E27FC236}">
                      <a16:creationId xmlns:a16="http://schemas.microsoft.com/office/drawing/2014/main" id="{71734563-6E77-5ECB-85C3-6A27C8A8259A}"/>
                    </a:ext>
                  </a:extLst>
                </p14:cNvPr>
                <p14:cNvContentPartPr/>
                <p14:nvPr/>
              </p14:nvContentPartPr>
              <p14:xfrm>
                <a:off x="6549786" y="3252763"/>
                <a:ext cx="129960" cy="80640"/>
              </p14:xfrm>
            </p:contentPart>
          </mc:Choice>
          <mc:Fallback xmlns="">
            <p:pic>
              <p:nvPicPr>
                <p:cNvPr id="113" name="Ink 112">
                  <a:extLst>
                    <a:ext uri="{FF2B5EF4-FFF2-40B4-BE49-F238E27FC236}">
                      <a16:creationId xmlns:a16="http://schemas.microsoft.com/office/drawing/2014/main" id="{71734563-6E77-5ECB-85C3-6A27C8A8259A}"/>
                    </a:ext>
                  </a:extLst>
                </p:cNvPr>
                <p:cNvPicPr/>
                <p:nvPr/>
              </p:nvPicPr>
              <p:blipFill>
                <a:blip r:embed="rId217"/>
                <a:stretch>
                  <a:fillRect/>
                </a:stretch>
              </p:blipFill>
              <p:spPr>
                <a:xfrm>
                  <a:off x="6543666" y="3246643"/>
                  <a:ext cx="14220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14" name="Ink 113">
                  <a:extLst>
                    <a:ext uri="{FF2B5EF4-FFF2-40B4-BE49-F238E27FC236}">
                      <a16:creationId xmlns:a16="http://schemas.microsoft.com/office/drawing/2014/main" id="{3B39BD06-8206-0F80-F845-19AB723D7CCC}"/>
                    </a:ext>
                  </a:extLst>
                </p14:cNvPr>
                <p14:cNvContentPartPr/>
                <p14:nvPr/>
              </p14:nvContentPartPr>
              <p14:xfrm>
                <a:off x="6749946" y="3227203"/>
                <a:ext cx="129240" cy="89640"/>
              </p14:xfrm>
            </p:contentPart>
          </mc:Choice>
          <mc:Fallback xmlns="">
            <p:pic>
              <p:nvPicPr>
                <p:cNvPr id="114" name="Ink 113">
                  <a:extLst>
                    <a:ext uri="{FF2B5EF4-FFF2-40B4-BE49-F238E27FC236}">
                      <a16:creationId xmlns:a16="http://schemas.microsoft.com/office/drawing/2014/main" id="{3B39BD06-8206-0F80-F845-19AB723D7CCC}"/>
                    </a:ext>
                  </a:extLst>
                </p:cNvPr>
                <p:cNvPicPr/>
                <p:nvPr/>
              </p:nvPicPr>
              <p:blipFill>
                <a:blip r:embed="rId219"/>
                <a:stretch>
                  <a:fillRect/>
                </a:stretch>
              </p:blipFill>
              <p:spPr>
                <a:xfrm>
                  <a:off x="6743826" y="3221083"/>
                  <a:ext cx="14148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17" name="Ink 116">
                  <a:extLst>
                    <a:ext uri="{FF2B5EF4-FFF2-40B4-BE49-F238E27FC236}">
                      <a16:creationId xmlns:a16="http://schemas.microsoft.com/office/drawing/2014/main" id="{E43177A0-1948-E1EF-3C93-977519AA681E}"/>
                    </a:ext>
                  </a:extLst>
                </p14:cNvPr>
                <p14:cNvContentPartPr/>
                <p14:nvPr/>
              </p14:nvContentPartPr>
              <p14:xfrm>
                <a:off x="7113546" y="3173203"/>
                <a:ext cx="108360" cy="153000"/>
              </p14:xfrm>
            </p:contentPart>
          </mc:Choice>
          <mc:Fallback xmlns="">
            <p:pic>
              <p:nvPicPr>
                <p:cNvPr id="117" name="Ink 116">
                  <a:extLst>
                    <a:ext uri="{FF2B5EF4-FFF2-40B4-BE49-F238E27FC236}">
                      <a16:creationId xmlns:a16="http://schemas.microsoft.com/office/drawing/2014/main" id="{E43177A0-1948-E1EF-3C93-977519AA681E}"/>
                    </a:ext>
                  </a:extLst>
                </p:cNvPr>
                <p:cNvPicPr/>
                <p:nvPr/>
              </p:nvPicPr>
              <p:blipFill>
                <a:blip r:embed="rId221"/>
                <a:stretch>
                  <a:fillRect/>
                </a:stretch>
              </p:blipFill>
              <p:spPr>
                <a:xfrm>
                  <a:off x="7107426" y="3167083"/>
                  <a:ext cx="1206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18" name="Ink 117">
                  <a:extLst>
                    <a:ext uri="{FF2B5EF4-FFF2-40B4-BE49-F238E27FC236}">
                      <a16:creationId xmlns:a16="http://schemas.microsoft.com/office/drawing/2014/main" id="{DE883EFD-05D6-CEFF-1110-3C431266B9E6}"/>
                    </a:ext>
                  </a:extLst>
                </p14:cNvPr>
                <p14:cNvContentPartPr/>
                <p14:nvPr/>
              </p14:nvContentPartPr>
              <p14:xfrm>
                <a:off x="7018146" y="3298483"/>
                <a:ext cx="225360" cy="56160"/>
              </p14:xfrm>
            </p:contentPart>
          </mc:Choice>
          <mc:Fallback xmlns="">
            <p:pic>
              <p:nvPicPr>
                <p:cNvPr id="118" name="Ink 117">
                  <a:extLst>
                    <a:ext uri="{FF2B5EF4-FFF2-40B4-BE49-F238E27FC236}">
                      <a16:creationId xmlns:a16="http://schemas.microsoft.com/office/drawing/2014/main" id="{DE883EFD-05D6-CEFF-1110-3C431266B9E6}"/>
                    </a:ext>
                  </a:extLst>
                </p:cNvPr>
                <p:cNvPicPr/>
                <p:nvPr/>
              </p:nvPicPr>
              <p:blipFill>
                <a:blip r:embed="rId223"/>
                <a:stretch>
                  <a:fillRect/>
                </a:stretch>
              </p:blipFill>
              <p:spPr>
                <a:xfrm>
                  <a:off x="7012026" y="3292363"/>
                  <a:ext cx="23760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19" name="Ink 118">
                  <a:extLst>
                    <a:ext uri="{FF2B5EF4-FFF2-40B4-BE49-F238E27FC236}">
                      <a16:creationId xmlns:a16="http://schemas.microsoft.com/office/drawing/2014/main" id="{60BA0869-58DF-B298-56C3-B758AC9A2DC9}"/>
                    </a:ext>
                  </a:extLst>
                </p14:cNvPr>
                <p14:cNvContentPartPr/>
                <p14:nvPr/>
              </p14:nvContentPartPr>
              <p14:xfrm>
                <a:off x="7030386" y="3151963"/>
                <a:ext cx="142200" cy="34920"/>
              </p14:xfrm>
            </p:contentPart>
          </mc:Choice>
          <mc:Fallback xmlns="">
            <p:pic>
              <p:nvPicPr>
                <p:cNvPr id="119" name="Ink 118">
                  <a:extLst>
                    <a:ext uri="{FF2B5EF4-FFF2-40B4-BE49-F238E27FC236}">
                      <a16:creationId xmlns:a16="http://schemas.microsoft.com/office/drawing/2014/main" id="{60BA0869-58DF-B298-56C3-B758AC9A2DC9}"/>
                    </a:ext>
                  </a:extLst>
                </p:cNvPr>
                <p:cNvPicPr/>
                <p:nvPr/>
              </p:nvPicPr>
              <p:blipFill>
                <a:blip r:embed="rId225"/>
                <a:stretch>
                  <a:fillRect/>
                </a:stretch>
              </p:blipFill>
              <p:spPr>
                <a:xfrm>
                  <a:off x="7024266" y="3145843"/>
                  <a:ext cx="1544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20" name="Ink 119">
                  <a:extLst>
                    <a:ext uri="{FF2B5EF4-FFF2-40B4-BE49-F238E27FC236}">
                      <a16:creationId xmlns:a16="http://schemas.microsoft.com/office/drawing/2014/main" id="{20D57FD0-A83D-DAD6-778C-83E43B89A88B}"/>
                    </a:ext>
                  </a:extLst>
                </p14:cNvPr>
                <p14:cNvContentPartPr/>
                <p14:nvPr/>
              </p14:nvContentPartPr>
              <p14:xfrm>
                <a:off x="7357266" y="3171043"/>
                <a:ext cx="689760" cy="324360"/>
              </p14:xfrm>
            </p:contentPart>
          </mc:Choice>
          <mc:Fallback xmlns="">
            <p:pic>
              <p:nvPicPr>
                <p:cNvPr id="120" name="Ink 119">
                  <a:extLst>
                    <a:ext uri="{FF2B5EF4-FFF2-40B4-BE49-F238E27FC236}">
                      <a16:creationId xmlns:a16="http://schemas.microsoft.com/office/drawing/2014/main" id="{20D57FD0-A83D-DAD6-778C-83E43B89A88B}"/>
                    </a:ext>
                  </a:extLst>
                </p:cNvPr>
                <p:cNvPicPr/>
                <p:nvPr/>
              </p:nvPicPr>
              <p:blipFill>
                <a:blip r:embed="rId227"/>
                <a:stretch>
                  <a:fillRect/>
                </a:stretch>
              </p:blipFill>
              <p:spPr>
                <a:xfrm>
                  <a:off x="7351146" y="3164923"/>
                  <a:ext cx="70200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21" name="Ink 120">
                  <a:extLst>
                    <a:ext uri="{FF2B5EF4-FFF2-40B4-BE49-F238E27FC236}">
                      <a16:creationId xmlns:a16="http://schemas.microsoft.com/office/drawing/2014/main" id="{ABE190AB-46C3-8BDC-54C5-56A83E176A93}"/>
                    </a:ext>
                  </a:extLst>
                </p14:cNvPr>
                <p14:cNvContentPartPr/>
                <p14:nvPr/>
              </p14:nvContentPartPr>
              <p14:xfrm>
                <a:off x="7127226" y="3525643"/>
                <a:ext cx="501480" cy="83160"/>
              </p14:xfrm>
            </p:contentPart>
          </mc:Choice>
          <mc:Fallback xmlns="">
            <p:pic>
              <p:nvPicPr>
                <p:cNvPr id="121" name="Ink 120">
                  <a:extLst>
                    <a:ext uri="{FF2B5EF4-FFF2-40B4-BE49-F238E27FC236}">
                      <a16:creationId xmlns:a16="http://schemas.microsoft.com/office/drawing/2014/main" id="{ABE190AB-46C3-8BDC-54C5-56A83E176A93}"/>
                    </a:ext>
                  </a:extLst>
                </p:cNvPr>
                <p:cNvPicPr/>
                <p:nvPr/>
              </p:nvPicPr>
              <p:blipFill>
                <a:blip r:embed="rId229"/>
                <a:stretch>
                  <a:fillRect/>
                </a:stretch>
              </p:blipFill>
              <p:spPr>
                <a:xfrm>
                  <a:off x="7121106" y="3519523"/>
                  <a:ext cx="51372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22" name="Ink 121">
                  <a:extLst>
                    <a:ext uri="{FF2B5EF4-FFF2-40B4-BE49-F238E27FC236}">
                      <a16:creationId xmlns:a16="http://schemas.microsoft.com/office/drawing/2014/main" id="{497B4D48-C566-EB77-B890-43EB8A441874}"/>
                    </a:ext>
                  </a:extLst>
                </p14:cNvPr>
                <p14:cNvContentPartPr/>
                <p14:nvPr/>
              </p14:nvContentPartPr>
              <p14:xfrm>
                <a:off x="7098786" y="3626083"/>
                <a:ext cx="450000" cy="75600"/>
              </p14:xfrm>
            </p:contentPart>
          </mc:Choice>
          <mc:Fallback xmlns="">
            <p:pic>
              <p:nvPicPr>
                <p:cNvPr id="122" name="Ink 121">
                  <a:extLst>
                    <a:ext uri="{FF2B5EF4-FFF2-40B4-BE49-F238E27FC236}">
                      <a16:creationId xmlns:a16="http://schemas.microsoft.com/office/drawing/2014/main" id="{497B4D48-C566-EB77-B890-43EB8A441874}"/>
                    </a:ext>
                  </a:extLst>
                </p:cNvPr>
                <p:cNvPicPr/>
                <p:nvPr/>
              </p:nvPicPr>
              <p:blipFill>
                <a:blip r:embed="rId231"/>
                <a:stretch>
                  <a:fillRect/>
                </a:stretch>
              </p:blipFill>
              <p:spPr>
                <a:xfrm>
                  <a:off x="7092666" y="3619963"/>
                  <a:ext cx="4622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7" name="Ink 136">
                  <a:extLst>
                    <a:ext uri="{FF2B5EF4-FFF2-40B4-BE49-F238E27FC236}">
                      <a16:creationId xmlns:a16="http://schemas.microsoft.com/office/drawing/2014/main" id="{A1454EC6-67E6-0EBF-C422-CD2B8401EB80}"/>
                    </a:ext>
                  </a:extLst>
                </p14:cNvPr>
                <p14:cNvContentPartPr/>
                <p14:nvPr/>
              </p14:nvContentPartPr>
              <p14:xfrm>
                <a:off x="3975786" y="4122523"/>
                <a:ext cx="37800" cy="264600"/>
              </p14:xfrm>
            </p:contentPart>
          </mc:Choice>
          <mc:Fallback xmlns="">
            <p:pic>
              <p:nvPicPr>
                <p:cNvPr id="137" name="Ink 136">
                  <a:extLst>
                    <a:ext uri="{FF2B5EF4-FFF2-40B4-BE49-F238E27FC236}">
                      <a16:creationId xmlns:a16="http://schemas.microsoft.com/office/drawing/2014/main" id="{A1454EC6-67E6-0EBF-C422-CD2B8401EB80}"/>
                    </a:ext>
                  </a:extLst>
                </p:cNvPr>
                <p:cNvPicPr/>
                <p:nvPr/>
              </p:nvPicPr>
              <p:blipFill>
                <a:blip r:embed="rId233"/>
                <a:stretch>
                  <a:fillRect/>
                </a:stretch>
              </p:blipFill>
              <p:spPr>
                <a:xfrm>
                  <a:off x="3969666" y="4116403"/>
                  <a:ext cx="5004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38" name="Ink 137">
                  <a:extLst>
                    <a:ext uri="{FF2B5EF4-FFF2-40B4-BE49-F238E27FC236}">
                      <a16:creationId xmlns:a16="http://schemas.microsoft.com/office/drawing/2014/main" id="{E340D4E7-FE0B-8B0D-3FAA-30E69D6DCB18}"/>
                    </a:ext>
                  </a:extLst>
                </p14:cNvPr>
                <p14:cNvContentPartPr/>
                <p14:nvPr/>
              </p14:nvContentPartPr>
              <p14:xfrm>
                <a:off x="4130226" y="4257883"/>
                <a:ext cx="40320" cy="21600"/>
              </p14:xfrm>
            </p:contentPart>
          </mc:Choice>
          <mc:Fallback xmlns="">
            <p:pic>
              <p:nvPicPr>
                <p:cNvPr id="138" name="Ink 137">
                  <a:extLst>
                    <a:ext uri="{FF2B5EF4-FFF2-40B4-BE49-F238E27FC236}">
                      <a16:creationId xmlns:a16="http://schemas.microsoft.com/office/drawing/2014/main" id="{E340D4E7-FE0B-8B0D-3FAA-30E69D6DCB18}"/>
                    </a:ext>
                  </a:extLst>
                </p:cNvPr>
                <p:cNvPicPr/>
                <p:nvPr/>
              </p:nvPicPr>
              <p:blipFill>
                <a:blip r:embed="rId235"/>
                <a:stretch>
                  <a:fillRect/>
                </a:stretch>
              </p:blipFill>
              <p:spPr>
                <a:xfrm>
                  <a:off x="4124106" y="4251763"/>
                  <a:ext cx="525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9" name="Ink 138">
                  <a:extLst>
                    <a:ext uri="{FF2B5EF4-FFF2-40B4-BE49-F238E27FC236}">
                      <a16:creationId xmlns:a16="http://schemas.microsoft.com/office/drawing/2014/main" id="{49A6F132-1363-9DF5-4DAD-27E13B391E3F}"/>
                    </a:ext>
                  </a:extLst>
                </p14:cNvPr>
                <p14:cNvContentPartPr/>
                <p14:nvPr/>
              </p14:nvContentPartPr>
              <p14:xfrm>
                <a:off x="4293306" y="4145923"/>
                <a:ext cx="152640" cy="179640"/>
              </p14:xfrm>
            </p:contentPart>
          </mc:Choice>
          <mc:Fallback xmlns="">
            <p:pic>
              <p:nvPicPr>
                <p:cNvPr id="139" name="Ink 138">
                  <a:extLst>
                    <a:ext uri="{FF2B5EF4-FFF2-40B4-BE49-F238E27FC236}">
                      <a16:creationId xmlns:a16="http://schemas.microsoft.com/office/drawing/2014/main" id="{49A6F132-1363-9DF5-4DAD-27E13B391E3F}"/>
                    </a:ext>
                  </a:extLst>
                </p:cNvPr>
                <p:cNvPicPr/>
                <p:nvPr/>
              </p:nvPicPr>
              <p:blipFill>
                <a:blip r:embed="rId237"/>
                <a:stretch>
                  <a:fillRect/>
                </a:stretch>
              </p:blipFill>
              <p:spPr>
                <a:xfrm>
                  <a:off x="4287186" y="4139803"/>
                  <a:ext cx="16488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0" name="Ink 139">
                  <a:extLst>
                    <a:ext uri="{FF2B5EF4-FFF2-40B4-BE49-F238E27FC236}">
                      <a16:creationId xmlns:a16="http://schemas.microsoft.com/office/drawing/2014/main" id="{5BB1A4DB-B3DD-E331-0E4A-1AFC1D5D09D6}"/>
                    </a:ext>
                  </a:extLst>
                </p14:cNvPr>
                <p14:cNvContentPartPr/>
                <p14:nvPr/>
              </p14:nvContentPartPr>
              <p14:xfrm>
                <a:off x="4601466" y="4200283"/>
                <a:ext cx="268920" cy="99720"/>
              </p14:xfrm>
            </p:contentPart>
          </mc:Choice>
          <mc:Fallback xmlns="">
            <p:pic>
              <p:nvPicPr>
                <p:cNvPr id="140" name="Ink 139">
                  <a:extLst>
                    <a:ext uri="{FF2B5EF4-FFF2-40B4-BE49-F238E27FC236}">
                      <a16:creationId xmlns:a16="http://schemas.microsoft.com/office/drawing/2014/main" id="{5BB1A4DB-B3DD-E331-0E4A-1AFC1D5D09D6}"/>
                    </a:ext>
                  </a:extLst>
                </p:cNvPr>
                <p:cNvPicPr/>
                <p:nvPr/>
              </p:nvPicPr>
              <p:blipFill>
                <a:blip r:embed="rId239"/>
                <a:stretch>
                  <a:fillRect/>
                </a:stretch>
              </p:blipFill>
              <p:spPr>
                <a:xfrm>
                  <a:off x="4595346" y="4194163"/>
                  <a:ext cx="28116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1" name="Ink 140">
                  <a:extLst>
                    <a:ext uri="{FF2B5EF4-FFF2-40B4-BE49-F238E27FC236}">
                      <a16:creationId xmlns:a16="http://schemas.microsoft.com/office/drawing/2014/main" id="{50169F44-1FC9-9AE0-6FA6-6436A7B86B23}"/>
                    </a:ext>
                  </a:extLst>
                </p14:cNvPr>
                <p14:cNvContentPartPr/>
                <p14:nvPr/>
              </p14:nvContentPartPr>
              <p14:xfrm>
                <a:off x="4756266" y="4094083"/>
                <a:ext cx="37080" cy="25560"/>
              </p14:xfrm>
            </p:contentPart>
          </mc:Choice>
          <mc:Fallback xmlns="">
            <p:pic>
              <p:nvPicPr>
                <p:cNvPr id="141" name="Ink 140">
                  <a:extLst>
                    <a:ext uri="{FF2B5EF4-FFF2-40B4-BE49-F238E27FC236}">
                      <a16:creationId xmlns:a16="http://schemas.microsoft.com/office/drawing/2014/main" id="{50169F44-1FC9-9AE0-6FA6-6436A7B86B23}"/>
                    </a:ext>
                  </a:extLst>
                </p:cNvPr>
                <p:cNvPicPr/>
                <p:nvPr/>
              </p:nvPicPr>
              <p:blipFill>
                <a:blip r:embed="rId241"/>
                <a:stretch>
                  <a:fillRect/>
                </a:stretch>
              </p:blipFill>
              <p:spPr>
                <a:xfrm>
                  <a:off x="4750146" y="4087963"/>
                  <a:ext cx="493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2" name="Ink 141">
                  <a:extLst>
                    <a:ext uri="{FF2B5EF4-FFF2-40B4-BE49-F238E27FC236}">
                      <a16:creationId xmlns:a16="http://schemas.microsoft.com/office/drawing/2014/main" id="{02817237-9145-5036-6A71-F4AC7F78FBB7}"/>
                    </a:ext>
                  </a:extLst>
                </p14:cNvPr>
                <p14:cNvContentPartPr/>
                <p14:nvPr/>
              </p14:nvContentPartPr>
              <p14:xfrm>
                <a:off x="4978026" y="4068163"/>
                <a:ext cx="89640" cy="200520"/>
              </p14:xfrm>
            </p:contentPart>
          </mc:Choice>
          <mc:Fallback xmlns="">
            <p:pic>
              <p:nvPicPr>
                <p:cNvPr id="142" name="Ink 141">
                  <a:extLst>
                    <a:ext uri="{FF2B5EF4-FFF2-40B4-BE49-F238E27FC236}">
                      <a16:creationId xmlns:a16="http://schemas.microsoft.com/office/drawing/2014/main" id="{02817237-9145-5036-6A71-F4AC7F78FBB7}"/>
                    </a:ext>
                  </a:extLst>
                </p:cNvPr>
                <p:cNvPicPr/>
                <p:nvPr/>
              </p:nvPicPr>
              <p:blipFill>
                <a:blip r:embed="rId243"/>
                <a:stretch>
                  <a:fillRect/>
                </a:stretch>
              </p:blipFill>
              <p:spPr>
                <a:xfrm>
                  <a:off x="4971906" y="4062043"/>
                  <a:ext cx="10188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3" name="Ink 142">
                  <a:extLst>
                    <a:ext uri="{FF2B5EF4-FFF2-40B4-BE49-F238E27FC236}">
                      <a16:creationId xmlns:a16="http://schemas.microsoft.com/office/drawing/2014/main" id="{B3E0991A-88F6-1AB9-457F-2FF4A84A4FAB}"/>
                    </a:ext>
                  </a:extLst>
                </p14:cNvPr>
                <p14:cNvContentPartPr/>
                <p14:nvPr/>
              </p14:nvContentPartPr>
              <p14:xfrm>
                <a:off x="5097546" y="4068883"/>
                <a:ext cx="84240" cy="156240"/>
              </p14:xfrm>
            </p:contentPart>
          </mc:Choice>
          <mc:Fallback xmlns="">
            <p:pic>
              <p:nvPicPr>
                <p:cNvPr id="143" name="Ink 142">
                  <a:extLst>
                    <a:ext uri="{FF2B5EF4-FFF2-40B4-BE49-F238E27FC236}">
                      <a16:creationId xmlns:a16="http://schemas.microsoft.com/office/drawing/2014/main" id="{B3E0991A-88F6-1AB9-457F-2FF4A84A4FAB}"/>
                    </a:ext>
                  </a:extLst>
                </p:cNvPr>
                <p:cNvPicPr/>
                <p:nvPr/>
              </p:nvPicPr>
              <p:blipFill>
                <a:blip r:embed="rId245"/>
                <a:stretch>
                  <a:fillRect/>
                </a:stretch>
              </p:blipFill>
              <p:spPr>
                <a:xfrm>
                  <a:off x="5091426" y="4062763"/>
                  <a:ext cx="964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4" name="Ink 143">
                  <a:extLst>
                    <a:ext uri="{FF2B5EF4-FFF2-40B4-BE49-F238E27FC236}">
                      <a16:creationId xmlns:a16="http://schemas.microsoft.com/office/drawing/2014/main" id="{11309D75-7BA0-D83E-D5A2-A00C37FCC5B8}"/>
                    </a:ext>
                  </a:extLst>
                </p14:cNvPr>
                <p14:cNvContentPartPr/>
                <p14:nvPr/>
              </p14:nvContentPartPr>
              <p14:xfrm>
                <a:off x="5174586" y="4149883"/>
                <a:ext cx="484920" cy="86400"/>
              </p14:xfrm>
            </p:contentPart>
          </mc:Choice>
          <mc:Fallback xmlns="">
            <p:pic>
              <p:nvPicPr>
                <p:cNvPr id="144" name="Ink 143">
                  <a:extLst>
                    <a:ext uri="{FF2B5EF4-FFF2-40B4-BE49-F238E27FC236}">
                      <a16:creationId xmlns:a16="http://schemas.microsoft.com/office/drawing/2014/main" id="{11309D75-7BA0-D83E-D5A2-A00C37FCC5B8}"/>
                    </a:ext>
                  </a:extLst>
                </p:cNvPr>
                <p:cNvPicPr/>
                <p:nvPr/>
              </p:nvPicPr>
              <p:blipFill>
                <a:blip r:embed="rId247"/>
                <a:stretch>
                  <a:fillRect/>
                </a:stretch>
              </p:blipFill>
              <p:spPr>
                <a:xfrm>
                  <a:off x="5168466" y="4143763"/>
                  <a:ext cx="49716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7" name="Ink 146">
                  <a:extLst>
                    <a:ext uri="{FF2B5EF4-FFF2-40B4-BE49-F238E27FC236}">
                      <a16:creationId xmlns:a16="http://schemas.microsoft.com/office/drawing/2014/main" id="{BFC2AE50-B353-B766-278D-D4BF2D77C068}"/>
                    </a:ext>
                  </a:extLst>
                </p14:cNvPr>
                <p14:cNvContentPartPr/>
                <p14:nvPr/>
              </p14:nvContentPartPr>
              <p14:xfrm>
                <a:off x="5378706" y="3604483"/>
                <a:ext cx="212760" cy="297360"/>
              </p14:xfrm>
            </p:contentPart>
          </mc:Choice>
          <mc:Fallback xmlns="">
            <p:pic>
              <p:nvPicPr>
                <p:cNvPr id="147" name="Ink 146">
                  <a:extLst>
                    <a:ext uri="{FF2B5EF4-FFF2-40B4-BE49-F238E27FC236}">
                      <a16:creationId xmlns:a16="http://schemas.microsoft.com/office/drawing/2014/main" id="{BFC2AE50-B353-B766-278D-D4BF2D77C068}"/>
                    </a:ext>
                  </a:extLst>
                </p:cNvPr>
                <p:cNvPicPr/>
                <p:nvPr/>
              </p:nvPicPr>
              <p:blipFill>
                <a:blip r:embed="rId249"/>
                <a:stretch>
                  <a:fillRect/>
                </a:stretch>
              </p:blipFill>
              <p:spPr>
                <a:xfrm>
                  <a:off x="5372586" y="3598363"/>
                  <a:ext cx="22500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5" name="Ink 144">
                  <a:extLst>
                    <a:ext uri="{FF2B5EF4-FFF2-40B4-BE49-F238E27FC236}">
                      <a16:creationId xmlns:a16="http://schemas.microsoft.com/office/drawing/2014/main" id="{0142DA11-9231-1BFB-B69C-904B1FEE90A9}"/>
                    </a:ext>
                  </a:extLst>
                </p14:cNvPr>
                <p14:cNvContentPartPr/>
                <p14:nvPr/>
              </p14:nvContentPartPr>
              <p14:xfrm>
                <a:off x="4053546" y="4518163"/>
                <a:ext cx="1153080" cy="189000"/>
              </p14:xfrm>
            </p:contentPart>
          </mc:Choice>
          <mc:Fallback xmlns="">
            <p:pic>
              <p:nvPicPr>
                <p:cNvPr id="145" name="Ink 144">
                  <a:extLst>
                    <a:ext uri="{FF2B5EF4-FFF2-40B4-BE49-F238E27FC236}">
                      <a16:creationId xmlns:a16="http://schemas.microsoft.com/office/drawing/2014/main" id="{0142DA11-9231-1BFB-B69C-904B1FEE90A9}"/>
                    </a:ext>
                  </a:extLst>
                </p:cNvPr>
                <p:cNvPicPr/>
                <p:nvPr/>
              </p:nvPicPr>
              <p:blipFill>
                <a:blip r:embed="rId251"/>
                <a:stretch>
                  <a:fillRect/>
                </a:stretch>
              </p:blipFill>
              <p:spPr>
                <a:xfrm>
                  <a:off x="4047426" y="4512043"/>
                  <a:ext cx="116532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48" name="Ink 147">
                  <a:extLst>
                    <a:ext uri="{FF2B5EF4-FFF2-40B4-BE49-F238E27FC236}">
                      <a16:creationId xmlns:a16="http://schemas.microsoft.com/office/drawing/2014/main" id="{89538ADC-C482-D4C6-BA96-B5E7312F5FB2}"/>
                    </a:ext>
                  </a:extLst>
                </p14:cNvPr>
                <p14:cNvContentPartPr/>
                <p14:nvPr/>
              </p14:nvContentPartPr>
              <p14:xfrm>
                <a:off x="5418666" y="4538683"/>
                <a:ext cx="270720" cy="214560"/>
              </p14:xfrm>
            </p:contentPart>
          </mc:Choice>
          <mc:Fallback xmlns="">
            <p:pic>
              <p:nvPicPr>
                <p:cNvPr id="148" name="Ink 147">
                  <a:extLst>
                    <a:ext uri="{FF2B5EF4-FFF2-40B4-BE49-F238E27FC236}">
                      <a16:creationId xmlns:a16="http://schemas.microsoft.com/office/drawing/2014/main" id="{89538ADC-C482-D4C6-BA96-B5E7312F5FB2}"/>
                    </a:ext>
                  </a:extLst>
                </p:cNvPr>
                <p:cNvPicPr/>
                <p:nvPr/>
              </p:nvPicPr>
              <p:blipFill>
                <a:blip r:embed="rId253"/>
                <a:stretch>
                  <a:fillRect/>
                </a:stretch>
              </p:blipFill>
              <p:spPr>
                <a:xfrm>
                  <a:off x="5412546" y="4532563"/>
                  <a:ext cx="28296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0" name="Ink 149">
                  <a:extLst>
                    <a:ext uri="{FF2B5EF4-FFF2-40B4-BE49-F238E27FC236}">
                      <a16:creationId xmlns:a16="http://schemas.microsoft.com/office/drawing/2014/main" id="{AEE64E9D-A822-1572-0E0D-87A15EF6A3A5}"/>
                    </a:ext>
                  </a:extLst>
                </p14:cNvPr>
                <p14:cNvContentPartPr/>
                <p14:nvPr/>
              </p14:nvContentPartPr>
              <p14:xfrm>
                <a:off x="5769666" y="4581883"/>
                <a:ext cx="108720" cy="74160"/>
              </p14:xfrm>
            </p:contentPart>
          </mc:Choice>
          <mc:Fallback xmlns="">
            <p:pic>
              <p:nvPicPr>
                <p:cNvPr id="150" name="Ink 149">
                  <a:extLst>
                    <a:ext uri="{FF2B5EF4-FFF2-40B4-BE49-F238E27FC236}">
                      <a16:creationId xmlns:a16="http://schemas.microsoft.com/office/drawing/2014/main" id="{AEE64E9D-A822-1572-0E0D-87A15EF6A3A5}"/>
                    </a:ext>
                  </a:extLst>
                </p:cNvPr>
                <p:cNvPicPr/>
                <p:nvPr/>
              </p:nvPicPr>
              <p:blipFill>
                <a:blip r:embed="rId255"/>
                <a:stretch>
                  <a:fillRect/>
                </a:stretch>
              </p:blipFill>
              <p:spPr>
                <a:xfrm>
                  <a:off x="5763546" y="4575763"/>
                  <a:ext cx="12096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1" name="Ink 150">
                  <a:extLst>
                    <a:ext uri="{FF2B5EF4-FFF2-40B4-BE49-F238E27FC236}">
                      <a16:creationId xmlns:a16="http://schemas.microsoft.com/office/drawing/2014/main" id="{640C1A6A-332E-FBEF-C288-9AE6A2814227}"/>
                    </a:ext>
                  </a:extLst>
                </p14:cNvPr>
                <p14:cNvContentPartPr/>
                <p14:nvPr/>
              </p14:nvContentPartPr>
              <p14:xfrm>
                <a:off x="5951466" y="4536883"/>
                <a:ext cx="122040" cy="83880"/>
              </p14:xfrm>
            </p:contentPart>
          </mc:Choice>
          <mc:Fallback xmlns="">
            <p:pic>
              <p:nvPicPr>
                <p:cNvPr id="151" name="Ink 150">
                  <a:extLst>
                    <a:ext uri="{FF2B5EF4-FFF2-40B4-BE49-F238E27FC236}">
                      <a16:creationId xmlns:a16="http://schemas.microsoft.com/office/drawing/2014/main" id="{640C1A6A-332E-FBEF-C288-9AE6A2814227}"/>
                    </a:ext>
                  </a:extLst>
                </p:cNvPr>
                <p:cNvPicPr/>
                <p:nvPr/>
              </p:nvPicPr>
              <p:blipFill>
                <a:blip r:embed="rId257"/>
                <a:stretch>
                  <a:fillRect/>
                </a:stretch>
              </p:blipFill>
              <p:spPr>
                <a:xfrm>
                  <a:off x="5945346" y="4530763"/>
                  <a:ext cx="13428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2" name="Ink 151">
                  <a:extLst>
                    <a:ext uri="{FF2B5EF4-FFF2-40B4-BE49-F238E27FC236}">
                      <a16:creationId xmlns:a16="http://schemas.microsoft.com/office/drawing/2014/main" id="{1441B0C6-1EC8-55D3-5CC7-FD504FBAEFF1}"/>
                    </a:ext>
                  </a:extLst>
                </p14:cNvPr>
                <p14:cNvContentPartPr/>
                <p14:nvPr/>
              </p14:nvContentPartPr>
              <p14:xfrm>
                <a:off x="6172866" y="4494763"/>
                <a:ext cx="115560" cy="92160"/>
              </p14:xfrm>
            </p:contentPart>
          </mc:Choice>
          <mc:Fallback xmlns="">
            <p:pic>
              <p:nvPicPr>
                <p:cNvPr id="152" name="Ink 151">
                  <a:extLst>
                    <a:ext uri="{FF2B5EF4-FFF2-40B4-BE49-F238E27FC236}">
                      <a16:creationId xmlns:a16="http://schemas.microsoft.com/office/drawing/2014/main" id="{1441B0C6-1EC8-55D3-5CC7-FD504FBAEFF1}"/>
                    </a:ext>
                  </a:extLst>
                </p:cNvPr>
                <p:cNvPicPr/>
                <p:nvPr/>
              </p:nvPicPr>
              <p:blipFill>
                <a:blip r:embed="rId259"/>
                <a:stretch>
                  <a:fillRect/>
                </a:stretch>
              </p:blipFill>
              <p:spPr>
                <a:xfrm>
                  <a:off x="6166746" y="4488643"/>
                  <a:ext cx="12780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3" name="Ink 152">
                  <a:extLst>
                    <a:ext uri="{FF2B5EF4-FFF2-40B4-BE49-F238E27FC236}">
                      <a16:creationId xmlns:a16="http://schemas.microsoft.com/office/drawing/2014/main" id="{C2AF4E07-5051-8F59-901A-057A8D68F6D9}"/>
                    </a:ext>
                  </a:extLst>
                </p14:cNvPr>
                <p14:cNvContentPartPr/>
                <p14:nvPr/>
              </p14:nvContentPartPr>
              <p14:xfrm>
                <a:off x="6297066" y="4459843"/>
                <a:ext cx="203760" cy="80280"/>
              </p14:xfrm>
            </p:contentPart>
          </mc:Choice>
          <mc:Fallback xmlns="">
            <p:pic>
              <p:nvPicPr>
                <p:cNvPr id="153" name="Ink 152">
                  <a:extLst>
                    <a:ext uri="{FF2B5EF4-FFF2-40B4-BE49-F238E27FC236}">
                      <a16:creationId xmlns:a16="http://schemas.microsoft.com/office/drawing/2014/main" id="{C2AF4E07-5051-8F59-901A-057A8D68F6D9}"/>
                    </a:ext>
                  </a:extLst>
                </p:cNvPr>
                <p:cNvPicPr/>
                <p:nvPr/>
              </p:nvPicPr>
              <p:blipFill>
                <a:blip r:embed="rId261"/>
                <a:stretch>
                  <a:fillRect/>
                </a:stretch>
              </p:blipFill>
              <p:spPr>
                <a:xfrm>
                  <a:off x="6290946" y="4453723"/>
                  <a:ext cx="2160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4" name="Ink 153">
                  <a:extLst>
                    <a:ext uri="{FF2B5EF4-FFF2-40B4-BE49-F238E27FC236}">
                      <a16:creationId xmlns:a16="http://schemas.microsoft.com/office/drawing/2014/main" id="{94F06292-6AE2-60E5-CC21-9002F9C1E32F}"/>
                    </a:ext>
                  </a:extLst>
                </p14:cNvPr>
                <p14:cNvContentPartPr/>
                <p14:nvPr/>
              </p14:nvContentPartPr>
              <p14:xfrm>
                <a:off x="5851026" y="4706083"/>
                <a:ext cx="110520" cy="97560"/>
              </p14:xfrm>
            </p:contentPart>
          </mc:Choice>
          <mc:Fallback xmlns="">
            <p:pic>
              <p:nvPicPr>
                <p:cNvPr id="154" name="Ink 153">
                  <a:extLst>
                    <a:ext uri="{FF2B5EF4-FFF2-40B4-BE49-F238E27FC236}">
                      <a16:creationId xmlns:a16="http://schemas.microsoft.com/office/drawing/2014/main" id="{94F06292-6AE2-60E5-CC21-9002F9C1E32F}"/>
                    </a:ext>
                  </a:extLst>
                </p:cNvPr>
                <p:cNvPicPr/>
                <p:nvPr/>
              </p:nvPicPr>
              <p:blipFill>
                <a:blip r:embed="rId263"/>
                <a:stretch>
                  <a:fillRect/>
                </a:stretch>
              </p:blipFill>
              <p:spPr>
                <a:xfrm>
                  <a:off x="5844906" y="4699963"/>
                  <a:ext cx="12276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5" name="Ink 154">
                  <a:extLst>
                    <a:ext uri="{FF2B5EF4-FFF2-40B4-BE49-F238E27FC236}">
                      <a16:creationId xmlns:a16="http://schemas.microsoft.com/office/drawing/2014/main" id="{471AE863-0382-8DDE-2A2D-6A58590CA913}"/>
                    </a:ext>
                  </a:extLst>
                </p14:cNvPr>
                <p14:cNvContentPartPr/>
                <p14:nvPr/>
              </p14:nvContentPartPr>
              <p14:xfrm>
                <a:off x="6910866" y="4325563"/>
                <a:ext cx="480960" cy="189360"/>
              </p14:xfrm>
            </p:contentPart>
          </mc:Choice>
          <mc:Fallback xmlns="">
            <p:pic>
              <p:nvPicPr>
                <p:cNvPr id="155" name="Ink 154">
                  <a:extLst>
                    <a:ext uri="{FF2B5EF4-FFF2-40B4-BE49-F238E27FC236}">
                      <a16:creationId xmlns:a16="http://schemas.microsoft.com/office/drawing/2014/main" id="{471AE863-0382-8DDE-2A2D-6A58590CA913}"/>
                    </a:ext>
                  </a:extLst>
                </p:cNvPr>
                <p:cNvPicPr/>
                <p:nvPr/>
              </p:nvPicPr>
              <p:blipFill>
                <a:blip r:embed="rId265"/>
                <a:stretch>
                  <a:fillRect/>
                </a:stretch>
              </p:blipFill>
              <p:spPr>
                <a:xfrm>
                  <a:off x="6904746" y="4319443"/>
                  <a:ext cx="49320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56" name="Ink 155">
                  <a:extLst>
                    <a:ext uri="{FF2B5EF4-FFF2-40B4-BE49-F238E27FC236}">
                      <a16:creationId xmlns:a16="http://schemas.microsoft.com/office/drawing/2014/main" id="{083177FF-B89B-2BFB-E9BD-75B3072E051B}"/>
                    </a:ext>
                  </a:extLst>
                </p14:cNvPr>
                <p14:cNvContentPartPr/>
                <p14:nvPr/>
              </p14:nvContentPartPr>
              <p14:xfrm>
                <a:off x="7437186" y="4332763"/>
                <a:ext cx="263160" cy="195840"/>
              </p14:xfrm>
            </p:contentPart>
          </mc:Choice>
          <mc:Fallback xmlns="">
            <p:pic>
              <p:nvPicPr>
                <p:cNvPr id="156" name="Ink 155">
                  <a:extLst>
                    <a:ext uri="{FF2B5EF4-FFF2-40B4-BE49-F238E27FC236}">
                      <a16:creationId xmlns:a16="http://schemas.microsoft.com/office/drawing/2014/main" id="{083177FF-B89B-2BFB-E9BD-75B3072E051B}"/>
                    </a:ext>
                  </a:extLst>
                </p:cNvPr>
                <p:cNvPicPr/>
                <p:nvPr/>
              </p:nvPicPr>
              <p:blipFill>
                <a:blip r:embed="rId267"/>
                <a:stretch>
                  <a:fillRect/>
                </a:stretch>
              </p:blipFill>
              <p:spPr>
                <a:xfrm>
                  <a:off x="7431066" y="4326643"/>
                  <a:ext cx="27540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57" name="Ink 156">
                  <a:extLst>
                    <a:ext uri="{FF2B5EF4-FFF2-40B4-BE49-F238E27FC236}">
                      <a16:creationId xmlns:a16="http://schemas.microsoft.com/office/drawing/2014/main" id="{F9574620-3F3B-CE17-56F6-679ECE060455}"/>
                    </a:ext>
                  </a:extLst>
                </p14:cNvPr>
                <p14:cNvContentPartPr/>
                <p14:nvPr/>
              </p14:nvContentPartPr>
              <p14:xfrm>
                <a:off x="7725186" y="3876283"/>
                <a:ext cx="939600" cy="459000"/>
              </p14:xfrm>
            </p:contentPart>
          </mc:Choice>
          <mc:Fallback xmlns="">
            <p:pic>
              <p:nvPicPr>
                <p:cNvPr id="157" name="Ink 156">
                  <a:extLst>
                    <a:ext uri="{FF2B5EF4-FFF2-40B4-BE49-F238E27FC236}">
                      <a16:creationId xmlns:a16="http://schemas.microsoft.com/office/drawing/2014/main" id="{F9574620-3F3B-CE17-56F6-679ECE060455}"/>
                    </a:ext>
                  </a:extLst>
                </p:cNvPr>
                <p:cNvPicPr/>
                <p:nvPr/>
              </p:nvPicPr>
              <p:blipFill>
                <a:blip r:embed="rId269"/>
                <a:stretch>
                  <a:fillRect/>
                </a:stretch>
              </p:blipFill>
              <p:spPr>
                <a:xfrm>
                  <a:off x="7719066" y="3870163"/>
                  <a:ext cx="951840" cy="47124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7" name="Ink 166">
                  <a:extLst>
                    <a:ext uri="{FF2B5EF4-FFF2-40B4-BE49-F238E27FC236}">
                      <a16:creationId xmlns:a16="http://schemas.microsoft.com/office/drawing/2014/main" id="{E2DACD53-8144-0245-92DB-5FD6A7016BFB}"/>
                    </a:ext>
                  </a:extLst>
                </p14:cNvPr>
                <p14:cNvContentPartPr/>
                <p14:nvPr/>
              </p14:nvContentPartPr>
              <p14:xfrm>
                <a:off x="4043826" y="4627603"/>
                <a:ext cx="4515840" cy="352080"/>
              </p14:xfrm>
            </p:contentPart>
          </mc:Choice>
          <mc:Fallback xmlns="">
            <p:pic>
              <p:nvPicPr>
                <p:cNvPr id="167" name="Ink 166">
                  <a:extLst>
                    <a:ext uri="{FF2B5EF4-FFF2-40B4-BE49-F238E27FC236}">
                      <a16:creationId xmlns:a16="http://schemas.microsoft.com/office/drawing/2014/main" id="{E2DACD53-8144-0245-92DB-5FD6A7016BFB}"/>
                    </a:ext>
                  </a:extLst>
                </p:cNvPr>
                <p:cNvPicPr/>
                <p:nvPr/>
              </p:nvPicPr>
              <p:blipFill>
                <a:blip r:embed="rId271"/>
                <a:stretch>
                  <a:fillRect/>
                </a:stretch>
              </p:blipFill>
              <p:spPr>
                <a:xfrm>
                  <a:off x="4037706" y="4621483"/>
                  <a:ext cx="452808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8" name="Ink 167">
                  <a:extLst>
                    <a:ext uri="{FF2B5EF4-FFF2-40B4-BE49-F238E27FC236}">
                      <a16:creationId xmlns:a16="http://schemas.microsoft.com/office/drawing/2014/main" id="{B079745A-92AB-840C-C105-77CE12101393}"/>
                    </a:ext>
                  </a:extLst>
                </p14:cNvPr>
                <p14:cNvContentPartPr/>
                <p14:nvPr/>
              </p14:nvContentPartPr>
              <p14:xfrm>
                <a:off x="4715586" y="5161123"/>
                <a:ext cx="301680" cy="175680"/>
              </p14:xfrm>
            </p:contentPart>
          </mc:Choice>
          <mc:Fallback xmlns="">
            <p:pic>
              <p:nvPicPr>
                <p:cNvPr id="168" name="Ink 167">
                  <a:extLst>
                    <a:ext uri="{FF2B5EF4-FFF2-40B4-BE49-F238E27FC236}">
                      <a16:creationId xmlns:a16="http://schemas.microsoft.com/office/drawing/2014/main" id="{B079745A-92AB-840C-C105-77CE12101393}"/>
                    </a:ext>
                  </a:extLst>
                </p:cNvPr>
                <p:cNvPicPr/>
                <p:nvPr/>
              </p:nvPicPr>
              <p:blipFill>
                <a:blip r:embed="rId273"/>
                <a:stretch>
                  <a:fillRect/>
                </a:stretch>
              </p:blipFill>
              <p:spPr>
                <a:xfrm>
                  <a:off x="4709466" y="5155003"/>
                  <a:ext cx="31392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9" name="Ink 168">
                  <a:extLst>
                    <a:ext uri="{FF2B5EF4-FFF2-40B4-BE49-F238E27FC236}">
                      <a16:creationId xmlns:a16="http://schemas.microsoft.com/office/drawing/2014/main" id="{23D63BAA-AE6A-D8D0-5781-8D160A34CC1E}"/>
                    </a:ext>
                  </a:extLst>
                </p14:cNvPr>
                <p14:cNvContentPartPr/>
                <p14:nvPr/>
              </p14:nvContentPartPr>
              <p14:xfrm>
                <a:off x="5020866" y="5159323"/>
                <a:ext cx="44280" cy="7920"/>
              </p14:xfrm>
            </p:contentPart>
          </mc:Choice>
          <mc:Fallback xmlns="">
            <p:pic>
              <p:nvPicPr>
                <p:cNvPr id="169" name="Ink 168">
                  <a:extLst>
                    <a:ext uri="{FF2B5EF4-FFF2-40B4-BE49-F238E27FC236}">
                      <a16:creationId xmlns:a16="http://schemas.microsoft.com/office/drawing/2014/main" id="{23D63BAA-AE6A-D8D0-5781-8D160A34CC1E}"/>
                    </a:ext>
                  </a:extLst>
                </p:cNvPr>
                <p:cNvPicPr/>
                <p:nvPr/>
              </p:nvPicPr>
              <p:blipFill>
                <a:blip r:embed="rId275"/>
                <a:stretch>
                  <a:fillRect/>
                </a:stretch>
              </p:blipFill>
              <p:spPr>
                <a:xfrm>
                  <a:off x="5014746" y="5153203"/>
                  <a:ext cx="565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70" name="Ink 169">
                  <a:extLst>
                    <a:ext uri="{FF2B5EF4-FFF2-40B4-BE49-F238E27FC236}">
                      <a16:creationId xmlns:a16="http://schemas.microsoft.com/office/drawing/2014/main" id="{5510753D-F92A-761F-4B87-A8FEAD75672C}"/>
                    </a:ext>
                  </a:extLst>
                </p14:cNvPr>
                <p14:cNvContentPartPr/>
                <p14:nvPr/>
              </p14:nvContentPartPr>
              <p14:xfrm>
                <a:off x="5113386" y="5223043"/>
                <a:ext cx="36000" cy="132480"/>
              </p14:xfrm>
            </p:contentPart>
          </mc:Choice>
          <mc:Fallback xmlns="">
            <p:pic>
              <p:nvPicPr>
                <p:cNvPr id="170" name="Ink 169">
                  <a:extLst>
                    <a:ext uri="{FF2B5EF4-FFF2-40B4-BE49-F238E27FC236}">
                      <a16:creationId xmlns:a16="http://schemas.microsoft.com/office/drawing/2014/main" id="{5510753D-F92A-761F-4B87-A8FEAD75672C}"/>
                    </a:ext>
                  </a:extLst>
                </p:cNvPr>
                <p:cNvPicPr/>
                <p:nvPr/>
              </p:nvPicPr>
              <p:blipFill>
                <a:blip r:embed="rId277"/>
                <a:stretch>
                  <a:fillRect/>
                </a:stretch>
              </p:blipFill>
              <p:spPr>
                <a:xfrm>
                  <a:off x="5107266" y="5216923"/>
                  <a:ext cx="4824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71" name="Ink 170">
                  <a:extLst>
                    <a:ext uri="{FF2B5EF4-FFF2-40B4-BE49-F238E27FC236}">
                      <a16:creationId xmlns:a16="http://schemas.microsoft.com/office/drawing/2014/main" id="{0E4788E3-1CA7-ED08-4C61-1ACC158F2EA9}"/>
                    </a:ext>
                  </a:extLst>
                </p14:cNvPr>
                <p14:cNvContentPartPr/>
                <p14:nvPr/>
              </p14:nvContentPartPr>
              <p14:xfrm>
                <a:off x="5120586" y="5119003"/>
                <a:ext cx="64080" cy="44640"/>
              </p14:xfrm>
            </p:contentPart>
          </mc:Choice>
          <mc:Fallback xmlns="">
            <p:pic>
              <p:nvPicPr>
                <p:cNvPr id="171" name="Ink 170">
                  <a:extLst>
                    <a:ext uri="{FF2B5EF4-FFF2-40B4-BE49-F238E27FC236}">
                      <a16:creationId xmlns:a16="http://schemas.microsoft.com/office/drawing/2014/main" id="{0E4788E3-1CA7-ED08-4C61-1ACC158F2EA9}"/>
                    </a:ext>
                  </a:extLst>
                </p:cNvPr>
                <p:cNvPicPr/>
                <p:nvPr/>
              </p:nvPicPr>
              <p:blipFill>
                <a:blip r:embed="rId279"/>
                <a:stretch>
                  <a:fillRect/>
                </a:stretch>
              </p:blipFill>
              <p:spPr>
                <a:xfrm>
                  <a:off x="5114466" y="5112883"/>
                  <a:ext cx="7632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72" name="Ink 171">
                  <a:extLst>
                    <a:ext uri="{FF2B5EF4-FFF2-40B4-BE49-F238E27FC236}">
                      <a16:creationId xmlns:a16="http://schemas.microsoft.com/office/drawing/2014/main" id="{D40832BB-F501-0AEC-BFD2-4B1C3FB7E732}"/>
                    </a:ext>
                  </a:extLst>
                </p14:cNvPr>
                <p14:cNvContentPartPr/>
                <p14:nvPr/>
              </p14:nvContentPartPr>
              <p14:xfrm>
                <a:off x="5174226" y="5059243"/>
                <a:ext cx="158400" cy="297000"/>
              </p14:xfrm>
            </p:contentPart>
          </mc:Choice>
          <mc:Fallback xmlns="">
            <p:pic>
              <p:nvPicPr>
                <p:cNvPr id="172" name="Ink 171">
                  <a:extLst>
                    <a:ext uri="{FF2B5EF4-FFF2-40B4-BE49-F238E27FC236}">
                      <a16:creationId xmlns:a16="http://schemas.microsoft.com/office/drawing/2014/main" id="{D40832BB-F501-0AEC-BFD2-4B1C3FB7E732}"/>
                    </a:ext>
                  </a:extLst>
                </p:cNvPr>
                <p:cNvPicPr/>
                <p:nvPr/>
              </p:nvPicPr>
              <p:blipFill>
                <a:blip r:embed="rId281"/>
                <a:stretch>
                  <a:fillRect/>
                </a:stretch>
              </p:blipFill>
              <p:spPr>
                <a:xfrm>
                  <a:off x="5168106" y="5053123"/>
                  <a:ext cx="17064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3" name="Ink 172">
                  <a:extLst>
                    <a:ext uri="{FF2B5EF4-FFF2-40B4-BE49-F238E27FC236}">
                      <a16:creationId xmlns:a16="http://schemas.microsoft.com/office/drawing/2014/main" id="{3CCF9D40-2381-6140-4BC2-BD6C4ADE1C50}"/>
                    </a:ext>
                  </a:extLst>
                </p14:cNvPr>
                <p14:cNvContentPartPr/>
                <p14:nvPr/>
              </p14:nvContentPartPr>
              <p14:xfrm>
                <a:off x="5301306" y="5178403"/>
                <a:ext cx="28080" cy="6120"/>
              </p14:xfrm>
            </p:contentPart>
          </mc:Choice>
          <mc:Fallback xmlns="">
            <p:pic>
              <p:nvPicPr>
                <p:cNvPr id="173" name="Ink 172">
                  <a:extLst>
                    <a:ext uri="{FF2B5EF4-FFF2-40B4-BE49-F238E27FC236}">
                      <a16:creationId xmlns:a16="http://schemas.microsoft.com/office/drawing/2014/main" id="{3CCF9D40-2381-6140-4BC2-BD6C4ADE1C50}"/>
                    </a:ext>
                  </a:extLst>
                </p:cNvPr>
                <p:cNvPicPr/>
                <p:nvPr/>
              </p:nvPicPr>
              <p:blipFill>
                <a:blip r:embed="rId283"/>
                <a:stretch>
                  <a:fillRect/>
                </a:stretch>
              </p:blipFill>
              <p:spPr>
                <a:xfrm>
                  <a:off x="5295186" y="5172283"/>
                  <a:ext cx="4032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74" name="Ink 173">
                  <a:extLst>
                    <a:ext uri="{FF2B5EF4-FFF2-40B4-BE49-F238E27FC236}">
                      <a16:creationId xmlns:a16="http://schemas.microsoft.com/office/drawing/2014/main" id="{70B9641D-441D-C756-FC04-9E5F1FEA1308}"/>
                    </a:ext>
                  </a:extLst>
                </p14:cNvPr>
                <p14:cNvContentPartPr/>
                <p14:nvPr/>
              </p14:nvContentPartPr>
              <p14:xfrm>
                <a:off x="5414346" y="5213323"/>
                <a:ext cx="171000" cy="87120"/>
              </p14:xfrm>
            </p:contentPart>
          </mc:Choice>
          <mc:Fallback xmlns="">
            <p:pic>
              <p:nvPicPr>
                <p:cNvPr id="174" name="Ink 173">
                  <a:extLst>
                    <a:ext uri="{FF2B5EF4-FFF2-40B4-BE49-F238E27FC236}">
                      <a16:creationId xmlns:a16="http://schemas.microsoft.com/office/drawing/2014/main" id="{70B9641D-441D-C756-FC04-9E5F1FEA1308}"/>
                    </a:ext>
                  </a:extLst>
                </p:cNvPr>
                <p:cNvPicPr/>
                <p:nvPr/>
              </p:nvPicPr>
              <p:blipFill>
                <a:blip r:embed="rId285"/>
                <a:stretch>
                  <a:fillRect/>
                </a:stretch>
              </p:blipFill>
              <p:spPr>
                <a:xfrm>
                  <a:off x="5408226" y="5207203"/>
                  <a:ext cx="18324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75" name="Ink 174">
                  <a:extLst>
                    <a:ext uri="{FF2B5EF4-FFF2-40B4-BE49-F238E27FC236}">
                      <a16:creationId xmlns:a16="http://schemas.microsoft.com/office/drawing/2014/main" id="{71B210B9-B1AE-D93F-9CB5-47B7FA945842}"/>
                    </a:ext>
                  </a:extLst>
                </p14:cNvPr>
                <p14:cNvContentPartPr/>
                <p14:nvPr/>
              </p14:nvContentPartPr>
              <p14:xfrm>
                <a:off x="5642946" y="5034403"/>
                <a:ext cx="253800" cy="491400"/>
              </p14:xfrm>
            </p:contentPart>
          </mc:Choice>
          <mc:Fallback xmlns="">
            <p:pic>
              <p:nvPicPr>
                <p:cNvPr id="175" name="Ink 174">
                  <a:extLst>
                    <a:ext uri="{FF2B5EF4-FFF2-40B4-BE49-F238E27FC236}">
                      <a16:creationId xmlns:a16="http://schemas.microsoft.com/office/drawing/2014/main" id="{71B210B9-B1AE-D93F-9CB5-47B7FA945842}"/>
                    </a:ext>
                  </a:extLst>
                </p:cNvPr>
                <p:cNvPicPr/>
                <p:nvPr/>
              </p:nvPicPr>
              <p:blipFill>
                <a:blip r:embed="rId287"/>
                <a:stretch>
                  <a:fillRect/>
                </a:stretch>
              </p:blipFill>
              <p:spPr>
                <a:xfrm>
                  <a:off x="5636826" y="5028283"/>
                  <a:ext cx="266040" cy="5036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7" name="Ink 176">
                  <a:extLst>
                    <a:ext uri="{FF2B5EF4-FFF2-40B4-BE49-F238E27FC236}">
                      <a16:creationId xmlns:a16="http://schemas.microsoft.com/office/drawing/2014/main" id="{C5B70E24-CF86-3AB4-B9AD-B99C28712F71}"/>
                    </a:ext>
                  </a:extLst>
                </p14:cNvPr>
                <p14:cNvContentPartPr/>
                <p14:nvPr/>
              </p14:nvContentPartPr>
              <p14:xfrm>
                <a:off x="6016626" y="5188123"/>
                <a:ext cx="96120" cy="65520"/>
              </p14:xfrm>
            </p:contentPart>
          </mc:Choice>
          <mc:Fallback xmlns="">
            <p:pic>
              <p:nvPicPr>
                <p:cNvPr id="177" name="Ink 176">
                  <a:extLst>
                    <a:ext uri="{FF2B5EF4-FFF2-40B4-BE49-F238E27FC236}">
                      <a16:creationId xmlns:a16="http://schemas.microsoft.com/office/drawing/2014/main" id="{C5B70E24-CF86-3AB4-B9AD-B99C28712F71}"/>
                    </a:ext>
                  </a:extLst>
                </p:cNvPr>
                <p:cNvPicPr/>
                <p:nvPr/>
              </p:nvPicPr>
              <p:blipFill>
                <a:blip r:embed="rId289"/>
                <a:stretch>
                  <a:fillRect/>
                </a:stretch>
              </p:blipFill>
              <p:spPr>
                <a:xfrm>
                  <a:off x="6010506" y="5182003"/>
                  <a:ext cx="10836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8" name="Ink 177">
                  <a:extLst>
                    <a:ext uri="{FF2B5EF4-FFF2-40B4-BE49-F238E27FC236}">
                      <a16:creationId xmlns:a16="http://schemas.microsoft.com/office/drawing/2014/main" id="{F289E3FA-9F21-5ADA-704E-711131E49672}"/>
                    </a:ext>
                  </a:extLst>
                </p14:cNvPr>
                <p14:cNvContentPartPr/>
                <p14:nvPr/>
              </p14:nvContentPartPr>
              <p14:xfrm>
                <a:off x="6195186" y="5104243"/>
                <a:ext cx="163800" cy="160920"/>
              </p14:xfrm>
            </p:contentPart>
          </mc:Choice>
          <mc:Fallback xmlns="">
            <p:pic>
              <p:nvPicPr>
                <p:cNvPr id="178" name="Ink 177">
                  <a:extLst>
                    <a:ext uri="{FF2B5EF4-FFF2-40B4-BE49-F238E27FC236}">
                      <a16:creationId xmlns:a16="http://schemas.microsoft.com/office/drawing/2014/main" id="{F289E3FA-9F21-5ADA-704E-711131E49672}"/>
                    </a:ext>
                  </a:extLst>
                </p:cNvPr>
                <p:cNvPicPr/>
                <p:nvPr/>
              </p:nvPicPr>
              <p:blipFill>
                <a:blip r:embed="rId291"/>
                <a:stretch>
                  <a:fillRect/>
                </a:stretch>
              </p:blipFill>
              <p:spPr>
                <a:xfrm>
                  <a:off x="6189066" y="5098123"/>
                  <a:ext cx="17604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9" name="Ink 178">
                  <a:extLst>
                    <a:ext uri="{FF2B5EF4-FFF2-40B4-BE49-F238E27FC236}">
                      <a16:creationId xmlns:a16="http://schemas.microsoft.com/office/drawing/2014/main" id="{B2E2BA35-D6CE-5846-39D3-C0A334860451}"/>
                    </a:ext>
                  </a:extLst>
                </p14:cNvPr>
                <p14:cNvContentPartPr/>
                <p14:nvPr/>
              </p14:nvContentPartPr>
              <p14:xfrm>
                <a:off x="6416946" y="5072563"/>
                <a:ext cx="140760" cy="175320"/>
              </p14:xfrm>
            </p:contentPart>
          </mc:Choice>
          <mc:Fallback xmlns="">
            <p:pic>
              <p:nvPicPr>
                <p:cNvPr id="179" name="Ink 178">
                  <a:extLst>
                    <a:ext uri="{FF2B5EF4-FFF2-40B4-BE49-F238E27FC236}">
                      <a16:creationId xmlns:a16="http://schemas.microsoft.com/office/drawing/2014/main" id="{B2E2BA35-D6CE-5846-39D3-C0A334860451}"/>
                    </a:ext>
                  </a:extLst>
                </p:cNvPr>
                <p:cNvPicPr/>
                <p:nvPr/>
              </p:nvPicPr>
              <p:blipFill>
                <a:blip r:embed="rId293"/>
                <a:stretch>
                  <a:fillRect/>
                </a:stretch>
              </p:blipFill>
              <p:spPr>
                <a:xfrm>
                  <a:off x="6410826" y="5066443"/>
                  <a:ext cx="1530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80" name="Ink 179">
                  <a:extLst>
                    <a:ext uri="{FF2B5EF4-FFF2-40B4-BE49-F238E27FC236}">
                      <a16:creationId xmlns:a16="http://schemas.microsoft.com/office/drawing/2014/main" id="{CAFE759F-DA4A-AA1E-14D4-A5092176B6DF}"/>
                    </a:ext>
                  </a:extLst>
                </p14:cNvPr>
                <p14:cNvContentPartPr/>
                <p14:nvPr/>
              </p14:nvContentPartPr>
              <p14:xfrm>
                <a:off x="6173586" y="5388643"/>
                <a:ext cx="175680" cy="29160"/>
              </p14:xfrm>
            </p:contentPart>
          </mc:Choice>
          <mc:Fallback xmlns="">
            <p:pic>
              <p:nvPicPr>
                <p:cNvPr id="180" name="Ink 179">
                  <a:extLst>
                    <a:ext uri="{FF2B5EF4-FFF2-40B4-BE49-F238E27FC236}">
                      <a16:creationId xmlns:a16="http://schemas.microsoft.com/office/drawing/2014/main" id="{CAFE759F-DA4A-AA1E-14D4-A5092176B6DF}"/>
                    </a:ext>
                  </a:extLst>
                </p:cNvPr>
                <p:cNvPicPr/>
                <p:nvPr/>
              </p:nvPicPr>
              <p:blipFill>
                <a:blip r:embed="rId295"/>
                <a:stretch>
                  <a:fillRect/>
                </a:stretch>
              </p:blipFill>
              <p:spPr>
                <a:xfrm>
                  <a:off x="6167466" y="5382523"/>
                  <a:ext cx="1879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81" name="Ink 180">
                  <a:extLst>
                    <a:ext uri="{FF2B5EF4-FFF2-40B4-BE49-F238E27FC236}">
                      <a16:creationId xmlns:a16="http://schemas.microsoft.com/office/drawing/2014/main" id="{18E163EF-FF1E-FBA9-1239-B928A07EB097}"/>
                    </a:ext>
                  </a:extLst>
                </p14:cNvPr>
                <p14:cNvContentPartPr/>
                <p14:nvPr/>
              </p14:nvContentPartPr>
              <p14:xfrm>
                <a:off x="6172506" y="5444443"/>
                <a:ext cx="180360" cy="54360"/>
              </p14:xfrm>
            </p:contentPart>
          </mc:Choice>
          <mc:Fallback xmlns="">
            <p:pic>
              <p:nvPicPr>
                <p:cNvPr id="181" name="Ink 180">
                  <a:extLst>
                    <a:ext uri="{FF2B5EF4-FFF2-40B4-BE49-F238E27FC236}">
                      <a16:creationId xmlns:a16="http://schemas.microsoft.com/office/drawing/2014/main" id="{18E163EF-FF1E-FBA9-1239-B928A07EB097}"/>
                    </a:ext>
                  </a:extLst>
                </p:cNvPr>
                <p:cNvPicPr/>
                <p:nvPr/>
              </p:nvPicPr>
              <p:blipFill>
                <a:blip r:embed="rId297"/>
                <a:stretch>
                  <a:fillRect/>
                </a:stretch>
              </p:blipFill>
              <p:spPr>
                <a:xfrm>
                  <a:off x="6166386" y="5438323"/>
                  <a:ext cx="1926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83" name="Ink 182">
                  <a:extLst>
                    <a:ext uri="{FF2B5EF4-FFF2-40B4-BE49-F238E27FC236}">
                      <a16:creationId xmlns:a16="http://schemas.microsoft.com/office/drawing/2014/main" id="{F8B4EDAD-B730-CD35-5C3F-584985D4D2E3}"/>
                    </a:ext>
                  </a:extLst>
                </p14:cNvPr>
                <p14:cNvContentPartPr/>
                <p14:nvPr/>
              </p14:nvContentPartPr>
              <p14:xfrm>
                <a:off x="6833106" y="5058883"/>
                <a:ext cx="68040" cy="159840"/>
              </p14:xfrm>
            </p:contentPart>
          </mc:Choice>
          <mc:Fallback xmlns="">
            <p:pic>
              <p:nvPicPr>
                <p:cNvPr id="183" name="Ink 182">
                  <a:extLst>
                    <a:ext uri="{FF2B5EF4-FFF2-40B4-BE49-F238E27FC236}">
                      <a16:creationId xmlns:a16="http://schemas.microsoft.com/office/drawing/2014/main" id="{F8B4EDAD-B730-CD35-5C3F-584985D4D2E3}"/>
                    </a:ext>
                  </a:extLst>
                </p:cNvPr>
                <p:cNvPicPr/>
                <p:nvPr/>
              </p:nvPicPr>
              <p:blipFill>
                <a:blip r:embed="rId299"/>
                <a:stretch>
                  <a:fillRect/>
                </a:stretch>
              </p:blipFill>
              <p:spPr>
                <a:xfrm>
                  <a:off x="6826986" y="5052763"/>
                  <a:ext cx="802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84" name="Ink 183">
                  <a:extLst>
                    <a:ext uri="{FF2B5EF4-FFF2-40B4-BE49-F238E27FC236}">
                      <a16:creationId xmlns:a16="http://schemas.microsoft.com/office/drawing/2014/main" id="{C5ED4880-B776-C108-9C52-82668CB0BA20}"/>
                    </a:ext>
                  </a:extLst>
                </p14:cNvPr>
                <p14:cNvContentPartPr/>
                <p14:nvPr/>
              </p14:nvContentPartPr>
              <p14:xfrm>
                <a:off x="6793866" y="5053123"/>
                <a:ext cx="400320" cy="226440"/>
              </p14:xfrm>
            </p:contentPart>
          </mc:Choice>
          <mc:Fallback xmlns="">
            <p:pic>
              <p:nvPicPr>
                <p:cNvPr id="184" name="Ink 183">
                  <a:extLst>
                    <a:ext uri="{FF2B5EF4-FFF2-40B4-BE49-F238E27FC236}">
                      <a16:creationId xmlns:a16="http://schemas.microsoft.com/office/drawing/2014/main" id="{C5ED4880-B776-C108-9C52-82668CB0BA20}"/>
                    </a:ext>
                  </a:extLst>
                </p:cNvPr>
                <p:cNvPicPr/>
                <p:nvPr/>
              </p:nvPicPr>
              <p:blipFill>
                <a:blip r:embed="rId301"/>
                <a:stretch>
                  <a:fillRect/>
                </a:stretch>
              </p:blipFill>
              <p:spPr>
                <a:xfrm>
                  <a:off x="6787746" y="5047003"/>
                  <a:ext cx="41256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5" name="Ink 184">
                  <a:extLst>
                    <a:ext uri="{FF2B5EF4-FFF2-40B4-BE49-F238E27FC236}">
                      <a16:creationId xmlns:a16="http://schemas.microsoft.com/office/drawing/2014/main" id="{77AD01AB-B76F-1A54-62E3-1E70E616253C}"/>
                    </a:ext>
                  </a:extLst>
                </p14:cNvPr>
                <p14:cNvContentPartPr/>
                <p14:nvPr/>
              </p14:nvContentPartPr>
              <p14:xfrm>
                <a:off x="7121106" y="5120803"/>
                <a:ext cx="329040" cy="131760"/>
              </p14:xfrm>
            </p:contentPart>
          </mc:Choice>
          <mc:Fallback xmlns="">
            <p:pic>
              <p:nvPicPr>
                <p:cNvPr id="185" name="Ink 184">
                  <a:extLst>
                    <a:ext uri="{FF2B5EF4-FFF2-40B4-BE49-F238E27FC236}">
                      <a16:creationId xmlns:a16="http://schemas.microsoft.com/office/drawing/2014/main" id="{77AD01AB-B76F-1A54-62E3-1E70E616253C}"/>
                    </a:ext>
                  </a:extLst>
                </p:cNvPr>
                <p:cNvPicPr/>
                <p:nvPr/>
              </p:nvPicPr>
              <p:blipFill>
                <a:blip r:embed="rId303"/>
                <a:stretch>
                  <a:fillRect/>
                </a:stretch>
              </p:blipFill>
              <p:spPr>
                <a:xfrm>
                  <a:off x="7114986" y="5114683"/>
                  <a:ext cx="34128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87" name="Ink 186">
                  <a:extLst>
                    <a:ext uri="{FF2B5EF4-FFF2-40B4-BE49-F238E27FC236}">
                      <a16:creationId xmlns:a16="http://schemas.microsoft.com/office/drawing/2014/main" id="{5ADACDC1-4F71-ECD9-F20E-9EDE1F15BBF1}"/>
                    </a:ext>
                  </a:extLst>
                </p14:cNvPr>
                <p14:cNvContentPartPr/>
                <p14:nvPr/>
              </p14:nvContentPartPr>
              <p14:xfrm>
                <a:off x="7671906" y="5038003"/>
                <a:ext cx="371880" cy="215640"/>
              </p14:xfrm>
            </p:contentPart>
          </mc:Choice>
          <mc:Fallback xmlns="">
            <p:pic>
              <p:nvPicPr>
                <p:cNvPr id="187" name="Ink 186">
                  <a:extLst>
                    <a:ext uri="{FF2B5EF4-FFF2-40B4-BE49-F238E27FC236}">
                      <a16:creationId xmlns:a16="http://schemas.microsoft.com/office/drawing/2014/main" id="{5ADACDC1-4F71-ECD9-F20E-9EDE1F15BBF1}"/>
                    </a:ext>
                  </a:extLst>
                </p:cNvPr>
                <p:cNvPicPr/>
                <p:nvPr/>
              </p:nvPicPr>
              <p:blipFill>
                <a:blip r:embed="rId305"/>
                <a:stretch>
                  <a:fillRect/>
                </a:stretch>
              </p:blipFill>
              <p:spPr>
                <a:xfrm>
                  <a:off x="7665786" y="5031883"/>
                  <a:ext cx="384120" cy="227880"/>
                </a:xfrm>
                <a:prstGeom prst="rect">
                  <a:avLst/>
                </a:prstGeom>
              </p:spPr>
            </p:pic>
          </mc:Fallback>
        </mc:AlternateContent>
      </p:grpSp>
      <p:grpSp>
        <p:nvGrpSpPr>
          <p:cNvPr id="191" name="Group 190">
            <a:extLst>
              <a:ext uri="{FF2B5EF4-FFF2-40B4-BE49-F238E27FC236}">
                <a16:creationId xmlns:a16="http://schemas.microsoft.com/office/drawing/2014/main" id="{26AEE51E-909D-6B92-853B-F0D48AEA4471}"/>
              </a:ext>
            </a:extLst>
          </p:cNvPr>
          <p:cNvGrpSpPr/>
          <p:nvPr/>
        </p:nvGrpSpPr>
        <p:grpSpPr>
          <a:xfrm>
            <a:off x="7662186" y="5351923"/>
            <a:ext cx="255600" cy="113760"/>
            <a:chOff x="7662186" y="5351923"/>
            <a:chExt cx="255600" cy="113760"/>
          </a:xfrm>
        </p:grpSpPr>
        <mc:AlternateContent xmlns:mc="http://schemas.openxmlformats.org/markup-compatibility/2006" xmlns:p14="http://schemas.microsoft.com/office/powerpoint/2010/main">
          <mc:Choice Requires="p14">
            <p:contentPart p14:bwMode="auto" r:id="rId306">
              <p14:nvContentPartPr>
                <p14:cNvPr id="189" name="Ink 188">
                  <a:extLst>
                    <a:ext uri="{FF2B5EF4-FFF2-40B4-BE49-F238E27FC236}">
                      <a16:creationId xmlns:a16="http://schemas.microsoft.com/office/drawing/2014/main" id="{E5D6D04A-20B7-4E37-F027-83E60CBD1148}"/>
                    </a:ext>
                  </a:extLst>
                </p14:cNvPr>
                <p14:cNvContentPartPr/>
                <p14:nvPr/>
              </p14:nvContentPartPr>
              <p14:xfrm>
                <a:off x="7705386" y="5351923"/>
                <a:ext cx="212400" cy="52200"/>
              </p14:xfrm>
            </p:contentPart>
          </mc:Choice>
          <mc:Fallback xmlns="">
            <p:pic>
              <p:nvPicPr>
                <p:cNvPr id="189" name="Ink 188">
                  <a:extLst>
                    <a:ext uri="{FF2B5EF4-FFF2-40B4-BE49-F238E27FC236}">
                      <a16:creationId xmlns:a16="http://schemas.microsoft.com/office/drawing/2014/main" id="{E5D6D04A-20B7-4E37-F027-83E60CBD1148}"/>
                    </a:ext>
                  </a:extLst>
                </p:cNvPr>
                <p:cNvPicPr/>
                <p:nvPr/>
              </p:nvPicPr>
              <p:blipFill>
                <a:blip r:embed="rId307"/>
                <a:stretch>
                  <a:fillRect/>
                </a:stretch>
              </p:blipFill>
              <p:spPr>
                <a:xfrm>
                  <a:off x="7699266" y="5345803"/>
                  <a:ext cx="22464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90" name="Ink 189">
                  <a:extLst>
                    <a:ext uri="{FF2B5EF4-FFF2-40B4-BE49-F238E27FC236}">
                      <a16:creationId xmlns:a16="http://schemas.microsoft.com/office/drawing/2014/main" id="{CC72CB4D-253B-724A-E3B6-892575299EEF}"/>
                    </a:ext>
                  </a:extLst>
                </p14:cNvPr>
                <p14:cNvContentPartPr/>
                <p14:nvPr/>
              </p14:nvContentPartPr>
              <p14:xfrm>
                <a:off x="7662186" y="5432923"/>
                <a:ext cx="210240" cy="32760"/>
              </p14:xfrm>
            </p:contentPart>
          </mc:Choice>
          <mc:Fallback xmlns="">
            <p:pic>
              <p:nvPicPr>
                <p:cNvPr id="190" name="Ink 189">
                  <a:extLst>
                    <a:ext uri="{FF2B5EF4-FFF2-40B4-BE49-F238E27FC236}">
                      <a16:creationId xmlns:a16="http://schemas.microsoft.com/office/drawing/2014/main" id="{CC72CB4D-253B-724A-E3B6-892575299EEF}"/>
                    </a:ext>
                  </a:extLst>
                </p:cNvPr>
                <p:cNvPicPr/>
                <p:nvPr/>
              </p:nvPicPr>
              <p:blipFill>
                <a:blip r:embed="rId309"/>
                <a:stretch>
                  <a:fillRect/>
                </a:stretch>
              </p:blipFill>
              <p:spPr>
                <a:xfrm>
                  <a:off x="7656066" y="5426803"/>
                  <a:ext cx="222480" cy="45000"/>
                </a:xfrm>
                <a:prstGeom prst="rect">
                  <a:avLst/>
                </a:prstGeom>
              </p:spPr>
            </p:pic>
          </mc:Fallback>
        </mc:AlternateContent>
      </p:grpSp>
      <p:grpSp>
        <p:nvGrpSpPr>
          <p:cNvPr id="226" name="Group 225">
            <a:extLst>
              <a:ext uri="{FF2B5EF4-FFF2-40B4-BE49-F238E27FC236}">
                <a16:creationId xmlns:a16="http://schemas.microsoft.com/office/drawing/2014/main" id="{528C6045-37A4-F93A-FEDE-5E684210948C}"/>
              </a:ext>
            </a:extLst>
          </p:cNvPr>
          <p:cNvGrpSpPr/>
          <p:nvPr/>
        </p:nvGrpSpPr>
        <p:grpSpPr>
          <a:xfrm>
            <a:off x="287946" y="4038643"/>
            <a:ext cx="2984040" cy="1142280"/>
            <a:chOff x="287946" y="4038643"/>
            <a:chExt cx="2984040" cy="1142280"/>
          </a:xfrm>
        </p:grpSpPr>
        <mc:AlternateContent xmlns:mc="http://schemas.openxmlformats.org/markup-compatibility/2006" xmlns:p14="http://schemas.microsoft.com/office/powerpoint/2010/main">
          <mc:Choice Requires="p14">
            <p:contentPart p14:bwMode="auto" r:id="rId310">
              <p14:nvContentPartPr>
                <p14:cNvPr id="192" name="Ink 191">
                  <a:extLst>
                    <a:ext uri="{FF2B5EF4-FFF2-40B4-BE49-F238E27FC236}">
                      <a16:creationId xmlns:a16="http://schemas.microsoft.com/office/drawing/2014/main" id="{1B4F28EA-8161-FDB1-8925-769A62E84944}"/>
                    </a:ext>
                  </a:extLst>
                </p14:cNvPr>
                <p14:cNvContentPartPr/>
                <p14:nvPr/>
              </p14:nvContentPartPr>
              <p14:xfrm>
                <a:off x="1556586" y="4446163"/>
                <a:ext cx="322200" cy="201240"/>
              </p14:xfrm>
            </p:contentPart>
          </mc:Choice>
          <mc:Fallback xmlns="">
            <p:pic>
              <p:nvPicPr>
                <p:cNvPr id="192" name="Ink 191">
                  <a:extLst>
                    <a:ext uri="{FF2B5EF4-FFF2-40B4-BE49-F238E27FC236}">
                      <a16:creationId xmlns:a16="http://schemas.microsoft.com/office/drawing/2014/main" id="{1B4F28EA-8161-FDB1-8925-769A62E84944}"/>
                    </a:ext>
                  </a:extLst>
                </p:cNvPr>
                <p:cNvPicPr/>
                <p:nvPr/>
              </p:nvPicPr>
              <p:blipFill>
                <a:blip r:embed="rId311"/>
                <a:stretch>
                  <a:fillRect/>
                </a:stretch>
              </p:blipFill>
              <p:spPr>
                <a:xfrm>
                  <a:off x="1550466" y="4440043"/>
                  <a:ext cx="3344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193" name="Ink 192">
                  <a:extLst>
                    <a:ext uri="{FF2B5EF4-FFF2-40B4-BE49-F238E27FC236}">
                      <a16:creationId xmlns:a16="http://schemas.microsoft.com/office/drawing/2014/main" id="{912A54FD-EA09-DD3B-4E4C-50D506F4151E}"/>
                    </a:ext>
                  </a:extLst>
                </p14:cNvPr>
                <p14:cNvContentPartPr/>
                <p14:nvPr/>
              </p14:nvContentPartPr>
              <p14:xfrm>
                <a:off x="1969506" y="4454443"/>
                <a:ext cx="145440" cy="176040"/>
              </p14:xfrm>
            </p:contentPart>
          </mc:Choice>
          <mc:Fallback xmlns="">
            <p:pic>
              <p:nvPicPr>
                <p:cNvPr id="193" name="Ink 192">
                  <a:extLst>
                    <a:ext uri="{FF2B5EF4-FFF2-40B4-BE49-F238E27FC236}">
                      <a16:creationId xmlns:a16="http://schemas.microsoft.com/office/drawing/2014/main" id="{912A54FD-EA09-DD3B-4E4C-50D506F4151E}"/>
                    </a:ext>
                  </a:extLst>
                </p:cNvPr>
                <p:cNvPicPr/>
                <p:nvPr/>
              </p:nvPicPr>
              <p:blipFill>
                <a:blip r:embed="rId313"/>
                <a:stretch>
                  <a:fillRect/>
                </a:stretch>
              </p:blipFill>
              <p:spPr>
                <a:xfrm>
                  <a:off x="1963386" y="4448323"/>
                  <a:ext cx="1576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194" name="Ink 193">
                  <a:extLst>
                    <a:ext uri="{FF2B5EF4-FFF2-40B4-BE49-F238E27FC236}">
                      <a16:creationId xmlns:a16="http://schemas.microsoft.com/office/drawing/2014/main" id="{1CE79B5D-0FF2-3A0C-E42A-F9F9D3E22898}"/>
                    </a:ext>
                  </a:extLst>
                </p14:cNvPr>
                <p14:cNvContentPartPr/>
                <p14:nvPr/>
              </p14:nvContentPartPr>
              <p14:xfrm>
                <a:off x="2194506" y="4426003"/>
                <a:ext cx="188280" cy="249840"/>
              </p14:xfrm>
            </p:contentPart>
          </mc:Choice>
          <mc:Fallback xmlns="">
            <p:pic>
              <p:nvPicPr>
                <p:cNvPr id="194" name="Ink 193">
                  <a:extLst>
                    <a:ext uri="{FF2B5EF4-FFF2-40B4-BE49-F238E27FC236}">
                      <a16:creationId xmlns:a16="http://schemas.microsoft.com/office/drawing/2014/main" id="{1CE79B5D-0FF2-3A0C-E42A-F9F9D3E22898}"/>
                    </a:ext>
                  </a:extLst>
                </p:cNvPr>
                <p:cNvPicPr/>
                <p:nvPr/>
              </p:nvPicPr>
              <p:blipFill>
                <a:blip r:embed="rId315"/>
                <a:stretch>
                  <a:fillRect/>
                </a:stretch>
              </p:blipFill>
              <p:spPr>
                <a:xfrm>
                  <a:off x="2188386" y="4419883"/>
                  <a:ext cx="20052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195" name="Ink 194">
                  <a:extLst>
                    <a:ext uri="{FF2B5EF4-FFF2-40B4-BE49-F238E27FC236}">
                      <a16:creationId xmlns:a16="http://schemas.microsoft.com/office/drawing/2014/main" id="{C65114F9-3B56-0107-4361-933A7EECB1E3}"/>
                    </a:ext>
                  </a:extLst>
                </p14:cNvPr>
                <p14:cNvContentPartPr/>
                <p14:nvPr/>
              </p14:nvContentPartPr>
              <p14:xfrm>
                <a:off x="2234826" y="4473163"/>
                <a:ext cx="21960" cy="23760"/>
              </p14:xfrm>
            </p:contentPart>
          </mc:Choice>
          <mc:Fallback xmlns="">
            <p:pic>
              <p:nvPicPr>
                <p:cNvPr id="195" name="Ink 194">
                  <a:extLst>
                    <a:ext uri="{FF2B5EF4-FFF2-40B4-BE49-F238E27FC236}">
                      <a16:creationId xmlns:a16="http://schemas.microsoft.com/office/drawing/2014/main" id="{C65114F9-3B56-0107-4361-933A7EECB1E3}"/>
                    </a:ext>
                  </a:extLst>
                </p:cNvPr>
                <p:cNvPicPr/>
                <p:nvPr/>
              </p:nvPicPr>
              <p:blipFill>
                <a:blip r:embed="rId317"/>
                <a:stretch>
                  <a:fillRect/>
                </a:stretch>
              </p:blipFill>
              <p:spPr>
                <a:xfrm>
                  <a:off x="2228706" y="4467043"/>
                  <a:ext cx="342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196" name="Ink 195">
                  <a:extLst>
                    <a:ext uri="{FF2B5EF4-FFF2-40B4-BE49-F238E27FC236}">
                      <a16:creationId xmlns:a16="http://schemas.microsoft.com/office/drawing/2014/main" id="{1E30EABB-F1B6-BD87-CB58-9F929E3A1654}"/>
                    </a:ext>
                  </a:extLst>
                </p14:cNvPr>
                <p14:cNvContentPartPr/>
                <p14:nvPr/>
              </p14:nvContentPartPr>
              <p14:xfrm>
                <a:off x="2438226" y="4583683"/>
                <a:ext cx="61920" cy="40320"/>
              </p14:xfrm>
            </p:contentPart>
          </mc:Choice>
          <mc:Fallback xmlns="">
            <p:pic>
              <p:nvPicPr>
                <p:cNvPr id="196" name="Ink 195">
                  <a:extLst>
                    <a:ext uri="{FF2B5EF4-FFF2-40B4-BE49-F238E27FC236}">
                      <a16:creationId xmlns:a16="http://schemas.microsoft.com/office/drawing/2014/main" id="{1E30EABB-F1B6-BD87-CB58-9F929E3A1654}"/>
                    </a:ext>
                  </a:extLst>
                </p:cNvPr>
                <p:cNvPicPr/>
                <p:nvPr/>
              </p:nvPicPr>
              <p:blipFill>
                <a:blip r:embed="rId319"/>
                <a:stretch>
                  <a:fillRect/>
                </a:stretch>
              </p:blipFill>
              <p:spPr>
                <a:xfrm>
                  <a:off x="2432106" y="4577563"/>
                  <a:ext cx="7416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160" name="Ink 159">
                  <a:extLst>
                    <a:ext uri="{FF2B5EF4-FFF2-40B4-BE49-F238E27FC236}">
                      <a16:creationId xmlns:a16="http://schemas.microsoft.com/office/drawing/2014/main" id="{F8AE12DD-D5B0-EF30-7A75-86F76795A8E4}"/>
                    </a:ext>
                  </a:extLst>
                </p14:cNvPr>
                <p14:cNvContentPartPr/>
                <p14:nvPr/>
              </p14:nvContentPartPr>
              <p14:xfrm>
                <a:off x="287946" y="4509523"/>
                <a:ext cx="421560" cy="256680"/>
              </p14:xfrm>
            </p:contentPart>
          </mc:Choice>
          <mc:Fallback xmlns="">
            <p:pic>
              <p:nvPicPr>
                <p:cNvPr id="160" name="Ink 159">
                  <a:extLst>
                    <a:ext uri="{FF2B5EF4-FFF2-40B4-BE49-F238E27FC236}">
                      <a16:creationId xmlns:a16="http://schemas.microsoft.com/office/drawing/2014/main" id="{F8AE12DD-D5B0-EF30-7A75-86F76795A8E4}"/>
                    </a:ext>
                  </a:extLst>
                </p:cNvPr>
                <p:cNvPicPr/>
                <p:nvPr/>
              </p:nvPicPr>
              <p:blipFill>
                <a:blip r:embed="rId321"/>
                <a:stretch>
                  <a:fillRect/>
                </a:stretch>
              </p:blipFill>
              <p:spPr>
                <a:xfrm>
                  <a:off x="281826" y="4503403"/>
                  <a:ext cx="43380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161" name="Ink 160">
                  <a:extLst>
                    <a:ext uri="{FF2B5EF4-FFF2-40B4-BE49-F238E27FC236}">
                      <a16:creationId xmlns:a16="http://schemas.microsoft.com/office/drawing/2014/main" id="{C061ED7D-EB7C-7118-33BF-B4CCF2818D18}"/>
                    </a:ext>
                  </a:extLst>
                </p14:cNvPr>
                <p14:cNvContentPartPr/>
                <p14:nvPr/>
              </p14:nvContentPartPr>
              <p14:xfrm>
                <a:off x="720666" y="4600603"/>
                <a:ext cx="122040" cy="83880"/>
              </p14:xfrm>
            </p:contentPart>
          </mc:Choice>
          <mc:Fallback xmlns="">
            <p:pic>
              <p:nvPicPr>
                <p:cNvPr id="161" name="Ink 160">
                  <a:extLst>
                    <a:ext uri="{FF2B5EF4-FFF2-40B4-BE49-F238E27FC236}">
                      <a16:creationId xmlns:a16="http://schemas.microsoft.com/office/drawing/2014/main" id="{C061ED7D-EB7C-7118-33BF-B4CCF2818D18}"/>
                    </a:ext>
                  </a:extLst>
                </p:cNvPr>
                <p:cNvPicPr/>
                <p:nvPr/>
              </p:nvPicPr>
              <p:blipFill>
                <a:blip r:embed="rId323"/>
                <a:stretch>
                  <a:fillRect/>
                </a:stretch>
              </p:blipFill>
              <p:spPr>
                <a:xfrm>
                  <a:off x="714546" y="4594483"/>
                  <a:ext cx="13428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162" name="Ink 161">
                  <a:extLst>
                    <a:ext uri="{FF2B5EF4-FFF2-40B4-BE49-F238E27FC236}">
                      <a16:creationId xmlns:a16="http://schemas.microsoft.com/office/drawing/2014/main" id="{9712D1F3-090D-FDF0-26C0-312C12B54977}"/>
                    </a:ext>
                  </a:extLst>
                </p14:cNvPr>
                <p14:cNvContentPartPr/>
                <p14:nvPr/>
              </p14:nvContentPartPr>
              <p14:xfrm>
                <a:off x="881946" y="4581523"/>
                <a:ext cx="52560" cy="155880"/>
              </p14:xfrm>
            </p:contentPart>
          </mc:Choice>
          <mc:Fallback xmlns="">
            <p:pic>
              <p:nvPicPr>
                <p:cNvPr id="162" name="Ink 161">
                  <a:extLst>
                    <a:ext uri="{FF2B5EF4-FFF2-40B4-BE49-F238E27FC236}">
                      <a16:creationId xmlns:a16="http://schemas.microsoft.com/office/drawing/2014/main" id="{9712D1F3-090D-FDF0-26C0-312C12B54977}"/>
                    </a:ext>
                  </a:extLst>
                </p:cNvPr>
                <p:cNvPicPr/>
                <p:nvPr/>
              </p:nvPicPr>
              <p:blipFill>
                <a:blip r:embed="rId325"/>
                <a:stretch>
                  <a:fillRect/>
                </a:stretch>
              </p:blipFill>
              <p:spPr>
                <a:xfrm>
                  <a:off x="875826" y="4575403"/>
                  <a:ext cx="6480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163" name="Ink 162">
                  <a:extLst>
                    <a:ext uri="{FF2B5EF4-FFF2-40B4-BE49-F238E27FC236}">
                      <a16:creationId xmlns:a16="http://schemas.microsoft.com/office/drawing/2014/main" id="{798DE147-1C1F-0934-349A-42B2CB12565A}"/>
                    </a:ext>
                  </a:extLst>
                </p14:cNvPr>
                <p14:cNvContentPartPr/>
                <p14:nvPr/>
              </p14:nvContentPartPr>
              <p14:xfrm>
                <a:off x="940266" y="4570003"/>
                <a:ext cx="181440" cy="194760"/>
              </p14:xfrm>
            </p:contentPart>
          </mc:Choice>
          <mc:Fallback xmlns="">
            <p:pic>
              <p:nvPicPr>
                <p:cNvPr id="163" name="Ink 162">
                  <a:extLst>
                    <a:ext uri="{FF2B5EF4-FFF2-40B4-BE49-F238E27FC236}">
                      <a16:creationId xmlns:a16="http://schemas.microsoft.com/office/drawing/2014/main" id="{798DE147-1C1F-0934-349A-42B2CB12565A}"/>
                    </a:ext>
                  </a:extLst>
                </p:cNvPr>
                <p:cNvPicPr/>
                <p:nvPr/>
              </p:nvPicPr>
              <p:blipFill>
                <a:blip r:embed="rId327"/>
                <a:stretch>
                  <a:fillRect/>
                </a:stretch>
              </p:blipFill>
              <p:spPr>
                <a:xfrm>
                  <a:off x="934146" y="4563883"/>
                  <a:ext cx="19368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165" name="Ink 164">
                  <a:extLst>
                    <a:ext uri="{FF2B5EF4-FFF2-40B4-BE49-F238E27FC236}">
                      <a16:creationId xmlns:a16="http://schemas.microsoft.com/office/drawing/2014/main" id="{3A39D92B-16B3-EFBA-33D8-138A370F2E70}"/>
                    </a:ext>
                  </a:extLst>
                </p14:cNvPr>
                <p14:cNvContentPartPr/>
                <p14:nvPr/>
              </p14:nvContentPartPr>
              <p14:xfrm>
                <a:off x="1214586" y="4623643"/>
                <a:ext cx="262080" cy="77760"/>
              </p14:xfrm>
            </p:contentPart>
          </mc:Choice>
          <mc:Fallback xmlns="">
            <p:pic>
              <p:nvPicPr>
                <p:cNvPr id="165" name="Ink 164">
                  <a:extLst>
                    <a:ext uri="{FF2B5EF4-FFF2-40B4-BE49-F238E27FC236}">
                      <a16:creationId xmlns:a16="http://schemas.microsoft.com/office/drawing/2014/main" id="{3A39D92B-16B3-EFBA-33D8-138A370F2E70}"/>
                    </a:ext>
                  </a:extLst>
                </p:cNvPr>
                <p:cNvPicPr/>
                <p:nvPr/>
              </p:nvPicPr>
              <p:blipFill>
                <a:blip r:embed="rId329"/>
                <a:stretch>
                  <a:fillRect/>
                </a:stretch>
              </p:blipFill>
              <p:spPr>
                <a:xfrm>
                  <a:off x="1208466" y="4617523"/>
                  <a:ext cx="2743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00" name="Ink 199">
                  <a:extLst>
                    <a:ext uri="{FF2B5EF4-FFF2-40B4-BE49-F238E27FC236}">
                      <a16:creationId xmlns:a16="http://schemas.microsoft.com/office/drawing/2014/main" id="{96FD5D69-7950-0B1A-96BF-EF582811B835}"/>
                    </a:ext>
                  </a:extLst>
                </p14:cNvPr>
                <p14:cNvContentPartPr/>
                <p14:nvPr/>
              </p14:nvContentPartPr>
              <p14:xfrm>
                <a:off x="992466" y="4598443"/>
                <a:ext cx="164160" cy="129600"/>
              </p14:xfrm>
            </p:contentPart>
          </mc:Choice>
          <mc:Fallback xmlns="">
            <p:pic>
              <p:nvPicPr>
                <p:cNvPr id="200" name="Ink 199">
                  <a:extLst>
                    <a:ext uri="{FF2B5EF4-FFF2-40B4-BE49-F238E27FC236}">
                      <a16:creationId xmlns:a16="http://schemas.microsoft.com/office/drawing/2014/main" id="{96FD5D69-7950-0B1A-96BF-EF582811B835}"/>
                    </a:ext>
                  </a:extLst>
                </p:cNvPr>
                <p:cNvPicPr/>
                <p:nvPr/>
              </p:nvPicPr>
              <p:blipFill>
                <a:blip r:embed="rId331"/>
                <a:stretch>
                  <a:fillRect/>
                </a:stretch>
              </p:blipFill>
              <p:spPr>
                <a:xfrm>
                  <a:off x="986346" y="4592323"/>
                  <a:ext cx="1764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198" name="Ink 197">
                  <a:extLst>
                    <a:ext uri="{FF2B5EF4-FFF2-40B4-BE49-F238E27FC236}">
                      <a16:creationId xmlns:a16="http://schemas.microsoft.com/office/drawing/2014/main" id="{2BDA734D-38BF-D771-F99A-F0562C6EE897}"/>
                    </a:ext>
                  </a:extLst>
                </p14:cNvPr>
                <p14:cNvContentPartPr/>
                <p14:nvPr/>
              </p14:nvContentPartPr>
              <p14:xfrm>
                <a:off x="413226" y="5034043"/>
                <a:ext cx="324000" cy="146880"/>
              </p14:xfrm>
            </p:contentPart>
          </mc:Choice>
          <mc:Fallback xmlns="">
            <p:pic>
              <p:nvPicPr>
                <p:cNvPr id="198" name="Ink 197">
                  <a:extLst>
                    <a:ext uri="{FF2B5EF4-FFF2-40B4-BE49-F238E27FC236}">
                      <a16:creationId xmlns:a16="http://schemas.microsoft.com/office/drawing/2014/main" id="{2BDA734D-38BF-D771-F99A-F0562C6EE897}"/>
                    </a:ext>
                  </a:extLst>
                </p:cNvPr>
                <p:cNvPicPr/>
                <p:nvPr/>
              </p:nvPicPr>
              <p:blipFill>
                <a:blip r:embed="rId333"/>
                <a:stretch>
                  <a:fillRect/>
                </a:stretch>
              </p:blipFill>
              <p:spPr>
                <a:xfrm>
                  <a:off x="407106" y="5027923"/>
                  <a:ext cx="3362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199" name="Ink 198">
                  <a:extLst>
                    <a:ext uri="{FF2B5EF4-FFF2-40B4-BE49-F238E27FC236}">
                      <a16:creationId xmlns:a16="http://schemas.microsoft.com/office/drawing/2014/main" id="{7C3877AA-E903-819F-7EEF-884ADE899501}"/>
                    </a:ext>
                  </a:extLst>
                </p14:cNvPr>
                <p14:cNvContentPartPr/>
                <p14:nvPr/>
              </p14:nvContentPartPr>
              <p14:xfrm>
                <a:off x="791946" y="5036203"/>
                <a:ext cx="114480" cy="90000"/>
              </p14:xfrm>
            </p:contentPart>
          </mc:Choice>
          <mc:Fallback xmlns="">
            <p:pic>
              <p:nvPicPr>
                <p:cNvPr id="199" name="Ink 198">
                  <a:extLst>
                    <a:ext uri="{FF2B5EF4-FFF2-40B4-BE49-F238E27FC236}">
                      <a16:creationId xmlns:a16="http://schemas.microsoft.com/office/drawing/2014/main" id="{7C3877AA-E903-819F-7EEF-884ADE899501}"/>
                    </a:ext>
                  </a:extLst>
                </p:cNvPr>
                <p:cNvPicPr/>
                <p:nvPr/>
              </p:nvPicPr>
              <p:blipFill>
                <a:blip r:embed="rId335"/>
                <a:stretch>
                  <a:fillRect/>
                </a:stretch>
              </p:blipFill>
              <p:spPr>
                <a:xfrm>
                  <a:off x="785826" y="5030083"/>
                  <a:ext cx="1267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01" name="Ink 200">
                  <a:extLst>
                    <a:ext uri="{FF2B5EF4-FFF2-40B4-BE49-F238E27FC236}">
                      <a16:creationId xmlns:a16="http://schemas.microsoft.com/office/drawing/2014/main" id="{F895A0F1-73C3-7A93-CDAA-EBC9D797BE08}"/>
                    </a:ext>
                  </a:extLst>
                </p14:cNvPr>
                <p14:cNvContentPartPr/>
                <p14:nvPr/>
              </p14:nvContentPartPr>
              <p14:xfrm>
                <a:off x="989586" y="5011003"/>
                <a:ext cx="28800" cy="141480"/>
              </p14:xfrm>
            </p:contentPart>
          </mc:Choice>
          <mc:Fallback xmlns="">
            <p:pic>
              <p:nvPicPr>
                <p:cNvPr id="201" name="Ink 200">
                  <a:extLst>
                    <a:ext uri="{FF2B5EF4-FFF2-40B4-BE49-F238E27FC236}">
                      <a16:creationId xmlns:a16="http://schemas.microsoft.com/office/drawing/2014/main" id="{F895A0F1-73C3-7A93-CDAA-EBC9D797BE08}"/>
                    </a:ext>
                  </a:extLst>
                </p:cNvPr>
                <p:cNvPicPr/>
                <p:nvPr/>
              </p:nvPicPr>
              <p:blipFill>
                <a:blip r:embed="rId337"/>
                <a:stretch>
                  <a:fillRect/>
                </a:stretch>
              </p:blipFill>
              <p:spPr>
                <a:xfrm>
                  <a:off x="983466" y="5004883"/>
                  <a:ext cx="410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02" name="Ink 201">
                  <a:extLst>
                    <a:ext uri="{FF2B5EF4-FFF2-40B4-BE49-F238E27FC236}">
                      <a16:creationId xmlns:a16="http://schemas.microsoft.com/office/drawing/2014/main" id="{1C82FD4F-DF8D-D2C1-4A1D-2C83C1E46E3B}"/>
                    </a:ext>
                  </a:extLst>
                </p14:cNvPr>
                <p14:cNvContentPartPr/>
                <p14:nvPr/>
              </p14:nvContentPartPr>
              <p14:xfrm>
                <a:off x="1082106" y="5011003"/>
                <a:ext cx="46800" cy="128160"/>
              </p14:xfrm>
            </p:contentPart>
          </mc:Choice>
          <mc:Fallback xmlns="">
            <p:pic>
              <p:nvPicPr>
                <p:cNvPr id="202" name="Ink 201">
                  <a:extLst>
                    <a:ext uri="{FF2B5EF4-FFF2-40B4-BE49-F238E27FC236}">
                      <a16:creationId xmlns:a16="http://schemas.microsoft.com/office/drawing/2014/main" id="{1C82FD4F-DF8D-D2C1-4A1D-2C83C1E46E3B}"/>
                    </a:ext>
                  </a:extLst>
                </p:cNvPr>
                <p:cNvPicPr/>
                <p:nvPr/>
              </p:nvPicPr>
              <p:blipFill>
                <a:blip r:embed="rId339"/>
                <a:stretch>
                  <a:fillRect/>
                </a:stretch>
              </p:blipFill>
              <p:spPr>
                <a:xfrm>
                  <a:off x="1075986" y="5004883"/>
                  <a:ext cx="5904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03" name="Ink 202">
                  <a:extLst>
                    <a:ext uri="{FF2B5EF4-FFF2-40B4-BE49-F238E27FC236}">
                      <a16:creationId xmlns:a16="http://schemas.microsoft.com/office/drawing/2014/main" id="{26A06ADB-13FF-6C6A-9DED-B94DD2FA0CB9}"/>
                    </a:ext>
                  </a:extLst>
                </p14:cNvPr>
                <p14:cNvContentPartPr/>
                <p14:nvPr/>
              </p14:nvContentPartPr>
              <p14:xfrm>
                <a:off x="1313226" y="5024323"/>
                <a:ext cx="154800" cy="89280"/>
              </p14:xfrm>
            </p:contentPart>
          </mc:Choice>
          <mc:Fallback xmlns="">
            <p:pic>
              <p:nvPicPr>
                <p:cNvPr id="203" name="Ink 202">
                  <a:extLst>
                    <a:ext uri="{FF2B5EF4-FFF2-40B4-BE49-F238E27FC236}">
                      <a16:creationId xmlns:a16="http://schemas.microsoft.com/office/drawing/2014/main" id="{26A06ADB-13FF-6C6A-9DED-B94DD2FA0CB9}"/>
                    </a:ext>
                  </a:extLst>
                </p:cNvPr>
                <p:cNvPicPr/>
                <p:nvPr/>
              </p:nvPicPr>
              <p:blipFill>
                <a:blip r:embed="rId341"/>
                <a:stretch>
                  <a:fillRect/>
                </a:stretch>
              </p:blipFill>
              <p:spPr>
                <a:xfrm>
                  <a:off x="1307106" y="5018203"/>
                  <a:ext cx="1670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04" name="Ink 203">
                  <a:extLst>
                    <a:ext uri="{FF2B5EF4-FFF2-40B4-BE49-F238E27FC236}">
                      <a16:creationId xmlns:a16="http://schemas.microsoft.com/office/drawing/2014/main" id="{25F16705-360D-38F6-BD68-D0D6D35F63BE}"/>
                    </a:ext>
                  </a:extLst>
                </p14:cNvPr>
                <p14:cNvContentPartPr/>
                <p14:nvPr/>
              </p14:nvContentPartPr>
              <p14:xfrm>
                <a:off x="1797066" y="4945483"/>
                <a:ext cx="367200" cy="185760"/>
              </p14:xfrm>
            </p:contentPart>
          </mc:Choice>
          <mc:Fallback xmlns="">
            <p:pic>
              <p:nvPicPr>
                <p:cNvPr id="204" name="Ink 203">
                  <a:extLst>
                    <a:ext uri="{FF2B5EF4-FFF2-40B4-BE49-F238E27FC236}">
                      <a16:creationId xmlns:a16="http://schemas.microsoft.com/office/drawing/2014/main" id="{25F16705-360D-38F6-BD68-D0D6D35F63BE}"/>
                    </a:ext>
                  </a:extLst>
                </p:cNvPr>
                <p:cNvPicPr/>
                <p:nvPr/>
              </p:nvPicPr>
              <p:blipFill>
                <a:blip r:embed="rId343"/>
                <a:stretch>
                  <a:fillRect/>
                </a:stretch>
              </p:blipFill>
              <p:spPr>
                <a:xfrm>
                  <a:off x="1790946" y="4939363"/>
                  <a:ext cx="3794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05" name="Ink 204">
                  <a:extLst>
                    <a:ext uri="{FF2B5EF4-FFF2-40B4-BE49-F238E27FC236}">
                      <a16:creationId xmlns:a16="http://schemas.microsoft.com/office/drawing/2014/main" id="{9BF9ACAD-61F8-1C57-3F38-1A8FB0DE8DA3}"/>
                    </a:ext>
                  </a:extLst>
                </p14:cNvPr>
                <p14:cNvContentPartPr/>
                <p14:nvPr/>
              </p14:nvContentPartPr>
              <p14:xfrm>
                <a:off x="1966986" y="4899043"/>
                <a:ext cx="327240" cy="242640"/>
              </p14:xfrm>
            </p:contentPart>
          </mc:Choice>
          <mc:Fallback xmlns="">
            <p:pic>
              <p:nvPicPr>
                <p:cNvPr id="205" name="Ink 204">
                  <a:extLst>
                    <a:ext uri="{FF2B5EF4-FFF2-40B4-BE49-F238E27FC236}">
                      <a16:creationId xmlns:a16="http://schemas.microsoft.com/office/drawing/2014/main" id="{9BF9ACAD-61F8-1C57-3F38-1A8FB0DE8DA3}"/>
                    </a:ext>
                  </a:extLst>
                </p:cNvPr>
                <p:cNvPicPr/>
                <p:nvPr/>
              </p:nvPicPr>
              <p:blipFill>
                <a:blip r:embed="rId345"/>
                <a:stretch>
                  <a:fillRect/>
                </a:stretch>
              </p:blipFill>
              <p:spPr>
                <a:xfrm>
                  <a:off x="1960866" y="4892923"/>
                  <a:ext cx="33948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346">
              <p14:nvContentPartPr>
                <p14:cNvPr id="206" name="Ink 205">
                  <a:extLst>
                    <a:ext uri="{FF2B5EF4-FFF2-40B4-BE49-F238E27FC236}">
                      <a16:creationId xmlns:a16="http://schemas.microsoft.com/office/drawing/2014/main" id="{AAA68FA8-6B83-039A-F387-C986AEA0F868}"/>
                    </a:ext>
                  </a:extLst>
                </p14:cNvPr>
                <p14:cNvContentPartPr/>
                <p14:nvPr/>
              </p14:nvContentPartPr>
              <p14:xfrm>
                <a:off x="2154906" y="4972843"/>
                <a:ext cx="70920" cy="30600"/>
              </p14:xfrm>
            </p:contentPart>
          </mc:Choice>
          <mc:Fallback xmlns="">
            <p:pic>
              <p:nvPicPr>
                <p:cNvPr id="206" name="Ink 205">
                  <a:extLst>
                    <a:ext uri="{FF2B5EF4-FFF2-40B4-BE49-F238E27FC236}">
                      <a16:creationId xmlns:a16="http://schemas.microsoft.com/office/drawing/2014/main" id="{AAA68FA8-6B83-039A-F387-C986AEA0F868}"/>
                    </a:ext>
                  </a:extLst>
                </p:cNvPr>
                <p:cNvPicPr/>
                <p:nvPr/>
              </p:nvPicPr>
              <p:blipFill>
                <a:blip r:embed="rId347"/>
                <a:stretch>
                  <a:fillRect/>
                </a:stretch>
              </p:blipFill>
              <p:spPr>
                <a:xfrm>
                  <a:off x="2148786" y="4966723"/>
                  <a:ext cx="8316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07" name="Ink 206">
                  <a:extLst>
                    <a:ext uri="{FF2B5EF4-FFF2-40B4-BE49-F238E27FC236}">
                      <a16:creationId xmlns:a16="http://schemas.microsoft.com/office/drawing/2014/main" id="{A45F6A11-1393-BE3C-2363-F06A41EB2672}"/>
                    </a:ext>
                  </a:extLst>
                </p14:cNvPr>
                <p14:cNvContentPartPr/>
                <p14:nvPr/>
              </p14:nvContentPartPr>
              <p14:xfrm>
                <a:off x="2351826" y="5041963"/>
                <a:ext cx="28080" cy="31320"/>
              </p14:xfrm>
            </p:contentPart>
          </mc:Choice>
          <mc:Fallback xmlns="">
            <p:pic>
              <p:nvPicPr>
                <p:cNvPr id="207" name="Ink 206">
                  <a:extLst>
                    <a:ext uri="{FF2B5EF4-FFF2-40B4-BE49-F238E27FC236}">
                      <a16:creationId xmlns:a16="http://schemas.microsoft.com/office/drawing/2014/main" id="{A45F6A11-1393-BE3C-2363-F06A41EB2672}"/>
                    </a:ext>
                  </a:extLst>
                </p:cNvPr>
                <p:cNvPicPr/>
                <p:nvPr/>
              </p:nvPicPr>
              <p:blipFill>
                <a:blip r:embed="rId349"/>
                <a:stretch>
                  <a:fillRect/>
                </a:stretch>
              </p:blipFill>
              <p:spPr>
                <a:xfrm>
                  <a:off x="2345706" y="5035843"/>
                  <a:ext cx="403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11" name="Ink 210">
                  <a:extLst>
                    <a:ext uri="{FF2B5EF4-FFF2-40B4-BE49-F238E27FC236}">
                      <a16:creationId xmlns:a16="http://schemas.microsoft.com/office/drawing/2014/main" id="{131140A6-6816-122F-50E4-F8FAA1315799}"/>
                    </a:ext>
                  </a:extLst>
                </p14:cNvPr>
                <p14:cNvContentPartPr/>
                <p14:nvPr/>
              </p14:nvContentPartPr>
              <p14:xfrm>
                <a:off x="1633626" y="4044043"/>
                <a:ext cx="123840" cy="157680"/>
              </p14:xfrm>
            </p:contentPart>
          </mc:Choice>
          <mc:Fallback xmlns="">
            <p:pic>
              <p:nvPicPr>
                <p:cNvPr id="211" name="Ink 210">
                  <a:extLst>
                    <a:ext uri="{FF2B5EF4-FFF2-40B4-BE49-F238E27FC236}">
                      <a16:creationId xmlns:a16="http://schemas.microsoft.com/office/drawing/2014/main" id="{131140A6-6816-122F-50E4-F8FAA1315799}"/>
                    </a:ext>
                  </a:extLst>
                </p:cNvPr>
                <p:cNvPicPr/>
                <p:nvPr/>
              </p:nvPicPr>
              <p:blipFill>
                <a:blip r:embed="rId351"/>
                <a:stretch>
                  <a:fillRect/>
                </a:stretch>
              </p:blipFill>
              <p:spPr>
                <a:xfrm>
                  <a:off x="1627506" y="4037923"/>
                  <a:ext cx="1360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12" name="Ink 211">
                  <a:extLst>
                    <a:ext uri="{FF2B5EF4-FFF2-40B4-BE49-F238E27FC236}">
                      <a16:creationId xmlns:a16="http://schemas.microsoft.com/office/drawing/2014/main" id="{2809CABA-F917-1643-8AD0-4A916C907A72}"/>
                    </a:ext>
                  </a:extLst>
                </p14:cNvPr>
                <p14:cNvContentPartPr/>
                <p14:nvPr/>
              </p14:nvContentPartPr>
              <p14:xfrm>
                <a:off x="1735506" y="4125043"/>
                <a:ext cx="521280" cy="136800"/>
              </p14:xfrm>
            </p:contentPart>
          </mc:Choice>
          <mc:Fallback xmlns="">
            <p:pic>
              <p:nvPicPr>
                <p:cNvPr id="212" name="Ink 211">
                  <a:extLst>
                    <a:ext uri="{FF2B5EF4-FFF2-40B4-BE49-F238E27FC236}">
                      <a16:creationId xmlns:a16="http://schemas.microsoft.com/office/drawing/2014/main" id="{2809CABA-F917-1643-8AD0-4A916C907A72}"/>
                    </a:ext>
                  </a:extLst>
                </p:cNvPr>
                <p:cNvPicPr/>
                <p:nvPr/>
              </p:nvPicPr>
              <p:blipFill>
                <a:blip r:embed="rId353"/>
                <a:stretch>
                  <a:fillRect/>
                </a:stretch>
              </p:blipFill>
              <p:spPr>
                <a:xfrm>
                  <a:off x="1729386" y="4118923"/>
                  <a:ext cx="53352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13" name="Ink 212">
                  <a:extLst>
                    <a:ext uri="{FF2B5EF4-FFF2-40B4-BE49-F238E27FC236}">
                      <a16:creationId xmlns:a16="http://schemas.microsoft.com/office/drawing/2014/main" id="{2EFB321F-B7B2-B946-23FB-BD3D2D245FB1}"/>
                    </a:ext>
                  </a:extLst>
                </p14:cNvPr>
                <p14:cNvContentPartPr/>
                <p14:nvPr/>
              </p14:nvContentPartPr>
              <p14:xfrm>
                <a:off x="2351466" y="4038643"/>
                <a:ext cx="404640" cy="169560"/>
              </p14:xfrm>
            </p:contentPart>
          </mc:Choice>
          <mc:Fallback xmlns="">
            <p:pic>
              <p:nvPicPr>
                <p:cNvPr id="213" name="Ink 212">
                  <a:extLst>
                    <a:ext uri="{FF2B5EF4-FFF2-40B4-BE49-F238E27FC236}">
                      <a16:creationId xmlns:a16="http://schemas.microsoft.com/office/drawing/2014/main" id="{2EFB321F-B7B2-B946-23FB-BD3D2D245FB1}"/>
                    </a:ext>
                  </a:extLst>
                </p:cNvPr>
                <p:cNvPicPr/>
                <p:nvPr/>
              </p:nvPicPr>
              <p:blipFill>
                <a:blip r:embed="rId355"/>
                <a:stretch>
                  <a:fillRect/>
                </a:stretch>
              </p:blipFill>
              <p:spPr>
                <a:xfrm>
                  <a:off x="2345346" y="4032523"/>
                  <a:ext cx="41688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14" name="Ink 213">
                  <a:extLst>
                    <a:ext uri="{FF2B5EF4-FFF2-40B4-BE49-F238E27FC236}">
                      <a16:creationId xmlns:a16="http://schemas.microsoft.com/office/drawing/2014/main" id="{A65DD254-246F-B5F8-BF26-0F11432CBC6A}"/>
                    </a:ext>
                  </a:extLst>
                </p14:cNvPr>
                <p14:cNvContentPartPr/>
                <p14:nvPr/>
              </p14:nvContentPartPr>
              <p14:xfrm>
                <a:off x="2581146" y="4196323"/>
                <a:ext cx="192960" cy="36720"/>
              </p14:xfrm>
            </p:contentPart>
          </mc:Choice>
          <mc:Fallback xmlns="">
            <p:pic>
              <p:nvPicPr>
                <p:cNvPr id="214" name="Ink 213">
                  <a:extLst>
                    <a:ext uri="{FF2B5EF4-FFF2-40B4-BE49-F238E27FC236}">
                      <a16:creationId xmlns:a16="http://schemas.microsoft.com/office/drawing/2014/main" id="{A65DD254-246F-B5F8-BF26-0F11432CBC6A}"/>
                    </a:ext>
                  </a:extLst>
                </p:cNvPr>
                <p:cNvPicPr/>
                <p:nvPr/>
              </p:nvPicPr>
              <p:blipFill>
                <a:blip r:embed="rId357"/>
                <a:stretch>
                  <a:fillRect/>
                </a:stretch>
              </p:blipFill>
              <p:spPr>
                <a:xfrm>
                  <a:off x="2575026" y="4190203"/>
                  <a:ext cx="2052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16" name="Ink 215">
                  <a:extLst>
                    <a:ext uri="{FF2B5EF4-FFF2-40B4-BE49-F238E27FC236}">
                      <a16:creationId xmlns:a16="http://schemas.microsoft.com/office/drawing/2014/main" id="{1B739EF2-FC03-3D87-3D51-77A6C482B3CC}"/>
                    </a:ext>
                  </a:extLst>
                </p14:cNvPr>
                <p14:cNvContentPartPr/>
                <p14:nvPr/>
              </p14:nvContentPartPr>
              <p14:xfrm>
                <a:off x="2878146" y="4265443"/>
                <a:ext cx="19800" cy="70200"/>
              </p14:xfrm>
            </p:contentPart>
          </mc:Choice>
          <mc:Fallback xmlns="">
            <p:pic>
              <p:nvPicPr>
                <p:cNvPr id="216" name="Ink 215">
                  <a:extLst>
                    <a:ext uri="{FF2B5EF4-FFF2-40B4-BE49-F238E27FC236}">
                      <a16:creationId xmlns:a16="http://schemas.microsoft.com/office/drawing/2014/main" id="{1B739EF2-FC03-3D87-3D51-77A6C482B3CC}"/>
                    </a:ext>
                  </a:extLst>
                </p:cNvPr>
                <p:cNvPicPr/>
                <p:nvPr/>
              </p:nvPicPr>
              <p:blipFill>
                <a:blip r:embed="rId359"/>
                <a:stretch>
                  <a:fillRect/>
                </a:stretch>
              </p:blipFill>
              <p:spPr>
                <a:xfrm>
                  <a:off x="2872026" y="4259323"/>
                  <a:ext cx="3204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17" name="Ink 216">
                  <a:extLst>
                    <a:ext uri="{FF2B5EF4-FFF2-40B4-BE49-F238E27FC236}">
                      <a16:creationId xmlns:a16="http://schemas.microsoft.com/office/drawing/2014/main" id="{C93983D3-0988-E38B-1D44-BD2CE13357B2}"/>
                    </a:ext>
                  </a:extLst>
                </p14:cNvPr>
                <p14:cNvContentPartPr/>
                <p14:nvPr/>
              </p14:nvContentPartPr>
              <p14:xfrm>
                <a:off x="2964546" y="4265443"/>
                <a:ext cx="50040" cy="64080"/>
              </p14:xfrm>
            </p:contentPart>
          </mc:Choice>
          <mc:Fallback xmlns="">
            <p:pic>
              <p:nvPicPr>
                <p:cNvPr id="217" name="Ink 216">
                  <a:extLst>
                    <a:ext uri="{FF2B5EF4-FFF2-40B4-BE49-F238E27FC236}">
                      <a16:creationId xmlns:a16="http://schemas.microsoft.com/office/drawing/2014/main" id="{C93983D3-0988-E38B-1D44-BD2CE13357B2}"/>
                    </a:ext>
                  </a:extLst>
                </p:cNvPr>
                <p:cNvPicPr/>
                <p:nvPr/>
              </p:nvPicPr>
              <p:blipFill>
                <a:blip r:embed="rId361"/>
                <a:stretch>
                  <a:fillRect/>
                </a:stretch>
              </p:blipFill>
              <p:spPr>
                <a:xfrm>
                  <a:off x="2958426" y="4259323"/>
                  <a:ext cx="6228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362">
              <p14:nvContentPartPr>
                <p14:cNvPr id="218" name="Ink 217">
                  <a:extLst>
                    <a:ext uri="{FF2B5EF4-FFF2-40B4-BE49-F238E27FC236}">
                      <a16:creationId xmlns:a16="http://schemas.microsoft.com/office/drawing/2014/main" id="{0ACE7A8C-248A-926A-AFFE-877633DB0A08}"/>
                    </a:ext>
                  </a:extLst>
                </p14:cNvPr>
                <p14:cNvContentPartPr/>
                <p14:nvPr/>
              </p14:nvContentPartPr>
              <p14:xfrm>
                <a:off x="3054546" y="4246003"/>
                <a:ext cx="55800" cy="60480"/>
              </p14:xfrm>
            </p:contentPart>
          </mc:Choice>
          <mc:Fallback xmlns="">
            <p:pic>
              <p:nvPicPr>
                <p:cNvPr id="218" name="Ink 217">
                  <a:extLst>
                    <a:ext uri="{FF2B5EF4-FFF2-40B4-BE49-F238E27FC236}">
                      <a16:creationId xmlns:a16="http://schemas.microsoft.com/office/drawing/2014/main" id="{0ACE7A8C-248A-926A-AFFE-877633DB0A08}"/>
                    </a:ext>
                  </a:extLst>
                </p:cNvPr>
                <p:cNvPicPr/>
                <p:nvPr/>
              </p:nvPicPr>
              <p:blipFill>
                <a:blip r:embed="rId363"/>
                <a:stretch>
                  <a:fillRect/>
                </a:stretch>
              </p:blipFill>
              <p:spPr>
                <a:xfrm>
                  <a:off x="3048426" y="4239883"/>
                  <a:ext cx="6804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364">
              <p14:nvContentPartPr>
                <p14:cNvPr id="219" name="Ink 218">
                  <a:extLst>
                    <a:ext uri="{FF2B5EF4-FFF2-40B4-BE49-F238E27FC236}">
                      <a16:creationId xmlns:a16="http://schemas.microsoft.com/office/drawing/2014/main" id="{276E39EC-0F27-FBF9-7B59-3A21459DF591}"/>
                    </a:ext>
                  </a:extLst>
                </p14:cNvPr>
                <p14:cNvContentPartPr/>
                <p14:nvPr/>
              </p14:nvContentPartPr>
              <p14:xfrm>
                <a:off x="2947266" y="4357963"/>
                <a:ext cx="101880" cy="87120"/>
              </p14:xfrm>
            </p:contentPart>
          </mc:Choice>
          <mc:Fallback xmlns="">
            <p:pic>
              <p:nvPicPr>
                <p:cNvPr id="219" name="Ink 218">
                  <a:extLst>
                    <a:ext uri="{FF2B5EF4-FFF2-40B4-BE49-F238E27FC236}">
                      <a16:creationId xmlns:a16="http://schemas.microsoft.com/office/drawing/2014/main" id="{276E39EC-0F27-FBF9-7B59-3A21459DF591}"/>
                    </a:ext>
                  </a:extLst>
                </p:cNvPr>
                <p:cNvPicPr/>
                <p:nvPr/>
              </p:nvPicPr>
              <p:blipFill>
                <a:blip r:embed="rId365"/>
                <a:stretch>
                  <a:fillRect/>
                </a:stretch>
              </p:blipFill>
              <p:spPr>
                <a:xfrm>
                  <a:off x="2941146" y="4351843"/>
                  <a:ext cx="1141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366">
              <p14:nvContentPartPr>
                <p14:cNvPr id="220" name="Ink 219">
                  <a:extLst>
                    <a:ext uri="{FF2B5EF4-FFF2-40B4-BE49-F238E27FC236}">
                      <a16:creationId xmlns:a16="http://schemas.microsoft.com/office/drawing/2014/main" id="{E3EAA424-F6AF-CF74-CBE0-92A884763C8E}"/>
                    </a:ext>
                  </a:extLst>
                </p14:cNvPr>
                <p14:cNvContentPartPr/>
                <p14:nvPr/>
              </p14:nvContentPartPr>
              <p14:xfrm>
                <a:off x="2687346" y="4501243"/>
                <a:ext cx="293400" cy="117720"/>
              </p14:xfrm>
            </p:contentPart>
          </mc:Choice>
          <mc:Fallback xmlns="">
            <p:pic>
              <p:nvPicPr>
                <p:cNvPr id="220" name="Ink 219">
                  <a:extLst>
                    <a:ext uri="{FF2B5EF4-FFF2-40B4-BE49-F238E27FC236}">
                      <a16:creationId xmlns:a16="http://schemas.microsoft.com/office/drawing/2014/main" id="{E3EAA424-F6AF-CF74-CBE0-92A884763C8E}"/>
                    </a:ext>
                  </a:extLst>
                </p:cNvPr>
                <p:cNvPicPr/>
                <p:nvPr/>
              </p:nvPicPr>
              <p:blipFill>
                <a:blip r:embed="rId367"/>
                <a:stretch>
                  <a:fillRect/>
                </a:stretch>
              </p:blipFill>
              <p:spPr>
                <a:xfrm>
                  <a:off x="2681226" y="4495123"/>
                  <a:ext cx="3056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368">
              <p14:nvContentPartPr>
                <p14:cNvPr id="221" name="Ink 220">
                  <a:extLst>
                    <a:ext uri="{FF2B5EF4-FFF2-40B4-BE49-F238E27FC236}">
                      <a16:creationId xmlns:a16="http://schemas.microsoft.com/office/drawing/2014/main" id="{887BCC56-0C70-D5C1-374A-2AA668F0868F}"/>
                    </a:ext>
                  </a:extLst>
                </p14:cNvPr>
                <p14:cNvContentPartPr/>
                <p14:nvPr/>
              </p14:nvContentPartPr>
              <p14:xfrm>
                <a:off x="2770866" y="4637323"/>
                <a:ext cx="225360" cy="52200"/>
              </p14:xfrm>
            </p:contentPart>
          </mc:Choice>
          <mc:Fallback xmlns="">
            <p:pic>
              <p:nvPicPr>
                <p:cNvPr id="221" name="Ink 220">
                  <a:extLst>
                    <a:ext uri="{FF2B5EF4-FFF2-40B4-BE49-F238E27FC236}">
                      <a16:creationId xmlns:a16="http://schemas.microsoft.com/office/drawing/2014/main" id="{887BCC56-0C70-D5C1-374A-2AA668F0868F}"/>
                    </a:ext>
                  </a:extLst>
                </p:cNvPr>
                <p:cNvPicPr/>
                <p:nvPr/>
              </p:nvPicPr>
              <p:blipFill>
                <a:blip r:embed="rId369"/>
                <a:stretch>
                  <a:fillRect/>
                </a:stretch>
              </p:blipFill>
              <p:spPr>
                <a:xfrm>
                  <a:off x="2764746" y="4631203"/>
                  <a:ext cx="2376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370">
              <p14:nvContentPartPr>
                <p14:cNvPr id="222" name="Ink 221">
                  <a:extLst>
                    <a:ext uri="{FF2B5EF4-FFF2-40B4-BE49-F238E27FC236}">
                      <a16:creationId xmlns:a16="http://schemas.microsoft.com/office/drawing/2014/main" id="{00575D78-A40E-56AC-9A63-647A69437C37}"/>
                    </a:ext>
                  </a:extLst>
                </p14:cNvPr>
                <p14:cNvContentPartPr/>
                <p14:nvPr/>
              </p14:nvContentPartPr>
              <p14:xfrm>
                <a:off x="3088386" y="4502323"/>
                <a:ext cx="183600" cy="412200"/>
              </p14:xfrm>
            </p:contentPart>
          </mc:Choice>
          <mc:Fallback xmlns="">
            <p:pic>
              <p:nvPicPr>
                <p:cNvPr id="222" name="Ink 221">
                  <a:extLst>
                    <a:ext uri="{FF2B5EF4-FFF2-40B4-BE49-F238E27FC236}">
                      <a16:creationId xmlns:a16="http://schemas.microsoft.com/office/drawing/2014/main" id="{00575D78-A40E-56AC-9A63-647A69437C37}"/>
                    </a:ext>
                  </a:extLst>
                </p:cNvPr>
                <p:cNvPicPr/>
                <p:nvPr/>
              </p:nvPicPr>
              <p:blipFill>
                <a:blip r:embed="rId371"/>
                <a:stretch>
                  <a:fillRect/>
                </a:stretch>
              </p:blipFill>
              <p:spPr>
                <a:xfrm>
                  <a:off x="3082266" y="4496203"/>
                  <a:ext cx="195840" cy="424440"/>
                </a:xfrm>
                <a:prstGeom prst="rect">
                  <a:avLst/>
                </a:prstGeom>
              </p:spPr>
            </p:pic>
          </mc:Fallback>
        </mc:AlternateContent>
        <mc:AlternateContent xmlns:mc="http://schemas.openxmlformats.org/markup-compatibility/2006" xmlns:p14="http://schemas.microsoft.com/office/powerpoint/2010/main">
          <mc:Choice Requires="p14">
            <p:contentPart p14:bwMode="auto" r:id="rId372">
              <p14:nvContentPartPr>
                <p14:cNvPr id="223" name="Ink 222">
                  <a:extLst>
                    <a:ext uri="{FF2B5EF4-FFF2-40B4-BE49-F238E27FC236}">
                      <a16:creationId xmlns:a16="http://schemas.microsoft.com/office/drawing/2014/main" id="{49D4A2B2-3E65-B071-2981-1BDE26ED454F}"/>
                    </a:ext>
                  </a:extLst>
                </p14:cNvPr>
                <p14:cNvContentPartPr/>
                <p14:nvPr/>
              </p14:nvContentPartPr>
              <p14:xfrm>
                <a:off x="2692386" y="4885723"/>
                <a:ext cx="282600" cy="156240"/>
              </p14:xfrm>
            </p:contentPart>
          </mc:Choice>
          <mc:Fallback xmlns="">
            <p:pic>
              <p:nvPicPr>
                <p:cNvPr id="223" name="Ink 222">
                  <a:extLst>
                    <a:ext uri="{FF2B5EF4-FFF2-40B4-BE49-F238E27FC236}">
                      <a16:creationId xmlns:a16="http://schemas.microsoft.com/office/drawing/2014/main" id="{49D4A2B2-3E65-B071-2981-1BDE26ED454F}"/>
                    </a:ext>
                  </a:extLst>
                </p:cNvPr>
                <p:cNvPicPr/>
                <p:nvPr/>
              </p:nvPicPr>
              <p:blipFill>
                <a:blip r:embed="rId373"/>
                <a:stretch>
                  <a:fillRect/>
                </a:stretch>
              </p:blipFill>
              <p:spPr>
                <a:xfrm>
                  <a:off x="2686266" y="4879603"/>
                  <a:ext cx="29484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24" name="Ink 223">
                  <a:extLst>
                    <a:ext uri="{FF2B5EF4-FFF2-40B4-BE49-F238E27FC236}">
                      <a16:creationId xmlns:a16="http://schemas.microsoft.com/office/drawing/2014/main" id="{14A682A3-65BF-C4EF-E014-81B28B0EF92C}"/>
                    </a:ext>
                  </a:extLst>
                </p14:cNvPr>
                <p14:cNvContentPartPr/>
                <p14:nvPr/>
              </p14:nvContentPartPr>
              <p14:xfrm>
                <a:off x="2942226" y="4829923"/>
                <a:ext cx="134280" cy="40680"/>
              </p14:xfrm>
            </p:contentPart>
          </mc:Choice>
          <mc:Fallback xmlns="">
            <p:pic>
              <p:nvPicPr>
                <p:cNvPr id="224" name="Ink 223">
                  <a:extLst>
                    <a:ext uri="{FF2B5EF4-FFF2-40B4-BE49-F238E27FC236}">
                      <a16:creationId xmlns:a16="http://schemas.microsoft.com/office/drawing/2014/main" id="{14A682A3-65BF-C4EF-E014-81B28B0EF92C}"/>
                    </a:ext>
                  </a:extLst>
                </p:cNvPr>
                <p:cNvPicPr/>
                <p:nvPr/>
              </p:nvPicPr>
              <p:blipFill>
                <a:blip r:embed="rId375"/>
                <a:stretch>
                  <a:fillRect/>
                </a:stretch>
              </p:blipFill>
              <p:spPr>
                <a:xfrm>
                  <a:off x="2936106" y="4823803"/>
                  <a:ext cx="1465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225" name="Ink 224">
                  <a:extLst>
                    <a:ext uri="{FF2B5EF4-FFF2-40B4-BE49-F238E27FC236}">
                      <a16:creationId xmlns:a16="http://schemas.microsoft.com/office/drawing/2014/main" id="{AF99C6C4-ECC5-B970-32C6-AD53773BB1A1}"/>
                    </a:ext>
                  </a:extLst>
                </p14:cNvPr>
                <p14:cNvContentPartPr/>
                <p14:nvPr/>
              </p14:nvContentPartPr>
              <p14:xfrm>
                <a:off x="2786346" y="5030083"/>
                <a:ext cx="290160" cy="94320"/>
              </p14:xfrm>
            </p:contentPart>
          </mc:Choice>
          <mc:Fallback xmlns="">
            <p:pic>
              <p:nvPicPr>
                <p:cNvPr id="225" name="Ink 224">
                  <a:extLst>
                    <a:ext uri="{FF2B5EF4-FFF2-40B4-BE49-F238E27FC236}">
                      <a16:creationId xmlns:a16="http://schemas.microsoft.com/office/drawing/2014/main" id="{AF99C6C4-ECC5-B970-32C6-AD53773BB1A1}"/>
                    </a:ext>
                  </a:extLst>
                </p:cNvPr>
                <p:cNvPicPr/>
                <p:nvPr/>
              </p:nvPicPr>
              <p:blipFill>
                <a:blip r:embed="rId377"/>
                <a:stretch>
                  <a:fillRect/>
                </a:stretch>
              </p:blipFill>
              <p:spPr>
                <a:xfrm>
                  <a:off x="2780226" y="5023963"/>
                  <a:ext cx="302400" cy="106560"/>
                </a:xfrm>
                <a:prstGeom prst="rect">
                  <a:avLst/>
                </a:prstGeom>
              </p:spPr>
            </p:pic>
          </mc:Fallback>
        </mc:AlternateContent>
      </p:grpSp>
      <p:grpSp>
        <p:nvGrpSpPr>
          <p:cNvPr id="303" name="Group 302">
            <a:extLst>
              <a:ext uri="{FF2B5EF4-FFF2-40B4-BE49-F238E27FC236}">
                <a16:creationId xmlns:a16="http://schemas.microsoft.com/office/drawing/2014/main" id="{74CA29C0-3945-BD0E-1228-1116384174D9}"/>
              </a:ext>
            </a:extLst>
          </p:cNvPr>
          <p:cNvGrpSpPr/>
          <p:nvPr/>
        </p:nvGrpSpPr>
        <p:grpSpPr>
          <a:xfrm>
            <a:off x="184986" y="5256523"/>
            <a:ext cx="2185560" cy="637200"/>
            <a:chOff x="184986" y="5256523"/>
            <a:chExt cx="2185560" cy="637200"/>
          </a:xfrm>
        </p:grpSpPr>
        <mc:AlternateContent xmlns:mc="http://schemas.openxmlformats.org/markup-compatibility/2006" xmlns:p14="http://schemas.microsoft.com/office/powerpoint/2010/main">
          <mc:Choice Requires="p14">
            <p:contentPart p14:bwMode="auto" r:id="rId378">
              <p14:nvContentPartPr>
                <p14:cNvPr id="227" name="Ink 226">
                  <a:extLst>
                    <a:ext uri="{FF2B5EF4-FFF2-40B4-BE49-F238E27FC236}">
                      <a16:creationId xmlns:a16="http://schemas.microsoft.com/office/drawing/2014/main" id="{8D02D202-EC74-32DE-57B6-B1C8052C9820}"/>
                    </a:ext>
                  </a:extLst>
                </p14:cNvPr>
                <p14:cNvContentPartPr/>
                <p14:nvPr/>
              </p14:nvContentPartPr>
              <p14:xfrm>
                <a:off x="308106" y="5548123"/>
                <a:ext cx="268560" cy="194760"/>
              </p14:xfrm>
            </p:contentPart>
          </mc:Choice>
          <mc:Fallback xmlns="">
            <p:pic>
              <p:nvPicPr>
                <p:cNvPr id="227" name="Ink 226">
                  <a:extLst>
                    <a:ext uri="{FF2B5EF4-FFF2-40B4-BE49-F238E27FC236}">
                      <a16:creationId xmlns:a16="http://schemas.microsoft.com/office/drawing/2014/main" id="{8D02D202-EC74-32DE-57B6-B1C8052C9820}"/>
                    </a:ext>
                  </a:extLst>
                </p:cNvPr>
                <p:cNvPicPr/>
                <p:nvPr/>
              </p:nvPicPr>
              <p:blipFill>
                <a:blip r:embed="rId379"/>
                <a:stretch>
                  <a:fillRect/>
                </a:stretch>
              </p:blipFill>
              <p:spPr>
                <a:xfrm>
                  <a:off x="301986" y="5542003"/>
                  <a:ext cx="2808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380">
              <p14:nvContentPartPr>
                <p14:cNvPr id="228" name="Ink 227">
                  <a:extLst>
                    <a:ext uri="{FF2B5EF4-FFF2-40B4-BE49-F238E27FC236}">
                      <a16:creationId xmlns:a16="http://schemas.microsoft.com/office/drawing/2014/main" id="{3DCF2F31-F606-2DEF-D12C-28BA2C9AF4E6}"/>
                    </a:ext>
                  </a:extLst>
                </p14:cNvPr>
                <p14:cNvContentPartPr/>
                <p14:nvPr/>
              </p14:nvContentPartPr>
              <p14:xfrm>
                <a:off x="569826" y="5569723"/>
                <a:ext cx="90360" cy="71640"/>
              </p14:xfrm>
            </p:contentPart>
          </mc:Choice>
          <mc:Fallback xmlns="">
            <p:pic>
              <p:nvPicPr>
                <p:cNvPr id="228" name="Ink 227">
                  <a:extLst>
                    <a:ext uri="{FF2B5EF4-FFF2-40B4-BE49-F238E27FC236}">
                      <a16:creationId xmlns:a16="http://schemas.microsoft.com/office/drawing/2014/main" id="{3DCF2F31-F606-2DEF-D12C-28BA2C9AF4E6}"/>
                    </a:ext>
                  </a:extLst>
                </p:cNvPr>
                <p:cNvPicPr/>
                <p:nvPr/>
              </p:nvPicPr>
              <p:blipFill>
                <a:blip r:embed="rId381"/>
                <a:stretch>
                  <a:fillRect/>
                </a:stretch>
              </p:blipFill>
              <p:spPr>
                <a:xfrm>
                  <a:off x="563706" y="5563603"/>
                  <a:ext cx="10260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29" name="Ink 228">
                  <a:extLst>
                    <a:ext uri="{FF2B5EF4-FFF2-40B4-BE49-F238E27FC236}">
                      <a16:creationId xmlns:a16="http://schemas.microsoft.com/office/drawing/2014/main" id="{5B25CA1B-3981-880F-BF1D-6116A8928C4E}"/>
                    </a:ext>
                  </a:extLst>
                </p14:cNvPr>
                <p14:cNvContentPartPr/>
                <p14:nvPr/>
              </p14:nvContentPartPr>
              <p14:xfrm>
                <a:off x="758466" y="5534083"/>
                <a:ext cx="24840" cy="120960"/>
              </p14:xfrm>
            </p:contentPart>
          </mc:Choice>
          <mc:Fallback xmlns="">
            <p:pic>
              <p:nvPicPr>
                <p:cNvPr id="229" name="Ink 228">
                  <a:extLst>
                    <a:ext uri="{FF2B5EF4-FFF2-40B4-BE49-F238E27FC236}">
                      <a16:creationId xmlns:a16="http://schemas.microsoft.com/office/drawing/2014/main" id="{5B25CA1B-3981-880F-BF1D-6116A8928C4E}"/>
                    </a:ext>
                  </a:extLst>
                </p:cNvPr>
                <p:cNvPicPr/>
                <p:nvPr/>
              </p:nvPicPr>
              <p:blipFill>
                <a:blip r:embed="rId383"/>
                <a:stretch>
                  <a:fillRect/>
                </a:stretch>
              </p:blipFill>
              <p:spPr>
                <a:xfrm>
                  <a:off x="752346" y="5527963"/>
                  <a:ext cx="370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30" name="Ink 229">
                  <a:extLst>
                    <a:ext uri="{FF2B5EF4-FFF2-40B4-BE49-F238E27FC236}">
                      <a16:creationId xmlns:a16="http://schemas.microsoft.com/office/drawing/2014/main" id="{23C01F15-F3C4-F63E-4063-6A8035F83E4B}"/>
                    </a:ext>
                  </a:extLst>
                </p14:cNvPr>
                <p14:cNvContentPartPr/>
                <p14:nvPr/>
              </p14:nvContentPartPr>
              <p14:xfrm>
                <a:off x="863586" y="5526523"/>
                <a:ext cx="151200" cy="153720"/>
              </p14:xfrm>
            </p:contentPart>
          </mc:Choice>
          <mc:Fallback xmlns="">
            <p:pic>
              <p:nvPicPr>
                <p:cNvPr id="230" name="Ink 229">
                  <a:extLst>
                    <a:ext uri="{FF2B5EF4-FFF2-40B4-BE49-F238E27FC236}">
                      <a16:creationId xmlns:a16="http://schemas.microsoft.com/office/drawing/2014/main" id="{23C01F15-F3C4-F63E-4063-6A8035F83E4B}"/>
                    </a:ext>
                  </a:extLst>
                </p:cNvPr>
                <p:cNvPicPr/>
                <p:nvPr/>
              </p:nvPicPr>
              <p:blipFill>
                <a:blip r:embed="rId385"/>
                <a:stretch>
                  <a:fillRect/>
                </a:stretch>
              </p:blipFill>
              <p:spPr>
                <a:xfrm>
                  <a:off x="857466" y="5520403"/>
                  <a:ext cx="16344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31" name="Ink 230">
                  <a:extLst>
                    <a:ext uri="{FF2B5EF4-FFF2-40B4-BE49-F238E27FC236}">
                      <a16:creationId xmlns:a16="http://schemas.microsoft.com/office/drawing/2014/main" id="{9556EFF7-AC4B-FB08-019A-5246BBDA1025}"/>
                    </a:ext>
                  </a:extLst>
                </p14:cNvPr>
                <p14:cNvContentPartPr/>
                <p14:nvPr/>
              </p14:nvContentPartPr>
              <p14:xfrm>
                <a:off x="1294506" y="5525443"/>
                <a:ext cx="200520" cy="128520"/>
              </p14:xfrm>
            </p:contentPart>
          </mc:Choice>
          <mc:Fallback xmlns="">
            <p:pic>
              <p:nvPicPr>
                <p:cNvPr id="231" name="Ink 230">
                  <a:extLst>
                    <a:ext uri="{FF2B5EF4-FFF2-40B4-BE49-F238E27FC236}">
                      <a16:creationId xmlns:a16="http://schemas.microsoft.com/office/drawing/2014/main" id="{9556EFF7-AC4B-FB08-019A-5246BBDA1025}"/>
                    </a:ext>
                  </a:extLst>
                </p:cNvPr>
                <p:cNvPicPr/>
                <p:nvPr/>
              </p:nvPicPr>
              <p:blipFill>
                <a:blip r:embed="rId387"/>
                <a:stretch>
                  <a:fillRect/>
                </a:stretch>
              </p:blipFill>
              <p:spPr>
                <a:xfrm>
                  <a:off x="1288386" y="5519323"/>
                  <a:ext cx="2127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94" name="Ink 293">
                  <a:extLst>
                    <a:ext uri="{FF2B5EF4-FFF2-40B4-BE49-F238E27FC236}">
                      <a16:creationId xmlns:a16="http://schemas.microsoft.com/office/drawing/2014/main" id="{D0DA5DC7-34A9-7E93-0A5E-462EF365D7D2}"/>
                    </a:ext>
                  </a:extLst>
                </p14:cNvPr>
                <p14:cNvContentPartPr/>
                <p14:nvPr/>
              </p14:nvContentPartPr>
              <p14:xfrm>
                <a:off x="1747746" y="5418883"/>
                <a:ext cx="71640" cy="170280"/>
              </p14:xfrm>
            </p:contentPart>
          </mc:Choice>
          <mc:Fallback xmlns="">
            <p:pic>
              <p:nvPicPr>
                <p:cNvPr id="294" name="Ink 293">
                  <a:extLst>
                    <a:ext uri="{FF2B5EF4-FFF2-40B4-BE49-F238E27FC236}">
                      <a16:creationId xmlns:a16="http://schemas.microsoft.com/office/drawing/2014/main" id="{D0DA5DC7-34A9-7E93-0A5E-462EF365D7D2}"/>
                    </a:ext>
                  </a:extLst>
                </p:cNvPr>
                <p:cNvPicPr/>
                <p:nvPr/>
              </p:nvPicPr>
              <p:blipFill>
                <a:blip r:embed="rId389"/>
                <a:stretch>
                  <a:fillRect/>
                </a:stretch>
              </p:blipFill>
              <p:spPr>
                <a:xfrm>
                  <a:off x="1741626" y="5412763"/>
                  <a:ext cx="8388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295" name="Ink 294">
                  <a:extLst>
                    <a:ext uri="{FF2B5EF4-FFF2-40B4-BE49-F238E27FC236}">
                      <a16:creationId xmlns:a16="http://schemas.microsoft.com/office/drawing/2014/main" id="{D35635D3-0971-44AF-E666-082592144694}"/>
                    </a:ext>
                  </a:extLst>
                </p14:cNvPr>
                <p14:cNvContentPartPr/>
                <p14:nvPr/>
              </p14:nvContentPartPr>
              <p14:xfrm>
                <a:off x="1834506" y="5394043"/>
                <a:ext cx="116280" cy="187560"/>
              </p14:xfrm>
            </p:contentPart>
          </mc:Choice>
          <mc:Fallback xmlns="">
            <p:pic>
              <p:nvPicPr>
                <p:cNvPr id="295" name="Ink 294">
                  <a:extLst>
                    <a:ext uri="{FF2B5EF4-FFF2-40B4-BE49-F238E27FC236}">
                      <a16:creationId xmlns:a16="http://schemas.microsoft.com/office/drawing/2014/main" id="{D35635D3-0971-44AF-E666-082592144694}"/>
                    </a:ext>
                  </a:extLst>
                </p:cNvPr>
                <p:cNvPicPr/>
                <p:nvPr/>
              </p:nvPicPr>
              <p:blipFill>
                <a:blip r:embed="rId391"/>
                <a:stretch>
                  <a:fillRect/>
                </a:stretch>
              </p:blipFill>
              <p:spPr>
                <a:xfrm>
                  <a:off x="1828386" y="5387923"/>
                  <a:ext cx="12852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96" name="Ink 295">
                  <a:extLst>
                    <a:ext uri="{FF2B5EF4-FFF2-40B4-BE49-F238E27FC236}">
                      <a16:creationId xmlns:a16="http://schemas.microsoft.com/office/drawing/2014/main" id="{9946CFDB-AB6D-F057-3FDB-36F6197FBF6D}"/>
                    </a:ext>
                  </a:extLst>
                </p14:cNvPr>
                <p14:cNvContentPartPr/>
                <p14:nvPr/>
              </p14:nvContentPartPr>
              <p14:xfrm>
                <a:off x="2120706" y="5386843"/>
                <a:ext cx="117360" cy="177120"/>
              </p14:xfrm>
            </p:contentPart>
          </mc:Choice>
          <mc:Fallback xmlns="">
            <p:pic>
              <p:nvPicPr>
                <p:cNvPr id="296" name="Ink 295">
                  <a:extLst>
                    <a:ext uri="{FF2B5EF4-FFF2-40B4-BE49-F238E27FC236}">
                      <a16:creationId xmlns:a16="http://schemas.microsoft.com/office/drawing/2014/main" id="{9946CFDB-AB6D-F057-3FDB-36F6197FBF6D}"/>
                    </a:ext>
                  </a:extLst>
                </p:cNvPr>
                <p:cNvPicPr/>
                <p:nvPr/>
              </p:nvPicPr>
              <p:blipFill>
                <a:blip r:embed="rId393"/>
                <a:stretch>
                  <a:fillRect/>
                </a:stretch>
              </p:blipFill>
              <p:spPr>
                <a:xfrm>
                  <a:off x="2114586" y="5380723"/>
                  <a:ext cx="1296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97" name="Ink 296">
                  <a:extLst>
                    <a:ext uri="{FF2B5EF4-FFF2-40B4-BE49-F238E27FC236}">
                      <a16:creationId xmlns:a16="http://schemas.microsoft.com/office/drawing/2014/main" id="{AE1FB67E-5E21-4AAA-95E5-ABC71D0B5DF6}"/>
                    </a:ext>
                  </a:extLst>
                </p14:cNvPr>
                <p14:cNvContentPartPr/>
                <p14:nvPr/>
              </p14:nvContentPartPr>
              <p14:xfrm>
                <a:off x="2077506" y="5380363"/>
                <a:ext cx="37800" cy="18360"/>
              </p14:xfrm>
            </p:contentPart>
          </mc:Choice>
          <mc:Fallback xmlns="">
            <p:pic>
              <p:nvPicPr>
                <p:cNvPr id="297" name="Ink 296">
                  <a:extLst>
                    <a:ext uri="{FF2B5EF4-FFF2-40B4-BE49-F238E27FC236}">
                      <a16:creationId xmlns:a16="http://schemas.microsoft.com/office/drawing/2014/main" id="{AE1FB67E-5E21-4AAA-95E5-ABC71D0B5DF6}"/>
                    </a:ext>
                  </a:extLst>
                </p:cNvPr>
                <p:cNvPicPr/>
                <p:nvPr/>
              </p:nvPicPr>
              <p:blipFill>
                <a:blip r:embed="rId395"/>
                <a:stretch>
                  <a:fillRect/>
                </a:stretch>
              </p:blipFill>
              <p:spPr>
                <a:xfrm>
                  <a:off x="2071386" y="5374243"/>
                  <a:ext cx="5004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98" name="Ink 297">
                  <a:extLst>
                    <a:ext uri="{FF2B5EF4-FFF2-40B4-BE49-F238E27FC236}">
                      <a16:creationId xmlns:a16="http://schemas.microsoft.com/office/drawing/2014/main" id="{90E38152-2EB3-DA64-6420-7355308ACEB1}"/>
                    </a:ext>
                  </a:extLst>
                </p14:cNvPr>
                <p14:cNvContentPartPr/>
                <p14:nvPr/>
              </p14:nvContentPartPr>
              <p14:xfrm>
                <a:off x="2277666" y="5515723"/>
                <a:ext cx="6840" cy="19800"/>
              </p14:xfrm>
            </p:contentPart>
          </mc:Choice>
          <mc:Fallback xmlns="">
            <p:pic>
              <p:nvPicPr>
                <p:cNvPr id="298" name="Ink 297">
                  <a:extLst>
                    <a:ext uri="{FF2B5EF4-FFF2-40B4-BE49-F238E27FC236}">
                      <a16:creationId xmlns:a16="http://schemas.microsoft.com/office/drawing/2014/main" id="{90E38152-2EB3-DA64-6420-7355308ACEB1}"/>
                    </a:ext>
                  </a:extLst>
                </p:cNvPr>
                <p:cNvPicPr/>
                <p:nvPr/>
              </p:nvPicPr>
              <p:blipFill>
                <a:blip r:embed="rId397"/>
                <a:stretch>
                  <a:fillRect/>
                </a:stretch>
              </p:blipFill>
              <p:spPr>
                <a:xfrm>
                  <a:off x="2271546" y="5509603"/>
                  <a:ext cx="190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300" name="Ink 299">
                  <a:extLst>
                    <a:ext uri="{FF2B5EF4-FFF2-40B4-BE49-F238E27FC236}">
                      <a16:creationId xmlns:a16="http://schemas.microsoft.com/office/drawing/2014/main" id="{A093FD05-870A-AB85-EEAA-897BE3F54F69}"/>
                    </a:ext>
                  </a:extLst>
                </p14:cNvPr>
                <p14:cNvContentPartPr/>
                <p14:nvPr/>
              </p14:nvContentPartPr>
              <p14:xfrm>
                <a:off x="184986" y="5685283"/>
                <a:ext cx="1663920" cy="208440"/>
              </p14:xfrm>
            </p:contentPart>
          </mc:Choice>
          <mc:Fallback xmlns="">
            <p:pic>
              <p:nvPicPr>
                <p:cNvPr id="300" name="Ink 299">
                  <a:extLst>
                    <a:ext uri="{FF2B5EF4-FFF2-40B4-BE49-F238E27FC236}">
                      <a16:creationId xmlns:a16="http://schemas.microsoft.com/office/drawing/2014/main" id="{A093FD05-870A-AB85-EEAA-897BE3F54F69}"/>
                    </a:ext>
                  </a:extLst>
                </p:cNvPr>
                <p:cNvPicPr/>
                <p:nvPr/>
              </p:nvPicPr>
              <p:blipFill>
                <a:blip r:embed="rId399"/>
                <a:stretch>
                  <a:fillRect/>
                </a:stretch>
              </p:blipFill>
              <p:spPr>
                <a:xfrm>
                  <a:off x="178866" y="5679163"/>
                  <a:ext cx="16761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301" name="Ink 300">
                  <a:extLst>
                    <a:ext uri="{FF2B5EF4-FFF2-40B4-BE49-F238E27FC236}">
                      <a16:creationId xmlns:a16="http://schemas.microsoft.com/office/drawing/2014/main" id="{1DC53436-5ED7-4353-6727-DDA9F778CB57}"/>
                    </a:ext>
                  </a:extLst>
                </p14:cNvPr>
                <p14:cNvContentPartPr/>
                <p14:nvPr/>
              </p14:nvContentPartPr>
              <p14:xfrm>
                <a:off x="232146" y="5256523"/>
                <a:ext cx="2138400" cy="502920"/>
              </p14:xfrm>
            </p:contentPart>
          </mc:Choice>
          <mc:Fallback xmlns="">
            <p:pic>
              <p:nvPicPr>
                <p:cNvPr id="301" name="Ink 300">
                  <a:extLst>
                    <a:ext uri="{FF2B5EF4-FFF2-40B4-BE49-F238E27FC236}">
                      <a16:creationId xmlns:a16="http://schemas.microsoft.com/office/drawing/2014/main" id="{1DC53436-5ED7-4353-6727-DDA9F778CB57}"/>
                    </a:ext>
                  </a:extLst>
                </p:cNvPr>
                <p:cNvPicPr/>
                <p:nvPr/>
              </p:nvPicPr>
              <p:blipFill>
                <a:blip r:embed="rId401"/>
                <a:stretch>
                  <a:fillRect/>
                </a:stretch>
              </p:blipFill>
              <p:spPr>
                <a:xfrm>
                  <a:off x="226026" y="5250403"/>
                  <a:ext cx="2150640"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302" name="Ink 301">
                  <a:extLst>
                    <a:ext uri="{FF2B5EF4-FFF2-40B4-BE49-F238E27FC236}">
                      <a16:creationId xmlns:a16="http://schemas.microsoft.com/office/drawing/2014/main" id="{410A3470-3FB3-D77B-A919-9CE5444E4EBA}"/>
                    </a:ext>
                  </a:extLst>
                </p14:cNvPr>
                <p14:cNvContentPartPr/>
                <p14:nvPr/>
              </p14:nvContentPartPr>
              <p14:xfrm>
                <a:off x="191106" y="5494843"/>
                <a:ext cx="111240" cy="344520"/>
              </p14:xfrm>
            </p:contentPart>
          </mc:Choice>
          <mc:Fallback xmlns="">
            <p:pic>
              <p:nvPicPr>
                <p:cNvPr id="302" name="Ink 301">
                  <a:extLst>
                    <a:ext uri="{FF2B5EF4-FFF2-40B4-BE49-F238E27FC236}">
                      <a16:creationId xmlns:a16="http://schemas.microsoft.com/office/drawing/2014/main" id="{410A3470-3FB3-D77B-A919-9CE5444E4EBA}"/>
                    </a:ext>
                  </a:extLst>
                </p:cNvPr>
                <p:cNvPicPr/>
                <p:nvPr/>
              </p:nvPicPr>
              <p:blipFill>
                <a:blip r:embed="rId403"/>
                <a:stretch>
                  <a:fillRect/>
                </a:stretch>
              </p:blipFill>
              <p:spPr>
                <a:xfrm>
                  <a:off x="184986" y="5488723"/>
                  <a:ext cx="123480" cy="356760"/>
                </a:xfrm>
                <a:prstGeom prst="rect">
                  <a:avLst/>
                </a:prstGeom>
              </p:spPr>
            </p:pic>
          </mc:Fallback>
        </mc:AlternateContent>
      </p:grpSp>
      <p:grpSp>
        <p:nvGrpSpPr>
          <p:cNvPr id="318" name="Group 317">
            <a:extLst>
              <a:ext uri="{FF2B5EF4-FFF2-40B4-BE49-F238E27FC236}">
                <a16:creationId xmlns:a16="http://schemas.microsoft.com/office/drawing/2014/main" id="{041967EF-5F77-414D-C796-6ECBF91C2E25}"/>
              </a:ext>
            </a:extLst>
          </p:cNvPr>
          <p:cNvGrpSpPr/>
          <p:nvPr/>
        </p:nvGrpSpPr>
        <p:grpSpPr>
          <a:xfrm>
            <a:off x="9106866" y="3414403"/>
            <a:ext cx="3006360" cy="2855880"/>
            <a:chOff x="9106866" y="3414403"/>
            <a:chExt cx="3006360" cy="2855880"/>
          </a:xfrm>
        </p:grpSpPr>
        <mc:AlternateContent xmlns:mc="http://schemas.openxmlformats.org/markup-compatibility/2006" xmlns:p14="http://schemas.microsoft.com/office/powerpoint/2010/main">
          <mc:Choice Requires="p14">
            <p:contentPart p14:bwMode="auto" r:id="rId404">
              <p14:nvContentPartPr>
                <p14:cNvPr id="131" name="Ink 130">
                  <a:extLst>
                    <a:ext uri="{FF2B5EF4-FFF2-40B4-BE49-F238E27FC236}">
                      <a16:creationId xmlns:a16="http://schemas.microsoft.com/office/drawing/2014/main" id="{C0107356-D94B-74F3-388A-97A88FBA0B85}"/>
                    </a:ext>
                  </a:extLst>
                </p14:cNvPr>
                <p14:cNvContentPartPr/>
                <p14:nvPr/>
              </p14:nvContentPartPr>
              <p14:xfrm>
                <a:off x="9431586" y="3414403"/>
                <a:ext cx="819000" cy="131040"/>
              </p14:xfrm>
            </p:contentPart>
          </mc:Choice>
          <mc:Fallback xmlns="">
            <p:pic>
              <p:nvPicPr>
                <p:cNvPr id="131" name="Ink 130">
                  <a:extLst>
                    <a:ext uri="{FF2B5EF4-FFF2-40B4-BE49-F238E27FC236}">
                      <a16:creationId xmlns:a16="http://schemas.microsoft.com/office/drawing/2014/main" id="{C0107356-D94B-74F3-388A-97A88FBA0B85}"/>
                    </a:ext>
                  </a:extLst>
                </p:cNvPr>
                <p:cNvPicPr/>
                <p:nvPr/>
              </p:nvPicPr>
              <p:blipFill>
                <a:blip r:embed="rId405"/>
                <a:stretch>
                  <a:fillRect/>
                </a:stretch>
              </p:blipFill>
              <p:spPr>
                <a:xfrm>
                  <a:off x="9425466" y="3408283"/>
                  <a:ext cx="83124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132" name="Ink 131">
                  <a:extLst>
                    <a:ext uri="{FF2B5EF4-FFF2-40B4-BE49-F238E27FC236}">
                      <a16:creationId xmlns:a16="http://schemas.microsoft.com/office/drawing/2014/main" id="{9161BF57-5C60-C406-EF75-CCDDAF6A55DA}"/>
                    </a:ext>
                  </a:extLst>
                </p14:cNvPr>
                <p14:cNvContentPartPr/>
                <p14:nvPr/>
              </p14:nvContentPartPr>
              <p14:xfrm>
                <a:off x="9567666" y="3442843"/>
                <a:ext cx="733320" cy="180720"/>
              </p14:xfrm>
            </p:contentPart>
          </mc:Choice>
          <mc:Fallback xmlns="">
            <p:pic>
              <p:nvPicPr>
                <p:cNvPr id="132" name="Ink 131">
                  <a:extLst>
                    <a:ext uri="{FF2B5EF4-FFF2-40B4-BE49-F238E27FC236}">
                      <a16:creationId xmlns:a16="http://schemas.microsoft.com/office/drawing/2014/main" id="{9161BF57-5C60-C406-EF75-CCDDAF6A55DA}"/>
                    </a:ext>
                  </a:extLst>
                </p:cNvPr>
                <p:cNvPicPr/>
                <p:nvPr/>
              </p:nvPicPr>
              <p:blipFill>
                <a:blip r:embed="rId407"/>
                <a:stretch>
                  <a:fillRect/>
                </a:stretch>
              </p:blipFill>
              <p:spPr>
                <a:xfrm>
                  <a:off x="9561546" y="3436723"/>
                  <a:ext cx="7455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233" name="Ink 232">
                  <a:extLst>
                    <a:ext uri="{FF2B5EF4-FFF2-40B4-BE49-F238E27FC236}">
                      <a16:creationId xmlns:a16="http://schemas.microsoft.com/office/drawing/2014/main" id="{C89FC712-2D5F-E7FF-A591-DB2D886EE68D}"/>
                    </a:ext>
                  </a:extLst>
                </p14:cNvPr>
                <p14:cNvContentPartPr/>
                <p14:nvPr/>
              </p14:nvContentPartPr>
              <p14:xfrm>
                <a:off x="9106866" y="3874483"/>
                <a:ext cx="294120" cy="2395800"/>
              </p14:xfrm>
            </p:contentPart>
          </mc:Choice>
          <mc:Fallback xmlns="">
            <p:pic>
              <p:nvPicPr>
                <p:cNvPr id="233" name="Ink 232">
                  <a:extLst>
                    <a:ext uri="{FF2B5EF4-FFF2-40B4-BE49-F238E27FC236}">
                      <a16:creationId xmlns:a16="http://schemas.microsoft.com/office/drawing/2014/main" id="{C89FC712-2D5F-E7FF-A591-DB2D886EE68D}"/>
                    </a:ext>
                  </a:extLst>
                </p:cNvPr>
                <p:cNvPicPr/>
                <p:nvPr/>
              </p:nvPicPr>
              <p:blipFill>
                <a:blip r:embed="rId409"/>
                <a:stretch>
                  <a:fillRect/>
                </a:stretch>
              </p:blipFill>
              <p:spPr>
                <a:xfrm>
                  <a:off x="9100746" y="3868363"/>
                  <a:ext cx="306360" cy="240804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234" name="Ink 233">
                  <a:extLst>
                    <a:ext uri="{FF2B5EF4-FFF2-40B4-BE49-F238E27FC236}">
                      <a16:creationId xmlns:a16="http://schemas.microsoft.com/office/drawing/2014/main" id="{87F374B9-A790-4077-D56E-9820C5F693D7}"/>
                    </a:ext>
                  </a:extLst>
                </p14:cNvPr>
                <p14:cNvContentPartPr/>
                <p14:nvPr/>
              </p14:nvContentPartPr>
              <p14:xfrm>
                <a:off x="10130706" y="4031443"/>
                <a:ext cx="259560" cy="153360"/>
              </p14:xfrm>
            </p:contentPart>
          </mc:Choice>
          <mc:Fallback xmlns="">
            <p:pic>
              <p:nvPicPr>
                <p:cNvPr id="234" name="Ink 233">
                  <a:extLst>
                    <a:ext uri="{FF2B5EF4-FFF2-40B4-BE49-F238E27FC236}">
                      <a16:creationId xmlns:a16="http://schemas.microsoft.com/office/drawing/2014/main" id="{87F374B9-A790-4077-D56E-9820C5F693D7}"/>
                    </a:ext>
                  </a:extLst>
                </p:cNvPr>
                <p:cNvPicPr/>
                <p:nvPr/>
              </p:nvPicPr>
              <p:blipFill>
                <a:blip r:embed="rId411"/>
                <a:stretch>
                  <a:fillRect/>
                </a:stretch>
              </p:blipFill>
              <p:spPr>
                <a:xfrm>
                  <a:off x="10124586" y="4025323"/>
                  <a:ext cx="27180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235" name="Ink 234">
                  <a:extLst>
                    <a:ext uri="{FF2B5EF4-FFF2-40B4-BE49-F238E27FC236}">
                      <a16:creationId xmlns:a16="http://schemas.microsoft.com/office/drawing/2014/main" id="{9DDB6BD1-762D-EE79-B853-D98AD9572CE8}"/>
                    </a:ext>
                  </a:extLst>
                </p14:cNvPr>
                <p14:cNvContentPartPr/>
                <p14:nvPr/>
              </p14:nvContentPartPr>
              <p14:xfrm>
                <a:off x="10378026" y="4047283"/>
                <a:ext cx="58320" cy="65520"/>
              </p14:xfrm>
            </p:contentPart>
          </mc:Choice>
          <mc:Fallback xmlns="">
            <p:pic>
              <p:nvPicPr>
                <p:cNvPr id="235" name="Ink 234">
                  <a:extLst>
                    <a:ext uri="{FF2B5EF4-FFF2-40B4-BE49-F238E27FC236}">
                      <a16:creationId xmlns:a16="http://schemas.microsoft.com/office/drawing/2014/main" id="{9DDB6BD1-762D-EE79-B853-D98AD9572CE8}"/>
                    </a:ext>
                  </a:extLst>
                </p:cNvPr>
                <p:cNvPicPr/>
                <p:nvPr/>
              </p:nvPicPr>
              <p:blipFill>
                <a:blip r:embed="rId413"/>
                <a:stretch>
                  <a:fillRect/>
                </a:stretch>
              </p:blipFill>
              <p:spPr>
                <a:xfrm>
                  <a:off x="10371906" y="4041163"/>
                  <a:ext cx="7056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236" name="Ink 235">
                  <a:extLst>
                    <a:ext uri="{FF2B5EF4-FFF2-40B4-BE49-F238E27FC236}">
                      <a16:creationId xmlns:a16="http://schemas.microsoft.com/office/drawing/2014/main" id="{81894464-60D0-3F99-76BA-42F4922C9061}"/>
                    </a:ext>
                  </a:extLst>
                </p14:cNvPr>
                <p14:cNvContentPartPr/>
                <p14:nvPr/>
              </p14:nvContentPartPr>
              <p14:xfrm>
                <a:off x="10553346" y="4009123"/>
                <a:ext cx="86760" cy="96480"/>
              </p14:xfrm>
            </p:contentPart>
          </mc:Choice>
          <mc:Fallback xmlns="">
            <p:pic>
              <p:nvPicPr>
                <p:cNvPr id="236" name="Ink 235">
                  <a:extLst>
                    <a:ext uri="{FF2B5EF4-FFF2-40B4-BE49-F238E27FC236}">
                      <a16:creationId xmlns:a16="http://schemas.microsoft.com/office/drawing/2014/main" id="{81894464-60D0-3F99-76BA-42F4922C9061}"/>
                    </a:ext>
                  </a:extLst>
                </p:cNvPr>
                <p:cNvPicPr/>
                <p:nvPr/>
              </p:nvPicPr>
              <p:blipFill>
                <a:blip r:embed="rId415"/>
                <a:stretch>
                  <a:fillRect/>
                </a:stretch>
              </p:blipFill>
              <p:spPr>
                <a:xfrm>
                  <a:off x="10547226" y="4003003"/>
                  <a:ext cx="9900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237" name="Ink 236">
                  <a:extLst>
                    <a:ext uri="{FF2B5EF4-FFF2-40B4-BE49-F238E27FC236}">
                      <a16:creationId xmlns:a16="http://schemas.microsoft.com/office/drawing/2014/main" id="{00460D24-69D9-FD76-2424-0A340FB0CCA8}"/>
                    </a:ext>
                  </a:extLst>
                </p14:cNvPr>
                <p14:cNvContentPartPr/>
                <p14:nvPr/>
              </p14:nvContentPartPr>
              <p14:xfrm>
                <a:off x="10673586" y="3992203"/>
                <a:ext cx="249840" cy="127800"/>
              </p14:xfrm>
            </p:contentPart>
          </mc:Choice>
          <mc:Fallback xmlns="">
            <p:pic>
              <p:nvPicPr>
                <p:cNvPr id="237" name="Ink 236">
                  <a:extLst>
                    <a:ext uri="{FF2B5EF4-FFF2-40B4-BE49-F238E27FC236}">
                      <a16:creationId xmlns:a16="http://schemas.microsoft.com/office/drawing/2014/main" id="{00460D24-69D9-FD76-2424-0A340FB0CCA8}"/>
                    </a:ext>
                  </a:extLst>
                </p:cNvPr>
                <p:cNvPicPr/>
                <p:nvPr/>
              </p:nvPicPr>
              <p:blipFill>
                <a:blip r:embed="rId417"/>
                <a:stretch>
                  <a:fillRect/>
                </a:stretch>
              </p:blipFill>
              <p:spPr>
                <a:xfrm>
                  <a:off x="10667466" y="3986083"/>
                  <a:ext cx="26208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239" name="Ink 238">
                  <a:extLst>
                    <a:ext uri="{FF2B5EF4-FFF2-40B4-BE49-F238E27FC236}">
                      <a16:creationId xmlns:a16="http://schemas.microsoft.com/office/drawing/2014/main" id="{9BB21BC5-DF54-47C1-49F6-658C40AA2BB0}"/>
                    </a:ext>
                  </a:extLst>
                </p14:cNvPr>
                <p14:cNvContentPartPr/>
                <p14:nvPr/>
              </p14:nvContentPartPr>
              <p14:xfrm>
                <a:off x="10562706" y="4040083"/>
                <a:ext cx="58320" cy="105840"/>
              </p14:xfrm>
            </p:contentPart>
          </mc:Choice>
          <mc:Fallback xmlns="">
            <p:pic>
              <p:nvPicPr>
                <p:cNvPr id="239" name="Ink 238">
                  <a:extLst>
                    <a:ext uri="{FF2B5EF4-FFF2-40B4-BE49-F238E27FC236}">
                      <a16:creationId xmlns:a16="http://schemas.microsoft.com/office/drawing/2014/main" id="{9BB21BC5-DF54-47C1-49F6-658C40AA2BB0}"/>
                    </a:ext>
                  </a:extLst>
                </p:cNvPr>
                <p:cNvPicPr/>
                <p:nvPr/>
              </p:nvPicPr>
              <p:blipFill>
                <a:blip r:embed="rId419"/>
                <a:stretch>
                  <a:fillRect/>
                </a:stretch>
              </p:blipFill>
              <p:spPr>
                <a:xfrm>
                  <a:off x="10556586" y="4033963"/>
                  <a:ext cx="705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240" name="Ink 239">
                  <a:extLst>
                    <a:ext uri="{FF2B5EF4-FFF2-40B4-BE49-F238E27FC236}">
                      <a16:creationId xmlns:a16="http://schemas.microsoft.com/office/drawing/2014/main" id="{8F7B5E6E-F39D-364F-6984-FDDBFBD4D02B}"/>
                    </a:ext>
                  </a:extLst>
                </p14:cNvPr>
                <p14:cNvContentPartPr/>
                <p14:nvPr/>
              </p14:nvContentPartPr>
              <p14:xfrm>
                <a:off x="9918666" y="4051603"/>
                <a:ext cx="70560" cy="200880"/>
              </p14:xfrm>
            </p:contentPart>
          </mc:Choice>
          <mc:Fallback xmlns="">
            <p:pic>
              <p:nvPicPr>
                <p:cNvPr id="240" name="Ink 239">
                  <a:extLst>
                    <a:ext uri="{FF2B5EF4-FFF2-40B4-BE49-F238E27FC236}">
                      <a16:creationId xmlns:a16="http://schemas.microsoft.com/office/drawing/2014/main" id="{8F7B5E6E-F39D-364F-6984-FDDBFBD4D02B}"/>
                    </a:ext>
                  </a:extLst>
                </p:cNvPr>
                <p:cNvPicPr/>
                <p:nvPr/>
              </p:nvPicPr>
              <p:blipFill>
                <a:blip r:embed="rId421"/>
                <a:stretch>
                  <a:fillRect/>
                </a:stretch>
              </p:blipFill>
              <p:spPr>
                <a:xfrm>
                  <a:off x="9912546" y="4045483"/>
                  <a:ext cx="8280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241" name="Ink 240">
                  <a:extLst>
                    <a:ext uri="{FF2B5EF4-FFF2-40B4-BE49-F238E27FC236}">
                      <a16:creationId xmlns:a16="http://schemas.microsoft.com/office/drawing/2014/main" id="{FB75FBC3-7465-A460-7E60-97F321265880}"/>
                    </a:ext>
                  </a:extLst>
                </p14:cNvPr>
                <p14:cNvContentPartPr/>
                <p14:nvPr/>
              </p14:nvContentPartPr>
              <p14:xfrm>
                <a:off x="9887346" y="3849283"/>
                <a:ext cx="1146960" cy="321480"/>
              </p14:xfrm>
            </p:contentPart>
          </mc:Choice>
          <mc:Fallback xmlns="">
            <p:pic>
              <p:nvPicPr>
                <p:cNvPr id="241" name="Ink 240">
                  <a:extLst>
                    <a:ext uri="{FF2B5EF4-FFF2-40B4-BE49-F238E27FC236}">
                      <a16:creationId xmlns:a16="http://schemas.microsoft.com/office/drawing/2014/main" id="{FB75FBC3-7465-A460-7E60-97F321265880}"/>
                    </a:ext>
                  </a:extLst>
                </p:cNvPr>
                <p:cNvPicPr/>
                <p:nvPr/>
              </p:nvPicPr>
              <p:blipFill>
                <a:blip r:embed="rId423"/>
                <a:stretch>
                  <a:fillRect/>
                </a:stretch>
              </p:blipFill>
              <p:spPr>
                <a:xfrm>
                  <a:off x="9881226" y="3843163"/>
                  <a:ext cx="115920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242" name="Ink 241">
                  <a:extLst>
                    <a:ext uri="{FF2B5EF4-FFF2-40B4-BE49-F238E27FC236}">
                      <a16:creationId xmlns:a16="http://schemas.microsoft.com/office/drawing/2014/main" id="{7BAD7D0E-7827-A41F-01AA-3F1594BEEBA1}"/>
                    </a:ext>
                  </a:extLst>
                </p14:cNvPr>
                <p14:cNvContentPartPr/>
                <p14:nvPr/>
              </p14:nvContentPartPr>
              <p14:xfrm>
                <a:off x="9989226" y="4167163"/>
                <a:ext cx="1014120" cy="146880"/>
              </p14:xfrm>
            </p:contentPart>
          </mc:Choice>
          <mc:Fallback xmlns="">
            <p:pic>
              <p:nvPicPr>
                <p:cNvPr id="242" name="Ink 241">
                  <a:extLst>
                    <a:ext uri="{FF2B5EF4-FFF2-40B4-BE49-F238E27FC236}">
                      <a16:creationId xmlns:a16="http://schemas.microsoft.com/office/drawing/2014/main" id="{7BAD7D0E-7827-A41F-01AA-3F1594BEEBA1}"/>
                    </a:ext>
                  </a:extLst>
                </p:cNvPr>
                <p:cNvPicPr/>
                <p:nvPr/>
              </p:nvPicPr>
              <p:blipFill>
                <a:blip r:embed="rId425"/>
                <a:stretch>
                  <a:fillRect/>
                </a:stretch>
              </p:blipFill>
              <p:spPr>
                <a:xfrm>
                  <a:off x="9983106" y="4161043"/>
                  <a:ext cx="10263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244" name="Ink 243">
                  <a:extLst>
                    <a:ext uri="{FF2B5EF4-FFF2-40B4-BE49-F238E27FC236}">
                      <a16:creationId xmlns:a16="http://schemas.microsoft.com/office/drawing/2014/main" id="{D897D15B-C081-34BA-CD29-05268AEEEEEB}"/>
                    </a:ext>
                  </a:extLst>
                </p14:cNvPr>
                <p14:cNvContentPartPr/>
                <p14:nvPr/>
              </p14:nvContentPartPr>
              <p14:xfrm>
                <a:off x="10957266" y="3978523"/>
                <a:ext cx="142200" cy="13680"/>
              </p14:xfrm>
            </p:contentPart>
          </mc:Choice>
          <mc:Fallback xmlns="">
            <p:pic>
              <p:nvPicPr>
                <p:cNvPr id="244" name="Ink 243">
                  <a:extLst>
                    <a:ext uri="{FF2B5EF4-FFF2-40B4-BE49-F238E27FC236}">
                      <a16:creationId xmlns:a16="http://schemas.microsoft.com/office/drawing/2014/main" id="{D897D15B-C081-34BA-CD29-05268AEEEEEB}"/>
                    </a:ext>
                  </a:extLst>
                </p:cNvPr>
                <p:cNvPicPr/>
                <p:nvPr/>
              </p:nvPicPr>
              <p:blipFill>
                <a:blip r:embed="rId427"/>
                <a:stretch>
                  <a:fillRect/>
                </a:stretch>
              </p:blipFill>
              <p:spPr>
                <a:xfrm>
                  <a:off x="10951146" y="3972403"/>
                  <a:ext cx="1544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245" name="Ink 244">
                  <a:extLst>
                    <a:ext uri="{FF2B5EF4-FFF2-40B4-BE49-F238E27FC236}">
                      <a16:creationId xmlns:a16="http://schemas.microsoft.com/office/drawing/2014/main" id="{3CA9011D-2A80-9E04-912F-9FAC62E2A12F}"/>
                    </a:ext>
                  </a:extLst>
                </p14:cNvPr>
                <p14:cNvContentPartPr/>
                <p14:nvPr/>
              </p14:nvContentPartPr>
              <p14:xfrm>
                <a:off x="10957266" y="4041883"/>
                <a:ext cx="123480" cy="31320"/>
              </p14:xfrm>
            </p:contentPart>
          </mc:Choice>
          <mc:Fallback xmlns="">
            <p:pic>
              <p:nvPicPr>
                <p:cNvPr id="245" name="Ink 244">
                  <a:extLst>
                    <a:ext uri="{FF2B5EF4-FFF2-40B4-BE49-F238E27FC236}">
                      <a16:creationId xmlns:a16="http://schemas.microsoft.com/office/drawing/2014/main" id="{3CA9011D-2A80-9E04-912F-9FAC62E2A12F}"/>
                    </a:ext>
                  </a:extLst>
                </p:cNvPr>
                <p:cNvPicPr/>
                <p:nvPr/>
              </p:nvPicPr>
              <p:blipFill>
                <a:blip r:embed="rId429"/>
                <a:stretch>
                  <a:fillRect/>
                </a:stretch>
              </p:blipFill>
              <p:spPr>
                <a:xfrm>
                  <a:off x="10951146" y="4035763"/>
                  <a:ext cx="1357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246" name="Ink 245">
                  <a:extLst>
                    <a:ext uri="{FF2B5EF4-FFF2-40B4-BE49-F238E27FC236}">
                      <a16:creationId xmlns:a16="http://schemas.microsoft.com/office/drawing/2014/main" id="{9E619A26-4A88-FFFF-C511-C038E2A5CE97}"/>
                    </a:ext>
                  </a:extLst>
                </p14:cNvPr>
                <p14:cNvContentPartPr/>
                <p14:nvPr/>
              </p14:nvContentPartPr>
              <p14:xfrm>
                <a:off x="11077506" y="3949723"/>
                <a:ext cx="89280" cy="131400"/>
              </p14:xfrm>
            </p:contentPart>
          </mc:Choice>
          <mc:Fallback xmlns="">
            <p:pic>
              <p:nvPicPr>
                <p:cNvPr id="246" name="Ink 245">
                  <a:extLst>
                    <a:ext uri="{FF2B5EF4-FFF2-40B4-BE49-F238E27FC236}">
                      <a16:creationId xmlns:a16="http://schemas.microsoft.com/office/drawing/2014/main" id="{9E619A26-4A88-FFFF-C511-C038E2A5CE97}"/>
                    </a:ext>
                  </a:extLst>
                </p:cNvPr>
                <p:cNvPicPr/>
                <p:nvPr/>
              </p:nvPicPr>
              <p:blipFill>
                <a:blip r:embed="rId431"/>
                <a:stretch>
                  <a:fillRect/>
                </a:stretch>
              </p:blipFill>
              <p:spPr>
                <a:xfrm>
                  <a:off x="11071386" y="3943603"/>
                  <a:ext cx="1015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247" name="Ink 246">
                  <a:extLst>
                    <a:ext uri="{FF2B5EF4-FFF2-40B4-BE49-F238E27FC236}">
                      <a16:creationId xmlns:a16="http://schemas.microsoft.com/office/drawing/2014/main" id="{1C6D7FB3-05E1-BB97-528B-6F4337A3A32C}"/>
                    </a:ext>
                  </a:extLst>
                </p14:cNvPr>
                <p14:cNvContentPartPr/>
                <p14:nvPr/>
              </p14:nvContentPartPr>
              <p14:xfrm>
                <a:off x="11216106" y="3712483"/>
                <a:ext cx="167040" cy="190080"/>
              </p14:xfrm>
            </p:contentPart>
          </mc:Choice>
          <mc:Fallback xmlns="">
            <p:pic>
              <p:nvPicPr>
                <p:cNvPr id="247" name="Ink 246">
                  <a:extLst>
                    <a:ext uri="{FF2B5EF4-FFF2-40B4-BE49-F238E27FC236}">
                      <a16:creationId xmlns:a16="http://schemas.microsoft.com/office/drawing/2014/main" id="{1C6D7FB3-05E1-BB97-528B-6F4337A3A32C}"/>
                    </a:ext>
                  </a:extLst>
                </p:cNvPr>
                <p:cNvPicPr/>
                <p:nvPr/>
              </p:nvPicPr>
              <p:blipFill>
                <a:blip r:embed="rId433"/>
                <a:stretch>
                  <a:fillRect/>
                </a:stretch>
              </p:blipFill>
              <p:spPr>
                <a:xfrm>
                  <a:off x="11209986" y="3706363"/>
                  <a:ext cx="17928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248" name="Ink 247">
                  <a:extLst>
                    <a:ext uri="{FF2B5EF4-FFF2-40B4-BE49-F238E27FC236}">
                      <a16:creationId xmlns:a16="http://schemas.microsoft.com/office/drawing/2014/main" id="{3AC8CB69-3717-65FA-4BBC-EEDE55C5D74C}"/>
                    </a:ext>
                  </a:extLst>
                </p14:cNvPr>
                <p14:cNvContentPartPr/>
                <p14:nvPr/>
              </p14:nvContentPartPr>
              <p14:xfrm>
                <a:off x="11357586" y="3641923"/>
                <a:ext cx="244800" cy="227160"/>
              </p14:xfrm>
            </p:contentPart>
          </mc:Choice>
          <mc:Fallback xmlns="">
            <p:pic>
              <p:nvPicPr>
                <p:cNvPr id="248" name="Ink 247">
                  <a:extLst>
                    <a:ext uri="{FF2B5EF4-FFF2-40B4-BE49-F238E27FC236}">
                      <a16:creationId xmlns:a16="http://schemas.microsoft.com/office/drawing/2014/main" id="{3AC8CB69-3717-65FA-4BBC-EEDE55C5D74C}"/>
                    </a:ext>
                  </a:extLst>
                </p:cNvPr>
                <p:cNvPicPr/>
                <p:nvPr/>
              </p:nvPicPr>
              <p:blipFill>
                <a:blip r:embed="rId435"/>
                <a:stretch>
                  <a:fillRect/>
                </a:stretch>
              </p:blipFill>
              <p:spPr>
                <a:xfrm>
                  <a:off x="11351466" y="3635803"/>
                  <a:ext cx="25704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249" name="Ink 248">
                  <a:extLst>
                    <a:ext uri="{FF2B5EF4-FFF2-40B4-BE49-F238E27FC236}">
                      <a16:creationId xmlns:a16="http://schemas.microsoft.com/office/drawing/2014/main" id="{0E8B147E-24CF-0DB5-1BAA-F996992EA46B}"/>
                    </a:ext>
                  </a:extLst>
                </p14:cNvPr>
                <p14:cNvContentPartPr/>
                <p14:nvPr/>
              </p14:nvContentPartPr>
              <p14:xfrm>
                <a:off x="11613546" y="3652363"/>
                <a:ext cx="499680" cy="182160"/>
              </p14:xfrm>
            </p:contentPart>
          </mc:Choice>
          <mc:Fallback xmlns="">
            <p:pic>
              <p:nvPicPr>
                <p:cNvPr id="249" name="Ink 248">
                  <a:extLst>
                    <a:ext uri="{FF2B5EF4-FFF2-40B4-BE49-F238E27FC236}">
                      <a16:creationId xmlns:a16="http://schemas.microsoft.com/office/drawing/2014/main" id="{0E8B147E-24CF-0DB5-1BAA-F996992EA46B}"/>
                    </a:ext>
                  </a:extLst>
                </p:cNvPr>
                <p:cNvPicPr/>
                <p:nvPr/>
              </p:nvPicPr>
              <p:blipFill>
                <a:blip r:embed="rId437"/>
                <a:stretch>
                  <a:fillRect/>
                </a:stretch>
              </p:blipFill>
              <p:spPr>
                <a:xfrm>
                  <a:off x="11607426" y="3646243"/>
                  <a:ext cx="5119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250" name="Ink 249">
                  <a:extLst>
                    <a:ext uri="{FF2B5EF4-FFF2-40B4-BE49-F238E27FC236}">
                      <a16:creationId xmlns:a16="http://schemas.microsoft.com/office/drawing/2014/main" id="{D83ABBC2-4660-2E98-8E36-96D031D675B1}"/>
                    </a:ext>
                  </a:extLst>
                </p14:cNvPr>
                <p14:cNvContentPartPr/>
                <p14:nvPr/>
              </p14:nvContentPartPr>
              <p14:xfrm>
                <a:off x="11453346" y="3909403"/>
                <a:ext cx="161280" cy="154800"/>
              </p14:xfrm>
            </p:contentPart>
          </mc:Choice>
          <mc:Fallback xmlns="">
            <p:pic>
              <p:nvPicPr>
                <p:cNvPr id="250" name="Ink 249">
                  <a:extLst>
                    <a:ext uri="{FF2B5EF4-FFF2-40B4-BE49-F238E27FC236}">
                      <a16:creationId xmlns:a16="http://schemas.microsoft.com/office/drawing/2014/main" id="{D83ABBC2-4660-2E98-8E36-96D031D675B1}"/>
                    </a:ext>
                  </a:extLst>
                </p:cNvPr>
                <p:cNvPicPr/>
                <p:nvPr/>
              </p:nvPicPr>
              <p:blipFill>
                <a:blip r:embed="rId439"/>
                <a:stretch>
                  <a:fillRect/>
                </a:stretch>
              </p:blipFill>
              <p:spPr>
                <a:xfrm>
                  <a:off x="11447226" y="3903283"/>
                  <a:ext cx="17352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251" name="Ink 250">
                  <a:extLst>
                    <a:ext uri="{FF2B5EF4-FFF2-40B4-BE49-F238E27FC236}">
                      <a16:creationId xmlns:a16="http://schemas.microsoft.com/office/drawing/2014/main" id="{907DA00C-4F72-C8AB-8E7D-434313A7FAA7}"/>
                    </a:ext>
                  </a:extLst>
                </p14:cNvPr>
                <p14:cNvContentPartPr/>
                <p14:nvPr/>
              </p14:nvContentPartPr>
              <p14:xfrm>
                <a:off x="11607426" y="3938563"/>
                <a:ext cx="110520" cy="77040"/>
              </p14:xfrm>
            </p:contentPart>
          </mc:Choice>
          <mc:Fallback xmlns="">
            <p:pic>
              <p:nvPicPr>
                <p:cNvPr id="251" name="Ink 250">
                  <a:extLst>
                    <a:ext uri="{FF2B5EF4-FFF2-40B4-BE49-F238E27FC236}">
                      <a16:creationId xmlns:a16="http://schemas.microsoft.com/office/drawing/2014/main" id="{907DA00C-4F72-C8AB-8E7D-434313A7FAA7}"/>
                    </a:ext>
                  </a:extLst>
                </p:cNvPr>
                <p:cNvPicPr/>
                <p:nvPr/>
              </p:nvPicPr>
              <p:blipFill>
                <a:blip r:embed="rId441"/>
                <a:stretch>
                  <a:fillRect/>
                </a:stretch>
              </p:blipFill>
              <p:spPr>
                <a:xfrm>
                  <a:off x="11601306" y="3932443"/>
                  <a:ext cx="1227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253" name="Ink 252">
                  <a:extLst>
                    <a:ext uri="{FF2B5EF4-FFF2-40B4-BE49-F238E27FC236}">
                      <a16:creationId xmlns:a16="http://schemas.microsoft.com/office/drawing/2014/main" id="{21CE3B9D-EE7E-92B8-3865-D068A9098C9B}"/>
                    </a:ext>
                  </a:extLst>
                </p14:cNvPr>
                <p14:cNvContentPartPr/>
                <p14:nvPr/>
              </p14:nvContentPartPr>
              <p14:xfrm>
                <a:off x="11861586" y="3972763"/>
                <a:ext cx="14760" cy="87120"/>
              </p14:xfrm>
            </p:contentPart>
          </mc:Choice>
          <mc:Fallback xmlns="">
            <p:pic>
              <p:nvPicPr>
                <p:cNvPr id="253" name="Ink 252">
                  <a:extLst>
                    <a:ext uri="{FF2B5EF4-FFF2-40B4-BE49-F238E27FC236}">
                      <a16:creationId xmlns:a16="http://schemas.microsoft.com/office/drawing/2014/main" id="{21CE3B9D-EE7E-92B8-3865-D068A9098C9B}"/>
                    </a:ext>
                  </a:extLst>
                </p:cNvPr>
                <p:cNvPicPr/>
                <p:nvPr/>
              </p:nvPicPr>
              <p:blipFill>
                <a:blip r:embed="rId443"/>
                <a:stretch>
                  <a:fillRect/>
                </a:stretch>
              </p:blipFill>
              <p:spPr>
                <a:xfrm>
                  <a:off x="11855466" y="3966643"/>
                  <a:ext cx="2700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254" name="Ink 253">
                  <a:extLst>
                    <a:ext uri="{FF2B5EF4-FFF2-40B4-BE49-F238E27FC236}">
                      <a16:creationId xmlns:a16="http://schemas.microsoft.com/office/drawing/2014/main" id="{DD493DB8-704C-9A42-3715-C113A64631FA}"/>
                    </a:ext>
                  </a:extLst>
                </p14:cNvPr>
                <p14:cNvContentPartPr/>
                <p14:nvPr/>
              </p14:nvContentPartPr>
              <p14:xfrm>
                <a:off x="11838546" y="3905443"/>
                <a:ext cx="9720" cy="2160"/>
              </p14:xfrm>
            </p:contentPart>
          </mc:Choice>
          <mc:Fallback xmlns="">
            <p:pic>
              <p:nvPicPr>
                <p:cNvPr id="254" name="Ink 253">
                  <a:extLst>
                    <a:ext uri="{FF2B5EF4-FFF2-40B4-BE49-F238E27FC236}">
                      <a16:creationId xmlns:a16="http://schemas.microsoft.com/office/drawing/2014/main" id="{DD493DB8-704C-9A42-3715-C113A64631FA}"/>
                    </a:ext>
                  </a:extLst>
                </p:cNvPr>
                <p:cNvPicPr/>
                <p:nvPr/>
              </p:nvPicPr>
              <p:blipFill>
                <a:blip r:embed="rId445"/>
                <a:stretch>
                  <a:fillRect/>
                </a:stretch>
              </p:blipFill>
              <p:spPr>
                <a:xfrm>
                  <a:off x="11832426" y="3899323"/>
                  <a:ext cx="2196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255" name="Ink 254">
                  <a:extLst>
                    <a:ext uri="{FF2B5EF4-FFF2-40B4-BE49-F238E27FC236}">
                      <a16:creationId xmlns:a16="http://schemas.microsoft.com/office/drawing/2014/main" id="{4454DEF9-8384-0FC5-532E-DED4699D75EB}"/>
                    </a:ext>
                  </a:extLst>
                </p14:cNvPr>
                <p14:cNvContentPartPr/>
                <p14:nvPr/>
              </p14:nvContentPartPr>
              <p14:xfrm>
                <a:off x="11940426" y="3949723"/>
                <a:ext cx="101160" cy="104400"/>
              </p14:xfrm>
            </p:contentPart>
          </mc:Choice>
          <mc:Fallback xmlns="">
            <p:pic>
              <p:nvPicPr>
                <p:cNvPr id="255" name="Ink 254">
                  <a:extLst>
                    <a:ext uri="{FF2B5EF4-FFF2-40B4-BE49-F238E27FC236}">
                      <a16:creationId xmlns:a16="http://schemas.microsoft.com/office/drawing/2014/main" id="{4454DEF9-8384-0FC5-532E-DED4699D75EB}"/>
                    </a:ext>
                  </a:extLst>
                </p:cNvPr>
                <p:cNvPicPr/>
                <p:nvPr/>
              </p:nvPicPr>
              <p:blipFill>
                <a:blip r:embed="rId447"/>
                <a:stretch>
                  <a:fillRect/>
                </a:stretch>
              </p:blipFill>
              <p:spPr>
                <a:xfrm>
                  <a:off x="11934306" y="3943603"/>
                  <a:ext cx="1134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256" name="Ink 255">
                  <a:extLst>
                    <a:ext uri="{FF2B5EF4-FFF2-40B4-BE49-F238E27FC236}">
                      <a16:creationId xmlns:a16="http://schemas.microsoft.com/office/drawing/2014/main" id="{917B9C8D-77BC-6BD1-0E7A-271CFD15D8F9}"/>
                    </a:ext>
                  </a:extLst>
                </p14:cNvPr>
                <p14:cNvContentPartPr/>
                <p14:nvPr/>
              </p14:nvContentPartPr>
              <p14:xfrm>
                <a:off x="11576826" y="4157443"/>
                <a:ext cx="114480" cy="123480"/>
              </p14:xfrm>
            </p:contentPart>
          </mc:Choice>
          <mc:Fallback xmlns="">
            <p:pic>
              <p:nvPicPr>
                <p:cNvPr id="256" name="Ink 255">
                  <a:extLst>
                    <a:ext uri="{FF2B5EF4-FFF2-40B4-BE49-F238E27FC236}">
                      <a16:creationId xmlns:a16="http://schemas.microsoft.com/office/drawing/2014/main" id="{917B9C8D-77BC-6BD1-0E7A-271CFD15D8F9}"/>
                    </a:ext>
                  </a:extLst>
                </p:cNvPr>
                <p:cNvPicPr/>
                <p:nvPr/>
              </p:nvPicPr>
              <p:blipFill>
                <a:blip r:embed="rId449"/>
                <a:stretch>
                  <a:fillRect/>
                </a:stretch>
              </p:blipFill>
              <p:spPr>
                <a:xfrm>
                  <a:off x="11570706" y="4151323"/>
                  <a:ext cx="12672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257" name="Ink 256">
                  <a:extLst>
                    <a:ext uri="{FF2B5EF4-FFF2-40B4-BE49-F238E27FC236}">
                      <a16:creationId xmlns:a16="http://schemas.microsoft.com/office/drawing/2014/main" id="{B2F400AF-1BCB-D352-6D04-180833D9D9BA}"/>
                    </a:ext>
                  </a:extLst>
                </p14:cNvPr>
                <p14:cNvContentPartPr/>
                <p14:nvPr/>
              </p14:nvContentPartPr>
              <p14:xfrm>
                <a:off x="11755386" y="4165363"/>
                <a:ext cx="228600" cy="114120"/>
              </p14:xfrm>
            </p:contentPart>
          </mc:Choice>
          <mc:Fallback xmlns="">
            <p:pic>
              <p:nvPicPr>
                <p:cNvPr id="257" name="Ink 256">
                  <a:extLst>
                    <a:ext uri="{FF2B5EF4-FFF2-40B4-BE49-F238E27FC236}">
                      <a16:creationId xmlns:a16="http://schemas.microsoft.com/office/drawing/2014/main" id="{B2F400AF-1BCB-D352-6D04-180833D9D9BA}"/>
                    </a:ext>
                  </a:extLst>
                </p:cNvPr>
                <p:cNvPicPr/>
                <p:nvPr/>
              </p:nvPicPr>
              <p:blipFill>
                <a:blip r:embed="rId451"/>
                <a:stretch>
                  <a:fillRect/>
                </a:stretch>
              </p:blipFill>
              <p:spPr>
                <a:xfrm>
                  <a:off x="11749266" y="4159243"/>
                  <a:ext cx="24084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259" name="Ink 258">
                  <a:extLst>
                    <a:ext uri="{FF2B5EF4-FFF2-40B4-BE49-F238E27FC236}">
                      <a16:creationId xmlns:a16="http://schemas.microsoft.com/office/drawing/2014/main" id="{BABCE316-9CFE-655F-95C6-F9AF4355A4B5}"/>
                    </a:ext>
                  </a:extLst>
                </p14:cNvPr>
                <p14:cNvContentPartPr/>
                <p14:nvPr/>
              </p14:nvContentPartPr>
              <p14:xfrm>
                <a:off x="10525626" y="4315483"/>
                <a:ext cx="74160" cy="219600"/>
              </p14:xfrm>
            </p:contentPart>
          </mc:Choice>
          <mc:Fallback xmlns="">
            <p:pic>
              <p:nvPicPr>
                <p:cNvPr id="259" name="Ink 258">
                  <a:extLst>
                    <a:ext uri="{FF2B5EF4-FFF2-40B4-BE49-F238E27FC236}">
                      <a16:creationId xmlns:a16="http://schemas.microsoft.com/office/drawing/2014/main" id="{BABCE316-9CFE-655F-95C6-F9AF4355A4B5}"/>
                    </a:ext>
                  </a:extLst>
                </p:cNvPr>
                <p:cNvPicPr/>
                <p:nvPr/>
              </p:nvPicPr>
              <p:blipFill>
                <a:blip r:embed="rId453"/>
                <a:stretch>
                  <a:fillRect/>
                </a:stretch>
              </p:blipFill>
              <p:spPr>
                <a:xfrm>
                  <a:off x="10519506" y="4309363"/>
                  <a:ext cx="8640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260" name="Ink 259">
                  <a:extLst>
                    <a:ext uri="{FF2B5EF4-FFF2-40B4-BE49-F238E27FC236}">
                      <a16:creationId xmlns:a16="http://schemas.microsoft.com/office/drawing/2014/main" id="{D0B07DFE-56DF-9272-76AF-D1D8D171328B}"/>
                    </a:ext>
                  </a:extLst>
                </p14:cNvPr>
                <p14:cNvContentPartPr/>
                <p14:nvPr/>
              </p14:nvContentPartPr>
              <p14:xfrm>
                <a:off x="10586826" y="4342483"/>
                <a:ext cx="31680" cy="208440"/>
              </p14:xfrm>
            </p:contentPart>
          </mc:Choice>
          <mc:Fallback xmlns="">
            <p:pic>
              <p:nvPicPr>
                <p:cNvPr id="260" name="Ink 259">
                  <a:extLst>
                    <a:ext uri="{FF2B5EF4-FFF2-40B4-BE49-F238E27FC236}">
                      <a16:creationId xmlns:a16="http://schemas.microsoft.com/office/drawing/2014/main" id="{D0B07DFE-56DF-9272-76AF-D1D8D171328B}"/>
                    </a:ext>
                  </a:extLst>
                </p:cNvPr>
                <p:cNvPicPr/>
                <p:nvPr/>
              </p:nvPicPr>
              <p:blipFill>
                <a:blip r:embed="rId455"/>
                <a:stretch>
                  <a:fillRect/>
                </a:stretch>
              </p:blipFill>
              <p:spPr>
                <a:xfrm>
                  <a:off x="10580706" y="4336363"/>
                  <a:ext cx="439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261" name="Ink 260">
                  <a:extLst>
                    <a:ext uri="{FF2B5EF4-FFF2-40B4-BE49-F238E27FC236}">
                      <a16:creationId xmlns:a16="http://schemas.microsoft.com/office/drawing/2014/main" id="{2255E299-1C20-DDE7-460C-CB84B540D96D}"/>
                    </a:ext>
                  </a:extLst>
                </p14:cNvPr>
                <p14:cNvContentPartPr/>
                <p14:nvPr/>
              </p14:nvContentPartPr>
              <p14:xfrm>
                <a:off x="10399266" y="4487203"/>
                <a:ext cx="281160" cy="96840"/>
              </p14:xfrm>
            </p:contentPart>
          </mc:Choice>
          <mc:Fallback xmlns="">
            <p:pic>
              <p:nvPicPr>
                <p:cNvPr id="261" name="Ink 260">
                  <a:extLst>
                    <a:ext uri="{FF2B5EF4-FFF2-40B4-BE49-F238E27FC236}">
                      <a16:creationId xmlns:a16="http://schemas.microsoft.com/office/drawing/2014/main" id="{2255E299-1C20-DDE7-460C-CB84B540D96D}"/>
                    </a:ext>
                  </a:extLst>
                </p:cNvPr>
                <p:cNvPicPr/>
                <p:nvPr/>
              </p:nvPicPr>
              <p:blipFill>
                <a:blip r:embed="rId457"/>
                <a:stretch>
                  <a:fillRect/>
                </a:stretch>
              </p:blipFill>
              <p:spPr>
                <a:xfrm>
                  <a:off x="10393146" y="4481083"/>
                  <a:ext cx="29340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263" name="Ink 262">
                  <a:extLst>
                    <a:ext uri="{FF2B5EF4-FFF2-40B4-BE49-F238E27FC236}">
                      <a16:creationId xmlns:a16="http://schemas.microsoft.com/office/drawing/2014/main" id="{7C7A9C83-12AE-B3C6-2376-B8F9A7B90A92}"/>
                    </a:ext>
                  </a:extLst>
                </p14:cNvPr>
                <p14:cNvContentPartPr/>
                <p14:nvPr/>
              </p14:nvContentPartPr>
              <p14:xfrm>
                <a:off x="10150146" y="4739203"/>
                <a:ext cx="166320" cy="167760"/>
              </p14:xfrm>
            </p:contentPart>
          </mc:Choice>
          <mc:Fallback xmlns="">
            <p:pic>
              <p:nvPicPr>
                <p:cNvPr id="263" name="Ink 262">
                  <a:extLst>
                    <a:ext uri="{FF2B5EF4-FFF2-40B4-BE49-F238E27FC236}">
                      <a16:creationId xmlns:a16="http://schemas.microsoft.com/office/drawing/2014/main" id="{7C7A9C83-12AE-B3C6-2376-B8F9A7B90A92}"/>
                    </a:ext>
                  </a:extLst>
                </p:cNvPr>
                <p:cNvPicPr/>
                <p:nvPr/>
              </p:nvPicPr>
              <p:blipFill>
                <a:blip r:embed="rId459"/>
                <a:stretch>
                  <a:fillRect/>
                </a:stretch>
              </p:blipFill>
              <p:spPr>
                <a:xfrm>
                  <a:off x="10144026" y="4733083"/>
                  <a:ext cx="1785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264" name="Ink 263">
                  <a:extLst>
                    <a:ext uri="{FF2B5EF4-FFF2-40B4-BE49-F238E27FC236}">
                      <a16:creationId xmlns:a16="http://schemas.microsoft.com/office/drawing/2014/main" id="{6068BA11-CEF3-6752-F7B3-D77ABB4DDFEE}"/>
                    </a:ext>
                  </a:extLst>
                </p14:cNvPr>
                <p14:cNvContentPartPr/>
                <p14:nvPr/>
              </p14:nvContentPartPr>
              <p14:xfrm>
                <a:off x="10195506" y="4855123"/>
                <a:ext cx="158040" cy="44280"/>
              </p14:xfrm>
            </p:contentPart>
          </mc:Choice>
          <mc:Fallback xmlns="">
            <p:pic>
              <p:nvPicPr>
                <p:cNvPr id="264" name="Ink 263">
                  <a:extLst>
                    <a:ext uri="{FF2B5EF4-FFF2-40B4-BE49-F238E27FC236}">
                      <a16:creationId xmlns:a16="http://schemas.microsoft.com/office/drawing/2014/main" id="{6068BA11-CEF3-6752-F7B3-D77ABB4DDFEE}"/>
                    </a:ext>
                  </a:extLst>
                </p:cNvPr>
                <p:cNvPicPr/>
                <p:nvPr/>
              </p:nvPicPr>
              <p:blipFill>
                <a:blip r:embed="rId461"/>
                <a:stretch>
                  <a:fillRect/>
                </a:stretch>
              </p:blipFill>
              <p:spPr>
                <a:xfrm>
                  <a:off x="10189386" y="4849003"/>
                  <a:ext cx="1702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265" name="Ink 264">
                  <a:extLst>
                    <a:ext uri="{FF2B5EF4-FFF2-40B4-BE49-F238E27FC236}">
                      <a16:creationId xmlns:a16="http://schemas.microsoft.com/office/drawing/2014/main" id="{83FBA740-39CA-CB05-2D0F-814F1AB5FBBC}"/>
                    </a:ext>
                  </a:extLst>
                </p14:cNvPr>
                <p14:cNvContentPartPr/>
                <p14:nvPr/>
              </p14:nvContentPartPr>
              <p14:xfrm>
                <a:off x="10374426" y="4760803"/>
                <a:ext cx="61920" cy="146160"/>
              </p14:xfrm>
            </p:contentPart>
          </mc:Choice>
          <mc:Fallback xmlns="">
            <p:pic>
              <p:nvPicPr>
                <p:cNvPr id="265" name="Ink 264">
                  <a:extLst>
                    <a:ext uri="{FF2B5EF4-FFF2-40B4-BE49-F238E27FC236}">
                      <a16:creationId xmlns:a16="http://schemas.microsoft.com/office/drawing/2014/main" id="{83FBA740-39CA-CB05-2D0F-814F1AB5FBBC}"/>
                    </a:ext>
                  </a:extLst>
                </p:cNvPr>
                <p:cNvPicPr/>
                <p:nvPr/>
              </p:nvPicPr>
              <p:blipFill>
                <a:blip r:embed="rId463"/>
                <a:stretch>
                  <a:fillRect/>
                </a:stretch>
              </p:blipFill>
              <p:spPr>
                <a:xfrm>
                  <a:off x="10368306" y="4754683"/>
                  <a:ext cx="7416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266" name="Ink 265">
                  <a:extLst>
                    <a:ext uri="{FF2B5EF4-FFF2-40B4-BE49-F238E27FC236}">
                      <a16:creationId xmlns:a16="http://schemas.microsoft.com/office/drawing/2014/main" id="{2EC2A89F-4FC0-6AF6-0E0D-B4B997472649}"/>
                    </a:ext>
                  </a:extLst>
                </p14:cNvPr>
                <p14:cNvContentPartPr/>
                <p14:nvPr/>
              </p14:nvContentPartPr>
              <p14:xfrm>
                <a:off x="10447866" y="4835683"/>
                <a:ext cx="139680" cy="81360"/>
              </p14:xfrm>
            </p:contentPart>
          </mc:Choice>
          <mc:Fallback xmlns="">
            <p:pic>
              <p:nvPicPr>
                <p:cNvPr id="266" name="Ink 265">
                  <a:extLst>
                    <a:ext uri="{FF2B5EF4-FFF2-40B4-BE49-F238E27FC236}">
                      <a16:creationId xmlns:a16="http://schemas.microsoft.com/office/drawing/2014/main" id="{2EC2A89F-4FC0-6AF6-0E0D-B4B997472649}"/>
                    </a:ext>
                  </a:extLst>
                </p:cNvPr>
                <p:cNvPicPr/>
                <p:nvPr/>
              </p:nvPicPr>
              <p:blipFill>
                <a:blip r:embed="rId465"/>
                <a:stretch>
                  <a:fillRect/>
                </a:stretch>
              </p:blipFill>
              <p:spPr>
                <a:xfrm>
                  <a:off x="10441746" y="4829563"/>
                  <a:ext cx="15192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267" name="Ink 266">
                  <a:extLst>
                    <a:ext uri="{FF2B5EF4-FFF2-40B4-BE49-F238E27FC236}">
                      <a16:creationId xmlns:a16="http://schemas.microsoft.com/office/drawing/2014/main" id="{EF459E34-E083-44B8-0942-73A1D01051B7}"/>
                    </a:ext>
                  </a:extLst>
                </p14:cNvPr>
                <p14:cNvContentPartPr/>
                <p14:nvPr/>
              </p14:nvContentPartPr>
              <p14:xfrm>
                <a:off x="10581066" y="4822363"/>
                <a:ext cx="74160" cy="73800"/>
              </p14:xfrm>
            </p:contentPart>
          </mc:Choice>
          <mc:Fallback xmlns="">
            <p:pic>
              <p:nvPicPr>
                <p:cNvPr id="267" name="Ink 266">
                  <a:extLst>
                    <a:ext uri="{FF2B5EF4-FFF2-40B4-BE49-F238E27FC236}">
                      <a16:creationId xmlns:a16="http://schemas.microsoft.com/office/drawing/2014/main" id="{EF459E34-E083-44B8-0942-73A1D01051B7}"/>
                    </a:ext>
                  </a:extLst>
                </p:cNvPr>
                <p:cNvPicPr/>
                <p:nvPr/>
              </p:nvPicPr>
              <p:blipFill>
                <a:blip r:embed="rId467"/>
                <a:stretch>
                  <a:fillRect/>
                </a:stretch>
              </p:blipFill>
              <p:spPr>
                <a:xfrm>
                  <a:off x="10574946" y="4816243"/>
                  <a:ext cx="864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268" name="Ink 267">
                  <a:extLst>
                    <a:ext uri="{FF2B5EF4-FFF2-40B4-BE49-F238E27FC236}">
                      <a16:creationId xmlns:a16="http://schemas.microsoft.com/office/drawing/2014/main" id="{33E7C116-722D-855B-67B4-ED798AEC7CA1}"/>
                    </a:ext>
                  </a:extLst>
                </p14:cNvPr>
                <p14:cNvContentPartPr/>
                <p14:nvPr/>
              </p14:nvContentPartPr>
              <p14:xfrm>
                <a:off x="10538586" y="4837483"/>
                <a:ext cx="141480" cy="50400"/>
              </p14:xfrm>
            </p:contentPart>
          </mc:Choice>
          <mc:Fallback xmlns="">
            <p:pic>
              <p:nvPicPr>
                <p:cNvPr id="268" name="Ink 267">
                  <a:extLst>
                    <a:ext uri="{FF2B5EF4-FFF2-40B4-BE49-F238E27FC236}">
                      <a16:creationId xmlns:a16="http://schemas.microsoft.com/office/drawing/2014/main" id="{33E7C116-722D-855B-67B4-ED798AEC7CA1}"/>
                    </a:ext>
                  </a:extLst>
                </p:cNvPr>
                <p:cNvPicPr/>
                <p:nvPr/>
              </p:nvPicPr>
              <p:blipFill>
                <a:blip r:embed="rId469"/>
                <a:stretch>
                  <a:fillRect/>
                </a:stretch>
              </p:blipFill>
              <p:spPr>
                <a:xfrm>
                  <a:off x="10532466" y="4831363"/>
                  <a:ext cx="15372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269" name="Ink 268">
                  <a:extLst>
                    <a:ext uri="{FF2B5EF4-FFF2-40B4-BE49-F238E27FC236}">
                      <a16:creationId xmlns:a16="http://schemas.microsoft.com/office/drawing/2014/main" id="{643873F8-4CEE-218F-D4B4-E8524929F961}"/>
                    </a:ext>
                  </a:extLst>
                </p14:cNvPr>
                <p14:cNvContentPartPr/>
                <p14:nvPr/>
              </p14:nvContentPartPr>
              <p14:xfrm>
                <a:off x="10671066" y="4762603"/>
                <a:ext cx="95400" cy="131400"/>
              </p14:xfrm>
            </p:contentPart>
          </mc:Choice>
          <mc:Fallback xmlns="">
            <p:pic>
              <p:nvPicPr>
                <p:cNvPr id="269" name="Ink 268">
                  <a:extLst>
                    <a:ext uri="{FF2B5EF4-FFF2-40B4-BE49-F238E27FC236}">
                      <a16:creationId xmlns:a16="http://schemas.microsoft.com/office/drawing/2014/main" id="{643873F8-4CEE-218F-D4B4-E8524929F961}"/>
                    </a:ext>
                  </a:extLst>
                </p:cNvPr>
                <p:cNvPicPr/>
                <p:nvPr/>
              </p:nvPicPr>
              <p:blipFill>
                <a:blip r:embed="rId471"/>
                <a:stretch>
                  <a:fillRect/>
                </a:stretch>
              </p:blipFill>
              <p:spPr>
                <a:xfrm>
                  <a:off x="10664946" y="4756483"/>
                  <a:ext cx="10764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270" name="Ink 269">
                  <a:extLst>
                    <a:ext uri="{FF2B5EF4-FFF2-40B4-BE49-F238E27FC236}">
                      <a16:creationId xmlns:a16="http://schemas.microsoft.com/office/drawing/2014/main" id="{5BADF20A-85E3-397F-4F1D-308C05BE64DB}"/>
                    </a:ext>
                  </a:extLst>
                </p14:cNvPr>
                <p14:cNvContentPartPr/>
                <p14:nvPr/>
              </p14:nvContentPartPr>
              <p14:xfrm>
                <a:off x="10821906" y="4733083"/>
                <a:ext cx="61560" cy="141120"/>
              </p14:xfrm>
            </p:contentPart>
          </mc:Choice>
          <mc:Fallback xmlns="">
            <p:pic>
              <p:nvPicPr>
                <p:cNvPr id="270" name="Ink 269">
                  <a:extLst>
                    <a:ext uri="{FF2B5EF4-FFF2-40B4-BE49-F238E27FC236}">
                      <a16:creationId xmlns:a16="http://schemas.microsoft.com/office/drawing/2014/main" id="{5BADF20A-85E3-397F-4F1D-308C05BE64DB}"/>
                    </a:ext>
                  </a:extLst>
                </p:cNvPr>
                <p:cNvPicPr/>
                <p:nvPr/>
              </p:nvPicPr>
              <p:blipFill>
                <a:blip r:embed="rId473"/>
                <a:stretch>
                  <a:fillRect/>
                </a:stretch>
              </p:blipFill>
              <p:spPr>
                <a:xfrm>
                  <a:off x="10815786" y="4726963"/>
                  <a:ext cx="7380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271" name="Ink 270">
                  <a:extLst>
                    <a:ext uri="{FF2B5EF4-FFF2-40B4-BE49-F238E27FC236}">
                      <a16:creationId xmlns:a16="http://schemas.microsoft.com/office/drawing/2014/main" id="{CB688E32-93D9-4BDF-C79B-269A2A9B2B23}"/>
                    </a:ext>
                  </a:extLst>
                </p14:cNvPr>
                <p14:cNvContentPartPr/>
                <p14:nvPr/>
              </p14:nvContentPartPr>
              <p14:xfrm>
                <a:off x="10655226" y="4791403"/>
                <a:ext cx="172800" cy="57600"/>
              </p14:xfrm>
            </p:contentPart>
          </mc:Choice>
          <mc:Fallback xmlns="">
            <p:pic>
              <p:nvPicPr>
                <p:cNvPr id="271" name="Ink 270">
                  <a:extLst>
                    <a:ext uri="{FF2B5EF4-FFF2-40B4-BE49-F238E27FC236}">
                      <a16:creationId xmlns:a16="http://schemas.microsoft.com/office/drawing/2014/main" id="{CB688E32-93D9-4BDF-C79B-269A2A9B2B23}"/>
                    </a:ext>
                  </a:extLst>
                </p:cNvPr>
                <p:cNvPicPr/>
                <p:nvPr/>
              </p:nvPicPr>
              <p:blipFill>
                <a:blip r:embed="rId475"/>
                <a:stretch>
                  <a:fillRect/>
                </a:stretch>
              </p:blipFill>
              <p:spPr>
                <a:xfrm>
                  <a:off x="10649106" y="4785283"/>
                  <a:ext cx="18504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272" name="Ink 271">
                  <a:extLst>
                    <a:ext uri="{FF2B5EF4-FFF2-40B4-BE49-F238E27FC236}">
                      <a16:creationId xmlns:a16="http://schemas.microsoft.com/office/drawing/2014/main" id="{2126097F-4FDD-E640-68FD-AA0A4D762945}"/>
                    </a:ext>
                  </a:extLst>
                </p14:cNvPr>
                <p14:cNvContentPartPr/>
                <p14:nvPr/>
              </p14:nvContentPartPr>
              <p14:xfrm>
                <a:off x="10861506" y="4768363"/>
                <a:ext cx="157680" cy="90000"/>
              </p14:xfrm>
            </p:contentPart>
          </mc:Choice>
          <mc:Fallback xmlns="">
            <p:pic>
              <p:nvPicPr>
                <p:cNvPr id="272" name="Ink 271">
                  <a:extLst>
                    <a:ext uri="{FF2B5EF4-FFF2-40B4-BE49-F238E27FC236}">
                      <a16:creationId xmlns:a16="http://schemas.microsoft.com/office/drawing/2014/main" id="{2126097F-4FDD-E640-68FD-AA0A4D762945}"/>
                    </a:ext>
                  </a:extLst>
                </p:cNvPr>
                <p:cNvPicPr/>
                <p:nvPr/>
              </p:nvPicPr>
              <p:blipFill>
                <a:blip r:embed="rId477"/>
                <a:stretch>
                  <a:fillRect/>
                </a:stretch>
              </p:blipFill>
              <p:spPr>
                <a:xfrm>
                  <a:off x="10855386" y="4762243"/>
                  <a:ext cx="1699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273" name="Ink 272">
                  <a:extLst>
                    <a:ext uri="{FF2B5EF4-FFF2-40B4-BE49-F238E27FC236}">
                      <a16:creationId xmlns:a16="http://schemas.microsoft.com/office/drawing/2014/main" id="{DBAE25B0-C5CB-275B-34F6-00B01A738541}"/>
                    </a:ext>
                  </a:extLst>
                </p14:cNvPr>
                <p14:cNvContentPartPr/>
                <p14:nvPr/>
              </p14:nvContentPartPr>
              <p14:xfrm>
                <a:off x="11022066" y="4678723"/>
                <a:ext cx="240840" cy="187200"/>
              </p14:xfrm>
            </p:contentPart>
          </mc:Choice>
          <mc:Fallback xmlns="">
            <p:pic>
              <p:nvPicPr>
                <p:cNvPr id="273" name="Ink 272">
                  <a:extLst>
                    <a:ext uri="{FF2B5EF4-FFF2-40B4-BE49-F238E27FC236}">
                      <a16:creationId xmlns:a16="http://schemas.microsoft.com/office/drawing/2014/main" id="{DBAE25B0-C5CB-275B-34F6-00B01A738541}"/>
                    </a:ext>
                  </a:extLst>
                </p:cNvPr>
                <p:cNvPicPr/>
                <p:nvPr/>
              </p:nvPicPr>
              <p:blipFill>
                <a:blip r:embed="rId479"/>
                <a:stretch>
                  <a:fillRect/>
                </a:stretch>
              </p:blipFill>
              <p:spPr>
                <a:xfrm>
                  <a:off x="11015946" y="4672603"/>
                  <a:ext cx="25308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274" name="Ink 273">
                  <a:extLst>
                    <a:ext uri="{FF2B5EF4-FFF2-40B4-BE49-F238E27FC236}">
                      <a16:creationId xmlns:a16="http://schemas.microsoft.com/office/drawing/2014/main" id="{77F21E95-B3C2-D65C-69D1-B57839CE5548}"/>
                    </a:ext>
                  </a:extLst>
                </p14:cNvPr>
                <p14:cNvContentPartPr/>
                <p14:nvPr/>
              </p14:nvContentPartPr>
              <p14:xfrm>
                <a:off x="11080386" y="4782043"/>
                <a:ext cx="145440" cy="48240"/>
              </p14:xfrm>
            </p:contentPart>
          </mc:Choice>
          <mc:Fallback xmlns="">
            <p:pic>
              <p:nvPicPr>
                <p:cNvPr id="274" name="Ink 273">
                  <a:extLst>
                    <a:ext uri="{FF2B5EF4-FFF2-40B4-BE49-F238E27FC236}">
                      <a16:creationId xmlns:a16="http://schemas.microsoft.com/office/drawing/2014/main" id="{77F21E95-B3C2-D65C-69D1-B57839CE5548}"/>
                    </a:ext>
                  </a:extLst>
                </p:cNvPr>
                <p:cNvPicPr/>
                <p:nvPr/>
              </p:nvPicPr>
              <p:blipFill>
                <a:blip r:embed="rId481"/>
                <a:stretch>
                  <a:fillRect/>
                </a:stretch>
              </p:blipFill>
              <p:spPr>
                <a:xfrm>
                  <a:off x="11074266" y="4775923"/>
                  <a:ext cx="15768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276" name="Ink 275">
                  <a:extLst>
                    <a:ext uri="{FF2B5EF4-FFF2-40B4-BE49-F238E27FC236}">
                      <a16:creationId xmlns:a16="http://schemas.microsoft.com/office/drawing/2014/main" id="{AAA40982-275D-C404-797C-AB0B8DEE97CE}"/>
                    </a:ext>
                  </a:extLst>
                </p14:cNvPr>
                <p14:cNvContentPartPr/>
                <p14:nvPr/>
              </p14:nvContentPartPr>
              <p14:xfrm>
                <a:off x="10347066" y="4895443"/>
                <a:ext cx="882360" cy="138960"/>
              </p14:xfrm>
            </p:contentPart>
          </mc:Choice>
          <mc:Fallback xmlns="">
            <p:pic>
              <p:nvPicPr>
                <p:cNvPr id="276" name="Ink 275">
                  <a:extLst>
                    <a:ext uri="{FF2B5EF4-FFF2-40B4-BE49-F238E27FC236}">
                      <a16:creationId xmlns:a16="http://schemas.microsoft.com/office/drawing/2014/main" id="{AAA40982-275D-C404-797C-AB0B8DEE97CE}"/>
                    </a:ext>
                  </a:extLst>
                </p:cNvPr>
                <p:cNvPicPr/>
                <p:nvPr/>
              </p:nvPicPr>
              <p:blipFill>
                <a:blip r:embed="rId483"/>
                <a:stretch>
                  <a:fillRect/>
                </a:stretch>
              </p:blipFill>
              <p:spPr>
                <a:xfrm>
                  <a:off x="10340946" y="4889323"/>
                  <a:ext cx="8946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277" name="Ink 276">
                  <a:extLst>
                    <a:ext uri="{FF2B5EF4-FFF2-40B4-BE49-F238E27FC236}">
                      <a16:creationId xmlns:a16="http://schemas.microsoft.com/office/drawing/2014/main" id="{F8DA0137-9A77-4B5A-5207-5012AE5F0D39}"/>
                    </a:ext>
                  </a:extLst>
                </p14:cNvPr>
                <p14:cNvContentPartPr/>
                <p14:nvPr/>
              </p14:nvContentPartPr>
              <p14:xfrm>
                <a:off x="10303866" y="4633363"/>
                <a:ext cx="826560" cy="128160"/>
              </p14:xfrm>
            </p:contentPart>
          </mc:Choice>
          <mc:Fallback xmlns="">
            <p:pic>
              <p:nvPicPr>
                <p:cNvPr id="277" name="Ink 276">
                  <a:extLst>
                    <a:ext uri="{FF2B5EF4-FFF2-40B4-BE49-F238E27FC236}">
                      <a16:creationId xmlns:a16="http://schemas.microsoft.com/office/drawing/2014/main" id="{F8DA0137-9A77-4B5A-5207-5012AE5F0D39}"/>
                    </a:ext>
                  </a:extLst>
                </p:cNvPr>
                <p:cNvPicPr/>
                <p:nvPr/>
              </p:nvPicPr>
              <p:blipFill>
                <a:blip r:embed="rId485"/>
                <a:stretch>
                  <a:fillRect/>
                </a:stretch>
              </p:blipFill>
              <p:spPr>
                <a:xfrm>
                  <a:off x="10297746" y="4627243"/>
                  <a:ext cx="8388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278" name="Ink 277">
                  <a:extLst>
                    <a:ext uri="{FF2B5EF4-FFF2-40B4-BE49-F238E27FC236}">
                      <a16:creationId xmlns:a16="http://schemas.microsoft.com/office/drawing/2014/main" id="{B56FEF73-13EB-A5D6-DB32-80535A1EFDA8}"/>
                    </a:ext>
                  </a:extLst>
                </p14:cNvPr>
                <p14:cNvContentPartPr/>
                <p14:nvPr/>
              </p14:nvContentPartPr>
              <p14:xfrm>
                <a:off x="11287386" y="4779883"/>
                <a:ext cx="141480" cy="34920"/>
              </p14:xfrm>
            </p:contentPart>
          </mc:Choice>
          <mc:Fallback xmlns="">
            <p:pic>
              <p:nvPicPr>
                <p:cNvPr id="278" name="Ink 277">
                  <a:extLst>
                    <a:ext uri="{FF2B5EF4-FFF2-40B4-BE49-F238E27FC236}">
                      <a16:creationId xmlns:a16="http://schemas.microsoft.com/office/drawing/2014/main" id="{B56FEF73-13EB-A5D6-DB32-80535A1EFDA8}"/>
                    </a:ext>
                  </a:extLst>
                </p:cNvPr>
                <p:cNvPicPr/>
                <p:nvPr/>
              </p:nvPicPr>
              <p:blipFill>
                <a:blip r:embed="rId487"/>
                <a:stretch>
                  <a:fillRect/>
                </a:stretch>
              </p:blipFill>
              <p:spPr>
                <a:xfrm>
                  <a:off x="11281266" y="4773763"/>
                  <a:ext cx="15372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279" name="Ink 278">
                  <a:extLst>
                    <a:ext uri="{FF2B5EF4-FFF2-40B4-BE49-F238E27FC236}">
                      <a16:creationId xmlns:a16="http://schemas.microsoft.com/office/drawing/2014/main" id="{3C037F5C-4DB5-7FDB-7688-77821A8CA311}"/>
                    </a:ext>
                  </a:extLst>
                </p14:cNvPr>
                <p14:cNvContentPartPr/>
                <p14:nvPr/>
              </p14:nvContentPartPr>
              <p14:xfrm>
                <a:off x="11333106" y="4822363"/>
                <a:ext cx="92880" cy="25560"/>
              </p14:xfrm>
            </p:contentPart>
          </mc:Choice>
          <mc:Fallback xmlns="">
            <p:pic>
              <p:nvPicPr>
                <p:cNvPr id="279" name="Ink 278">
                  <a:extLst>
                    <a:ext uri="{FF2B5EF4-FFF2-40B4-BE49-F238E27FC236}">
                      <a16:creationId xmlns:a16="http://schemas.microsoft.com/office/drawing/2014/main" id="{3C037F5C-4DB5-7FDB-7688-77821A8CA311}"/>
                    </a:ext>
                  </a:extLst>
                </p:cNvPr>
                <p:cNvPicPr/>
                <p:nvPr/>
              </p:nvPicPr>
              <p:blipFill>
                <a:blip r:embed="rId489"/>
                <a:stretch>
                  <a:fillRect/>
                </a:stretch>
              </p:blipFill>
              <p:spPr>
                <a:xfrm>
                  <a:off x="11326986" y="4816243"/>
                  <a:ext cx="1051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280" name="Ink 279">
                  <a:extLst>
                    <a:ext uri="{FF2B5EF4-FFF2-40B4-BE49-F238E27FC236}">
                      <a16:creationId xmlns:a16="http://schemas.microsoft.com/office/drawing/2014/main" id="{8BB14E39-94E6-C968-C88D-5BDA3B8298A3}"/>
                    </a:ext>
                  </a:extLst>
                </p14:cNvPr>
                <p14:cNvContentPartPr/>
                <p14:nvPr/>
              </p14:nvContentPartPr>
              <p14:xfrm>
                <a:off x="11399346" y="4747123"/>
                <a:ext cx="82080" cy="134640"/>
              </p14:xfrm>
            </p:contentPart>
          </mc:Choice>
          <mc:Fallback xmlns="">
            <p:pic>
              <p:nvPicPr>
                <p:cNvPr id="280" name="Ink 279">
                  <a:extLst>
                    <a:ext uri="{FF2B5EF4-FFF2-40B4-BE49-F238E27FC236}">
                      <a16:creationId xmlns:a16="http://schemas.microsoft.com/office/drawing/2014/main" id="{8BB14E39-94E6-C968-C88D-5BDA3B8298A3}"/>
                    </a:ext>
                  </a:extLst>
                </p:cNvPr>
                <p:cNvPicPr/>
                <p:nvPr/>
              </p:nvPicPr>
              <p:blipFill>
                <a:blip r:embed="rId491"/>
                <a:stretch>
                  <a:fillRect/>
                </a:stretch>
              </p:blipFill>
              <p:spPr>
                <a:xfrm>
                  <a:off x="11393226" y="4741003"/>
                  <a:ext cx="9432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282" name="Ink 281">
                  <a:extLst>
                    <a:ext uri="{FF2B5EF4-FFF2-40B4-BE49-F238E27FC236}">
                      <a16:creationId xmlns:a16="http://schemas.microsoft.com/office/drawing/2014/main" id="{97D67B7B-0F0E-AD99-D244-8E5750414CE9}"/>
                    </a:ext>
                  </a:extLst>
                </p14:cNvPr>
                <p14:cNvContentPartPr/>
                <p14:nvPr/>
              </p14:nvContentPartPr>
              <p14:xfrm>
                <a:off x="11533626" y="4698883"/>
                <a:ext cx="157680" cy="108720"/>
              </p14:xfrm>
            </p:contentPart>
          </mc:Choice>
          <mc:Fallback xmlns="">
            <p:pic>
              <p:nvPicPr>
                <p:cNvPr id="282" name="Ink 281">
                  <a:extLst>
                    <a:ext uri="{FF2B5EF4-FFF2-40B4-BE49-F238E27FC236}">
                      <a16:creationId xmlns:a16="http://schemas.microsoft.com/office/drawing/2014/main" id="{97D67B7B-0F0E-AD99-D244-8E5750414CE9}"/>
                    </a:ext>
                  </a:extLst>
                </p:cNvPr>
                <p:cNvPicPr/>
                <p:nvPr/>
              </p:nvPicPr>
              <p:blipFill>
                <a:blip r:embed="rId493"/>
                <a:stretch>
                  <a:fillRect/>
                </a:stretch>
              </p:blipFill>
              <p:spPr>
                <a:xfrm>
                  <a:off x="11527506" y="4692763"/>
                  <a:ext cx="16992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283" name="Ink 282">
                  <a:extLst>
                    <a:ext uri="{FF2B5EF4-FFF2-40B4-BE49-F238E27FC236}">
                      <a16:creationId xmlns:a16="http://schemas.microsoft.com/office/drawing/2014/main" id="{94E7206C-72B5-CC89-FC74-71ACF9564321}"/>
                    </a:ext>
                  </a:extLst>
                </p14:cNvPr>
                <p14:cNvContentPartPr/>
                <p14:nvPr/>
              </p14:nvContentPartPr>
              <p14:xfrm>
                <a:off x="11773026" y="4685923"/>
                <a:ext cx="13680" cy="99360"/>
              </p14:xfrm>
            </p:contentPart>
          </mc:Choice>
          <mc:Fallback xmlns="">
            <p:pic>
              <p:nvPicPr>
                <p:cNvPr id="283" name="Ink 282">
                  <a:extLst>
                    <a:ext uri="{FF2B5EF4-FFF2-40B4-BE49-F238E27FC236}">
                      <a16:creationId xmlns:a16="http://schemas.microsoft.com/office/drawing/2014/main" id="{94E7206C-72B5-CC89-FC74-71ACF9564321}"/>
                    </a:ext>
                  </a:extLst>
                </p:cNvPr>
                <p:cNvPicPr/>
                <p:nvPr/>
              </p:nvPicPr>
              <p:blipFill>
                <a:blip r:embed="rId495"/>
                <a:stretch>
                  <a:fillRect/>
                </a:stretch>
              </p:blipFill>
              <p:spPr>
                <a:xfrm>
                  <a:off x="11766906" y="4679803"/>
                  <a:ext cx="259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284" name="Ink 283">
                  <a:extLst>
                    <a:ext uri="{FF2B5EF4-FFF2-40B4-BE49-F238E27FC236}">
                      <a16:creationId xmlns:a16="http://schemas.microsoft.com/office/drawing/2014/main" id="{1EF57BA4-DE83-2D2C-E2F4-17C8880BD700}"/>
                    </a:ext>
                  </a:extLst>
                </p14:cNvPr>
                <p14:cNvContentPartPr/>
                <p14:nvPr/>
              </p14:nvContentPartPr>
              <p14:xfrm>
                <a:off x="11644506" y="4716163"/>
                <a:ext cx="89280" cy="64080"/>
              </p14:xfrm>
            </p:contentPart>
          </mc:Choice>
          <mc:Fallback xmlns="">
            <p:pic>
              <p:nvPicPr>
                <p:cNvPr id="284" name="Ink 283">
                  <a:extLst>
                    <a:ext uri="{FF2B5EF4-FFF2-40B4-BE49-F238E27FC236}">
                      <a16:creationId xmlns:a16="http://schemas.microsoft.com/office/drawing/2014/main" id="{1EF57BA4-DE83-2D2C-E2F4-17C8880BD700}"/>
                    </a:ext>
                  </a:extLst>
                </p:cNvPr>
                <p:cNvPicPr/>
                <p:nvPr/>
              </p:nvPicPr>
              <p:blipFill>
                <a:blip r:embed="rId497"/>
                <a:stretch>
                  <a:fillRect/>
                </a:stretch>
              </p:blipFill>
              <p:spPr>
                <a:xfrm>
                  <a:off x="11638386" y="4710043"/>
                  <a:ext cx="1015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285" name="Ink 284">
                  <a:extLst>
                    <a:ext uri="{FF2B5EF4-FFF2-40B4-BE49-F238E27FC236}">
                      <a16:creationId xmlns:a16="http://schemas.microsoft.com/office/drawing/2014/main" id="{FC6BC03E-C297-4D96-E1EE-FA88CF826F46}"/>
                    </a:ext>
                  </a:extLst>
                </p14:cNvPr>
                <p14:cNvContentPartPr/>
                <p14:nvPr/>
              </p14:nvContentPartPr>
              <p14:xfrm>
                <a:off x="11844306" y="4672243"/>
                <a:ext cx="10080" cy="100080"/>
              </p14:xfrm>
            </p:contentPart>
          </mc:Choice>
          <mc:Fallback xmlns="">
            <p:pic>
              <p:nvPicPr>
                <p:cNvPr id="285" name="Ink 284">
                  <a:extLst>
                    <a:ext uri="{FF2B5EF4-FFF2-40B4-BE49-F238E27FC236}">
                      <a16:creationId xmlns:a16="http://schemas.microsoft.com/office/drawing/2014/main" id="{FC6BC03E-C297-4D96-E1EE-FA88CF826F46}"/>
                    </a:ext>
                  </a:extLst>
                </p:cNvPr>
                <p:cNvPicPr/>
                <p:nvPr/>
              </p:nvPicPr>
              <p:blipFill>
                <a:blip r:embed="rId499"/>
                <a:stretch>
                  <a:fillRect/>
                </a:stretch>
              </p:blipFill>
              <p:spPr>
                <a:xfrm>
                  <a:off x="11838186" y="4666123"/>
                  <a:ext cx="2232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286" name="Ink 285">
                  <a:extLst>
                    <a:ext uri="{FF2B5EF4-FFF2-40B4-BE49-F238E27FC236}">
                      <a16:creationId xmlns:a16="http://schemas.microsoft.com/office/drawing/2014/main" id="{EFA39916-2B35-333F-598F-9B3A47A6F2D7}"/>
                    </a:ext>
                  </a:extLst>
                </p14:cNvPr>
                <p14:cNvContentPartPr/>
                <p14:nvPr/>
              </p14:nvContentPartPr>
              <p14:xfrm>
                <a:off x="11906586" y="4637683"/>
                <a:ext cx="31680" cy="124560"/>
              </p14:xfrm>
            </p:contentPart>
          </mc:Choice>
          <mc:Fallback xmlns="">
            <p:pic>
              <p:nvPicPr>
                <p:cNvPr id="286" name="Ink 285">
                  <a:extLst>
                    <a:ext uri="{FF2B5EF4-FFF2-40B4-BE49-F238E27FC236}">
                      <a16:creationId xmlns:a16="http://schemas.microsoft.com/office/drawing/2014/main" id="{EFA39916-2B35-333F-598F-9B3A47A6F2D7}"/>
                    </a:ext>
                  </a:extLst>
                </p:cNvPr>
                <p:cNvPicPr/>
                <p:nvPr/>
              </p:nvPicPr>
              <p:blipFill>
                <a:blip r:embed="rId501"/>
                <a:stretch>
                  <a:fillRect/>
                </a:stretch>
              </p:blipFill>
              <p:spPr>
                <a:xfrm>
                  <a:off x="11900466" y="4631563"/>
                  <a:ext cx="439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287" name="Ink 286">
                  <a:extLst>
                    <a:ext uri="{FF2B5EF4-FFF2-40B4-BE49-F238E27FC236}">
                      <a16:creationId xmlns:a16="http://schemas.microsoft.com/office/drawing/2014/main" id="{92347E8E-E9C8-E619-FE71-55C9CE3633DD}"/>
                    </a:ext>
                  </a:extLst>
                </p14:cNvPr>
                <p14:cNvContentPartPr/>
                <p14:nvPr/>
              </p14:nvContentPartPr>
              <p14:xfrm>
                <a:off x="11802186" y="4693123"/>
                <a:ext cx="107640" cy="48600"/>
              </p14:xfrm>
            </p:contentPart>
          </mc:Choice>
          <mc:Fallback xmlns="">
            <p:pic>
              <p:nvPicPr>
                <p:cNvPr id="287" name="Ink 286">
                  <a:extLst>
                    <a:ext uri="{FF2B5EF4-FFF2-40B4-BE49-F238E27FC236}">
                      <a16:creationId xmlns:a16="http://schemas.microsoft.com/office/drawing/2014/main" id="{92347E8E-E9C8-E619-FE71-55C9CE3633DD}"/>
                    </a:ext>
                  </a:extLst>
                </p:cNvPr>
                <p:cNvPicPr/>
                <p:nvPr/>
              </p:nvPicPr>
              <p:blipFill>
                <a:blip r:embed="rId503"/>
                <a:stretch>
                  <a:fillRect/>
                </a:stretch>
              </p:blipFill>
              <p:spPr>
                <a:xfrm>
                  <a:off x="11796066" y="4687003"/>
                  <a:ext cx="11988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289" name="Ink 288">
                  <a:extLst>
                    <a:ext uri="{FF2B5EF4-FFF2-40B4-BE49-F238E27FC236}">
                      <a16:creationId xmlns:a16="http://schemas.microsoft.com/office/drawing/2014/main" id="{7AA0B5C6-541B-E4C7-80B5-20413DC2E6DA}"/>
                    </a:ext>
                  </a:extLst>
                </p14:cNvPr>
                <p14:cNvContentPartPr/>
                <p14:nvPr/>
              </p14:nvContentPartPr>
              <p14:xfrm>
                <a:off x="9542106" y="4533283"/>
                <a:ext cx="524880" cy="460800"/>
              </p14:xfrm>
            </p:contentPart>
          </mc:Choice>
          <mc:Fallback xmlns="">
            <p:pic>
              <p:nvPicPr>
                <p:cNvPr id="289" name="Ink 288">
                  <a:extLst>
                    <a:ext uri="{FF2B5EF4-FFF2-40B4-BE49-F238E27FC236}">
                      <a16:creationId xmlns:a16="http://schemas.microsoft.com/office/drawing/2014/main" id="{7AA0B5C6-541B-E4C7-80B5-20413DC2E6DA}"/>
                    </a:ext>
                  </a:extLst>
                </p:cNvPr>
                <p:cNvPicPr/>
                <p:nvPr/>
              </p:nvPicPr>
              <p:blipFill>
                <a:blip r:embed="rId505"/>
                <a:stretch>
                  <a:fillRect/>
                </a:stretch>
              </p:blipFill>
              <p:spPr>
                <a:xfrm>
                  <a:off x="9535986" y="4527163"/>
                  <a:ext cx="537120" cy="47304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290" name="Ink 289">
                  <a:extLst>
                    <a:ext uri="{FF2B5EF4-FFF2-40B4-BE49-F238E27FC236}">
                      <a16:creationId xmlns:a16="http://schemas.microsoft.com/office/drawing/2014/main" id="{357C9CE9-4293-2341-8420-DE99CDBAE6F9}"/>
                    </a:ext>
                  </a:extLst>
                </p14:cNvPr>
                <p14:cNvContentPartPr/>
                <p14:nvPr/>
              </p14:nvContentPartPr>
              <p14:xfrm>
                <a:off x="9398826" y="4267963"/>
                <a:ext cx="249120" cy="201960"/>
              </p14:xfrm>
            </p:contentPart>
          </mc:Choice>
          <mc:Fallback xmlns="">
            <p:pic>
              <p:nvPicPr>
                <p:cNvPr id="290" name="Ink 289">
                  <a:extLst>
                    <a:ext uri="{FF2B5EF4-FFF2-40B4-BE49-F238E27FC236}">
                      <a16:creationId xmlns:a16="http://schemas.microsoft.com/office/drawing/2014/main" id="{357C9CE9-4293-2341-8420-DE99CDBAE6F9}"/>
                    </a:ext>
                  </a:extLst>
                </p:cNvPr>
                <p:cNvPicPr/>
                <p:nvPr/>
              </p:nvPicPr>
              <p:blipFill>
                <a:blip r:embed="rId507"/>
                <a:stretch>
                  <a:fillRect/>
                </a:stretch>
              </p:blipFill>
              <p:spPr>
                <a:xfrm>
                  <a:off x="9392706" y="4261843"/>
                  <a:ext cx="26136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291" name="Ink 290">
                  <a:extLst>
                    <a:ext uri="{FF2B5EF4-FFF2-40B4-BE49-F238E27FC236}">
                      <a16:creationId xmlns:a16="http://schemas.microsoft.com/office/drawing/2014/main" id="{E63C0360-A1E6-7AA8-F7D0-4BD28D276225}"/>
                    </a:ext>
                  </a:extLst>
                </p14:cNvPr>
                <p14:cNvContentPartPr/>
                <p14:nvPr/>
              </p14:nvContentPartPr>
              <p14:xfrm>
                <a:off x="9592866" y="4193083"/>
                <a:ext cx="295200" cy="184320"/>
              </p14:xfrm>
            </p:contentPart>
          </mc:Choice>
          <mc:Fallback xmlns="">
            <p:pic>
              <p:nvPicPr>
                <p:cNvPr id="291" name="Ink 290">
                  <a:extLst>
                    <a:ext uri="{FF2B5EF4-FFF2-40B4-BE49-F238E27FC236}">
                      <a16:creationId xmlns:a16="http://schemas.microsoft.com/office/drawing/2014/main" id="{E63C0360-A1E6-7AA8-F7D0-4BD28D276225}"/>
                    </a:ext>
                  </a:extLst>
                </p:cNvPr>
                <p:cNvPicPr/>
                <p:nvPr/>
              </p:nvPicPr>
              <p:blipFill>
                <a:blip r:embed="rId509"/>
                <a:stretch>
                  <a:fillRect/>
                </a:stretch>
              </p:blipFill>
              <p:spPr>
                <a:xfrm>
                  <a:off x="9586746" y="4186963"/>
                  <a:ext cx="30744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292" name="Ink 291">
                  <a:extLst>
                    <a:ext uri="{FF2B5EF4-FFF2-40B4-BE49-F238E27FC236}">
                      <a16:creationId xmlns:a16="http://schemas.microsoft.com/office/drawing/2014/main" id="{EBF75C51-F8BE-DFEF-6AA6-58C323E22276}"/>
                    </a:ext>
                  </a:extLst>
                </p14:cNvPr>
                <p14:cNvContentPartPr/>
                <p14:nvPr/>
              </p14:nvContentPartPr>
              <p14:xfrm>
                <a:off x="9770706" y="4103443"/>
                <a:ext cx="126000" cy="55800"/>
              </p14:xfrm>
            </p:contentPart>
          </mc:Choice>
          <mc:Fallback xmlns="">
            <p:pic>
              <p:nvPicPr>
                <p:cNvPr id="292" name="Ink 291">
                  <a:extLst>
                    <a:ext uri="{FF2B5EF4-FFF2-40B4-BE49-F238E27FC236}">
                      <a16:creationId xmlns:a16="http://schemas.microsoft.com/office/drawing/2014/main" id="{EBF75C51-F8BE-DFEF-6AA6-58C323E22276}"/>
                    </a:ext>
                  </a:extLst>
                </p:cNvPr>
                <p:cNvPicPr/>
                <p:nvPr/>
              </p:nvPicPr>
              <p:blipFill>
                <a:blip r:embed="rId511"/>
                <a:stretch>
                  <a:fillRect/>
                </a:stretch>
              </p:blipFill>
              <p:spPr>
                <a:xfrm>
                  <a:off x="9764586" y="4097323"/>
                  <a:ext cx="1382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304" name="Ink 303">
                  <a:extLst>
                    <a:ext uri="{FF2B5EF4-FFF2-40B4-BE49-F238E27FC236}">
                      <a16:creationId xmlns:a16="http://schemas.microsoft.com/office/drawing/2014/main" id="{3D2280C3-98B7-2DC9-CA35-79AA3B804E01}"/>
                    </a:ext>
                  </a:extLst>
                </p14:cNvPr>
                <p14:cNvContentPartPr/>
                <p14:nvPr/>
              </p14:nvContentPartPr>
              <p14:xfrm>
                <a:off x="11373426" y="4881763"/>
                <a:ext cx="156600" cy="206640"/>
              </p14:xfrm>
            </p:contentPart>
          </mc:Choice>
          <mc:Fallback xmlns="">
            <p:pic>
              <p:nvPicPr>
                <p:cNvPr id="304" name="Ink 303">
                  <a:extLst>
                    <a:ext uri="{FF2B5EF4-FFF2-40B4-BE49-F238E27FC236}">
                      <a16:creationId xmlns:a16="http://schemas.microsoft.com/office/drawing/2014/main" id="{3D2280C3-98B7-2DC9-CA35-79AA3B804E01}"/>
                    </a:ext>
                  </a:extLst>
                </p:cNvPr>
                <p:cNvPicPr/>
                <p:nvPr/>
              </p:nvPicPr>
              <p:blipFill>
                <a:blip r:embed="rId513"/>
                <a:stretch>
                  <a:fillRect/>
                </a:stretch>
              </p:blipFill>
              <p:spPr>
                <a:xfrm>
                  <a:off x="11367306" y="4875643"/>
                  <a:ext cx="16884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305" name="Ink 304">
                  <a:extLst>
                    <a:ext uri="{FF2B5EF4-FFF2-40B4-BE49-F238E27FC236}">
                      <a16:creationId xmlns:a16="http://schemas.microsoft.com/office/drawing/2014/main" id="{E9D2F990-3D60-621F-7E06-902BE13F150B}"/>
                    </a:ext>
                  </a:extLst>
                </p14:cNvPr>
                <p14:cNvContentPartPr/>
                <p14:nvPr/>
              </p14:nvContentPartPr>
              <p14:xfrm>
                <a:off x="11255706" y="5028283"/>
                <a:ext cx="154800" cy="83880"/>
              </p14:xfrm>
            </p:contentPart>
          </mc:Choice>
          <mc:Fallback xmlns="">
            <p:pic>
              <p:nvPicPr>
                <p:cNvPr id="305" name="Ink 304">
                  <a:extLst>
                    <a:ext uri="{FF2B5EF4-FFF2-40B4-BE49-F238E27FC236}">
                      <a16:creationId xmlns:a16="http://schemas.microsoft.com/office/drawing/2014/main" id="{E9D2F990-3D60-621F-7E06-902BE13F150B}"/>
                    </a:ext>
                  </a:extLst>
                </p:cNvPr>
                <p:cNvPicPr/>
                <p:nvPr/>
              </p:nvPicPr>
              <p:blipFill>
                <a:blip r:embed="rId515"/>
                <a:stretch>
                  <a:fillRect/>
                </a:stretch>
              </p:blipFill>
              <p:spPr>
                <a:xfrm>
                  <a:off x="11249586" y="5022163"/>
                  <a:ext cx="16704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307" name="Ink 306">
                  <a:extLst>
                    <a:ext uri="{FF2B5EF4-FFF2-40B4-BE49-F238E27FC236}">
                      <a16:creationId xmlns:a16="http://schemas.microsoft.com/office/drawing/2014/main" id="{56E44FA2-C953-70E0-6040-700A8FA17C75}"/>
                    </a:ext>
                  </a:extLst>
                </p14:cNvPr>
                <p14:cNvContentPartPr/>
                <p14:nvPr/>
              </p14:nvContentPartPr>
              <p14:xfrm>
                <a:off x="10386666" y="5359483"/>
                <a:ext cx="188640" cy="191880"/>
              </p14:xfrm>
            </p:contentPart>
          </mc:Choice>
          <mc:Fallback xmlns="">
            <p:pic>
              <p:nvPicPr>
                <p:cNvPr id="307" name="Ink 306">
                  <a:extLst>
                    <a:ext uri="{FF2B5EF4-FFF2-40B4-BE49-F238E27FC236}">
                      <a16:creationId xmlns:a16="http://schemas.microsoft.com/office/drawing/2014/main" id="{56E44FA2-C953-70E0-6040-700A8FA17C75}"/>
                    </a:ext>
                  </a:extLst>
                </p:cNvPr>
                <p:cNvPicPr/>
                <p:nvPr/>
              </p:nvPicPr>
              <p:blipFill>
                <a:blip r:embed="rId517"/>
                <a:stretch>
                  <a:fillRect/>
                </a:stretch>
              </p:blipFill>
              <p:spPr>
                <a:xfrm>
                  <a:off x="10380546" y="5353363"/>
                  <a:ext cx="20088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308" name="Ink 307">
                  <a:extLst>
                    <a:ext uri="{FF2B5EF4-FFF2-40B4-BE49-F238E27FC236}">
                      <a16:creationId xmlns:a16="http://schemas.microsoft.com/office/drawing/2014/main" id="{9149D62C-56A5-843E-4681-A50BD3880AC6}"/>
                    </a:ext>
                  </a:extLst>
                </p14:cNvPr>
                <p14:cNvContentPartPr/>
                <p14:nvPr/>
              </p14:nvContentPartPr>
              <p14:xfrm>
                <a:off x="10586826" y="5329963"/>
                <a:ext cx="118440" cy="187920"/>
              </p14:xfrm>
            </p:contentPart>
          </mc:Choice>
          <mc:Fallback xmlns="">
            <p:pic>
              <p:nvPicPr>
                <p:cNvPr id="308" name="Ink 307">
                  <a:extLst>
                    <a:ext uri="{FF2B5EF4-FFF2-40B4-BE49-F238E27FC236}">
                      <a16:creationId xmlns:a16="http://schemas.microsoft.com/office/drawing/2014/main" id="{9149D62C-56A5-843E-4681-A50BD3880AC6}"/>
                    </a:ext>
                  </a:extLst>
                </p:cNvPr>
                <p:cNvPicPr/>
                <p:nvPr/>
              </p:nvPicPr>
              <p:blipFill>
                <a:blip r:embed="rId519"/>
                <a:stretch>
                  <a:fillRect/>
                </a:stretch>
              </p:blipFill>
              <p:spPr>
                <a:xfrm>
                  <a:off x="10580706" y="5323843"/>
                  <a:ext cx="13068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309" name="Ink 308">
                  <a:extLst>
                    <a:ext uri="{FF2B5EF4-FFF2-40B4-BE49-F238E27FC236}">
                      <a16:creationId xmlns:a16="http://schemas.microsoft.com/office/drawing/2014/main" id="{44D556CE-4388-3159-E22A-01866234FB25}"/>
                    </a:ext>
                  </a:extLst>
                </p14:cNvPr>
                <p14:cNvContentPartPr/>
                <p14:nvPr/>
              </p14:nvContentPartPr>
              <p14:xfrm>
                <a:off x="10772586" y="5347963"/>
                <a:ext cx="104760" cy="122040"/>
              </p14:xfrm>
            </p:contentPart>
          </mc:Choice>
          <mc:Fallback xmlns="">
            <p:pic>
              <p:nvPicPr>
                <p:cNvPr id="309" name="Ink 308">
                  <a:extLst>
                    <a:ext uri="{FF2B5EF4-FFF2-40B4-BE49-F238E27FC236}">
                      <a16:creationId xmlns:a16="http://schemas.microsoft.com/office/drawing/2014/main" id="{44D556CE-4388-3159-E22A-01866234FB25}"/>
                    </a:ext>
                  </a:extLst>
                </p:cNvPr>
                <p:cNvPicPr/>
                <p:nvPr/>
              </p:nvPicPr>
              <p:blipFill>
                <a:blip r:embed="rId521"/>
                <a:stretch>
                  <a:fillRect/>
                </a:stretch>
              </p:blipFill>
              <p:spPr>
                <a:xfrm>
                  <a:off x="10766466" y="5341843"/>
                  <a:ext cx="1170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310" name="Ink 309">
                  <a:extLst>
                    <a:ext uri="{FF2B5EF4-FFF2-40B4-BE49-F238E27FC236}">
                      <a16:creationId xmlns:a16="http://schemas.microsoft.com/office/drawing/2014/main" id="{750EB187-C3C5-430E-0388-4C3619E819D5}"/>
                    </a:ext>
                  </a:extLst>
                </p14:cNvPr>
                <p14:cNvContentPartPr/>
                <p14:nvPr/>
              </p14:nvContentPartPr>
              <p14:xfrm>
                <a:off x="11026386" y="5355883"/>
                <a:ext cx="119160" cy="77760"/>
              </p14:xfrm>
            </p:contentPart>
          </mc:Choice>
          <mc:Fallback xmlns="">
            <p:pic>
              <p:nvPicPr>
                <p:cNvPr id="310" name="Ink 309">
                  <a:extLst>
                    <a:ext uri="{FF2B5EF4-FFF2-40B4-BE49-F238E27FC236}">
                      <a16:creationId xmlns:a16="http://schemas.microsoft.com/office/drawing/2014/main" id="{750EB187-C3C5-430E-0388-4C3619E819D5}"/>
                    </a:ext>
                  </a:extLst>
                </p:cNvPr>
                <p:cNvPicPr/>
                <p:nvPr/>
              </p:nvPicPr>
              <p:blipFill>
                <a:blip r:embed="rId523"/>
                <a:stretch>
                  <a:fillRect/>
                </a:stretch>
              </p:blipFill>
              <p:spPr>
                <a:xfrm>
                  <a:off x="11020266" y="5349763"/>
                  <a:ext cx="13140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311" name="Ink 310">
                  <a:extLst>
                    <a:ext uri="{FF2B5EF4-FFF2-40B4-BE49-F238E27FC236}">
                      <a16:creationId xmlns:a16="http://schemas.microsoft.com/office/drawing/2014/main" id="{B8E4D143-A579-E6EC-06B7-C12C19308B83}"/>
                    </a:ext>
                  </a:extLst>
                </p14:cNvPr>
                <p14:cNvContentPartPr/>
                <p14:nvPr/>
              </p14:nvContentPartPr>
              <p14:xfrm>
                <a:off x="11227986" y="5269123"/>
                <a:ext cx="167040" cy="257760"/>
              </p14:xfrm>
            </p:contentPart>
          </mc:Choice>
          <mc:Fallback xmlns="">
            <p:pic>
              <p:nvPicPr>
                <p:cNvPr id="311" name="Ink 310">
                  <a:extLst>
                    <a:ext uri="{FF2B5EF4-FFF2-40B4-BE49-F238E27FC236}">
                      <a16:creationId xmlns:a16="http://schemas.microsoft.com/office/drawing/2014/main" id="{B8E4D143-A579-E6EC-06B7-C12C19308B83}"/>
                    </a:ext>
                  </a:extLst>
                </p:cNvPr>
                <p:cNvPicPr/>
                <p:nvPr/>
              </p:nvPicPr>
              <p:blipFill>
                <a:blip r:embed="rId525"/>
                <a:stretch>
                  <a:fillRect/>
                </a:stretch>
              </p:blipFill>
              <p:spPr>
                <a:xfrm>
                  <a:off x="11221866" y="5263003"/>
                  <a:ext cx="17928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312" name="Ink 311">
                  <a:extLst>
                    <a:ext uri="{FF2B5EF4-FFF2-40B4-BE49-F238E27FC236}">
                      <a16:creationId xmlns:a16="http://schemas.microsoft.com/office/drawing/2014/main" id="{F52CD094-7C1E-7E82-E75E-F821EFFC4BDD}"/>
                    </a:ext>
                  </a:extLst>
                </p14:cNvPr>
                <p14:cNvContentPartPr/>
                <p14:nvPr/>
              </p14:nvContentPartPr>
              <p14:xfrm>
                <a:off x="11395026" y="5266603"/>
                <a:ext cx="108000" cy="207000"/>
              </p14:xfrm>
            </p:contentPart>
          </mc:Choice>
          <mc:Fallback xmlns="">
            <p:pic>
              <p:nvPicPr>
                <p:cNvPr id="312" name="Ink 311">
                  <a:extLst>
                    <a:ext uri="{FF2B5EF4-FFF2-40B4-BE49-F238E27FC236}">
                      <a16:creationId xmlns:a16="http://schemas.microsoft.com/office/drawing/2014/main" id="{F52CD094-7C1E-7E82-E75E-F821EFFC4BDD}"/>
                    </a:ext>
                  </a:extLst>
                </p:cNvPr>
                <p:cNvPicPr/>
                <p:nvPr/>
              </p:nvPicPr>
              <p:blipFill>
                <a:blip r:embed="rId527"/>
                <a:stretch>
                  <a:fillRect/>
                </a:stretch>
              </p:blipFill>
              <p:spPr>
                <a:xfrm>
                  <a:off x="11388906" y="5260483"/>
                  <a:ext cx="1202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313" name="Ink 312">
                  <a:extLst>
                    <a:ext uri="{FF2B5EF4-FFF2-40B4-BE49-F238E27FC236}">
                      <a16:creationId xmlns:a16="http://schemas.microsoft.com/office/drawing/2014/main" id="{CAB5E3D9-7AEC-0719-7AC9-875010E76A4D}"/>
                    </a:ext>
                  </a:extLst>
                </p14:cNvPr>
                <p14:cNvContentPartPr/>
                <p14:nvPr/>
              </p14:nvContentPartPr>
              <p14:xfrm>
                <a:off x="11551986" y="5278483"/>
                <a:ext cx="111960" cy="199080"/>
              </p14:xfrm>
            </p:contentPart>
          </mc:Choice>
          <mc:Fallback xmlns="">
            <p:pic>
              <p:nvPicPr>
                <p:cNvPr id="313" name="Ink 312">
                  <a:extLst>
                    <a:ext uri="{FF2B5EF4-FFF2-40B4-BE49-F238E27FC236}">
                      <a16:creationId xmlns:a16="http://schemas.microsoft.com/office/drawing/2014/main" id="{CAB5E3D9-7AEC-0719-7AC9-875010E76A4D}"/>
                    </a:ext>
                  </a:extLst>
                </p:cNvPr>
                <p:cNvPicPr/>
                <p:nvPr/>
              </p:nvPicPr>
              <p:blipFill>
                <a:blip r:embed="rId529"/>
                <a:stretch>
                  <a:fillRect/>
                </a:stretch>
              </p:blipFill>
              <p:spPr>
                <a:xfrm>
                  <a:off x="11545866" y="5272363"/>
                  <a:ext cx="12420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314" name="Ink 313">
                  <a:extLst>
                    <a:ext uri="{FF2B5EF4-FFF2-40B4-BE49-F238E27FC236}">
                      <a16:creationId xmlns:a16="http://schemas.microsoft.com/office/drawing/2014/main" id="{F4417884-06E7-4973-9335-056A5D417E21}"/>
                    </a:ext>
                  </a:extLst>
                </p14:cNvPr>
                <p14:cNvContentPartPr/>
                <p14:nvPr/>
              </p14:nvContentPartPr>
              <p14:xfrm>
                <a:off x="11209626" y="5587363"/>
                <a:ext cx="506160" cy="108000"/>
              </p14:xfrm>
            </p:contentPart>
          </mc:Choice>
          <mc:Fallback xmlns="">
            <p:pic>
              <p:nvPicPr>
                <p:cNvPr id="314" name="Ink 313">
                  <a:extLst>
                    <a:ext uri="{FF2B5EF4-FFF2-40B4-BE49-F238E27FC236}">
                      <a16:creationId xmlns:a16="http://schemas.microsoft.com/office/drawing/2014/main" id="{F4417884-06E7-4973-9335-056A5D417E21}"/>
                    </a:ext>
                  </a:extLst>
                </p:cNvPr>
                <p:cNvPicPr/>
                <p:nvPr/>
              </p:nvPicPr>
              <p:blipFill>
                <a:blip r:embed="rId531"/>
                <a:stretch>
                  <a:fillRect/>
                </a:stretch>
              </p:blipFill>
              <p:spPr>
                <a:xfrm>
                  <a:off x="11203506" y="5581243"/>
                  <a:ext cx="51840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315" name="Ink 314">
                  <a:extLst>
                    <a:ext uri="{FF2B5EF4-FFF2-40B4-BE49-F238E27FC236}">
                      <a16:creationId xmlns:a16="http://schemas.microsoft.com/office/drawing/2014/main" id="{24D72770-B8AD-AEF3-7EE9-5169BA3C68D0}"/>
                    </a:ext>
                  </a:extLst>
                </p14:cNvPr>
                <p14:cNvContentPartPr/>
                <p14:nvPr/>
              </p14:nvContentPartPr>
              <p14:xfrm>
                <a:off x="11083986" y="5688883"/>
                <a:ext cx="502920" cy="102960"/>
              </p14:xfrm>
            </p:contentPart>
          </mc:Choice>
          <mc:Fallback xmlns="">
            <p:pic>
              <p:nvPicPr>
                <p:cNvPr id="315" name="Ink 314">
                  <a:extLst>
                    <a:ext uri="{FF2B5EF4-FFF2-40B4-BE49-F238E27FC236}">
                      <a16:creationId xmlns:a16="http://schemas.microsoft.com/office/drawing/2014/main" id="{24D72770-B8AD-AEF3-7EE9-5169BA3C68D0}"/>
                    </a:ext>
                  </a:extLst>
                </p:cNvPr>
                <p:cNvPicPr/>
                <p:nvPr/>
              </p:nvPicPr>
              <p:blipFill>
                <a:blip r:embed="rId533"/>
                <a:stretch>
                  <a:fillRect/>
                </a:stretch>
              </p:blipFill>
              <p:spPr>
                <a:xfrm>
                  <a:off x="11077866" y="5682763"/>
                  <a:ext cx="51516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316" name="Ink 315">
                  <a:extLst>
                    <a:ext uri="{FF2B5EF4-FFF2-40B4-BE49-F238E27FC236}">
                      <a16:creationId xmlns:a16="http://schemas.microsoft.com/office/drawing/2014/main" id="{7ABC80FA-DC69-28CB-F355-18CE9959368C}"/>
                    </a:ext>
                  </a:extLst>
                </p14:cNvPr>
                <p14:cNvContentPartPr/>
                <p14:nvPr/>
              </p14:nvContentPartPr>
              <p14:xfrm>
                <a:off x="10640106" y="5142043"/>
                <a:ext cx="496080" cy="64080"/>
              </p14:xfrm>
            </p:contentPart>
          </mc:Choice>
          <mc:Fallback xmlns="">
            <p:pic>
              <p:nvPicPr>
                <p:cNvPr id="316" name="Ink 315">
                  <a:extLst>
                    <a:ext uri="{FF2B5EF4-FFF2-40B4-BE49-F238E27FC236}">
                      <a16:creationId xmlns:a16="http://schemas.microsoft.com/office/drawing/2014/main" id="{7ABC80FA-DC69-28CB-F355-18CE9959368C}"/>
                    </a:ext>
                  </a:extLst>
                </p:cNvPr>
                <p:cNvPicPr/>
                <p:nvPr/>
              </p:nvPicPr>
              <p:blipFill>
                <a:blip r:embed="rId535"/>
                <a:stretch>
                  <a:fillRect/>
                </a:stretch>
              </p:blipFill>
              <p:spPr>
                <a:xfrm>
                  <a:off x="10633986" y="5135923"/>
                  <a:ext cx="5083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536">
              <p14:nvContentPartPr>
                <p14:cNvPr id="317" name="Ink 316">
                  <a:extLst>
                    <a:ext uri="{FF2B5EF4-FFF2-40B4-BE49-F238E27FC236}">
                      <a16:creationId xmlns:a16="http://schemas.microsoft.com/office/drawing/2014/main" id="{BF6CE14F-270F-7D55-BDCB-0AE19ADBA5C5}"/>
                    </a:ext>
                  </a:extLst>
                </p14:cNvPr>
                <p14:cNvContentPartPr/>
                <p14:nvPr/>
              </p14:nvContentPartPr>
              <p14:xfrm>
                <a:off x="10276146" y="5652523"/>
                <a:ext cx="533520" cy="115920"/>
              </p14:xfrm>
            </p:contentPart>
          </mc:Choice>
          <mc:Fallback xmlns="">
            <p:pic>
              <p:nvPicPr>
                <p:cNvPr id="317" name="Ink 316">
                  <a:extLst>
                    <a:ext uri="{FF2B5EF4-FFF2-40B4-BE49-F238E27FC236}">
                      <a16:creationId xmlns:a16="http://schemas.microsoft.com/office/drawing/2014/main" id="{BF6CE14F-270F-7D55-BDCB-0AE19ADBA5C5}"/>
                    </a:ext>
                  </a:extLst>
                </p:cNvPr>
                <p:cNvPicPr/>
                <p:nvPr/>
              </p:nvPicPr>
              <p:blipFill>
                <a:blip r:embed="rId537"/>
                <a:stretch>
                  <a:fillRect/>
                </a:stretch>
              </p:blipFill>
              <p:spPr>
                <a:xfrm>
                  <a:off x="10270026" y="5646403"/>
                  <a:ext cx="545760" cy="128160"/>
                </a:xfrm>
                <a:prstGeom prst="rect">
                  <a:avLst/>
                </a:prstGeom>
              </p:spPr>
            </p:pic>
          </mc:Fallback>
        </mc:AlternateContent>
      </p:grpSp>
      <p:grpSp>
        <p:nvGrpSpPr>
          <p:cNvPr id="329" name="Group 328">
            <a:extLst>
              <a:ext uri="{FF2B5EF4-FFF2-40B4-BE49-F238E27FC236}">
                <a16:creationId xmlns:a16="http://schemas.microsoft.com/office/drawing/2014/main" id="{C0656A5D-EBE3-0DF0-C019-4E9C0F400856}"/>
              </a:ext>
            </a:extLst>
          </p:cNvPr>
          <p:cNvGrpSpPr/>
          <p:nvPr/>
        </p:nvGrpSpPr>
        <p:grpSpPr>
          <a:xfrm>
            <a:off x="179946" y="5975443"/>
            <a:ext cx="2637360" cy="340200"/>
            <a:chOff x="179946" y="5975443"/>
            <a:chExt cx="2637360" cy="340200"/>
          </a:xfrm>
        </p:grpSpPr>
        <mc:AlternateContent xmlns:mc="http://schemas.openxmlformats.org/markup-compatibility/2006" xmlns:p14="http://schemas.microsoft.com/office/powerpoint/2010/main">
          <mc:Choice Requires="p14">
            <p:contentPart p14:bwMode="auto" r:id="rId538">
              <p14:nvContentPartPr>
                <p14:cNvPr id="319" name="Ink 318">
                  <a:extLst>
                    <a:ext uri="{FF2B5EF4-FFF2-40B4-BE49-F238E27FC236}">
                      <a16:creationId xmlns:a16="http://schemas.microsoft.com/office/drawing/2014/main" id="{B4DC7780-8360-920F-5169-E3284E8499A6}"/>
                    </a:ext>
                  </a:extLst>
                </p14:cNvPr>
                <p14:cNvContentPartPr/>
                <p14:nvPr/>
              </p14:nvContentPartPr>
              <p14:xfrm>
                <a:off x="179946" y="6006043"/>
                <a:ext cx="390960" cy="206640"/>
              </p14:xfrm>
            </p:contentPart>
          </mc:Choice>
          <mc:Fallback xmlns="">
            <p:pic>
              <p:nvPicPr>
                <p:cNvPr id="319" name="Ink 318">
                  <a:extLst>
                    <a:ext uri="{FF2B5EF4-FFF2-40B4-BE49-F238E27FC236}">
                      <a16:creationId xmlns:a16="http://schemas.microsoft.com/office/drawing/2014/main" id="{B4DC7780-8360-920F-5169-E3284E8499A6}"/>
                    </a:ext>
                  </a:extLst>
                </p:cNvPr>
                <p:cNvPicPr/>
                <p:nvPr/>
              </p:nvPicPr>
              <p:blipFill>
                <a:blip r:embed="rId539"/>
                <a:stretch>
                  <a:fillRect/>
                </a:stretch>
              </p:blipFill>
              <p:spPr>
                <a:xfrm>
                  <a:off x="173826" y="5999923"/>
                  <a:ext cx="40320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540">
              <p14:nvContentPartPr>
                <p14:cNvPr id="320" name="Ink 319">
                  <a:extLst>
                    <a:ext uri="{FF2B5EF4-FFF2-40B4-BE49-F238E27FC236}">
                      <a16:creationId xmlns:a16="http://schemas.microsoft.com/office/drawing/2014/main" id="{F76A2FBE-0243-2E1B-34FD-DCF82C00F038}"/>
                    </a:ext>
                  </a:extLst>
                </p14:cNvPr>
                <p14:cNvContentPartPr/>
                <p14:nvPr/>
              </p14:nvContentPartPr>
              <p14:xfrm>
                <a:off x="622746" y="6048163"/>
                <a:ext cx="25560" cy="81000"/>
              </p14:xfrm>
            </p:contentPart>
          </mc:Choice>
          <mc:Fallback xmlns="">
            <p:pic>
              <p:nvPicPr>
                <p:cNvPr id="320" name="Ink 319">
                  <a:extLst>
                    <a:ext uri="{FF2B5EF4-FFF2-40B4-BE49-F238E27FC236}">
                      <a16:creationId xmlns:a16="http://schemas.microsoft.com/office/drawing/2014/main" id="{F76A2FBE-0243-2E1B-34FD-DCF82C00F038}"/>
                    </a:ext>
                  </a:extLst>
                </p:cNvPr>
                <p:cNvPicPr/>
                <p:nvPr/>
              </p:nvPicPr>
              <p:blipFill>
                <a:blip r:embed="rId541"/>
                <a:stretch>
                  <a:fillRect/>
                </a:stretch>
              </p:blipFill>
              <p:spPr>
                <a:xfrm>
                  <a:off x="616626" y="6042043"/>
                  <a:ext cx="378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542">
              <p14:nvContentPartPr>
                <p14:cNvPr id="321" name="Ink 320">
                  <a:extLst>
                    <a:ext uri="{FF2B5EF4-FFF2-40B4-BE49-F238E27FC236}">
                      <a16:creationId xmlns:a16="http://schemas.microsoft.com/office/drawing/2014/main" id="{F0461269-F118-518A-439B-DD044BF7C6B8}"/>
                    </a:ext>
                  </a:extLst>
                </p14:cNvPr>
                <p14:cNvContentPartPr/>
                <p14:nvPr/>
              </p14:nvContentPartPr>
              <p14:xfrm>
                <a:off x="745506" y="5999203"/>
                <a:ext cx="37800" cy="123480"/>
              </p14:xfrm>
            </p:contentPart>
          </mc:Choice>
          <mc:Fallback xmlns="">
            <p:pic>
              <p:nvPicPr>
                <p:cNvPr id="321" name="Ink 320">
                  <a:extLst>
                    <a:ext uri="{FF2B5EF4-FFF2-40B4-BE49-F238E27FC236}">
                      <a16:creationId xmlns:a16="http://schemas.microsoft.com/office/drawing/2014/main" id="{F0461269-F118-518A-439B-DD044BF7C6B8}"/>
                    </a:ext>
                  </a:extLst>
                </p:cNvPr>
                <p:cNvPicPr/>
                <p:nvPr/>
              </p:nvPicPr>
              <p:blipFill>
                <a:blip r:embed="rId543"/>
                <a:stretch>
                  <a:fillRect/>
                </a:stretch>
              </p:blipFill>
              <p:spPr>
                <a:xfrm>
                  <a:off x="739386" y="5993083"/>
                  <a:ext cx="5004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544">
              <p14:nvContentPartPr>
                <p14:cNvPr id="322" name="Ink 321">
                  <a:extLst>
                    <a:ext uri="{FF2B5EF4-FFF2-40B4-BE49-F238E27FC236}">
                      <a16:creationId xmlns:a16="http://schemas.microsoft.com/office/drawing/2014/main" id="{85F233B8-0759-04AF-F21A-3B0444D8845E}"/>
                    </a:ext>
                  </a:extLst>
                </p14:cNvPr>
                <p14:cNvContentPartPr/>
                <p14:nvPr/>
              </p14:nvContentPartPr>
              <p14:xfrm>
                <a:off x="838386" y="5975443"/>
                <a:ext cx="192240" cy="186120"/>
              </p14:xfrm>
            </p:contentPart>
          </mc:Choice>
          <mc:Fallback xmlns="">
            <p:pic>
              <p:nvPicPr>
                <p:cNvPr id="322" name="Ink 321">
                  <a:extLst>
                    <a:ext uri="{FF2B5EF4-FFF2-40B4-BE49-F238E27FC236}">
                      <a16:creationId xmlns:a16="http://schemas.microsoft.com/office/drawing/2014/main" id="{85F233B8-0759-04AF-F21A-3B0444D8845E}"/>
                    </a:ext>
                  </a:extLst>
                </p:cNvPr>
                <p:cNvPicPr/>
                <p:nvPr/>
              </p:nvPicPr>
              <p:blipFill>
                <a:blip r:embed="rId545"/>
                <a:stretch>
                  <a:fillRect/>
                </a:stretch>
              </p:blipFill>
              <p:spPr>
                <a:xfrm>
                  <a:off x="832266" y="5969323"/>
                  <a:ext cx="20448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546">
              <p14:nvContentPartPr>
                <p14:cNvPr id="323" name="Ink 322">
                  <a:extLst>
                    <a:ext uri="{FF2B5EF4-FFF2-40B4-BE49-F238E27FC236}">
                      <a16:creationId xmlns:a16="http://schemas.microsoft.com/office/drawing/2014/main" id="{0F820811-AF32-CB57-C430-ED71ED202CC5}"/>
                    </a:ext>
                  </a:extLst>
                </p14:cNvPr>
                <p14:cNvContentPartPr/>
                <p14:nvPr/>
              </p14:nvContentPartPr>
              <p14:xfrm>
                <a:off x="1298106" y="6049603"/>
                <a:ext cx="642960" cy="185400"/>
              </p14:xfrm>
            </p:contentPart>
          </mc:Choice>
          <mc:Fallback xmlns="">
            <p:pic>
              <p:nvPicPr>
                <p:cNvPr id="323" name="Ink 322">
                  <a:extLst>
                    <a:ext uri="{FF2B5EF4-FFF2-40B4-BE49-F238E27FC236}">
                      <a16:creationId xmlns:a16="http://schemas.microsoft.com/office/drawing/2014/main" id="{0F820811-AF32-CB57-C430-ED71ED202CC5}"/>
                    </a:ext>
                  </a:extLst>
                </p:cNvPr>
                <p:cNvPicPr/>
                <p:nvPr/>
              </p:nvPicPr>
              <p:blipFill>
                <a:blip r:embed="rId547"/>
                <a:stretch>
                  <a:fillRect/>
                </a:stretch>
              </p:blipFill>
              <p:spPr>
                <a:xfrm>
                  <a:off x="1291986" y="6043483"/>
                  <a:ext cx="65520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548">
              <p14:nvContentPartPr>
                <p14:cNvPr id="324" name="Ink 323">
                  <a:extLst>
                    <a:ext uri="{FF2B5EF4-FFF2-40B4-BE49-F238E27FC236}">
                      <a16:creationId xmlns:a16="http://schemas.microsoft.com/office/drawing/2014/main" id="{834897F5-D88E-EA01-F865-6305F83E9BF0}"/>
                    </a:ext>
                  </a:extLst>
                </p14:cNvPr>
                <p14:cNvContentPartPr/>
                <p14:nvPr/>
              </p14:nvContentPartPr>
              <p14:xfrm>
                <a:off x="2166426" y="5984443"/>
                <a:ext cx="617400" cy="270360"/>
              </p14:xfrm>
            </p:contentPart>
          </mc:Choice>
          <mc:Fallback xmlns="">
            <p:pic>
              <p:nvPicPr>
                <p:cNvPr id="324" name="Ink 323">
                  <a:extLst>
                    <a:ext uri="{FF2B5EF4-FFF2-40B4-BE49-F238E27FC236}">
                      <a16:creationId xmlns:a16="http://schemas.microsoft.com/office/drawing/2014/main" id="{834897F5-D88E-EA01-F865-6305F83E9BF0}"/>
                    </a:ext>
                  </a:extLst>
                </p:cNvPr>
                <p:cNvPicPr/>
                <p:nvPr/>
              </p:nvPicPr>
              <p:blipFill>
                <a:blip r:embed="rId549"/>
                <a:stretch>
                  <a:fillRect/>
                </a:stretch>
              </p:blipFill>
              <p:spPr>
                <a:xfrm>
                  <a:off x="2160306" y="5978323"/>
                  <a:ext cx="62964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550">
              <p14:nvContentPartPr>
                <p14:cNvPr id="325" name="Ink 324">
                  <a:extLst>
                    <a:ext uri="{FF2B5EF4-FFF2-40B4-BE49-F238E27FC236}">
                      <a16:creationId xmlns:a16="http://schemas.microsoft.com/office/drawing/2014/main" id="{DE1B2174-3656-6B2A-83F7-330B6F10617D}"/>
                    </a:ext>
                  </a:extLst>
                </p14:cNvPr>
                <p14:cNvContentPartPr/>
                <p14:nvPr/>
              </p14:nvContentPartPr>
              <p14:xfrm>
                <a:off x="2367306" y="6261643"/>
                <a:ext cx="379440" cy="54000"/>
              </p14:xfrm>
            </p:contentPart>
          </mc:Choice>
          <mc:Fallback xmlns="">
            <p:pic>
              <p:nvPicPr>
                <p:cNvPr id="325" name="Ink 324">
                  <a:extLst>
                    <a:ext uri="{FF2B5EF4-FFF2-40B4-BE49-F238E27FC236}">
                      <a16:creationId xmlns:a16="http://schemas.microsoft.com/office/drawing/2014/main" id="{DE1B2174-3656-6B2A-83F7-330B6F10617D}"/>
                    </a:ext>
                  </a:extLst>
                </p:cNvPr>
                <p:cNvPicPr/>
                <p:nvPr/>
              </p:nvPicPr>
              <p:blipFill>
                <a:blip r:embed="rId551"/>
                <a:stretch>
                  <a:fillRect/>
                </a:stretch>
              </p:blipFill>
              <p:spPr>
                <a:xfrm>
                  <a:off x="2361186" y="6255523"/>
                  <a:ext cx="39168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552">
              <p14:nvContentPartPr>
                <p14:cNvPr id="326" name="Ink 325">
                  <a:extLst>
                    <a:ext uri="{FF2B5EF4-FFF2-40B4-BE49-F238E27FC236}">
                      <a16:creationId xmlns:a16="http://schemas.microsoft.com/office/drawing/2014/main" id="{2253BB7C-723D-897F-1B01-E16B29CBB57F}"/>
                    </a:ext>
                  </a:extLst>
                </p14:cNvPr>
                <p14:cNvContentPartPr/>
                <p14:nvPr/>
              </p14:nvContentPartPr>
              <p14:xfrm>
                <a:off x="2666106" y="6099283"/>
                <a:ext cx="139680" cy="29520"/>
              </p14:xfrm>
            </p:contentPart>
          </mc:Choice>
          <mc:Fallback xmlns="">
            <p:pic>
              <p:nvPicPr>
                <p:cNvPr id="326" name="Ink 325">
                  <a:extLst>
                    <a:ext uri="{FF2B5EF4-FFF2-40B4-BE49-F238E27FC236}">
                      <a16:creationId xmlns:a16="http://schemas.microsoft.com/office/drawing/2014/main" id="{2253BB7C-723D-897F-1B01-E16B29CBB57F}"/>
                    </a:ext>
                  </a:extLst>
                </p:cNvPr>
                <p:cNvPicPr/>
                <p:nvPr/>
              </p:nvPicPr>
              <p:blipFill>
                <a:blip r:embed="rId553"/>
                <a:stretch>
                  <a:fillRect/>
                </a:stretch>
              </p:blipFill>
              <p:spPr>
                <a:xfrm>
                  <a:off x="2659986" y="6093163"/>
                  <a:ext cx="1519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554">
              <p14:nvContentPartPr>
                <p14:cNvPr id="327" name="Ink 326">
                  <a:extLst>
                    <a:ext uri="{FF2B5EF4-FFF2-40B4-BE49-F238E27FC236}">
                      <a16:creationId xmlns:a16="http://schemas.microsoft.com/office/drawing/2014/main" id="{66E64D03-7397-FA40-CA1B-761E164E832A}"/>
                    </a:ext>
                  </a:extLst>
                </p14:cNvPr>
                <p14:cNvContentPartPr/>
                <p14:nvPr/>
              </p14:nvContentPartPr>
              <p14:xfrm>
                <a:off x="2693826" y="6163003"/>
                <a:ext cx="123480" cy="44280"/>
              </p14:xfrm>
            </p:contentPart>
          </mc:Choice>
          <mc:Fallback xmlns="">
            <p:pic>
              <p:nvPicPr>
                <p:cNvPr id="327" name="Ink 326">
                  <a:extLst>
                    <a:ext uri="{FF2B5EF4-FFF2-40B4-BE49-F238E27FC236}">
                      <a16:creationId xmlns:a16="http://schemas.microsoft.com/office/drawing/2014/main" id="{66E64D03-7397-FA40-CA1B-761E164E832A}"/>
                    </a:ext>
                  </a:extLst>
                </p:cNvPr>
                <p:cNvPicPr/>
                <p:nvPr/>
              </p:nvPicPr>
              <p:blipFill>
                <a:blip r:embed="rId555"/>
                <a:stretch>
                  <a:fillRect/>
                </a:stretch>
              </p:blipFill>
              <p:spPr>
                <a:xfrm>
                  <a:off x="2687706" y="6156883"/>
                  <a:ext cx="1357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556">
              <p14:nvContentPartPr>
                <p14:cNvPr id="328" name="Ink 327">
                  <a:extLst>
                    <a:ext uri="{FF2B5EF4-FFF2-40B4-BE49-F238E27FC236}">
                      <a16:creationId xmlns:a16="http://schemas.microsoft.com/office/drawing/2014/main" id="{2B5FFFEB-8CE4-4EA9-104A-8FECA42F12BB}"/>
                    </a:ext>
                  </a:extLst>
                </p14:cNvPr>
                <p14:cNvContentPartPr/>
                <p14:nvPr/>
              </p14:nvContentPartPr>
              <p14:xfrm>
                <a:off x="2619666" y="6033763"/>
                <a:ext cx="132480" cy="187200"/>
              </p14:xfrm>
            </p:contentPart>
          </mc:Choice>
          <mc:Fallback xmlns="">
            <p:pic>
              <p:nvPicPr>
                <p:cNvPr id="328" name="Ink 327">
                  <a:extLst>
                    <a:ext uri="{FF2B5EF4-FFF2-40B4-BE49-F238E27FC236}">
                      <a16:creationId xmlns:a16="http://schemas.microsoft.com/office/drawing/2014/main" id="{2B5FFFEB-8CE4-4EA9-104A-8FECA42F12BB}"/>
                    </a:ext>
                  </a:extLst>
                </p:cNvPr>
                <p:cNvPicPr/>
                <p:nvPr/>
              </p:nvPicPr>
              <p:blipFill>
                <a:blip r:embed="rId557"/>
                <a:stretch>
                  <a:fillRect/>
                </a:stretch>
              </p:blipFill>
              <p:spPr>
                <a:xfrm>
                  <a:off x="2613546" y="6027643"/>
                  <a:ext cx="144720" cy="199440"/>
                </a:xfrm>
                <a:prstGeom prst="rect">
                  <a:avLst/>
                </a:prstGeom>
              </p:spPr>
            </p:pic>
          </mc:Fallback>
        </mc:AlternateContent>
      </p:grpSp>
      <p:grpSp>
        <p:nvGrpSpPr>
          <p:cNvPr id="348" name="Group 347">
            <a:extLst>
              <a:ext uri="{FF2B5EF4-FFF2-40B4-BE49-F238E27FC236}">
                <a16:creationId xmlns:a16="http://schemas.microsoft.com/office/drawing/2014/main" id="{4D545DA9-4095-4E71-35AD-B60FB8833304}"/>
              </a:ext>
            </a:extLst>
          </p:cNvPr>
          <p:cNvGrpSpPr/>
          <p:nvPr/>
        </p:nvGrpSpPr>
        <p:grpSpPr>
          <a:xfrm>
            <a:off x="1614839" y="4693702"/>
            <a:ext cx="1265760" cy="192960"/>
            <a:chOff x="1614839" y="4693702"/>
            <a:chExt cx="1265760" cy="192960"/>
          </a:xfrm>
        </p:grpSpPr>
        <mc:AlternateContent xmlns:mc="http://schemas.openxmlformats.org/markup-compatibility/2006" xmlns:p14="http://schemas.microsoft.com/office/powerpoint/2010/main">
          <mc:Choice Requires="p14">
            <p:contentPart p14:bwMode="auto" r:id="rId558">
              <p14:nvContentPartPr>
                <p14:cNvPr id="330" name="Ink 329">
                  <a:extLst>
                    <a:ext uri="{FF2B5EF4-FFF2-40B4-BE49-F238E27FC236}">
                      <a16:creationId xmlns:a16="http://schemas.microsoft.com/office/drawing/2014/main" id="{00138C05-4EC0-5BA8-55DA-BA6F2C7AB87B}"/>
                    </a:ext>
                  </a:extLst>
                </p14:cNvPr>
                <p14:cNvContentPartPr/>
                <p14:nvPr/>
              </p14:nvContentPartPr>
              <p14:xfrm>
                <a:off x="1614839" y="4737982"/>
                <a:ext cx="150480" cy="119160"/>
              </p14:xfrm>
            </p:contentPart>
          </mc:Choice>
          <mc:Fallback xmlns="">
            <p:pic>
              <p:nvPicPr>
                <p:cNvPr id="330" name="Ink 329">
                  <a:extLst>
                    <a:ext uri="{FF2B5EF4-FFF2-40B4-BE49-F238E27FC236}">
                      <a16:creationId xmlns:a16="http://schemas.microsoft.com/office/drawing/2014/main" id="{00138C05-4EC0-5BA8-55DA-BA6F2C7AB87B}"/>
                    </a:ext>
                  </a:extLst>
                </p:cNvPr>
                <p:cNvPicPr/>
                <p:nvPr/>
              </p:nvPicPr>
              <p:blipFill>
                <a:blip r:embed="rId559"/>
                <a:stretch>
                  <a:fillRect/>
                </a:stretch>
              </p:blipFill>
              <p:spPr>
                <a:xfrm>
                  <a:off x="1608719" y="4731862"/>
                  <a:ext cx="16272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560">
              <p14:nvContentPartPr>
                <p14:cNvPr id="331" name="Ink 330">
                  <a:extLst>
                    <a:ext uri="{FF2B5EF4-FFF2-40B4-BE49-F238E27FC236}">
                      <a16:creationId xmlns:a16="http://schemas.microsoft.com/office/drawing/2014/main" id="{10220543-95E1-3F5C-3F43-20387045A499}"/>
                    </a:ext>
                  </a:extLst>
                </p14:cNvPr>
                <p14:cNvContentPartPr/>
                <p14:nvPr/>
              </p14:nvContentPartPr>
              <p14:xfrm>
                <a:off x="1638959" y="4800262"/>
                <a:ext cx="194400" cy="34920"/>
              </p14:xfrm>
            </p:contentPart>
          </mc:Choice>
          <mc:Fallback xmlns="">
            <p:pic>
              <p:nvPicPr>
                <p:cNvPr id="331" name="Ink 330">
                  <a:extLst>
                    <a:ext uri="{FF2B5EF4-FFF2-40B4-BE49-F238E27FC236}">
                      <a16:creationId xmlns:a16="http://schemas.microsoft.com/office/drawing/2014/main" id="{10220543-95E1-3F5C-3F43-20387045A499}"/>
                    </a:ext>
                  </a:extLst>
                </p:cNvPr>
                <p:cNvPicPr/>
                <p:nvPr/>
              </p:nvPicPr>
              <p:blipFill>
                <a:blip r:embed="rId561"/>
                <a:stretch>
                  <a:fillRect/>
                </a:stretch>
              </p:blipFill>
              <p:spPr>
                <a:xfrm>
                  <a:off x="1632839" y="4794142"/>
                  <a:ext cx="2066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562">
              <p14:nvContentPartPr>
                <p14:cNvPr id="332" name="Ink 331">
                  <a:extLst>
                    <a:ext uri="{FF2B5EF4-FFF2-40B4-BE49-F238E27FC236}">
                      <a16:creationId xmlns:a16="http://schemas.microsoft.com/office/drawing/2014/main" id="{2A5BE494-C498-C8D7-4254-BC96BE8A7A14}"/>
                    </a:ext>
                  </a:extLst>
                </p14:cNvPr>
                <p14:cNvContentPartPr/>
                <p14:nvPr/>
              </p14:nvContentPartPr>
              <p14:xfrm>
                <a:off x="1874399" y="4739422"/>
                <a:ext cx="18720" cy="92520"/>
              </p14:xfrm>
            </p:contentPart>
          </mc:Choice>
          <mc:Fallback xmlns="">
            <p:pic>
              <p:nvPicPr>
                <p:cNvPr id="332" name="Ink 331">
                  <a:extLst>
                    <a:ext uri="{FF2B5EF4-FFF2-40B4-BE49-F238E27FC236}">
                      <a16:creationId xmlns:a16="http://schemas.microsoft.com/office/drawing/2014/main" id="{2A5BE494-C498-C8D7-4254-BC96BE8A7A14}"/>
                    </a:ext>
                  </a:extLst>
                </p:cNvPr>
                <p:cNvPicPr/>
                <p:nvPr/>
              </p:nvPicPr>
              <p:blipFill>
                <a:blip r:embed="rId563"/>
                <a:stretch>
                  <a:fillRect/>
                </a:stretch>
              </p:blipFill>
              <p:spPr>
                <a:xfrm>
                  <a:off x="1868279" y="4733302"/>
                  <a:ext cx="309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564">
              <p14:nvContentPartPr>
                <p14:cNvPr id="333" name="Ink 332">
                  <a:extLst>
                    <a:ext uri="{FF2B5EF4-FFF2-40B4-BE49-F238E27FC236}">
                      <a16:creationId xmlns:a16="http://schemas.microsoft.com/office/drawing/2014/main" id="{145D1744-427D-1AD3-9EB2-CDC04C4C0358}"/>
                    </a:ext>
                  </a:extLst>
                </p14:cNvPr>
                <p14:cNvContentPartPr/>
                <p14:nvPr/>
              </p14:nvContentPartPr>
              <p14:xfrm>
                <a:off x="1998239" y="4769302"/>
                <a:ext cx="27720" cy="18720"/>
              </p14:xfrm>
            </p:contentPart>
          </mc:Choice>
          <mc:Fallback xmlns="">
            <p:pic>
              <p:nvPicPr>
                <p:cNvPr id="333" name="Ink 332">
                  <a:extLst>
                    <a:ext uri="{FF2B5EF4-FFF2-40B4-BE49-F238E27FC236}">
                      <a16:creationId xmlns:a16="http://schemas.microsoft.com/office/drawing/2014/main" id="{145D1744-427D-1AD3-9EB2-CDC04C4C0358}"/>
                    </a:ext>
                  </a:extLst>
                </p:cNvPr>
                <p:cNvPicPr/>
                <p:nvPr/>
              </p:nvPicPr>
              <p:blipFill>
                <a:blip r:embed="rId565"/>
                <a:stretch>
                  <a:fillRect/>
                </a:stretch>
              </p:blipFill>
              <p:spPr>
                <a:xfrm>
                  <a:off x="1992119" y="4763182"/>
                  <a:ext cx="399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566">
              <p14:nvContentPartPr>
                <p14:cNvPr id="334" name="Ink 333">
                  <a:extLst>
                    <a:ext uri="{FF2B5EF4-FFF2-40B4-BE49-F238E27FC236}">
                      <a16:creationId xmlns:a16="http://schemas.microsoft.com/office/drawing/2014/main" id="{7405BEC6-B46B-18D9-B8B2-F413C21E5DB1}"/>
                    </a:ext>
                  </a:extLst>
                </p14:cNvPr>
                <p14:cNvContentPartPr/>
                <p14:nvPr/>
              </p14:nvContentPartPr>
              <p14:xfrm>
                <a:off x="2076719" y="4731142"/>
                <a:ext cx="124560" cy="103680"/>
              </p14:xfrm>
            </p:contentPart>
          </mc:Choice>
          <mc:Fallback xmlns="">
            <p:pic>
              <p:nvPicPr>
                <p:cNvPr id="334" name="Ink 333">
                  <a:extLst>
                    <a:ext uri="{FF2B5EF4-FFF2-40B4-BE49-F238E27FC236}">
                      <a16:creationId xmlns:a16="http://schemas.microsoft.com/office/drawing/2014/main" id="{7405BEC6-B46B-18D9-B8B2-F413C21E5DB1}"/>
                    </a:ext>
                  </a:extLst>
                </p:cNvPr>
                <p:cNvPicPr/>
                <p:nvPr/>
              </p:nvPicPr>
              <p:blipFill>
                <a:blip r:embed="rId567"/>
                <a:stretch>
                  <a:fillRect/>
                </a:stretch>
              </p:blipFill>
              <p:spPr>
                <a:xfrm>
                  <a:off x="2070599" y="4725022"/>
                  <a:ext cx="1368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568">
              <p14:nvContentPartPr>
                <p14:cNvPr id="335" name="Ink 334">
                  <a:extLst>
                    <a:ext uri="{FF2B5EF4-FFF2-40B4-BE49-F238E27FC236}">
                      <a16:creationId xmlns:a16="http://schemas.microsoft.com/office/drawing/2014/main" id="{DCE4F894-DD1C-8EDD-C330-1F0277695156}"/>
                    </a:ext>
                  </a:extLst>
                </p14:cNvPr>
                <p14:cNvContentPartPr/>
                <p14:nvPr/>
              </p14:nvContentPartPr>
              <p14:xfrm>
                <a:off x="2315399" y="4693702"/>
                <a:ext cx="84960" cy="148320"/>
              </p14:xfrm>
            </p:contentPart>
          </mc:Choice>
          <mc:Fallback xmlns="">
            <p:pic>
              <p:nvPicPr>
                <p:cNvPr id="335" name="Ink 334">
                  <a:extLst>
                    <a:ext uri="{FF2B5EF4-FFF2-40B4-BE49-F238E27FC236}">
                      <a16:creationId xmlns:a16="http://schemas.microsoft.com/office/drawing/2014/main" id="{DCE4F894-DD1C-8EDD-C330-1F0277695156}"/>
                    </a:ext>
                  </a:extLst>
                </p:cNvPr>
                <p:cNvPicPr/>
                <p:nvPr/>
              </p:nvPicPr>
              <p:blipFill>
                <a:blip r:embed="rId569"/>
                <a:stretch>
                  <a:fillRect/>
                </a:stretch>
              </p:blipFill>
              <p:spPr>
                <a:xfrm>
                  <a:off x="2309279" y="4687582"/>
                  <a:ext cx="972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570">
              <p14:nvContentPartPr>
                <p14:cNvPr id="336" name="Ink 335">
                  <a:extLst>
                    <a:ext uri="{FF2B5EF4-FFF2-40B4-BE49-F238E27FC236}">
                      <a16:creationId xmlns:a16="http://schemas.microsoft.com/office/drawing/2014/main" id="{AC57B188-D664-701F-25CF-AB13C534B51D}"/>
                    </a:ext>
                  </a:extLst>
                </p14:cNvPr>
                <p14:cNvContentPartPr/>
                <p14:nvPr/>
              </p14:nvContentPartPr>
              <p14:xfrm>
                <a:off x="2240159" y="4743022"/>
                <a:ext cx="72720" cy="10440"/>
              </p14:xfrm>
            </p:contentPart>
          </mc:Choice>
          <mc:Fallback xmlns="">
            <p:pic>
              <p:nvPicPr>
                <p:cNvPr id="336" name="Ink 335">
                  <a:extLst>
                    <a:ext uri="{FF2B5EF4-FFF2-40B4-BE49-F238E27FC236}">
                      <a16:creationId xmlns:a16="http://schemas.microsoft.com/office/drawing/2014/main" id="{AC57B188-D664-701F-25CF-AB13C534B51D}"/>
                    </a:ext>
                  </a:extLst>
                </p:cNvPr>
                <p:cNvPicPr/>
                <p:nvPr/>
              </p:nvPicPr>
              <p:blipFill>
                <a:blip r:embed="rId571"/>
                <a:stretch>
                  <a:fillRect/>
                </a:stretch>
              </p:blipFill>
              <p:spPr>
                <a:xfrm>
                  <a:off x="2234039" y="4736902"/>
                  <a:ext cx="849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572">
              <p14:nvContentPartPr>
                <p14:cNvPr id="337" name="Ink 336">
                  <a:extLst>
                    <a:ext uri="{FF2B5EF4-FFF2-40B4-BE49-F238E27FC236}">
                      <a16:creationId xmlns:a16="http://schemas.microsoft.com/office/drawing/2014/main" id="{CD650C9B-76AF-919A-8B3E-10828333926E}"/>
                    </a:ext>
                  </a:extLst>
                </p14:cNvPr>
                <p14:cNvContentPartPr/>
                <p14:nvPr/>
              </p14:nvContentPartPr>
              <p14:xfrm>
                <a:off x="2408639" y="4766062"/>
                <a:ext cx="3960" cy="3240"/>
              </p14:xfrm>
            </p:contentPart>
          </mc:Choice>
          <mc:Fallback xmlns="">
            <p:pic>
              <p:nvPicPr>
                <p:cNvPr id="337" name="Ink 336">
                  <a:extLst>
                    <a:ext uri="{FF2B5EF4-FFF2-40B4-BE49-F238E27FC236}">
                      <a16:creationId xmlns:a16="http://schemas.microsoft.com/office/drawing/2014/main" id="{CD650C9B-76AF-919A-8B3E-10828333926E}"/>
                    </a:ext>
                  </a:extLst>
                </p:cNvPr>
                <p:cNvPicPr/>
                <p:nvPr/>
              </p:nvPicPr>
              <p:blipFill>
                <a:blip r:embed="rId573"/>
                <a:stretch>
                  <a:fillRect/>
                </a:stretch>
              </p:blipFill>
              <p:spPr>
                <a:xfrm>
                  <a:off x="2402519" y="4759942"/>
                  <a:ext cx="1620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574">
              <p14:nvContentPartPr>
                <p14:cNvPr id="338" name="Ink 337">
                  <a:extLst>
                    <a:ext uri="{FF2B5EF4-FFF2-40B4-BE49-F238E27FC236}">
                      <a16:creationId xmlns:a16="http://schemas.microsoft.com/office/drawing/2014/main" id="{036B45BE-5459-6EB0-14E9-CCD66C05C35D}"/>
                    </a:ext>
                  </a:extLst>
                </p14:cNvPr>
                <p14:cNvContentPartPr/>
                <p14:nvPr/>
              </p14:nvContentPartPr>
              <p14:xfrm>
                <a:off x="2466599" y="4771822"/>
                <a:ext cx="87840" cy="11520"/>
              </p14:xfrm>
            </p:contentPart>
          </mc:Choice>
          <mc:Fallback xmlns="">
            <p:pic>
              <p:nvPicPr>
                <p:cNvPr id="338" name="Ink 337">
                  <a:extLst>
                    <a:ext uri="{FF2B5EF4-FFF2-40B4-BE49-F238E27FC236}">
                      <a16:creationId xmlns:a16="http://schemas.microsoft.com/office/drawing/2014/main" id="{036B45BE-5459-6EB0-14E9-CCD66C05C35D}"/>
                    </a:ext>
                  </a:extLst>
                </p:cNvPr>
                <p:cNvPicPr/>
                <p:nvPr/>
              </p:nvPicPr>
              <p:blipFill>
                <a:blip r:embed="rId575"/>
                <a:stretch>
                  <a:fillRect/>
                </a:stretch>
              </p:blipFill>
              <p:spPr>
                <a:xfrm>
                  <a:off x="2460479" y="4765702"/>
                  <a:ext cx="100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576">
              <p14:nvContentPartPr>
                <p14:cNvPr id="339" name="Ink 338">
                  <a:extLst>
                    <a:ext uri="{FF2B5EF4-FFF2-40B4-BE49-F238E27FC236}">
                      <a16:creationId xmlns:a16="http://schemas.microsoft.com/office/drawing/2014/main" id="{84B4D69D-4E63-E603-3868-A4BFBF7F95D5}"/>
                    </a:ext>
                  </a:extLst>
                </p14:cNvPr>
                <p14:cNvContentPartPr/>
                <p14:nvPr/>
              </p14:nvContentPartPr>
              <p14:xfrm>
                <a:off x="2460479" y="4803862"/>
                <a:ext cx="109080" cy="24840"/>
              </p14:xfrm>
            </p:contentPart>
          </mc:Choice>
          <mc:Fallback xmlns="">
            <p:pic>
              <p:nvPicPr>
                <p:cNvPr id="339" name="Ink 338">
                  <a:extLst>
                    <a:ext uri="{FF2B5EF4-FFF2-40B4-BE49-F238E27FC236}">
                      <a16:creationId xmlns:a16="http://schemas.microsoft.com/office/drawing/2014/main" id="{84B4D69D-4E63-E603-3868-A4BFBF7F95D5}"/>
                    </a:ext>
                  </a:extLst>
                </p:cNvPr>
                <p:cNvPicPr/>
                <p:nvPr/>
              </p:nvPicPr>
              <p:blipFill>
                <a:blip r:embed="rId577"/>
                <a:stretch>
                  <a:fillRect/>
                </a:stretch>
              </p:blipFill>
              <p:spPr>
                <a:xfrm>
                  <a:off x="2454359" y="4797742"/>
                  <a:ext cx="12132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578">
              <p14:nvContentPartPr>
                <p14:cNvPr id="340" name="Ink 339">
                  <a:extLst>
                    <a:ext uri="{FF2B5EF4-FFF2-40B4-BE49-F238E27FC236}">
                      <a16:creationId xmlns:a16="http://schemas.microsoft.com/office/drawing/2014/main" id="{9EAF1091-9BBE-A946-0C84-29BC49755FD3}"/>
                    </a:ext>
                  </a:extLst>
                </p14:cNvPr>
                <p14:cNvContentPartPr/>
                <p14:nvPr/>
              </p14:nvContentPartPr>
              <p14:xfrm>
                <a:off x="2518439" y="4770022"/>
                <a:ext cx="57240" cy="68400"/>
              </p14:xfrm>
            </p:contentPart>
          </mc:Choice>
          <mc:Fallback xmlns="">
            <p:pic>
              <p:nvPicPr>
                <p:cNvPr id="340" name="Ink 339">
                  <a:extLst>
                    <a:ext uri="{FF2B5EF4-FFF2-40B4-BE49-F238E27FC236}">
                      <a16:creationId xmlns:a16="http://schemas.microsoft.com/office/drawing/2014/main" id="{9EAF1091-9BBE-A946-0C84-29BC49755FD3}"/>
                    </a:ext>
                  </a:extLst>
                </p:cNvPr>
                <p:cNvPicPr/>
                <p:nvPr/>
              </p:nvPicPr>
              <p:blipFill>
                <a:blip r:embed="rId579"/>
                <a:stretch>
                  <a:fillRect/>
                </a:stretch>
              </p:blipFill>
              <p:spPr>
                <a:xfrm>
                  <a:off x="2512319" y="4763902"/>
                  <a:ext cx="694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580">
              <p14:nvContentPartPr>
                <p14:cNvPr id="342" name="Ink 341">
                  <a:extLst>
                    <a:ext uri="{FF2B5EF4-FFF2-40B4-BE49-F238E27FC236}">
                      <a16:creationId xmlns:a16="http://schemas.microsoft.com/office/drawing/2014/main" id="{D70278EF-C3D8-3A54-BB26-1D60689B05FF}"/>
                    </a:ext>
                  </a:extLst>
                </p14:cNvPr>
                <p14:cNvContentPartPr/>
                <p14:nvPr/>
              </p14:nvContentPartPr>
              <p14:xfrm>
                <a:off x="2625719" y="4734022"/>
                <a:ext cx="76680" cy="87120"/>
              </p14:xfrm>
            </p:contentPart>
          </mc:Choice>
          <mc:Fallback xmlns="">
            <p:pic>
              <p:nvPicPr>
                <p:cNvPr id="342" name="Ink 341">
                  <a:extLst>
                    <a:ext uri="{FF2B5EF4-FFF2-40B4-BE49-F238E27FC236}">
                      <a16:creationId xmlns:a16="http://schemas.microsoft.com/office/drawing/2014/main" id="{D70278EF-C3D8-3A54-BB26-1D60689B05FF}"/>
                    </a:ext>
                  </a:extLst>
                </p:cNvPr>
                <p:cNvPicPr/>
                <p:nvPr/>
              </p:nvPicPr>
              <p:blipFill>
                <a:blip r:embed="rId581"/>
                <a:stretch>
                  <a:fillRect/>
                </a:stretch>
              </p:blipFill>
              <p:spPr>
                <a:xfrm>
                  <a:off x="2619599" y="4727902"/>
                  <a:ext cx="889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582">
              <p14:nvContentPartPr>
                <p14:cNvPr id="343" name="Ink 342">
                  <a:extLst>
                    <a:ext uri="{FF2B5EF4-FFF2-40B4-BE49-F238E27FC236}">
                      <a16:creationId xmlns:a16="http://schemas.microsoft.com/office/drawing/2014/main" id="{17F549FA-31C6-5DDD-2913-67BB0BA70AF2}"/>
                    </a:ext>
                  </a:extLst>
                </p14:cNvPr>
                <p14:cNvContentPartPr/>
                <p14:nvPr/>
              </p14:nvContentPartPr>
              <p14:xfrm>
                <a:off x="2620679" y="4762822"/>
                <a:ext cx="108720" cy="28440"/>
              </p14:xfrm>
            </p:contentPart>
          </mc:Choice>
          <mc:Fallback xmlns="">
            <p:pic>
              <p:nvPicPr>
                <p:cNvPr id="343" name="Ink 342">
                  <a:extLst>
                    <a:ext uri="{FF2B5EF4-FFF2-40B4-BE49-F238E27FC236}">
                      <a16:creationId xmlns:a16="http://schemas.microsoft.com/office/drawing/2014/main" id="{17F549FA-31C6-5DDD-2913-67BB0BA70AF2}"/>
                    </a:ext>
                  </a:extLst>
                </p:cNvPr>
                <p:cNvPicPr/>
                <p:nvPr/>
              </p:nvPicPr>
              <p:blipFill>
                <a:blip r:embed="rId583"/>
                <a:stretch>
                  <a:fillRect/>
                </a:stretch>
              </p:blipFill>
              <p:spPr>
                <a:xfrm>
                  <a:off x="2614559" y="4756702"/>
                  <a:ext cx="12096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584">
              <p14:nvContentPartPr>
                <p14:cNvPr id="344" name="Ink 343">
                  <a:extLst>
                    <a:ext uri="{FF2B5EF4-FFF2-40B4-BE49-F238E27FC236}">
                      <a16:creationId xmlns:a16="http://schemas.microsoft.com/office/drawing/2014/main" id="{8913AAF6-B724-D68C-9184-94807F1422F9}"/>
                    </a:ext>
                  </a:extLst>
                </p14:cNvPr>
                <p14:cNvContentPartPr/>
                <p14:nvPr/>
              </p14:nvContentPartPr>
              <p14:xfrm>
                <a:off x="2708519" y="4741582"/>
                <a:ext cx="102600" cy="55080"/>
              </p14:xfrm>
            </p:contentPart>
          </mc:Choice>
          <mc:Fallback xmlns="">
            <p:pic>
              <p:nvPicPr>
                <p:cNvPr id="344" name="Ink 343">
                  <a:extLst>
                    <a:ext uri="{FF2B5EF4-FFF2-40B4-BE49-F238E27FC236}">
                      <a16:creationId xmlns:a16="http://schemas.microsoft.com/office/drawing/2014/main" id="{8913AAF6-B724-D68C-9184-94807F1422F9}"/>
                    </a:ext>
                  </a:extLst>
                </p:cNvPr>
                <p:cNvPicPr/>
                <p:nvPr/>
              </p:nvPicPr>
              <p:blipFill>
                <a:blip r:embed="rId585"/>
                <a:stretch>
                  <a:fillRect/>
                </a:stretch>
              </p:blipFill>
              <p:spPr>
                <a:xfrm>
                  <a:off x="2702399" y="4735462"/>
                  <a:ext cx="1148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586">
              <p14:nvContentPartPr>
                <p14:cNvPr id="345" name="Ink 344">
                  <a:extLst>
                    <a:ext uri="{FF2B5EF4-FFF2-40B4-BE49-F238E27FC236}">
                      <a16:creationId xmlns:a16="http://schemas.microsoft.com/office/drawing/2014/main" id="{9B809198-7248-5484-3A66-2FD355CBDECE}"/>
                    </a:ext>
                  </a:extLst>
                </p14:cNvPr>
                <p14:cNvContentPartPr/>
                <p14:nvPr/>
              </p14:nvContentPartPr>
              <p14:xfrm>
                <a:off x="2777279" y="4747342"/>
                <a:ext cx="103320" cy="51480"/>
              </p14:xfrm>
            </p:contentPart>
          </mc:Choice>
          <mc:Fallback xmlns="">
            <p:pic>
              <p:nvPicPr>
                <p:cNvPr id="345" name="Ink 344">
                  <a:extLst>
                    <a:ext uri="{FF2B5EF4-FFF2-40B4-BE49-F238E27FC236}">
                      <a16:creationId xmlns:a16="http://schemas.microsoft.com/office/drawing/2014/main" id="{9B809198-7248-5484-3A66-2FD355CBDECE}"/>
                    </a:ext>
                  </a:extLst>
                </p:cNvPr>
                <p:cNvPicPr/>
                <p:nvPr/>
              </p:nvPicPr>
              <p:blipFill>
                <a:blip r:embed="rId587"/>
                <a:stretch>
                  <a:fillRect/>
                </a:stretch>
              </p:blipFill>
              <p:spPr>
                <a:xfrm>
                  <a:off x="2771159" y="4741222"/>
                  <a:ext cx="11556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588">
              <p14:nvContentPartPr>
                <p14:cNvPr id="346" name="Ink 345">
                  <a:extLst>
                    <a:ext uri="{FF2B5EF4-FFF2-40B4-BE49-F238E27FC236}">
                      <a16:creationId xmlns:a16="http://schemas.microsoft.com/office/drawing/2014/main" id="{E417B78A-C6CF-8813-AD8D-B4925B8456B0}"/>
                    </a:ext>
                  </a:extLst>
                </p14:cNvPr>
                <p14:cNvContentPartPr/>
                <p14:nvPr/>
              </p14:nvContentPartPr>
              <p14:xfrm>
                <a:off x="2621039" y="4839862"/>
                <a:ext cx="111600" cy="26640"/>
              </p14:xfrm>
            </p:contentPart>
          </mc:Choice>
          <mc:Fallback xmlns="">
            <p:pic>
              <p:nvPicPr>
                <p:cNvPr id="346" name="Ink 345">
                  <a:extLst>
                    <a:ext uri="{FF2B5EF4-FFF2-40B4-BE49-F238E27FC236}">
                      <a16:creationId xmlns:a16="http://schemas.microsoft.com/office/drawing/2014/main" id="{E417B78A-C6CF-8813-AD8D-B4925B8456B0}"/>
                    </a:ext>
                  </a:extLst>
                </p:cNvPr>
                <p:cNvPicPr/>
                <p:nvPr/>
              </p:nvPicPr>
              <p:blipFill>
                <a:blip r:embed="rId589"/>
                <a:stretch>
                  <a:fillRect/>
                </a:stretch>
              </p:blipFill>
              <p:spPr>
                <a:xfrm>
                  <a:off x="2614919" y="4833742"/>
                  <a:ext cx="1238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590">
              <p14:nvContentPartPr>
                <p14:cNvPr id="347" name="Ink 346">
                  <a:extLst>
                    <a:ext uri="{FF2B5EF4-FFF2-40B4-BE49-F238E27FC236}">
                      <a16:creationId xmlns:a16="http://schemas.microsoft.com/office/drawing/2014/main" id="{0E1291E7-4961-8E37-7BAB-329537EFF078}"/>
                    </a:ext>
                  </a:extLst>
                </p14:cNvPr>
                <p14:cNvContentPartPr/>
                <p14:nvPr/>
              </p14:nvContentPartPr>
              <p14:xfrm>
                <a:off x="2614559" y="4866142"/>
                <a:ext cx="78840" cy="20520"/>
              </p14:xfrm>
            </p:contentPart>
          </mc:Choice>
          <mc:Fallback xmlns="">
            <p:pic>
              <p:nvPicPr>
                <p:cNvPr id="347" name="Ink 346">
                  <a:extLst>
                    <a:ext uri="{FF2B5EF4-FFF2-40B4-BE49-F238E27FC236}">
                      <a16:creationId xmlns:a16="http://schemas.microsoft.com/office/drawing/2014/main" id="{0E1291E7-4961-8E37-7BAB-329537EFF078}"/>
                    </a:ext>
                  </a:extLst>
                </p:cNvPr>
                <p:cNvPicPr/>
                <p:nvPr/>
              </p:nvPicPr>
              <p:blipFill>
                <a:blip r:embed="rId591"/>
                <a:stretch>
                  <a:fillRect/>
                </a:stretch>
              </p:blipFill>
              <p:spPr>
                <a:xfrm>
                  <a:off x="2608439" y="4860022"/>
                  <a:ext cx="91080" cy="32760"/>
                </a:xfrm>
                <a:prstGeom prst="rect">
                  <a:avLst/>
                </a:prstGeom>
              </p:spPr>
            </p:pic>
          </mc:Fallback>
        </mc:AlternateContent>
      </p:grpSp>
      <p:grpSp>
        <p:nvGrpSpPr>
          <p:cNvPr id="358" name="Group 357">
            <a:extLst>
              <a:ext uri="{FF2B5EF4-FFF2-40B4-BE49-F238E27FC236}">
                <a16:creationId xmlns:a16="http://schemas.microsoft.com/office/drawing/2014/main" id="{DB564C27-577B-5623-B46A-3E94FDCEF06A}"/>
              </a:ext>
            </a:extLst>
          </p:cNvPr>
          <p:cNvGrpSpPr/>
          <p:nvPr/>
        </p:nvGrpSpPr>
        <p:grpSpPr>
          <a:xfrm>
            <a:off x="2113079" y="5175742"/>
            <a:ext cx="1090800" cy="189360"/>
            <a:chOff x="2113079" y="5175742"/>
            <a:chExt cx="1090800" cy="189360"/>
          </a:xfrm>
        </p:grpSpPr>
        <mc:AlternateContent xmlns:mc="http://schemas.openxmlformats.org/markup-compatibility/2006" xmlns:p14="http://schemas.microsoft.com/office/powerpoint/2010/main">
          <mc:Choice Requires="p14">
            <p:contentPart p14:bwMode="auto" r:id="rId592">
              <p14:nvContentPartPr>
                <p14:cNvPr id="349" name="Ink 348">
                  <a:extLst>
                    <a:ext uri="{FF2B5EF4-FFF2-40B4-BE49-F238E27FC236}">
                      <a16:creationId xmlns:a16="http://schemas.microsoft.com/office/drawing/2014/main" id="{B24507AA-7652-E7FB-1E26-825B51E1E015}"/>
                    </a:ext>
                  </a:extLst>
                </p14:cNvPr>
                <p14:cNvContentPartPr/>
                <p14:nvPr/>
              </p14:nvContentPartPr>
              <p14:xfrm>
                <a:off x="2113079" y="5189062"/>
                <a:ext cx="299160" cy="109440"/>
              </p14:xfrm>
            </p:contentPart>
          </mc:Choice>
          <mc:Fallback xmlns="">
            <p:pic>
              <p:nvPicPr>
                <p:cNvPr id="349" name="Ink 348">
                  <a:extLst>
                    <a:ext uri="{FF2B5EF4-FFF2-40B4-BE49-F238E27FC236}">
                      <a16:creationId xmlns:a16="http://schemas.microsoft.com/office/drawing/2014/main" id="{B24507AA-7652-E7FB-1E26-825B51E1E015}"/>
                    </a:ext>
                  </a:extLst>
                </p:cNvPr>
                <p:cNvPicPr/>
                <p:nvPr/>
              </p:nvPicPr>
              <p:blipFill>
                <a:blip r:embed="rId593"/>
                <a:stretch>
                  <a:fillRect/>
                </a:stretch>
              </p:blipFill>
              <p:spPr>
                <a:xfrm>
                  <a:off x="2106959" y="5182942"/>
                  <a:ext cx="31140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594">
              <p14:nvContentPartPr>
                <p14:cNvPr id="350" name="Ink 349">
                  <a:extLst>
                    <a:ext uri="{FF2B5EF4-FFF2-40B4-BE49-F238E27FC236}">
                      <a16:creationId xmlns:a16="http://schemas.microsoft.com/office/drawing/2014/main" id="{30B1A6EA-EFB6-8020-8080-C9AC49CB52DC}"/>
                    </a:ext>
                  </a:extLst>
                </p14:cNvPr>
                <p14:cNvContentPartPr/>
                <p14:nvPr/>
              </p14:nvContentPartPr>
              <p14:xfrm>
                <a:off x="2520959" y="5204182"/>
                <a:ext cx="103320" cy="160920"/>
              </p14:xfrm>
            </p:contentPart>
          </mc:Choice>
          <mc:Fallback xmlns="">
            <p:pic>
              <p:nvPicPr>
                <p:cNvPr id="350" name="Ink 349">
                  <a:extLst>
                    <a:ext uri="{FF2B5EF4-FFF2-40B4-BE49-F238E27FC236}">
                      <a16:creationId xmlns:a16="http://schemas.microsoft.com/office/drawing/2014/main" id="{30B1A6EA-EFB6-8020-8080-C9AC49CB52DC}"/>
                    </a:ext>
                  </a:extLst>
                </p:cNvPr>
                <p:cNvPicPr/>
                <p:nvPr/>
              </p:nvPicPr>
              <p:blipFill>
                <a:blip r:embed="rId595"/>
                <a:stretch>
                  <a:fillRect/>
                </a:stretch>
              </p:blipFill>
              <p:spPr>
                <a:xfrm>
                  <a:off x="2514839" y="5198062"/>
                  <a:ext cx="11556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596">
              <p14:nvContentPartPr>
                <p14:cNvPr id="351" name="Ink 350">
                  <a:extLst>
                    <a:ext uri="{FF2B5EF4-FFF2-40B4-BE49-F238E27FC236}">
                      <a16:creationId xmlns:a16="http://schemas.microsoft.com/office/drawing/2014/main" id="{E25DFD0A-C54D-5C4C-1558-60600E5C84C3}"/>
                    </a:ext>
                  </a:extLst>
                </p14:cNvPr>
                <p14:cNvContentPartPr/>
                <p14:nvPr/>
              </p14:nvContentPartPr>
              <p14:xfrm>
                <a:off x="2497199" y="5231182"/>
                <a:ext cx="259920" cy="105120"/>
              </p14:xfrm>
            </p:contentPart>
          </mc:Choice>
          <mc:Fallback xmlns="">
            <p:pic>
              <p:nvPicPr>
                <p:cNvPr id="351" name="Ink 350">
                  <a:extLst>
                    <a:ext uri="{FF2B5EF4-FFF2-40B4-BE49-F238E27FC236}">
                      <a16:creationId xmlns:a16="http://schemas.microsoft.com/office/drawing/2014/main" id="{E25DFD0A-C54D-5C4C-1558-60600E5C84C3}"/>
                    </a:ext>
                  </a:extLst>
                </p:cNvPr>
                <p:cNvPicPr/>
                <p:nvPr/>
              </p:nvPicPr>
              <p:blipFill>
                <a:blip r:embed="rId597"/>
                <a:stretch>
                  <a:fillRect/>
                </a:stretch>
              </p:blipFill>
              <p:spPr>
                <a:xfrm>
                  <a:off x="2491079" y="5225062"/>
                  <a:ext cx="27216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598">
              <p14:nvContentPartPr>
                <p14:cNvPr id="352" name="Ink 351">
                  <a:extLst>
                    <a:ext uri="{FF2B5EF4-FFF2-40B4-BE49-F238E27FC236}">
                      <a16:creationId xmlns:a16="http://schemas.microsoft.com/office/drawing/2014/main" id="{8C3180C3-46F4-997A-F074-480EB54BC188}"/>
                    </a:ext>
                  </a:extLst>
                </p14:cNvPr>
                <p14:cNvContentPartPr/>
                <p14:nvPr/>
              </p14:nvContentPartPr>
              <p14:xfrm>
                <a:off x="2779799" y="5266462"/>
                <a:ext cx="34200" cy="28800"/>
              </p14:xfrm>
            </p:contentPart>
          </mc:Choice>
          <mc:Fallback xmlns="">
            <p:pic>
              <p:nvPicPr>
                <p:cNvPr id="352" name="Ink 351">
                  <a:extLst>
                    <a:ext uri="{FF2B5EF4-FFF2-40B4-BE49-F238E27FC236}">
                      <a16:creationId xmlns:a16="http://schemas.microsoft.com/office/drawing/2014/main" id="{8C3180C3-46F4-997A-F074-480EB54BC188}"/>
                    </a:ext>
                  </a:extLst>
                </p:cNvPr>
                <p:cNvPicPr/>
                <p:nvPr/>
              </p:nvPicPr>
              <p:blipFill>
                <a:blip r:embed="rId599"/>
                <a:stretch>
                  <a:fillRect/>
                </a:stretch>
              </p:blipFill>
              <p:spPr>
                <a:xfrm>
                  <a:off x="2773679" y="5260342"/>
                  <a:ext cx="4644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600">
              <p14:nvContentPartPr>
                <p14:cNvPr id="354" name="Ink 353">
                  <a:extLst>
                    <a:ext uri="{FF2B5EF4-FFF2-40B4-BE49-F238E27FC236}">
                      <a16:creationId xmlns:a16="http://schemas.microsoft.com/office/drawing/2014/main" id="{C4DD4C31-0EB7-B4C7-DD3E-CA3ECA89D500}"/>
                    </a:ext>
                  </a:extLst>
                </p14:cNvPr>
                <p14:cNvContentPartPr/>
                <p14:nvPr/>
              </p14:nvContentPartPr>
              <p14:xfrm>
                <a:off x="2783399" y="5221102"/>
                <a:ext cx="266400" cy="138960"/>
              </p14:xfrm>
            </p:contentPart>
          </mc:Choice>
          <mc:Fallback xmlns="">
            <p:pic>
              <p:nvPicPr>
                <p:cNvPr id="354" name="Ink 353">
                  <a:extLst>
                    <a:ext uri="{FF2B5EF4-FFF2-40B4-BE49-F238E27FC236}">
                      <a16:creationId xmlns:a16="http://schemas.microsoft.com/office/drawing/2014/main" id="{C4DD4C31-0EB7-B4C7-DD3E-CA3ECA89D500}"/>
                    </a:ext>
                  </a:extLst>
                </p:cNvPr>
                <p:cNvPicPr/>
                <p:nvPr/>
              </p:nvPicPr>
              <p:blipFill>
                <a:blip r:embed="rId601"/>
                <a:stretch>
                  <a:fillRect/>
                </a:stretch>
              </p:blipFill>
              <p:spPr>
                <a:xfrm>
                  <a:off x="2777279" y="5214982"/>
                  <a:ext cx="2786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602">
              <p14:nvContentPartPr>
                <p14:cNvPr id="355" name="Ink 354">
                  <a:extLst>
                    <a:ext uri="{FF2B5EF4-FFF2-40B4-BE49-F238E27FC236}">
                      <a16:creationId xmlns:a16="http://schemas.microsoft.com/office/drawing/2014/main" id="{9D00EB07-5FD8-D7B6-B724-38F3AA132D6D}"/>
                    </a:ext>
                  </a:extLst>
                </p14:cNvPr>
                <p14:cNvContentPartPr/>
                <p14:nvPr/>
              </p14:nvContentPartPr>
              <p14:xfrm>
                <a:off x="3071039" y="5175742"/>
                <a:ext cx="63360" cy="155160"/>
              </p14:xfrm>
            </p:contentPart>
          </mc:Choice>
          <mc:Fallback xmlns="">
            <p:pic>
              <p:nvPicPr>
                <p:cNvPr id="355" name="Ink 354">
                  <a:extLst>
                    <a:ext uri="{FF2B5EF4-FFF2-40B4-BE49-F238E27FC236}">
                      <a16:creationId xmlns:a16="http://schemas.microsoft.com/office/drawing/2014/main" id="{9D00EB07-5FD8-D7B6-B724-38F3AA132D6D}"/>
                    </a:ext>
                  </a:extLst>
                </p:cNvPr>
                <p:cNvPicPr/>
                <p:nvPr/>
              </p:nvPicPr>
              <p:blipFill>
                <a:blip r:embed="rId603"/>
                <a:stretch>
                  <a:fillRect/>
                </a:stretch>
              </p:blipFill>
              <p:spPr>
                <a:xfrm>
                  <a:off x="3064919" y="5169622"/>
                  <a:ext cx="756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604">
              <p14:nvContentPartPr>
                <p14:cNvPr id="356" name="Ink 355">
                  <a:extLst>
                    <a:ext uri="{FF2B5EF4-FFF2-40B4-BE49-F238E27FC236}">
                      <a16:creationId xmlns:a16="http://schemas.microsoft.com/office/drawing/2014/main" id="{169AF150-AF7E-A726-7289-23A2333F8660}"/>
                    </a:ext>
                  </a:extLst>
                </p14:cNvPr>
                <p14:cNvContentPartPr/>
                <p14:nvPr/>
              </p14:nvContentPartPr>
              <p14:xfrm>
                <a:off x="3008039" y="5205982"/>
                <a:ext cx="77760" cy="19080"/>
              </p14:xfrm>
            </p:contentPart>
          </mc:Choice>
          <mc:Fallback xmlns="">
            <p:pic>
              <p:nvPicPr>
                <p:cNvPr id="356" name="Ink 355">
                  <a:extLst>
                    <a:ext uri="{FF2B5EF4-FFF2-40B4-BE49-F238E27FC236}">
                      <a16:creationId xmlns:a16="http://schemas.microsoft.com/office/drawing/2014/main" id="{169AF150-AF7E-A726-7289-23A2333F8660}"/>
                    </a:ext>
                  </a:extLst>
                </p:cNvPr>
                <p:cNvPicPr/>
                <p:nvPr/>
              </p:nvPicPr>
              <p:blipFill>
                <a:blip r:embed="rId605"/>
                <a:stretch>
                  <a:fillRect/>
                </a:stretch>
              </p:blipFill>
              <p:spPr>
                <a:xfrm>
                  <a:off x="3001919" y="5199862"/>
                  <a:ext cx="9000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606">
              <p14:nvContentPartPr>
                <p14:cNvPr id="357" name="Ink 356">
                  <a:extLst>
                    <a:ext uri="{FF2B5EF4-FFF2-40B4-BE49-F238E27FC236}">
                      <a16:creationId xmlns:a16="http://schemas.microsoft.com/office/drawing/2014/main" id="{BA5A33EE-3CBA-4397-C3A4-3D6C54126C50}"/>
                    </a:ext>
                  </a:extLst>
                </p14:cNvPr>
                <p14:cNvContentPartPr/>
                <p14:nvPr/>
              </p14:nvContentPartPr>
              <p14:xfrm>
                <a:off x="3188399" y="5236222"/>
                <a:ext cx="15480" cy="4320"/>
              </p14:xfrm>
            </p:contentPart>
          </mc:Choice>
          <mc:Fallback xmlns="">
            <p:pic>
              <p:nvPicPr>
                <p:cNvPr id="357" name="Ink 356">
                  <a:extLst>
                    <a:ext uri="{FF2B5EF4-FFF2-40B4-BE49-F238E27FC236}">
                      <a16:creationId xmlns:a16="http://schemas.microsoft.com/office/drawing/2014/main" id="{BA5A33EE-3CBA-4397-C3A4-3D6C54126C50}"/>
                    </a:ext>
                  </a:extLst>
                </p:cNvPr>
                <p:cNvPicPr/>
                <p:nvPr/>
              </p:nvPicPr>
              <p:blipFill>
                <a:blip r:embed="rId607"/>
                <a:stretch>
                  <a:fillRect/>
                </a:stretch>
              </p:blipFill>
              <p:spPr>
                <a:xfrm>
                  <a:off x="3182279" y="5230102"/>
                  <a:ext cx="27720" cy="16560"/>
                </a:xfrm>
                <a:prstGeom prst="rect">
                  <a:avLst/>
                </a:prstGeom>
              </p:spPr>
            </p:pic>
          </mc:Fallback>
        </mc:AlternateContent>
      </p:grpSp>
      <p:grpSp>
        <p:nvGrpSpPr>
          <p:cNvPr id="383" name="Group 382">
            <a:extLst>
              <a:ext uri="{FF2B5EF4-FFF2-40B4-BE49-F238E27FC236}">
                <a16:creationId xmlns:a16="http://schemas.microsoft.com/office/drawing/2014/main" id="{F2C55C0D-622E-6CE9-78C2-1F2305BE9577}"/>
              </a:ext>
            </a:extLst>
          </p:cNvPr>
          <p:cNvGrpSpPr/>
          <p:nvPr/>
        </p:nvGrpSpPr>
        <p:grpSpPr>
          <a:xfrm>
            <a:off x="2273279" y="5472022"/>
            <a:ext cx="3633480" cy="625680"/>
            <a:chOff x="2273279" y="5472022"/>
            <a:chExt cx="3633480" cy="625680"/>
          </a:xfrm>
        </p:grpSpPr>
        <mc:AlternateContent xmlns:mc="http://schemas.openxmlformats.org/markup-compatibility/2006" xmlns:p14="http://schemas.microsoft.com/office/powerpoint/2010/main">
          <mc:Choice Requires="p14">
            <p:contentPart p14:bwMode="auto" r:id="rId608">
              <p14:nvContentPartPr>
                <p14:cNvPr id="359" name="Ink 358">
                  <a:extLst>
                    <a:ext uri="{FF2B5EF4-FFF2-40B4-BE49-F238E27FC236}">
                      <a16:creationId xmlns:a16="http://schemas.microsoft.com/office/drawing/2014/main" id="{8C30FFE4-FC79-7286-F6AD-48E2E8BA8DB2}"/>
                    </a:ext>
                  </a:extLst>
                </p14:cNvPr>
                <p14:cNvContentPartPr/>
                <p14:nvPr/>
              </p14:nvContentPartPr>
              <p14:xfrm>
                <a:off x="2273279" y="5528902"/>
                <a:ext cx="316440" cy="121680"/>
              </p14:xfrm>
            </p:contentPart>
          </mc:Choice>
          <mc:Fallback xmlns="">
            <p:pic>
              <p:nvPicPr>
                <p:cNvPr id="359" name="Ink 358">
                  <a:extLst>
                    <a:ext uri="{FF2B5EF4-FFF2-40B4-BE49-F238E27FC236}">
                      <a16:creationId xmlns:a16="http://schemas.microsoft.com/office/drawing/2014/main" id="{8C30FFE4-FC79-7286-F6AD-48E2E8BA8DB2}"/>
                    </a:ext>
                  </a:extLst>
                </p:cNvPr>
                <p:cNvPicPr/>
                <p:nvPr/>
              </p:nvPicPr>
              <p:blipFill>
                <a:blip r:embed="rId609"/>
                <a:stretch>
                  <a:fillRect/>
                </a:stretch>
              </p:blipFill>
              <p:spPr>
                <a:xfrm>
                  <a:off x="2267159" y="5522782"/>
                  <a:ext cx="32868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610">
              <p14:nvContentPartPr>
                <p14:cNvPr id="360" name="Ink 359">
                  <a:extLst>
                    <a:ext uri="{FF2B5EF4-FFF2-40B4-BE49-F238E27FC236}">
                      <a16:creationId xmlns:a16="http://schemas.microsoft.com/office/drawing/2014/main" id="{AD37288F-A3B6-FC74-F2DB-FAA6B3278F90}"/>
                    </a:ext>
                  </a:extLst>
                </p14:cNvPr>
                <p14:cNvContentPartPr/>
                <p14:nvPr/>
              </p14:nvContentPartPr>
              <p14:xfrm>
                <a:off x="2768999" y="5519182"/>
                <a:ext cx="201240" cy="153360"/>
              </p14:xfrm>
            </p:contentPart>
          </mc:Choice>
          <mc:Fallback xmlns="">
            <p:pic>
              <p:nvPicPr>
                <p:cNvPr id="360" name="Ink 359">
                  <a:extLst>
                    <a:ext uri="{FF2B5EF4-FFF2-40B4-BE49-F238E27FC236}">
                      <a16:creationId xmlns:a16="http://schemas.microsoft.com/office/drawing/2014/main" id="{AD37288F-A3B6-FC74-F2DB-FAA6B3278F90}"/>
                    </a:ext>
                  </a:extLst>
                </p:cNvPr>
                <p:cNvPicPr/>
                <p:nvPr/>
              </p:nvPicPr>
              <p:blipFill>
                <a:blip r:embed="rId611"/>
                <a:stretch>
                  <a:fillRect/>
                </a:stretch>
              </p:blipFill>
              <p:spPr>
                <a:xfrm>
                  <a:off x="2762879" y="5513062"/>
                  <a:ext cx="21348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612">
              <p14:nvContentPartPr>
                <p14:cNvPr id="361" name="Ink 360">
                  <a:extLst>
                    <a:ext uri="{FF2B5EF4-FFF2-40B4-BE49-F238E27FC236}">
                      <a16:creationId xmlns:a16="http://schemas.microsoft.com/office/drawing/2014/main" id="{0C3AB5AB-9EFC-EA3F-770A-E4D28F8C83B6}"/>
                    </a:ext>
                  </a:extLst>
                </p14:cNvPr>
                <p14:cNvContentPartPr/>
                <p14:nvPr/>
              </p14:nvContentPartPr>
              <p14:xfrm>
                <a:off x="2966639" y="5502262"/>
                <a:ext cx="198000" cy="159480"/>
              </p14:xfrm>
            </p:contentPart>
          </mc:Choice>
          <mc:Fallback xmlns="">
            <p:pic>
              <p:nvPicPr>
                <p:cNvPr id="361" name="Ink 360">
                  <a:extLst>
                    <a:ext uri="{FF2B5EF4-FFF2-40B4-BE49-F238E27FC236}">
                      <a16:creationId xmlns:a16="http://schemas.microsoft.com/office/drawing/2014/main" id="{0C3AB5AB-9EFC-EA3F-770A-E4D28F8C83B6}"/>
                    </a:ext>
                  </a:extLst>
                </p:cNvPr>
                <p:cNvPicPr/>
                <p:nvPr/>
              </p:nvPicPr>
              <p:blipFill>
                <a:blip r:embed="rId613"/>
                <a:stretch>
                  <a:fillRect/>
                </a:stretch>
              </p:blipFill>
              <p:spPr>
                <a:xfrm>
                  <a:off x="2960519" y="5496142"/>
                  <a:ext cx="2102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614">
              <p14:nvContentPartPr>
                <p14:cNvPr id="362" name="Ink 361">
                  <a:extLst>
                    <a:ext uri="{FF2B5EF4-FFF2-40B4-BE49-F238E27FC236}">
                      <a16:creationId xmlns:a16="http://schemas.microsoft.com/office/drawing/2014/main" id="{61FFF5B8-745D-35A6-3A9F-56F0FB870072}"/>
                    </a:ext>
                  </a:extLst>
                </p14:cNvPr>
                <p14:cNvContentPartPr/>
                <p14:nvPr/>
              </p14:nvContentPartPr>
              <p14:xfrm>
                <a:off x="3127199" y="5569222"/>
                <a:ext cx="76320" cy="19440"/>
              </p14:xfrm>
            </p:contentPart>
          </mc:Choice>
          <mc:Fallback xmlns="">
            <p:pic>
              <p:nvPicPr>
                <p:cNvPr id="362" name="Ink 361">
                  <a:extLst>
                    <a:ext uri="{FF2B5EF4-FFF2-40B4-BE49-F238E27FC236}">
                      <a16:creationId xmlns:a16="http://schemas.microsoft.com/office/drawing/2014/main" id="{61FFF5B8-745D-35A6-3A9F-56F0FB870072}"/>
                    </a:ext>
                  </a:extLst>
                </p:cNvPr>
                <p:cNvPicPr/>
                <p:nvPr/>
              </p:nvPicPr>
              <p:blipFill>
                <a:blip r:embed="rId615"/>
                <a:stretch>
                  <a:fillRect/>
                </a:stretch>
              </p:blipFill>
              <p:spPr>
                <a:xfrm>
                  <a:off x="3121079" y="5563102"/>
                  <a:ext cx="885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616">
              <p14:nvContentPartPr>
                <p14:cNvPr id="363" name="Ink 362">
                  <a:extLst>
                    <a:ext uri="{FF2B5EF4-FFF2-40B4-BE49-F238E27FC236}">
                      <a16:creationId xmlns:a16="http://schemas.microsoft.com/office/drawing/2014/main" id="{C6E23301-394A-D011-E378-11E2D9DF72E5}"/>
                    </a:ext>
                  </a:extLst>
                </p14:cNvPr>
                <p14:cNvContentPartPr/>
                <p14:nvPr/>
              </p14:nvContentPartPr>
              <p14:xfrm>
                <a:off x="3282359" y="5496502"/>
                <a:ext cx="141480" cy="153360"/>
              </p14:xfrm>
            </p:contentPart>
          </mc:Choice>
          <mc:Fallback xmlns="">
            <p:pic>
              <p:nvPicPr>
                <p:cNvPr id="363" name="Ink 362">
                  <a:extLst>
                    <a:ext uri="{FF2B5EF4-FFF2-40B4-BE49-F238E27FC236}">
                      <a16:creationId xmlns:a16="http://schemas.microsoft.com/office/drawing/2014/main" id="{C6E23301-394A-D011-E378-11E2D9DF72E5}"/>
                    </a:ext>
                  </a:extLst>
                </p:cNvPr>
                <p:cNvPicPr/>
                <p:nvPr/>
              </p:nvPicPr>
              <p:blipFill>
                <a:blip r:embed="rId617"/>
                <a:stretch>
                  <a:fillRect/>
                </a:stretch>
              </p:blipFill>
              <p:spPr>
                <a:xfrm>
                  <a:off x="3276239" y="5490382"/>
                  <a:ext cx="1537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618">
              <p14:nvContentPartPr>
                <p14:cNvPr id="364" name="Ink 363">
                  <a:extLst>
                    <a:ext uri="{FF2B5EF4-FFF2-40B4-BE49-F238E27FC236}">
                      <a16:creationId xmlns:a16="http://schemas.microsoft.com/office/drawing/2014/main" id="{DBEF072C-F503-F3DB-4915-0CF9B8C28E9C}"/>
                    </a:ext>
                  </a:extLst>
                </p14:cNvPr>
                <p14:cNvContentPartPr/>
                <p14:nvPr/>
              </p14:nvContentPartPr>
              <p14:xfrm>
                <a:off x="3503039" y="5472022"/>
                <a:ext cx="42120" cy="174960"/>
              </p14:xfrm>
            </p:contentPart>
          </mc:Choice>
          <mc:Fallback xmlns="">
            <p:pic>
              <p:nvPicPr>
                <p:cNvPr id="364" name="Ink 363">
                  <a:extLst>
                    <a:ext uri="{FF2B5EF4-FFF2-40B4-BE49-F238E27FC236}">
                      <a16:creationId xmlns:a16="http://schemas.microsoft.com/office/drawing/2014/main" id="{DBEF072C-F503-F3DB-4915-0CF9B8C28E9C}"/>
                    </a:ext>
                  </a:extLst>
                </p:cNvPr>
                <p:cNvPicPr/>
                <p:nvPr/>
              </p:nvPicPr>
              <p:blipFill>
                <a:blip r:embed="rId619"/>
                <a:stretch>
                  <a:fillRect/>
                </a:stretch>
              </p:blipFill>
              <p:spPr>
                <a:xfrm>
                  <a:off x="3496919" y="5465902"/>
                  <a:ext cx="5436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620">
              <p14:nvContentPartPr>
                <p14:cNvPr id="365" name="Ink 364">
                  <a:extLst>
                    <a:ext uri="{FF2B5EF4-FFF2-40B4-BE49-F238E27FC236}">
                      <a16:creationId xmlns:a16="http://schemas.microsoft.com/office/drawing/2014/main" id="{C022F28D-F901-AF18-2AF1-2057BE08F6E5}"/>
                    </a:ext>
                  </a:extLst>
                </p14:cNvPr>
                <p14:cNvContentPartPr/>
                <p14:nvPr/>
              </p14:nvContentPartPr>
              <p14:xfrm>
                <a:off x="3372359" y="5515582"/>
                <a:ext cx="57960" cy="15480"/>
              </p14:xfrm>
            </p:contentPart>
          </mc:Choice>
          <mc:Fallback xmlns="">
            <p:pic>
              <p:nvPicPr>
                <p:cNvPr id="365" name="Ink 364">
                  <a:extLst>
                    <a:ext uri="{FF2B5EF4-FFF2-40B4-BE49-F238E27FC236}">
                      <a16:creationId xmlns:a16="http://schemas.microsoft.com/office/drawing/2014/main" id="{C022F28D-F901-AF18-2AF1-2057BE08F6E5}"/>
                    </a:ext>
                  </a:extLst>
                </p:cNvPr>
                <p:cNvPicPr/>
                <p:nvPr/>
              </p:nvPicPr>
              <p:blipFill>
                <a:blip r:embed="rId621"/>
                <a:stretch>
                  <a:fillRect/>
                </a:stretch>
              </p:blipFill>
              <p:spPr>
                <a:xfrm>
                  <a:off x="3366239" y="5509462"/>
                  <a:ext cx="702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622">
              <p14:nvContentPartPr>
                <p14:cNvPr id="366" name="Ink 365">
                  <a:extLst>
                    <a:ext uri="{FF2B5EF4-FFF2-40B4-BE49-F238E27FC236}">
                      <a16:creationId xmlns:a16="http://schemas.microsoft.com/office/drawing/2014/main" id="{7533224D-E3D1-BB2C-325F-B6BBD379C262}"/>
                    </a:ext>
                  </a:extLst>
                </p14:cNvPr>
                <p14:cNvContentPartPr/>
                <p14:nvPr/>
              </p14:nvContentPartPr>
              <p14:xfrm>
                <a:off x="3644159" y="5604142"/>
                <a:ext cx="3600" cy="11520"/>
              </p14:xfrm>
            </p:contentPart>
          </mc:Choice>
          <mc:Fallback xmlns="">
            <p:pic>
              <p:nvPicPr>
                <p:cNvPr id="366" name="Ink 365">
                  <a:extLst>
                    <a:ext uri="{FF2B5EF4-FFF2-40B4-BE49-F238E27FC236}">
                      <a16:creationId xmlns:a16="http://schemas.microsoft.com/office/drawing/2014/main" id="{7533224D-E3D1-BB2C-325F-B6BBD379C262}"/>
                    </a:ext>
                  </a:extLst>
                </p:cNvPr>
                <p:cNvPicPr/>
                <p:nvPr/>
              </p:nvPicPr>
              <p:blipFill>
                <a:blip r:embed="rId623"/>
                <a:stretch>
                  <a:fillRect/>
                </a:stretch>
              </p:blipFill>
              <p:spPr>
                <a:xfrm>
                  <a:off x="3638039" y="5598022"/>
                  <a:ext cx="158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624">
              <p14:nvContentPartPr>
                <p14:cNvPr id="367" name="Ink 366">
                  <a:extLst>
                    <a:ext uri="{FF2B5EF4-FFF2-40B4-BE49-F238E27FC236}">
                      <a16:creationId xmlns:a16="http://schemas.microsoft.com/office/drawing/2014/main" id="{482228FB-A724-5056-B404-705C3F2B9454}"/>
                    </a:ext>
                  </a:extLst>
                </p14:cNvPr>
                <p14:cNvContentPartPr/>
                <p14:nvPr/>
              </p14:nvContentPartPr>
              <p14:xfrm>
                <a:off x="3641279" y="5504062"/>
                <a:ext cx="12600" cy="6120"/>
              </p14:xfrm>
            </p:contentPart>
          </mc:Choice>
          <mc:Fallback xmlns="">
            <p:pic>
              <p:nvPicPr>
                <p:cNvPr id="367" name="Ink 366">
                  <a:extLst>
                    <a:ext uri="{FF2B5EF4-FFF2-40B4-BE49-F238E27FC236}">
                      <a16:creationId xmlns:a16="http://schemas.microsoft.com/office/drawing/2014/main" id="{482228FB-A724-5056-B404-705C3F2B9454}"/>
                    </a:ext>
                  </a:extLst>
                </p:cNvPr>
                <p:cNvPicPr/>
                <p:nvPr/>
              </p:nvPicPr>
              <p:blipFill>
                <a:blip r:embed="rId625"/>
                <a:stretch>
                  <a:fillRect/>
                </a:stretch>
              </p:blipFill>
              <p:spPr>
                <a:xfrm>
                  <a:off x="3635159" y="5497942"/>
                  <a:ext cx="2484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626">
              <p14:nvContentPartPr>
                <p14:cNvPr id="369" name="Ink 368">
                  <a:extLst>
                    <a:ext uri="{FF2B5EF4-FFF2-40B4-BE49-F238E27FC236}">
                      <a16:creationId xmlns:a16="http://schemas.microsoft.com/office/drawing/2014/main" id="{3BCAB786-AA7B-ED60-4A6E-5BEF6E2F0FE4}"/>
                    </a:ext>
                  </a:extLst>
                </p14:cNvPr>
                <p14:cNvContentPartPr/>
                <p14:nvPr/>
              </p14:nvContentPartPr>
              <p14:xfrm>
                <a:off x="3765479" y="5681182"/>
                <a:ext cx="311040" cy="115920"/>
              </p14:xfrm>
            </p:contentPart>
          </mc:Choice>
          <mc:Fallback xmlns="">
            <p:pic>
              <p:nvPicPr>
                <p:cNvPr id="369" name="Ink 368">
                  <a:extLst>
                    <a:ext uri="{FF2B5EF4-FFF2-40B4-BE49-F238E27FC236}">
                      <a16:creationId xmlns:a16="http://schemas.microsoft.com/office/drawing/2014/main" id="{3BCAB786-AA7B-ED60-4A6E-5BEF6E2F0FE4}"/>
                    </a:ext>
                  </a:extLst>
                </p:cNvPr>
                <p:cNvPicPr/>
                <p:nvPr/>
              </p:nvPicPr>
              <p:blipFill>
                <a:blip r:embed="rId627"/>
                <a:stretch>
                  <a:fillRect/>
                </a:stretch>
              </p:blipFill>
              <p:spPr>
                <a:xfrm>
                  <a:off x="3759359" y="5675062"/>
                  <a:ext cx="3232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628">
              <p14:nvContentPartPr>
                <p14:cNvPr id="370" name="Ink 369">
                  <a:extLst>
                    <a:ext uri="{FF2B5EF4-FFF2-40B4-BE49-F238E27FC236}">
                      <a16:creationId xmlns:a16="http://schemas.microsoft.com/office/drawing/2014/main" id="{9AEE956B-5471-6A2B-5ECA-676959B88B08}"/>
                    </a:ext>
                  </a:extLst>
                </p14:cNvPr>
                <p14:cNvContentPartPr/>
                <p14:nvPr/>
              </p14:nvContentPartPr>
              <p14:xfrm>
                <a:off x="4193879" y="5723302"/>
                <a:ext cx="45360" cy="164520"/>
              </p14:xfrm>
            </p:contentPart>
          </mc:Choice>
          <mc:Fallback xmlns="">
            <p:pic>
              <p:nvPicPr>
                <p:cNvPr id="370" name="Ink 369">
                  <a:extLst>
                    <a:ext uri="{FF2B5EF4-FFF2-40B4-BE49-F238E27FC236}">
                      <a16:creationId xmlns:a16="http://schemas.microsoft.com/office/drawing/2014/main" id="{9AEE956B-5471-6A2B-5ECA-676959B88B08}"/>
                    </a:ext>
                  </a:extLst>
                </p:cNvPr>
                <p:cNvPicPr/>
                <p:nvPr/>
              </p:nvPicPr>
              <p:blipFill>
                <a:blip r:embed="rId629"/>
                <a:stretch>
                  <a:fillRect/>
                </a:stretch>
              </p:blipFill>
              <p:spPr>
                <a:xfrm>
                  <a:off x="4187759" y="5717182"/>
                  <a:ext cx="5760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630">
              <p14:nvContentPartPr>
                <p14:cNvPr id="371" name="Ink 370">
                  <a:extLst>
                    <a:ext uri="{FF2B5EF4-FFF2-40B4-BE49-F238E27FC236}">
                      <a16:creationId xmlns:a16="http://schemas.microsoft.com/office/drawing/2014/main" id="{8913165B-3F16-08C2-EB84-2B659D80635D}"/>
                    </a:ext>
                  </a:extLst>
                </p14:cNvPr>
                <p14:cNvContentPartPr/>
                <p14:nvPr/>
              </p14:nvContentPartPr>
              <p14:xfrm>
                <a:off x="4027199" y="5700622"/>
                <a:ext cx="290880" cy="66600"/>
              </p14:xfrm>
            </p:contentPart>
          </mc:Choice>
          <mc:Fallback xmlns="">
            <p:pic>
              <p:nvPicPr>
                <p:cNvPr id="371" name="Ink 370">
                  <a:extLst>
                    <a:ext uri="{FF2B5EF4-FFF2-40B4-BE49-F238E27FC236}">
                      <a16:creationId xmlns:a16="http://schemas.microsoft.com/office/drawing/2014/main" id="{8913165B-3F16-08C2-EB84-2B659D80635D}"/>
                    </a:ext>
                  </a:extLst>
                </p:cNvPr>
                <p:cNvPicPr/>
                <p:nvPr/>
              </p:nvPicPr>
              <p:blipFill>
                <a:blip r:embed="rId631"/>
                <a:stretch>
                  <a:fillRect/>
                </a:stretch>
              </p:blipFill>
              <p:spPr>
                <a:xfrm>
                  <a:off x="4021079" y="5694502"/>
                  <a:ext cx="30312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632">
              <p14:nvContentPartPr>
                <p14:cNvPr id="372" name="Ink 371">
                  <a:extLst>
                    <a:ext uri="{FF2B5EF4-FFF2-40B4-BE49-F238E27FC236}">
                      <a16:creationId xmlns:a16="http://schemas.microsoft.com/office/drawing/2014/main" id="{90DFCE8F-3AEF-3550-A707-4983744A9552}"/>
                    </a:ext>
                  </a:extLst>
                </p14:cNvPr>
                <p14:cNvContentPartPr/>
                <p14:nvPr/>
              </p14:nvContentPartPr>
              <p14:xfrm>
                <a:off x="4331039" y="5775862"/>
                <a:ext cx="68760" cy="79920"/>
              </p14:xfrm>
            </p:contentPart>
          </mc:Choice>
          <mc:Fallback xmlns="">
            <p:pic>
              <p:nvPicPr>
                <p:cNvPr id="372" name="Ink 371">
                  <a:extLst>
                    <a:ext uri="{FF2B5EF4-FFF2-40B4-BE49-F238E27FC236}">
                      <a16:creationId xmlns:a16="http://schemas.microsoft.com/office/drawing/2014/main" id="{90DFCE8F-3AEF-3550-A707-4983744A9552}"/>
                    </a:ext>
                  </a:extLst>
                </p:cNvPr>
                <p:cNvPicPr/>
                <p:nvPr/>
              </p:nvPicPr>
              <p:blipFill>
                <a:blip r:embed="rId633"/>
                <a:stretch>
                  <a:fillRect/>
                </a:stretch>
              </p:blipFill>
              <p:spPr>
                <a:xfrm>
                  <a:off x="4324919" y="5769742"/>
                  <a:ext cx="810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634">
              <p14:nvContentPartPr>
                <p14:cNvPr id="373" name="Ink 372">
                  <a:extLst>
                    <a:ext uri="{FF2B5EF4-FFF2-40B4-BE49-F238E27FC236}">
                      <a16:creationId xmlns:a16="http://schemas.microsoft.com/office/drawing/2014/main" id="{2056C6EE-1296-A6C5-BBA5-268817A3B0BA}"/>
                    </a:ext>
                  </a:extLst>
                </p14:cNvPr>
                <p14:cNvContentPartPr/>
                <p14:nvPr/>
              </p14:nvContentPartPr>
              <p14:xfrm>
                <a:off x="4435439" y="5768302"/>
                <a:ext cx="94320" cy="119160"/>
              </p14:xfrm>
            </p:contentPart>
          </mc:Choice>
          <mc:Fallback xmlns="">
            <p:pic>
              <p:nvPicPr>
                <p:cNvPr id="373" name="Ink 372">
                  <a:extLst>
                    <a:ext uri="{FF2B5EF4-FFF2-40B4-BE49-F238E27FC236}">
                      <a16:creationId xmlns:a16="http://schemas.microsoft.com/office/drawing/2014/main" id="{2056C6EE-1296-A6C5-BBA5-268817A3B0BA}"/>
                    </a:ext>
                  </a:extLst>
                </p:cNvPr>
                <p:cNvPicPr/>
                <p:nvPr/>
              </p:nvPicPr>
              <p:blipFill>
                <a:blip r:embed="rId635"/>
                <a:stretch>
                  <a:fillRect/>
                </a:stretch>
              </p:blipFill>
              <p:spPr>
                <a:xfrm>
                  <a:off x="4429319" y="5762182"/>
                  <a:ext cx="1065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636">
              <p14:nvContentPartPr>
                <p14:cNvPr id="374" name="Ink 373">
                  <a:extLst>
                    <a:ext uri="{FF2B5EF4-FFF2-40B4-BE49-F238E27FC236}">
                      <a16:creationId xmlns:a16="http://schemas.microsoft.com/office/drawing/2014/main" id="{8C4B8F5C-7515-28A2-4DA8-E592D127DA01}"/>
                    </a:ext>
                  </a:extLst>
                </p14:cNvPr>
                <p14:cNvContentPartPr/>
                <p14:nvPr/>
              </p14:nvContentPartPr>
              <p14:xfrm>
                <a:off x="4394759" y="5773702"/>
                <a:ext cx="150840" cy="176040"/>
              </p14:xfrm>
            </p:contentPart>
          </mc:Choice>
          <mc:Fallback xmlns="">
            <p:pic>
              <p:nvPicPr>
                <p:cNvPr id="374" name="Ink 373">
                  <a:extLst>
                    <a:ext uri="{FF2B5EF4-FFF2-40B4-BE49-F238E27FC236}">
                      <a16:creationId xmlns:a16="http://schemas.microsoft.com/office/drawing/2014/main" id="{8C4B8F5C-7515-28A2-4DA8-E592D127DA01}"/>
                    </a:ext>
                  </a:extLst>
                </p:cNvPr>
                <p:cNvPicPr/>
                <p:nvPr/>
              </p:nvPicPr>
              <p:blipFill>
                <a:blip r:embed="rId637"/>
                <a:stretch>
                  <a:fillRect/>
                </a:stretch>
              </p:blipFill>
              <p:spPr>
                <a:xfrm>
                  <a:off x="4388639" y="5767582"/>
                  <a:ext cx="1630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638">
              <p14:nvContentPartPr>
                <p14:cNvPr id="375" name="Ink 374">
                  <a:extLst>
                    <a:ext uri="{FF2B5EF4-FFF2-40B4-BE49-F238E27FC236}">
                      <a16:creationId xmlns:a16="http://schemas.microsoft.com/office/drawing/2014/main" id="{3130EB4E-BD2F-BB66-E7FA-43702D1DAD92}"/>
                    </a:ext>
                  </a:extLst>
                </p14:cNvPr>
                <p14:cNvContentPartPr/>
                <p14:nvPr/>
              </p14:nvContentPartPr>
              <p14:xfrm>
                <a:off x="4589519" y="5739862"/>
                <a:ext cx="196920" cy="173880"/>
              </p14:xfrm>
            </p:contentPart>
          </mc:Choice>
          <mc:Fallback xmlns="">
            <p:pic>
              <p:nvPicPr>
                <p:cNvPr id="375" name="Ink 374">
                  <a:extLst>
                    <a:ext uri="{FF2B5EF4-FFF2-40B4-BE49-F238E27FC236}">
                      <a16:creationId xmlns:a16="http://schemas.microsoft.com/office/drawing/2014/main" id="{3130EB4E-BD2F-BB66-E7FA-43702D1DAD92}"/>
                    </a:ext>
                  </a:extLst>
                </p:cNvPr>
                <p:cNvPicPr/>
                <p:nvPr/>
              </p:nvPicPr>
              <p:blipFill>
                <a:blip r:embed="rId639"/>
                <a:stretch>
                  <a:fillRect/>
                </a:stretch>
              </p:blipFill>
              <p:spPr>
                <a:xfrm>
                  <a:off x="4583399" y="5733742"/>
                  <a:ext cx="2091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640">
              <p14:nvContentPartPr>
                <p14:cNvPr id="376" name="Ink 375">
                  <a:extLst>
                    <a:ext uri="{FF2B5EF4-FFF2-40B4-BE49-F238E27FC236}">
                      <a16:creationId xmlns:a16="http://schemas.microsoft.com/office/drawing/2014/main" id="{8823A78A-23EE-6F52-BA5B-09A706EFFEF4}"/>
                    </a:ext>
                  </a:extLst>
                </p14:cNvPr>
                <p14:cNvContentPartPr/>
                <p14:nvPr/>
              </p14:nvContentPartPr>
              <p14:xfrm>
                <a:off x="4520039" y="5721142"/>
                <a:ext cx="287280" cy="55080"/>
              </p14:xfrm>
            </p:contentPart>
          </mc:Choice>
          <mc:Fallback xmlns="">
            <p:pic>
              <p:nvPicPr>
                <p:cNvPr id="376" name="Ink 375">
                  <a:extLst>
                    <a:ext uri="{FF2B5EF4-FFF2-40B4-BE49-F238E27FC236}">
                      <a16:creationId xmlns:a16="http://schemas.microsoft.com/office/drawing/2014/main" id="{8823A78A-23EE-6F52-BA5B-09A706EFFEF4}"/>
                    </a:ext>
                  </a:extLst>
                </p:cNvPr>
                <p:cNvPicPr/>
                <p:nvPr/>
              </p:nvPicPr>
              <p:blipFill>
                <a:blip r:embed="rId641"/>
                <a:stretch>
                  <a:fillRect/>
                </a:stretch>
              </p:blipFill>
              <p:spPr>
                <a:xfrm>
                  <a:off x="4513919" y="5715022"/>
                  <a:ext cx="29952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642">
              <p14:nvContentPartPr>
                <p14:cNvPr id="377" name="Ink 376">
                  <a:extLst>
                    <a:ext uri="{FF2B5EF4-FFF2-40B4-BE49-F238E27FC236}">
                      <a16:creationId xmlns:a16="http://schemas.microsoft.com/office/drawing/2014/main" id="{D1CDDAB7-383F-7636-9143-C6ECA89140D8}"/>
                    </a:ext>
                  </a:extLst>
                </p14:cNvPr>
                <p14:cNvContentPartPr/>
                <p14:nvPr/>
              </p14:nvContentPartPr>
              <p14:xfrm>
                <a:off x="4829279" y="5697742"/>
                <a:ext cx="237240" cy="215640"/>
              </p14:xfrm>
            </p:contentPart>
          </mc:Choice>
          <mc:Fallback xmlns="">
            <p:pic>
              <p:nvPicPr>
                <p:cNvPr id="377" name="Ink 376">
                  <a:extLst>
                    <a:ext uri="{FF2B5EF4-FFF2-40B4-BE49-F238E27FC236}">
                      <a16:creationId xmlns:a16="http://schemas.microsoft.com/office/drawing/2014/main" id="{D1CDDAB7-383F-7636-9143-C6ECA89140D8}"/>
                    </a:ext>
                  </a:extLst>
                </p:cNvPr>
                <p:cNvPicPr/>
                <p:nvPr/>
              </p:nvPicPr>
              <p:blipFill>
                <a:blip r:embed="rId643"/>
                <a:stretch>
                  <a:fillRect/>
                </a:stretch>
              </p:blipFill>
              <p:spPr>
                <a:xfrm>
                  <a:off x="4823159" y="5691622"/>
                  <a:ext cx="2494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644">
              <p14:nvContentPartPr>
                <p14:cNvPr id="378" name="Ink 377">
                  <a:extLst>
                    <a:ext uri="{FF2B5EF4-FFF2-40B4-BE49-F238E27FC236}">
                      <a16:creationId xmlns:a16="http://schemas.microsoft.com/office/drawing/2014/main" id="{4B005625-0083-89E8-6383-CAF10D0572BB}"/>
                    </a:ext>
                  </a:extLst>
                </p14:cNvPr>
                <p14:cNvContentPartPr/>
                <p14:nvPr/>
              </p14:nvContentPartPr>
              <p14:xfrm>
                <a:off x="4837559" y="5808262"/>
                <a:ext cx="184320" cy="56880"/>
              </p14:xfrm>
            </p:contentPart>
          </mc:Choice>
          <mc:Fallback xmlns="">
            <p:pic>
              <p:nvPicPr>
                <p:cNvPr id="378" name="Ink 377">
                  <a:extLst>
                    <a:ext uri="{FF2B5EF4-FFF2-40B4-BE49-F238E27FC236}">
                      <a16:creationId xmlns:a16="http://schemas.microsoft.com/office/drawing/2014/main" id="{4B005625-0083-89E8-6383-CAF10D0572BB}"/>
                    </a:ext>
                  </a:extLst>
                </p:cNvPr>
                <p:cNvPicPr/>
                <p:nvPr/>
              </p:nvPicPr>
              <p:blipFill>
                <a:blip r:embed="rId645"/>
                <a:stretch>
                  <a:fillRect/>
                </a:stretch>
              </p:blipFill>
              <p:spPr>
                <a:xfrm>
                  <a:off x="4831439" y="5802142"/>
                  <a:ext cx="19656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646">
              <p14:nvContentPartPr>
                <p14:cNvPr id="379" name="Ink 378">
                  <a:extLst>
                    <a:ext uri="{FF2B5EF4-FFF2-40B4-BE49-F238E27FC236}">
                      <a16:creationId xmlns:a16="http://schemas.microsoft.com/office/drawing/2014/main" id="{5FB56055-ACF1-19B7-2022-C310198F0DE4}"/>
                    </a:ext>
                  </a:extLst>
                </p14:cNvPr>
                <p14:cNvContentPartPr/>
                <p14:nvPr/>
              </p14:nvContentPartPr>
              <p14:xfrm>
                <a:off x="5063639" y="5781982"/>
                <a:ext cx="154440" cy="114840"/>
              </p14:xfrm>
            </p:contentPart>
          </mc:Choice>
          <mc:Fallback xmlns="">
            <p:pic>
              <p:nvPicPr>
                <p:cNvPr id="379" name="Ink 378">
                  <a:extLst>
                    <a:ext uri="{FF2B5EF4-FFF2-40B4-BE49-F238E27FC236}">
                      <a16:creationId xmlns:a16="http://schemas.microsoft.com/office/drawing/2014/main" id="{5FB56055-ACF1-19B7-2022-C310198F0DE4}"/>
                    </a:ext>
                  </a:extLst>
                </p:cNvPr>
                <p:cNvPicPr/>
                <p:nvPr/>
              </p:nvPicPr>
              <p:blipFill>
                <a:blip r:embed="rId647"/>
                <a:stretch>
                  <a:fillRect/>
                </a:stretch>
              </p:blipFill>
              <p:spPr>
                <a:xfrm>
                  <a:off x="5057519" y="5775862"/>
                  <a:ext cx="1666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648">
              <p14:nvContentPartPr>
                <p14:cNvPr id="380" name="Ink 379">
                  <a:extLst>
                    <a:ext uri="{FF2B5EF4-FFF2-40B4-BE49-F238E27FC236}">
                      <a16:creationId xmlns:a16="http://schemas.microsoft.com/office/drawing/2014/main" id="{E6DD6B39-2CEA-E034-84B5-4C3E53275218}"/>
                    </a:ext>
                  </a:extLst>
                </p14:cNvPr>
                <p14:cNvContentPartPr/>
                <p14:nvPr/>
              </p14:nvContentPartPr>
              <p14:xfrm>
                <a:off x="5199719" y="5772262"/>
                <a:ext cx="707040" cy="315720"/>
              </p14:xfrm>
            </p:contentPart>
          </mc:Choice>
          <mc:Fallback xmlns="">
            <p:pic>
              <p:nvPicPr>
                <p:cNvPr id="380" name="Ink 379">
                  <a:extLst>
                    <a:ext uri="{FF2B5EF4-FFF2-40B4-BE49-F238E27FC236}">
                      <a16:creationId xmlns:a16="http://schemas.microsoft.com/office/drawing/2014/main" id="{E6DD6B39-2CEA-E034-84B5-4C3E53275218}"/>
                    </a:ext>
                  </a:extLst>
                </p:cNvPr>
                <p:cNvPicPr/>
                <p:nvPr/>
              </p:nvPicPr>
              <p:blipFill>
                <a:blip r:embed="rId649"/>
                <a:stretch>
                  <a:fillRect/>
                </a:stretch>
              </p:blipFill>
              <p:spPr>
                <a:xfrm>
                  <a:off x="5193599" y="5766142"/>
                  <a:ext cx="71928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650">
              <p14:nvContentPartPr>
                <p14:cNvPr id="381" name="Ink 380">
                  <a:extLst>
                    <a:ext uri="{FF2B5EF4-FFF2-40B4-BE49-F238E27FC236}">
                      <a16:creationId xmlns:a16="http://schemas.microsoft.com/office/drawing/2014/main" id="{36C7A28E-8331-8D9E-B9A6-5A86799F8469}"/>
                    </a:ext>
                  </a:extLst>
                </p14:cNvPr>
                <p14:cNvContentPartPr/>
                <p14:nvPr/>
              </p14:nvContentPartPr>
              <p14:xfrm>
                <a:off x="5579519" y="5987542"/>
                <a:ext cx="311760" cy="110160"/>
              </p14:xfrm>
            </p:contentPart>
          </mc:Choice>
          <mc:Fallback xmlns="">
            <p:pic>
              <p:nvPicPr>
                <p:cNvPr id="381" name="Ink 380">
                  <a:extLst>
                    <a:ext uri="{FF2B5EF4-FFF2-40B4-BE49-F238E27FC236}">
                      <a16:creationId xmlns:a16="http://schemas.microsoft.com/office/drawing/2014/main" id="{36C7A28E-8331-8D9E-B9A6-5A86799F8469}"/>
                    </a:ext>
                  </a:extLst>
                </p:cNvPr>
                <p:cNvPicPr/>
                <p:nvPr/>
              </p:nvPicPr>
              <p:blipFill>
                <a:blip r:embed="rId651"/>
                <a:stretch>
                  <a:fillRect/>
                </a:stretch>
              </p:blipFill>
              <p:spPr>
                <a:xfrm>
                  <a:off x="5573399" y="5981422"/>
                  <a:ext cx="3240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652">
              <p14:nvContentPartPr>
                <p14:cNvPr id="382" name="Ink 381">
                  <a:extLst>
                    <a:ext uri="{FF2B5EF4-FFF2-40B4-BE49-F238E27FC236}">
                      <a16:creationId xmlns:a16="http://schemas.microsoft.com/office/drawing/2014/main" id="{F0B6D0CE-585B-3366-7763-AC267E6F8079}"/>
                    </a:ext>
                  </a:extLst>
                </p14:cNvPr>
                <p14:cNvContentPartPr/>
                <p14:nvPr/>
              </p14:nvContentPartPr>
              <p14:xfrm>
                <a:off x="5519759" y="6002662"/>
                <a:ext cx="145440" cy="52920"/>
              </p14:xfrm>
            </p:contentPart>
          </mc:Choice>
          <mc:Fallback xmlns="">
            <p:pic>
              <p:nvPicPr>
                <p:cNvPr id="382" name="Ink 381">
                  <a:extLst>
                    <a:ext uri="{FF2B5EF4-FFF2-40B4-BE49-F238E27FC236}">
                      <a16:creationId xmlns:a16="http://schemas.microsoft.com/office/drawing/2014/main" id="{F0B6D0CE-585B-3366-7763-AC267E6F8079}"/>
                    </a:ext>
                  </a:extLst>
                </p:cNvPr>
                <p:cNvPicPr/>
                <p:nvPr/>
              </p:nvPicPr>
              <p:blipFill>
                <a:blip r:embed="rId653"/>
                <a:stretch>
                  <a:fillRect/>
                </a:stretch>
              </p:blipFill>
              <p:spPr>
                <a:xfrm>
                  <a:off x="5513639" y="5996542"/>
                  <a:ext cx="157680" cy="65160"/>
                </a:xfrm>
                <a:prstGeom prst="rect">
                  <a:avLst/>
                </a:prstGeom>
              </p:spPr>
            </p:pic>
          </mc:Fallback>
        </mc:AlternateContent>
      </p:grpSp>
      <p:grpSp>
        <p:nvGrpSpPr>
          <p:cNvPr id="390" name="Group 389">
            <a:extLst>
              <a:ext uri="{FF2B5EF4-FFF2-40B4-BE49-F238E27FC236}">
                <a16:creationId xmlns:a16="http://schemas.microsoft.com/office/drawing/2014/main" id="{BAC3D7A4-BDFE-A676-4E3F-87C110D7DFE3}"/>
              </a:ext>
            </a:extLst>
          </p:cNvPr>
          <p:cNvGrpSpPr/>
          <p:nvPr/>
        </p:nvGrpSpPr>
        <p:grpSpPr>
          <a:xfrm>
            <a:off x="3026039" y="6323422"/>
            <a:ext cx="1289160" cy="279720"/>
            <a:chOff x="3026039" y="6323422"/>
            <a:chExt cx="1289160" cy="279720"/>
          </a:xfrm>
        </p:grpSpPr>
        <mc:AlternateContent xmlns:mc="http://schemas.openxmlformats.org/markup-compatibility/2006" xmlns:p14="http://schemas.microsoft.com/office/powerpoint/2010/main">
          <mc:Choice Requires="p14">
            <p:contentPart p14:bwMode="auto" r:id="rId654">
              <p14:nvContentPartPr>
                <p14:cNvPr id="384" name="Ink 383">
                  <a:extLst>
                    <a:ext uri="{FF2B5EF4-FFF2-40B4-BE49-F238E27FC236}">
                      <a16:creationId xmlns:a16="http://schemas.microsoft.com/office/drawing/2014/main" id="{889186F9-C8B7-62E5-C604-9B4358A3326E}"/>
                    </a:ext>
                  </a:extLst>
                </p14:cNvPr>
                <p14:cNvContentPartPr/>
                <p14:nvPr/>
              </p14:nvContentPartPr>
              <p14:xfrm>
                <a:off x="3026039" y="6323422"/>
                <a:ext cx="509760" cy="279720"/>
              </p14:xfrm>
            </p:contentPart>
          </mc:Choice>
          <mc:Fallback xmlns="">
            <p:pic>
              <p:nvPicPr>
                <p:cNvPr id="384" name="Ink 383">
                  <a:extLst>
                    <a:ext uri="{FF2B5EF4-FFF2-40B4-BE49-F238E27FC236}">
                      <a16:creationId xmlns:a16="http://schemas.microsoft.com/office/drawing/2014/main" id="{889186F9-C8B7-62E5-C604-9B4358A3326E}"/>
                    </a:ext>
                  </a:extLst>
                </p:cNvPr>
                <p:cNvPicPr/>
                <p:nvPr/>
              </p:nvPicPr>
              <p:blipFill>
                <a:blip r:embed="rId655"/>
                <a:stretch>
                  <a:fillRect/>
                </a:stretch>
              </p:blipFill>
              <p:spPr>
                <a:xfrm>
                  <a:off x="3019919" y="6317302"/>
                  <a:ext cx="52200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656">
              <p14:nvContentPartPr>
                <p14:cNvPr id="385" name="Ink 384">
                  <a:extLst>
                    <a:ext uri="{FF2B5EF4-FFF2-40B4-BE49-F238E27FC236}">
                      <a16:creationId xmlns:a16="http://schemas.microsoft.com/office/drawing/2014/main" id="{B6444DAA-2238-870B-C1D6-EFEF988EE67A}"/>
                    </a:ext>
                  </a:extLst>
                </p14:cNvPr>
                <p14:cNvContentPartPr/>
                <p14:nvPr/>
              </p14:nvContentPartPr>
              <p14:xfrm>
                <a:off x="3565679" y="6408382"/>
                <a:ext cx="103320" cy="95040"/>
              </p14:xfrm>
            </p:contentPart>
          </mc:Choice>
          <mc:Fallback xmlns="">
            <p:pic>
              <p:nvPicPr>
                <p:cNvPr id="385" name="Ink 384">
                  <a:extLst>
                    <a:ext uri="{FF2B5EF4-FFF2-40B4-BE49-F238E27FC236}">
                      <a16:creationId xmlns:a16="http://schemas.microsoft.com/office/drawing/2014/main" id="{B6444DAA-2238-870B-C1D6-EFEF988EE67A}"/>
                    </a:ext>
                  </a:extLst>
                </p:cNvPr>
                <p:cNvPicPr/>
                <p:nvPr/>
              </p:nvPicPr>
              <p:blipFill>
                <a:blip r:embed="rId657"/>
                <a:stretch>
                  <a:fillRect/>
                </a:stretch>
              </p:blipFill>
              <p:spPr>
                <a:xfrm>
                  <a:off x="3559559" y="6402262"/>
                  <a:ext cx="11556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658">
              <p14:nvContentPartPr>
                <p14:cNvPr id="386" name="Ink 385">
                  <a:extLst>
                    <a:ext uri="{FF2B5EF4-FFF2-40B4-BE49-F238E27FC236}">
                      <a16:creationId xmlns:a16="http://schemas.microsoft.com/office/drawing/2014/main" id="{CABA35B9-A7C1-8C68-20D4-71AE8DD2ADB1}"/>
                    </a:ext>
                  </a:extLst>
                </p14:cNvPr>
                <p14:cNvContentPartPr/>
                <p14:nvPr/>
              </p14:nvContentPartPr>
              <p14:xfrm>
                <a:off x="3861239" y="6343942"/>
                <a:ext cx="57960" cy="189000"/>
              </p14:xfrm>
            </p:contentPart>
          </mc:Choice>
          <mc:Fallback xmlns="">
            <p:pic>
              <p:nvPicPr>
                <p:cNvPr id="386" name="Ink 385">
                  <a:extLst>
                    <a:ext uri="{FF2B5EF4-FFF2-40B4-BE49-F238E27FC236}">
                      <a16:creationId xmlns:a16="http://schemas.microsoft.com/office/drawing/2014/main" id="{CABA35B9-A7C1-8C68-20D4-71AE8DD2ADB1}"/>
                    </a:ext>
                  </a:extLst>
                </p:cNvPr>
                <p:cNvPicPr/>
                <p:nvPr/>
              </p:nvPicPr>
              <p:blipFill>
                <a:blip r:embed="rId659"/>
                <a:stretch>
                  <a:fillRect/>
                </a:stretch>
              </p:blipFill>
              <p:spPr>
                <a:xfrm>
                  <a:off x="3855119" y="6337822"/>
                  <a:ext cx="7020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660">
              <p14:nvContentPartPr>
                <p14:cNvPr id="387" name="Ink 386">
                  <a:extLst>
                    <a:ext uri="{FF2B5EF4-FFF2-40B4-BE49-F238E27FC236}">
                      <a16:creationId xmlns:a16="http://schemas.microsoft.com/office/drawing/2014/main" id="{E75D6409-D47C-5E9E-79A4-4261BF34502F}"/>
                    </a:ext>
                  </a:extLst>
                </p14:cNvPr>
                <p14:cNvContentPartPr/>
                <p14:nvPr/>
              </p14:nvContentPartPr>
              <p14:xfrm>
                <a:off x="3940439" y="6334942"/>
                <a:ext cx="241920" cy="209520"/>
              </p14:xfrm>
            </p:contentPart>
          </mc:Choice>
          <mc:Fallback xmlns="">
            <p:pic>
              <p:nvPicPr>
                <p:cNvPr id="387" name="Ink 386">
                  <a:extLst>
                    <a:ext uri="{FF2B5EF4-FFF2-40B4-BE49-F238E27FC236}">
                      <a16:creationId xmlns:a16="http://schemas.microsoft.com/office/drawing/2014/main" id="{E75D6409-D47C-5E9E-79A4-4261BF34502F}"/>
                    </a:ext>
                  </a:extLst>
                </p:cNvPr>
                <p:cNvPicPr/>
                <p:nvPr/>
              </p:nvPicPr>
              <p:blipFill>
                <a:blip r:embed="rId661"/>
                <a:stretch>
                  <a:fillRect/>
                </a:stretch>
              </p:blipFill>
              <p:spPr>
                <a:xfrm>
                  <a:off x="3934319" y="6328822"/>
                  <a:ext cx="2541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662">
              <p14:nvContentPartPr>
                <p14:cNvPr id="388" name="Ink 387">
                  <a:extLst>
                    <a:ext uri="{FF2B5EF4-FFF2-40B4-BE49-F238E27FC236}">
                      <a16:creationId xmlns:a16="http://schemas.microsoft.com/office/drawing/2014/main" id="{B78BCF49-819A-B4F2-7DBA-5C4D4F5BEB53}"/>
                    </a:ext>
                  </a:extLst>
                </p14:cNvPr>
                <p14:cNvContentPartPr/>
                <p14:nvPr/>
              </p14:nvContentPartPr>
              <p14:xfrm>
                <a:off x="3999839" y="6449782"/>
                <a:ext cx="315360" cy="49680"/>
              </p14:xfrm>
            </p:contentPart>
          </mc:Choice>
          <mc:Fallback xmlns="">
            <p:pic>
              <p:nvPicPr>
                <p:cNvPr id="388" name="Ink 387">
                  <a:extLst>
                    <a:ext uri="{FF2B5EF4-FFF2-40B4-BE49-F238E27FC236}">
                      <a16:creationId xmlns:a16="http://schemas.microsoft.com/office/drawing/2014/main" id="{B78BCF49-819A-B4F2-7DBA-5C4D4F5BEB53}"/>
                    </a:ext>
                  </a:extLst>
                </p:cNvPr>
                <p:cNvPicPr/>
                <p:nvPr/>
              </p:nvPicPr>
              <p:blipFill>
                <a:blip r:embed="rId663"/>
                <a:stretch>
                  <a:fillRect/>
                </a:stretch>
              </p:blipFill>
              <p:spPr>
                <a:xfrm>
                  <a:off x="3993719" y="6443662"/>
                  <a:ext cx="327600" cy="6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4">
            <p14:nvContentPartPr>
              <p14:cNvPr id="389" name="Ink 388">
                <a:extLst>
                  <a:ext uri="{FF2B5EF4-FFF2-40B4-BE49-F238E27FC236}">
                    <a16:creationId xmlns:a16="http://schemas.microsoft.com/office/drawing/2014/main" id="{239CBF88-AFDB-3555-8CF8-A3C9FE553BCA}"/>
                  </a:ext>
                </a:extLst>
              </p14:cNvPr>
              <p14:cNvContentPartPr/>
              <p14:nvPr/>
            </p14:nvContentPartPr>
            <p14:xfrm>
              <a:off x="4667999" y="6414142"/>
              <a:ext cx="262440" cy="141840"/>
            </p14:xfrm>
          </p:contentPart>
        </mc:Choice>
        <mc:Fallback xmlns="">
          <p:pic>
            <p:nvPicPr>
              <p:cNvPr id="389" name="Ink 388">
                <a:extLst>
                  <a:ext uri="{FF2B5EF4-FFF2-40B4-BE49-F238E27FC236}">
                    <a16:creationId xmlns:a16="http://schemas.microsoft.com/office/drawing/2014/main" id="{239CBF88-AFDB-3555-8CF8-A3C9FE553BCA}"/>
                  </a:ext>
                </a:extLst>
              </p:cNvPr>
              <p:cNvPicPr/>
              <p:nvPr/>
            </p:nvPicPr>
            <p:blipFill>
              <a:blip r:embed="rId665"/>
              <a:stretch>
                <a:fillRect/>
              </a:stretch>
            </p:blipFill>
            <p:spPr>
              <a:xfrm>
                <a:off x="4661879" y="6408022"/>
                <a:ext cx="274680" cy="154080"/>
              </a:xfrm>
              <a:prstGeom prst="rect">
                <a:avLst/>
              </a:prstGeom>
            </p:spPr>
          </p:pic>
        </mc:Fallback>
      </mc:AlternateContent>
      <p:grpSp>
        <p:nvGrpSpPr>
          <p:cNvPr id="393" name="Group 392">
            <a:extLst>
              <a:ext uri="{FF2B5EF4-FFF2-40B4-BE49-F238E27FC236}">
                <a16:creationId xmlns:a16="http://schemas.microsoft.com/office/drawing/2014/main" id="{6ED030AC-16CD-2EA9-AFFF-F1BF5D68B533}"/>
              </a:ext>
            </a:extLst>
          </p:cNvPr>
          <p:cNvGrpSpPr/>
          <p:nvPr/>
        </p:nvGrpSpPr>
        <p:grpSpPr>
          <a:xfrm>
            <a:off x="5269559" y="6346102"/>
            <a:ext cx="560520" cy="239760"/>
            <a:chOff x="5269559" y="6346102"/>
            <a:chExt cx="560520" cy="239760"/>
          </a:xfrm>
        </p:grpSpPr>
        <mc:AlternateContent xmlns:mc="http://schemas.openxmlformats.org/markup-compatibility/2006" xmlns:p14="http://schemas.microsoft.com/office/powerpoint/2010/main">
          <mc:Choice Requires="p14">
            <p:contentPart p14:bwMode="auto" r:id="rId666">
              <p14:nvContentPartPr>
                <p14:cNvPr id="391" name="Ink 390">
                  <a:extLst>
                    <a:ext uri="{FF2B5EF4-FFF2-40B4-BE49-F238E27FC236}">
                      <a16:creationId xmlns:a16="http://schemas.microsoft.com/office/drawing/2014/main" id="{237B0A65-8CE2-8449-0010-9FBC14AFEAEB}"/>
                    </a:ext>
                  </a:extLst>
                </p14:cNvPr>
                <p14:cNvContentPartPr/>
                <p14:nvPr/>
              </p14:nvContentPartPr>
              <p14:xfrm>
                <a:off x="5269559" y="6346102"/>
                <a:ext cx="432000" cy="239760"/>
              </p14:xfrm>
            </p:contentPart>
          </mc:Choice>
          <mc:Fallback xmlns="">
            <p:pic>
              <p:nvPicPr>
                <p:cNvPr id="391" name="Ink 390">
                  <a:extLst>
                    <a:ext uri="{FF2B5EF4-FFF2-40B4-BE49-F238E27FC236}">
                      <a16:creationId xmlns:a16="http://schemas.microsoft.com/office/drawing/2014/main" id="{237B0A65-8CE2-8449-0010-9FBC14AFEAEB}"/>
                    </a:ext>
                  </a:extLst>
                </p:cNvPr>
                <p:cNvPicPr/>
                <p:nvPr/>
              </p:nvPicPr>
              <p:blipFill>
                <a:blip r:embed="rId667"/>
                <a:stretch>
                  <a:fillRect/>
                </a:stretch>
              </p:blipFill>
              <p:spPr>
                <a:xfrm>
                  <a:off x="5263439" y="6339982"/>
                  <a:ext cx="4442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68">
              <p14:nvContentPartPr>
                <p14:cNvPr id="392" name="Ink 391">
                  <a:extLst>
                    <a:ext uri="{FF2B5EF4-FFF2-40B4-BE49-F238E27FC236}">
                      <a16:creationId xmlns:a16="http://schemas.microsoft.com/office/drawing/2014/main" id="{FD2F5C24-12D3-60B1-2EBF-F87B0C696005}"/>
                    </a:ext>
                  </a:extLst>
                </p14:cNvPr>
                <p14:cNvContentPartPr/>
                <p14:nvPr/>
              </p14:nvContentPartPr>
              <p14:xfrm>
                <a:off x="5728199" y="6440062"/>
                <a:ext cx="101880" cy="48240"/>
              </p14:xfrm>
            </p:contentPart>
          </mc:Choice>
          <mc:Fallback xmlns="">
            <p:pic>
              <p:nvPicPr>
                <p:cNvPr id="392" name="Ink 391">
                  <a:extLst>
                    <a:ext uri="{FF2B5EF4-FFF2-40B4-BE49-F238E27FC236}">
                      <a16:creationId xmlns:a16="http://schemas.microsoft.com/office/drawing/2014/main" id="{FD2F5C24-12D3-60B1-2EBF-F87B0C696005}"/>
                    </a:ext>
                  </a:extLst>
                </p:cNvPr>
                <p:cNvPicPr/>
                <p:nvPr/>
              </p:nvPicPr>
              <p:blipFill>
                <a:blip r:embed="rId669"/>
                <a:stretch>
                  <a:fillRect/>
                </a:stretch>
              </p:blipFill>
              <p:spPr>
                <a:xfrm>
                  <a:off x="5722079" y="6433942"/>
                  <a:ext cx="114120" cy="60480"/>
                </a:xfrm>
                <a:prstGeom prst="rect">
                  <a:avLst/>
                </a:prstGeom>
              </p:spPr>
            </p:pic>
          </mc:Fallback>
        </mc:AlternateContent>
      </p:grpSp>
      <p:grpSp>
        <p:nvGrpSpPr>
          <p:cNvPr id="417" name="Group 416">
            <a:extLst>
              <a:ext uri="{FF2B5EF4-FFF2-40B4-BE49-F238E27FC236}">
                <a16:creationId xmlns:a16="http://schemas.microsoft.com/office/drawing/2014/main" id="{8C1E85C1-9905-EF0C-7F14-E3B0FB608078}"/>
              </a:ext>
            </a:extLst>
          </p:cNvPr>
          <p:cNvGrpSpPr/>
          <p:nvPr/>
        </p:nvGrpSpPr>
        <p:grpSpPr>
          <a:xfrm>
            <a:off x="6036719" y="6221542"/>
            <a:ext cx="1283400" cy="372960"/>
            <a:chOff x="6036719" y="6221542"/>
            <a:chExt cx="1283400" cy="372960"/>
          </a:xfrm>
        </p:grpSpPr>
        <mc:AlternateContent xmlns:mc="http://schemas.openxmlformats.org/markup-compatibility/2006" xmlns:p14="http://schemas.microsoft.com/office/powerpoint/2010/main">
          <mc:Choice Requires="p14">
            <p:contentPart p14:bwMode="auto" r:id="rId670">
              <p14:nvContentPartPr>
                <p14:cNvPr id="394" name="Ink 393">
                  <a:extLst>
                    <a:ext uri="{FF2B5EF4-FFF2-40B4-BE49-F238E27FC236}">
                      <a16:creationId xmlns:a16="http://schemas.microsoft.com/office/drawing/2014/main" id="{AA3E7D42-C04B-6EA7-545E-A376EF51397A}"/>
                    </a:ext>
                  </a:extLst>
                </p14:cNvPr>
                <p14:cNvContentPartPr/>
                <p14:nvPr/>
              </p14:nvContentPartPr>
              <p14:xfrm>
                <a:off x="6036719" y="6374182"/>
                <a:ext cx="332280" cy="215640"/>
              </p14:xfrm>
            </p:contentPart>
          </mc:Choice>
          <mc:Fallback xmlns="">
            <p:pic>
              <p:nvPicPr>
                <p:cNvPr id="394" name="Ink 393">
                  <a:extLst>
                    <a:ext uri="{FF2B5EF4-FFF2-40B4-BE49-F238E27FC236}">
                      <a16:creationId xmlns:a16="http://schemas.microsoft.com/office/drawing/2014/main" id="{AA3E7D42-C04B-6EA7-545E-A376EF51397A}"/>
                    </a:ext>
                  </a:extLst>
                </p:cNvPr>
                <p:cNvPicPr/>
                <p:nvPr/>
              </p:nvPicPr>
              <p:blipFill>
                <a:blip r:embed="rId671"/>
                <a:stretch>
                  <a:fillRect/>
                </a:stretch>
              </p:blipFill>
              <p:spPr>
                <a:xfrm>
                  <a:off x="6030599" y="6368062"/>
                  <a:ext cx="34452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672">
              <p14:nvContentPartPr>
                <p14:cNvPr id="395" name="Ink 394">
                  <a:extLst>
                    <a:ext uri="{FF2B5EF4-FFF2-40B4-BE49-F238E27FC236}">
                      <a16:creationId xmlns:a16="http://schemas.microsoft.com/office/drawing/2014/main" id="{71344F5F-6C35-B529-EB86-2BFC77F77BF2}"/>
                    </a:ext>
                  </a:extLst>
                </p14:cNvPr>
                <p14:cNvContentPartPr/>
                <p14:nvPr/>
              </p14:nvContentPartPr>
              <p14:xfrm>
                <a:off x="6259559" y="6396862"/>
                <a:ext cx="265680" cy="172080"/>
              </p14:xfrm>
            </p:contentPart>
          </mc:Choice>
          <mc:Fallback xmlns="">
            <p:pic>
              <p:nvPicPr>
                <p:cNvPr id="395" name="Ink 394">
                  <a:extLst>
                    <a:ext uri="{FF2B5EF4-FFF2-40B4-BE49-F238E27FC236}">
                      <a16:creationId xmlns:a16="http://schemas.microsoft.com/office/drawing/2014/main" id="{71344F5F-6C35-B529-EB86-2BFC77F77BF2}"/>
                    </a:ext>
                  </a:extLst>
                </p:cNvPr>
                <p:cNvPicPr/>
                <p:nvPr/>
              </p:nvPicPr>
              <p:blipFill>
                <a:blip r:embed="rId673"/>
                <a:stretch>
                  <a:fillRect/>
                </a:stretch>
              </p:blipFill>
              <p:spPr>
                <a:xfrm>
                  <a:off x="6253439" y="6390742"/>
                  <a:ext cx="27792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674">
              <p14:nvContentPartPr>
                <p14:cNvPr id="396" name="Ink 395">
                  <a:extLst>
                    <a:ext uri="{FF2B5EF4-FFF2-40B4-BE49-F238E27FC236}">
                      <a16:creationId xmlns:a16="http://schemas.microsoft.com/office/drawing/2014/main" id="{FBA781FA-9EBD-B2BD-24E5-A50ECB4B5A37}"/>
                    </a:ext>
                  </a:extLst>
                </p14:cNvPr>
                <p14:cNvContentPartPr/>
                <p14:nvPr/>
              </p14:nvContentPartPr>
              <p14:xfrm>
                <a:off x="6337319" y="6319462"/>
                <a:ext cx="515160" cy="211680"/>
              </p14:xfrm>
            </p:contentPart>
          </mc:Choice>
          <mc:Fallback xmlns="">
            <p:pic>
              <p:nvPicPr>
                <p:cNvPr id="396" name="Ink 395">
                  <a:extLst>
                    <a:ext uri="{FF2B5EF4-FFF2-40B4-BE49-F238E27FC236}">
                      <a16:creationId xmlns:a16="http://schemas.microsoft.com/office/drawing/2014/main" id="{FBA781FA-9EBD-B2BD-24E5-A50ECB4B5A37}"/>
                    </a:ext>
                  </a:extLst>
                </p:cNvPr>
                <p:cNvPicPr/>
                <p:nvPr/>
              </p:nvPicPr>
              <p:blipFill>
                <a:blip r:embed="rId675"/>
                <a:stretch>
                  <a:fillRect/>
                </a:stretch>
              </p:blipFill>
              <p:spPr>
                <a:xfrm>
                  <a:off x="6331199" y="6313342"/>
                  <a:ext cx="52740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676">
              <p14:nvContentPartPr>
                <p14:cNvPr id="397" name="Ink 396">
                  <a:extLst>
                    <a:ext uri="{FF2B5EF4-FFF2-40B4-BE49-F238E27FC236}">
                      <a16:creationId xmlns:a16="http://schemas.microsoft.com/office/drawing/2014/main" id="{CB6BDDEA-B55A-E953-654B-D7205734D4EF}"/>
                    </a:ext>
                  </a:extLst>
                </p14:cNvPr>
                <p14:cNvContentPartPr/>
                <p14:nvPr/>
              </p14:nvContentPartPr>
              <p14:xfrm>
                <a:off x="7060199" y="6221542"/>
                <a:ext cx="241920" cy="372960"/>
              </p14:xfrm>
            </p:contentPart>
          </mc:Choice>
          <mc:Fallback xmlns="">
            <p:pic>
              <p:nvPicPr>
                <p:cNvPr id="397" name="Ink 396">
                  <a:extLst>
                    <a:ext uri="{FF2B5EF4-FFF2-40B4-BE49-F238E27FC236}">
                      <a16:creationId xmlns:a16="http://schemas.microsoft.com/office/drawing/2014/main" id="{CB6BDDEA-B55A-E953-654B-D7205734D4EF}"/>
                    </a:ext>
                  </a:extLst>
                </p:cNvPr>
                <p:cNvPicPr/>
                <p:nvPr/>
              </p:nvPicPr>
              <p:blipFill>
                <a:blip r:embed="rId677"/>
                <a:stretch>
                  <a:fillRect/>
                </a:stretch>
              </p:blipFill>
              <p:spPr>
                <a:xfrm>
                  <a:off x="7054079" y="6215422"/>
                  <a:ext cx="25416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678">
              <p14:nvContentPartPr>
                <p14:cNvPr id="398" name="Ink 397">
                  <a:extLst>
                    <a:ext uri="{FF2B5EF4-FFF2-40B4-BE49-F238E27FC236}">
                      <a16:creationId xmlns:a16="http://schemas.microsoft.com/office/drawing/2014/main" id="{C3CBAEA4-5D75-65E5-D2F5-D1BDA059189E}"/>
                    </a:ext>
                  </a:extLst>
                </p14:cNvPr>
                <p14:cNvContentPartPr/>
                <p14:nvPr/>
              </p14:nvContentPartPr>
              <p14:xfrm>
                <a:off x="6914759" y="6387502"/>
                <a:ext cx="133560" cy="36360"/>
              </p14:xfrm>
            </p:contentPart>
          </mc:Choice>
          <mc:Fallback xmlns="">
            <p:pic>
              <p:nvPicPr>
                <p:cNvPr id="398" name="Ink 397">
                  <a:extLst>
                    <a:ext uri="{FF2B5EF4-FFF2-40B4-BE49-F238E27FC236}">
                      <a16:creationId xmlns:a16="http://schemas.microsoft.com/office/drawing/2014/main" id="{C3CBAEA4-5D75-65E5-D2F5-D1BDA059189E}"/>
                    </a:ext>
                  </a:extLst>
                </p:cNvPr>
                <p:cNvPicPr/>
                <p:nvPr/>
              </p:nvPicPr>
              <p:blipFill>
                <a:blip r:embed="rId679"/>
                <a:stretch>
                  <a:fillRect/>
                </a:stretch>
              </p:blipFill>
              <p:spPr>
                <a:xfrm>
                  <a:off x="6908639" y="6381382"/>
                  <a:ext cx="1458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680">
              <p14:nvContentPartPr>
                <p14:cNvPr id="399" name="Ink 398">
                  <a:extLst>
                    <a:ext uri="{FF2B5EF4-FFF2-40B4-BE49-F238E27FC236}">
                      <a16:creationId xmlns:a16="http://schemas.microsoft.com/office/drawing/2014/main" id="{089EADD4-2150-FD11-D7DE-CF8C6AD5A1A0}"/>
                    </a:ext>
                  </a:extLst>
                </p14:cNvPr>
                <p14:cNvContentPartPr/>
                <p14:nvPr/>
              </p14:nvContentPartPr>
              <p14:xfrm>
                <a:off x="7290239" y="6508462"/>
                <a:ext cx="29880" cy="31320"/>
              </p14:xfrm>
            </p:contentPart>
          </mc:Choice>
          <mc:Fallback xmlns="">
            <p:pic>
              <p:nvPicPr>
                <p:cNvPr id="399" name="Ink 398">
                  <a:extLst>
                    <a:ext uri="{FF2B5EF4-FFF2-40B4-BE49-F238E27FC236}">
                      <a16:creationId xmlns:a16="http://schemas.microsoft.com/office/drawing/2014/main" id="{089EADD4-2150-FD11-D7DE-CF8C6AD5A1A0}"/>
                    </a:ext>
                  </a:extLst>
                </p:cNvPr>
                <p:cNvPicPr/>
                <p:nvPr/>
              </p:nvPicPr>
              <p:blipFill>
                <a:blip r:embed="rId681"/>
                <a:stretch>
                  <a:fillRect/>
                </a:stretch>
              </p:blipFill>
              <p:spPr>
                <a:xfrm>
                  <a:off x="7284119" y="6502342"/>
                  <a:ext cx="42120" cy="43560"/>
                </a:xfrm>
                <a:prstGeom prst="rect">
                  <a:avLst/>
                </a:prstGeom>
              </p:spPr>
            </p:pic>
          </mc:Fallback>
        </mc:AlternateContent>
      </p:grpSp>
      <p:grpSp>
        <p:nvGrpSpPr>
          <p:cNvPr id="416" name="Group 415">
            <a:extLst>
              <a:ext uri="{FF2B5EF4-FFF2-40B4-BE49-F238E27FC236}">
                <a16:creationId xmlns:a16="http://schemas.microsoft.com/office/drawing/2014/main" id="{855C4768-256E-1A64-A657-9FC30C50D4A8}"/>
              </a:ext>
            </a:extLst>
          </p:cNvPr>
          <p:cNvGrpSpPr/>
          <p:nvPr/>
        </p:nvGrpSpPr>
        <p:grpSpPr>
          <a:xfrm>
            <a:off x="8011319" y="6252502"/>
            <a:ext cx="794880" cy="368640"/>
            <a:chOff x="8011319" y="6252502"/>
            <a:chExt cx="794880" cy="368640"/>
          </a:xfrm>
        </p:grpSpPr>
        <mc:AlternateContent xmlns:mc="http://schemas.openxmlformats.org/markup-compatibility/2006" xmlns:p14="http://schemas.microsoft.com/office/powerpoint/2010/main">
          <mc:Choice Requires="p14">
            <p:contentPart p14:bwMode="auto" r:id="rId682">
              <p14:nvContentPartPr>
                <p14:cNvPr id="400" name="Ink 399">
                  <a:extLst>
                    <a:ext uri="{FF2B5EF4-FFF2-40B4-BE49-F238E27FC236}">
                      <a16:creationId xmlns:a16="http://schemas.microsoft.com/office/drawing/2014/main" id="{3F7B2B4E-E75A-2EB9-6355-2DC6F1782BA1}"/>
                    </a:ext>
                  </a:extLst>
                </p14:cNvPr>
                <p14:cNvContentPartPr/>
                <p14:nvPr/>
              </p14:nvContentPartPr>
              <p14:xfrm>
                <a:off x="8449799" y="6282022"/>
                <a:ext cx="52920" cy="313200"/>
              </p14:xfrm>
            </p:contentPart>
          </mc:Choice>
          <mc:Fallback xmlns="">
            <p:pic>
              <p:nvPicPr>
                <p:cNvPr id="400" name="Ink 399">
                  <a:extLst>
                    <a:ext uri="{FF2B5EF4-FFF2-40B4-BE49-F238E27FC236}">
                      <a16:creationId xmlns:a16="http://schemas.microsoft.com/office/drawing/2014/main" id="{3F7B2B4E-E75A-2EB9-6355-2DC6F1782BA1}"/>
                    </a:ext>
                  </a:extLst>
                </p:cNvPr>
                <p:cNvPicPr/>
                <p:nvPr/>
              </p:nvPicPr>
              <p:blipFill>
                <a:blip r:embed="rId683"/>
                <a:stretch>
                  <a:fillRect/>
                </a:stretch>
              </p:blipFill>
              <p:spPr>
                <a:xfrm>
                  <a:off x="8443679" y="6275902"/>
                  <a:ext cx="6516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684">
              <p14:nvContentPartPr>
                <p14:cNvPr id="401" name="Ink 400">
                  <a:extLst>
                    <a:ext uri="{FF2B5EF4-FFF2-40B4-BE49-F238E27FC236}">
                      <a16:creationId xmlns:a16="http://schemas.microsoft.com/office/drawing/2014/main" id="{13BEBF5E-42E5-112B-7BBA-49AFB286574E}"/>
                    </a:ext>
                  </a:extLst>
                </p14:cNvPr>
                <p14:cNvContentPartPr/>
                <p14:nvPr/>
              </p14:nvContentPartPr>
              <p14:xfrm>
                <a:off x="8011319" y="6252502"/>
                <a:ext cx="574200" cy="161640"/>
              </p14:xfrm>
            </p:contentPart>
          </mc:Choice>
          <mc:Fallback xmlns="">
            <p:pic>
              <p:nvPicPr>
                <p:cNvPr id="401" name="Ink 400">
                  <a:extLst>
                    <a:ext uri="{FF2B5EF4-FFF2-40B4-BE49-F238E27FC236}">
                      <a16:creationId xmlns:a16="http://schemas.microsoft.com/office/drawing/2014/main" id="{13BEBF5E-42E5-112B-7BBA-49AFB286574E}"/>
                    </a:ext>
                  </a:extLst>
                </p:cNvPr>
                <p:cNvPicPr/>
                <p:nvPr/>
              </p:nvPicPr>
              <p:blipFill>
                <a:blip r:embed="rId685"/>
                <a:stretch>
                  <a:fillRect/>
                </a:stretch>
              </p:blipFill>
              <p:spPr>
                <a:xfrm>
                  <a:off x="8005199" y="6246382"/>
                  <a:ext cx="5864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686">
              <p14:nvContentPartPr>
                <p14:cNvPr id="402" name="Ink 401">
                  <a:extLst>
                    <a:ext uri="{FF2B5EF4-FFF2-40B4-BE49-F238E27FC236}">
                      <a16:creationId xmlns:a16="http://schemas.microsoft.com/office/drawing/2014/main" id="{2D04AA7D-CA8F-ABF4-A1E7-E07EC6A00F8C}"/>
                    </a:ext>
                  </a:extLst>
                </p14:cNvPr>
                <p14:cNvContentPartPr/>
                <p14:nvPr/>
              </p14:nvContentPartPr>
              <p14:xfrm>
                <a:off x="8527199" y="6359422"/>
                <a:ext cx="139680" cy="181440"/>
              </p14:xfrm>
            </p:contentPart>
          </mc:Choice>
          <mc:Fallback xmlns="">
            <p:pic>
              <p:nvPicPr>
                <p:cNvPr id="402" name="Ink 401">
                  <a:extLst>
                    <a:ext uri="{FF2B5EF4-FFF2-40B4-BE49-F238E27FC236}">
                      <a16:creationId xmlns:a16="http://schemas.microsoft.com/office/drawing/2014/main" id="{2D04AA7D-CA8F-ABF4-A1E7-E07EC6A00F8C}"/>
                    </a:ext>
                  </a:extLst>
                </p:cNvPr>
                <p:cNvPicPr/>
                <p:nvPr/>
              </p:nvPicPr>
              <p:blipFill>
                <a:blip r:embed="rId687"/>
                <a:stretch>
                  <a:fillRect/>
                </a:stretch>
              </p:blipFill>
              <p:spPr>
                <a:xfrm>
                  <a:off x="8521079" y="6353302"/>
                  <a:ext cx="1519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688">
              <p14:nvContentPartPr>
                <p14:cNvPr id="403" name="Ink 402">
                  <a:extLst>
                    <a:ext uri="{FF2B5EF4-FFF2-40B4-BE49-F238E27FC236}">
                      <a16:creationId xmlns:a16="http://schemas.microsoft.com/office/drawing/2014/main" id="{F61815EE-8844-BDE5-A358-5088F55B5F93}"/>
                    </a:ext>
                  </a:extLst>
                </p14:cNvPr>
                <p14:cNvContentPartPr/>
                <p14:nvPr/>
              </p14:nvContentPartPr>
              <p14:xfrm>
                <a:off x="8694239" y="6371662"/>
                <a:ext cx="111960" cy="249480"/>
              </p14:xfrm>
            </p:contentPart>
          </mc:Choice>
          <mc:Fallback xmlns="">
            <p:pic>
              <p:nvPicPr>
                <p:cNvPr id="403" name="Ink 402">
                  <a:extLst>
                    <a:ext uri="{FF2B5EF4-FFF2-40B4-BE49-F238E27FC236}">
                      <a16:creationId xmlns:a16="http://schemas.microsoft.com/office/drawing/2014/main" id="{F61815EE-8844-BDE5-A358-5088F55B5F93}"/>
                    </a:ext>
                  </a:extLst>
                </p:cNvPr>
                <p:cNvPicPr/>
                <p:nvPr/>
              </p:nvPicPr>
              <p:blipFill>
                <a:blip r:embed="rId689"/>
                <a:stretch>
                  <a:fillRect/>
                </a:stretch>
              </p:blipFill>
              <p:spPr>
                <a:xfrm>
                  <a:off x="8688119" y="6365542"/>
                  <a:ext cx="124200" cy="261720"/>
                </a:xfrm>
                <a:prstGeom prst="rect">
                  <a:avLst/>
                </a:prstGeom>
              </p:spPr>
            </p:pic>
          </mc:Fallback>
        </mc:AlternateContent>
      </p:grpSp>
      <p:grpSp>
        <p:nvGrpSpPr>
          <p:cNvPr id="415" name="Group 414">
            <a:extLst>
              <a:ext uri="{FF2B5EF4-FFF2-40B4-BE49-F238E27FC236}">
                <a16:creationId xmlns:a16="http://schemas.microsoft.com/office/drawing/2014/main" id="{663E4C7E-966F-3CBD-61C8-F204C9C84DC8}"/>
              </a:ext>
            </a:extLst>
          </p:cNvPr>
          <p:cNvGrpSpPr/>
          <p:nvPr/>
        </p:nvGrpSpPr>
        <p:grpSpPr>
          <a:xfrm>
            <a:off x="9098519" y="6266182"/>
            <a:ext cx="320760" cy="259560"/>
            <a:chOff x="9098519" y="6266182"/>
            <a:chExt cx="320760" cy="259560"/>
          </a:xfrm>
        </p:grpSpPr>
        <mc:AlternateContent xmlns:mc="http://schemas.openxmlformats.org/markup-compatibility/2006" xmlns:p14="http://schemas.microsoft.com/office/powerpoint/2010/main">
          <mc:Choice Requires="p14">
            <p:contentPart p14:bwMode="auto" r:id="rId690">
              <p14:nvContentPartPr>
                <p14:cNvPr id="404" name="Ink 403">
                  <a:extLst>
                    <a:ext uri="{FF2B5EF4-FFF2-40B4-BE49-F238E27FC236}">
                      <a16:creationId xmlns:a16="http://schemas.microsoft.com/office/drawing/2014/main" id="{B5A6079A-4C08-9F32-D064-B55BED23AA9D}"/>
                    </a:ext>
                  </a:extLst>
                </p14:cNvPr>
                <p14:cNvContentPartPr/>
                <p14:nvPr/>
              </p14:nvContentPartPr>
              <p14:xfrm>
                <a:off x="9098519" y="6266182"/>
                <a:ext cx="289800" cy="259560"/>
              </p14:xfrm>
            </p:contentPart>
          </mc:Choice>
          <mc:Fallback xmlns="">
            <p:pic>
              <p:nvPicPr>
                <p:cNvPr id="404" name="Ink 403">
                  <a:extLst>
                    <a:ext uri="{FF2B5EF4-FFF2-40B4-BE49-F238E27FC236}">
                      <a16:creationId xmlns:a16="http://schemas.microsoft.com/office/drawing/2014/main" id="{B5A6079A-4C08-9F32-D064-B55BED23AA9D}"/>
                    </a:ext>
                  </a:extLst>
                </p:cNvPr>
                <p:cNvPicPr/>
                <p:nvPr/>
              </p:nvPicPr>
              <p:blipFill>
                <a:blip r:embed="rId691"/>
                <a:stretch>
                  <a:fillRect/>
                </a:stretch>
              </p:blipFill>
              <p:spPr>
                <a:xfrm>
                  <a:off x="9092399" y="6260062"/>
                  <a:ext cx="30204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692">
              <p14:nvContentPartPr>
                <p14:cNvPr id="405" name="Ink 404">
                  <a:extLst>
                    <a:ext uri="{FF2B5EF4-FFF2-40B4-BE49-F238E27FC236}">
                      <a16:creationId xmlns:a16="http://schemas.microsoft.com/office/drawing/2014/main" id="{5057D721-3EC7-4DB4-D455-6A5F4D156867}"/>
                    </a:ext>
                  </a:extLst>
                </p14:cNvPr>
                <p14:cNvContentPartPr/>
                <p14:nvPr/>
              </p14:nvContentPartPr>
              <p14:xfrm>
                <a:off x="9232799" y="6272302"/>
                <a:ext cx="186480" cy="72000"/>
              </p14:xfrm>
            </p:contentPart>
          </mc:Choice>
          <mc:Fallback xmlns="">
            <p:pic>
              <p:nvPicPr>
                <p:cNvPr id="405" name="Ink 404">
                  <a:extLst>
                    <a:ext uri="{FF2B5EF4-FFF2-40B4-BE49-F238E27FC236}">
                      <a16:creationId xmlns:a16="http://schemas.microsoft.com/office/drawing/2014/main" id="{5057D721-3EC7-4DB4-D455-6A5F4D156867}"/>
                    </a:ext>
                  </a:extLst>
                </p:cNvPr>
                <p:cNvPicPr/>
                <p:nvPr/>
              </p:nvPicPr>
              <p:blipFill>
                <a:blip r:embed="rId693"/>
                <a:stretch>
                  <a:fillRect/>
                </a:stretch>
              </p:blipFill>
              <p:spPr>
                <a:xfrm>
                  <a:off x="9226679" y="6266182"/>
                  <a:ext cx="198720" cy="84240"/>
                </a:xfrm>
                <a:prstGeom prst="rect">
                  <a:avLst/>
                </a:prstGeom>
              </p:spPr>
            </p:pic>
          </mc:Fallback>
        </mc:AlternateContent>
      </p:grpSp>
      <p:grpSp>
        <p:nvGrpSpPr>
          <p:cNvPr id="414" name="Group 413">
            <a:extLst>
              <a:ext uri="{FF2B5EF4-FFF2-40B4-BE49-F238E27FC236}">
                <a16:creationId xmlns:a16="http://schemas.microsoft.com/office/drawing/2014/main" id="{C1F0393D-E9FA-9393-CC8B-EF86D43A1621}"/>
              </a:ext>
            </a:extLst>
          </p:cNvPr>
          <p:cNvGrpSpPr/>
          <p:nvPr/>
        </p:nvGrpSpPr>
        <p:grpSpPr>
          <a:xfrm>
            <a:off x="9980159" y="6231982"/>
            <a:ext cx="1930680" cy="593640"/>
            <a:chOff x="9980159" y="6231982"/>
            <a:chExt cx="1930680" cy="593640"/>
          </a:xfrm>
        </p:grpSpPr>
        <mc:AlternateContent xmlns:mc="http://schemas.openxmlformats.org/markup-compatibility/2006" xmlns:p14="http://schemas.microsoft.com/office/powerpoint/2010/main">
          <mc:Choice Requires="p14">
            <p:contentPart p14:bwMode="auto" r:id="rId694">
              <p14:nvContentPartPr>
                <p14:cNvPr id="406" name="Ink 405">
                  <a:extLst>
                    <a:ext uri="{FF2B5EF4-FFF2-40B4-BE49-F238E27FC236}">
                      <a16:creationId xmlns:a16="http://schemas.microsoft.com/office/drawing/2014/main" id="{893960E2-5212-7E5D-0BF5-001C72267391}"/>
                    </a:ext>
                  </a:extLst>
                </p14:cNvPr>
                <p14:cNvContentPartPr/>
                <p14:nvPr/>
              </p14:nvContentPartPr>
              <p14:xfrm>
                <a:off x="9980159" y="6231982"/>
                <a:ext cx="251280" cy="282600"/>
              </p14:xfrm>
            </p:contentPart>
          </mc:Choice>
          <mc:Fallback xmlns="">
            <p:pic>
              <p:nvPicPr>
                <p:cNvPr id="406" name="Ink 405">
                  <a:extLst>
                    <a:ext uri="{FF2B5EF4-FFF2-40B4-BE49-F238E27FC236}">
                      <a16:creationId xmlns:a16="http://schemas.microsoft.com/office/drawing/2014/main" id="{893960E2-5212-7E5D-0BF5-001C72267391}"/>
                    </a:ext>
                  </a:extLst>
                </p:cNvPr>
                <p:cNvPicPr/>
                <p:nvPr/>
              </p:nvPicPr>
              <p:blipFill>
                <a:blip r:embed="rId695"/>
                <a:stretch>
                  <a:fillRect/>
                </a:stretch>
              </p:blipFill>
              <p:spPr>
                <a:xfrm>
                  <a:off x="9974039" y="6225862"/>
                  <a:ext cx="26352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696">
              <p14:nvContentPartPr>
                <p14:cNvPr id="407" name="Ink 406">
                  <a:extLst>
                    <a:ext uri="{FF2B5EF4-FFF2-40B4-BE49-F238E27FC236}">
                      <a16:creationId xmlns:a16="http://schemas.microsoft.com/office/drawing/2014/main" id="{C87CED95-1457-B7B5-211F-B408EA5CB7C0}"/>
                    </a:ext>
                  </a:extLst>
                </p14:cNvPr>
                <p14:cNvContentPartPr/>
                <p14:nvPr/>
              </p14:nvContentPartPr>
              <p14:xfrm>
                <a:off x="9996719" y="6387502"/>
                <a:ext cx="307440" cy="79560"/>
              </p14:xfrm>
            </p:contentPart>
          </mc:Choice>
          <mc:Fallback xmlns="">
            <p:pic>
              <p:nvPicPr>
                <p:cNvPr id="407" name="Ink 406">
                  <a:extLst>
                    <a:ext uri="{FF2B5EF4-FFF2-40B4-BE49-F238E27FC236}">
                      <a16:creationId xmlns:a16="http://schemas.microsoft.com/office/drawing/2014/main" id="{C87CED95-1457-B7B5-211F-B408EA5CB7C0}"/>
                    </a:ext>
                  </a:extLst>
                </p:cNvPr>
                <p:cNvPicPr/>
                <p:nvPr/>
              </p:nvPicPr>
              <p:blipFill>
                <a:blip r:embed="rId697"/>
                <a:stretch>
                  <a:fillRect/>
                </a:stretch>
              </p:blipFill>
              <p:spPr>
                <a:xfrm>
                  <a:off x="9990599" y="6381382"/>
                  <a:ext cx="3196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698">
              <p14:nvContentPartPr>
                <p14:cNvPr id="408" name="Ink 407">
                  <a:extLst>
                    <a:ext uri="{FF2B5EF4-FFF2-40B4-BE49-F238E27FC236}">
                      <a16:creationId xmlns:a16="http://schemas.microsoft.com/office/drawing/2014/main" id="{2E81E28C-F13A-8D8D-B054-7CC976750D7A}"/>
                    </a:ext>
                  </a:extLst>
                </p14:cNvPr>
                <p14:cNvContentPartPr/>
                <p14:nvPr/>
              </p14:nvContentPartPr>
              <p14:xfrm>
                <a:off x="10293719" y="6351862"/>
                <a:ext cx="100800" cy="126720"/>
              </p14:xfrm>
            </p:contentPart>
          </mc:Choice>
          <mc:Fallback xmlns="">
            <p:pic>
              <p:nvPicPr>
                <p:cNvPr id="408" name="Ink 407">
                  <a:extLst>
                    <a:ext uri="{FF2B5EF4-FFF2-40B4-BE49-F238E27FC236}">
                      <a16:creationId xmlns:a16="http://schemas.microsoft.com/office/drawing/2014/main" id="{2E81E28C-F13A-8D8D-B054-7CC976750D7A}"/>
                    </a:ext>
                  </a:extLst>
                </p:cNvPr>
                <p:cNvPicPr/>
                <p:nvPr/>
              </p:nvPicPr>
              <p:blipFill>
                <a:blip r:embed="rId699"/>
                <a:stretch>
                  <a:fillRect/>
                </a:stretch>
              </p:blipFill>
              <p:spPr>
                <a:xfrm>
                  <a:off x="10287599" y="6345742"/>
                  <a:ext cx="11304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700">
              <p14:nvContentPartPr>
                <p14:cNvPr id="409" name="Ink 408">
                  <a:extLst>
                    <a:ext uri="{FF2B5EF4-FFF2-40B4-BE49-F238E27FC236}">
                      <a16:creationId xmlns:a16="http://schemas.microsoft.com/office/drawing/2014/main" id="{37AC5CA1-12F2-BE67-F05F-91DE8DDAFB69}"/>
                    </a:ext>
                  </a:extLst>
                </p14:cNvPr>
                <p14:cNvContentPartPr/>
                <p14:nvPr/>
              </p14:nvContentPartPr>
              <p14:xfrm>
                <a:off x="10516919" y="6389302"/>
                <a:ext cx="209880" cy="134640"/>
              </p14:xfrm>
            </p:contentPart>
          </mc:Choice>
          <mc:Fallback xmlns="">
            <p:pic>
              <p:nvPicPr>
                <p:cNvPr id="409" name="Ink 408">
                  <a:extLst>
                    <a:ext uri="{FF2B5EF4-FFF2-40B4-BE49-F238E27FC236}">
                      <a16:creationId xmlns:a16="http://schemas.microsoft.com/office/drawing/2014/main" id="{37AC5CA1-12F2-BE67-F05F-91DE8DDAFB69}"/>
                    </a:ext>
                  </a:extLst>
                </p:cNvPr>
                <p:cNvPicPr/>
                <p:nvPr/>
              </p:nvPicPr>
              <p:blipFill>
                <a:blip r:embed="rId701"/>
                <a:stretch>
                  <a:fillRect/>
                </a:stretch>
              </p:blipFill>
              <p:spPr>
                <a:xfrm>
                  <a:off x="10510799" y="6383182"/>
                  <a:ext cx="22212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702">
              <p14:nvContentPartPr>
                <p14:cNvPr id="410" name="Ink 409">
                  <a:extLst>
                    <a:ext uri="{FF2B5EF4-FFF2-40B4-BE49-F238E27FC236}">
                      <a16:creationId xmlns:a16="http://schemas.microsoft.com/office/drawing/2014/main" id="{94059A9D-9EAB-6C1E-5AC3-872DE96CB23C}"/>
                    </a:ext>
                  </a:extLst>
                </p14:cNvPr>
                <p14:cNvContentPartPr/>
                <p14:nvPr/>
              </p14:nvContentPartPr>
              <p14:xfrm>
                <a:off x="10729319" y="6367342"/>
                <a:ext cx="193680" cy="115920"/>
              </p14:xfrm>
            </p:contentPart>
          </mc:Choice>
          <mc:Fallback xmlns="">
            <p:pic>
              <p:nvPicPr>
                <p:cNvPr id="410" name="Ink 409">
                  <a:extLst>
                    <a:ext uri="{FF2B5EF4-FFF2-40B4-BE49-F238E27FC236}">
                      <a16:creationId xmlns:a16="http://schemas.microsoft.com/office/drawing/2014/main" id="{94059A9D-9EAB-6C1E-5AC3-872DE96CB23C}"/>
                    </a:ext>
                  </a:extLst>
                </p:cNvPr>
                <p:cNvPicPr/>
                <p:nvPr/>
              </p:nvPicPr>
              <p:blipFill>
                <a:blip r:embed="rId703"/>
                <a:stretch>
                  <a:fillRect/>
                </a:stretch>
              </p:blipFill>
              <p:spPr>
                <a:xfrm>
                  <a:off x="10723199" y="6361222"/>
                  <a:ext cx="2059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704">
              <p14:nvContentPartPr>
                <p14:cNvPr id="411" name="Ink 410">
                  <a:extLst>
                    <a:ext uri="{FF2B5EF4-FFF2-40B4-BE49-F238E27FC236}">
                      <a16:creationId xmlns:a16="http://schemas.microsoft.com/office/drawing/2014/main" id="{85BCD1D2-7528-5BF5-3337-5EFBC92F9C03}"/>
                    </a:ext>
                  </a:extLst>
                </p14:cNvPr>
                <p14:cNvContentPartPr/>
                <p14:nvPr/>
              </p14:nvContentPartPr>
              <p14:xfrm>
                <a:off x="11068079" y="6336742"/>
                <a:ext cx="309960" cy="155160"/>
              </p14:xfrm>
            </p:contentPart>
          </mc:Choice>
          <mc:Fallback xmlns="">
            <p:pic>
              <p:nvPicPr>
                <p:cNvPr id="411" name="Ink 410">
                  <a:extLst>
                    <a:ext uri="{FF2B5EF4-FFF2-40B4-BE49-F238E27FC236}">
                      <a16:creationId xmlns:a16="http://schemas.microsoft.com/office/drawing/2014/main" id="{85BCD1D2-7528-5BF5-3337-5EFBC92F9C03}"/>
                    </a:ext>
                  </a:extLst>
                </p:cNvPr>
                <p:cNvPicPr/>
                <p:nvPr/>
              </p:nvPicPr>
              <p:blipFill>
                <a:blip r:embed="rId705"/>
                <a:stretch>
                  <a:fillRect/>
                </a:stretch>
              </p:blipFill>
              <p:spPr>
                <a:xfrm>
                  <a:off x="11061959" y="6330622"/>
                  <a:ext cx="3222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706">
              <p14:nvContentPartPr>
                <p14:cNvPr id="412" name="Ink 411">
                  <a:extLst>
                    <a:ext uri="{FF2B5EF4-FFF2-40B4-BE49-F238E27FC236}">
                      <a16:creationId xmlns:a16="http://schemas.microsoft.com/office/drawing/2014/main" id="{6D3DFBBA-84B5-17CF-3B88-D769EB9520AE}"/>
                    </a:ext>
                  </a:extLst>
                </p14:cNvPr>
                <p14:cNvContentPartPr/>
                <p14:nvPr/>
              </p14:nvContentPartPr>
              <p14:xfrm>
                <a:off x="11495759" y="6334582"/>
                <a:ext cx="415080" cy="382320"/>
              </p14:xfrm>
            </p:contentPart>
          </mc:Choice>
          <mc:Fallback xmlns="">
            <p:pic>
              <p:nvPicPr>
                <p:cNvPr id="412" name="Ink 411">
                  <a:extLst>
                    <a:ext uri="{FF2B5EF4-FFF2-40B4-BE49-F238E27FC236}">
                      <a16:creationId xmlns:a16="http://schemas.microsoft.com/office/drawing/2014/main" id="{6D3DFBBA-84B5-17CF-3B88-D769EB9520AE}"/>
                    </a:ext>
                  </a:extLst>
                </p:cNvPr>
                <p:cNvPicPr/>
                <p:nvPr/>
              </p:nvPicPr>
              <p:blipFill>
                <a:blip r:embed="rId707"/>
                <a:stretch>
                  <a:fillRect/>
                </a:stretch>
              </p:blipFill>
              <p:spPr>
                <a:xfrm>
                  <a:off x="11489639" y="6328462"/>
                  <a:ext cx="42732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708">
              <p14:nvContentPartPr>
                <p14:cNvPr id="413" name="Ink 412">
                  <a:extLst>
                    <a:ext uri="{FF2B5EF4-FFF2-40B4-BE49-F238E27FC236}">
                      <a16:creationId xmlns:a16="http://schemas.microsoft.com/office/drawing/2014/main" id="{E311154A-F79F-62D9-DA0D-4203BD448993}"/>
                    </a:ext>
                  </a:extLst>
                </p14:cNvPr>
                <p14:cNvContentPartPr/>
                <p14:nvPr/>
              </p14:nvContentPartPr>
              <p14:xfrm>
                <a:off x="11064839" y="6672982"/>
                <a:ext cx="642600" cy="152640"/>
              </p14:xfrm>
            </p:contentPart>
          </mc:Choice>
          <mc:Fallback xmlns="">
            <p:pic>
              <p:nvPicPr>
                <p:cNvPr id="413" name="Ink 412">
                  <a:extLst>
                    <a:ext uri="{FF2B5EF4-FFF2-40B4-BE49-F238E27FC236}">
                      <a16:creationId xmlns:a16="http://schemas.microsoft.com/office/drawing/2014/main" id="{E311154A-F79F-62D9-DA0D-4203BD448993}"/>
                    </a:ext>
                  </a:extLst>
                </p:cNvPr>
                <p:cNvPicPr/>
                <p:nvPr/>
              </p:nvPicPr>
              <p:blipFill>
                <a:blip r:embed="rId709"/>
                <a:stretch>
                  <a:fillRect/>
                </a:stretch>
              </p:blipFill>
              <p:spPr>
                <a:xfrm>
                  <a:off x="11058719" y="6666862"/>
                  <a:ext cx="654840" cy="164880"/>
                </a:xfrm>
                <a:prstGeom prst="rect">
                  <a:avLst/>
                </a:prstGeom>
              </p:spPr>
            </p:pic>
          </mc:Fallback>
        </mc:AlternateContent>
      </p:grpSp>
    </p:spTree>
    <p:extLst>
      <p:ext uri="{BB962C8B-B14F-4D97-AF65-F5344CB8AC3E}">
        <p14:creationId xmlns:p14="http://schemas.microsoft.com/office/powerpoint/2010/main" val="838642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E6A6-B9CA-715A-EA5C-9DFF38ED6216}"/>
              </a:ext>
            </a:extLst>
          </p:cNvPr>
          <p:cNvSpPr>
            <a:spLocks noGrp="1"/>
          </p:cNvSpPr>
          <p:nvPr>
            <p:ph type="title"/>
          </p:nvPr>
        </p:nvSpPr>
        <p:spPr/>
        <p:txBody>
          <a:bodyPr/>
          <a:lstStyle/>
          <a:p>
            <a:r>
              <a:rPr lang="en-IN" dirty="0" err="1"/>
              <a:t>AlexNet</a:t>
            </a:r>
            <a:r>
              <a:rPr lang="en-IN" dirty="0"/>
              <a:t> - </a:t>
            </a:r>
            <a:r>
              <a:rPr lang="en-IN" dirty="0">
                <a:hlinkClick r:id="rId2"/>
              </a:rPr>
              <a:t>Research Paper</a:t>
            </a:r>
            <a:endParaRPr lang="en-IN" dirty="0"/>
          </a:p>
        </p:txBody>
      </p:sp>
      <p:pic>
        <p:nvPicPr>
          <p:cNvPr id="4" name="Picture 3">
            <a:extLst>
              <a:ext uri="{FF2B5EF4-FFF2-40B4-BE49-F238E27FC236}">
                <a16:creationId xmlns:a16="http://schemas.microsoft.com/office/drawing/2014/main" id="{736F7855-1888-292B-32D3-2FD591F8F9BB}"/>
              </a:ext>
            </a:extLst>
          </p:cNvPr>
          <p:cNvPicPr>
            <a:picLocks noChangeAspect="1"/>
          </p:cNvPicPr>
          <p:nvPr/>
        </p:nvPicPr>
        <p:blipFill>
          <a:blip r:embed="rId3"/>
          <a:stretch>
            <a:fillRect/>
          </a:stretch>
        </p:blipFill>
        <p:spPr>
          <a:xfrm>
            <a:off x="4504494" y="2289706"/>
            <a:ext cx="6965268" cy="3185027"/>
          </a:xfrm>
          <a:prstGeom prst="rect">
            <a:avLst/>
          </a:prstGeom>
        </p:spPr>
      </p:pic>
      <p:sp>
        <p:nvSpPr>
          <p:cNvPr id="6" name="TextBox 5">
            <a:extLst>
              <a:ext uri="{FF2B5EF4-FFF2-40B4-BE49-F238E27FC236}">
                <a16:creationId xmlns:a16="http://schemas.microsoft.com/office/drawing/2014/main" id="{5D4AD0F2-A83E-B38B-85B1-ED99F9849C39}"/>
              </a:ext>
            </a:extLst>
          </p:cNvPr>
          <p:cNvSpPr txBox="1"/>
          <p:nvPr/>
        </p:nvSpPr>
        <p:spPr>
          <a:xfrm>
            <a:off x="84383" y="1910807"/>
            <a:ext cx="4002801" cy="4247317"/>
          </a:xfrm>
          <a:prstGeom prst="rect">
            <a:avLst/>
          </a:prstGeom>
          <a:noFill/>
        </p:spPr>
        <p:txBody>
          <a:bodyPr wrap="square">
            <a:spAutoFit/>
          </a:bodyPr>
          <a:lstStyle/>
          <a:p>
            <a:pPr marL="285750" indent="-285750">
              <a:buFont typeface="Arial" panose="020B0604020202020204" pitchFamily="34" charset="0"/>
              <a:buChar char="•"/>
            </a:pPr>
            <a:r>
              <a:rPr lang="en-US" dirty="0" err="1"/>
              <a:t>AlexNet</a:t>
            </a:r>
            <a:r>
              <a:rPr lang="en-US" dirty="0"/>
              <a:t> consists of 5 convolution layers, 3 max-pooling layers, 2 Normalized layers, 2 fully connected layers and 1 SoftMax layer. </a:t>
            </a:r>
          </a:p>
          <a:p>
            <a:pPr marL="285750" indent="-285750">
              <a:buFont typeface="Arial" panose="020B0604020202020204" pitchFamily="34" charset="0"/>
              <a:buChar char="•"/>
            </a:pPr>
            <a:r>
              <a:rPr lang="en-US" dirty="0"/>
              <a:t>Each convolution layer consists of a convolution filter and a non-linear activation function called “ReLU”. </a:t>
            </a:r>
          </a:p>
          <a:p>
            <a:pPr marL="285750" indent="-285750">
              <a:buFont typeface="Arial" panose="020B0604020202020204" pitchFamily="34" charset="0"/>
              <a:buChar char="•"/>
            </a:pPr>
            <a:r>
              <a:rPr lang="en-US" dirty="0"/>
              <a:t>The pooling layers are used to perform the max-pooling function and the input size is fixed due to the presence of fully connected layers.</a:t>
            </a:r>
          </a:p>
          <a:p>
            <a:pPr marL="285750" indent="-285750">
              <a:buFont typeface="Arial" panose="020B0604020202020204" pitchFamily="34" charset="0"/>
              <a:buChar char="•"/>
            </a:pPr>
            <a:r>
              <a:rPr lang="en-US" dirty="0"/>
              <a:t>The input size is mentioned at most of the places as 224x224x3 but due to some padding which happens it works out to be 227x227x3. </a:t>
            </a:r>
            <a:endParaRPr lang="en-IN" dirty="0"/>
          </a:p>
        </p:txBody>
      </p:sp>
      <p:sp>
        <p:nvSpPr>
          <p:cNvPr id="8" name="TextBox 7">
            <a:extLst>
              <a:ext uri="{FF2B5EF4-FFF2-40B4-BE49-F238E27FC236}">
                <a16:creationId xmlns:a16="http://schemas.microsoft.com/office/drawing/2014/main" id="{FA2C0D0D-4E96-A423-241B-48EE840FAD93}"/>
              </a:ext>
            </a:extLst>
          </p:cNvPr>
          <p:cNvSpPr txBox="1"/>
          <p:nvPr/>
        </p:nvSpPr>
        <p:spPr>
          <a:xfrm>
            <a:off x="4087184" y="5280961"/>
            <a:ext cx="6097022" cy="938719"/>
          </a:xfrm>
          <a:prstGeom prst="rect">
            <a:avLst/>
          </a:prstGeom>
          <a:noFill/>
        </p:spPr>
        <p:txBody>
          <a:bodyPr wrap="square">
            <a:spAutoFit/>
          </a:bodyPr>
          <a:lstStyle/>
          <a:p>
            <a:r>
              <a:rPr lang="en-US" sz="1100" dirty="0"/>
              <a:t>Key Features:</a:t>
            </a:r>
          </a:p>
          <a:p>
            <a:r>
              <a:rPr lang="en-US" sz="1100" dirty="0"/>
              <a:t>‘ReLU’ is used as an activation function rather than ‘tanh’</a:t>
            </a:r>
          </a:p>
          <a:p>
            <a:r>
              <a:rPr lang="en-US" sz="1100" dirty="0"/>
              <a:t>Batch size of 128</a:t>
            </a:r>
          </a:p>
          <a:p>
            <a:r>
              <a:rPr lang="en-US" sz="1100" dirty="0"/>
              <a:t>SGD Momentum is used as a learning algorithm</a:t>
            </a:r>
          </a:p>
          <a:p>
            <a:r>
              <a:rPr lang="en-US" sz="1100" dirty="0"/>
              <a:t>Data Augmentation is been carried out like flipping, jittering, cropping, </a:t>
            </a:r>
            <a:r>
              <a:rPr lang="en-US" sz="1100" dirty="0" err="1"/>
              <a:t>colour</a:t>
            </a:r>
            <a:r>
              <a:rPr lang="en-US" sz="1100" dirty="0"/>
              <a:t> normalization, etc.</a:t>
            </a:r>
            <a:endParaRPr lang="en-IN" sz="1100" dirty="0"/>
          </a:p>
        </p:txBody>
      </p:sp>
    </p:spTree>
    <p:extLst>
      <p:ext uri="{BB962C8B-B14F-4D97-AF65-F5344CB8AC3E}">
        <p14:creationId xmlns:p14="http://schemas.microsoft.com/office/powerpoint/2010/main" val="3145679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93033-ECA8-A209-1E2B-B5427F387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B7B7B-4F62-9EBF-3694-A1E0D61A1120}"/>
              </a:ext>
            </a:extLst>
          </p:cNvPr>
          <p:cNvSpPr>
            <a:spLocks noGrp="1"/>
          </p:cNvSpPr>
          <p:nvPr>
            <p:ph type="title"/>
          </p:nvPr>
        </p:nvSpPr>
        <p:spPr/>
        <p:txBody>
          <a:bodyPr/>
          <a:lstStyle/>
          <a:p>
            <a:r>
              <a:rPr lang="en-IN" dirty="0" err="1"/>
              <a:t>AlexNet</a:t>
            </a:r>
            <a:r>
              <a:rPr lang="en-IN" dirty="0"/>
              <a:t> - </a:t>
            </a:r>
            <a:r>
              <a:rPr lang="en-IN" dirty="0">
                <a:hlinkClick r:id="rId2"/>
              </a:rPr>
              <a:t>Research Paper</a:t>
            </a:r>
            <a:endParaRPr lang="en-IN" dirty="0"/>
          </a:p>
        </p:txBody>
      </p:sp>
      <p:pic>
        <p:nvPicPr>
          <p:cNvPr id="3074" name="Picture 2">
            <a:extLst>
              <a:ext uri="{FF2B5EF4-FFF2-40B4-BE49-F238E27FC236}">
                <a16:creationId xmlns:a16="http://schemas.microsoft.com/office/drawing/2014/main" id="{70C227C7-B480-75CD-46A9-5FF2316DAE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3815" y="1957674"/>
            <a:ext cx="6478185" cy="395958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title">
            <a:extLst>
              <a:ext uri="{FF2B5EF4-FFF2-40B4-BE49-F238E27FC236}">
                <a16:creationId xmlns:a16="http://schemas.microsoft.com/office/drawing/2014/main" id="{FF31922A-EC2E-3006-A3B9-A5B8BD5761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15" y="1820936"/>
            <a:ext cx="5717558" cy="3216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9840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4E9D4-8EAE-7254-B0CF-B199E54F18E1}"/>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320522C5-4E90-01EE-E28A-A5FDBD72DF8D}"/>
              </a:ext>
            </a:extLst>
          </p:cNvPr>
          <p:cNvPicPr>
            <a:picLocks noChangeAspect="1"/>
          </p:cNvPicPr>
          <p:nvPr/>
        </p:nvPicPr>
        <p:blipFill>
          <a:blip r:embed="rId2"/>
          <a:stretch>
            <a:fillRect/>
          </a:stretch>
        </p:blipFill>
        <p:spPr>
          <a:xfrm>
            <a:off x="940286" y="122739"/>
            <a:ext cx="10311427" cy="6145194"/>
          </a:xfrm>
          <a:prstGeom prst="rect">
            <a:avLst/>
          </a:prstGeom>
        </p:spPr>
      </p:pic>
    </p:spTree>
    <p:extLst>
      <p:ext uri="{BB962C8B-B14F-4D97-AF65-F5344CB8AC3E}">
        <p14:creationId xmlns:p14="http://schemas.microsoft.com/office/powerpoint/2010/main" val="4238793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1283B-4BB0-DBE1-DB71-D5D7A2D22E97}"/>
              </a:ext>
            </a:extLst>
          </p:cNvPr>
          <p:cNvSpPr>
            <a:spLocks noGrp="1"/>
          </p:cNvSpPr>
          <p:nvPr>
            <p:ph type="title"/>
          </p:nvPr>
        </p:nvSpPr>
        <p:spPr/>
        <p:txBody>
          <a:bodyPr/>
          <a:lstStyle/>
          <a:p>
            <a:r>
              <a:rPr lang="en-IN" dirty="0"/>
              <a:t>How Transfer Learning Works?</a:t>
            </a:r>
          </a:p>
        </p:txBody>
      </p:sp>
      <p:pic>
        <p:nvPicPr>
          <p:cNvPr id="5122" name="Picture 2" descr="Generated image">
            <a:extLst>
              <a:ext uri="{FF2B5EF4-FFF2-40B4-BE49-F238E27FC236}">
                <a16:creationId xmlns:a16="http://schemas.microsoft.com/office/drawing/2014/main" id="{B7D835D5-D1ED-70E7-264C-BCDE770558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634" y="1386943"/>
            <a:ext cx="3333366" cy="500004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5999D7A-E4B5-5A9A-7E22-A8B25AD8B916}"/>
              </a:ext>
            </a:extLst>
          </p:cNvPr>
          <p:cNvSpPr>
            <a:spLocks noChangeArrowheads="1"/>
          </p:cNvSpPr>
          <p:nvPr/>
        </p:nvSpPr>
        <p:spPr bwMode="auto">
          <a:xfrm>
            <a:off x="1025887" y="1952292"/>
            <a:ext cx="675421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Pre-trained Model</a:t>
            </a:r>
            <a:r>
              <a:rPr kumimoji="0" lang="en-US" altLang="en-US" sz="1800" b="0" i="0" u="none" strike="noStrike" cap="none" normalizeH="0" baseline="0" dirty="0">
                <a:ln>
                  <a:noFill/>
                </a:ln>
                <a:solidFill>
                  <a:schemeClr val="tx1"/>
                </a:solidFill>
                <a:effectLst/>
                <a:latin typeface="Arial" panose="020B0604020202020204" pitchFamily="34" charset="0"/>
              </a:rPr>
              <a:t>: Begin with a model trained on a large dataset for a specific task.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Base Model</a:t>
            </a:r>
            <a:r>
              <a:rPr kumimoji="0" lang="en-US" altLang="en-US" sz="1800" b="0" i="0" u="none" strike="noStrike" cap="none" normalizeH="0" baseline="0" dirty="0">
                <a:ln>
                  <a:noFill/>
                </a:ln>
                <a:solidFill>
                  <a:schemeClr val="tx1"/>
                </a:solidFill>
                <a:effectLst/>
                <a:latin typeface="Arial" panose="020B0604020202020204" pitchFamily="34" charset="0"/>
              </a:rPr>
              <a:t>: Utilize the layers that have learned general features and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Transfer Layers</a:t>
            </a:r>
            <a:r>
              <a:rPr kumimoji="0" lang="en-US" altLang="en-US" sz="1800" b="0" i="0" u="none" strike="noStrike" cap="none" normalizeH="0" baseline="0" dirty="0">
                <a:ln>
                  <a:noFill/>
                </a:ln>
                <a:solidFill>
                  <a:schemeClr val="tx1"/>
                </a:solidFill>
                <a:effectLst/>
                <a:latin typeface="Arial" panose="020B0604020202020204" pitchFamily="34" charset="0"/>
              </a:rPr>
              <a:t>: Identify and retain layers with generic information applicable to both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Fine-tuning</a:t>
            </a:r>
            <a:r>
              <a:rPr kumimoji="0" lang="en-US" altLang="en-US" sz="1800" b="0" i="0" u="none" strike="noStrike" cap="none" normalizeH="0" baseline="0" dirty="0">
                <a:ln>
                  <a:noFill/>
                </a:ln>
                <a:solidFill>
                  <a:schemeClr val="tx1"/>
                </a:solidFill>
                <a:effectLst/>
                <a:latin typeface="Arial" panose="020B0604020202020204" pitchFamily="34" charset="0"/>
              </a:rPr>
              <a:t>: Adjust selected layers with data from the new task to improve accuracy and adaptability.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D3D6D0DD-CBC2-7692-74E5-F55CF8B57815}"/>
              </a:ext>
            </a:extLst>
          </p:cNvPr>
          <p:cNvSpPr>
            <a:spLocks noChangeArrowheads="1"/>
          </p:cNvSpPr>
          <p:nvPr/>
        </p:nvSpPr>
        <p:spPr bwMode="auto">
          <a:xfrm>
            <a:off x="1025887" y="4628485"/>
            <a:ext cx="695925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Frozen Layers</a:t>
            </a:r>
            <a:r>
              <a:rPr kumimoji="0" lang="en-US" altLang="en-US" sz="1800" b="0" i="0" u="none" strike="noStrike" cap="none" normalizeH="0" baseline="0" dirty="0">
                <a:ln>
                  <a:noFill/>
                </a:ln>
                <a:solidFill>
                  <a:schemeClr val="tx1"/>
                </a:solidFill>
                <a:effectLst/>
                <a:latin typeface="Arial" panose="020B0604020202020204" pitchFamily="34" charset="0"/>
              </a:rPr>
              <a:t>: Layers from the pre-trained model that remain unchanged during fine-tuning, preserving learned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Trainable Layers</a:t>
            </a:r>
            <a:r>
              <a:rPr kumimoji="0" lang="en-US" altLang="en-US" sz="1800" b="0" i="0" u="none" strike="noStrike" cap="none" normalizeH="0" baseline="0" dirty="0">
                <a:ln>
                  <a:noFill/>
                </a:ln>
                <a:solidFill>
                  <a:schemeClr val="tx1"/>
                </a:solidFill>
                <a:effectLst/>
                <a:latin typeface="Arial" panose="020B0604020202020204" pitchFamily="34" charset="0"/>
              </a:rPr>
              <a:t>: Layers that are adjusted during fine-tuning to adapt to the new task's specific requirements.</a:t>
            </a:r>
          </a:p>
        </p:txBody>
      </p:sp>
      <p:sp>
        <p:nvSpPr>
          <p:cNvPr id="7" name="TextBox 6">
            <a:extLst>
              <a:ext uri="{FF2B5EF4-FFF2-40B4-BE49-F238E27FC236}">
                <a16:creationId xmlns:a16="http://schemas.microsoft.com/office/drawing/2014/main" id="{EAFAA8F5-B12B-1D80-B523-75EFE6BE6D15}"/>
              </a:ext>
            </a:extLst>
          </p:cNvPr>
          <p:cNvSpPr txBox="1"/>
          <p:nvPr/>
        </p:nvSpPr>
        <p:spPr>
          <a:xfrm>
            <a:off x="2944185" y="5870818"/>
            <a:ext cx="6097022" cy="369332"/>
          </a:xfrm>
          <a:prstGeom prst="rect">
            <a:avLst/>
          </a:prstGeom>
          <a:noFill/>
        </p:spPr>
        <p:txBody>
          <a:bodyPr wrap="square">
            <a:spAutoFit/>
          </a:bodyPr>
          <a:lstStyle/>
          <a:p>
            <a:r>
              <a:rPr lang="en-IN" dirty="0">
                <a:hlinkClick r:id="rId3"/>
              </a:rPr>
              <a:t>https://keras.io/api/applications/</a:t>
            </a:r>
            <a:endParaRPr lang="en-IN" dirty="0"/>
          </a:p>
        </p:txBody>
      </p:sp>
    </p:spTree>
    <p:extLst>
      <p:ext uri="{BB962C8B-B14F-4D97-AF65-F5344CB8AC3E}">
        <p14:creationId xmlns:p14="http://schemas.microsoft.com/office/powerpoint/2010/main" val="11117510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EFBA3-6423-A108-563A-8D6FBD58BE24}"/>
              </a:ext>
            </a:extLst>
          </p:cNvPr>
          <p:cNvSpPr>
            <a:spLocks noGrp="1"/>
          </p:cNvSpPr>
          <p:nvPr>
            <p:ph type="title"/>
          </p:nvPr>
        </p:nvSpPr>
        <p:spPr/>
        <p:txBody>
          <a:bodyPr/>
          <a:lstStyle/>
          <a:p>
            <a:r>
              <a:rPr lang="en-IN" dirty="0"/>
              <a:t>VGG – 16 Model Architecture</a:t>
            </a:r>
          </a:p>
        </p:txBody>
      </p:sp>
      <p:pic>
        <p:nvPicPr>
          <p:cNvPr id="4" name="Picture 3">
            <a:extLst>
              <a:ext uri="{FF2B5EF4-FFF2-40B4-BE49-F238E27FC236}">
                <a16:creationId xmlns:a16="http://schemas.microsoft.com/office/drawing/2014/main" id="{485274AC-71F2-384E-E285-329513C8A161}"/>
              </a:ext>
            </a:extLst>
          </p:cNvPr>
          <p:cNvPicPr>
            <a:picLocks noChangeAspect="1"/>
          </p:cNvPicPr>
          <p:nvPr/>
        </p:nvPicPr>
        <p:blipFill>
          <a:blip r:embed="rId2"/>
          <a:stretch>
            <a:fillRect/>
          </a:stretch>
        </p:blipFill>
        <p:spPr>
          <a:xfrm>
            <a:off x="219770" y="2385437"/>
            <a:ext cx="5715000" cy="3400425"/>
          </a:xfrm>
          <a:prstGeom prst="rect">
            <a:avLst/>
          </a:prstGeom>
        </p:spPr>
      </p:pic>
      <p:pic>
        <p:nvPicPr>
          <p:cNvPr id="5" name="Picture 4">
            <a:extLst>
              <a:ext uri="{FF2B5EF4-FFF2-40B4-BE49-F238E27FC236}">
                <a16:creationId xmlns:a16="http://schemas.microsoft.com/office/drawing/2014/main" id="{281AF18C-F8CB-345B-20BE-7992A9CA5983}"/>
              </a:ext>
            </a:extLst>
          </p:cNvPr>
          <p:cNvPicPr>
            <a:picLocks noChangeAspect="1"/>
          </p:cNvPicPr>
          <p:nvPr/>
        </p:nvPicPr>
        <p:blipFill>
          <a:blip r:embed="rId3"/>
          <a:stretch>
            <a:fillRect/>
          </a:stretch>
        </p:blipFill>
        <p:spPr>
          <a:xfrm>
            <a:off x="5934980" y="1919319"/>
            <a:ext cx="6068565" cy="3866543"/>
          </a:xfrm>
          <a:prstGeom prst="rect">
            <a:avLst/>
          </a:prstGeom>
        </p:spPr>
      </p:pic>
      <p:sp>
        <p:nvSpPr>
          <p:cNvPr id="7" name="TextBox 6">
            <a:extLst>
              <a:ext uri="{FF2B5EF4-FFF2-40B4-BE49-F238E27FC236}">
                <a16:creationId xmlns:a16="http://schemas.microsoft.com/office/drawing/2014/main" id="{D5F339D6-C901-11A1-2DB0-A311022A7307}"/>
              </a:ext>
            </a:extLst>
          </p:cNvPr>
          <p:cNvSpPr txBox="1"/>
          <p:nvPr/>
        </p:nvSpPr>
        <p:spPr>
          <a:xfrm>
            <a:off x="135930" y="1725700"/>
            <a:ext cx="6097022" cy="369332"/>
          </a:xfrm>
          <a:prstGeom prst="rect">
            <a:avLst/>
          </a:prstGeom>
          <a:noFill/>
        </p:spPr>
        <p:txBody>
          <a:bodyPr wrap="square">
            <a:spAutoFit/>
          </a:bodyPr>
          <a:lstStyle/>
          <a:p>
            <a:r>
              <a:rPr lang="en-IN" b="0" i="0" dirty="0">
                <a:solidFill>
                  <a:srgbClr val="242424"/>
                </a:solidFill>
                <a:effectLst/>
                <a:latin typeface="source-serif-pro"/>
              </a:rPr>
              <a:t>ImageNet Large-Scale Visual Recognition Challenge (ILSVRC)</a:t>
            </a:r>
            <a:endParaRPr lang="en-IN" dirty="0"/>
          </a:p>
        </p:txBody>
      </p:sp>
      <p:sp>
        <p:nvSpPr>
          <p:cNvPr id="9" name="TextBox 8">
            <a:extLst>
              <a:ext uri="{FF2B5EF4-FFF2-40B4-BE49-F238E27FC236}">
                <a16:creationId xmlns:a16="http://schemas.microsoft.com/office/drawing/2014/main" id="{0B235B72-D083-A215-B2A9-FC9EAC474A17}"/>
              </a:ext>
            </a:extLst>
          </p:cNvPr>
          <p:cNvSpPr txBox="1"/>
          <p:nvPr/>
        </p:nvSpPr>
        <p:spPr>
          <a:xfrm>
            <a:off x="5695081" y="1725700"/>
            <a:ext cx="6739864" cy="369332"/>
          </a:xfrm>
          <a:prstGeom prst="rect">
            <a:avLst/>
          </a:prstGeom>
          <a:noFill/>
        </p:spPr>
        <p:txBody>
          <a:bodyPr wrap="square">
            <a:spAutoFit/>
          </a:bodyPr>
          <a:lstStyle/>
          <a:p>
            <a:r>
              <a:rPr lang="en-US" b="0" i="0" dirty="0">
                <a:solidFill>
                  <a:srgbClr val="242424"/>
                </a:solidFill>
                <a:effectLst/>
                <a:latin typeface="source-serif-pro"/>
              </a:rPr>
              <a:t>an annual event to showcase and challenge computer vision models. </a:t>
            </a:r>
            <a:endParaRPr lang="en-IN" dirty="0"/>
          </a:p>
        </p:txBody>
      </p:sp>
    </p:spTree>
    <p:extLst>
      <p:ext uri="{BB962C8B-B14F-4D97-AF65-F5344CB8AC3E}">
        <p14:creationId xmlns:p14="http://schemas.microsoft.com/office/powerpoint/2010/main" val="24838009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35761-A099-D5B9-2DD7-EF9A1F936707}"/>
              </a:ext>
            </a:extLst>
          </p:cNvPr>
          <p:cNvSpPr>
            <a:spLocks noGrp="1"/>
          </p:cNvSpPr>
          <p:nvPr>
            <p:ph type="title"/>
          </p:nvPr>
        </p:nvSpPr>
        <p:spPr/>
        <p:txBody>
          <a:bodyPr/>
          <a:lstStyle/>
          <a:p>
            <a:r>
              <a:rPr lang="en-IN" dirty="0"/>
              <a:t>Data Augmentation</a:t>
            </a:r>
          </a:p>
        </p:txBody>
      </p:sp>
      <p:sp>
        <p:nvSpPr>
          <p:cNvPr id="3" name="Content Placeholder 2">
            <a:extLst>
              <a:ext uri="{FF2B5EF4-FFF2-40B4-BE49-F238E27FC236}">
                <a16:creationId xmlns:a16="http://schemas.microsoft.com/office/drawing/2014/main" id="{F2264E58-4D27-F9FB-149F-02BD1D184C80}"/>
              </a:ext>
            </a:extLst>
          </p:cNvPr>
          <p:cNvSpPr>
            <a:spLocks noGrp="1"/>
          </p:cNvSpPr>
          <p:nvPr>
            <p:ph idx="1"/>
          </p:nvPr>
        </p:nvSpPr>
        <p:spPr>
          <a:xfrm>
            <a:off x="1046957" y="1737360"/>
            <a:ext cx="10108723" cy="4023360"/>
          </a:xfrm>
        </p:spPr>
        <p:txBody>
          <a:bodyPr>
            <a:normAutofit/>
          </a:bodyPr>
          <a:lstStyle/>
          <a:p>
            <a:pPr algn="just">
              <a:buFont typeface="Wingdings" panose="05000000000000000000" pitchFamily="2" charset="2"/>
              <a:buChar char="Ø"/>
            </a:pPr>
            <a:r>
              <a:rPr lang="en-US" sz="1200" b="0" i="0" dirty="0">
                <a:solidFill>
                  <a:srgbClr val="242424"/>
                </a:solidFill>
                <a:effectLst/>
                <a:latin typeface="source-serif-pro"/>
              </a:rPr>
              <a:t>The quantity and diversity of data are important factors in the effectiveness of most machine learning and deep learning models.</a:t>
            </a:r>
          </a:p>
          <a:p>
            <a:pPr algn="just">
              <a:buFont typeface="Wingdings" panose="05000000000000000000" pitchFamily="2" charset="2"/>
              <a:buChar char="Ø"/>
            </a:pPr>
            <a:r>
              <a:rPr lang="en-US" sz="1200" b="0" i="0" dirty="0">
                <a:solidFill>
                  <a:srgbClr val="242424"/>
                </a:solidFill>
                <a:effectLst/>
                <a:latin typeface="source-serif-pro"/>
              </a:rPr>
              <a:t>The amount and diversity of data supplied during training heavily influence the prediction accuracy of these models.</a:t>
            </a:r>
          </a:p>
          <a:p>
            <a:pPr algn="just">
              <a:buFont typeface="Wingdings" panose="05000000000000000000" pitchFamily="2" charset="2"/>
              <a:buChar char="Ø"/>
            </a:pPr>
            <a:r>
              <a:rPr lang="en-US" sz="1200" b="0" i="0" dirty="0">
                <a:solidFill>
                  <a:srgbClr val="242424"/>
                </a:solidFill>
                <a:effectLst/>
                <a:latin typeface="source-serif-pro"/>
              </a:rPr>
              <a:t>Data augmentation is the process of creating new training data from existing training data by applying a set of transformations. This technique is commonly used in deep learning to increase the amount of training data available for a model, which can lead to better performance.</a:t>
            </a:r>
            <a:endParaRPr lang="en-US" sz="1200" dirty="0">
              <a:solidFill>
                <a:srgbClr val="242424"/>
              </a:solidFill>
              <a:latin typeface="source-serif-pro"/>
            </a:endParaRPr>
          </a:p>
          <a:p>
            <a:pPr algn="just">
              <a:buFont typeface="Wingdings" panose="05000000000000000000" pitchFamily="2" charset="2"/>
              <a:buChar char="Ø"/>
            </a:pPr>
            <a:r>
              <a:rPr lang="en-US" sz="1200" b="0" i="0" dirty="0">
                <a:solidFill>
                  <a:srgbClr val="242424"/>
                </a:solidFill>
                <a:effectLst/>
                <a:latin typeface="source-serif-pro"/>
              </a:rPr>
              <a:t>Data augmentation is an important technique because it can help to reduce overfitting, which occurs when a model is too complex and is trained on too little data. Overfitting can lead to poor performance on new, unseen data, a common problem in deep learning.</a:t>
            </a:r>
          </a:p>
          <a:p>
            <a:pPr algn="just">
              <a:buFont typeface="Wingdings" panose="05000000000000000000" pitchFamily="2" charset="2"/>
              <a:buChar char="Ø"/>
            </a:pPr>
            <a:r>
              <a:rPr lang="en-US" sz="1200" b="0" i="0" dirty="0">
                <a:solidFill>
                  <a:srgbClr val="242424"/>
                </a:solidFill>
                <a:effectLst/>
                <a:latin typeface="source-serif-pro"/>
              </a:rPr>
              <a:t>Data augmentation can be applied during both training and testing. During training, the augmented data is used to train the model, while during testing, the original data is used to evaluate the model’s performance.</a:t>
            </a:r>
          </a:p>
          <a:p>
            <a:pPr algn="just">
              <a:buFont typeface="Wingdings" panose="05000000000000000000" pitchFamily="2" charset="2"/>
              <a:buChar char="Ø"/>
            </a:pPr>
            <a:r>
              <a:rPr lang="en-US" sz="1200" b="1" i="0" dirty="0">
                <a:solidFill>
                  <a:srgbClr val="FF0000"/>
                </a:solidFill>
                <a:effectLst/>
                <a:latin typeface="source-serif-pro"/>
              </a:rPr>
              <a:t>One important consideration when using data augmentation is to ensure that the augmented data is still representative of the original data.</a:t>
            </a:r>
            <a:endParaRPr lang="en-IN" sz="1200" b="1" dirty="0">
              <a:solidFill>
                <a:srgbClr val="FF0000"/>
              </a:solidFill>
            </a:endParaRPr>
          </a:p>
        </p:txBody>
      </p:sp>
      <p:pic>
        <p:nvPicPr>
          <p:cNvPr id="1026" name="Picture 2">
            <a:extLst>
              <a:ext uri="{FF2B5EF4-FFF2-40B4-BE49-F238E27FC236}">
                <a16:creationId xmlns:a16="http://schemas.microsoft.com/office/drawing/2014/main" id="{1532EFA0-979E-1EB3-61A4-606DF4A264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6957" y="4194151"/>
            <a:ext cx="6294427" cy="2067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979645"/>
      </p:ext>
    </p:extLst>
  </p:cSld>
  <p:clrMapOvr>
    <a:masterClrMapping/>
  </p:clrMapOvr>
</p:sld>
</file>

<file path=ppt/theme/theme1.xml><?xml version="1.0" encoding="utf-8"?>
<a:theme xmlns:a="http://schemas.openxmlformats.org/drawingml/2006/main" name="Retrospec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5253</TotalTime>
  <Words>2552</Words>
  <Application>Microsoft Office PowerPoint</Application>
  <PresentationFormat>Widescreen</PresentationFormat>
  <Paragraphs>183</Paragraphs>
  <Slides>37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Arial</vt:lpstr>
      <vt:lpstr>Calibri</vt:lpstr>
      <vt:lpstr>Calibri Light</vt:lpstr>
      <vt:lpstr>medium-content-sans-serif-font</vt:lpstr>
      <vt:lpstr>sohne</vt:lpstr>
      <vt:lpstr>source-code-pro</vt:lpstr>
      <vt:lpstr>source-serif-pro</vt:lpstr>
      <vt:lpstr>Wingdings</vt:lpstr>
      <vt:lpstr>Retrospect</vt:lpstr>
      <vt:lpstr>Demystifying Convolutional Neural Networks (CNN)</vt:lpstr>
      <vt:lpstr>Learning Objective</vt:lpstr>
      <vt:lpstr>Real-World Examples - DONE</vt:lpstr>
      <vt:lpstr>What is CNN?</vt:lpstr>
      <vt:lpstr>CNN Foundation - DONE</vt:lpstr>
      <vt:lpstr>CNN Foundation done…</vt:lpstr>
      <vt:lpstr>Why CNNs? done</vt:lpstr>
      <vt:lpstr>Why CNNs? done</vt:lpstr>
      <vt:lpstr>Why CNNs? done</vt:lpstr>
      <vt:lpstr>How do computers see images? - done</vt:lpstr>
      <vt:lpstr>Difference between Grayscale and RGB Image - done</vt:lpstr>
      <vt:lpstr>CNN Architecture - done</vt:lpstr>
      <vt:lpstr>Convolution Layer – done ??</vt:lpstr>
      <vt:lpstr>Convolution Layer</vt:lpstr>
      <vt:lpstr>Continue…</vt:lpstr>
      <vt:lpstr>Continue…</vt:lpstr>
      <vt:lpstr>Padding</vt:lpstr>
      <vt:lpstr>Padding…</vt:lpstr>
      <vt:lpstr>Strides in CNN</vt:lpstr>
      <vt:lpstr>Strides in CNN - done</vt:lpstr>
      <vt:lpstr>Pooling Layer - done</vt:lpstr>
      <vt:lpstr>Types of Pooling</vt:lpstr>
      <vt:lpstr>Fully Connected Layer</vt:lpstr>
      <vt:lpstr>How do CNNs work?</vt:lpstr>
      <vt:lpstr>Overfitting in Deep Neural Networks </vt:lpstr>
      <vt:lpstr>Regularization – Early Stopping</vt:lpstr>
      <vt:lpstr>Dropout</vt:lpstr>
      <vt:lpstr>Transfer Learning</vt:lpstr>
      <vt:lpstr>Famous Pre-Trained Models</vt:lpstr>
      <vt:lpstr>ImageNet Dataset</vt:lpstr>
      <vt:lpstr>PowerPoint Presentation</vt:lpstr>
      <vt:lpstr>AlexNet - Research Paper</vt:lpstr>
      <vt:lpstr>AlexNet - Research Paper</vt:lpstr>
      <vt:lpstr>PowerPoint Presentation</vt:lpstr>
      <vt:lpstr>How Transfer Learning Works?</vt:lpstr>
      <vt:lpstr>VGG – 16 Model Architecture</vt:lpstr>
      <vt:lpstr>Data Augmentation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Anant Verma</dc:creator>
  <cp:lastModifiedBy>Ashwani Kumar</cp:lastModifiedBy>
  <cp:revision>42</cp:revision>
  <dcterms:created xsi:type="dcterms:W3CDTF">2025-05-10T16:17:31Z</dcterms:created>
  <dcterms:modified xsi:type="dcterms:W3CDTF">2026-04-02T10:03:36Z</dcterms:modified>
</cp:coreProperties>
</file>