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6" r:id="rId2"/>
    <p:sldId id="358" r:id="rId3"/>
    <p:sldId id="363" r:id="rId4"/>
    <p:sldId id="364" r:id="rId5"/>
    <p:sldId id="365" r:id="rId6"/>
    <p:sldId id="366" r:id="rId7"/>
    <p:sldId id="369" r:id="rId8"/>
    <p:sldId id="372" r:id="rId9"/>
    <p:sldId id="362" r:id="rId10"/>
    <p:sldId id="370" r:id="rId11"/>
    <p:sldId id="371" r:id="rId12"/>
    <p:sldId id="356" r:id="rId13"/>
    <p:sldId id="355" r:id="rId14"/>
    <p:sldId id="367" r:id="rId15"/>
    <p:sldId id="368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6F409F-98DB-42E3-A299-BC7621C615E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F6A7B44-D3E5-4C55-BBF5-0E96410E66CE}">
      <dgm:prSet phldrT="[Text]"/>
      <dgm:spPr/>
      <dgm:t>
        <a:bodyPr/>
        <a:lstStyle/>
        <a:p>
          <a:r>
            <a:rPr lang="en-IN" dirty="0"/>
            <a:t>1</a:t>
          </a:r>
        </a:p>
      </dgm:t>
    </dgm:pt>
    <dgm:pt modelId="{6E7F3545-193C-4C62-AD23-E8B8220CFA9C}" type="parTrans" cxnId="{A111ED88-066E-41B5-A04A-F37F162EE5BE}">
      <dgm:prSet/>
      <dgm:spPr/>
      <dgm:t>
        <a:bodyPr/>
        <a:lstStyle/>
        <a:p>
          <a:endParaRPr lang="en-IN"/>
        </a:p>
      </dgm:t>
    </dgm:pt>
    <dgm:pt modelId="{EA5CB88F-CE57-4012-9500-6257D4FFC2F3}" type="sibTrans" cxnId="{A111ED88-066E-41B5-A04A-F37F162EE5BE}">
      <dgm:prSet/>
      <dgm:spPr/>
      <dgm:t>
        <a:bodyPr/>
        <a:lstStyle/>
        <a:p>
          <a:endParaRPr lang="en-IN"/>
        </a:p>
      </dgm:t>
    </dgm:pt>
    <dgm:pt modelId="{A6B57D63-7427-4E17-A8F1-6E2CD860CA5F}">
      <dgm:prSet phldrT="[Text]"/>
      <dgm:spPr/>
      <dgm:t>
        <a:bodyPr/>
        <a:lstStyle/>
        <a:p>
          <a:r>
            <a:rPr lang="en-IN" dirty="0"/>
            <a:t>2</a:t>
          </a:r>
        </a:p>
      </dgm:t>
    </dgm:pt>
    <dgm:pt modelId="{FA857504-FDA7-48E4-9A55-3C14A28AF76E}" type="parTrans" cxnId="{7F5CC14B-E267-4F6B-B6A0-DBFFC7608AFF}">
      <dgm:prSet/>
      <dgm:spPr/>
      <dgm:t>
        <a:bodyPr/>
        <a:lstStyle/>
        <a:p>
          <a:endParaRPr lang="en-IN"/>
        </a:p>
      </dgm:t>
    </dgm:pt>
    <dgm:pt modelId="{2E594A0F-A6ED-4683-8B2B-817AE806337A}" type="sibTrans" cxnId="{7F5CC14B-E267-4F6B-B6A0-DBFFC7608AFF}">
      <dgm:prSet/>
      <dgm:spPr/>
      <dgm:t>
        <a:bodyPr/>
        <a:lstStyle/>
        <a:p>
          <a:endParaRPr lang="en-IN"/>
        </a:p>
      </dgm:t>
    </dgm:pt>
    <dgm:pt modelId="{A1E388DA-AE55-41EB-8442-6362C5E33403}">
      <dgm:prSet phldrT="[Text]" custT="1"/>
      <dgm:spPr/>
      <dgm:t>
        <a:bodyPr/>
        <a:lstStyle/>
        <a:p>
          <a:r>
            <a:rPr lang="en-US" sz="1600" dirty="0"/>
            <a:t>They showed the cat various images, but initially observed no neural response from the visual cortex.</a:t>
          </a:r>
          <a:endParaRPr lang="en-IN" sz="1600" dirty="0"/>
        </a:p>
      </dgm:t>
    </dgm:pt>
    <dgm:pt modelId="{114E6F66-B3C0-4B53-BD03-28B7AD1F1B18}" type="parTrans" cxnId="{26797B2B-D7F8-48AC-93BC-3698C987E9A2}">
      <dgm:prSet/>
      <dgm:spPr/>
      <dgm:t>
        <a:bodyPr/>
        <a:lstStyle/>
        <a:p>
          <a:endParaRPr lang="en-IN"/>
        </a:p>
      </dgm:t>
    </dgm:pt>
    <dgm:pt modelId="{FDF25AC1-DE90-4A76-8E59-36A3D8F46990}" type="sibTrans" cxnId="{26797B2B-D7F8-48AC-93BC-3698C987E9A2}">
      <dgm:prSet/>
      <dgm:spPr/>
      <dgm:t>
        <a:bodyPr/>
        <a:lstStyle/>
        <a:p>
          <a:endParaRPr lang="en-IN"/>
        </a:p>
      </dgm:t>
    </dgm:pt>
    <dgm:pt modelId="{F8FD1A2B-4668-4663-A5F2-AF6A944F56FF}">
      <dgm:prSet phldrT="[Text]" custT="1"/>
      <dgm:spPr/>
      <dgm:t>
        <a:bodyPr/>
        <a:lstStyle/>
        <a:p>
          <a:r>
            <a:rPr lang="en-US" sz="1600" dirty="0"/>
            <a:t>A breakthrough occurred when a simple horizontal line of light accidentally appeared on the screen as it was turned off—this triggered a strong response in the cat's brain.</a:t>
          </a:r>
          <a:endParaRPr lang="en-IN" sz="1600" dirty="0"/>
        </a:p>
      </dgm:t>
    </dgm:pt>
    <dgm:pt modelId="{33542658-CD5E-4861-99E0-53DB82EFA175}" type="parTrans" cxnId="{D526BCCF-4A85-4E2D-A13D-4CEA95332224}">
      <dgm:prSet/>
      <dgm:spPr/>
      <dgm:t>
        <a:bodyPr/>
        <a:lstStyle/>
        <a:p>
          <a:endParaRPr lang="en-IN"/>
        </a:p>
      </dgm:t>
    </dgm:pt>
    <dgm:pt modelId="{958C256A-B164-4983-ABF2-BB6A96E06EA1}" type="sibTrans" cxnId="{D526BCCF-4A85-4E2D-A13D-4CEA95332224}">
      <dgm:prSet/>
      <dgm:spPr/>
      <dgm:t>
        <a:bodyPr/>
        <a:lstStyle/>
        <a:p>
          <a:endParaRPr lang="en-IN"/>
        </a:p>
      </dgm:t>
    </dgm:pt>
    <dgm:pt modelId="{D29DE1D0-0FA7-4988-B331-AC15B949EA67}">
      <dgm:prSet phldrT="[Text]"/>
      <dgm:spPr/>
      <dgm:t>
        <a:bodyPr/>
        <a:lstStyle/>
        <a:p>
          <a:r>
            <a:rPr lang="en-IN" dirty="0"/>
            <a:t>3</a:t>
          </a:r>
        </a:p>
      </dgm:t>
    </dgm:pt>
    <dgm:pt modelId="{FF7D2E94-C4ED-4534-9F9E-C037F2464AD9}" type="parTrans" cxnId="{44C9BEC7-88CA-4649-BCF0-9C3100D1B7EE}">
      <dgm:prSet/>
      <dgm:spPr/>
      <dgm:t>
        <a:bodyPr/>
        <a:lstStyle/>
        <a:p>
          <a:endParaRPr lang="en-IN"/>
        </a:p>
      </dgm:t>
    </dgm:pt>
    <dgm:pt modelId="{4F1BA9B6-7535-4B6F-8D94-FB48B7565CC4}" type="sibTrans" cxnId="{44C9BEC7-88CA-4649-BCF0-9C3100D1B7EE}">
      <dgm:prSet/>
      <dgm:spPr/>
      <dgm:t>
        <a:bodyPr/>
        <a:lstStyle/>
        <a:p>
          <a:endParaRPr lang="en-IN"/>
        </a:p>
      </dgm:t>
    </dgm:pt>
    <dgm:pt modelId="{4A8A8753-290A-4CE3-A503-2D42158477A9}">
      <dgm:prSet phldrT="[Text]" custT="1"/>
      <dgm:spPr/>
      <dgm:t>
        <a:bodyPr/>
        <a:lstStyle/>
        <a:p>
          <a:r>
            <a:rPr lang="en-US" sz="1600" dirty="0"/>
            <a:t>This experiment revealed that the brain processes visual information by detecting edges and lines, laying the foundation for our understanding of biological vision and inspiring modern computer vision techniques.</a:t>
          </a:r>
          <a:endParaRPr lang="en-IN" sz="1600" dirty="0"/>
        </a:p>
      </dgm:t>
    </dgm:pt>
    <dgm:pt modelId="{8D75474F-8D56-427B-9AD6-2F2008CC8AEF}" type="parTrans" cxnId="{7DB920CC-2975-4AF5-B8F3-6E7931FF8C07}">
      <dgm:prSet/>
      <dgm:spPr/>
      <dgm:t>
        <a:bodyPr/>
        <a:lstStyle/>
        <a:p>
          <a:endParaRPr lang="en-IN"/>
        </a:p>
      </dgm:t>
    </dgm:pt>
    <dgm:pt modelId="{20B649D4-AD7A-45C4-8A2C-90EACBD386E4}" type="sibTrans" cxnId="{7DB920CC-2975-4AF5-B8F3-6E7931FF8C07}">
      <dgm:prSet/>
      <dgm:spPr/>
      <dgm:t>
        <a:bodyPr/>
        <a:lstStyle/>
        <a:p>
          <a:endParaRPr lang="en-IN"/>
        </a:p>
      </dgm:t>
    </dgm:pt>
    <dgm:pt modelId="{6AF5B84A-263A-4991-8305-B90CF08FA22C}">
      <dgm:prSet phldrT="[Text]" custT="1"/>
      <dgm:spPr/>
      <dgm:t>
        <a:bodyPr/>
        <a:lstStyle/>
        <a:p>
          <a:r>
            <a:rPr lang="en-US" sz="1600" dirty="0"/>
            <a:t>In 1959, scientists David Hubel and Torsten Wiesel conducted an experiment by placing a cat in a harness and inserting an electrode into its primary visual cortex to monitor brain activity.</a:t>
          </a:r>
          <a:endParaRPr lang="en-IN" sz="1600" dirty="0"/>
        </a:p>
      </dgm:t>
    </dgm:pt>
    <dgm:pt modelId="{F6888B0B-3033-413E-876E-1597343BE705}" type="sibTrans" cxnId="{F9C97901-15FD-494A-A47D-AC2846D44739}">
      <dgm:prSet/>
      <dgm:spPr/>
      <dgm:t>
        <a:bodyPr/>
        <a:lstStyle/>
        <a:p>
          <a:endParaRPr lang="en-IN"/>
        </a:p>
      </dgm:t>
    </dgm:pt>
    <dgm:pt modelId="{3C0CDB7A-5C8D-4959-8474-EC15283314B7}" type="parTrans" cxnId="{F9C97901-15FD-494A-A47D-AC2846D44739}">
      <dgm:prSet/>
      <dgm:spPr/>
      <dgm:t>
        <a:bodyPr/>
        <a:lstStyle/>
        <a:p>
          <a:endParaRPr lang="en-IN"/>
        </a:p>
      </dgm:t>
    </dgm:pt>
    <dgm:pt modelId="{2DEF9161-B5CB-4389-A127-91FA1661282A}" type="pres">
      <dgm:prSet presAssocID="{5F6F409F-98DB-42E3-A299-BC7621C615E2}" presName="linearFlow" presStyleCnt="0">
        <dgm:presLayoutVars>
          <dgm:dir/>
          <dgm:animLvl val="lvl"/>
          <dgm:resizeHandles val="exact"/>
        </dgm:presLayoutVars>
      </dgm:prSet>
      <dgm:spPr/>
    </dgm:pt>
    <dgm:pt modelId="{F6CC7293-4118-4A14-BE2A-F5297A92D1E0}" type="pres">
      <dgm:prSet presAssocID="{6F6A7B44-D3E5-4C55-BBF5-0E96410E66CE}" presName="composite" presStyleCnt="0"/>
      <dgm:spPr/>
    </dgm:pt>
    <dgm:pt modelId="{A52FB9F3-37EE-433A-8468-7DC62EB5E2E3}" type="pres">
      <dgm:prSet presAssocID="{6F6A7B44-D3E5-4C55-BBF5-0E96410E66C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3F3B6621-EC52-45CD-85A7-12396A25FF85}" type="pres">
      <dgm:prSet presAssocID="{6F6A7B44-D3E5-4C55-BBF5-0E96410E66CE}" presName="descendantText" presStyleLbl="alignAcc1" presStyleIdx="0" presStyleCnt="3" custLinFactNeighborY="1772">
        <dgm:presLayoutVars>
          <dgm:bulletEnabled val="1"/>
        </dgm:presLayoutVars>
      </dgm:prSet>
      <dgm:spPr/>
    </dgm:pt>
    <dgm:pt modelId="{1B9C9534-7AC7-48B0-83A3-255D55E17BB9}" type="pres">
      <dgm:prSet presAssocID="{EA5CB88F-CE57-4012-9500-6257D4FFC2F3}" presName="sp" presStyleCnt="0"/>
      <dgm:spPr/>
    </dgm:pt>
    <dgm:pt modelId="{34C28CC6-9521-4029-AE83-B5B6D1F17DFE}" type="pres">
      <dgm:prSet presAssocID="{A6B57D63-7427-4E17-A8F1-6E2CD860CA5F}" presName="composite" presStyleCnt="0"/>
      <dgm:spPr/>
    </dgm:pt>
    <dgm:pt modelId="{E6F53B5A-14EC-4C23-8954-96461447F37D}" type="pres">
      <dgm:prSet presAssocID="{A6B57D63-7427-4E17-A8F1-6E2CD860CA5F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304E0E68-7380-453E-9D73-A87CA7C062D6}" type="pres">
      <dgm:prSet presAssocID="{A6B57D63-7427-4E17-A8F1-6E2CD860CA5F}" presName="descendantText" presStyleLbl="alignAcc1" presStyleIdx="1" presStyleCnt="3" custScaleY="151709">
        <dgm:presLayoutVars>
          <dgm:bulletEnabled val="1"/>
        </dgm:presLayoutVars>
      </dgm:prSet>
      <dgm:spPr/>
    </dgm:pt>
    <dgm:pt modelId="{75613991-F7F4-4027-83A4-7730D16CD116}" type="pres">
      <dgm:prSet presAssocID="{2E594A0F-A6ED-4683-8B2B-817AE806337A}" presName="sp" presStyleCnt="0"/>
      <dgm:spPr/>
    </dgm:pt>
    <dgm:pt modelId="{AE3FED1B-0CC2-46AC-BC83-BFA76F567C6C}" type="pres">
      <dgm:prSet presAssocID="{D29DE1D0-0FA7-4988-B331-AC15B949EA67}" presName="composite" presStyleCnt="0"/>
      <dgm:spPr/>
    </dgm:pt>
    <dgm:pt modelId="{27B39696-FC3A-4BC9-8C7C-5FA064BEE934}" type="pres">
      <dgm:prSet presAssocID="{D29DE1D0-0FA7-4988-B331-AC15B949EA6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E6C1229F-9104-49F1-93B2-0127517BBC70}" type="pres">
      <dgm:prSet presAssocID="{D29DE1D0-0FA7-4988-B331-AC15B949EA67}" presName="descendantText" presStyleLbl="alignAcc1" presStyleIdx="2" presStyleCnt="3" custScaleY="204516">
        <dgm:presLayoutVars>
          <dgm:bulletEnabled val="1"/>
        </dgm:presLayoutVars>
      </dgm:prSet>
      <dgm:spPr/>
    </dgm:pt>
  </dgm:ptLst>
  <dgm:cxnLst>
    <dgm:cxn modelId="{F9C97901-15FD-494A-A47D-AC2846D44739}" srcId="{6F6A7B44-D3E5-4C55-BBF5-0E96410E66CE}" destId="{6AF5B84A-263A-4991-8305-B90CF08FA22C}" srcOrd="0" destOrd="0" parTransId="{3C0CDB7A-5C8D-4959-8474-EC15283314B7}" sibTransId="{F6888B0B-3033-413E-876E-1597343BE705}"/>
    <dgm:cxn modelId="{6B7FED0D-EB37-4444-9610-1F3045FE1864}" type="presOf" srcId="{6AF5B84A-263A-4991-8305-B90CF08FA22C}" destId="{3F3B6621-EC52-45CD-85A7-12396A25FF85}" srcOrd="0" destOrd="0" presId="urn:microsoft.com/office/officeart/2005/8/layout/chevron2"/>
    <dgm:cxn modelId="{F69F5F29-5BAD-40B2-9176-69428C1D60B0}" type="presOf" srcId="{A6B57D63-7427-4E17-A8F1-6E2CD860CA5F}" destId="{E6F53B5A-14EC-4C23-8954-96461447F37D}" srcOrd="0" destOrd="0" presId="urn:microsoft.com/office/officeart/2005/8/layout/chevron2"/>
    <dgm:cxn modelId="{ABC46F2A-4AEE-4EDA-96DF-F7C7BE11016B}" type="presOf" srcId="{6F6A7B44-D3E5-4C55-BBF5-0E96410E66CE}" destId="{A52FB9F3-37EE-433A-8468-7DC62EB5E2E3}" srcOrd="0" destOrd="0" presId="urn:microsoft.com/office/officeart/2005/8/layout/chevron2"/>
    <dgm:cxn modelId="{26797B2B-D7F8-48AC-93BC-3698C987E9A2}" srcId="{A6B57D63-7427-4E17-A8F1-6E2CD860CA5F}" destId="{A1E388DA-AE55-41EB-8442-6362C5E33403}" srcOrd="0" destOrd="0" parTransId="{114E6F66-B3C0-4B53-BD03-28B7AD1F1B18}" sibTransId="{FDF25AC1-DE90-4A76-8E59-36A3D8F46990}"/>
    <dgm:cxn modelId="{7F5CC14B-E267-4F6B-B6A0-DBFFC7608AFF}" srcId="{5F6F409F-98DB-42E3-A299-BC7621C615E2}" destId="{A6B57D63-7427-4E17-A8F1-6E2CD860CA5F}" srcOrd="1" destOrd="0" parTransId="{FA857504-FDA7-48E4-9A55-3C14A28AF76E}" sibTransId="{2E594A0F-A6ED-4683-8B2B-817AE806337A}"/>
    <dgm:cxn modelId="{884A794D-261C-4868-9E50-9EB52D62C7F8}" type="presOf" srcId="{F8FD1A2B-4668-4663-A5F2-AF6A944F56FF}" destId="{304E0E68-7380-453E-9D73-A87CA7C062D6}" srcOrd="0" destOrd="1" presId="urn:microsoft.com/office/officeart/2005/8/layout/chevron2"/>
    <dgm:cxn modelId="{A111ED88-066E-41B5-A04A-F37F162EE5BE}" srcId="{5F6F409F-98DB-42E3-A299-BC7621C615E2}" destId="{6F6A7B44-D3E5-4C55-BBF5-0E96410E66CE}" srcOrd="0" destOrd="0" parTransId="{6E7F3545-193C-4C62-AD23-E8B8220CFA9C}" sibTransId="{EA5CB88F-CE57-4012-9500-6257D4FFC2F3}"/>
    <dgm:cxn modelId="{5EFF81A1-3B08-4223-A6D0-FF8E09EBD9C8}" type="presOf" srcId="{4A8A8753-290A-4CE3-A503-2D42158477A9}" destId="{E6C1229F-9104-49F1-93B2-0127517BBC70}" srcOrd="0" destOrd="0" presId="urn:microsoft.com/office/officeart/2005/8/layout/chevron2"/>
    <dgm:cxn modelId="{F98917A4-879A-49D7-8889-5893A9EA17A4}" type="presOf" srcId="{A1E388DA-AE55-41EB-8442-6362C5E33403}" destId="{304E0E68-7380-453E-9D73-A87CA7C062D6}" srcOrd="0" destOrd="0" presId="urn:microsoft.com/office/officeart/2005/8/layout/chevron2"/>
    <dgm:cxn modelId="{5BE840A8-A973-4B6B-B1C8-1650A4CD68ED}" type="presOf" srcId="{5F6F409F-98DB-42E3-A299-BC7621C615E2}" destId="{2DEF9161-B5CB-4389-A127-91FA1661282A}" srcOrd="0" destOrd="0" presId="urn:microsoft.com/office/officeart/2005/8/layout/chevron2"/>
    <dgm:cxn modelId="{3825E7AA-BF43-4D5F-817B-75F2E1B5703E}" type="presOf" srcId="{D29DE1D0-0FA7-4988-B331-AC15B949EA67}" destId="{27B39696-FC3A-4BC9-8C7C-5FA064BEE934}" srcOrd="0" destOrd="0" presId="urn:microsoft.com/office/officeart/2005/8/layout/chevron2"/>
    <dgm:cxn modelId="{44C9BEC7-88CA-4649-BCF0-9C3100D1B7EE}" srcId="{5F6F409F-98DB-42E3-A299-BC7621C615E2}" destId="{D29DE1D0-0FA7-4988-B331-AC15B949EA67}" srcOrd="2" destOrd="0" parTransId="{FF7D2E94-C4ED-4534-9F9E-C037F2464AD9}" sibTransId="{4F1BA9B6-7535-4B6F-8D94-FB48B7565CC4}"/>
    <dgm:cxn modelId="{7DB920CC-2975-4AF5-B8F3-6E7931FF8C07}" srcId="{D29DE1D0-0FA7-4988-B331-AC15B949EA67}" destId="{4A8A8753-290A-4CE3-A503-2D42158477A9}" srcOrd="0" destOrd="0" parTransId="{8D75474F-8D56-427B-9AD6-2F2008CC8AEF}" sibTransId="{20B649D4-AD7A-45C4-8A2C-90EACBD386E4}"/>
    <dgm:cxn modelId="{D526BCCF-4A85-4E2D-A13D-4CEA95332224}" srcId="{A6B57D63-7427-4E17-A8F1-6E2CD860CA5F}" destId="{F8FD1A2B-4668-4663-A5F2-AF6A944F56FF}" srcOrd="1" destOrd="0" parTransId="{33542658-CD5E-4861-99E0-53DB82EFA175}" sibTransId="{958C256A-B164-4983-ABF2-BB6A96E06EA1}"/>
    <dgm:cxn modelId="{8380C6D8-2307-4FF4-8043-D35CCF9316AE}" type="presParOf" srcId="{2DEF9161-B5CB-4389-A127-91FA1661282A}" destId="{F6CC7293-4118-4A14-BE2A-F5297A92D1E0}" srcOrd="0" destOrd="0" presId="urn:microsoft.com/office/officeart/2005/8/layout/chevron2"/>
    <dgm:cxn modelId="{2BD05BBC-ADC7-4BB0-8435-60E1F939693F}" type="presParOf" srcId="{F6CC7293-4118-4A14-BE2A-F5297A92D1E0}" destId="{A52FB9F3-37EE-433A-8468-7DC62EB5E2E3}" srcOrd="0" destOrd="0" presId="urn:microsoft.com/office/officeart/2005/8/layout/chevron2"/>
    <dgm:cxn modelId="{2521FC45-A772-4DFF-A4F7-C4A70CE003A6}" type="presParOf" srcId="{F6CC7293-4118-4A14-BE2A-F5297A92D1E0}" destId="{3F3B6621-EC52-45CD-85A7-12396A25FF85}" srcOrd="1" destOrd="0" presId="urn:microsoft.com/office/officeart/2005/8/layout/chevron2"/>
    <dgm:cxn modelId="{42C814AF-6D7B-4798-B9FB-6C5C72D035C6}" type="presParOf" srcId="{2DEF9161-B5CB-4389-A127-91FA1661282A}" destId="{1B9C9534-7AC7-48B0-83A3-255D55E17BB9}" srcOrd="1" destOrd="0" presId="urn:microsoft.com/office/officeart/2005/8/layout/chevron2"/>
    <dgm:cxn modelId="{AB52FF02-8F75-40A7-AA24-716B2C4AF9F7}" type="presParOf" srcId="{2DEF9161-B5CB-4389-A127-91FA1661282A}" destId="{34C28CC6-9521-4029-AE83-B5B6D1F17DFE}" srcOrd="2" destOrd="0" presId="urn:microsoft.com/office/officeart/2005/8/layout/chevron2"/>
    <dgm:cxn modelId="{6A5D9560-B04B-44D8-AE83-0F0403FAB25E}" type="presParOf" srcId="{34C28CC6-9521-4029-AE83-B5B6D1F17DFE}" destId="{E6F53B5A-14EC-4C23-8954-96461447F37D}" srcOrd="0" destOrd="0" presId="urn:microsoft.com/office/officeart/2005/8/layout/chevron2"/>
    <dgm:cxn modelId="{1EA99AF1-6016-4691-8862-B62A9761F199}" type="presParOf" srcId="{34C28CC6-9521-4029-AE83-B5B6D1F17DFE}" destId="{304E0E68-7380-453E-9D73-A87CA7C062D6}" srcOrd="1" destOrd="0" presId="urn:microsoft.com/office/officeart/2005/8/layout/chevron2"/>
    <dgm:cxn modelId="{F91DE881-7728-401B-8AE8-AFAE7DD7651E}" type="presParOf" srcId="{2DEF9161-B5CB-4389-A127-91FA1661282A}" destId="{75613991-F7F4-4027-83A4-7730D16CD116}" srcOrd="3" destOrd="0" presId="urn:microsoft.com/office/officeart/2005/8/layout/chevron2"/>
    <dgm:cxn modelId="{D2A85D98-F729-41F3-BD85-4D62F4CE3C7E}" type="presParOf" srcId="{2DEF9161-B5CB-4389-A127-91FA1661282A}" destId="{AE3FED1B-0CC2-46AC-BC83-BFA76F567C6C}" srcOrd="4" destOrd="0" presId="urn:microsoft.com/office/officeart/2005/8/layout/chevron2"/>
    <dgm:cxn modelId="{A18C0DC7-A2D8-43D0-A26F-DC6599947BC7}" type="presParOf" srcId="{AE3FED1B-0CC2-46AC-BC83-BFA76F567C6C}" destId="{27B39696-FC3A-4BC9-8C7C-5FA064BEE934}" srcOrd="0" destOrd="0" presId="urn:microsoft.com/office/officeart/2005/8/layout/chevron2"/>
    <dgm:cxn modelId="{7D765B8B-FB76-4178-9898-14150E026758}" type="presParOf" srcId="{AE3FED1B-0CC2-46AC-BC83-BFA76F567C6C}" destId="{E6C1229F-9104-49F1-93B2-0127517BBC7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FB9F3-37EE-433A-8468-7DC62EB5E2E3}">
      <dsp:nvSpPr>
        <dsp:cNvPr id="0" name=""/>
        <dsp:cNvSpPr/>
      </dsp:nvSpPr>
      <dsp:spPr>
        <a:xfrm rot="5400000">
          <a:off x="-194418" y="268483"/>
          <a:ext cx="1296122" cy="9072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1</a:t>
          </a:r>
        </a:p>
      </dsp:txBody>
      <dsp:txXfrm rot="-5400000">
        <a:off x="1" y="527708"/>
        <a:ext cx="907285" cy="388837"/>
      </dsp:txXfrm>
    </dsp:sp>
    <dsp:sp modelId="{3F3B6621-EC52-45CD-85A7-12396A25FF85}">
      <dsp:nvSpPr>
        <dsp:cNvPr id="0" name=""/>
        <dsp:cNvSpPr/>
      </dsp:nvSpPr>
      <dsp:spPr>
        <a:xfrm rot="5400000">
          <a:off x="3302278" y="-2305998"/>
          <a:ext cx="842479" cy="56324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 1959, scientists David Hubel and Torsten Wiesel conducted an experiment by placing a cat in a harness and inserting an electrode into its primary visual cortex to monitor brain activity.</a:t>
          </a:r>
          <a:endParaRPr lang="en-IN" sz="1600" kern="1200" dirty="0"/>
        </a:p>
      </dsp:txBody>
      <dsp:txXfrm rot="-5400000">
        <a:off x="907286" y="130120"/>
        <a:ext cx="5591338" cy="760227"/>
      </dsp:txXfrm>
    </dsp:sp>
    <dsp:sp modelId="{E6F53B5A-14EC-4C23-8954-96461447F37D}">
      <dsp:nvSpPr>
        <dsp:cNvPr id="0" name=""/>
        <dsp:cNvSpPr/>
      </dsp:nvSpPr>
      <dsp:spPr>
        <a:xfrm rot="5400000">
          <a:off x="-194418" y="1623811"/>
          <a:ext cx="1296122" cy="9072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2</a:t>
          </a:r>
        </a:p>
      </dsp:txBody>
      <dsp:txXfrm rot="-5400000">
        <a:off x="1" y="1883036"/>
        <a:ext cx="907285" cy="388837"/>
      </dsp:txXfrm>
    </dsp:sp>
    <dsp:sp modelId="{304E0E68-7380-453E-9D73-A87CA7C062D6}">
      <dsp:nvSpPr>
        <dsp:cNvPr id="0" name=""/>
        <dsp:cNvSpPr/>
      </dsp:nvSpPr>
      <dsp:spPr>
        <a:xfrm rot="5400000">
          <a:off x="3084459" y="-965599"/>
          <a:ext cx="1278116" cy="56324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They showed the cat various images, but initially observed no neural response from the visual cortex.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 breakthrough occurred when a simple horizontal line of light accidentally appeared on the screen as it was turned off—this triggered a strong response in the cat's brain.</a:t>
          </a:r>
          <a:endParaRPr lang="en-IN" sz="1600" kern="1200" dirty="0"/>
        </a:p>
      </dsp:txBody>
      <dsp:txXfrm rot="-5400000">
        <a:off x="907285" y="1273967"/>
        <a:ext cx="5570072" cy="1153332"/>
      </dsp:txXfrm>
    </dsp:sp>
    <dsp:sp modelId="{27B39696-FC3A-4BC9-8C7C-5FA064BEE934}">
      <dsp:nvSpPr>
        <dsp:cNvPr id="0" name=""/>
        <dsp:cNvSpPr/>
      </dsp:nvSpPr>
      <dsp:spPr>
        <a:xfrm rot="5400000">
          <a:off x="-194418" y="3201582"/>
          <a:ext cx="1296122" cy="9072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3</a:t>
          </a:r>
        </a:p>
      </dsp:txBody>
      <dsp:txXfrm rot="-5400000">
        <a:off x="1" y="3460807"/>
        <a:ext cx="907285" cy="388837"/>
      </dsp:txXfrm>
    </dsp:sp>
    <dsp:sp modelId="{E6C1229F-9104-49F1-93B2-0127517BBC70}">
      <dsp:nvSpPr>
        <dsp:cNvPr id="0" name=""/>
        <dsp:cNvSpPr/>
      </dsp:nvSpPr>
      <dsp:spPr>
        <a:xfrm rot="5400000">
          <a:off x="2862015" y="612171"/>
          <a:ext cx="1723004" cy="56324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This experiment revealed that the brain processes visual information by detecting edges and lines, laying the foundation for our understanding of biological vision and inspiring modern computer vision techniques.</a:t>
          </a:r>
          <a:endParaRPr lang="en-IN" sz="1600" kern="1200" dirty="0"/>
        </a:p>
      </dsp:txBody>
      <dsp:txXfrm rot="-5400000">
        <a:off x="907285" y="2651011"/>
        <a:ext cx="5548354" cy="1554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5.0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 80 4560 0 0,'-40'-60'1889'0'0,"39"58"-1625"0"0,0 1-218 0 0,0-1 1 0 0,0 1-1 0 0,0 0 0 0 0,0-1 0 0 0,0 1 0 0 0,0 0 0 0 0,0 0 0 0 0,-1-1 1 0 0,1 1-1 0 0,0 0 0 0 0,-1 0 0 0 0,1 0 0 0 0,-3-1 0 0 0,7 68-78 0 0,22 109 0 0 0,-9-72 40 0 0,-8-42 113 0 0,-8-60-77 0 0,-1 6 354 0 0,29-29-6408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5.9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168 57 4592 0 0,'0'0'-109'0'0,"-5"-13"449"0"0,2 11-260 0 0,0 1 0 0 0,-1 0 0 0 0,1 0 0 0 0,-1 0 0 0 0,1 1 0 0 0,-1-1-1 0 0,1 1 1 0 0,-1 0 0 0 0,0 0 0 0 0,1 0 0 0 0,-1 0 0 0 0,1 1 0 0 0,-1-1 0 0 0,0 1 0 0 0,1 0 0 0 0,0 0-1 0 0,-1 1 1 0 0,1-1 0 0 0,0 0 0 0 0,-1 1 0 0 0,1 0 0 0 0,0 0 0 0 0,0 0 0 0 0,-4 4 0 0 0,0-1-77 0 0,1 0 0 0 0,0 0 1 0 0,-1 0-1 0 0,2 1 0 0 0,-1 0 1 0 0,1 0-1 0 0,0 1 0 0 0,0 0 1 0 0,0-1-1 0 0,-5 14 0 0 0,8-17-3 0 0,1 0 0 0 0,0 0 1 0 0,1-1-1 0 0,-1 1 0 0 0,0 0 0 0 0,1 0 0 0 0,0 0 0 0 0,-1 0 0 0 0,1-1 0 0 0,0 1 0 0 0,1 0 0 0 0,-1 0 0 0 0,0 0 1 0 0,1 0-1 0 0,0 0 0 0 0,-1-1 0 0 0,1 1 0 0 0,0 0 0 0 0,0 0 0 0 0,1-1 0 0 0,2 6 0 0 0,0-5 3 0 0,-1 1 0 0 0,1 0-1 0 0,0-1 1 0 0,0 0-1 0 0,0 0 1 0 0,0 0 0 0 0,0-1-1 0 0,1 1 1 0 0,0-1-1 0 0,-1 0 1 0 0,9 2 0 0 0,7 2 21 0 0,1-2 0 0 0,0 0 0 0 0,1-1 1 0 0,39 0-1 0 0,-46-3 10 0 0,0-1 1 0 0,0 0-1 0 0,0-1 0 0 0,0 0 1 0 0,0-2-1 0 0,25-8 0 0 0,-35 11 4 0 0,-1-1 0 0 0,0 0 0 0 0,0 0-1 0 0,0 0 1 0 0,-1 0 0 0 0,1-1 0 0 0,-1 0 0 0 0,1 1-1 0 0,-1-1 1 0 0,0-1 0 0 0,0 1 0 0 0,0 0 0 0 0,0-1-1 0 0,-1 1 1 0 0,1-1 0 0 0,-1 0 0 0 0,0 0 0 0 0,0 0-1 0 0,0 0 1 0 0,-1 0 0 0 0,1 0 0 0 0,-1 0 0 0 0,0-1-1 0 0,0 1 1 0 0,-1-1 0 0 0,1-7 0 0 0,-2 6-3 0 0,1 1 1 0 0,-1 0-1 0 0,-1 0 1 0 0,1 0-1 0 0,-1 0 1 0 0,0 0-1 0 0,0 0 1 0 0,0 0-1 0 0,-1 0 1 0 0,1 1-1 0 0,-1-1 1 0 0,-1 1-1 0 0,1 0 1 0 0,0 0-1 0 0,-1 0 1 0 0,0 0-1 0 0,0 1 1 0 0,0-1-1 0 0,0 1 1 0 0,-1 0-1 0 0,1 0 1 0 0,-6-2-1 0 0,-2-2-22 0 0,-1 1-1 0 0,1 1 0 0 0,-1 0 0 0 0,0 0 0 0 0,0 2 1 0 0,-27-5-1 0 0,31 7-32 0 0,0 1 1 0 0,0 0 0 0 0,0 1-1 0 0,0 0 1 0 0,1 1 0 0 0,-1-1-1 0 0,0 2 1 0 0,-14 5-1 0 0,3-2-457 0 0,18-5 119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6.5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143 85 5440 0 0,'0'0'-172'0'0,"-18"26"-294"0"0,8-12 448 0 0,7-10 12 0 0,-1 0 0 0 0,1 0 0 0 0,1 0 0 0 0,-1 0 0 0 0,1 1 0 0 0,-1-1 0 0 0,1 1 0 0 0,0-1 0 0 0,1 1 0 0 0,-1 0 0 0 0,-1 9 0 0 0,3-10 21 0 0,0 1 1 0 0,0-1 0 0 0,0 0-1 0 0,1 0 1 0 0,-1 0 0 0 0,1 1-1 0 0,0-1 1 0 0,0 0-1 0 0,0 0 1 0 0,1 0 0 0 0,0 0-1 0 0,-1-1 1 0 0,1 1 0 0 0,1 0-1 0 0,-1-1 1 0 0,0 1 0 0 0,1-1-1 0 0,0 0 1 0 0,0 0-1 0 0,0 0 1 0 0,0 0 0 0 0,0 0-1 0 0,1-1 1 0 0,-1 1 0 0 0,1-1-1 0 0,-1 0 1 0 0,1 0 0 0 0,0 0-1 0 0,0-1 1 0 0,7 3-1 0 0,-4-2 69 0 0,0 0-1 0 0,1 0 1 0 0,-1 0-1 0 0,1-1 1 0 0,-1 0-1 0 0,1-1 1 0 0,0 1-1 0 0,-1-1 1 0 0,1-1-1 0 0,0 0 1 0 0,-1 0-1 0 0,1 0 0 0 0,-1-1 1 0 0,1 0-1 0 0,-1 0 1 0 0,10-6-1 0 0,-11 5-16 0 0,0-1-1 0 0,0 0 0 0 0,-1 0 1 0 0,0-1-1 0 0,0 1 0 0 0,0-1 1 0 0,-1 0-1 0 0,1-1 1 0 0,-1 1-1 0 0,-1-1 0 0 0,1 1 1 0 0,-1-1-1 0 0,0-1 0 0 0,0 1 1 0 0,0 0-1 0 0,-1-1 1 0 0,0 1-1 0 0,0-1 0 0 0,-1 1 1 0 0,1-12-1 0 0,-2 13-17 0 0,0 0 0 0 0,0 0-1 0 0,0 0 1 0 0,-1 0 0 0 0,0-1 0 0 0,0 2-1 0 0,0-1 1 0 0,-1 0 0 0 0,0 0 0 0 0,0 0 0 0 0,0 1-1 0 0,0-1 1 0 0,-1 1 0 0 0,0-1 0 0 0,1 1 0 0 0,-2 0-1 0 0,1 0 1 0 0,0 0 0 0 0,-1 1 0 0 0,0-1-1 0 0,0 1 1 0 0,0 0 0 0 0,0 0 0 0 0,0 0 0 0 0,-1 1-1 0 0,1-1 1 0 0,-10-2 0 0 0,-9-2-39 0 0,0 1 0 0 0,0 1 1 0 0,-1 2-1 0 0,1 0 0 0 0,-1 1 0 0 0,0 1 0 0 0,0 2 1 0 0,-33 4-1 0 0,55-5-81 0 0,0 1 1 0 0,0-1-1 0 0,0 0 1 0 0,0 0 0 0 0,0 0-1 0 0,0 0 1 0 0,0-1-1 0 0,0 1 1 0 0,0 0-1 0 0,0-1 1 0 0,0 1-1 0 0,-2-2 1 0 0,-6-1-1053 0 0,-2-10-4449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7.6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 28 6761 0 0,'-3'-15'-1123'0'0,"3"14"1088"0"0,0 1 0 0 0,0-1 1 0 0,0 1-1 0 0,0-1 0 0 0,0 1 0 0 0,0 0 0 0 0,0-1 0 0 0,0 1 0 0 0,0-1 0 0 0,0 1 0 0 0,0-1 1 0 0,0 1-1 0 0,-1 0 0 0 0,1-1 0 0 0,0 1 0 0 0,0-1 0 0 0,-1 1 0 0 0,1 0 0 0 0,0-1 0 0 0,-1 1 1 0 0,1 0-1 0 0,0-1 0 0 0,-1 1 0 0 0,1 0 0 0 0,0 0 0 0 0,-1-1 0 0 0,1 1 0 0 0,0 0 0 0 0,-1 0 1 0 0,1 0-1 0 0,-1-1 0 0 0,1 1 0 0 0,-1 0 0 0 0,0 0 0 0 0,-8 5 28 0 0,1 0-1 0 0,-1 1 1 0 0,1 0 0 0 0,0 0-1 0 0,1 1 1 0 0,-1 0 0 0 0,1 1-1 0 0,1-1 1 0 0,-7 11-1 0 0,-4 3 8 0 0,-8 13 61 0 0,1 0-1 0 0,-25 50 1 0 0,48-83 132 0 0,60-63 2718 0 0,94-93-2062 0 0,-122 131-815 0 0,-30 23-55 0 0,-1 1 20 0 0,0 0 1 0 0,0 0-1 0 0,0 0 1 0 0,1-1 0 0 0,-1 1-1 0 0,0 0 1 0 0,0 0-1 0 0,0 0 1 0 0,0 0-1 0 0,0-1 1 0 0,0 1 0 0 0,0 0-1 0 0,0 0 1 0 0,0 0-1 0 0,1 0 1 0 0,-1 0-1 0 0,0-1 1 0 0,0 1 0 0 0,0 0-1 0 0,0 0 1 0 0,0 0-1 0 0,1 0 1 0 0,-1 0-1 0 0,0 0 1 0 0,0 0 0 0 0,0 0-1 0 0,1 0 1 0 0,-1-1-1 0 0,0 1 1 0 0,0 0-1 0 0,0 0 1 0 0,0 0 0 0 0,1 0-1 0 0,-1 0 1 0 0,0 0-1 0 0,0 0 1 0 0,0 0-1 0 0,1 0 1 0 0,-1 0 0 0 0,0 1-1 0 0,0-1 1 0 0,0 0-1 0 0,0 0 1 0 0,1 0-1 0 0,-1 0 1 0 0,0 0 0 0 0,15 7-21 0 0,10 9 0 0 0,23 34-7 0 0,3-2 0 0 0,70 52 0 0 0,-120-100-304 0 0,4 3 711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8.8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38 5969 0 0,'-4'-37'-408'0'0,"3"37"388"0"0,0 4-109 0 0,-2 21 112 0 0,0 0-1 0 0,3 38 1 0 0,-1 15-7 0 0,-18 206 39 0 0,2 66 127 0 0,11-147-64 0 0,6-176-61 0 0,7 69-32 0 0,-3-62 38 0 0,-1 0 0 0 0,-4 45 0 0 0,-6 88 70 0 0,4-94 79 0 0,6-13-2151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0.8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442 44 5384 0 0,'-7'-40'293'0'0,"6"38"-96"0"0,1 2-191 0 0,0 0 1 0 0,0 0 0 0 0,0 1-1 0 0,0-1 1 0 0,0 0 0 0 0,0 0-1 0 0,0 0 1 0 0,-1 0-1 0 0,1 0 1 0 0,0 0 0 0 0,0 0-1 0 0,0 0 1 0 0,0 0-1 0 0,0 0 1 0 0,0 0 0 0 0,0 0-1 0 0,0 0 1 0 0,0 0-1 0 0,0 0 1 0 0,-1 0 0 0 0,1 0-1 0 0,0 0 1 0 0,0 0-1 0 0,0 0 1 0 0,0 0 0 0 0,0 0-1 0 0,0 0 1 0 0,0-1-1 0 0,0 1 1 0 0,0 0 0 0 0,0 0-1 0 0,0 0 1 0 0,0 0 0 0 0,-1 0-1 0 0,1 0 1 0 0,0 0-1 0 0,0 0 1 0 0,0 0 0 0 0,0 0-1 0 0,0 0 1 0 0,0 0-1 0 0,0 0 1 0 0,0 0 0 0 0,0-1-1 0 0,0 1 1 0 0,0 0-1 0 0,0 0 1 0 0,0 0 0 0 0,0 0-1 0 0,-7 15 51 0 0,-6 23-93 0 0,0 66 28 0 0,5 0 1 0 0,8 190-1 0 0,3-115 51 0 0,-7-98 11 0 0,-21 120 0 0 0,13-121-13 0 0,-5 122-1 0 0,17-202-40 0 0,-8 266 52 0 0,2-211-48 0 0,-32 221 51 0 0,18-134-17 0 0,18-127-38 0 0,0 1 16 0 0,-3 36 34 0 0,-3 82 4870 0 0,-169-305-2408 0 0,123 115-2121 0 0,53 55-376 0 0,-12-9-497 0 0,26 31 475 0 0,0 0 0 0 0,2-1 1 0 0,0-1-1 0 0,1-1 1 0 0,1 0-1 0 0,1-1 0 0 0,1-1 1 0 0,0 0-1 0 0,29 17 1 0 0,-46-32 36 0 0,3-2-20 0 0,0 1 0 0 0,0-2 0 0 0,0 1 0 0 0,0 0 0 0 0,0-1 0 0 0,0 0 0 0 0,0-1 0 0 0,0 1 1 0 0,-1-1-1 0 0,8-4 0 0 0,48-40 1 0 0,-37 27-5 0 0,125-93 76 0 0,-126 91 109 0 0,-2 0-3554 0 0,2-2-3224 0 0,-14 15 4023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2.2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354 0 5701 0 0,'0'0'-275'0'0,"-5"3"-923"0"0,-181 102 1844 0 0,25-21 161 0 0,159-83-773 0 0,4 13 54 0 0,6-8-70 0 0,0 0 0 0 0,1-1 0 0 0,-1 0 0 0 0,1 0 0 0 0,0-1 0 0 0,0 0 0 0 0,1 0 0 0 0,13 3 0 0 0,89 15 41 0 0,-32-8-10 0 0,48 20 75 0 0,-126-33-87 0 0,0-1-181 0 0,-1 0-1 0 0,1 0 1 0 0,-1 0 0 0 0,1 0-1 0 0,0 0 1 0 0,-1 0 0 0 0,1 0-1 0 0,-1 0 1 0 0,1 0 0 0 0,-1-1-1 0 0,1 1 1 0 0,-1-1 0 0 0,1 1 0 0 0,-1-1-1 0 0,1 0 1 0 0,1-1 0 0 0,-1 2-213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4.3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15 152 4428 0 0,'0'0'-227'0'0,"-11"0"-265"0"0,8 0 664 0 0,10 0 908 0 0,449 7-522 0 0,-369-7-404 0 0,768 12 268 0 0,-352-9-40 0 0,-25-10-42 0 0,-395 7-347 0 0,186 7 27 0 0,92-2 23 0 0,353-12 537 0 0,-609 7-531 0 0,505-12 242 0 0,-168-4 134 0 0,-313 12 0 0 0,-127 4-345 0 0,37 0 70 0 0,-23 0-387 0 0,7-2 1347 0 0,-23 1-1065 0 0,-1 0-1 0 0,0 0 1 0 0,0 0 0 0 0,0 0 0 0 0,0 0-1 0 0,0 0 1 0 0,0 0 0 0 0,0 0-1 0 0,0 0 1 0 0,0 1 0 0 0,-1-1 0 0 0,1 0-1 0 0,0 1 1 0 0,0-1 0 0 0,-1 1-1 0 0,1-1 1 0 0,0 1 0 0 0,-3-1 0 0 0,-45-17 41 0 0,-2 1 0 0 0,-88-16 0 0 0,16 4-52 0 0,49 12-24 0 0,71 17-25 0 0,-9-6-50 0 0,8 3-106 0 0,10 3-99 0 0,46 7 213 0 0,-1 2 1 0 0,0 3 0 0 0,-1 2-1 0 0,-1 2 1 0 0,0 2-1 0 0,67 35 1 0 0,-114-52 42 0 0,-1-1 11 0 0,0 0 0 0 0,0 1-1 0 0,0-1 1 0 0,0 0-1 0 0,0 0 1 0 0,0 1-1 0 0,0-1 1 0 0,0 1 0 0 0,0-1-1 0 0,0 1 1 0 0,0-1-1 0 0,-1 1 1 0 0,1 0 0 0 0,0-1-1 0 0,0 1 1 0 0,-1 0-1 0 0,1-1 1 0 0,0 1-1 0 0,-1 0 1 0 0,1 0 0 0 0,-1 0-1 0 0,1 0 1 0 0,-1 0-1 0 0,1 0 1 0 0,-1-1-1 0 0,0 1 1 0 0,0 0 0 0 0,1 0-1 0 0,-1 0 1 0 0,0 0-1 0 0,0 0 1 0 0,0 0 0 0 0,0 0-1 0 0,0 0 1 0 0,0 1-1 0 0,0-1 1 0 0,0 0-1 0 0,0 0 1 0 0,-1-1 0 0 0,1 3-1 0 0,-4 2 6 0 0,0 0 0 0 0,0 0 0 0 0,0 0 1 0 0,-1-1-1 0 0,0 1 0 0 0,1-1 0 0 0,-2 0 0 0 0,1-1 0 0 0,0 1 0 0 0,-8 3 0 0 0,-65 28 39 0 0,54-25-27 0 0,-18 8-118 0 0,-46 19-488 0 0,28-18-4256 0 0,47-16 2342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5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91 5749 0 0,'0'-39'184'0'0,"-1"36"-107"0"0,-8-41 2209 0 0,9 39-1513 0 0,6 25-839 0 0,9 26 85 0 0,26 51 0 0 0,-2-4 11 0 0,-12 1 491 0 0,-15-125-5123 0 0,1 10 1468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5.8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18 6741 0 0,'2'-10'-463'0'0,"-1"10"461"0"0,-1-1 1 0 0,0 1 0 0 0,0 0 0 0 0,0 0-1 0 0,0 0 1 0 0,0-1 0 0 0,0 1 0 0 0,0 0 0 0 0,0 0-1 0 0,0 0 1 0 0,0-1 0 0 0,0 1 0 0 0,0 0-1 0 0,0 0 1 0 0,0 0 0 0 0,0-1 0 0 0,0 1 0 0 0,0 0-1 0 0,0 0 1 0 0,0 0 0 0 0,0-1 0 0 0,0 1-1 0 0,0 0 1 0 0,0 0 0 0 0,0 0 0 0 0,0-1-1 0 0,-1 1 1 0 0,1 0 0 0 0,0 0 0 0 0,0 0 0 0 0,0 0-1 0 0,0-1 1 0 0,0 1 0 0 0,-1 0 0 0 0,1 0-1 0 0,0 0 1 0 0,0 0 0 0 0,0 0 0 0 0,-1 0 0 0 0,1-1-1 0 0,0 1 1 0 0,0 0 0 0 0,0 0 0 0 0,-1 0-1 0 0,1 0 1 0 0,0 0 0 0 0,0 0 0 0 0,0 0 0 0 0,-1 0-1 0 0,1 0 1 0 0,0 0 0 0 0,0 0 0 0 0,0 0-1 0 0,-1 0 1 0 0,1 0 0 0 0,0 0 0 0 0,-1 1 0 0 0,-5 1-4 0 0,1 1 1 0 0,-1 0 0 0 0,0 1 0 0 0,1-1 0 0 0,0 1-1 0 0,0 0 1 0 0,0 0 0 0 0,0 1 0 0 0,1 0 0 0 0,0 0 0 0 0,-1 0-1 0 0,2 0 1 0 0,-1 0 0 0 0,1 1 0 0 0,0-1 0 0 0,0 1-1 0 0,-2 7 1 0 0,3-6 0 0 0,0 0 0 0 0,1 1 0 0 0,0-1 1 0 0,0 1-1 0 0,1 0 0 0 0,0-1 0 0 0,0 1 0 0 0,1-1 0 0 0,0 1 0 0 0,1-1 0 0 0,2 9 0 0 0,-2-11 10 0 0,0 0-1 0 0,0 0 0 0 0,1-1 1 0 0,-1 1-1 0 0,1-1 1 0 0,0 1-1 0 0,1-1 0 0 0,-1 0 1 0 0,1 0-1 0 0,0-1 0 0 0,0 1 1 0 0,0-1-1 0 0,0 0 1 0 0,0 0-1 0 0,1 0 0 0 0,-1-1 1 0 0,7 3-1 0 0,0 0 89 0 0,0-1 0 0 0,0 0 0 0 0,0-1-1 0 0,1 0 1 0 0,-1 0 0 0 0,1-2 0 0 0,-1 1-1 0 0,1-2 1 0 0,0 1 0 0 0,14-3 0 0 0,-20 2-4 0 0,0-1 0 0 0,0 0 1 0 0,0-1-1 0 0,0 0 0 0 0,-1 1 1 0 0,1-2-1 0 0,-1 1 0 0 0,1-1 1 0 0,-1 0-1 0 0,0 0 0 0 0,0 0 1 0 0,0-1-1 0 0,-1 1 0 0 0,1-1 1 0 0,-1 0-1 0 0,0-1 0 0 0,0 1 1 0 0,0-1-1 0 0,-1 0 1 0 0,1 0-1 0 0,4-10 0 0 0,-7 12-37 0 0,1 1 1 0 0,-1-1-1 0 0,0 0 0 0 0,-1 0 1 0 0,1 0-1 0 0,0 0 0 0 0,-1 0 0 0 0,0 0 1 0 0,0 0-1 0 0,1 0 0 0 0,-2 0 0 0 0,1 0 1 0 0,0 0-1 0 0,-1 1 0 0 0,1-1 0 0 0,-1 0 1 0 0,0 0-1 0 0,0 0 0 0 0,-1-3 1 0 0,-1 1-7 0 0,-1-1 1 0 0,1 1 0 0 0,-1 1 0 0 0,1-1 0 0 0,-2 0 0 0 0,1 1-1 0 0,0 0 1 0 0,-1 0 0 0 0,-5-4 0 0 0,-6-2 1 0 0,0 0-1 0 0,-1 1 1 0 0,0 0 0 0 0,-1 2 0 0 0,-24-8-1 0 0,-16-5-197 0 0,56 19 43 0 0,32-7-8819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6.3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85 113 6021 0 0,'0'0'-288'0'0,"-5"3"-527"0"0,1 0 808 0 0,-1 1-1 0 0,1 0 1 0 0,0-1-1 0 0,0 2 1 0 0,0-1-1 0 0,1 0 1 0 0,-1 1-1 0 0,1 0 1 0 0,0-1-1 0 0,0 1 1 0 0,1 0-1 0 0,-1 1 1 0 0,1-1-1 0 0,0 0 1 0 0,1 1-1 0 0,-1-1 1 0 0,1 1-1 0 0,0 7 1 0 0,1-9 16 0 0,0 1 0 0 0,0 0 1 0 0,1-1-1 0 0,-1 1 0 0 0,1 0 0 0 0,1-1 1 0 0,-1 1-1 0 0,0-1 0 0 0,1 1 1 0 0,0-1-1 0 0,0 0 0 0 0,1 0 1 0 0,-1 0-1 0 0,1 0 0 0 0,0 0 1 0 0,0 0-1 0 0,0-1 0 0 0,0 1 1 0 0,0-1-1 0 0,1 0 0 0 0,0 0 0 0 0,0 0 1 0 0,7 4-1 0 0,-2-3 86 0 0,1 1 0 0 0,-1-1 0 0 0,1-1-1 0 0,0 0 1 0 0,0 0 0 0 0,0-1 0 0 0,0 0 0 0 0,0-1-1 0 0,1 0 1 0 0,-1 0 0 0 0,0-1 0 0 0,1-1-1 0 0,-1 0 1 0 0,0 0 0 0 0,0-1 0 0 0,15-4 0 0 0,-16 3 34 0 0,0 0 0 0 0,0 0 0 0 0,0 0 0 0 0,-1-1 1 0 0,0-1-1 0 0,0 0 0 0 0,0 0 0 0 0,0 0 0 0 0,-1-1 0 0 0,0 0 1 0 0,0 0-1 0 0,-1-1 0 0 0,1 0 0 0 0,-2 0 0 0 0,1 0 0 0 0,-1-1 1 0 0,0 0-1 0 0,6-13 0 0 0,-9 18-50 0 0,-1 0 0 0 0,0 0 0 0 0,-1 1 1 0 0,1-1-1 0 0,0 0 0 0 0,-1 0 0 0 0,1 0 0 0 0,-1 0 1 0 0,0 0-1 0 0,0 0 0 0 0,0 0 0 0 0,-1 0 0 0 0,1 0 1 0 0,-1 0-1 0 0,1 0 0 0 0,-1 0 0 0 0,0 0 0 0 0,0 0 1 0 0,-2-3-1 0 0,0 2-9 0 0,0 0-1 0 0,0 0 1 0 0,0 0 0 0 0,-1 0-1 0 0,1 1 1 0 0,-1-1 0 0 0,0 1 0 0 0,0 0-1 0 0,0 1 1 0 0,-8-5 0 0 0,-9-3 33 0 0,0 2 0 0 0,-1 1 0 0 0,0 0 0 0 0,-24-3 0 0 0,35 7-32 0 0,-57-9 133 0 0,47 10-648 0 0,-1-2 0 0 0,1 0-1 0 0,0-2 1 0 0,-22-8 0 0 0,41 13 91 0 0,0 0 0 0 0,1 1 1 0 0,-1-1-1 0 0,1 0 0 0 0,-1 0 0 0 0,1 0 0 0 0,-1 0 1 0 0,1-1-1 0 0,0 1 0 0 0,0 0 0 0 0,-1-1 1 0 0,1 1-1 0 0,0 0 0 0 0,0-1 0 0 0,-1-2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7.7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93 5801 0 0,'-19'-37'-99'0'0,"18"31"297"0"0,-1 1 1 0 0,-1 0-1 0 0,1 0 0 0 0,-1 0 0 0 0,0 1 0 0 0,-6-9 0 0 0,7 12-40 0 0,3 1-146 0 0,-1-1 1 0 0,0 1-1 0 0,0-1 0 0 0,0 1 1 0 0,0 0-1 0 0,0-1 1 0 0,0 1-1 0 0,0 0 0 0 0,0-1 1 0 0,0 1-1 0 0,0 0 1 0 0,0-1-1 0 0,0 1 1 0 0,0 0-1 0 0,0-1 0 0 0,0 1 1 0 0,0 0-1 0 0,-1-1 1 0 0,1 1-1 0 0,0 0 0 0 0,0-1 1 0 0,0 1-1 0 0,0 0 1 0 0,-1-1-1 0 0,1 1 1 0 0,0 0-1 0 0,0 0 0 0 0,-1-1 1 0 0,1 1-1 0 0,0 0 1 0 0,0 0-1 0 0,-1-1 0 0 0,1 1 1 0 0,0 0-1 0 0,-1 0 1 0 0,1 0-1 0 0,0 0 1 0 0,-1 0-1 0 0,1 0 0 0 0,0-1 1 0 0,-1 1-1 0 0,1 0 1 0 0,-1 0-1 0 0,1 0 0 0 0,0 0 1 0 0,-1 0-1 0 0,1 0 1 0 0,0 0-1 0 0,-1 0 1 0 0,1 1-1 0 0,0-1 0 0 0,-1 0 1 0 0,1 0-1 0 0,0 0 1 0 0,-1 0-1 0 0,0 1-8 0 0,0-1 0 0 0,1 1 0 0 0,-1-1 0 0 0,0 1 0 0 0,1-1 0 0 0,-1 1 0 0 0,1 0-1 0 0,-1-1 1 0 0,1 1 0 0 0,-1 0 0 0 0,1-1 0 0 0,-1 1 0 0 0,1 0 0 0 0,0-1 0 0 0,-1 1 0 0 0,1 0 0 0 0,0 0 0 0 0,-1 0 0 0 0,1 0-1 0 0,0-1 1 0 0,0 1 0 0 0,0 0 0 0 0,0 0 0 0 0,0 1 0 0 0,11 57 79 0 0,23 72-1 0 0,-16-72-40 0 0,11 79 0 0 0,-23-88 184 0 0,-6-48-218 0 0,17-47-6675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5.0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 80 4560 0 0,'-40'-60'1889'0'0,"39"58"-1625"0"0,0 1-218 0 0,0-1 1 0 0,0 1-1 0 0,0 0 0 0 0,0-1 0 0 0,0 1 0 0 0,0 0 0 0 0,0 0 0 0 0,-1-1 1 0 0,1 1-1 0 0,0 0 0 0 0,-1 0 0 0 0,1 0 0 0 0,-3-1 0 0 0,7 68-78 0 0,22 109 0 0 0,-9-72 40 0 0,-8-42 113 0 0,-8-60-77 0 0,-1 6 354 0 0,29-29-6408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5.9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168 57 4592 0 0,'0'0'-109'0'0,"-5"-13"449"0"0,2 11-260 0 0,0 1 0 0 0,-1 0 0 0 0,1 0 0 0 0,-1 0 0 0 0,1 1 0 0 0,-1-1-1 0 0,1 1 1 0 0,-1 0 0 0 0,0 0 0 0 0,1 0 0 0 0,-1 0 0 0 0,1 1 0 0 0,-1-1 0 0 0,0 1 0 0 0,1 0 0 0 0,0 0-1 0 0,-1 1 1 0 0,1-1 0 0 0,0 0 0 0 0,-1 1 0 0 0,1 0 0 0 0,0 0 0 0 0,0 0 0 0 0,-4 4 0 0 0,0-1-77 0 0,1 0 0 0 0,0 0 1 0 0,-1 0-1 0 0,2 1 0 0 0,-1 0 1 0 0,1 0-1 0 0,0 1 0 0 0,0 0 1 0 0,0-1-1 0 0,-5 14 0 0 0,8-17-3 0 0,1 0 0 0 0,0 0 1 0 0,1-1-1 0 0,-1 1 0 0 0,0 0 0 0 0,1 0 0 0 0,0 0 0 0 0,-1 0 0 0 0,1-1 0 0 0,0 1 0 0 0,1 0 0 0 0,-1 0 0 0 0,0 0 1 0 0,1 0-1 0 0,0 0 0 0 0,-1-1 0 0 0,1 1 0 0 0,0 0 0 0 0,0 0 0 0 0,1-1 0 0 0,2 6 0 0 0,0-5 3 0 0,-1 1 0 0 0,1 0-1 0 0,0-1 1 0 0,0 0-1 0 0,0 0 1 0 0,0 0 0 0 0,0-1-1 0 0,1 1 1 0 0,0-1-1 0 0,-1 0 1 0 0,9 2 0 0 0,7 2 21 0 0,1-2 0 0 0,0 0 0 0 0,1-1 1 0 0,39 0-1 0 0,-46-3 10 0 0,0-1 1 0 0,0 0-1 0 0,0-1 0 0 0,0 0 1 0 0,0-2-1 0 0,25-8 0 0 0,-35 11 4 0 0,-1-1 0 0 0,0 0 0 0 0,0 0-1 0 0,0 0 1 0 0,-1 0 0 0 0,1-1 0 0 0,-1 0 0 0 0,1 1-1 0 0,-1-1 1 0 0,0-1 0 0 0,0 1 0 0 0,0 0 0 0 0,0-1-1 0 0,-1 1 1 0 0,1-1 0 0 0,-1 0 0 0 0,0 0 0 0 0,0 0-1 0 0,0 0 1 0 0,-1 0 0 0 0,1 0 0 0 0,-1 0 0 0 0,0-1-1 0 0,0 1 1 0 0,-1-1 0 0 0,1-7 0 0 0,-2 6-3 0 0,1 1 1 0 0,-1 0-1 0 0,-1 0 1 0 0,1 0-1 0 0,-1 0 1 0 0,0 0-1 0 0,0 0 1 0 0,0 0-1 0 0,-1 0 1 0 0,1 1-1 0 0,-1-1 1 0 0,-1 1-1 0 0,1 0 1 0 0,0 0-1 0 0,-1 0 1 0 0,0 0-1 0 0,0 1 1 0 0,0-1-1 0 0,0 1 1 0 0,-1 0-1 0 0,1 0 1 0 0,-6-2-1 0 0,-2-2-22 0 0,-1 1-1 0 0,1 1 0 0 0,-1 0 0 0 0,0 0 0 0 0,0 2 1 0 0,-27-5-1 0 0,31 7-32 0 0,0 1 1 0 0,0 0 0 0 0,0 1-1 0 0,0 0 1 0 0,1 1 0 0 0,-1-1-1 0 0,0 2 1 0 0,-14 5-1 0 0,3-2-457 0 0,18-5 119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6.5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143 85 5440 0 0,'0'0'-172'0'0,"-18"26"-294"0"0,8-12 448 0 0,7-10 12 0 0,-1 0 0 0 0,1 0 0 0 0,1 0 0 0 0,-1 0 0 0 0,1 1 0 0 0,-1-1 0 0 0,1 1 0 0 0,0-1 0 0 0,1 1 0 0 0,-1 0 0 0 0,-1 9 0 0 0,3-10 21 0 0,0 1 1 0 0,0-1 0 0 0,0 0-1 0 0,1 0 1 0 0,-1 0 0 0 0,1 1-1 0 0,0-1 1 0 0,0 0-1 0 0,0 0 1 0 0,1 0 0 0 0,0 0-1 0 0,-1-1 1 0 0,1 1 0 0 0,1 0-1 0 0,-1-1 1 0 0,0 1 0 0 0,1-1-1 0 0,0 0 1 0 0,0 0-1 0 0,0 0 1 0 0,0 0 0 0 0,0 0-1 0 0,1-1 1 0 0,-1 1 0 0 0,1-1-1 0 0,-1 0 1 0 0,1 0 0 0 0,0 0-1 0 0,0-1 1 0 0,7 3-1 0 0,-4-2 69 0 0,0 0-1 0 0,1 0 1 0 0,-1 0-1 0 0,1-1 1 0 0,-1 0-1 0 0,1-1 1 0 0,0 1-1 0 0,-1-1 1 0 0,1-1-1 0 0,0 0 1 0 0,-1 0-1 0 0,1 0 0 0 0,-1-1 1 0 0,1 0-1 0 0,-1 0 1 0 0,10-6-1 0 0,-11 5-16 0 0,0-1-1 0 0,0 0 0 0 0,-1 0 1 0 0,0-1-1 0 0,0 1 0 0 0,0-1 1 0 0,-1 0-1 0 0,1-1 1 0 0,-1 1-1 0 0,-1-1 0 0 0,1 1 1 0 0,-1-1-1 0 0,0-1 0 0 0,0 1 1 0 0,0 0-1 0 0,-1-1 1 0 0,0 1-1 0 0,0-1 0 0 0,-1 1 1 0 0,1-12-1 0 0,-2 13-17 0 0,0 0 0 0 0,0 0-1 0 0,0 0 1 0 0,-1 0 0 0 0,0-1 0 0 0,0 2-1 0 0,0-1 1 0 0,-1 0 0 0 0,0 0 0 0 0,0 0 0 0 0,0 1-1 0 0,0-1 1 0 0,-1 1 0 0 0,0-1 0 0 0,1 1 0 0 0,-2 0-1 0 0,1 0 1 0 0,0 0 0 0 0,-1 1 0 0 0,0-1-1 0 0,0 1 1 0 0,0 0 0 0 0,0 0 0 0 0,0 0 0 0 0,-1 1-1 0 0,1-1 1 0 0,-10-2 0 0 0,-9-2-39 0 0,0 1 0 0 0,0 1 1 0 0,-1 2-1 0 0,1 0 0 0 0,-1 1 0 0 0,0 1 0 0 0,0 2 1 0 0,-33 4-1 0 0,55-5-81 0 0,0 1 1 0 0,0-1-1 0 0,0 0 1 0 0,0 0 0 0 0,0 0-1 0 0,0 0 1 0 0,0-1-1 0 0,0 1 1 0 0,0 0-1 0 0,0-1 1 0 0,0 1-1 0 0,-2-2 1 0 0,-6-1-1053 0 0,-2-10-4449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7.6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 28 6761 0 0,'-3'-15'-1123'0'0,"3"14"1088"0"0,0 1 0 0 0,0-1 1 0 0,0 1-1 0 0,0-1 0 0 0,0 1 0 0 0,0 0 0 0 0,0-1 0 0 0,0 1 0 0 0,0-1 0 0 0,0 1 0 0 0,0-1 1 0 0,0 1-1 0 0,-1 0 0 0 0,1-1 0 0 0,0 1 0 0 0,0-1 0 0 0,-1 1 0 0 0,1 0 0 0 0,0-1 0 0 0,-1 1 1 0 0,1 0-1 0 0,0-1 0 0 0,-1 1 0 0 0,1 0 0 0 0,0 0 0 0 0,-1-1 0 0 0,1 1 0 0 0,0 0 0 0 0,-1 0 1 0 0,1 0-1 0 0,-1-1 0 0 0,1 1 0 0 0,-1 0 0 0 0,0 0 0 0 0,-8 5 28 0 0,1 0-1 0 0,-1 1 1 0 0,1 0 0 0 0,0 0-1 0 0,1 1 1 0 0,-1 0 0 0 0,1 1-1 0 0,1-1 1 0 0,-7 11-1 0 0,-4 3 8 0 0,-8 13 61 0 0,1 0-1 0 0,-25 50 1 0 0,48-83 132 0 0,60-63 2718 0 0,94-93-2062 0 0,-122 131-815 0 0,-30 23-55 0 0,-1 1 20 0 0,0 0 1 0 0,0 0-1 0 0,0 0 1 0 0,1-1 0 0 0,-1 1-1 0 0,0 0 1 0 0,0 0-1 0 0,0 0 1 0 0,0 0-1 0 0,0-1 1 0 0,0 1 0 0 0,0 0-1 0 0,0 0 1 0 0,0 0-1 0 0,1 0 1 0 0,-1 0-1 0 0,0-1 1 0 0,0 1 0 0 0,0 0-1 0 0,0 0 1 0 0,0 0-1 0 0,1 0 1 0 0,-1 0-1 0 0,0 0 1 0 0,0 0 0 0 0,0 0-1 0 0,1 0 1 0 0,-1-1-1 0 0,0 1 1 0 0,0 0-1 0 0,0 0 1 0 0,0 0 0 0 0,1 0-1 0 0,-1 0 1 0 0,0 0-1 0 0,0 0 1 0 0,0 0-1 0 0,1 0 1 0 0,-1 0 0 0 0,0 1-1 0 0,0-1 1 0 0,0 0-1 0 0,0 0 1 0 0,1 0-1 0 0,-1 0 1 0 0,0 0 0 0 0,15 7-21 0 0,10 9 0 0 0,23 34-7 0 0,3-2 0 0 0,70 52 0 0 0,-120-100-304 0 0,4 3 711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8.8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38 5969 0 0,'-4'-37'-408'0'0,"3"37"388"0"0,0 4-109 0 0,-2 21 112 0 0,0 0-1 0 0,3 38 1 0 0,-1 15-7 0 0,-18 206 39 0 0,2 66 127 0 0,11-147-64 0 0,6-176-61 0 0,7 69-32 0 0,-3-62 38 0 0,-1 0 0 0 0,-4 45 0 0 0,-6 88 70 0 0,4-94 79 0 0,6-13-2151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0.8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442 44 5384 0 0,'-7'-40'293'0'0,"6"38"-96"0"0,1 2-191 0 0,0 0 1 0 0,0 0 0 0 0,0 1-1 0 0,0-1 1 0 0,0 0 0 0 0,0 0-1 0 0,0 0 1 0 0,-1 0-1 0 0,1 0 1 0 0,0 0 0 0 0,0 0-1 0 0,0 0 1 0 0,0 0-1 0 0,0 0 1 0 0,0 0 0 0 0,0 0-1 0 0,0 0 1 0 0,0 0-1 0 0,0 0 1 0 0,-1 0 0 0 0,1 0-1 0 0,0 0 1 0 0,0 0-1 0 0,0 0 1 0 0,0 0 0 0 0,0 0-1 0 0,0 0 1 0 0,0-1-1 0 0,0 1 1 0 0,0 0 0 0 0,0 0-1 0 0,0 0 1 0 0,0 0 0 0 0,-1 0-1 0 0,1 0 1 0 0,0 0-1 0 0,0 0 1 0 0,0 0 0 0 0,0 0-1 0 0,0 0 1 0 0,0 0-1 0 0,0 0 1 0 0,0 0 0 0 0,0-1-1 0 0,0 1 1 0 0,0 0-1 0 0,0 0 1 0 0,0 0 0 0 0,0 0-1 0 0,-7 15 51 0 0,-6 23-93 0 0,0 66 28 0 0,5 0 1 0 0,8 190-1 0 0,3-115 51 0 0,-7-98 11 0 0,-21 120 0 0 0,13-121-13 0 0,-5 122-1 0 0,17-202-40 0 0,-8 266 52 0 0,2-211-48 0 0,-32 221 51 0 0,18-134-17 0 0,18-127-38 0 0,0 1 16 0 0,-3 36 34 0 0,-3 82 4870 0 0,-169-305-2408 0 0,123 115-2121 0 0,53 55-376 0 0,-12-9-497 0 0,26 31 475 0 0,0 0 0 0 0,2-1 1 0 0,0-1-1 0 0,1-1 1 0 0,1 0-1 0 0,1-1 0 0 0,1-1 1 0 0,0 0-1 0 0,29 17 1 0 0,-46-32 36 0 0,3-2-20 0 0,0 1 0 0 0,0-2 0 0 0,0 1 0 0 0,0 0 0 0 0,0-1 0 0 0,0 0 0 0 0,0-1 0 0 0,0 1 1 0 0,-1-1-1 0 0,8-4 0 0 0,48-40 1 0 0,-37 27-5 0 0,125-93 76 0 0,-126 91 109 0 0,-2 0-3554 0 0,2-2-3224 0 0,-14 15 4023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2.2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354 0 5701 0 0,'0'0'-275'0'0,"-5"3"-923"0"0,-181 102 1844 0 0,25-21 161 0 0,159-83-773 0 0,4 13 54 0 0,6-8-70 0 0,0 0 0 0 0,1-1 0 0 0,-1 0 0 0 0,1 0 0 0 0,0-1 0 0 0,0 0 0 0 0,1 0 0 0 0,13 3 0 0 0,89 15 41 0 0,-32-8-10 0 0,48 20 75 0 0,-126-33-87 0 0,0-1-181 0 0,-1 0-1 0 0,1 0 1 0 0,-1 0 0 0 0,1 0-1 0 0,0 0 1 0 0,-1 0 0 0 0,1 0-1 0 0,-1 0 1 0 0,1 0 0 0 0,-1-1-1 0 0,1 1 1 0 0,-1-1 0 0 0,1 1 0 0 0,-1-1-1 0 0,1 0 1 0 0,1-1 0 0 0,-1 2-213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4.3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15 152 4428 0 0,'0'0'-227'0'0,"-11"0"-265"0"0,8 0 664 0 0,10 0 908 0 0,449 7-522 0 0,-369-7-404 0 0,768 12 268 0 0,-352-9-40 0 0,-25-10-42 0 0,-395 7-347 0 0,186 7 27 0 0,92-2 23 0 0,353-12 537 0 0,-609 7-531 0 0,505-12 242 0 0,-168-4 134 0 0,-313 12 0 0 0,-127 4-345 0 0,37 0 70 0 0,-23 0-387 0 0,7-2 1347 0 0,-23 1-1065 0 0,-1 0-1 0 0,0 0 1 0 0,0 0 0 0 0,0 0 0 0 0,0 0-1 0 0,0 0 1 0 0,0 0 0 0 0,0 0-1 0 0,0 0 1 0 0,0 1 0 0 0,-1-1 0 0 0,1 0-1 0 0,0 1 1 0 0,0-1 0 0 0,-1 1-1 0 0,1-1 1 0 0,0 1 0 0 0,-3-1 0 0 0,-45-17 41 0 0,-2 1 0 0 0,-88-16 0 0 0,16 4-52 0 0,49 12-24 0 0,71 17-25 0 0,-9-6-50 0 0,8 3-106 0 0,10 3-99 0 0,46 7 213 0 0,-1 2 1 0 0,0 3 0 0 0,-1 2-1 0 0,-1 2 1 0 0,0 2-1 0 0,67 35 1 0 0,-114-52 42 0 0,-1-1 11 0 0,0 0 0 0 0,0 1-1 0 0,0-1 1 0 0,0 0-1 0 0,0 0 1 0 0,0 1-1 0 0,0-1 1 0 0,0 1 0 0 0,0-1-1 0 0,0 1 1 0 0,0-1-1 0 0,-1 1 1 0 0,1 0 0 0 0,0-1-1 0 0,0 1 1 0 0,-1 0-1 0 0,1-1 1 0 0,0 1-1 0 0,-1 0 1 0 0,1 0 0 0 0,-1 0-1 0 0,1 0 1 0 0,-1 0-1 0 0,1 0 1 0 0,-1-1-1 0 0,0 1 1 0 0,0 0 0 0 0,1 0-1 0 0,-1 0 1 0 0,0 0-1 0 0,0 0 1 0 0,0 0 0 0 0,0 0-1 0 0,0 0 1 0 0,0 1-1 0 0,0-1 1 0 0,0 0-1 0 0,0 0 1 0 0,-1-1 0 0 0,1 3-1 0 0,-4 2 6 0 0,0 0 0 0 0,0 0 0 0 0,0 0 1 0 0,-1-1-1 0 0,0 1 0 0 0,1-1 0 0 0,-2 0 0 0 0,1-1 0 0 0,0 1 0 0 0,-8 3 0 0 0,-65 28 39 0 0,54-25-27 0 0,-18 8-118 0 0,-46 19-488 0 0,28-18-4256 0 0,47-16 2342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5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91 5749 0 0,'0'-39'184'0'0,"-1"36"-107"0"0,-8-41 2209 0 0,9 39-1513 0 0,6 25-839 0 0,9 26 85 0 0,26 51 0 0 0,-2-4 11 0 0,-12 1 491 0 0,-15-125-5123 0 0,1 10 1468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5.8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18 6741 0 0,'2'-10'-463'0'0,"-1"10"461"0"0,-1-1 1 0 0,0 1 0 0 0,0 0 0 0 0,0 0-1 0 0,0 0 1 0 0,0-1 0 0 0,0 1 0 0 0,0 0 0 0 0,0 0-1 0 0,0 0 1 0 0,0-1 0 0 0,0 1 0 0 0,0 0-1 0 0,0 0 1 0 0,0 0 0 0 0,0-1 0 0 0,0 1 0 0 0,0 0-1 0 0,0 0 1 0 0,0 0 0 0 0,0-1 0 0 0,0 1-1 0 0,0 0 1 0 0,0 0 0 0 0,0 0 0 0 0,0-1-1 0 0,-1 1 1 0 0,1 0 0 0 0,0 0 0 0 0,0 0 0 0 0,0 0-1 0 0,0-1 1 0 0,0 1 0 0 0,-1 0 0 0 0,1 0-1 0 0,0 0 1 0 0,0 0 0 0 0,0 0 0 0 0,-1 0 0 0 0,1-1-1 0 0,0 1 1 0 0,0 0 0 0 0,0 0 0 0 0,-1 0-1 0 0,1 0 1 0 0,0 0 0 0 0,0 0 0 0 0,0 0 0 0 0,-1 0-1 0 0,1 0 1 0 0,0 0 0 0 0,0 0 0 0 0,0 0-1 0 0,-1 0 1 0 0,1 0 0 0 0,0 0 0 0 0,-1 1 0 0 0,-5 1-4 0 0,1 1 1 0 0,-1 0 0 0 0,0 1 0 0 0,1-1 0 0 0,0 1-1 0 0,0 0 1 0 0,0 0 0 0 0,0 1 0 0 0,1 0 0 0 0,0 0 0 0 0,-1 0-1 0 0,2 0 1 0 0,-1 0 0 0 0,1 1 0 0 0,0-1 0 0 0,0 1-1 0 0,-2 7 1 0 0,3-6 0 0 0,0 0 0 0 0,1 1 0 0 0,0-1 1 0 0,0 1-1 0 0,1 0 0 0 0,0-1 0 0 0,0 1 0 0 0,1-1 0 0 0,0 1 0 0 0,1-1 0 0 0,2 9 0 0 0,-2-11 10 0 0,0 0-1 0 0,0 0 0 0 0,1-1 1 0 0,-1 1-1 0 0,1-1 1 0 0,0 1-1 0 0,1-1 0 0 0,-1 0 1 0 0,1 0-1 0 0,0-1 0 0 0,0 1 1 0 0,0-1-1 0 0,0 0 1 0 0,0 0-1 0 0,1 0 0 0 0,-1-1 1 0 0,7 3-1 0 0,0 0 89 0 0,0-1 0 0 0,0 0 0 0 0,0-1-1 0 0,1 0 1 0 0,-1 0 0 0 0,1-2 0 0 0,-1 1-1 0 0,1-2 1 0 0,0 1 0 0 0,14-3 0 0 0,-20 2-4 0 0,0-1 0 0 0,0 0 1 0 0,0-1-1 0 0,0 0 0 0 0,-1 1 1 0 0,1-2-1 0 0,-1 1 0 0 0,1-1 1 0 0,-1 0-1 0 0,0 0 0 0 0,0 0 1 0 0,0-1-1 0 0,-1 1 0 0 0,1-1 1 0 0,-1 0-1 0 0,0-1 0 0 0,0 1 1 0 0,0-1-1 0 0,-1 0 1 0 0,1 0-1 0 0,4-10 0 0 0,-7 12-37 0 0,1 1 1 0 0,-1-1-1 0 0,0 0 0 0 0,-1 0 1 0 0,1 0-1 0 0,0 0 0 0 0,-1 0 0 0 0,0 0 1 0 0,0 0-1 0 0,1 0 0 0 0,-2 0 0 0 0,1 0 1 0 0,0 0-1 0 0,-1 1 0 0 0,1-1 0 0 0,-1 0 1 0 0,0 0-1 0 0,0 0 0 0 0,-1-3 1 0 0,-1 1-7 0 0,-1-1 1 0 0,1 1 0 0 0,-1 1 0 0 0,1-1 0 0 0,-2 0 0 0 0,1 1-1 0 0,0 0 1 0 0,-1 0 0 0 0,-5-4 0 0 0,-6-2 1 0 0,0 0-1 0 0,-1 1 1 0 0,0 0 0 0 0,-1 2 0 0 0,-24-8-1 0 0,-16-5-197 0 0,56 19 43 0 0,32-7-8819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6.3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85 113 6021 0 0,'0'0'-288'0'0,"-5"3"-527"0"0,1 0 808 0 0,-1 1-1 0 0,1 0 1 0 0,0-1-1 0 0,0 2 1 0 0,0-1-1 0 0,1 0 1 0 0,-1 1-1 0 0,1 0 1 0 0,0-1-1 0 0,0 1 1 0 0,1 0-1 0 0,-1 1 1 0 0,1-1-1 0 0,0 0 1 0 0,1 1-1 0 0,-1-1 1 0 0,1 1-1 0 0,0 7 1 0 0,1-9 16 0 0,0 1 0 0 0,0 0 1 0 0,1-1-1 0 0,-1 1 0 0 0,1 0 0 0 0,1-1 1 0 0,-1 1-1 0 0,0-1 0 0 0,1 1 1 0 0,0-1-1 0 0,0 0 0 0 0,1 0 1 0 0,-1 0-1 0 0,1 0 0 0 0,0 0 1 0 0,0 0-1 0 0,0-1 0 0 0,0 1 1 0 0,0-1-1 0 0,1 0 0 0 0,0 0 0 0 0,0 0 1 0 0,7 4-1 0 0,-2-3 86 0 0,1 1 0 0 0,-1-1 0 0 0,1-1-1 0 0,0 0 1 0 0,0 0 0 0 0,0-1 0 0 0,0 0 0 0 0,0-1-1 0 0,1 0 1 0 0,-1 0 0 0 0,0-1 0 0 0,1-1-1 0 0,-1 0 1 0 0,0 0 0 0 0,0-1 0 0 0,15-4 0 0 0,-16 3 34 0 0,0 0 0 0 0,0 0 0 0 0,0 0 0 0 0,-1-1 1 0 0,0-1-1 0 0,0 0 0 0 0,0 0 0 0 0,0 0 0 0 0,-1-1 0 0 0,0 0 1 0 0,0 0-1 0 0,-1-1 0 0 0,1 0 0 0 0,-2 0 0 0 0,1 0 0 0 0,-1-1 1 0 0,0 0-1 0 0,6-13 0 0 0,-9 18-50 0 0,-1 0 0 0 0,0 0 0 0 0,-1 1 1 0 0,1-1-1 0 0,0 0 0 0 0,-1 0 0 0 0,1 0 0 0 0,-1 0 1 0 0,0 0-1 0 0,0 0 0 0 0,0 0 0 0 0,-1 0 0 0 0,1 0 1 0 0,-1 0-1 0 0,1 0 0 0 0,-1 0 0 0 0,0 0 0 0 0,0 0 1 0 0,-2-3-1 0 0,0 2-9 0 0,0 0-1 0 0,0 0 1 0 0,0 0 0 0 0,-1 0-1 0 0,1 1 1 0 0,-1-1 0 0 0,0 1 0 0 0,0 0-1 0 0,0 1 1 0 0,-8-5 0 0 0,-9-3 33 0 0,0 2 0 0 0,-1 1 0 0 0,0 0 0 0 0,-24-3 0 0 0,35 7-32 0 0,-57-9 133 0 0,47 10-648 0 0,-1-2 0 0 0,1 0-1 0 0,0-2 1 0 0,-22-8 0 0 0,41 13 91 0 0,0 0 0 0 0,1 1 1 0 0,-1-1-1 0 0,1 0 0 0 0,-1 0 0 0 0,1 0 0 0 0,-1 0 1 0 0,1-1-1 0 0,0 1 0 0 0,0 0 0 0 0,-1-1 1 0 0,1 1-1 0 0,0 0 0 0 0,0-1 0 0 0,-1-2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7.7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93 5801 0 0,'-19'-37'-99'0'0,"18"31"297"0"0,-1 1 1 0 0,-1 0-1 0 0,1 0 0 0 0,-1 0 0 0 0,0 1 0 0 0,-6-9 0 0 0,7 12-40 0 0,3 1-146 0 0,-1-1 1 0 0,0 1-1 0 0,0-1 0 0 0,0 1 1 0 0,0 0-1 0 0,0-1 1 0 0,0 1-1 0 0,0 0 0 0 0,0-1 1 0 0,0 1-1 0 0,0 0 1 0 0,0-1-1 0 0,0 1 1 0 0,0 0-1 0 0,0-1 0 0 0,0 1 1 0 0,0 0-1 0 0,-1-1 1 0 0,1 1-1 0 0,0 0 0 0 0,0-1 1 0 0,0 1-1 0 0,0 0 1 0 0,-1-1-1 0 0,1 1 1 0 0,0 0-1 0 0,0 0 0 0 0,-1-1 1 0 0,1 1-1 0 0,0 0 1 0 0,0 0-1 0 0,-1-1 0 0 0,1 1 1 0 0,0 0-1 0 0,-1 0 1 0 0,1 0-1 0 0,0 0 1 0 0,-1 0-1 0 0,1 0 0 0 0,0-1 1 0 0,-1 1-1 0 0,1 0 1 0 0,-1 0-1 0 0,1 0 0 0 0,0 0 1 0 0,-1 0-1 0 0,1 0 1 0 0,0 0-1 0 0,-1 0 1 0 0,1 1-1 0 0,0-1 0 0 0,-1 0 1 0 0,1 0-1 0 0,0 0 1 0 0,-1 0-1 0 0,0 1-8 0 0,0-1 0 0 0,1 1 0 0 0,-1-1 0 0 0,0 1 0 0 0,1-1 0 0 0,-1 1 0 0 0,1 0-1 0 0,-1-1 1 0 0,1 1 0 0 0,-1 0 0 0 0,1-1 0 0 0,-1 1 0 0 0,1 0 0 0 0,0-1 0 0 0,-1 1 0 0 0,1 0 0 0 0,0 0 0 0 0,-1 0 0 0 0,1 0-1 0 0,0-1 1 0 0,0 1 0 0 0,0 0 0 0 0,0 0 0 0 0,0 1 0 0 0,11 57 79 0 0,23 72-1 0 0,-16-72-40 0 0,11 79 0 0 0,-23-88 184 0 0,-6-48-218 0 0,17-47-6675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8.6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23 5857 0 0,'-11'-11'-275'0'0,"11"11"303"0"0,0 0 1 0 0,-1 0 0 0 0,1 0-1 0 0,0 0 1 0 0,-1-1 0 0 0,1 1-1 0 0,0 0 1 0 0,0 0 0 0 0,-1 0-1 0 0,1-1 1 0 0,0 1 0 0 0,0 0-1 0 0,-1 0 1 0 0,1-1 0 0 0,0 1-1 0 0,0 0 1 0 0,0-1 0 0 0,0 1-1 0 0,-1 0 1 0 0,1-1 0 0 0,0 1-1 0 0,0 0 1 0 0,0-1 0 0 0,0 1 0 0 0,0 0-1 0 0,0-1 1 0 0,0 1 0 0 0,0 0-1 0 0,0-1 1 0 0,0 1 0 0 0,0 0-1 0 0,0-1 1 0 0,0 1 0 0 0,0 0-1 0 0,0-1 1 0 0,0 1 0 0 0,0 0-1 0 0,1-1 1 0 0,-1 1 0 0 0,37 0-27 0 0,0 1 1 0 0,-1 3 0 0 0,1 1-1 0 0,-1 1 1 0 0,43 14 0 0 0,3-1 9 0 0,-68-16-9 0 0,0 0-1 0 0,0 1 0 0 0,0 1 0 0 0,-1 0 1 0 0,0 1-1 0 0,0 1 0 0 0,17 10 0 0 0,-29-16-1 0 0,0 0-1 0 0,0 0 1 0 0,1-1-1 0 0,-1 1 1 0 0,0 0-1 0 0,0 0 0 0 0,0 0 1 0 0,-1 0-1 0 0,1 0 1 0 0,0 0-1 0 0,0 0 1 0 0,0 1-1 0 0,-1-1 0 0 0,1 0 1 0 0,-1 0-1 0 0,1 1 1 0 0,-1-1-1 0 0,1 0 1 0 0,-1 1-1 0 0,0-1 1 0 0,1 0-1 0 0,-1 1 0 0 0,0-1 1 0 0,0 0-1 0 0,0 1 1 0 0,0-1-1 0 0,0 1 1 0 0,-1-1-1 0 0,1 0 1 0 0,0 1-1 0 0,-1-1 0 0 0,1 0 1 0 0,-1 0-1 0 0,1 1 1 0 0,-1-1-1 0 0,1 0 1 0 0,-1 0-1 0 0,0 1 1 0 0,0-1-1 0 0,0 0 0 0 0,0 0 1 0 0,0 0-1 0 0,0 0 1 0 0,0 0-1 0 0,0-1 1 0 0,0 1-1 0 0,0 0 1 0 0,0 0-1 0 0,0-1 0 0 0,-2 2 1 0 0,-6 3 14 0 0,0 1 0 0 0,-1-1-1 0 0,0 0 1 0 0,-14 4 0 0 0,-33 7 598 0 0,0-2 0 0 0,-1-2 0 0 0,-71 4 0 0 0,140-16-617 0 0,1-1 0 0 0,0 2 0 0 0,0 0 0 0 0,-1 0 0 0 0,1 1 0 0 0,-1 1 0 0 0,1 0 0 0 0,-1 0 0 0 0,19 9 0 0 0,101 53-39 0 0,269 142 72 0 0,-397-206-7 0 0,0 1 0 0 0,0 0 0 0 0,0 0 0 0 0,-1 0 0 0 0,1 0 0 0 0,-1 1 0 0 0,1-1 0 0 0,3 6 0 0 0,-5-7 46 0 0,-5-29-4966 0 0,8 9 2116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13.4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298 16 4428 0 0,'0'0'-258'0'0,"-7"-1"-348"0"0,-18-6 639 0 0,18 6-24 0 0,-31-4 35 0 0,35 4-40 0 0,0 1-1 0 0,0 0 1 0 0,0-1-1 0 0,0 1 0 0 0,0 1 1 0 0,0-1-1 0 0,0 0 1 0 0,0 1-1 0 0,0-1 1 0 0,-5 2-1 0 0,-25 6 28 0 0,26-6-29 0 0,0-1 0 0 0,0 2 0 0 0,0-1 0 0 0,0 1 0 0 0,0 0 0 0 0,0 1 0 0 0,1 0 0 0 0,0 0 1 0 0,0 0-1 0 0,0 0 0 0 0,0 1 0 0 0,0 0 0 0 0,1 1 0 0 0,0-1 0 0 0,0 1 0 0 0,1 0 0 0 0,0 0 0 0 0,0 0 0 0 0,0 1 0 0 0,1-1 0 0 0,-1 1 0 0 0,-3 12 0 0 0,2-1 16 0 0,1 0-1 0 0,0 0 0 0 0,1 1 1 0 0,1-1-1 0 0,1 1 0 0 0,1 0 1 0 0,0-1-1 0 0,4 20 0 0 0,-3-31 8 0 0,1 0 1 0 0,0-1-1 0 0,0 1 0 0 0,1-1 0 0 0,0 1 0 0 0,0-1 0 0 0,0 0 0 0 0,1 0 0 0 0,0 0 0 0 0,0-1 0 0 0,0 0 0 0 0,1 1 1 0 0,0-1-1 0 0,0-1 0 0 0,0 1 0 0 0,1-1 0 0 0,-1 0 0 0 0,1 0 0 0 0,0-1 0 0 0,0 1 0 0 0,1-1 0 0 0,-1-1 0 0 0,9 3 1 0 0,8 4 152 0 0,2-2 1 0 0,-1 0 0 0 0,1-2 0 0 0,49 4-1 0 0,-72-8-112 0 0,1-1-1 0 0,0 0 1 0 0,-1 0-1 0 0,1 0 0 0 0,0 0 1 0 0,-1 0-1 0 0,1 0 0 0 0,0-1 1 0 0,-1 1-1 0 0,1-1 0 0 0,-1 0 1 0 0,1 0-1 0 0,-1 0 0 0 0,1 0 1 0 0,-1 0-1 0 0,0 0 0 0 0,1-1 1 0 0,-1 1-1 0 0,0-1 0 0 0,0 0 1 0 0,0 0-1 0 0,0 0 0 0 0,0 1 1 0 0,2-5-1 0 0,-3 3-45 0 0,0 1 1 0 0,0 0-1 0 0,-1-1 1 0 0,1 1-1 0 0,-1 0 0 0 0,1-1 1 0 0,-1 1-1 0 0,0-1 0 0 0,0 1 1 0 0,0-1-1 0 0,0 1 0 0 0,-1-1 1 0 0,1 1-1 0 0,-1 0 0 0 0,1-1 1 0 0,-1 1-1 0 0,0 0 1 0 0,0-1-1 0 0,0 1 0 0 0,0 0 1 0 0,0 0-1 0 0,0 0 0 0 0,-1 0 1 0 0,1 0-1 0 0,-3-2 0 0 0,-1-1-10 0 0,0 0-1 0 0,-1 1 1 0 0,0-1-1 0 0,0 1 1 0 0,0 0-1 0 0,0 1 1 0 0,-1 0-1 0 0,0 0 1 0 0,-10-4-1 0 0,-20-10 71 0 0,35 17-59 0 0,1-1-27 0 0,0 1-1 0 0,1-1 0 0 0,-1 1 0 0 0,0-1 1 0 0,0 1-1 0 0,0-1 0 0 0,1 1 1 0 0,-1-1-1 0 0,0 1 0 0 0,1-1 0 0 0,-1 0 1 0 0,0 0-1 0 0,1 1 0 0 0,-1-1 0 0 0,1 0 1 0 0,0 0-1 0 0,-1 0 0 0 0,1 1 1 0 0,-1-1-1 0 0,1 0 0 0 0,0 0 0 0 0,-1-1 1 0 0,10-2-14 0 0,1 0 1 0 0,-1 1 0 0 0,1 0-1 0 0,-1 1 1 0 0,1 0-1 0 0,0 0 1 0 0,0 1 0 0 0,11 0-1 0 0,27-4-5 0 0,-45 4 19 0 0,33-1-22 0 0,-21 2 15 0 0,-12 0-2 0 0,19 14-223 0 0,-21 37 215 0 0,2 0-1 0 0,12 64 1 0 0,-14-106 47 0 0,0-1 0 0 0,0 1 0 0 0,-1 0 0 0 0,0-1 0 0 0,-2 12 0 0 0,2-18 21 0 0,-1 4 317 0 0,15-27-6110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14.5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5044 0 0,'8'134'-386'0'0,"23"68"574"0"0,-28-171 177 0 0,-3-24-3019 0 0,5-40 1953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15.7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16 3172 0 0,'0'0'-187'0'0,"-7"-1"-152"0"0,7 1 363 0 0,0 0 0 0 0,0 0 0 0 0,0 0 1 0 0,0-1-1 0 0,0 1 0 0 0,0 0 0 0 0,0 0 0 0 0,0 0 0 0 0,0 0 1 0 0,0 0-1 0 0,0 0 0 0 0,0 0 0 0 0,0 0 0 0 0,0 0 0 0 0,0-1 1 0 0,0 1-1 0 0,0 0 0 0 0,0 0 0 0 0,0 0 0 0 0,0 0 0 0 0,0 0 1 0 0,0 0-1 0 0,0 0 0 0 0,0 0 0 0 0,0-1 0 0 0,0 1 0 0 0,0 0 1 0 0,0 0-1 0 0,0 0 0 0 0,0 0 0 0 0,0 0 0 0 0,0 0 1 0 0,0 0-1 0 0,0 0 0 0 0,0 0 0 0 0,0 0 0 0 0,0-1 0 0 0,0 1 1 0 0,0 0-1 0 0,-1 0 0 0 0,1 0 0 0 0,0 0 0 0 0,0 0 0 0 0,0 0 1 0 0,0 0-1 0 0,0 0 0 0 0,0 0 0 0 0,0 0 0 0 0,0 0 0 0 0,0 0 1 0 0,-1 0-1 0 0,1 0 0 0 0,0 0 0 0 0,0 0 0 0 0,0 0 1 0 0,0 0-1 0 0,0 0 0 0 0,0 0 0 0 0,0 0 0 0 0,-1 0 0 0 0,16-8 84 0 0,-11 6 71 0 0,37 2 184 0 0,49 14-73 0 0,-73-13-273 0 0,-1 1 1 0 0,1 0 0 0 0,-1 1 0 0 0,0 1 0 0 0,0 1 0 0 0,0 0 0 0 0,20 10-1 0 0,-35-15-18 0 0,0 1 0 0 0,-1-1 0 0 0,1 1 0 0 0,0 0 0 0 0,0-1 0 0 0,0 1 0 0 0,-1 0 0 0 0,1 0 0 0 0,0-1 0 0 0,-1 1 0 0 0,1 0 0 0 0,-1 0-1 0 0,1 0 1 0 0,-1 0 0 0 0,1 0 0 0 0,-1 0 0 0 0,0 0 0 0 0,1 0 0 0 0,-1 0 0 0 0,0 0 0 0 0,0 0 0 0 0,0 0 0 0 0,0 0 0 0 0,0 0 0 0 0,0 2-1 0 0,0 1 4 0 0,-1 0-1 0 0,0 0 1 0 0,0 0-1 0 0,0-1 1 0 0,-1 1-1 0 0,0 0 1 0 0,1 0-1 0 0,-1-1 1 0 0,0 1-1 0 0,-1-1 1 0 0,1 1-1 0 0,-1-1 1 0 0,1 0-1 0 0,-4 3 1 0 0,-46 38 40 0 0,31-35 20 0 0,0-2-1 0 0,-1 0 1 0 0,1-2 0 0 0,-37 5-1 0 0,55-9-17 0 0,-10 0-39 0 0,9 0 95 0 0,12-1 516 0 0,5-1-618 0 0,50 0-10 0 0,-51 3 9 0 0,21 4-12 0 0,0 1-1 0 0,-1 1 1 0 0,0 1 0 0 0,58 27 0 0 0,-85-35 10 0 0,-1 1-1 0 0,1 0 0 0 0,-1 0 1 0 0,0 0-1 0 0,0 1 0 0 0,0-1 1 0 0,0 1-1 0 0,0 0 0 0 0,0 0 1 0 0,-1 1-1 0 0,1-1 0 0 0,-1 1 1 0 0,0-1-1 0 0,0 1 0 0 0,-1 0 1 0 0,1 0-1 0 0,-1 0 0 0 0,0 1 1 0 0,0-1-1 0 0,0 1 0 0 0,0-1 1 0 0,-1 1-1 0 0,1 4 0 0 0,-2-7-4 0 0,0 0 15 0 0,-1 0 0 0 0,0 0 0 0 0,0 0 0 0 0,0 0 0 0 0,0 0-1 0 0,0-1 1 0 0,0 1 0 0 0,0 0 0 0 0,0-1 0 0 0,-1 1 0 0 0,1 0 0 0 0,-1-1-1 0 0,1 0 1 0 0,-1 1 0 0 0,0-1 0 0 0,-2 1 0 0 0,-11 6 98 0 0,0-2 1 0 0,0 0-1 0 0,-1-1 0 0 0,0 0 1 0 0,-31 4-1 0 0,-92 4 565 0 0,108-10-527 0 0,25-3-227 0 0,-33 0 292 0 0,37-1-420 0 0,1 1-1 0 0,0 0 1 0 0,0-1 0 0 0,-1 1-1 0 0,1-1 1 0 0,0 1-1 0 0,0-1 1 0 0,0 1 0 0 0,0-1-1 0 0,0 0 1 0 0,0 0-1 0 0,0 0 1 0 0,0 1 0 0 0,0-1-1 0 0,0 0 1 0 0,-1-2-1 0 0,0-6-1989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55.6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4 7297 0 0,'0'0'134'0'0,"-18"-2"1962"0"0,9 2-850 0 0,-10-2-2965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55.8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 1 7257 0 0,'0'0'260'0'0,"-2"21"4215"0"0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57.0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373 78 5861 0 0,'0'0'-158'0'0,"-31"-23"1234"0"0,19 21-1017 0 0,1 1 0 0 0,-1 0 0 0 0,0 1 0 0 0,0 0 0 0 0,1 1 0 0 0,-1 0 0 0 0,0 1 0 0 0,1 0 0 0 0,-1 1 0 0 0,1 0 0 0 0,0 1 0 0 0,0 0 0 0 0,-18 10 0 0 0,16-8-49 0 0,1 0 0 0 0,1 2 0 0 0,0-1 0 0 0,0 1-1 0 0,0 1 1 0 0,1 0 0 0 0,0 0 0 0 0,1 1-1 0 0,0 0 1 0 0,0 1 0 0 0,-13 23 0 0 0,18-26 4 0 0,0 0 1 0 0,1 0-1 0 0,0 1 1 0 0,0 0-1 0 0,1-1 1 0 0,0 1-1 0 0,0 0 1 0 0,1 0-1 0 0,1 0 1 0 0,-1 0-1 0 0,1 0 1 0 0,1 0-1 0 0,0 0 1 0 0,0 0-1 0 0,1 0 1 0 0,0-1-1 0 0,0 1 1 0 0,1 0-1 0 0,0-1 1 0 0,1 0-1 0 0,0 1 1 0 0,0-1-1 0 0,0-1 1 0 0,1 1-1 0 0,1-1 1 0 0,-1 0-1 0 0,1 0 1 0 0,0 0 0 0 0,1-1-1 0 0,-1 0 1 0 0,1 0-1 0 0,0-1 1 0 0,1 0-1 0 0,0 0 1 0 0,-1-1-1 0 0,1 1 1 0 0,15 4-1 0 0,-3-2 67 0 0,1-1 1 0 0,0-1-1 0 0,1 0 0 0 0,-1-2 1 0 0,1 0-1 0 0,0-2 0 0 0,-1 0 1 0 0,1-2-1 0 0,0 0 0 0 0,-1-1 1 0 0,1-1-1 0 0,-1-2 0 0 0,0 0 1 0 0,0-1-1 0 0,0 0 0 0 0,-1-2 0 0 0,0-1 1 0 0,0 0-1 0 0,-1-2 0 0 0,-1 0 1 0 0,1-1-1 0 0,-2-1 0 0 0,0 0 1 0 0,0-2-1 0 0,-2 0 0 0 0,15-16 1 0 0,-26 26-38 0 0,0 0 0 0 0,0 0 0 0 0,0-1 1 0 0,-1 1-1 0 0,1-1 0 0 0,-2 1 1 0 0,1-1-1 0 0,0 0 0 0 0,-1 0 0 0 0,0 0 1 0 0,-1 0-1 0 0,1-1 0 0 0,-1 1 1 0 0,0 0-1 0 0,-1-1 0 0 0,0 1 0 0 0,0-1 1 0 0,0 1-1 0 0,-1 0 0 0 0,0-1 1 0 0,0 1-1 0 0,0 0 0 0 0,-1 0 0 0 0,0-1 1 0 0,-3-6-1 0 0,0 4 7 0 0,0-1 0 0 0,0 1-1 0 0,-1 1 1 0 0,-1-1 0 0 0,1 1 0 0 0,-1 0 0 0 0,-1 0 0 0 0,1 1 0 0 0,-1 0 0 0 0,-1 0-1 0 0,1 1 1 0 0,-1 0 0 0 0,0 1 0 0 0,-15-7 0 0 0,-18-4 9 0 0,0 2 0 0 0,-1 2 0 0 0,-1 2 0 0 0,-53-6 0 0 0,56 10-380 0 0,26 2-5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3.29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88 66 2484 0 0,'-6'-3'655'0'0,"-1"0"0"0"0,1-1-1 0 0,-1 0 1 0 0,1 0 0 0 0,1-1-1 0 0,-1 1 1 0 0,0-1 0 0 0,1 0-1 0 0,-9-12 307 0 0,10 14-349 0 0,4 2-564 0 0,0 1 0 0 0,-1-1 0 0 0,1 1 0 0 0,0-1 0 0 0,0 1 0 0 0,-1-1 0 0 0,1 1 0 0 0,0 0 0 0 0,-1-1 0 0 0,1 1 0 0 0,0 0 0 0 0,-1-1 0 0 0,1 1-1 0 0,-1 0 1 0 0,1-1 0 0 0,-1 1 0 0 0,1 0 0 0 0,-1 0 0 0 0,1-1 0 0 0,-1 1 0 0 0,1 0 0 0 0,-1 0 0 0 0,1 0 0 0 0,-1 0 0 0 0,1 0 0 0 0,-1 0 0 0 0,1 0 0 0 0,-1 0 0 0 0,1 0 0 0 0,-1 0 0 0 0,1 0 0 0 0,-1 0 0 0 0,0 0 0 0 0,5 20-32 0 0,1-1 1 0 0,0 1-1 0 0,1-1 0 0 0,17 33 1 0 0,11 33 18 0 0,-2 25 50 0 0,-31-107-81 0 0,0 2 0 0 0,0-5-36 0 0,-1 0-1 0 0,0 1 1 0 0,0-1-1 0 0,0 0 0 0 0,0 0 1 0 0,0 1-1 0 0,0-1 1 0 0,0 0-1 0 0,1 0 0 0 0,-1 0 1 0 0,0 1-1 0 0,0-1 1 0 0,0 0-1 0 0,0 0 0 0 0,1 0 1 0 0,-1 1-1 0 0,0-1 1 0 0,0 0-1 0 0,1 0 0 0 0,-1 0 1 0 0,0 0-1 0 0,0 0 1 0 0,1 0-1 0 0,-1 0 0 0 0,0 0 1 0 0,0 1-1 0 0,1-1 1 0 0,-1 0-1 0 0,0 0 0 0 0,0 0 1 0 0,1 0-1 0 0,-1 0 1 0 0,0 0-1 0 0,0 0 0 0 0,1-1 1 0 0,-1 1-1 0 0,0 0 1 0 0,1 0-1 0 0,-1 0 1 0 0,0 0-1 0 0,0 0 0 0 0,0 0 1 0 0,1 0-1 0 0,-1 0 1 0 0,0-1-1 0 0,0 1 0 0 0,1 0 1 0 0,-1 0-1 0 0,0 0 1 0 0,0-1-1 0 0,0 1 0 0 0,0 0 1 0 0,1 0-1 0 0,-1 0 1 0 0,0-1-1 0 0,0 1 0 0 0,0 0 1 0 0,0-1-1 0 0,16-21-3621 0 0,-7 9 1851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4.9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127 137 5765 0 0,'14'-42'-933'0'0,"-14"40"968"0"0,0 1 0 0 0,0-1 0 0 0,1 0-1 0 0,-1 0 1 0 0,-1 0 0 0 0,1 1 0 0 0,0-1 0 0 0,0 0-1 0 0,-1 0 1 0 0,1 1 0 0 0,-1-1 0 0 0,1 0 0 0 0,-1 0-1 0 0,0 1 1 0 0,1-1 0 0 0,-1 1 0 0 0,0-1 0 0 0,0 1-1 0 0,0-1 1 0 0,-1 1 0 0 0,-1-2 0 0 0,2 1 234 0 0,0 2-247 0 0,0-1 1 0 0,-1 1-1 0 0,1-1 1 0 0,0 1-1 0 0,0-1 1 0 0,-1 1-1 0 0,1 0 1 0 0,0 0-1 0 0,-1 0 1 0 0,1 0-1 0 0,0 0 1 0 0,-1 0-1 0 0,1 0 1 0 0,-2 0 0 0 0,-5 3-3 0 0,0 0 1 0 0,0 1 0 0 0,0 0-1 0 0,1 0 1 0 0,-1 1 0 0 0,1 0 0 0 0,-11 10-1 0 0,14-12-15 0 0,1 1 0 0 0,0-1 0 0 0,0 1 0 0 0,1 0 0 0 0,-1 0 0 0 0,1 0 0 0 0,0 0 0 0 0,0 0 0 0 0,0 1 0 0 0,0-1-1 0 0,1 0 1 0 0,0 1 0 0 0,0-1 0 0 0,0 1 0 0 0,0 0 0 0 0,1-1 0 0 0,0 1 0 0 0,0 0 0 0 0,0 5 0 0 0,1-8-2 0 0,0 1-1 0 0,0 0 1 0 0,0 0 0 0 0,0-1 0 0 0,1 1 0 0 0,-1 0 0 0 0,1-1 0 0 0,-1 0 0 0 0,1 1 0 0 0,0-1 0 0 0,0 0 0 0 0,0 0 0 0 0,0 0 0 0 0,0 0 0 0 0,0 0 0 0 0,1 0-1 0 0,-1-1 1 0 0,1 1 0 0 0,-1-1 0 0 0,1 1 0 0 0,3 0 0 0 0,61 20 113 0 0,-49-18-87 0 0,1-1 0 0 0,0 0 0 0 0,0-2 0 0 0,0 0 0 0 0,32-3 0 0 0,-44 1-13 0 0,1 0-1 0 0,0 0 1 0 0,0 0-1 0 0,-1-1 1 0 0,1 0-1 0 0,-1 0 0 0 0,1-1 1 0 0,-1 0-1 0 0,0 0 1 0 0,0-1-1 0 0,-1 0 1 0 0,1 0-1 0 0,-1-1 1 0 0,0 0-1 0 0,0 0 1 0 0,8-8-1 0 0,-12 11-3 0 0,-1 0 0 0 0,0 1 0 0 0,1-1 1 0 0,-1 0-1 0 0,0 0 0 0 0,0 0 0 0 0,0 0 0 0 0,0 0 0 0 0,0 0 0 0 0,-1 0 1 0 0,1-1-1 0 0,-1 1 0 0 0,1 0 0 0 0,-1 0 0 0 0,0 0 0 0 0,0-1 0 0 0,0 1 0 0 0,0 0 1 0 0,0 0-1 0 0,0-1 0 0 0,0 1 0 0 0,-1 0 0 0 0,0 0 0 0 0,-1-4 0 0 0,0 3 0 0 0,0-1 1 0 0,-1 1-1 0 0,1 0 0 0 0,-1 0 0 0 0,0 1 0 0 0,0-1 0 0 0,0 1 0 0 0,0-1 0 0 0,0 1 0 0 0,0 0 0 0 0,-1 0 0 0 0,-6-3 0 0 0,-8-2 28 0 0,-1 1 0 0 0,1 1 0 0 0,-1 0 0 0 0,-25-2 0 0 0,38 6-4 0 0,1 0 0 0 0,0 0 0 0 0,0 0 1 0 0,0-1-1 0 0,-1 0 0 0 0,1 0 0 0 0,1 0 0 0 0,-9-5 0 0 0,11 6 3 0 0,6-2-68 0 0,-2 1 28 0 0,0 0 1 0 0,1 0 0 0 0,-1 0-1 0 0,1 1 1 0 0,0-1 0 0 0,0 1-1 0 0,-1-1 1 0 0,1 1-1 0 0,0 0 1 0 0,0 0 0 0 0,0 0-1 0 0,0 0 1 0 0,0 1 0 0 0,0-1-1 0 0,1 1 1 0 0,-1 0-1 0 0,0 0 1 0 0,4 0 0 0 0,4 1-1 0 0,292-14 14 0 0,-294 13-13 0 0,-6 0 3 0 0,-1 0 0 0 0,1 0 1 0 0,-1 0-1 0 0,1 0 0 0 0,0 1 0 0 0,-1-1 0 0 0,1 1 1 0 0,-1-1-1 0 0,1 1 0 0 0,-1 0 0 0 0,1 0 0 0 0,-1 0 1 0 0,5 3-1 0 0,-6-3-2 0 0,0 1 1 0 0,0 0 0 0 0,0-1 0 0 0,-1 1-1 0 0,1-1 1 0 0,0 1 0 0 0,-1 0 0 0 0,0 0-1 0 0,1-1 1 0 0,-1 1 0 0 0,0 0 0 0 0,0 0-1 0 0,0 0 1 0 0,0-1 0 0 0,0 1 0 0 0,0 0-1 0 0,0 0 1 0 0,-1 0 0 0 0,1-1 0 0 0,-1 1-1 0 0,1 0 1 0 0,-1-1 0 0 0,0 1-1 0 0,1 0 1 0 0,-1-1 0 0 0,0 1 0 0 0,-1 1-1 0 0,-2 5-2 0 0,0 0 0 0 0,1 0 0 0 0,0 1 0 0 0,0-1 0 0 0,1 1 0 0 0,1 0 0 0 0,-1-1 0 0 0,0 11 0 0 0,3-16 4 0 0,-1 0 1 0 0,1-1 0 0 0,-1 1 0 0 0,1 0 0 0 0,0 0 0 0 0,0-1 0 0 0,0 1-1 0 0,0-1 1 0 0,0 1 0 0 0,1-1 0 0 0,-1 1 0 0 0,1-1 0 0 0,-1 0 0 0 0,1 0 0 0 0,0 0-1 0 0,0 0 1 0 0,0 0 0 0 0,0 0 0 0 0,1 0 0 0 0,-1 0 0 0 0,0-1 0 0 0,1 0-1 0 0,-1 1 1 0 0,1-1 0 0 0,-1 0 0 0 0,1 0 0 0 0,0 0 0 0 0,-1 0 0 0 0,4 0-1 0 0,0 0 20 0 0,0 1 0 0 0,0-1 0 0 0,0 0 0 0 0,0-1 0 0 0,0 1 0 0 0,0-1 0 0 0,0 0 0 0 0,0-1 0 0 0,0 0 0 0 0,0 0 0 0 0,0 0 0 0 0,0 0 0 0 0,-1-1 0 0 0,1 0 0 0 0,0 0 0 0 0,-1-1 0 0 0,0 0 0 0 0,1 1 0 0 0,-1-2 0 0 0,0 1 0 0 0,0-1 0 0 0,-1 1 0 0 0,1-1 0 0 0,-1-1 0 0 0,0 1 0 0 0,6-9-1 0 0,-9 10 3 0 0,-1 0 0 0 0,0 1 0 0 0,0-1 0 0 0,0 0 0 0 0,0 0 0 0 0,-1 0 0 0 0,1 0 0 0 0,-1 1 0 0 0,1-1 0 0 0,-1 0-1 0 0,0 0 1 0 0,0 1 0 0 0,-1-1 0 0 0,1 1 0 0 0,-2-4 0 0 0,1 3-3 0 0,-4-7 39 0 0,0 0 1 0 0,0 1-1 0 0,-1 0 1 0 0,-12-13 0 0 0,4 4 26 0 0,-18-9 38 0 0,31 25-131 0 0,2 2-63 0 0,1-1 66 0 0,-1 1-1 0 0,0-1 0 0 0,0 0 0 0 0,0 1 0 0 0,0-1 0 0 0,1 1 1 0 0,-1-1-1 0 0,0 1 0 0 0,1-1 0 0 0,-1 1 0 0 0,0-1 1 0 0,1 1-1 0 0,-1-1 0 0 0,1 1 0 0 0,-1 0 0 0 0,0-1 0 0 0,1 1 1 0 0,-1-1-1 0 0,1 1 0 0 0,-1 0 0 0 0,1 0 0 0 0,0-1 1 0 0,-1 1-1 0 0,1 0 0 0 0,-1 0 0 0 0,1 0 0 0 0,-1-1 0 0 0,1 1 1 0 0,1 0-1 0 0,25-2-46 0 0,-13 1 40 0 0,266-6-75 0 0,-276 7 93 0 0,0 0 0 0 0,0 0 1 0 0,0 0-1 0 0,0 1 0 0 0,0 0 1 0 0,0-1-1 0 0,0 1 0 0 0,4 2 1 0 0,-7-3-9 0 0,0 1 1 0 0,-1-1 0 0 0,1 1 0 0 0,-1-1 0 0 0,0 0 0 0 0,1 1 0 0 0,-1-1-1 0 0,1 1 1 0 0,-1-1 0 0 0,1 1 0 0 0,-1-1 0 0 0,0 1 0 0 0,0-1 0 0 0,1 1-1 0 0,-1 0 1 0 0,0-1 0 0 0,0 1 0 0 0,1-1 0 0 0,-1 1 0 0 0,0 0 0 0 0,0-1-1 0 0,0 1 1 0 0,0 0 0 0 0,0-1 0 0 0,0 1 0 0 0,0-1 0 0 0,0 1 0 0 0,0 0-1 0 0,0-1 1 0 0,-1 1 0 0 0,1-1 0 0 0,0 1 0 0 0,0 0 0 0 0,-1-1 0 0 0,1 1-1 0 0,0-1 1 0 0,0 1 0 0 0,-1-1 0 0 0,1 1 0 0 0,-1-1 0 0 0,1 1 0 0 0,0-1-1 0 0,-2 1 1 0 0,-1 3 0 0 0,0 1-1 0 0,1-1 0 0 0,-1 1 1 0 0,1 0-1 0 0,0 0 1 0 0,0-1-1 0 0,0 1 1 0 0,1 0-1 0 0,0 1 0 0 0,0-1 1 0 0,0 0-1 0 0,0 0 1 0 0,1 1-1 0 0,0-1 0 0 0,0 0 1 0 0,0 0-1 0 0,1 1 1 0 0,0-1-1 0 0,0 0 0 0 0,0 0 1 0 0,1 0-1 0 0,-1 0 1 0 0,1 0-1 0 0,0 0 0 0 0,4 6 1 0 0,-2-5 1 0 0,1 0 0 0 0,0 0 0 0 0,0 0 0 0 0,0-1 0 0 0,1 0 0 0 0,-1 0 0 0 0,1 0 0 0 0,0-1 0 0 0,1 1 0 0 0,-1-2 0 0 0,1 1 0 0 0,0-1 0 0 0,0 0 0 0 0,0 0 1 0 0,14 3-1 0 0,-18-5 6 0 0,-1 0 0 0 0,1-1 0 0 0,0 0 0 0 0,-1 1 0 0 0,1-1 0 0 0,-1 0 0 0 0,1 0 0 0 0,0-1 0 0 0,-1 1 0 0 0,1 0 0 0 0,-1-1 0 0 0,1 0 0 0 0,-1 1 0 0 0,1-1 0 0 0,-1 0-1 0 0,0 0 1 0 0,1 0 0 0 0,-1-1 0 0 0,0 1 0 0 0,0-1 0 0 0,0 1 0 0 0,0-1 0 0 0,0 0 0 0 0,0 1 0 0 0,0-1 0 0 0,0 0 0 0 0,-1 0 0 0 0,1 0 0 0 0,-1-1 0 0 0,0 1 0 0 0,1 0 0 0 0,-1-1 0 0 0,0 1 0 0 0,1-5 0 0 0,0 3 42 0 0,-1-1-1 0 0,0 0 0 0 0,0 0 0 0 0,0 0 0 0 0,-1-1 0 0 0,1 1 0 0 0,-1 0 0 0 0,-1 0 0 0 0,1 0 0 0 0,0 0 0 0 0,-1 0 0 0 0,0 0 0 0 0,-1 0 1 0 0,1 0-1 0 0,-4-8 0 0 0,2 9-20 0 0,1 1 0 0 0,-1-1 1 0 0,0 1-1 0 0,0-1 1 0 0,-1 1-1 0 0,1 0 0 0 0,-1 0 1 0 0,1 1-1 0 0,-1-1 1 0 0,0 1-1 0 0,0 0 0 0 0,0 0 1 0 0,0 0-1 0 0,-1 0 0 0 0,1 1 1 0 0,0-1-1 0 0,-1 1 1 0 0,1 0-1 0 0,-5 0 0 0 0,-13-1-48 0 0,1 0 0 0 0,-40 4 0 0 0,24-1-526 0 0,34-1 2 0 0,-5-5-931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5.8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90 5709 0 0,'33'-83'653'0'0,"-33"82"-480"0"0,4-4 907 0 0,-4 5-1060 0 0,28 87 90 0 0,52 117 0 0 0,-63-161 210 0 0,-17-41-126 0 0,0-2-166 0 0,0 0 0 0 0,1 1-1 0 0,-1-1 1 0 0,0 0-1 0 0,0 0 1 0 0,0 1 0 0 0,0-1-1 0 0,0 0 1 0 0,0 1 0 0 0,0-1-1 0 0,0 0 1 0 0,0 0-1 0 0,0 1 1 0 0,0-1 0 0 0,0 0-1 0 0,0 1 1 0 0,0-1-1 0 0,0 0 1 0 0,0 1 0 0 0,0-1-1 0 0,-1 0 1 0 0,1 0-1 0 0,0 1 1 0 0,0-1 0 0 0,0 0-1 0 0,0 0 1 0 0,0 1-1 0 0,-1-1 1 0 0,1 0 0 0 0,0 0-1 0 0,0 1 1 0 0,-1-1 0 0 0,1 0-1 0 0,0 0 1 0 0,0 0-1 0 0,-1 0 1 0 0,1 0 0 0 0,0 1-1 0 0,0-1 1 0 0,-1 0-1 0 0,1 0 1 0 0,0 0 0 0 0,-1 0-1 0 0,1 0 1 0 0,0 0-1 0 0,0 0 1 0 0,-1 0 0 0 0,1 0-1 0 0,0 0 1 0 0,-1 0 0 0 0,1 0-1 0 0,0 0 1 0 0,-1 0-1 0 0,1 0 1 0 0,-1 0 0 0 0,-3-2 13 0 0,-1-1 0 0 0,1 1 0 0 0,0-1 1 0 0,0 1-1 0 0,0-1 0 0 0,0 0 0 0 0,0-1 1 0 0,1 1-1 0 0,-1-1 0 0 0,1 0 0 0 0,0 1 0 0 0,0-1 1 0 0,0-1-1 0 0,1 1 0 0 0,-1 0 0 0 0,1-1 1 0 0,0 1-1 0 0,0-1 0 0 0,1 0 0 0 0,-2-5 1 0 0,1 2-20 0 0,1 0 0 0 0,0 0-1 0 0,0 0 1 0 0,1 0 0 0 0,0 0 0 0 0,0 0 0 0 0,1 0 0 0 0,0 0 0 0 0,0 0 0 0 0,1 0 0 0 0,0 1 0 0 0,1-1 0 0 0,-1 1 0 0 0,1-1 0 0 0,1 1 0 0 0,0 0-1 0 0,0 0 1 0 0,0 0 0 0 0,0 1 0 0 0,1-1 0 0 0,1 1 0 0 0,-1 0 0 0 0,1 1 0 0 0,7-7 0 0 0,-6 6-21 0 0,0 1 0 0 0,0 0 0 0 0,0 1 0 0 0,1-1 0 0 0,-1 1 0 0 0,1 1 1 0 0,0 0-1 0 0,0 0 0 0 0,1 0 0 0 0,-1 1 0 0 0,0 0 0 0 0,1 1 0 0 0,-1 0 0 0 0,1 0 0 0 0,0 1 0 0 0,-1 0 0 0 0,1 0 1 0 0,-1 1-1 0 0,1 0 0 0 0,-1 1 0 0 0,1 0 0 0 0,11 4 0 0 0,-6-1-1 0 0,-1 2-1 0 0,1-1 1 0 0,-1 2-1 0 0,0 0 1 0 0,-1 0-1 0 0,0 1 1 0 0,0 1-1 0 0,-1 0 1 0 0,0 0-1 0 0,-1 1 1 0 0,0 1-1 0 0,0-1 1 0 0,-2 2 0 0 0,1-1-1 0 0,-2 1 1 0 0,1 0-1 0 0,-2 1 1 0 0,0 0-1 0 0,6 20 1 0 0,-11-30-544 0 0,3 15 1405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6.4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40 188 6269 0 0,'0'0'-25'0'0,"0"0"1"0"0,0 0 0 0 0,0 0-1 0 0,0 0 1 0 0,0 0 0 0 0,1 0-1 0 0,-1 0 1 0 0,0 1 0 0 0,0-1-1 0 0,0 0 1 0 0,0 0 0 0 0,1 0-98 0 0,-1 1 98 0 0,0-1 0 0 0,0 0-1 0 0,0 0 1 0 0,0 0 0 0 0,0 0-1 0 0,0 0 1 0 0,0 0 0 0 0,0 1-1 0 0,0-1 1 0 0,0 0 0 0 0,0 0-1 0 0,0 0 1 0 0,0 0 0 0 0,0 1-1 0 0,0-1 1 0 0,0 0 0 0 0,0 0-1 0 0,0 0 1 0 0,0 0 0 0 0,34-9-8 0 0,-20 4 112 0 0,-1 0-1 0 0,1-1 1 0 0,-1-1-1 0 0,15-10 1 0 0,-23 14-46 0 0,0-1 0 0 0,0 0 0 0 0,-1 0 0 0 0,1 0 1 0 0,-1 0-1 0 0,0-1 0 0 0,-1 1 0 0 0,1-1 0 0 0,-1 0 1 0 0,0 0-1 0 0,0-1 0 0 0,-1 1 0 0 0,1-1 0 0 0,-1 1 1 0 0,0-1-1 0 0,1-6 0 0 0,-3 10-19 0 0,0-1 1 0 0,-1 1-1 0 0,1-1 0 0 0,0 1 1 0 0,-1 0-1 0 0,0-1 0 0 0,1 1 0 0 0,-1 0 1 0 0,0 0-1 0 0,0-1 0 0 0,-1 1 1 0 0,1 0-1 0 0,0 0 0 0 0,-1 0 1 0 0,1 0-1 0 0,-1 0 0 0 0,1 1 1 0 0,-1-1-1 0 0,0 0 0 0 0,0 1 1 0 0,0-1-1 0 0,0 1 0 0 0,0 0 1 0 0,0 0-1 0 0,0 0 0 0 0,0 0 1 0 0,0 0-1 0 0,-1 0 0 0 0,1 0 0 0 0,0 1 1 0 0,-1-1-1 0 0,1 1 0 0 0,-1 0 1 0 0,1-1-1 0 0,0 1 0 0 0,-1 0 1 0 0,1 1-1 0 0,-5 0 0 0 0,-1-1 1 0 0,0 1-1 0 0,0 0 0 0 0,1 0 1 0 0,-1 1-1 0 0,0 0 0 0 0,1 0 1 0 0,0 1-1 0 0,0 0 0 0 0,-1 0 1 0 0,-10 7-1 0 0,13-6-8 0 0,1 0-1 0 0,-1-1 1 0 0,1 2 0 0 0,0-1-1 0 0,0 0 1 0 0,1 1-1 0 0,-1-1 1 0 0,1 1 0 0 0,0 0-1 0 0,0 0 1 0 0,1 1 0 0 0,-1-1-1 0 0,1 1 1 0 0,0-1-1 0 0,1 1 1 0 0,0-1 0 0 0,-1 1-1 0 0,2 0 1 0 0,-1 0 0 0 0,1 0-1 0 0,0-1 1 0 0,0 1-1 0 0,0 0 1 0 0,1 0 0 0 0,0 0-1 0 0,0-1 1 0 0,0 1 0 0 0,1 0-1 0 0,2 5 1 0 0,0-3 27 0 0,0 0-1 0 0,0 0 1 0 0,1-1 0 0 0,0 0 0 0 0,0 0-1 0 0,0 0 1 0 0,1 0 0 0 0,0-1 0 0 0,1 0-1 0 0,-1 0 1 0 0,1-1 0 0 0,0 0 0 0 0,0 0 0 0 0,1 0-1 0 0,-1-1 1 0 0,1 0 0 0 0,0-1 0 0 0,1 0-1 0 0,9 3 1 0 0,-4-3 44 0 0,1 0 1 0 0,-1 0-1 0 0,1-1 1 0 0,0-1-1 0 0,21-1 0 0 0,-28-1-447 0 0,1 0 1 0 0,0-1-1 0 0,-1 0 0 0 0,1 0 0 0 0,-1-1 1 0 0,0 0-1 0 0,0 0 0 0 0,0-1 0 0 0,0 0 1 0 0,10-8-1 0 0,-1 0-2145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7.0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 77 5985 0 0,'1'-4'73'0'0,"0"0"-1"0"0,0-1 1 0 0,-1 1 0 0 0,1 0 0 0 0,-1-1 0 0 0,0 1 0 0 0,0 0 0 0 0,-1-1 0 0 0,1 1 0 0 0,-1 0 0 0 0,0-1 0 0 0,0 1 0 0 0,0 0 0 0 0,0 0 0 0 0,-5-9 895 0 0,3 17-882 0 0,1-1-70 0 0,0 0 0 0 0,0 0 0 0 0,0 0 0 0 0,0 0 0 0 0,1 0 0 0 0,-1 0 1 0 0,1 0-1 0 0,0 1 0 0 0,0-1 0 0 0,0 0 0 0 0,0 1 0 0 0,1-1 0 0 0,0 1 0 0 0,-1-1 0 0 0,1 0 0 0 0,0 1 0 0 0,1-1 0 0 0,-1 1 0 0 0,0-1 0 0 0,1 1 0 0 0,0-1 0 0 0,0 0 0 0 0,0 1 0 0 0,0-1 0 0 0,1 0 0 0 0,-1 0 0 0 0,1 0 0 0 0,0 0 0 0 0,0 0 0 0 0,0 0 0 0 0,0 0 0 0 0,0-1 0 0 0,1 1 0 0 0,-1-1 0 0 0,1 1 0 0 0,0-1 0 0 0,-1 0 0 0 0,5 2 0 0 0,1 1 10 0 0,0 1 1 0 0,1-1-1 0 0,-1-1 1 0 0,1 0-1 0 0,1 0 0 0 0,-1 0 1 0 0,0-1-1 0 0,1-1 1 0 0,-1 0-1 0 0,1 0 0 0 0,0-1 1 0 0,0 0-1 0 0,10 0 0 0 0,-14-1-13 0 0,-1-1-1 0 0,1 0 0 0 0,0 0 0 0 0,0 0 0 0 0,0 0 0 0 0,-1-1 0 0 0,1 0 0 0 0,-1 0 0 0 0,1 0 0 0 0,-1-1 0 0 0,0 0 0 0 0,0 0 1 0 0,0 0-1 0 0,0-1 0 0 0,-1 0 0 0 0,1 0 0 0 0,-1 0 0 0 0,0 0 0 0 0,0-1 0 0 0,0 1 0 0 0,-1-1 0 0 0,0 0 0 0 0,0 0 0 0 0,0 0 0 0 0,2-8 1 0 0,-3 8-8 0 0,0 1 112 0 0,0 1 0 0 0,-1-1 0 0 0,0 0 0 0 0,0-1 0 0 0,0 1 0 0 0,-1 0 0 0 0,1-10 650 0 0,-17 36-676 0 0,14-19-85 0 0,0 0 0 0 0,0 0 0 0 0,1 1 1 0 0,0-1-1 0 0,-1 0 0 0 0,1 1 0 0 0,1-1 1 0 0,-1 0-1 0 0,0 1 0 0 0,1-1 0 0 0,0 1 1 0 0,0-1-1 0 0,0 1 0 0 0,0-1 0 0 0,0 1 0 0 0,1-1 1 0 0,-1 1-1 0 0,1-1 0 0 0,0 1 0 0 0,0-1 1 0 0,0 0-1 0 0,1 0 0 0 0,-1 1 0 0 0,1-1 1 0 0,0 0-1 0 0,0 0 0 0 0,0 0 0 0 0,3 3 1 0 0,0-1-16 0 0,0 1 0 0 0,0 0 0 0 0,1-1 0 0 0,0 0 1 0 0,0-1-1 0 0,1 1 0 0 0,-1-1 0 0 0,1 0 0 0 0,0-1 1 0 0,0 0-1 0 0,8 3 0 0 0,-4-3-300 0 0,1 0 0 0 0,-1-1 0 0 0,1-1 0 0 0,-1 0 0 0 0,23-1 0 0 0,25-10-4417 0 0,-39 3 1963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7.69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12 205 6129 0 0,'-11'-44'-1179'0'0,"11"44"1204"0"0,0-1 1 0 0,0 0-1 0 0,0 0 0 0 0,0 0 1 0 0,0 0-1 0 0,1 0 1 0 0,-1 0-1 0 0,0 0 0 0 0,1 1 1 0 0,-1-1-1 0 0,1 0 0 0 0,-1 0 1 0 0,1 0-1 0 0,-1 1 1 0 0,1-1-1 0 0,-1 0 0 0 0,1 1 1 0 0,0-1-1 0 0,-1 0 1 0 0,1 1-1 0 0,0-1 0 0 0,0 1 1 0 0,-1-1-1 0 0,1 1 1 0 0,0-1-1 0 0,0 1 0 0 0,0 0 1 0 0,1-1-1 0 0,37-2 272 0 0,35 15-115 0 0,-61-8-155 0 0,0 1 0 0 0,0-1 0 0 0,0 2 0 0 0,-1 0 0 0 0,0 1 0 0 0,0 0 0 0 0,0 0 0 0 0,-1 2 0 0 0,12 9 0 0 0,-5 0 21 0 0,-1 1 1 0 0,-1 0 0 0 0,-1 1 0 0 0,15 25 0 0 0,-29-44-37 0 0,0 1 1 0 0,0-1 0 0 0,-1 0-1 0 0,1 1 1 0 0,0-1-1 0 0,-1 1 1 0 0,1 0 0 0 0,-1-1-1 0 0,1 1 1 0 0,-1 0 0 0 0,0-1-1 0 0,1 1 1 0 0,-1-1 0 0 0,0 1-1 0 0,0 0 1 0 0,0 0 0 0 0,-1-1-1 0 0,1 1 1 0 0,0-1-1 0 0,-1 1 1 0 0,1 0 0 0 0,-1-1-1 0 0,-1 3 1 0 0,1-1 14 0 0,-1-1 0 0 0,0 1 0 0 0,0-1-1 0 0,0 0 1 0 0,0 0 0 0 0,0 0 0 0 0,-1 0 0 0 0,1 0 0 0 0,0 0-1 0 0,-1-1 1 0 0,0 1 0 0 0,-4 1 0 0 0,3-1 56 0 0,-1 0-1 0 0,1 0 1 0 0,-1-1 0 0 0,1 0-1 0 0,-1 0 1 0 0,0 0 0 0 0,1 0-1 0 0,-1-1 1 0 0,0 1 0 0 0,0-1-1 0 0,0-1 1 0 0,1 1-1 0 0,-1-1 1 0 0,0 1 0 0 0,0-2-1 0 0,1 1 1 0 0,-6-2 0 0 0,8 1-46 0 0,0 1 0 0 0,0-1 0 0 0,1 1 0 0 0,-1-1 0 0 0,1 0 0 0 0,-1 1 0 0 0,1-1 0 0 0,0 0 0 0 0,0 0 0 0 0,0 0 0 0 0,0 0 0 0 0,0 0 0 0 0,0-1 0 0 0,0 1 0 0 0,1 0 0 0 0,-1 0 0 0 0,1 0 0 0 0,0-1 0 0 0,-1 1 0 0 0,1 0 0 0 0,0 0 0 0 0,0-1 0 0 0,1 1 0 0 0,-1 0 0 0 0,1-5 0 0 0,1-4 36 0 0,1 0 1 0 0,0 0-1 0 0,9-18 0 0 0,-3 10-29 0 0,0 0-1 0 0,2 1 1 0 0,0 0 0 0 0,2 1-1 0 0,0 1 1 0 0,0 0-1 0 0,1 0 1 0 0,1 2-1 0 0,20-16 1 0 0,-14 14-5 0 0,1 0 0 0 0,1 1 1 0 0,0 2-1 0 0,1 0 0 0 0,1 1 0 0 0,46-14 0 0 0,-70 25-32 0 0,0 1-1 0 0,1-1 0 0 0,-1 1 1 0 0,1 0-1 0 0,-1-1 0 0 0,1 1 1 0 0,-1 0-1 0 0,1 0 0 0 0,-1 0 1 0 0,1 0-1 0 0,-1 0 1 0 0,1 1-1 0 0,-1-1 0 0 0,1 0 1 0 0,-1 0-1 0 0,1 1 0 0 0,-1-1 1 0 0,1 1-1 0 0,-1 0 0 0 0,3 1 1 0 0,-1 0 23 0 0,-6 1-1 0 0,-8 9-51 0 0,0-1 0 0 0,0 0 0 0 0,-24 17-1 0 0,1-8-3582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8.9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62 105 6477 0 0,'-23'10'-285'0'0,"20"-9"291"0"0,0 1 1 0 0,1 0 0 0 0,-1 0-1 0 0,0 0 1 0 0,1 0-1 0 0,0 0 1 0 0,-1 0-1 0 0,1 1 1 0 0,0-1-1 0 0,0 1 1 0 0,1 0-1 0 0,-1-1 1 0 0,0 1-1 0 0,1 0 1 0 0,0 0 0 0 0,-1 0-1 0 0,0 3 1 0 0,2-3 11 0 0,0 0 1 0 0,0-1-1 0 0,0 1 1 0 0,0-1 0 0 0,0 1-1 0 0,1-1 1 0 0,-1 1-1 0 0,1-1 1 0 0,0 1 0 0 0,-1-1-1 0 0,1 1 1 0 0,0-1-1 0 0,1 0 1 0 0,-1 1 0 0 0,0-1-1 0 0,3 4 1 0 0,1 0 39 0 0,1-1 0 0 0,-1 1 1 0 0,1-1-1 0 0,0 0 0 0 0,0 0 1 0 0,1 0-1 0 0,-1-1 0 0 0,1 0 0 0 0,0-1 1 0 0,0 1-1 0 0,11 2 0 0 0,-2-1 23 0 0,1-1 1 0 0,-1-1-1 0 0,1 0 0 0 0,0-1 0 0 0,33-1 0 0 0,-46-1-65 0 0,0 0-1 0 0,0 0 0 0 0,0-1 0 0 0,0 1 1 0 0,-1-1-1 0 0,1 0 0 0 0,0 0 1 0 0,0 0-1 0 0,-1 0 0 0 0,1-1 1 0 0,-1 1-1 0 0,1-1 0 0 0,-1 0 1 0 0,1 0-1 0 0,-1 0 0 0 0,0-1 0 0 0,0 1 1 0 0,0-1-1 0 0,-1 0 0 0 0,1 1 1 0 0,0-1-1 0 0,-1 0 0 0 0,0-1 1 0 0,0 1-1 0 0,0 0 0 0 0,0-1 1 0 0,0 1-1 0 0,-1-1 0 0 0,0 1 1 0 0,1-1-1 0 0,-1 0 0 0 0,0-4 0 0 0,0 4 2 0 0,-1 1 0 0 0,0 0 0 0 0,0-1 0 0 0,-1 1 0 0 0,1-1-1 0 0,0 1 1 0 0,-1 0 0 0 0,0 0 0 0 0,0-1 0 0 0,0 1-1 0 0,0 0 1 0 0,-1 0 0 0 0,1 0 0 0 0,-1 0 0 0 0,0 0 0 0 0,0 0-1 0 0,0 1 1 0 0,0-1 0 0 0,0 1 0 0 0,0-1 0 0 0,-1 1 0 0 0,1 0-1 0 0,-1 0 1 0 0,0 0 0 0 0,0 0 0 0 0,-5-3 0 0 0,-7-2 13 0 0,0 1 1 0 0,-1 0 0 0 0,1 1 0 0 0,-21-5-1 0 0,8 3 26 0 0,25 6-43 0 0,0 0 11 0 0,2 1-22 0 0,0 0 0 0 0,0 0 0 0 0,0 0 0 0 0,0 0 0 0 0,0 0 0 0 0,0 0 1 0 0,-1 0-1 0 0,1-1 0 0 0,0 1 0 0 0,0 0 0 0 0,0-1 0 0 0,0 1 0 0 0,0-1 0 0 0,0 1 1 0 0,1-1-1 0 0,-1 0 0 0 0,0 1 0 0 0,-1-2 0 0 0,0 0 20 0 0,5-1-17 0 0,-2 1-5 0 0,1 0 1 0 0,-1 0-1 0 0,1 1 1 0 0,0-1-1 0 0,0 0 0 0 0,-1 0 1 0 0,1 1-1 0 0,0-1 1 0 0,0 1-1 0 0,0 0 1 0 0,1-1-1 0 0,-1 1 0 0 0,0 0 1 0 0,0 0-1 0 0,1 1 1 0 0,-1-1-1 0 0,1 0 0 0 0,-1 1 1 0 0,1-1-1 0 0,-1 1 1 0 0,3 0-1 0 0,6-1 1 0 0,196-15 80 0 0,-204 15-41 0 0,-1 1-2 0 0,53-9 796 0 0,-53 10-839 0 0,0 0 0 0 0,0 0-1 0 0,-1 0 1 0 0,1 0 0 0 0,-1 1 0 0 0,1-1-1 0 0,-1 0 1 0 0,0 1 0 0 0,1 0 0 0 0,-1-1-1 0 0,0 1 1 0 0,0 0 0 0 0,0-1 0 0 0,0 1-1 0 0,0 0 1 0 0,-1 0 0 0 0,2 4 0 0 0,10 39-24 0 0,-9-35 40 0 0,32 101 55 0 0,-35-110-47 0 0,1 0 1 0 0,-1 0 0 0 0,1 0 0 0 0,-1 0 0 0 0,0-1-1 0 0,0 1 1 0 0,1 0 0 0 0,-1 0 0 0 0,0 0 0 0 0,0 0-1 0 0,0 0 1 0 0,0 0 0 0 0,0 0 0 0 0,0-1 0 0 0,0 1-1 0 0,0 0 1 0 0,-1 0 0 0 0,1 0 0 0 0,0 0 0 0 0,-1 0-1 0 0,1 0 1 0 0,0-1 0 0 0,-1 1 0 0 0,1 0 0 0 0,-1 0-1 0 0,1-1 1 0 0,-1 1 0 0 0,1 0 0 0 0,-1-1 0 0 0,0 1-1 0 0,1 0 1 0 0,-1-1 0 0 0,0 1 0 0 0,1-1 0 0 0,-1 1-1 0 0,0-1 1 0 0,0 1 0 0 0,0-1 0 0 0,1 0 0 0 0,-1 1 0 0 0,0-1-1 0 0,0 0 1 0 0,0 0 0 0 0,0 1 0 0 0,0-1 0 0 0,1 0-1 0 0,-1 0 1 0 0,0 0 0 0 0,0 0 0 0 0,0 0 0 0 0,0 0-1 0 0,0-1 1 0 0,0 1 0 0 0,0 0 0 0 0,1 0 0 0 0,-1-1-1 0 0,-1 0 1 0 0,-1 1 21 0 0,0-1-1 0 0,1 0 1 0 0,-1 0-1 0 0,1 0 0 0 0,0-1 1 0 0,-1 1-1 0 0,1 0 1 0 0,0-1-1 0 0,-1 0 1 0 0,1 0-1 0 0,0 1 1 0 0,0-1-1 0 0,1 0 0 0 0,-1 0 1 0 0,0-1-1 0 0,1 1 1 0 0,-1 0-1 0 0,1-1 1 0 0,-2-3-1 0 0,2-1 2 0 0,0 0 0 0 0,1 1-1 0 0,0-1 1 0 0,0 0 0 0 0,1 0-1 0 0,0 0 1 0 0,0 0 0 0 0,0 0-1 0 0,1 1 1 0 0,0-1 0 0 0,1 0 0 0 0,-1 1-1 0 0,1 0 1 0 0,0-1 0 0 0,1 1-1 0 0,-1 1 1 0 0,1-1 0 0 0,1 0 0 0 0,-1 1-1 0 0,1 0 1 0 0,-1 0 0 0 0,2 0-1 0 0,-1 1 1 0 0,0-1 0 0 0,12-6 0 0 0,-9 6-31 0 0,0-1 1 0 0,0 2 0 0 0,1-1-1 0 0,-1 1 1 0 0,1 0 0 0 0,0 1-1 0 0,0 0 1 0 0,0 0 0 0 0,1 1 0 0 0,-1 0-1 0 0,0 1 1 0 0,1 0 0 0 0,0 0-1 0 0,-1 1 1 0 0,1 0 0 0 0,-1 1-1 0 0,1 0 1 0 0,14 4 0 0 0,-17-2-7 0 0,0-1 0 0 0,0 2 1 0 0,-1-1-1 0 0,1 1 0 0 0,-1 0 1 0 0,1 0-1 0 0,-1 1 0 0 0,0 0 0 0 0,-1 0 1 0 0,1 0-1 0 0,-1 1 0 0 0,0-1 1 0 0,4 8-1 0 0,1 4-29 0 0,-1 1 0 0 0,0 0 0 0 0,9 30 0 0 0,-14-39-15 0 0,-4-4-623 0 0,3 6 241 0 0,46-23-9885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9.3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122 7 7077 0 0,'2'-6'187'0'0,"-5"16"-135"0"0,2-8-45 0 0,1 0 0 0 0,0 1 0 0 0,0-1-1 0 0,0 0 1 0 0,1 1 0 0 0,-1-1-1 0 0,0 0 1 0 0,1 1 0 0 0,0-1 0 0 0,-1 0-1 0 0,1 0 1 0 0,0 0 0 0 0,0 1-1 0 0,0-1 1 0 0,0 0 0 0 0,1 0 0 0 0,2 3-1 0 0,5 3 46 0 0,0 0-1 0 0,0 0 0 0 0,19 11 1 0 0,-21-15-21 0 0,-1 0 0 0 0,1 0 0 0 0,-1 0 1 0 0,0 1-1 0 0,0 0 0 0 0,0 0 0 0 0,-1 1 1 0 0,0 0-1 0 0,0 0 0 0 0,0 0 0 0 0,4 8 0 0 0,-9-12-16 0 0,1-1 0 0 0,-1 1 0 0 0,0 0 0 0 0,0-1 0 0 0,0 1 0 0 0,0 0 0 0 0,0 0 0 0 0,0-1-1 0 0,-1 1 1 0 0,1 0 0 0 0,0-1 0 0 0,-1 1 0 0 0,0 0 0 0 0,1-1 0 0 0,-1 1 0 0 0,0-1 0 0 0,0 1 0 0 0,1-1-1 0 0,-1 1 1 0 0,0-1 0 0 0,-1 0 0 0 0,1 1 0 0 0,0-1 0 0 0,0 0 0 0 0,-1 0 0 0 0,1 0 0 0 0,0 0 0 0 0,-4 2-1 0 0,-47 24 121 0 0,45-23-100 0 0,-29 10 75 0 0,-1 0-1 0 0,-55 11 0 0 0,91-24-113 0 0,0-1-143 0 0,0 0 116 0 0,1 0 1 0 0,-1 0 0 0 0,1 0-1 0 0,-1 0 1 0 0,1 0 0 0 0,-1 0-1 0 0,1 0 1 0 0,-1 0 0 0 0,1 0-1 0 0,-1 0 1 0 0,1 0 0 0 0,-1-1-1 0 0,1 1 1 0 0,-1 0 0 0 0,1 0-1 0 0,-1 0 1 0 0,1-1 0 0 0,-1 1-1 0 0,1 0 1 0 0,0-1 0 0 0,-1 1 0 0 0,1 0-1 0 0,-1-1 1 0 0,1 1 0 0 0,0 0-1 0 0,0-1 1 0 0,-1 1 0 0 0,1-1-1 0 0,0 1 1 0 0,-1 0 0 0 0,1-1-1 0 0,0 1 1 0 0,0-1 0 0 0,0 1-1 0 0,0-1 1 0 0,0 1 0 0 0,-1-1-1 0 0,1 1 1 0 0,0-1 0 0 0,0 1-1 0 0,0-1 1 0 0,0 1 0 0 0,0-1 0 0 0,0 1-1 0 0,1-1 1 0 0,-1 1 0 0 0,0-1-1 0 0,0 1 1 0 0,0-1 0 0 0,1 0-1 0 0,15-24-3084 0 0,-5 15 837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9.9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17 5513 0 0,'0'-1'-7'0'0,"0"0"0"0"0,0 1 1 0 0,0-1-1 0 0,0 0 1 0 0,0 0-1 0 0,0 1 1 0 0,0-1-1 0 0,1 0 0 0 0,-1 0 1 0 0,0 1-1 0 0,0-1 1 0 0,1 0-1 0 0,-1 1 1 0 0,1-1-1 0 0,-1 0 1 0 0,1 1-1 0 0,-1-1 0 0 0,1 1 1 0 0,-1-1-1 0 0,1 0 1 0 0,-1 1-1 0 0,1-1 1 0 0,0 1-1 0 0,0-1 0 0 0,20 4 180 0 0,-1 2 0 0 0,0 0 0 0 0,-1 1-1 0 0,34 14 1 0 0,76 46 306 0 0,-97-49-342 0 0,-2 2 0 0 0,0 2 1 0 0,53 46-1 0 0,-74-59-97 0 0,-1-1 0 0 0,-1 1 0 0 0,0 1 0 0 0,0-1 0 0 0,0 1 1 0 0,-1 0-1 0 0,0 1 0 0 0,-1 0 0 0 0,0-1 0 0 0,-1 2 0 0 0,0-1 0 0 0,-1 0 0 0 0,0 1 1 0 0,0 0-1 0 0,-1-1 0 0 0,0 1 0 0 0,0 16 0 0 0,-4-17-14 0 0,0 0 0 0 0,0 0 0 0 0,-1-1-1 0 0,0 1 1 0 0,0-1 0 0 0,-1 1 0 0 0,-1-1 0 0 0,1-1 0 0 0,-1 1 0 0 0,-1-1-1 0 0,0 1 1 0 0,0-2 0 0 0,0 1 0 0 0,-1-1 0 0 0,-10 9 0 0 0,-15 12 48 0 0,-2-2 0 0 0,-43 27 0 0 0,62-44-49 0 0,10-5-80 0 0,-32 20 54 0 0,0-1 0 0 0,-42 18 0 0 0,9-19-2786 0 0,60-21 864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10.7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399 42 5380 0 0,'2'-2'13'0'0,"-1"0"0"0"0,1 0-1 0 0,-1 0 1 0 0,0 0-1 0 0,0-1 1 0 0,0 1 0 0 0,0-1-1 0 0,-1 1 1 0 0,1 0-1 0 0,0-1 1 0 0,-1 1-1 0 0,0-1 1 0 0,0 1 0 0 0,0-4-1 0 0,0 6-5 0 0,0 0 1 0 0,0-1-1 0 0,-1 1 0 0 0,1 0 0 0 0,0 0 0 0 0,0-1 1 0 0,-1 1-1 0 0,1 0 0 0 0,0 0 0 0 0,-1-1 0 0 0,1 1 1 0 0,0 0-1 0 0,-1 0 0 0 0,1 0 0 0 0,0 0 1 0 0,-1 0-1 0 0,1 0 0 0 0,-1 0 0 0 0,1-1 0 0 0,0 1 1 0 0,-1 0-1 0 0,1 0 0 0 0,0 0 0 0 0,-1 0 0 0 0,1 0 1 0 0,-1 1-1 0 0,1-1 0 0 0,0 0 0 0 0,-1 0 1 0 0,1 0-1 0 0,-1 0 0 0 0,-25 13-5 0 0,-13 14 51 0 0,2 2 0 0 0,1 2 1 0 0,2 1-1 0 0,1 2 0 0 0,1 1 0 0 0,-49 72 1 0 0,70-91-39 0 0,1 1 1 0 0,0 0-1 0 0,2 0 1 0 0,0 1-1 0 0,0 0 1 0 0,2 0-1 0 0,0 1 1 0 0,1-1-1 0 0,-2 24 1 0 0,6-32-16 0 0,0-1 1 0 0,1 1 0 0 0,0 0-1 0 0,0-1 1 0 0,1 1 0 0 0,1-1-1 0 0,-1 1 1 0 0,2-1 0 0 0,-1 0-1 0 0,1 0 1 0 0,1 0 0 0 0,0 0-1 0 0,0 0 1 0 0,0-1-1 0 0,1 0 1 0 0,0 0 0 0 0,1 0-1 0 0,0-1 1 0 0,0 1 0 0 0,11 8-1 0 0,-7-7-306 0 0,0-1 0 0 0,1-1 0 0 0,0 1 0 0 0,0-2 0 0 0,1 0 1 0 0,0 0-1 0 0,0-1 0 0 0,22 6 0 0 0,18 1-1428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52.7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396 83 4236 0 0,'-29'-43'2216'0'0,"28"42"-1924"0"0,-28-23 468 0 0,26 22-736 0 0,0 0-1 0 0,0 1 1 0 0,-1-1-1 0 0,1 1 1 0 0,0-1-1 0 0,-1 1 1 0 0,1 0-1 0 0,-1 0 1 0 0,1 1 0 0 0,-1-1-1 0 0,0 1 1 0 0,1 0-1 0 0,-1-1 1 0 0,1 2-1 0 0,-1-1 1 0 0,-3 1-1 0 0,-3 0-9 0 0,0 1 0 0 0,0 0 1 0 0,1 0-1 0 0,-1 1 0 0 0,-9 5 0 0 0,5-1-10 0 0,1 1-1 0 0,1 0 1 0 0,-1 1 0 0 0,1 0 0 0 0,1 1-1 0 0,0 1 1 0 0,0 0 0 0 0,1 0 0 0 0,-14 21 0 0 0,13-17-4 0 0,2 0 0 0 0,-1 1 0 0 0,2 0 0 0 0,1 0 0 0 0,0 0 0 0 0,0 1 0 0 0,-6 33 0 0 0,12-43-1 0 0,0 0 1 0 0,0 0 0 0 0,1 0-1 0 0,0 0 1 0 0,0 0-1 0 0,1 0 1 0 0,-1 0 0 0 0,2 0-1 0 0,-1 0 1 0 0,1 0 0 0 0,0 0-1 0 0,0-1 1 0 0,1 1-1 0 0,0-1 1 0 0,0 1 0 0 0,1-1-1 0 0,0 0 1 0 0,0-1 0 0 0,0 1-1 0 0,7 6 1 0 0,-2-3 17 0 0,1-1 1 0 0,0 0-1 0 0,1 0 0 0 0,0-1 1 0 0,0-1-1 0 0,0 0 1 0 0,1-1-1 0 0,-1 0 0 0 0,1 0 1 0 0,17 3-1 0 0,-7-2-13 0 0,18 6 71 0 0,0-2-1 0 0,2-2 0 0 0,-1-2 1 0 0,53 2-1 0 0,-82-8-36 0 0,-1 0-1 0 0,0-1 1 0 0,1 0-1 0 0,-1-1 0 0 0,0-1 1 0 0,0 0-1 0 0,0 0 1 0 0,0-1-1 0 0,-1 0 1 0 0,1-1-1 0 0,-1 0 1 0 0,0-1-1 0 0,-1 0 1 0 0,1 0-1 0 0,-1-1 1 0 0,-1 0-1 0 0,1-1 0 0 0,-1 0 1 0 0,0-1-1 0 0,10-14 1 0 0,-12 15 13 0 0,-1 0 1 0 0,0-1-1 0 0,-1 1 1 0 0,0-1-1 0 0,0 0 0 0 0,-1 0 1 0 0,0-1-1 0 0,-1 1 1 0 0,0-1-1 0 0,0 1 0 0 0,-1-1 1 0 0,0 0-1 0 0,-1 1 1 0 0,0-1-1 0 0,-1-10 0 0 0,-1 12-11 0 0,1 1-1 0 0,-1 0 0 0 0,0-1 0 0 0,0 1 0 0 0,-1 0 0 0 0,0 0 0 0 0,0 1 0 0 0,-1-1 1 0 0,1 1-1 0 0,-2-1 0 0 0,1 1 0 0 0,-1 0 0 0 0,1 1 0 0 0,-2-1 0 0 0,1 1 0 0 0,-1 0 1 0 0,1 0-1 0 0,-1 1 0 0 0,-1-1 0 0 0,-8-3 0 0 0,-9-4 12 0 0,-1 1 0 0 0,0 2 0 0 0,0 0 0 0 0,-38-6 0 0 0,-104-9-120 0 0,96 15-393 0 0,68 9-77 0 0,-4 0-581 0 0,0 0 76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53.97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325 32 5424 0 0,'0'0'-17'0'0,"0"-1"-1"0"0,1 1 1 0 0,-1-1-1 0 0,0 1 0 0 0,0-1 1 0 0,0 1-1 0 0,0-1 1 0 0,0 1-1 0 0,0-1 0 0 0,1 1 1 0 0,-1-1-1 0 0,0 1 0 0 0,0-1 1 0 0,-1 1-1 0 0,1-1 1 0 0,0 1-1 0 0,0-1 0 0 0,0 1 1 0 0,0-1-1 0 0,0 1 1 0 0,0-1-1 0 0,-1 1 0 0 0,1-1 1 0 0,0 1-1 0 0,0-1 0 0 0,-1 1 1 0 0,1-1-1 0 0,0 1 1 0 0,-1 0-1 0 0,1-1 0 0 0,-1 1 1 0 0,1 0-1 0 0,0-1 1 0 0,-1 1-1 0 0,0-1 0 0 0,-26-9 208 0 0,17 8-66 0 0,0 1 1 0 0,-1 0-1 0 0,1 0 1 0 0,-14 1 0 0 0,14 3-115 0 0,-1-1 0 0 0,1 1 0 0 0,0 0 0 0 0,0 1 1 0 0,1 0-1 0 0,-1 1 0 0 0,1 0 0 0 0,0 1 1 0 0,1 0-1 0 0,-1 0 0 0 0,1 0 0 0 0,0 1 1 0 0,0 1-1 0 0,1-1 0 0 0,0 1 0 0 0,1 0 1 0 0,-1 1-1 0 0,2 0 0 0 0,-9 15 0 0 0,6-9 8 0 0,0 0 0 0 0,1 1-1 0 0,1 1 1 0 0,1-1 0 0 0,0 1-1 0 0,1 0 1 0 0,0 0 0 0 0,2 0-1 0 0,0 0 1 0 0,1 1 0 0 0,2 26-1 0 0,0-34 35 0 0,1 1 0 0 0,1 0 1 0 0,-1-1-1 0 0,2 1 0 0 0,0-1 0 0 0,0 0 0 0 0,1 0 0 0 0,0-1 0 0 0,0 1 0 0 0,1-1 0 0 0,0 0 1 0 0,1-1-1 0 0,0 1 0 0 0,1-1 0 0 0,-1-1 0 0 0,2 1 0 0 0,-1-2 0 0 0,1 1 0 0 0,0-1 0 0 0,14 8 1 0 0,-6-5 49 0 0,1-1 0 0 0,0 0 0 0 0,1-2 0 0 0,-1 0 0 0 0,2-1 0 0 0,-1 0 0 0 0,0-2 0 0 0,1 0 0 0 0,-1-2 0 0 0,29 0 0 0 0,-21-2 2 0 0,0-1 0 0 0,-1-2 0 0 0,1 0 1 0 0,-1-2-1 0 0,0-1 0 0 0,0 0 0 0 0,28-15 0 0 0,-40 15-58 0 0,0 0-1 0 0,0-1 1 0 0,-1-1-1 0 0,0 0 1 0 0,-1-1-1 0 0,0 0 1 0 0,-1-1 0 0 0,0-1-1 0 0,0 1 1 0 0,-1-2-1 0 0,-1 1 1 0 0,0-2-1 0 0,10-20 1 0 0,-16 28-16 0 0,-1 0 0 0 0,0 0 0 0 0,0 0 1 0 0,0 0-1 0 0,-1 0 0 0 0,0-1 0 0 0,0 1 0 0 0,0 0 1 0 0,-1-1-1 0 0,0 1 0 0 0,-1-1 0 0 0,1 1 0 0 0,-1 0 1 0 0,-1-1-1 0 0,1 1 0 0 0,-1 0 0 0 0,0 0 0 0 0,0 0 1 0 0,-1 0-1 0 0,1 0 0 0 0,-1 0 0 0 0,-1 1 0 0 0,1-1 1 0 0,-1 1-1 0 0,0 0 0 0 0,0 0 0 0 0,-10-8 0 0 0,2 1 4 0 0,-2 0 0 0 0,1 1-1 0 0,-1 1 1 0 0,-1 0 0 0 0,0 1-1 0 0,0 0 1 0 0,-1 2 0 0 0,0-1-1 0 0,-20-4 1 0 0,-5 1-75 0 0,-1 3 0 0 0,-1 1 1 0 0,1 3-1 0 0,-1 1 0 0 0,-48 3 0 0 0,88 0-243 0 0,-22 0-305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55.0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293 139 5913 0 0,'0'-4'-264'0'0,"1"2"275"0"0,-1 0 1 0 0,0 1-1 0 0,1-1 0 0 0,-1 0 1 0 0,0 0-1 0 0,0 1 0 0 0,0-1 1 0 0,-1 0-1 0 0,1 0 1 0 0,0 1-1 0 0,-1-1 0 0 0,1 0 1 0 0,-1 0-1 0 0,1 1 0 0 0,-1-1 1 0 0,0 1-1 0 0,0-1 1 0 0,0 1-1 0 0,0-1 0 0 0,0 1 1 0 0,0-1-1 0 0,0 1 0 0 0,0 0 1 0 0,-1 0-1 0 0,1-1 1 0 0,-3-1-1 0 0,2 3 102 0 0,-14-6 147 0 0,9 4-238 0 0,0 0 0 0 0,0 0 1 0 0,0 1-1 0 0,0 0 0 0 0,0 1 1 0 0,0-1-1 0 0,0 2 0 0 0,0-1 1 0 0,0 1-1 0 0,0 0 0 0 0,-1 0 1 0 0,2 0-1 0 0,-1 1 0 0 0,0 1 1 0 0,0-1-1 0 0,1 1 0 0 0,-1 0 1 0 0,1 0-1 0 0,0 1 0 0 0,0 0 1 0 0,0 0-1 0 0,-9 8 0 0 0,7-4-16 0 0,-1 0 1 0 0,1 0-1 0 0,0 1 0 0 0,1 1 0 0 0,0-1 0 0 0,1 1 0 0 0,0 0 1 0 0,0 0-1 0 0,1 1 0 0 0,1-1 0 0 0,-1 1 0 0 0,2 0 0 0 0,-4 14 1 0 0,6-17 9 0 0,-1 0 0 0 0,2 1 1 0 0,-1-1-1 0 0,1 1 0 0 0,0-1 0 0 0,1 1 1 0 0,0-1-1 0 0,0 1 0 0 0,1-1 1 0 0,0 0-1 0 0,0 0 0 0 0,1 0 0 0 0,0 0 1 0 0,0 0-1 0 0,1 0 0 0 0,0-1 1 0 0,1 0-1 0 0,6 9 0 0 0,-4-8 30 0 0,0-1-1 0 0,0 0 0 0 0,1 0 1 0 0,0-1-1 0 0,0 0 0 0 0,1 0 1 0 0,0-1-1 0 0,0 0 1 0 0,0-1-1 0 0,0 0 0 0 0,1 0 1 0 0,0-1-1 0 0,0 0 0 0 0,0-1 1 0 0,10 1-1 0 0,7 1 27 0 0,0 0 1 0 0,1-2-1 0 0,-1-2 1 0 0,1 0-1 0 0,-1-2 0 0 0,0-1 1 0 0,36-8-1 0 0,-53 9-52 0 0,0-1 1 0 0,0-1-1 0 0,0 0 0 0 0,0 0 0 0 0,-1-1 0 0 0,0 0 1 0 0,1-1-1 0 0,-2 0 0 0 0,1 0 0 0 0,-1-1 0 0 0,0 0 1 0 0,0 0-1 0 0,-1-1 0 0 0,0 0 0 0 0,-1 0 0 0 0,1-1 1 0 0,-1 0-1 0 0,-1 0 0 0 0,0-1 0 0 0,0 1 0 0 0,6-20 0 0 0,-7 15 39 0 0,-1 0 0 0 0,0 0 0 0 0,-1-1 0 0 0,0 1 0 0 0,-1 0 0 0 0,-1-1-1 0 0,0 1 1 0 0,-1-1 0 0 0,0 1 0 0 0,-1 0 0 0 0,-1 0 0 0 0,-4-14-1 0 0,4 20-9 0 0,0 0 0 0 0,0 1 0 0 0,0-1 0 0 0,-1 1 0 0 0,0 0-1 0 0,0 0 1 0 0,0 0 0 0 0,-1 1 0 0 0,-1-1 0 0 0,1 1 0 0 0,-1 1-1 0 0,0-1 1 0 0,0 1 0 0 0,0 0 0 0 0,-1 0 0 0 0,0 0 0 0 0,0 1-1 0 0,0 0 1 0 0,0 1 0 0 0,-1 0 0 0 0,1 0 0 0 0,-13-3 0 0 0,0 2 3 0 0,-1 1 0 0 0,0 1 0 0 0,1 1 1 0 0,-1 1-1 0 0,-34 4 0 0 0,-102 25 122 0 0,63-10-219 0 0,85-15 250 0 0,1-1-1364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0.4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53 24 4780 0 0,'0'0'-146'0'0,"1"-1"43"0"0,1 0 225 0 0,-1 0 1 0 0,0 0-1 0 0,1 0 1 0 0,-1-1-1 0 0,0 1 1 0 0,0 0-1 0 0,0-1 1 0 0,0 1-1 0 0,0-1 0 0 0,0 1 1 0 0,-1-1-1 0 0,1 1 1 0 0,0-2-1 0 0,-2 2-114 0 0,-1 0 0 0 0,0 1-1 0 0,1 0 1 0 0,-1-1 0 0 0,1 1 0 0 0,-1 0 0 0 0,0 0-1 0 0,0 0 1 0 0,1 0 0 0 0,-1 0 0 0 0,0 1-1 0 0,1-1 1 0 0,-1 0 0 0 0,1 1 0 0 0,-1-1-1 0 0,0 1 1 0 0,1 0 0 0 0,-1-1 0 0 0,1 1-1 0 0,-1 0 1 0 0,1 0 0 0 0,0 0 0 0 0,-1 0-1 0 0,1 0 1 0 0,0 0 0 0 0,0 1 0 0 0,-2 1-1 0 0,1-1-10 0 0,0 0 0 0 0,-1 1 0 0 0,1-1 0 0 0,0 1 0 0 0,0 0 0 0 0,1-1 0 0 0,-1 1 0 0 0,1 0 0 0 0,-1 0 0 0 0,1 0 0 0 0,0 0 0 0 0,0 1 0 0 0,0-1 0 0 0,0 6 0 0 0,1-7-27 0 0,0-1 21 0 0,1 0 0 0 0,0 0 1 0 0,0 0-1 0 0,-1 0 0 0 0,1 0 1 0 0,0 0-1 0 0,0-1 0 0 0,0 1 1 0 0,0 0-1 0 0,0 0 0 0 0,0-1 1 0 0,0 1-1 0 0,0-1 0 0 0,0 1 1 0 0,1-1-1 0 0,-1 1 0 0 0,0-1 1 0 0,0 0-1 0 0,0 0 0 0 0,1 1 1 0 0,1-1-1 0 0,10-5 40 0 0,1 0 1 0 0,-2 0-1 0 0,1-2 0 0 0,20-12 685 0 0,-46 22-684 0 0,8-3-24 0 0,1 0 0 0 0,0 1 0 0 0,-1 0 0 0 0,1 0 0 0 0,0 0 0 0 0,0 1 0 0 0,0-1 0 0 0,-1 1 0 0 0,2 0 0 0 0,-1 0 0 0 0,0 0 0 0 0,0 1 0 0 0,1-1 0 0 0,-1 1 0 0 0,1 0 0 0 0,-5 5 0 0 0,8-7 0 0 0,-2 4-1 0 0,2-4 18 0 0,3-5 2 0 0,-2 4-8 0 0,1-1 12 0 0,1-1-1 0 0,-1 0 1 0 0,0 0-1 0 0,1 0 1 0 0,-1 0 0 0 0,0-1-1 0 0,0 1 1 0 0,0-1-1 0 0,-1 1 1 0 0,1-1 0 0 0,0 1-1 0 0,-1-1 1 0 0,2-3-1 0 0,-4 5-35 0 0,1 1 0 0 0,0-1 0 0 0,-1 1 0 0 0,1-1 0 0 0,-1 1-1 0 0,1-1 1 0 0,-1 1 0 0 0,1-1 0 0 0,0 1 0 0 0,-1 0 0 0 0,1-1 0 0 0,-1 1-1 0 0,0 0 1 0 0,1 0 0 0 0,-1-1 0 0 0,1 1 0 0 0,-1 0 0 0 0,1 0 0 0 0,-1 0-1 0 0,0 0 1 0 0,1-1 0 0 0,-1 1 0 0 0,0 0 0 0 0,1 0 0 0 0,-1 0-1 0 0,1 0 1 0 0,-1 1 0 0 0,0-1 0 0 0,1 0 0 0 0,-1 0 0 0 0,1 0 0 0 0,-1 0-1 0 0,0 1 1 0 0,1-1 0 0 0,-1 0 0 0 0,1 0 0 0 0,-1 1 0 0 0,1-1-1 0 0,-1 1 1 0 0,1-1 0 0 0,-1 0 0 0 0,1 1 0 0 0,-1 0 0 0 0,-26 16-2545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1.2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87 92 4416 0 0,'7'-10'-200'0'0,"0"-9"224"0"0,-8 16 33 0 0,0 1 1 0 0,0 0 0 0 0,0-1 0 0 0,0 1 0 0 0,-1 0-1 0 0,1 0 1 0 0,0-1 0 0 0,-1 1 0 0 0,0 0-1 0 0,1 1 1 0 0,-1-1 0 0 0,0 0 0 0 0,-3-2-1 0 0,3 3 32 0 0,1 1-83 0 0,0-1 0 0 0,0 0 0 0 0,0 1 0 0 0,-1-1 0 0 0,1 1 0 0 0,0 0 0 0 0,-1-1 0 0 0,1 1 1 0 0,0 0-1 0 0,-1 0 0 0 0,1 0 0 0 0,0 0 0 0 0,-1 0 0 0 0,1 0 0 0 0,-1 0 0 0 0,1 0 0 0 0,0 0 0 0 0,-1 1 0 0 0,1-1 0 0 0,0 1 0 0 0,0-1 0 0 0,-1 1 0 0 0,1-1 0 0 0,-2 2 0 0 0,-1 0 5 0 0,0-1-1 0 0,-1 1 1 0 0,1 0-1 0 0,0 0 0 0 0,0 0 1 0 0,1 0-1 0 0,-7 5 1 0 0,6-5-14 0 0,5-1 1 0 0,-1-1 0 0 0,0 1 0 0 0,1 0 0 0 0,-1-1 0 0 0,1 1-1 0 0,-1-1 1 0 0,1 1 0 0 0,-1 0 0 0 0,1-1 0 0 0,-1 1 0 0 0,1-1 0 0 0,-1 0-1 0 0,1 1 1 0 0,0-1 0 0 0,-1 1 0 0 0,1-1 0 0 0,0 0 0 0 0,-1 1 0 0 0,1-1 0 0 0,0 0-1 0 0,-1 0 1 0 0,1 0 0 0 0,0 0 0 0 0,1 1 0 0 0,1 0-2 0 0,5-3 57 0 0,1 0-1 0 0,-1 0 0 0 0,0-1 1 0 0,0 0-1 0 0,0 0 0 0 0,0-1 1 0 0,-1 0-1 0 0,11-8 1103 0 0,-25 15-1064 0 0,-6 3-29 0 0,1 0 1 0 0,1 1-1 0 0,-1 0 1 0 0,1 1-1 0 0,-17 15 1 0 0,26-20-42 0 0,0 2-13 0 0,1-4-7 0 0,4-1-7 0 0,0 0 6 0 0,0 0 1 0 0,0-1 0 0 0,0 1 0 0 0,0-1 0 0 0,0 0 0 0 0,-1 0 0 0 0,1 0 0 0 0,0 0 0 0 0,-1 0-1 0 0,5-3 1 0 0,1 0 3 0 0,-3 1 43 0 0,0 1 0 0 0,0-1 0 0 0,0-1 0 0 0,0 1 0 0 0,0-1 0 0 0,-1 1 0 0 0,1-1 0 0 0,-1-1 0 0 0,0 1 0 0 0,0 0 0 0 0,-1-1 0 0 0,1 0 0 0 0,-1 0-1 0 0,5-10 1 0 0,-7 13 238 0 0,-16-10 120 0 0,10 12-463 0 0,-1 1 0 0 0,1 0 0 0 0,-1 0 0 0 0,1 0 0 0 0,0 1 0 0 0,0 0 0 0 0,-1 0 0 0 0,1 0 0 0 0,0 1 0 0 0,1 0 0 0 0,-1 0 0 0 0,0 0 0 0 0,1 0 0 0 0,-8 8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2.1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45 5669 0 0,'0'-1'1'0'0,"1"-1"1"0"0,-1 1-1 0 0,0-1 1 0 0,0 0 0 0 0,0 1-1 0 0,0-1 1 0 0,0 1-1 0 0,0-1 1 0 0,0 1 0 0 0,-1-1-1 0 0,1 1 1 0 0,-1-1-1 0 0,1 1 1 0 0,-1-1 0 0 0,1 1-1 0 0,-1 0 1 0 0,0-1 0 0 0,1 1-1 0 0,-1 0 1 0 0,0-1-1 0 0,0 1 1 0 0,0 0 0 0 0,0 0-1 0 0,0 0 1 0 0,-1 0-1 0 0,1 0 1 0 0,0 0 0 0 0,0 0-1 0 0,-1 0 1 0 0,1 0-1 0 0,0 1 1 0 0,-1-1 0 0 0,1 0-1 0 0,-1 1 1 0 0,-1-1 0 0 0,0 1 50 0 0,-25 5-2 0 0,-1 9 25 0 0,28-14-85 0 0,2 0-48 0 0,1 0 111 0 0,-1 0 0 0 0,0-1 1 0 0,0 1-1 0 0,1-1 0 0 0,-1 1 0 0 0,0-1 0 0 0,0 0 0 0 0,0 0 0 0 0,0 1 0 0 0,0-1 0 0 0,0 0 0 0 0,0 0 0 0 0,0 0 1 0 0,2-2-1 0 0,-1 1 104 0 0,-5 3-153 0 0,-1 0 8 0 0,0 0 0 0 0,1 1 1 0 0,-1-1-1 0 0,1 1 0 0 0,0 0 1 0 0,0 0-1 0 0,-1 0 1 0 0,1 0-1 0 0,0 1 0 0 0,1-1 1 0 0,-1 1-1 0 0,0 0 0 0 0,1 0 1 0 0,0 0-1 0 0,-1 0 1 0 0,-2 6-1 0 0,4-7-11 0 0,9-5-29 0 0,-6 2 37 0 0,2 1 18 0 0,0-1 0 0 0,0-1-1 0 0,0 1 1 0 0,0-1-1 0 0,0 0 1 0 0,0 1 0 0 0,0-2-1 0 0,-1 1 1 0 0,1 0 0 0 0,-1-1-1 0 0,0 1 1 0 0,0-1 0 0 0,5-7 1264 0 0,-31 18-1201 0 0,21-8-80 0 0,0 0-1 0 0,0 1 0 0 0,0-1 1 0 0,0 1-1 0 0,-1 0 1 0 0,1-1-1 0 0,0 1 0 0 0,0 0 1 0 0,1 0-1 0 0,-1 1 0 0 0,-3 1 1 0 0,1 0-4 0 0,9-8 814 0 0,4-1-1626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5.1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9 856 3608 0 0,'0'0'3'0'0,"-1"0"-1"0"0,1 0 1 0 0,-1 0-1 0 0,1-1 1 0 0,-1 1-1 0 0,1 0 1 0 0,-1 0-1 0 0,1-1 1 0 0,0 1-1 0 0,-1 0 1 0 0,1-1-1 0 0,-1 1 0 0 0,1-1 1 0 0,0 1-1 0 0,-1 0 1 0 0,1-1-1 0 0,0 1 1 0 0,0-1-1 0 0,-1 1 1 0 0,1-1-1 0 0,0 1 1 0 0,0-1-1 0 0,0 1 1 0 0,0-1-1 0 0,0 1 1 0 0,0-1-1 0 0,0 1 1 0 0,0-1-1 0 0,0 1 1 0 0,0-1-1 0 0,0 1 0 0 0,0-1 1 0 0,0 1-1 0 0,0-2 1 0 0,17-13 249 0 0,44-9 223 0 0,-45 17-483 0 0,234-73 184 0 0,-56 21-70 0 0,-115 31-96 0 0,271-107 96 0 0,-102 20 253 0 0,-55 41-209 0 0,-38 17-49 0 0,-78 24 129 0 0,-20 8-143 0 0,2 2 0 0 0,0 3 0 0 0,63-13 0 0 0,-103 29-98 0 0,23-3 248 0 0,0-2-1 0 0,-1-2 1 0 0,45-19-1 0 0,-34 11 224 0 0,12-9-167 0 0,-63 28-257 0 0,3-2 0 0 0,2 0-63 0 0,-10 1 403 0 0,-437 40-193 0 0,436-38-190 0 0,-2 0-43 0 0,1 0-25 0 0,9-1 36 0 0,83-15 62 0 0,-47 13-18 0 0,-13-1 3 0 0,1 2 0 0 0,0 1 0 0 0,46 5 0 0 0,-71-4-21 0 0,2 3-3 0 0,-4-3 18 0 0,1-1 0 0 0,0 1 0 0 0,-1-1 0 0 0,1 1 0 0 0,-1-1 0 0 0,1 1 0 0 0,-1-1 0 0 0,1 1 0 0 0,-1 0 0 0 0,0-1 0 0 0,1 1 0 0 0,-1 0 0 0 0,0 0 1 0 0,1-1-1 0 0,-1 1 0 0 0,0 0 0 0 0,0 0 0 0 0,0-1 0 0 0,0 1 0 0 0,0 1 0 0 0,-1 11 64 0 0,-1 0 1 0 0,0 0 0 0 0,-1-1 0 0 0,-1 1-1 0 0,0-1 1 0 0,-1 0 0 0 0,-8 17-1 0 0,-16 44-5174 0 0,27-65 3344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7.1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10 4664 0 0,'0'0'-259'0'0,"-3"-3"-481"0"0,3 2 727 0 0,0 1 0 0 0,0 0 0 0 0,0 0 0 0 0,0-1 1 0 0,0 1-1 0 0,0 0 0 0 0,0 0 0 0 0,0 0 0 0 0,0-1 1 0 0,0 1-1 0 0,0 0 0 0 0,0 0 0 0 0,0 0 0 0 0,0-1 0 0 0,0 1 1 0 0,1 0-1 0 0,-1 0 0 0 0,0 0 0 0 0,0 0 0 0 0,0-1 1 0 0,0 1-1 0 0,0 0 0 0 0,0 0 0 0 0,1 0 0 0 0,-1 0 1 0 0,0 0-1 0 0,0-1 0 0 0,0 1 0 0 0,1 0 0 0 0,-1 0 1 0 0,0 0-1 0 0,0 0 0 0 0,0 0 0 0 0,1 0 0 0 0,-1 0 1 0 0,0 0-1 0 0,0 0 0 0 0,0 0 0 0 0,1 0 0 0 0,-1 0 1 0 0,0 0-1 0 0,0 0 0 0 0,0 0 0 0 0,1 0 0 0 0,23 3 77 0 0,-18-2 6 0 0,41 9 280 0 0,145 30 509 0 0,240 22 0 0 0,-245-34-597 0 0,-9 0-150 0 0,-93-21 12 0 0,185 23 151 0 0,-7-3-164 0 0,-162-19-98 0 0,133 26-1 0 0,-122-19 46 0 0,-55-5 2252 0 0,-59-16-2253 0 0,-1 1-1 0 0,0 0 1 0 0,0 0 0 0 0,-1 0 0 0 0,1 0 0 0 0,-1 1 0 0 0,0 0-1 0 0,0-1 1 0 0,-1 1 0 0 0,1 1 0 0 0,-9-7 0 0 0,-5-5 50 0 0,-4-6-21 0 0,-1 2 0 0 0,-1 0 0 0 0,0 1 0 0 0,-28-14 0 0 0,51 32-83 0 0,-15-10 25 0 0,8 5-83 0 0,10 4-173 0 0,19 12 222 0 0,1 1 1 0 0,-1 1-1 0 0,-1 1 1 0 0,33 28-1 0 0,7 5 1 0 0,-53-43 8 0 0,0 1 0 0 0,-1 0 0 0 0,0 0 1 0 0,0 1-1 0 0,0 0 0 0 0,-1 0 0 0 0,1 0 0 0 0,6 11 1 0 0,-11-15-3 0 0,-1-1 0 0 0,1 1 0 0 0,0 0 0 0 0,-1 0 1 0 0,1 0-1 0 0,-1 0 0 0 0,0 0 0 0 0,0-1 1 0 0,1 1-1 0 0,-1 0 0 0 0,-1 0 0 0 0,1 0 0 0 0,0 0 1 0 0,0 0-1 0 0,-1 0 0 0 0,0 2 0 0 0,0-1 0 0 0,-1 1 0 0 0,0-1 0 0 0,0 0 0 0 0,0 0 0 0 0,0 0 0 0 0,0 0 0 0 0,-1 0 0 0 0,1-1 0 0 0,-1 1 0 0 0,1-1 0 0 0,-5 3 0 0 0,-43 31-174 0 0,-2-3 1 0 0,0-3-1 0 0,-66 29 0 0 0,79-45-4229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8.6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15 5913 0 0,'0'0'-280'0'0,"-6"-7"-286"0"0,5 7 548 0 0,1 0 0 0 0,0 0 1 0 0,0-1-1 0 0,0 1 0 0 0,0 0 0 0 0,-1 0 0 0 0,1 0 0 0 0,0 0 1 0 0,0 0-1 0 0,0 0 0 0 0,0 0 0 0 0,0 0 0 0 0,0-1 0 0 0,-1 1 0 0 0,1 0 1 0 0,0 0-1 0 0,0 0 0 0 0,0 0 0 0 0,0 0 0 0 0,0 0 0 0 0,0-1 0 0 0,0 1 1 0 0,0 0-1 0 0,0 0 0 0 0,0 0 0 0 0,0 0 0 0 0,0-1 0 0 0,0 1 1 0 0,0 0-1 0 0,0 0 0 0 0,0 0 0 0 0,0 0 0 0 0,0-1 0 0 0,0 1 0 0 0,0 0 1 0 0,0 0-1 0 0,0 0 0 0 0,0 0 0 0 0,0-1 0 0 0,0 1 0 0 0,0 0 0 0 0,0 0 1 0 0,0 0-1 0 0,0 0 0 0 0,0 0 0 0 0,1-1 0 0 0,-1 1 0 0 0,0 0 1 0 0,0 0-1 0 0,0 0 0 0 0,0 0 0 0 0,0 0 0 0 0,0 0 0 0 0,1 0 0 0 0,-1 0 1 0 0,0 0-1 0 0,0-1 0 0 0,0 1 0 0 0,0 0 0 0 0,1 0 0 0 0,17 3 81 0 0,1 0 0 0 0,-1 1 0 0 0,0 0 0 0 0,0 2 1 0 0,0 0-1 0 0,-1 1 0 0 0,31 18 0 0 0,37 13 78 0 0,272 91 232 0 0,-268-96-296 0 0,108 59-1 0 0,4 2 47 0 0,-31-13 27 0 0,-120-56-129 0 0,106 44 26 0 0,3-8-1 0 0,169 41 1 0 0,-226-72-38 0 0,-80-24 28 0 0,-7-2 2 0 0,1 1-1 0 0,-1 1 1 0 0,26 12 0 0 0,-40-17 1 0 0,4 2 238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9.2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206 70 4272 0 0,'-64'-45'999'0'0,"62"43"-749"0"0,-27-21 2110 0 0,158 136-1692 0 0,-119-103-657 0 0,-3-5-2 0 0,0 1 0 0 0,0 1 0 0 0,-1-1 0 0 0,0 1 0 0 0,0 0 0 0 0,-1 1-1 0 0,0 0 1 0 0,0-1 0 0 0,0 1 0 0 0,-1 1 0 0 0,4 11 0 0 0,-8-16 3 0 0,-1 0 0 0 0,1 0 0 0 0,-1 0-1 0 0,0 0 1 0 0,0 0 0 0 0,0-1 0 0 0,-1 1 0 0 0,0 0 0 0 0,1 0 0 0 0,-1-1 0 0 0,0 1 0 0 0,-1-1 0 0 0,1 0 0 0 0,-1 0 0 0 0,1 0 0 0 0,-1 0 0 0 0,0 0-1 0 0,0 0 1 0 0,-7 4 0 0 0,-5 5 23 0 0,-1-1-1 0 0,-27 15 1 0 0,29-19-144 0 0,-98 49 418 0 0,96-50-1181 0 0,0 0 0 0 0,-30 5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40.2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 1 5833 0 0,'-6'7'-344'0'0,"-2"1"-249"0"0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41.6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94 24 3336 0 0,'0'0'-87'0'0,"-1"-2"26"0"0,-4-6 1407 0 0,3 6-1232 0 0,-1 0-1 0 0,0 1 0 0 0,0-1 0 0 0,0 1 0 0 0,0 0 0 0 0,-1 0 0 0 0,1 0 0 0 0,-6-1 1 0 0,3 5-108 0 0,0 1 1 0 0,1 0 0 0 0,0 0 0 0 0,0 0 0 0 0,0 1-1 0 0,0-1 1 0 0,1 1 0 0 0,-6 8 0 0 0,9-11-17 0 0,9 11-77 0 0,-5-13 87 0 0,0 0 1 0 0,0 1 0 0 0,-1-1 0 0 0,1 0-1 0 0,0-1 1 0 0,0 1 0 0 0,0 0 0 0 0,0-1 0 0 0,-1 0-1 0 0,1 1 1 0 0,0-1 0 0 0,0 0 0 0 0,-1 0 0 0 0,1-1-1 0 0,-1 1 1 0 0,3-2 0 0 0,16-6 129 0 0,-19 8-31 0 0,-3 1-55 0 0,1 0 1 0 0,-1 0-1 0 0,0 0 0 0 0,1 1 0 0 0,-1-1 1 0 0,0 0-1 0 0,1 0 0 0 0,-1 1 1 0 0,1-1-1 0 0,-1 0 0 0 0,0 1 0 0 0,1-1 1 0 0,-1 0-1 0 0,1 1 0 0 0,-1-1 0 0 0,1 1 1 0 0,-1-1-1 0 0,1 1 0 0 0,0-1 0 0 0,-1 1 1 0 0,1-1-1 0 0,0 1 0 0 0,-1-1 0 0 0,1 1 1 0 0,0-1-1 0 0,-1 1 0 0 0,1 0 0 0 0,0 0 1 0 0,-24 36 8 0 0,23-36-33 0 0,1-1-18 0 0,0 0-1 0 0,0 0 1 0 0,0 0 0 0 0,0 0 0 0 0,-1 1-1 0 0,1-1 1 0 0,0 0 0 0 0,0 0 0 0 0,0 0-1 0 0,0 1 1 0 0,0-1 0 0 0,0 0-1 0 0,0 0 1 0 0,-1 1 0 0 0,1-1 0 0 0,0 0-1 0 0,0 0 1 0 0,0 1 0 0 0,0-1-1 0 0,0 0 1 0 0,0 0 0 0 0,0 1 0 0 0,0-1-1 0 0,0 0 1 0 0,0 0 0 0 0,1 1 0 0 0,-1-1-1 0 0,0 0 1 0 0,0 0 0 0 0,0 1-1 0 0,0-1 1 0 0,0 0 0 0 0,0 0 0 0 0,0 1-1 0 0,1-1 1 0 0,-1 0 0 0 0,0 0 0 0 0,0 0-1 0 0,0 0 1 0 0,0 1 0 0 0,1-1-1 0 0,-1 0 1 0 0,0 0 0 0 0,0 0 0 0 0,1 0-1 0 0,-1 0 1 0 0,0 1 0 0 0,0-1 0 0 0,0 0-1 0 0,1 0 1 0 0,-1 0 0 0 0,0 0-1 0 0,0 0 1 0 0,1 0 0 0 0,-1 0 0 0 0,0 0-1 0 0,0 0 1 0 0,1 0 0 0 0,-1 0 0 0 0,0 0-1 0 0,1 0 1 0 0,-1 0 0 0 0,0 0-1 0 0,0 0 1 0 0,0-1 0 0 0,1 1 0 0 0,-1 0-1 0 0,12-6 21 0 0,-1 0-1 0 0,0 0 1 0 0,0-1-1 0 0,10-8 1 0 0,-19 13 30 0 0,-10 7-42 0 0,0-1-273 0 0,-49 30 813 0 0,53-31-914 0 0,-1 0-1 0 0,1 0 1 0 0,0 1-1 0 0,0 0 1 0 0,0 0 0 0 0,0 0-1 0 0,1 0 1 0 0,-1 0-1 0 0,1 1 1 0 0,-4 7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42.2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140 12 4932 0 0,'0'0'-134'0'0,"-14"-7"-279"0"0,-9 3 332 0 0,22 3 366 0 0,-4 3-267 0 0,5-2-18 0 0,-4 1 7 0 0,0 1-1 0 0,0 0 1 0 0,0-1-1 0 0,1 1 1 0 0,-1 0 0 0 0,1 1-1 0 0,0-1 1 0 0,-1 1 0 0 0,1-1-1 0 0,0 1 1 0 0,0 0 0 0 0,1 0-1 0 0,-1 0 1 0 0,1 1 0 0 0,0-1-1 0 0,-1 1 1 0 0,-2 5 1621 0 0,33-26 543 0 0,-35 19-2077 0 0,-21 6 280 0 0,26-8-576 0 0,1 1 1 0 0,-1-1-1 0 0,0 1 1 0 0,1-1-1 0 0,-1 1 1 0 0,0 0-1 0 0,1 0 0 0 0,-1-1 1 0 0,1 1-1 0 0,-1 0 1 0 0,1 0-1 0 0,0 1 1 0 0,-1-1-1 0 0,1 0 1 0 0,0 0-1 0 0,0 1 1 0 0,0-1-1 0 0,0 1 1 0 0,0-1-1 0 0,0 1 1 0 0,-1 2-1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5.2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62 5000 0 0,'0'0'-346'0'0,"-21"5"891"0"0,26-7-540 0 0,17-9 41 0 0,13-2 118 0 0,-12 7-152 0 0,-21 6-8 0 0,1-1-5 0 0,66-13 42 0 0,-67 14-49 0 0,30-8 13 0 0,-24 4-5 0 0,-3 3 6 0 0,0-1 0 0 0,0 1-1 0 0,0 0 1 0 0,0 0 0 0 0,0 1 0 0 0,0-1 0 0 0,6 1-1 0 0,5-1 7 0 0,-13 1-12 0 0,35 0-38 0 0,-27 0 27 0 0,-6 1 11 0 0,0 1-1 0 0,0-1 1 0 0,0 1 0 0 0,0 0 0 0 0,-1 0-1 0 0,1 1 1 0 0,-1-1 0 0 0,1 1 0 0 0,-1 0-1 0 0,0 0 1 0 0,7 7 0 0 0,9 5-16 0 0,-17-13 21 0 0,-1-1 0 0 0,1 0-1 0 0,-1 1 1 0 0,1 0 0 0 0,-1-1-1 0 0,0 1 1 0 0,0 0 0 0 0,1 0-1 0 0,-1 0 1 0 0,-1 1 0 0 0,1-1-1 0 0,0 0 1 0 0,-1 1 0 0 0,1-1-1 0 0,-1 1 1 0 0,0 0 0 0 0,1-1-1 0 0,-1 1 1 0 0,-1 0 0 0 0,1 0-1 0 0,0-1 1 0 0,-1 1 0 0 0,1 0-1 0 0,-1 5 1 0 0,-1-4 1 0 0,0-1 0 0 0,0 0 0 0 0,0 0 0 0 0,0 0 0 0 0,-1 0 0 0 0,1 0 0 0 0,-1 0 0 0 0,0 0 1 0 0,0 0-1 0 0,0-1 0 0 0,0 1 0 0 0,-1-1 0 0 0,1 0 0 0 0,-1 1 0 0 0,1-1 0 0 0,-1 0 0 0 0,0 0 0 0 0,0-1 0 0 0,0 1 0 0 0,0-1 0 0 0,-5 3 0 0 0,-24 10 99 0 0,-1-1 0 0 0,0-1-1 0 0,-39 8 1 0 0,69-20-58 0 0,-17 3 289 0 0,39-7-345 0 0,-1 0 0 0 0,1 1 0 0 0,-1 1 0 0 0,1 1 0 0 0,0 0 0 0 0,0 1 0 0 0,26 5 0 0 0,-38-5 14 0 0,1 2 0 0 0,0-1 0 0 0,0 1-1 0 0,-1 0 1 0 0,1 0 0 0 0,-1 1 0 0 0,0 0-1 0 0,0 1 1 0 0,0-1 0 0 0,0 1 0 0 0,-1 1-1 0 0,1-1 1 0 0,-1 1 0 0 0,0 0 0 0 0,0 1-1 0 0,-1-1 1 0 0,0 1 0 0 0,0 0 0 0 0,0 1-1 0 0,-1-1 1 0 0,5 10 0 0 0,-8-15-2 0 0,-1 1 0 0 0,0-1 0 0 0,1 1 0 0 0,-1-1 0 0 0,0 1 0 0 0,0-1 1 0 0,0 1-1 0 0,0-1 0 0 0,0 1 0 0 0,-1 0 0 0 0,1-1 0 0 0,0 1 0 0 0,-1-1 0 0 0,1 1 0 0 0,-1-1 0 0 0,1 1 0 0 0,-1-1 1 0 0,0 0-1 0 0,0 1 0 0 0,1-1 0 0 0,-1 0 0 0 0,0 0 0 0 0,0 1 0 0 0,0-1 0 0 0,-1 0 0 0 0,1 0 0 0 0,0 0 0 0 0,0 0 1 0 0,-1 0-1 0 0,1 0 0 0 0,0-1 0 0 0,-3 2 0 0 0,-46 20 39 0 0,16-12 176 0 0,0-1-1 0 0,-1-1 1 0 0,0-2 0 0 0,0-2-1 0 0,-41 1 1 0 0,74-5-101 0 0,-1 0-133 0 0,0 1 0 0 0,1-1 0 0 0,-1 1 0 0 0,1-1-1 0 0,-1 0 1 0 0,1 0 0 0 0,-1 0 0 0 0,1-1 0 0 0,-1 1-1 0 0,0 0 1 0 0,1-1 0 0 0,-1 0 0 0 0,-3-1 0 0 0,7-1-320 0 0,1 0 0 0 0,0 0 0 0 0,0 0 0 0 0,0 0 0 0 0,0 0 0 0 0,0 1 0 0 0,0-1 0 0 0,1 1 0 0 0,-1 0 0 0 0,1-1 0 0 0,3-1 0 0 0,10-4-1659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6.0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118 60 4976 0 0,'1'-5'-222'0'0,"3"-26"-527"0"0,-4 30 758 0 0,0 0 0 0 0,0 0-1 0 0,-1 0 1 0 0,1 0-1 0 0,0 0 1 0 0,0 0 0 0 0,-1 0-1 0 0,1 0 1 0 0,-1 0-1 0 0,1 1 1 0 0,-1-1 0 0 0,1 0-1 0 0,-1 0 1 0 0,0 0-1 0 0,1 1 1 0 0,-1-1 0 0 0,0 0-1 0 0,1 1 1 0 0,-1-1-1 0 0,0 1 1 0 0,0-1 0 0 0,0 1-1 0 0,0-1 1 0 0,1 1 0 0 0,-1-1-1 0 0,-1 1 1 0 0,-1-1 62 0 0,2 0-68 0 0,0 1-1 0 0,0 0 1 0 0,0-1 0 0 0,0 1-1 0 0,0 0 1 0 0,0 0-1 0 0,0-1 1 0 0,0 1 0 0 0,-1 0-1 0 0,1 0 1 0 0,0 0-1 0 0,0 1 1 0 0,0-1 0 0 0,0 0-1 0 0,0 0 1 0 0,0 0-1 0 0,0 1 1 0 0,0-1 0 0 0,0 1-1 0 0,0-1 1 0 0,0 1 0 0 0,-1 0-1 0 0,-23 9 25 0 0,20-7-28 0 0,1 1 0 0 0,0-1 0 0 0,0 1 0 0 0,0-1 0 0 0,1 1 0 0 0,-1 0 0 0 0,1 1 0 0 0,0-1 0 0 0,0 1 0 0 0,1-1 0 0 0,-1 1 0 0 0,1 0 0 0 0,0 0 0 0 0,0 0 0 0 0,1 0 0 0 0,0 0 0 0 0,-1 0 0 0 0,2 0 0 0 0,-1 1 0 0 0,0-1 0 0 0,1 0 0 0 0,1 9 0 0 0,2-7 19 0 0,0-1 0 0 0,0 1 0 0 0,1-1 0 0 0,0 0 0 0 0,0 0 0 0 0,1-1 0 0 0,0 1 0 0 0,0-1 0 0 0,0 0 0 0 0,0 0 0 0 0,1-1 0 0 0,0 1 0 0 0,0-1 0 0 0,0-1 0 0 0,0 1 0 0 0,1-1 1 0 0,-1 0-1 0 0,1 0 0 0 0,0-1 0 0 0,13 3 0 0 0,-3-1 90 0 0,0 0 0 0 0,1-2 0 0 0,0 0 0 0 0,0 0 0 0 0,-1-2 0 0 0,1 0 0 0 0,25-5 1 0 0,-38 5-52 0 0,0-1 1 0 0,-1-1-1 0 0,1 1 1 0 0,-1-1-1 0 0,1 1 1 0 0,-1-1-1 0 0,0-1 1 0 0,1 1-1 0 0,-1-1 1 0 0,0 1-1 0 0,-1-1 1 0 0,1 0-1 0 0,0 0 1 0 0,-1-1-1 0 0,0 1 1 0 0,0-1-1 0 0,0 0 1 0 0,0 0-1 0 0,0 0 1 0 0,-1 0-1 0 0,4-9 1 0 0,-5 10-24 0 0,0 0 0 0 0,0 0 0 0 0,-1 0 1 0 0,1-1-1 0 0,-1 1 0 0 0,0 0 0 0 0,0-1 1 0 0,0 1-1 0 0,0 0 0 0 0,0 0 0 0 0,-1-1 0 0 0,0 1 1 0 0,1 0-1 0 0,-1 0 0 0 0,0 0 0 0 0,-1 0 1 0 0,1 0-1 0 0,-1 0 0 0 0,1 0 0 0 0,-1 0 1 0 0,0 0-1 0 0,0 1 0 0 0,0-1 0 0 0,0 1 1 0 0,0-1-1 0 0,-1 1 0 0 0,1 0 0 0 0,-1 0 0 0 0,0 0 1 0 0,1 0-1 0 0,-1 0 0 0 0,-4-1 0 0 0,-6-2 12 0 0,0 0 0 0 0,1 1-1 0 0,-1 1 1 0 0,-1 0 0 0 0,1 1-1 0 0,0 0 1 0 0,-1 1 0 0 0,-18 1-1 0 0,-11-2-14 0 0,19 3-461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6.6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89 5416 0 0,'4'-12'-64'0'0,"-1"-1"0"0"0,0 0 0 0 0,-1 0 0 0 0,0-16 0 0 0,-2 28 135 0 0,0-4-13 0 0,0 3-24 0 0,0 4 177 0 0,3 26-199 0 0,2 0 1 0 0,0 0 0 0 0,2 0-1 0 0,1-1 1 0 0,1 0-1 0 0,21 42 1 0 0,-12-25 2 0 0,-14-36 77 0 0,0 1 0 0 0,-1-1 0 0 0,0 1-1 0 0,-1 0 1 0 0,0 0 0 0 0,0 0 0 0 0,0 0 0 0 0,-2 0-1 0 0,1 0 1 0 0,-1 0 0 0 0,0 0 0 0 0,-3 17 0 0 0,2-25 81 0 0,1-1-178 0 0,1 0 0 0 0,-1 0 0 0 0,0 0 0 0 0,0 0 0 0 0,0 0 0 0 0,0-1 0 0 0,0 1-1 0 0,0 0 1 0 0,0 0 0 0 0,0 0 0 0 0,0 0 0 0 0,1 0 0 0 0,-1 0 0 0 0,0 0 0 0 0,0 0 0 0 0,0 0 0 0 0,0 0 0 0 0,0 0 0 0 0,0 0 0 0 0,1 0 0 0 0,-1 0 0 0 0,0 0 0 0 0,0 0 0 0 0,0 0-1 0 0,0 0 1 0 0,0 0 0 0 0,0 0 0 0 0,0 0 0 0 0,1 0 0 0 0,-1 0 0 0 0,0 0 0 0 0,0 0 0 0 0,0 0 0 0 0,0 0 0 0 0,0 0 0 0 0,0 0 0 0 0,0 1 0 0 0,0-1 0 0 0,1 0 0 0 0,-1 0 0 0 0,0 0-1 0 0,0 0 1 0 0,0 0 0 0 0,0 0 0 0 0,0 0 0 0 0,0 0 0 0 0,0 1 0 0 0,0-1 0 0 0,0 0 0 0 0,0 0 0 0 0,0 0 0 0 0,0 0 0 0 0,0 0 0 0 0,0 0 0 0 0,0 0 0 0 0,0 1 0 0 0,0-1 0 0 0,0 0-1 0 0,0 0 1 0 0,0 0 0 0 0,0 0 0 0 0,0 0 0 0 0,0 0 0 0 0,0 0 0 0 0,0 1 0 0 0,0-1 0 0 0,0 0 0 0 0,0 0 0 0 0,0 0 0 0 0,15-10-592 0 0,18-20-1721 0 0,-14 13 503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7.1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29 203 4844 0 0,'0'0'-200'0'0,"-2"0"165"0"0,-1 0 0 0 0,1-1 0 0 0,-1 1 0 0 0,1-1-1 0 0,0 0 1 0 0,-1 1 0 0 0,1-1 0 0 0,0 0-1 0 0,0 0 1 0 0,-4-3 0 0 0,11-2 33 0 0,0-1 1 0 0,0 1-1 0 0,0-1 1 0 0,1 1-1 0 0,-1 1 1 0 0,2-1-1 0 0,-1 1 1 0 0,0 0-1 0 0,13-6 0 0 0,72-34 20 0 0,-50 26-17 0 0,109-44 137 0 0,-148 62-88 0 0,-21 17-2154 0 0,16-12 1616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7.4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 0 3084 0 0,'0'0'27'0'0,"-37"12"942"0"0,35-11-907 0 0,3 0-52 0 0,0 0 0 0 0,-1 1-1 0 0,1-1 1 0 0,0 0-1 0 0,0 0 1 0 0,0 0-1 0 0,0 0 1 0 0,0 0 0 0 0,0 0-1 0 0,1 0 1 0 0,-1 0-1 0 0,0 0 1 0 0,0 0-1 0 0,1 0 1 0 0,-1-1 0 0 0,0 1-1 0 0,1 0 1 0 0,-1-1-1 0 0,2 1 1 0 0,35 12 217 0 0,-31-11-178 0 0,40 11 265 0 0,73 12-1 0 0,-83-20-126 0 0,0 2 1 0 0,0 2-1 0 0,59 23 0 0 0,-95-32-189 0 0,0 0-1 0 0,0 0 1 0 0,0 0 0 0 0,-1 1 0 0 0,1-1-1 0 0,0 0 1 0 0,0 1 0 0 0,0-1 0 0 0,0 1-1 0 0,0-1 1 0 0,-1 1 0 0 0,1-1 0 0 0,0 1-1 0 0,-1 0 1 0 0,1-1 0 0 0,0 1 0 0 0,-1 0-1 0 0,1 0 1 0 0,-1-1 0 0 0,1 1 0 0 0,-1 0-1 0 0,1 0 1 0 0,-1 0 0 0 0,1 0 0 0 0,-1-1-1 0 0,0 1 1 0 0,0 0 0 0 0,1 1 0 0 0,-15 11-2455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8.4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43 4612 0 0,'-11'-37'76'0'0,"8"31"161"0"0,1 9-96 0 0,-1 23-59 0 0,3 37-104 0 0,2-44 66 0 0,0-1 0 0 0,1 0 0 0 0,1 0-1 0 0,1 0 1 0 0,13 33 0 0 0,-16-47-18 0 0,0 0-1 0 0,0 0 1 0 0,1 0 0 0 0,-1 0 0 0 0,1 0 0 0 0,0 0 0 0 0,0-1 0 0 0,0 1 0 0 0,0-1 0 0 0,1 0 0 0 0,-1 0 0 0 0,1 0 0 0 0,0-1 0 0 0,0 1 0 0 0,0-1 0 0 0,0 0-1 0 0,0 0 1 0 0,1 0 0 0 0,-1-1 0 0 0,1 1 0 0 0,-1-1 0 0 0,1 0 0 0 0,-1 0 0 0 0,1-1 0 0 0,-1 1 0 0 0,1-1 0 0 0,0 0 0 0 0,-1 0 0 0 0,6-2 0 0 0,-1 1-221 0 0,-1 0 0 0 0,1-1 0 0 0,0 0 0 0 0,-1-1 0 0 0,0 0 0 0 0,1 0 1 0 0,-1-1-1 0 0,-1 0 0 0 0,1-1 0 0 0,0 1 0 0 0,-1-1 0 0 0,0-1 1 0 0,0 1-1 0 0,-1-1 0 0 0,12-14 0 0 0,-6 3-998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8.6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73 27 4068 0 0,'-4'-3'61'0'0,"0"0"-1"0"0,0 1 0 0 0,-1 0 0 0 0,1 0 0 0 0,-1 0 0 0 0,1 0 0 0 0,-1 1 1 0 0,-8-2-1 0 0,12 3 40 0 0,-23-6 231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9.5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 92 3252 0 0,'-4'-7'-25'0'0,"1"0"-1"0"0,-1-1 1 0 0,2 1 0 0 0,-1-1-1 0 0,1 0 1 0 0,-2-12-1 0 0,-1-5 330 0 0,4 24-260 0 0,4 23 95 0 0,1 1 1 0 0,0-1-1 0 0,13 34 1 0 0,32 56 3182 0 0,-96-184-2559 0 0,44 67-739 0 0,1-1-1 0 0,0 1 0 0 0,0-1 1 0 0,0 0-1 0 0,1 1 0 0 0,0-1 1 0 0,0 0-1 0 0,0 0 0 0 0,1 0 1 0 0,0 1-1 0 0,0-1 0 0 0,0 0 1 0 0,1 0-1 0 0,0 0 0 0 0,2-6 1 0 0,-2 8-22 0 0,1 1 1 0 0,-1-1 0 0 0,1 0-1 0 0,0 1 1 0 0,0 0 0 0 0,1-1 0 0 0,-1 1-1 0 0,1 0 1 0 0,0 0 0 0 0,-1 1-1 0 0,1-1 1 0 0,1 0 0 0 0,-1 1-1 0 0,0 0 1 0 0,0 0 0 0 0,1 0 0 0 0,0 0-1 0 0,-1 0 1 0 0,1 1 0 0 0,0 0-1 0 0,-1-1 1 0 0,8 0 0 0 0,-7 1-4 0 0,0 0 1 0 0,1 1 0 0 0,-1-1 0 0 0,0 1-1 0 0,1 0 1 0 0,-1 0 0 0 0,1 0-1 0 0,-1 1 1 0 0,0 0 0 0 0,1 0-1 0 0,-1 0 1 0 0,0 0 0 0 0,0 0-1 0 0,0 1 1 0 0,0 0 0 0 0,0 0 0 0 0,0 0-1 0 0,0 0 1 0 0,-1 1 0 0 0,5 3-1 0 0,3 4-1 0 0,-2 1 0 0 0,1-1 0 0 0,-1 2 0 0 0,13 21 0 0 0,5 7 0 0 0,-15-22-103 0 0,-1 1 0 0 0,-1 1 0 0 0,12 30-1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0.49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0 220 5837 0 0,'3'-6'-309'0'0,"-1"0"219"0"0,0 0-1 0 0,-1-1 0 0 0,1 0 0 0 0,-1 1 0 0 0,0-1 1 0 0,-1 0-1 0 0,0 1 0 0 0,-1-13 0 0 0,1 17 151 0 0,11 53 101 0 0,3-1 0 0 0,1 0 0 0 0,30 63 0 0 0,-41-105-121 0 0,15 27 416 0 0,22 50 1681 0 0,-45-90-1964 0 0,-3-7-99 0 0,1 0-1 0 0,0-1 0 0 0,1 1 1 0 0,0-1-1 0 0,1 0 0 0 0,1-1 1 0 0,0 1-1 0 0,1-1 0 0 0,-2-20 1 0 0,4-141 231 0 0,2 94-156 0 0,0 3-139 0 0,-1 76-11 0 0,14-21-39 0 0,-11 20 37 0 0,-1 1 0 0 0,1 0-1 0 0,-1 0 1 0 0,1 0 0 0 0,0 1-1 0 0,0-1 1 0 0,0 1 0 0 0,0 0 0 0 0,0 0-1 0 0,0 0 1 0 0,0 1 0 0 0,0-1-1 0 0,8 1 1 0 0,-8 0 3 0 0,0 0-10 0 0,32 11-7 0 0,-22-4 11 0 0,-1 0 1 0 0,0 1 0 0 0,0 1-1 0 0,-1 0 1 0 0,0 1-1 0 0,0 0 1 0 0,-1 1-1 0 0,-1 0 1 0 0,0 0-1 0 0,0 1 1 0 0,15 25 0 0 0,-24-35 6 0 0,0 0 1 0 0,0 0 0 0 0,0 0-1 0 0,-1 0 1 0 0,1 0 0 0 0,-1 0 0 0 0,1 0-1 0 0,-1 0 1 0 0,1 0 0 0 0,-1 0 0 0 0,0 0-1 0 0,0 0 1 0 0,0 1 0 0 0,0-1 0 0 0,-1 0-1 0 0,1 0 1 0 0,0 0 0 0 0,-1 0-1 0 0,0 0 1 0 0,1 0 0 0 0,-2 3 0 0 0,-1-1-1 0 0,1 0 1 0 0,-1-1-1 0 0,0 1 1 0 0,0 0-1 0 0,0-1 1 0 0,0 0-1 0 0,-1 0 1 0 0,0 0 0 0 0,-5 4-1 0 0,-6 2 4 0 0,0-1 0 0 0,-1 0 0 0 0,-33 11 0 0 0,-31 2 72 0 0,76-20-95 0 0,-1-1-1 0 0,1 1 1 0 0,-1-1-1 0 0,1 1 1 0 0,-1-1 0 0 0,1 0-1 0 0,-1-1 1 0 0,1 1-1 0 0,-1-1 1 0 0,1 0 0 0 0,-1 0-1 0 0,1-1 1 0 0,0 1-1 0 0,-1-1 1 0 0,-3-2 0 0 0,2-5-1880 0 0,6 8 1708 0 0,-1 0 1 0 0,1 0-1 0 0,0 0 0 0 0,0 0 0 0 0,0 0 1 0 0,-1 0-1 0 0,1 0 0 0 0,0 0 0 0 0,0 0 1 0 0,1 0-1 0 0,-1 0 0 0 0,0 0 0 0 0,1-2 1 0 0,5-12-2497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1.2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26 126 5901 0 0,'-3'-121'-206'0'0,"3"121"212"0"0,0 0 1 0 0,0 0 0 0 0,0 0-1 0 0,0-1 1 0 0,0 1 0 0 0,0 0-1 0 0,0 0 1 0 0,0 0 0 0 0,0 0 0 0 0,0-1-1 0 0,-1 1 1 0 0,1 0 0 0 0,0 0-1 0 0,0 0 1 0 0,0 0 0 0 0,0-1-1 0 0,0 1 1 0 0,0 0 0 0 0,0 0 0 0 0,0 0-1 0 0,-1 0 1 0 0,1 0 0 0 0,0 0-1 0 0,0-1 1 0 0,0 1 0 0 0,0 0-1 0 0,-1 0 1 0 0,1 0 0 0 0,0 0 0 0 0,0 0-1 0 0,0 0 1 0 0,0 0 0 0 0,-1 0-1 0 0,1 0 1 0 0,0 0 0 0 0,0 0-1 0 0,0 0 1 0 0,-1 0 0 0 0,1 0 0 0 0,0 0-1 0 0,0 0 1 0 0,0 0 0 0 0,0 0-1 0 0,-1 0 1 0 0,1 0 0 0 0,0 0-1 0 0,0 0 1 0 0,0 0 0 0 0,0 0 0 0 0,-1 0-1 0 0,1 1 1 0 0,0-1 0 0 0,0 0-1 0 0,0 0 1 0 0,0 0 0 0 0,0 0-1 0 0,-1 0 1 0 0,1 0 0 0 0,0 1 0 0 0,-3 5 5 0 0,1 1 0 0 0,0-1 0 0 0,0 1 0 0 0,0 0 0 0 0,1-1 0 0 0,0 1 0 0 0,0 0 1 0 0,0 0-1 0 0,1 0 0 0 0,0 0 0 0 0,1 0 0 0 0,0-1 0 0 0,0 1 0 0 0,0 0 1 0 0,1 0-1 0 0,0-1 0 0 0,0 1 0 0 0,0-1 0 0 0,1 1 0 0 0,0-1 0 0 0,0 0 1 0 0,1 0-1 0 0,0 0 0 0 0,5 6 0 0 0,-6-9-4 0 0,-1-1 1 0 0,1 1-1 0 0,0-1 0 0 0,-1 1 1 0 0,1-1-1 0 0,0 0 0 0 0,0 0 1 0 0,1 0-1 0 0,-1 0 0 0 0,0-1 1 0 0,1 1-1 0 0,-1-1 0 0 0,0 0 1 0 0,1 0-1 0 0,0 0 0 0 0,-1-1 1 0 0,1 1-1 0 0,0-1 0 0 0,-1 0 1 0 0,1 0-1 0 0,0 0 0 0 0,4-1 1 0 0,-3 0 10 0 0,0-1 1 0 0,-1 0-1 0 0,1 0 1 0 0,-1 0 0 0 0,0-1-1 0 0,0 1 1 0 0,0-1-1 0 0,0 0 1 0 0,0 0 0 0 0,-1-1-1 0 0,1 1 1 0 0,-1-1 0 0 0,0 0-1 0 0,0 1 1 0 0,0-1-1 0 0,-1-1 1 0 0,3-4 0 0 0,-4 8-6 0 0,1-2 110 0 0,-1 0 0 0 0,1 1 0 0 0,-1-1 0 0 0,1 0 1 0 0,-1 0-1 0 0,0 0 0 0 0,0 0 0 0 0,-1 0 0 0 0,1-1 0 0 0,0 1 0 0 0,-1 0 1 0 0,0 0-1 0 0,0-4 0 0 0,0 7-120 0 0,0 1 0 0 0,0 0 0 0 0,0 0 0 0 0,0-1-1 0 0,0 1 1 0 0,0 0 0 0 0,-1 0 0 0 0,1-1 0 0 0,0 1 0 0 0,0 0 0 0 0,-1-1 0 0 0,1 1 0 0 0,0 0 0 0 0,-1-1 0 0 0,1 1 0 0 0,-1 0 0 0 0,1-1 0 0 0,-1 1-1 0 0,1-1 1 0 0,-1 1 0 0 0,1-1 0 0 0,-1 1 0 0 0,0 0 0 0 0,0-1 0 0 0,0 1 0 0 0,0 0-1 0 0,0-1 1 0 0,1 1 0 0 0,-1 0 0 0 0,0 0-1 0 0,0 0 1 0 0,1 0 0 0 0,-1 0-1 0 0,1-1 1 0 0,-1 1 0 0 0,1 0 0 0 0,-1 0-1 0 0,1 0 1 0 0,0 0 0 0 0,-1 1 0 0 0,1-1-1 0 0,0 0 1 0 0,0 0 0 0 0,0 0 0 0 0,0 0-1 0 0,0 0 1 0 0,0 2 0 0 0,0 1 16 0 0,1 1 0 0 0,0 0 0 0 0,0-1-1 0 0,0 1 1 0 0,0 0 0 0 0,1-1 0 0 0,0 0 0 0 0,0 1 0 0 0,0-1 0 0 0,0 0 0 0 0,1 0 0 0 0,-1 0 0 0 0,1 0 0 0 0,0 0 0 0 0,0-1-1 0 0,1 0 1 0 0,-1 1 0 0 0,1-1 0 0 0,7 5 0 0 0,-2-2-581 0 0,0-1-1 0 0,1 1 1 0 0,-1-1-1 0 0,1-1 1 0 0,1 0-1 0 0,-1 0 1 0 0,0-1-1 0 0,12 2 1 0 0,-9-3-1809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1.79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1 139 5589 0 0,'13'-43'-430'0'0,"-9"30"608"0"0,0 0-1 0 0,0 0 1 0 0,-2 0-1 0 0,1-1 0 0 0,0-15 1 0 0,15 67-71 0 0,16 107 53 0 0,7 40 15 0 0,-5 74 80 0 0,-29-221-127 0 0,-6-37-324 0 0,12-25-2979 0 0,-4 9 1353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2.1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27 139 4988 0 0,'-3'-2'-7'0'0,"1"1"0"0"0,-1 0 0 0 0,1-1 0 0 0,0 1 0 0 0,-1-1 0 0 0,1 0 0 0 0,0 0 0 0 0,0 0 0 0 0,-3-3 0 0 0,8 1 21 0 0,1 0 0 0 0,-1 0 0 0 0,1 0-1 0 0,0 1 1 0 0,0-1 0 0 0,0 1 0 0 0,0 0 0 0 0,1 1 0 0 0,-1-1 0 0 0,1 1 0 0 0,7-3 0 0 0,63-23 74 0 0,-59 24-77 0 0,25-12 40 0 0,-21 8-814 0 0,1 1 0 0 0,28-6 0 0 0,-38 11-327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2.89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267 1 3672 0 0,'0'0'-170'0'0,"-19"9"1110"0"0,-3 2-768 0 0,-38 25 0 0 0,55-32-152 0 0,0 0 1 0 0,1-1 0 0 0,-1 1-1 0 0,1 1 1 0 0,0-1-1 0 0,0 1 1 0 0,0 0 0 0 0,0 0-1 0 0,1 0 1 0 0,0 0 0 0 0,0 0-1 0 0,-4 11 1 0 0,7-14-21 0 0,0-1 1 0 0,0 1 0 0 0,0 0-1 0 0,0 0 1 0 0,1-1-1 0 0,-1 1 1 0 0,0 0-1 0 0,1-1 1 0 0,-1 1 0 0 0,1 0-1 0 0,-1-1 1 0 0,1 1-1 0 0,0 0 1 0 0,0-1 0 0 0,0 1-1 0 0,0-1 1 0 0,0 0-1 0 0,0 1 1 0 0,0-1-1 0 0,0 0 1 0 0,1 0 0 0 0,-1 1-1 0 0,0-1 1 0 0,1 0-1 0 0,-1 0 1 0 0,1 0-1 0 0,-1-1 1 0 0,1 1 0 0 0,-1 0-1 0 0,1-1 1 0 0,2 2-1 0 0,63 19 27 0 0,-53-17-16 0 0,1-1-4 0 0,-11-2-6 0 0,0-1 0 0 0,0 1 0 0 0,0 0 0 0 0,0 0 1 0 0,0 1-1 0 0,0-1 0 0 0,0 1 0 0 0,-1 0 0 0 0,1 0 0 0 0,0 0 0 0 0,-1 0 0 0 0,0 1 1 0 0,1-1-1 0 0,4 6 0 0 0,-8-7 1 0 0,0 0 1 0 0,0 0-1 0 0,0 0 1 0 0,0 0-1 0 0,-1 0 1 0 0,1 0-1 0 0,0 0 0 0 0,0 0 1 0 0,-1 0-1 0 0,1 0 1 0 0,0 0-1 0 0,-1 0 1 0 0,1 0-1 0 0,-1 0 1 0 0,0 0-1 0 0,1-1 0 0 0,-1 1 1 0 0,0 0-1 0 0,1 0 1 0 0,-1-1-1 0 0,0 1 1 0 0,0 0-1 0 0,1-1 1 0 0,-1 1-1 0 0,0-1 0 0 0,0 1 1 0 0,0-1-1 0 0,-1 1 1 0 0,-28 16 40 0 0,30-17-41 0 0,-26 13-6 0 0,1-1 0 0 0,-2-1 1 0 0,1-1-1 0 0,-1-1 0 0 0,-53 9 1 0 0,77-18-219 0 0,1 0 1 0 0,-1-1-1 0 0,0 1 1 0 0,0 0-1 0 0,0-1 1 0 0,0 0-1 0 0,0 0 1 0 0,1 0 0 0 0,-1 0-1 0 0,-2-2 1 0 0,-3-4-715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43.5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249 13 6309 0 0,'0'0'-220'0'0,"1"0"207"0"0,-1-1 0 0 0,0 1 0 0 0,0 0 0 0 0,0-1-1 0 0,0 1 1 0 0,0 0 0 0 0,0-1 0 0 0,0 1 0 0 0,0-1 0 0 0,0 1 0 0 0,0 0 0 0 0,0-1 0 0 0,0 1 0 0 0,0 0 0 0 0,0-1 0 0 0,0 1 0 0 0,0 0 0 0 0,-1-1 0 0 0,1 1 0 0 0,0 0 0 0 0,0-1 0 0 0,0 1 0 0 0,0 0 0 0 0,-1-1 0 0 0,1 1 0 0 0,0 0 0 0 0,0-1 0 0 0,-1 1 0 0 0,1 0 0 0 0,0 0 0 0 0,-1-1 0 0 0,1 1 0 0 0,0 0 0 0 0,-1 0 0 0 0,1 0 0 0 0,0 0 0 0 0,-1-1 0 0 0,1 1 0 0 0,0 0 0 0 0,-1 0 0 0 0,1 0 0 0 0,0 0 0 0 0,-1 0 0 0 0,1 0 0 0 0,-1 0 0 0 0,1 0 0 0 0,0 0 0 0 0,-1 0 0 0 0,1 0 0 0 0,0 0 0 0 0,-1 0 0 0 0,1 0 0 0 0,0 0 0 0 0,-1 1 0 0 0,1-1 0 0 0,0 0 0 0 0,-1 0 0 0 0,1 0 0 0 0,-1 1 0 0 0,-15 10-6 0 0,0 1-1 0 0,1 1 1 0 0,0 1 0 0 0,1 0-1 0 0,0 1 1 0 0,2 0 0 0 0,0 1 0 0 0,0 0-1 0 0,1 1 1 0 0,1 0 0 0 0,1 1-1 0 0,-9 25 1 0 0,5-12 39 0 0,2 1 1 0 0,2 1-1 0 0,0-1 1 0 0,2 1-1 0 0,2 1 0 0 0,-2 62 1 0 0,9-38 23 0 0,3 0-1 0 0,2-1 1 0 0,3 0 0 0 0,2 0 0 0 0,3-1 0 0 0,22 57-1 0 0,-2-28 48 0 0,3-1 0 0 0,3-2 0 0 0,58 84 0 0 0,-72-127-13 0 0,0 0-1 0 0,3-2 1 0 0,53 52 0 0 0,-65-73-352 0 0,0-1 0 0 0,1 0-1 0 0,0-1 1 0 0,2-1 0 0 0,-1-1 0 0 0,2-1 0 0 0,-1 0-1 0 0,2-2 1 0 0,22 6 0 0 0,11-1-1309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44.5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40 78 4396 0 0,'-38'-60'-288'0'0,"37"58"356"0"0,1 1-44 0 0,0 1 0 0 0,0-1 0 0 0,0 1-1 0 0,0-1 1 0 0,0 1 0 0 0,0-1-1 0 0,0 1 1 0 0,0-1 0 0 0,0 1-1 0 0,0-1 1 0 0,0 0 0 0 0,1 1 0 0 0,-1-1-1 0 0,0 1 1 0 0,0-1 0 0 0,1 1-1 0 0,-1 0 1 0 0,0-1 0 0 0,0 1 0 0 0,1-1-1 0 0,-1 1 1 0 0,1-1 0 0 0,-1 1-1 0 0,0 0 1 0 0,1-1 0 0 0,-1 1 0 0 0,1 0-1 0 0,-1-1 1 0 0,1 1 0 0 0,-1 0-1 0 0,1 0 1 0 0,-1-1 0 0 0,1 1-1 0 0,-1 0 1 0 0,2 0 0 0 0,23 7 249 0 0,35 33-302 0 0,-46-30 173 0 0,71 47 44 0 0,-19-14-86 0 0,-1 3 1 0 0,76 71-1 0 0,-123-100-29 0 0,-1 1 1 0 0,-1 0 0 0 0,-1 1 0 0 0,-1 1-1 0 0,-1 0 1 0 0,0 1 0 0 0,-1 0-1 0 0,-2 1 1 0 0,0 0 0 0 0,-1 0 0 0 0,11 48-1 0 0,-16-42 14 0 0,-1 1 1 0 0,-1-1-1 0 0,-2 1 0 0 0,-1 0 0 0 0,-1-1 0 0 0,-1 1 0 0 0,-2-1 0 0 0,0 0 0 0 0,-2 0 0 0 0,-2-1 1 0 0,0 1-1 0 0,-2-2 0 0 0,-16 32 0 0 0,-1-7 35 0 0,-2-1 0 0 0,-3-2 0 0 0,-1-1-1 0 0,-2-2 1 0 0,-65 63 0 0 0,88-95-282 0 0,-32 30 609 0 0,43-40-682 0 0,-1-1 0 0 0,0 1 1 0 0,0-1-1 0 0,0 0 0 0 0,0 0 0 0 0,0 0 1 0 0,-1-1-1 0 0,1 1 0 0 0,0-1 0 0 0,-1 0 1 0 0,1 0-1 0 0,-5 1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0:53.3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1030 89 4148 0 0,'6'-15'4902'0'0,"-6"13"-4695"0"0,-12-3-162 0 0,-1 0 0 0 0,1 0 0 0 0,0 1 0 0 0,-1 1 0 0 0,0 0 0 0 0,0 1 1 0 0,0 0-1 0 0,0 1 0 0 0,0 1 0 0 0,-17 1 0 0 0,-4 1-48 0 0,1 1 0 0 0,-64 15 0 0 0,53-6-27 0 0,1 1-1 0 0,1 2 1 0 0,0 2 0 0 0,1 2-1 0 0,1 1 1 0 0,1 2-1 0 0,1 2 1 0 0,0 2 0 0 0,-51 46-1 0 0,61-47 0 0 0,1 2-1 0 0,1 0 1 0 0,1 2-1 0 0,2 0 1 0 0,0 2-1 0 0,3 0 0 0 0,0 2 1 0 0,2 0-1 0 0,-15 40 1 0 0,29-61 22 0 0,1 0 0 0 0,0 0 0 0 0,1 1 1 0 0,0-1-1 0 0,1 1 0 0 0,0-1 0 0 0,1 1 0 0 0,1-1 1 0 0,0 1-1 0 0,0 0 0 0 0,2-1 0 0 0,-1 0 1 0 0,1 0-1 0 0,1 1 0 0 0,7 14 0 0 0,-3-10 6 0 0,1-1 0 0 0,1 0 0 0 0,0 0 0 0 0,1-1 0 0 0,1 0 1 0 0,0-1-1 0 0,1-1 0 0 0,0 0 0 0 0,26 19 0 0 0,-3-6 18 0 0,1-3 0 0 0,1-1 1 0 0,0-2-1 0 0,2-1 0 0 0,0-2 1 0 0,73 19-1 0 0,-52-21 34 0 0,1-3-1 0 0,0-3 1 0 0,1-3 0 0 0,65-1 0 0 0,-86-6 41 0 0,-1-3 1 0 0,1-1 0 0 0,-1-2 0 0 0,-1-2 0 0 0,0-1 0 0 0,68-28 0 0 0,-83 28 57 0 0,-2-1-1 0 0,1-1 1 0 0,-2-1-1 0 0,0-1 1 0 0,0-1-1 0 0,-1-1 1 0 0,-1 0-1 0 0,-1-2 1 0 0,0 0-1 0 0,-1-2 1 0 0,-1 0-1 0 0,15-24 1 0 0,-13 13 21 0 0,-2-1 0 0 0,-1 0 0 0 0,13-40 0 0 0,-23 53-111 0 0,-1 0 0 0 0,-1 0 0 0 0,0 0 0 0 0,-2 0 0 0 0,0-1-1 0 0,-1 1 1 0 0,-2-31 0 0 0,-1 31-38 0 0,-1-1 0 0 0,-1 0 0 0 0,0 1 0 0 0,-1-1 0 0 0,-2 1 0 0 0,0 1 0 0 0,0-1 0 0 0,-2 1 0 0 0,-1 1 0 0 0,0 0 0 0 0,-1 0 0 0 0,0 1 0 0 0,-2 0 0 0 0,0 1 0 0 0,0 0 0 0 0,-18-14 0 0 0,-3-1-13 0 0,-1 2 0 0 0,-2 1 0 0 0,0 1 0 0 0,-2 3 0 0 0,-1 1 0 0 0,0 1-1 0 0,-2 3 1 0 0,-43-14 0 0 0,19 16-23 0 0,44 12-486 0 0,1-2 0 0 0,-25-8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0:56.6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29 375 6761 0 0,'0'0'-320'0'0,"-19"3"-213"0"0,10-2 514 0 0,11-1 420 0 0,448-58-270 0 0,-104 16-51 0 0,379-77-36 0 0,-557 92-14 0 0,-167 27-6 0 0,35-10 2493 0 0,-123-20-2387 0 0,-1 3 0 0 0,-139-25 1 0 0,179 43-113 0 0,37 6-188 0 0,14 1 71 0 0,35 4 43 0 0,61 8 26 0 0,215 51-146 0 0,-312-60 171 0 0,1-1 0 0 0,0 0 0 0 0,-1 1-1 0 0,1 0 1 0 0,0 0 0 0 0,-1 0 0 0 0,1 0 0 0 0,-1 0 0 0 0,0 0-1 0 0,1 0 1 0 0,-1 1 0 0 0,0-1 0 0 0,0 1 0 0 0,0 0-1 0 0,0 0 1 0 0,0 0 0 0 0,0 0 0 0 0,0 0 0 0 0,-1 0 0 0 0,1 0-1 0 0,-1 1 1 0 0,1-1 0 0 0,-1 0 0 0 0,0 1 0 0 0,0-1-1 0 0,0 1 1 0 0,0-1 0 0 0,-1 1 0 0 0,1 0 0 0 0,-1-1 0 0 0,1 5-1 0 0,-2-1 5 0 0,0-1 0 0 0,0 1 0 0 0,-1 0 0 0 0,0-1 0 0 0,0 1-1 0 0,0-1 1 0 0,-1 0 0 0 0,0 0 0 0 0,0 0 0 0 0,0 0 0 0 0,0 0-1 0 0,-1-1 1 0 0,-6 7 0 0 0,-11 9 6 0 0,-1-1-1 0 0,-1 0 0 0 0,0-2 1 0 0,-27 15-1 0 0,2-1 29 0 0,-1-2-387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0:57.7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11 121 6533 0 0,'-8'-42'619'0'0,"6"36"-509"0"0,2 4-99 0 0,0 6 53 0 0,3 40-86 0 0,2 0 1 0 0,3 0-1 0 0,1-1 1 0 0,25 73-1 0 0,-11-47 2879 0 0,-31-86-2814 0 0,1 1 1 0 0,1-1-1 0 0,1 0 1 0 0,0 0-1 0 0,1-1 1 0 0,1 1-1 0 0,1-1 1 0 0,1 0 0 0 0,0 0-1 0 0,1 0 1 0 0,1 0-1 0 0,0 1 1 0 0,2-1-1 0 0,0 0 1 0 0,1 1-1 0 0,0-1 1 0 0,2 1-1 0 0,8-20 1 0 0,-11 32-68 0 0,1 0 1 0 0,-1 0-1 0 0,1 1 1 0 0,0-1-1 0 0,0 1 1 0 0,0 0-1 0 0,0 0 0 0 0,1 0 1 0 0,0 0-1 0 0,0 1 1 0 0,0 0-1 0 0,8-4 1 0 0,-3 2-20 0 0,1 0 0 0 0,0 1 0 0 0,0 0 0 0 0,0 1 0 0 0,15-2 0 0 0,-24 4 18 0 0,20 10-81 0 0,-18-8 93 0 0,0 0-1 0 0,0 1 0 0 0,0 0 0 0 0,0 0 0 0 0,0 0 0 0 0,0 1 0 0 0,0-1 0 0 0,3 4 1 0 0,4 6-21 0 0,0 0-1 0 0,0 2 1 0 0,-1-1 0 0 0,11 21 0 0 0,9 12-10 0 0,-22-35 30 0 0,-1 1 1 0 0,0 1 0 0 0,-1-1-1 0 0,0 1 1 0 0,-1 1-1 0 0,5 15 1 0 0,24 65-42 0 0,-30-81 474 0 0,-2-5-1448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0:58.4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131 189 5621 0 0,'0'0'-299'0'0,"0"0"284"0"0,0 0-1 0 0,1 0 0 0 0,-1 0 0 0 0,0 0 0 0 0,0 0 0 0 0,0 0 0 0 0,0 0 0 0 0,1 0 0 0 0,-1 0 1 0 0,0 0-1 0 0,0 1 0 0 0,0-1 0 0 0,0 0 0 0 0,0 0 0 0 0,0 0 0 0 0,1 0 0 0 0,-1 0 0 0 0,0 0 1 0 0,0 0-1 0 0,0 1 0 0 0,0-1 0 0 0,0 0 0 0 0,0 0 0 0 0,0 0 0 0 0,0 0 0 0 0,0 0 0 0 0,0 1 1 0 0,0-1-1 0 0,0 0 0 0 0,0 0 0 0 0,0 0 0 0 0,0 0 0 0 0,0 1 0 0 0,0-1 0 0 0,0 0 0 0 0,0 0 1 0 0,0 0-1 0 0,0 0 0 0 0,0 1 0 0 0,0-1 0 0 0,0 0 0 0 0,0 0 0 0 0,0 0 0 0 0,0 0 0 0 0,0 0 1 0 0,0 1-1 0 0,0-1 0 0 0,0 0 0 0 0,0 0 0 0 0,-1 0 0 0 0,1 0 0 0 0,0 0 0 0 0,0 0 0 0 0,0 1 1 0 0,0-1-1 0 0,0 0 0 0 0,0 0 0 0 0,-1 0 0 0 0,1 0 0 0 0,0 0 0 0 0,0 0 0 0 0,0 0 0 0 0,0 0 1 0 0,-1 0-1 0 0,1 0 0 0 0,14 0-21 0 0,1-1 1 0 0,-1-1-1 0 0,0 0 1 0 0,0-1-1 0 0,26-9 1 0 0,-31 9 126 0 0,-1-1 1 0 0,0 0-1 0 0,1 0 1 0 0,-1 0-1 0 0,-1-1 1 0 0,1 0-1 0 0,-1-1 1 0 0,0 0-1 0 0,0 0 1 0 0,-1 0-1 0 0,7-8 0 0 0,-12 12-67 0 0,-1 1-1 0 0,1-1 0 0 0,0 0 0 0 0,-1 1 0 0 0,1-1 0 0 0,-1 0 0 0 0,1 1 0 0 0,-1-1 0 0 0,0 0 0 0 0,0 0 0 0 0,0 1 0 0 0,0-1 0 0 0,0 0 0 0 0,0 0 0 0 0,0 1 0 0 0,0-1 0 0 0,-1 0 0 0 0,1 0 0 0 0,-1 1 0 0 0,1-1 1 0 0,-1 1-1 0 0,0-1 0 0 0,1 0 0 0 0,-1 1 0 0 0,0-1 0 0 0,0 1 0 0 0,0 0 0 0 0,0-1 0 0 0,-1 1 0 0 0,1 0 0 0 0,-3-3 0 0 0,-1-1 12 0 0,0 1-1 0 0,-1-1 1 0 0,1 1-1 0 0,-1 0 0 0 0,0 0 1 0 0,0 1-1 0 0,-8-4 1 0 0,6 4-29 0 0,0-1 0 0 0,-1 2 0 0 0,1-1 0 0 0,-1 1 0 0 0,0 0 0 0 0,1 1 0 0 0,-1 0 0 0 0,0 0 0 0 0,0 1 0 0 0,0 0 0 0 0,0 1 0 0 0,0 0 0 0 0,1 0 0 0 0,-1 1 0 0 0,0 0 0 0 0,1 0 0 0 0,-1 1 0 0 0,1 0 0 0 0,0 1 0 0 0,0 0 0 0 0,0 0 0 0 0,1 1 0 0 0,-1 0 0 0 0,1 0 0 0 0,-7 6 0 0 0,10-7-8 0 0,-1 0 1 0 0,1 0-1 0 0,0 0 0 0 0,1 0 1 0 0,-1 1-1 0 0,1-1 0 0 0,0 1 1 0 0,0 0-1 0 0,0 0 0 0 0,0 0 1 0 0,1 1-1 0 0,0-1 0 0 0,0 0 1 0 0,1 1-1 0 0,-1-1 0 0 0,1 1 1 0 0,1 0-1 0 0,-1-1 0 0 0,1 1 1 0 0,0 0-1 0 0,0-1 0 0 0,0 1 1 0 0,1 0-1 0 0,0-1 0 0 0,0 1 1 0 0,0 0-1 0 0,1-1 0 0 0,0 0 1 0 0,0 1-1 0 0,0-1 0 0 0,1 0 1 0 0,-1 0-1 0 0,1 0 0 0 0,1 0 1 0 0,-1-1-1 0 0,1 1 0 0 0,0-1 1 0 0,-1 0-1 0 0,2 0 0 0 0,-1 0 1 0 0,0-1-1 0 0,9 6 0 0 0,5 3 22 0 0,1-2-1 0 0,0 1 1 0 0,1-2-1 0 0,0-1 1 0 0,35 10-1 0 0,108 17 534 0 0,-131-29-257 0 0,-29-6-234 0 0,5 1-197 0 0,-7-1 16 0 0,0 0-1 0 0,0 0 0 0 0,0 1 1 0 0,0-1-1 0 0,0 0 1 0 0,0 0-1 0 0,0 0 1 0 0,0 0-1 0 0,0 0 0 0 0,0-1 1 0 0,0 1-1 0 0,0 0 1 0 0,0 0-1 0 0,0-1 0 0 0,0 1 1 0 0,0 0-1 0 0,0-1 1 0 0,0 1-1 0 0,0-1 1 0 0,0 0-1 0 0,0 1 0 0 0,0-1 1 0 0,-1 1-1 0 0,1-1 1 0 0,1-1-1 0 0,5-8-1900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0:59.2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360 99 5192 0 0,'0'0'-195'0'0,"-7"-39"2"0"0,5 35 248 0 0,-1 0-1 0 0,1 0 0 0 0,-1 0 1 0 0,0 0-1 0 0,-1 1 0 0 0,1-1 0 0 0,-1 1 1 0 0,1 0-1 0 0,-1 0 0 0 0,0 0 1 0 0,0 0-1 0 0,0 1 0 0 0,-1 0 1 0 0,1 0-1 0 0,0 0 0 0 0,-1 0 0 0 0,-8-1 1 0 0,4 1-29 0 0,0 1 1 0 0,0 0-1 0 0,0 1 1 0 0,1 0-1 0 0,-1 0 0 0 0,0 1 1 0 0,0 0-1 0 0,0 1 1 0 0,-13 4-1 0 0,11-3-34 0 0,0 1 0 0 0,1 0-1 0 0,-1 0 1 0 0,1 1 0 0 0,0 1-1 0 0,0 0 1 0 0,1 0 0 0 0,0 1-1 0 0,0 0 1 0 0,0 0 0 0 0,1 1-1 0 0,0 0 1 0 0,0 1 0 0 0,1 0-1 0 0,0 0 1 0 0,-6 12 0 0 0,10-16 7 0 0,1 1 0 0 0,-1-1 0 0 0,1 1 1 0 0,1 0-1 0 0,-1 0 0 0 0,1 0 1 0 0,0 0-1 0 0,0 0 0 0 0,1 0 1 0 0,0 0-1 0 0,0 8 0 0 0,1-10 7 0 0,0-1-1 0 0,0 0 1 0 0,0 0-1 0 0,1-1 0 0 0,-1 1 1 0 0,1 0-1 0 0,0 0 1 0 0,0-1-1 0 0,0 1 1 0 0,0-1-1 0 0,0 1 0 0 0,0-1 1 0 0,0 0-1 0 0,1 0 1 0 0,-1 0-1 0 0,1 0 1 0 0,0-1-1 0 0,0 1 0 0 0,-1-1 1 0 0,1 1-1 0 0,0-1 1 0 0,0 0-1 0 0,7 1 1 0 0,0 2 17 0 0,0-1 1 0 0,1-1-1 0 0,0 0 1 0 0,-1-1 0 0 0,1 0-1 0 0,0 0 1 0 0,0-1 0 0 0,-1-1-1 0 0,1 1 1 0 0,0-2 0 0 0,0 0-1 0 0,-1 0 1 0 0,17-6 0 0 0,-13 2 27 0 0,-1 0 1 0 0,1-1 0 0 0,-2 0-1 0 0,1-1 1 0 0,-1-1 0 0 0,0 0 0 0 0,-1-1-1 0 0,0 0 1 0 0,13-15 0 0 0,-15 15 139 0 0,-1 0 1 0 0,0-1 0 0 0,-1-1 0 0 0,0 1-1 0 0,0-1 1 0 0,-1 0 0 0 0,-1 0 0 0 0,0-1-1 0 0,4-16 1 0 0,-9 29-184 0 0,0 0 1 0 0,0 0-1 0 0,0 0 0 0 0,0 0 0 0 0,0-1 0 0 0,0 1 0 0 0,0 0 1 0 0,0 0-1 0 0,0 0 0 0 0,0-1 0 0 0,0 1 0 0 0,0 0 1 0 0,0 0-1 0 0,0 0 0 0 0,0 0 0 0 0,0-1 0 0 0,0 1 0 0 0,0 0 1 0 0,0 0-1 0 0,0 0 0 0 0,0-1 0 0 0,0 1 0 0 0,0 0 1 0 0,0 0-1 0 0,0 0 0 0 0,-1 0 0 0 0,1 0 0 0 0,0-1 1 0 0,0 1-1 0 0,0 0 0 0 0,0 0 0 0 0,0 0 0 0 0,0 0 0 0 0,-1 0 1 0 0,1 0-1 0 0,0-1 0 0 0,0 1 0 0 0,0 0 0 0 0,0 0 1 0 0,-1 0-1 0 0,1 0 0 0 0,0 0 0 0 0,0 0 0 0 0,0 0 0 0 0,-1 0 1 0 0,1 0-1 0 0,0 0 0 0 0,0 0 0 0 0,0 0 0 0 0,0 0 1 0 0,-1 0-1 0 0,1 0 0 0 0,0 0 0 0 0,0 0 0 0 0,0 0 1 0 0,-1 0-1 0 0,1 0 0 0 0,0 0 0 0 0,0 0 0 0 0,-1 1 0 0 0,-18 10 76 0 0,15-8-89 0 0,0 1-1 0 0,0-1 0 0 0,0 1 0 0 0,1 0 1 0 0,-1 0-1 0 0,1 0 0 0 0,0 1 0 0 0,-5 8 1 0 0,7-8-12 0 0,-1 1 0 0 0,1 0 1 0 0,0-1-1 0 0,0 1 1 0 0,0 0-1 0 0,1 0 1 0 0,0 0-1 0 0,0 0 1 0 0,1-1-1 0 0,-1 1 1 0 0,1 0-1 0 0,0 0 1 0 0,1-1-1 0 0,0 1 1 0 0,3 9-1 0 0,-1-7 80 0 0,1 0 1 0 0,0 0-1 0 0,0 0 1 0 0,0 0-1 0 0,1-1 1 0 0,0 0-1 0 0,0 0 0 0 0,1-1 1 0 0,12 11-1 0 0,-12-12-145 0 0,0-1 0 0 0,1 1 1 0 0,-1-1-1 0 0,1 0 0 0 0,-1-1 0 0 0,1 0 0 0 0,0 0 0 0 0,1-1 0 0 0,-1 0 0 0 0,14 2 0 0 0,-17-4-189 0 0,1 1 1 0 0,-1-1-1 0 0,1-1 0 0 0,-1 1 1 0 0,1-1-1 0 0,-1 0 0 0 0,0 0 1 0 0,0-1-1 0 0,1 1 1 0 0,-1-1-1 0 0,0 0 0 0 0,0-1 1 0 0,0 1-1 0 0,-1-1 0 0 0,1 0 1 0 0,-1 0-1 0 0,5-5 0 0 0,5-6-1793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0:59.9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50 5092 0 0,'0'0'-254'0'0,"-10"-6"-330"0"0,2 3 576 0 0,7 2 81 0 0,42 20 672 0 0,65 41 0 0 0,-91-49-743 0 0,0 0 0 0 0,-1 0 0 0 0,0 2 0 0 0,-1 0 0 0 0,-1 0 0 0 0,0 1 0 0 0,0 1 1 0 0,-2 0-1 0 0,14 24 0 0 0,-23-38 9 0 0,-1 0 0 0 0,1 1 0 0 0,-1-1 0 0 0,1 0-1 0 0,-1 0 1 0 0,1 1 0 0 0,-1-1 0 0 0,0 1 0 0 0,0-1 0 0 0,0 0 0 0 0,0 1 0 0 0,0-1 0 0 0,0 0 0 0 0,0 1 0 0 0,0-1 0 0 0,0 0 0 0 0,-1 1-1 0 0,1-1 1 0 0,0 0 0 0 0,-1 1 0 0 0,0-1 0 0 0,1 0 0 0 0,-1 0 0 0 0,1 1 0 0 0,-1-1 0 0 0,0 0 0 0 0,0 0 0 0 0,0 0 0 0 0,0 0 0 0 0,0 0 0 0 0,0 0-1 0 0,0 0 1 0 0,0 0 0 0 0,0-1 0 0 0,0 1 0 0 0,0 0 0 0 0,-1-1 0 0 0,-1 2 0 0 0,-1 0 61 0 0,-1 0-1 0 0,1-1 1 0 0,-1 1 0 0 0,0-1 0 0 0,1 0-1 0 0,-1 0 1 0 0,0 0 0 0 0,0-1-1 0 0,0 1 1 0 0,1-1 0 0 0,-11-1 0 0 0,9 0 16 0 0,-1 0 0 0 0,0-1 0 0 0,1 0 0 0 0,-1 0 0 0 0,1 0 0 0 0,-1-1 0 0 0,1 0 0 0 0,0 0 0 0 0,0 0 0 0 0,1-1 0 0 0,-9-7 0 0 0,12 9-63 0 0,0 0 1 0 0,0-1-1 0 0,0 1 0 0 0,0-1 1 0 0,0 0-1 0 0,1 0 1 0 0,-1 1-1 0 0,1-1 0 0 0,0 0 1 0 0,-1 0-1 0 0,2-1 0 0 0,-1 1 1 0 0,0 0-1 0 0,1 0 1 0 0,-1 0-1 0 0,1 0 0 0 0,0-1 1 0 0,0 1-1 0 0,0 0 0 0 0,0 0 1 0 0,1 0-1 0 0,0-1 1 0 0,-1 1-1 0 0,1 0 0 0 0,0 0 1 0 0,0 0-1 0 0,1 0 0 0 0,2-5 1 0 0,4-6 6 0 0,0 0 1 0 0,0 1 0 0 0,1 0 0 0 0,1 1-1 0 0,0 0 1 0 0,23-21 0 0 0,78-53-248 0 0,-106 82 179 0 0,-3 3-4 0 0,-46 3-6951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0.7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48 4944 0 0,'8'-44'820'0'0,"-7"40"-712"0"0,0 24 66 0 0,3 54 201 0 0,-1-23-243 0 0,4 9-117 0 0,3 0 1 0 0,34 111 0 0 0,-31-124-11 0 0,19 60 877 0 0,-31-106-574 0 0,-1-1-275 0 0,-1 0 0 0 0,1 0-1 0 0,0 0 1 0 0,0 0 0 0 0,0 0-1 0 0,-1 0 1 0 0,1 0-1 0 0,0 0 1 0 0,0 0 0 0 0,0 0-1 0 0,-1 0 1 0 0,1 0 0 0 0,0 0-1 0 0,0 0 1 0 0,0 0 0 0 0,-1 0-1 0 0,1 0 1 0 0,0 0 0 0 0,0 0-1 0 0,0 0 1 0 0,-1 0-1 0 0,1 0 1 0 0,0 0 0 0 0,0 0-1 0 0,0 0 1 0 0,-1 0 0 0 0,1 0-1 0 0,0 0 1 0 0,0 1 0 0 0,0-1-1 0 0,0 0 1 0 0,-1 0-1 0 0,1 0 1 0 0,0 0 0 0 0,0 1-1 0 0,0-1 1 0 0,0 0 0 0 0,0 0-1 0 0,0 0 1 0 0,0 0 0 0 0,-1 1-1 0 0,1-1 1 0 0,0 0-1 0 0,0 0 1 0 0,0 0 0 0 0,0 1-1 0 0,0-1 1 0 0,0 0 0 0 0,0 0-1 0 0,0 0 1 0 0,0 1 0 0 0,0-1-1 0 0,0 0 1 0 0,0 0 0 0 0,0 0-1 0 0,0 1 1 0 0,0-1-1 0 0,0 0 1 0 0,1 0 0 0 0,-1 0-1 0 0,0 1 1 0 0,0-1 0 0 0,0 0-1 0 0,0 0 1 0 0,-4-1 6 0 0,0-1 0 0 0,0 0-1 0 0,1 0 1 0 0,-1 0 0 0 0,0-1 0 0 0,1 1 0 0 0,-1-1 0 0 0,1 0-1 0 0,0 0 1 0 0,0 0 0 0 0,0-1 0 0 0,0 1 0 0 0,1-1-1 0 0,0 1 1 0 0,-1-1 0 0 0,1 0 0 0 0,0 0 0 0 0,1 0 0 0 0,-1 0-1 0 0,1 0 1 0 0,0 0 0 0 0,0 0 0 0 0,0-1 0 0 0,0 1 0 0 0,0-8-1 0 0,1 7-38 0 0,0 0-1 0 0,0 0 1 0 0,1 0-1 0 0,0 0 1 0 0,0 0-1 0 0,0 1 1 0 0,0-1-1 0 0,0 0 1 0 0,1 1-1 0 0,0-1 1 0 0,0 1-1 0 0,0-1 1 0 0,1 1-1 0 0,0 0 0 0 0,-1 0 1 0 0,1 0-1 0 0,1 0 1 0 0,4-4-1 0 0,-2 4-19 0 0,-1 0 1 0 0,1 1-1 0 0,0 0 0 0 0,0 0 0 0 0,0 0 0 0 0,0 1 0 0 0,0 0 0 0 0,1 0 0 0 0,-1 0 0 0 0,1 1 0 0 0,-1 0 0 0 0,1 0 0 0 0,0 1 1 0 0,7 0-1 0 0,15 1-38 0 0,0 1 1 0 0,0 2-1 0 0,38 9 1 0 0,-50-9-15 0 0,0 1 0 0 0,0 0 0 0 0,-1 2 0 0 0,0 0 0 0 0,0 0 0 0 0,0 2 0 0 0,16 11 0 0 0,-31-19 62 0 0,0 0 0 0 0,1-1-1 0 0,-1 1 1 0 0,0 0 0 0 0,0 0 0 0 0,0 0 0 0 0,0 1 0 0 0,0-1 0 0 0,0 0 0 0 0,0 0 0 0 0,0 0 0 0 0,0 1 0 0 0,-1-1 0 0 0,1 0 0 0 0,0 1 0 0 0,-1-1 0 0 0,1 1 0 0 0,-1-1 0 0 0,1 1 0 0 0,-1-1 0 0 0,0 1 0 0 0,0-1 0 0 0,0 1 0 0 0,0-1 0 0 0,0 1 0 0 0,0 1 0 0 0,-1 0 2 0 0,0-1 1 0 0,-1 1-1 0 0,1-1 1 0 0,0 0-1 0 0,-1 1 1 0 0,0-1-1 0 0,1 0 1 0 0,-1 0-1 0 0,0 0 1 0 0,0 0-1 0 0,0-1 0 0 0,0 1 1 0 0,-4 2-1 0 0,-8 4-6 0 0,0 0-1 0 0,-1-1 1 0 0,-26 8 0 0 0,-4-4 128 0 0,-1-1 1 0 0,0-3 0 0 0,0-2 0 0 0,0-1-1 0 0,-49-4 1 0 0,93 0-127 0 0,1 1 0 0 0,0-1 0 0 0,-1 0 0 0 0,1 0 0 0 0,-1-1 0 0 0,1 1 0 0 0,-1 0 0 0 0,1 0 0 0 0,0-1 0 0 0,-1 1 0 0 0,1-1 0 0 0,0 1 0 0 0,-1-1 0 0 0,1 1 0 0 0,0-1 0 0 0,-2-1 0 0 0,3 2-16 0 0,0-1 1 0 0,-1 1 0 0 0,1-1 0 0 0,0 1 0 0 0,0-1-1 0 0,0 1 1 0 0,0-1 0 0 0,0 1 0 0 0,-1-1-1 0 0,1 1 1 0 0,0-1 0 0 0,0 1 0 0 0,1-1 0 0 0,-1 1-1 0 0,0-1 1 0 0,0 1 0 0 0,0-1 0 0 0,0 1-1 0 0,0-1 1 0 0,0 1 0 0 0,1-1 0 0 0,-1 1 0 0 0,0-1-1 0 0,0 1 1 0 0,1-1 0 0 0,-1 1 0 0 0,0 0-1 0 0,1-1 1 0 0,31-26-4235 0 0,-19 20 1308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1.3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361 52 6753 0 0,'0'0'-23'0'0,"0"-7"138"0"0,0 7-86 0 0,0 1-15 0 0,0-1 1 0 0,0 0-1 0 0,0 0 1 0 0,0 0-1 0 0,0 0 1 0 0,0 0-1 0 0,-1 0 1 0 0,1 0-1 0 0,0 0 1 0 0,0 0-1 0 0,0 0 1 0 0,0 0-1 0 0,0 0 1 0 0,0 0-1 0 0,0 0 1 0 0,0 0 0 0 0,0 0-1 0 0,0 0 1 0 0,-1 0-1 0 0,1 0 1 0 0,0 0-1 0 0,0 0 1 0 0,0 0-1 0 0,0 0 1 0 0,0 0-1 0 0,0 0 1 0 0,-1-1 87 0 0,1 1-73 0 0,0 0-15 0 0,0 0 1 0 0,0 0-1 0 0,0 0 1 0 0,0 0-1 0 0,0 0 1 0 0,0 0-1 0 0,0-1 1 0 0,0 1-1 0 0,-11 17-15 0 0,8-13 7 0 0,4 10 12 0 0,2-10-13 0 0,0 1 0 0 0,1-2 0 0 0,-1 1 0 0 0,1 0-1 0 0,0-1 1 0 0,0 1 0 0 0,0-1 0 0 0,1 0 0 0 0,-1-1 0 0 0,1 1 0 0 0,-1-1 0 0 0,1 0-1 0 0,0 0 1 0 0,0 0 0 0 0,0 0 0 0 0,0-1 0 0 0,0 0 0 0 0,8 0 0 0 0,1 2 14 0 0,1-1 1 0 0,-1-1-1 0 0,1 0 1 0 0,-1-1-1 0 0,26-3 1 0 0,-25-1-4 0 0,0-1 0 0 0,0 0 0 0 0,0-1 0 0 0,-1 0 0 0 0,0-1 0 0 0,0-1 0 0 0,-1 0 0 0 0,0-1 0 0 0,13-12 0 0 0,38-23 505 0 0,-42 34-336 0 0,-22 10-185 0 0,0 0 1 0 0,0 0-1 0 0,0 0 0 0 0,1 0 1 0 0,-1 0-1 0 0,0 0 0 0 0,0 0 1 0 0,1 0-1 0 0,-1 0 0 0 0,0 0 1 0 0,0 0-1 0 0,0 0 0 0 0,1 0 1 0 0,-1 0-1 0 0,0 0 0 0 0,0 0 1 0 0,1 0-1 0 0,-1 0 1 0 0,0 0-1 0 0,0 0 0 0 0,0 0 1 0 0,1 0-1 0 0,-1 0 0 0 0,0 0 1 0 0,0 0-1 0 0,0 1 0 0 0,0-1 1 0 0,1 0-1 0 0,-1 0 0 0 0,0 0 1 0 0,0 0-1 0 0,0 1 0 0 0,0-1 1 0 0,1 0-1 0 0,-1 0 0 0 0,0 0 1 0 0,0 0-1 0 0,0 1 1 0 0,0-1-1 0 0,0 0 0 0 0,0 1 1 0 0,-1 2-4 0 0,0 0 0 0 0,0 0 0 0 0,0 0 0 0 0,0 0 0 0 0,-1 0 1 0 0,1 0-1 0 0,-1 0 0 0 0,0-1 0 0 0,0 1 0 0 0,-4 4 0 0 0,-96 109 6 0 0,-148 133 0 0 0,137-142 15 0 0,29-29-289 0 0,-123 88 0 0 0,189-159-443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3.7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556 14 5757 0 0,'0'0'1796'0'0,"-7"1"-1738"0"0,-45 4 61 0 0,28-4-109 0 0,-1 1-1 0 0,1 2 1 0 0,0 0 0 0 0,-25 9 0 0 0,23-2-48 0 0,1 1 0 0 0,0 2 1 0 0,1 0-1 0 0,1 2 0 0 0,0 0 1 0 0,1 2-1 0 0,1 0 0 0 0,0 1 1 0 0,2 1-1 0 0,0 1 0 0 0,-27 42 1 0 0,38-51 13 0 0,1-1 0 0 0,0 1 0 0 0,1 1 0 0 0,0-1 0 0 0,1 1 0 0 0,1 0 0 0 0,0 0 0 0 0,1 0 0 0 0,-3 19 0 0 0,6-23 15 0 0,-1-1 1 0 0,1 0-1 0 0,0 1 0 0 0,1-1 0 0 0,0 1 0 0 0,0-1 0 0 0,1 0 0 0 0,0 1 0 0 0,1-1 0 0 0,0 0 0 0 0,0 0 1 0 0,0-1-1 0 0,1 1 0 0 0,0-1 0 0 0,1 0 0 0 0,6 9 0 0 0,15 10 22 0 0,0 0-1 0 0,2-2 1 0 0,0-1-1 0 0,2-2 1 0 0,0 0-1 0 0,2-2 1 0 0,0-2-1 0 0,1-1 1 0 0,50 18-1 0 0,-68-30 12 0 0,0 0-1 0 0,1-1 0 0 0,-1-1 0 0 0,1-1 0 0 0,-1 0 1 0 0,1-1-1 0 0,-1 0 0 0 0,30-5 0 0 0,4-4 140 0 0,69-22 0 0 0,-101 26 69 0 0,0-1-1 0 0,-1-1 1 0 0,1-1 0 0 0,-2 0-1 0 0,1-1 1 0 0,-1 0 0 0 0,0-2-1 0 0,-1 0 1 0 0,0 0 0 0 0,-1-1-1 0 0,0-1 1 0 0,-1 0 0 0 0,-1-1-1 0 0,0 0 1 0 0,0 0 0 0 0,-2-2-1 0 0,0 1 1 0 0,10-23 0 0 0,-14 22-136 0 0,0 1 1 0 0,-1-1 0 0 0,-1 0-1 0 0,-1-1 1 0 0,0 1 0 0 0,-1 0-1 0 0,0-1 1 0 0,-1 1 0 0 0,-1-1 0 0 0,-1 1-1 0 0,-1 0 1 0 0,-7-27 0 0 0,6 31-91 0 0,0-1-1 0 0,-1 2 1 0 0,0-1 0 0 0,-1 0 0 0 0,-1 1 0 0 0,0 0 0 0 0,0 1 0 0 0,-1-1 0 0 0,-1 1 0 0 0,1 1 0 0 0,-2 0 0 0 0,-19-16 0 0 0,5 7-44 0 0,-1 2 1 0 0,0 0-1 0 0,-1 2 0 0 0,-45-18 0 0 0,-16 8-135 0 0,38 13 90 0 0,34 7-246 0 0,-1 1 0 0 0,0 0 1 0 0,0 1-1 0 0,0 1 0 0 0,0 0 0 0 0,0 2 0 0 0,0 0 0 0 0,-20 3 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5.1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22 156 5821 0 0,'0'0'-419'0'0,"-6"1"-463"0"0,6-1 840 0 0,-1 0 0 0 0,1-1 1 0 0,-1 1-1 0 0,0 0 0 0 0,1 0 0 0 0,-1 0 0 0 0,1 1 1 0 0,-1-1-1 0 0,1 0 0 0 0,-1 0 0 0 0,0 0 0 0 0,1 0 1 0 0,-1 0-1 0 0,1 1 0 0 0,-1-1 0 0 0,1 0 0 0 0,-1 0 1 0 0,1 1-1 0 0,-1-1 0 0 0,1 0 0 0 0,-1 1 0 0 0,1-1 1 0 0,0 1-1 0 0,-1-1 0 0 0,1 1 0 0 0,0-1 0 0 0,-1 0 1 0 0,1 1-1 0 0,0-1 0 0 0,-1 1 0 0 0,1-1 0 0 0,0 1 1 0 0,0 0-1 0 0,-1 0 0 0 0,1 0-101 0 0,31 26-413 0 0,-13-17 492 0 0,0 0 0 0 0,0-2-1 0 0,1 0 1 0 0,0-1 0 0 0,28 6-1 0 0,105 16-13 0 0,-87-19 53 0 0,41 5 287 0 0,0-4 1 0 0,193-6-1 0 0,-203-13 394 0 0,159-36 0 0 0,-20 2-134 0 0,-120 24-114 0 0,-1-5 0 0 0,173-59 1 0 0,-191 55-312 0 0,0 3 1 0 0,2 5 0 0 0,1 4-1 0 0,126-3 1 0 0,223 17-153 0 0,-376 4 476 0 0,-68-3-309 0 0,30 1-1447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5.8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86 25 4776 0 0,'-74'-22'1575'0'0,"63"20"-12"0"0,18 4-1608 0 0,121 33 29 0 0,156 39 79 0 0,-278-74-73 0 0,0 1 0 0 0,-1 0 0 0 0,1 0 0 0 0,-1 1 0 0 0,1 0 0 0 0,-1 0 0 0 0,1 0 0 0 0,-1 0 0 0 0,0 1 0 0 0,0 0-1 0 0,0 0 1 0 0,6 6 0 0 0,-10-8-3 0 0,-1 1 9 0 0,-1 0 0 0 0,1-1 0 0 0,-1 1 0 0 0,0 0 1 0 0,0 0-1 0 0,1-1 0 0 0,-1 1 0 0 0,0-1 0 0 0,0 1 0 0 0,-1-1 0 0 0,1 1 0 0 0,0-1 0 0 0,0 0 0 0 0,-1 1 0 0 0,1-1 1 0 0,-1 0-1 0 0,1 0 0 0 0,-3 1 0 0 0,-35 20 11 0 0,32-19-5 0 0,-54 25 77 0 0,-115 34 0 0 0,81-31-251 0 0,74-25-139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7.5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0 105 5076 0 0,'0'-24'114'0'0,"0"22"-89"0"0,0-2-21 0 0,0 2 173 0 0,1 8-395 0 0,7 43 203 0 0,3-1 0 0 0,1-1-1 0 0,3 0 1 0 0,20 45 0 0 0,-15-40 2837 0 0,-22-53-2791 0 0,0 0 1 0 0,0 0-1 0 0,0 0 0 0 0,0 0 1 0 0,0 0-1 0 0,0 0 0 0 0,0 0 0 0 0,0-1 1 0 0,1 1-1 0 0,-1-1 0 0 0,1 1 1 0 0,-1-1-1 0 0,1 0 0 0 0,-1 1 1 0 0,1-1-1 0 0,0 0 0 0 0,0 0 0 0 0,0 0 1 0 0,0 0-1 0 0,0 0 0 0 0,0 0 1 0 0,1 0-1 0 0,-1 0 0 0 0,0-4 0 0 0,-14-62 382 0 0,14 60-380 0 0,-3-29 62 0 0,2 0 0 0 0,2-1 0 0 0,1 1-1 0 0,7-42 1 0 0,-8 75-145 0 0,0 1 1 0 0,1-1-1 0 0,-1 0 0 0 0,1 1 0 0 0,0-1 0 0 0,0 1 0 0 0,0-1 1 0 0,0 1-1 0 0,1-1 0 0 0,-1 1 0 0 0,1 0 0 0 0,4-6 0 0 0,-3 7 30 0 0,0 0-1 0 0,0 1 0 0 0,0-1 0 0 0,0 0 0 0 0,0 1 0 0 0,0 0 0 0 0,1 0 0 0 0,-1 0 0 0 0,0 0 0 0 0,1 1 0 0 0,-1-1 0 0 0,1 1 0 0 0,-1 0 0 0 0,1 0 0 0 0,5 0 0 0 0,2 0-22 0 0,-1 0 0 0 0,1 1 0 0 0,0 0 0 0 0,-1 0 0 0 0,1 1 0 0 0,-1 0 0 0 0,0 1 0 0 0,1 1 0 0 0,-1-1 0 0 0,0 1 0 0 0,-1 1 0 0 0,1 0 0 0 0,-1 0 0 0 0,0 1 0 0 0,0 0 0 0 0,-1 1 0 0 0,12 11 0 0 0,5 15-27 0 0,-2 1-1 0 0,-1 1 0 0 0,-2 0 0 0 0,26 64 0 0 0,-42-89-253 0 0,15 34 844 0 0,-6-24-4163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8.0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2 146 5188 0 0,'0'1'-33'0'0,"0"-1"-1"0"0,-1 1 1 0 0,1-1-1 0 0,0 1 1 0 0,0-1-1 0 0,0 0 1 0 0,0 1-1 0 0,-1-1 0 0 0,1 1 1 0 0,0-1-1 0 0,0 1 1 0 0,0-1-1 0 0,0 1 1 0 0,0-1-1 0 0,0 1 1 0 0,0-1-1 0 0,0 1 0 0 0,0-1 1 0 0,1 0-1 0 0,-1 1 1 0 0,0-1-1 0 0,0 1 1 0 0,0-1-1 0 0,0 1 1 0 0,1-1-1 0 0,-1 0 0 0 0,0 1 1 0 0,0-1-1 0 0,1 1 1 0 0,-1-1-1 0 0,0 0 1 0 0,1 1-1 0 0,-1-1 1 0 0,0 0-1 0 0,1 1 0 0 0,-1-1 1 0 0,1 0-1 0 0,-1 0 1 0 0,0 0-1 0 0,1 1 1 0 0,-1-1-1 0 0,1 0 1 0 0,0 0-1 0 0,31 6-432 0 0,28-8 383 0 0,-42-1 129 0 0,-1 0 0 0 0,0-1-1 0 0,0-1 1 0 0,0-1 0 0 0,20-9 0 0 0,-28 11 60 0 0,0-1 1 0 0,0 0-1 0 0,-1 0 1 0 0,1-1-1 0 0,-2 0 1 0 0,1 0-1 0 0,0-1 1 0 0,-1 0-1 0 0,-1 0 1 0 0,10-14-1 0 0,-15 20-92 0 0,0 0 1 0 0,-1 0-1 0 0,1 0 0 0 0,-1 0 1 0 0,0 0-1 0 0,1-1 0 0 0,-1 1 0 0 0,0 0 1 0 0,0 0-1 0 0,0 0 0 0 0,0-1 1 0 0,0 1-1 0 0,0 0 0 0 0,0 0 1 0 0,0-1-1 0 0,0 1 0 0 0,0 0 0 0 0,-1 0 1 0 0,1 0-1 0 0,0 0 0 0 0,-1-1 1 0 0,1 1-1 0 0,-1 0 0 0 0,0 0 0 0 0,1 0 1 0 0,-1 0-1 0 0,0 0 0 0 0,1 0 1 0 0,-1 0-1 0 0,0 0 0 0 0,0 1 1 0 0,0-1-1 0 0,0 0 0 0 0,0 0 0 0 0,0 1 1 0 0,0-1-1 0 0,0 1 0 0 0,0-1 1 0 0,0 1-1 0 0,0-1 0 0 0,-1 1 0 0 0,1-1 1 0 0,-2 1-1 0 0,-2-2 2 0 0,0 0-1 0 0,-1 1 1 0 0,1-1 0 0 0,-1 1-1 0 0,1 0 1 0 0,-1 1-1 0 0,0-1 1 0 0,1 1 0 0 0,-1 1-1 0 0,-6 0 1 0 0,-3 2-40 0 0,-1 1 1 0 0,1 0-1 0 0,-1 1 1 0 0,1 1-1 0 0,1 1 1 0 0,-1 0-1 0 0,1 1 1 0 0,-20 14-1 0 0,29-19 17 0 0,1 0 0 0 0,0 1 0 0 0,0-1 0 0 0,0 1 0 0 0,0 0-1 0 0,1 0 1 0 0,-1 1 0 0 0,1-1 0 0 0,0 0 0 0 0,0 1 0 0 0,1 0-1 0 0,0 0 1 0 0,-1 0 0 0 0,2 0 0 0 0,-1 0 0 0 0,0 0-1 0 0,1 0 1 0 0,0 0 0 0 0,0 1 0 0 0,1-1 0 0 0,0 1 0 0 0,-1-1-1 0 0,2 0 1 0 0,-1 1 0 0 0,1-1 0 0 0,0 0 0 0 0,0 1-1 0 0,0-1 1 0 0,4 10 0 0 0,-2-10 10 0 0,0 0-1 0 0,0 0 1 0 0,0-1 0 0 0,1 1-1 0 0,-1-1 1 0 0,1 0-1 0 0,0 0 1 0 0,0 0 0 0 0,1-1-1 0 0,-1 1 1 0 0,1-1 0 0 0,-1 0-1 0 0,1-1 1 0 0,0 1-1 0 0,7 2 1 0 0,12 4 18 0 0,0 0 1 0 0,26 4-1 0 0,-32-8-13 0 0,-2 0-207 0 0,1-1-1 0 0,-1 0 1 0 0,1-1-1 0 0,-1-1 0 0 0,1-1 1 0 0,0 0-1 0 0,0-1 1 0 0,0-1-1 0 0,-1 0 1 0 0,19-5-1 0 0,-11-1-846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8.77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282 34 3948 0 0,'0'0'-78'0'0,"-22"-27"778"0"0,15 24-675 0 0,4 2-21 0 0,1 0-1 0 0,-1 1 1 0 0,1-1-1 0 0,-1 1 0 0 0,1 0 1 0 0,-1 0-1 0 0,1-1 1 0 0,-1 2-1 0 0,0-1 0 0 0,1 0 1 0 0,-1 0-1 0 0,1 1 0 0 0,-1 0 1 0 0,1-1-1 0 0,-1 1 1 0 0,1 0-1 0 0,-3 1 0 0 0,-6 2-16 0 0,-1 0 0 0 0,1 0 0 0 0,0 1 0 0 0,1 0 0 0 0,-1 1 0 0 0,1 0 0 0 0,0 1 0 0 0,-16 14 0 0 0,7-3-59 0 0,1 2 0 0 0,-29 38-1 0 0,46-56 74 0 0,-1 1-1 0 0,1-1 1 0 0,0 1-1 0 0,1-1 1 0 0,-1 1-1 0 0,0 0 1 0 0,1-1 0 0 0,-1 1-1 0 0,1 0 1 0 0,0-1-1 0 0,0 1 1 0 0,0 0-1 0 0,0-1 1 0 0,0 1-1 0 0,1 0 1 0 0,-1-1-1 0 0,1 1 1 0 0,0 0-1 0 0,0-1 1 0 0,0 1-1 0 0,1 3 1 0 0,0-4 23 0 0,0 0 0 0 0,0 0 0 0 0,0-1 0 0 0,0 1 0 0 0,0 0 1 0 0,1-1-1 0 0,-1 1 0 0 0,0-1 0 0 0,1 0 0 0 0,-1 0 0 0 0,1 0 0 0 0,0 0 0 0 0,-1 0 1 0 0,1 0-1 0 0,0-1 0 0 0,-1 1 0 0 0,1-1 0 0 0,0 0 0 0 0,-1 0 0 0 0,1 0 0 0 0,0 0 1 0 0,0 0-1 0 0,-1 0 0 0 0,1-1 0 0 0,0 1 0 0 0,-1-1 0 0 0,1 0 0 0 0,0 0 1 0 0,-1 0-1 0 0,1 0 0 0 0,-1-1 0 0 0,0 1 0 0 0,1-1 0 0 0,3-2 0 0 0,4-3 83 0 0,-1 0 1 0 0,0-1-1 0 0,0 0 0 0 0,-1 0 0 0 0,0-1 0 0 0,13-17 1 0 0,57-84 1514 0 0,-77 109-1627 0 0,0 4-86 0 0,0 0 83 0 0,0 0 0 0 0,0 0 0 0 0,0 1 0 0 0,-1-1 0 0 0,1 0 1 0 0,-1 0-1 0 0,0 1 0 0 0,0 2 0 0 0,0 3 5 0 0,0-1 0 0 0,1 0-1 0 0,0 0 1 0 0,0 1 0 0 0,1-1 0 0 0,1 0 0 0 0,-1 0-1 0 0,1-1 1 0 0,0 1 0 0 0,1 0 0 0 0,0-1-1 0 0,0 0 1 0 0,0 0 0 0 0,1 0 0 0 0,0-1 0 0 0,1 1-1 0 0,8 7 1 0 0,-9-9-187 0 0,1-1 0 0 0,-1 0-1 0 0,1-1 1 0 0,0 1 0 0 0,0-1 0 0 0,0 0-1 0 0,1 0 1 0 0,-1-1 0 0 0,0 0 0 0 0,1 0 0 0 0,0-1-1 0 0,-1 0 1 0 0,1 0 0 0 0,0 0 0 0 0,0-1-1 0 0,0 0 1 0 0,-1 0 0 0 0,1-1 0 0 0,0 1-1 0 0,0-2 1 0 0,8-2 0 0 0,12-5-1095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9.5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84 3888 0 0,'0'0'-302'0'0,"17"7"-1031"0"0,-5-2 1321 0 0,-1 1-1 0 0,1 1 0 0 0,-1-1 0 0 0,0 2 0 0 0,-1-1 0 0 0,1 1 0 0 0,-2 1 1 0 0,1 0-1 0 0,-1 1 0 0 0,-1-1 0 0 0,1 2 0 0 0,-2-1 0 0 0,12 22 1 0 0,19 27 4 0 0,-13-21 388 0 0,-24-37-174 0 0,-5 3-24 0 0,-1-1 1 0 0,0 0 0 0 0,0 0-1 0 0,0 0 1 0 0,0-1 0 0 0,0 0 0 0 0,0 0-1 0 0,-1 0 1 0 0,1-1 0 0 0,-1 0 0 0 0,1 0-1 0 0,-1 0 1 0 0,0 0 0 0 0,1-1-1 0 0,-1 0 1 0 0,-9-1 0 0 0,14 1-149 0 0,0-1 0 0 0,0 1 0 0 0,0 0 0 0 0,0 0 0 0 0,0 0 0 0 0,0 0 0 0 0,0-1 0 0 0,0 1 0 0 0,0-1 0 0 0,0 1 0 0 0,0-1 0 0 0,0 1 0 0 0,0-1 0 0 0,0 1 0 0 0,0-1 0 0 0,0 0 0 0 0,0 0 0 0 0,0 1 0 0 0,1-1 0 0 0,-1 0 0 0 0,0 0 0 0 0,1 0 0 0 0,-1 0 0 0 0,1 0 0 0 0,-1 0 0 0 0,1 0 0 0 0,-1 0 0 0 0,1 0 0 0 0,0 0 0 0 0,-1 0 0 0 0,1 0 0 0 0,0 0 0 0 0,0 0 0 0 0,0 0 0 0 0,0 0 0 0 0,0 0 0 0 0,0-1 0 0 0,0 1 0 0 0,0 0 0 0 0,1-2 0 0 0,-1-2 12 0 0,1 0-1 0 0,0 0 0 0 0,0 0 1 0 0,1 0-1 0 0,-1 0 1 0 0,1 0-1 0 0,3-6 0 0 0,7-7-13 0 0,1 1-1 0 0,0 0 1 0 0,2 1-1 0 0,-1 0 1 0 0,2 1-1 0 0,0 1 1 0 0,28-19-1 0 0,-3 6 3 0 0,0 2-1 0 0,62-26 0 0 0,-88 42-132 0 0,14-8 93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10.3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70 5064 0 0,'-16'-68'1377'0'0,"15"67"-1343"0"0,0 6-394 0 0,0 6 335 0 0,0 1 1 0 0,1-1-1 0 0,0 1 0 0 0,1-1 0 0 0,1 1 0 0 0,-1-1 1 0 0,2 1-1 0 0,3 11 0 0 0,38 99-77 0 0,-24-70 77 0 0,41 85-1 0 0,-38-89 61 0 0,33 98 0 0 0,-34-92 4806 0 0,-22-61-4583 0 0,-2-18 32 0 0,0 10-165 0 0,1 1 0 0 0,0-1 0 0 0,1 0 0 0 0,1 1 0 0 0,3-21 0 0 0,-3 31-150 0 0,0 1 0 0 0,0-1 0 0 0,0 1 1 0 0,0-1-1 0 0,1 1 0 0 0,0 0 0 0 0,-1 0 0 0 0,1 0 1 0 0,0 0-1 0 0,1 0 0 0 0,-1 0 0 0 0,0 0 0 0 0,1 1 0 0 0,0-1 1 0 0,-1 1-1 0 0,1 0 0 0 0,0 0 0 0 0,0 0 0 0 0,0 0 1 0 0,1 0-1 0 0,-1 1 0 0 0,0-1 0 0 0,1 1 0 0 0,-1 0 0 0 0,0 0 1 0 0,1 0-1 0 0,7 0 0 0 0,31-4-134 0 0,0 3-1 0 0,0 2 1 0 0,1 1-1 0 0,58 10 1 0 0,-34 1-217 0 0,128 39 1 0 0,-188-48 323 0 0,46 17-349 0 0,-51-19 379 0 0,0 0-1 0 0,0 0 1 0 0,-1 0 0 0 0,1 0-1 0 0,0 0 1 0 0,-1 0-1 0 0,1 0 1 0 0,-1 1 0 0 0,1-1-1 0 0,-1 0 1 0 0,1 1 0 0 0,-1-1-1 0 0,0 1 1 0 0,0 0-1 0 0,0-1 1 0 0,0 1 0 0 0,0 0-1 0 0,0 0 1 0 0,0-1 0 0 0,-1 1-1 0 0,1 0 1 0 0,0 2-1 0 0,-3 0 3 0 0,0 0-1 0 0,-1 0 0 0 0,1-1 0 0 0,-1 1 0 0 0,0-1 1 0 0,0 0-1 0 0,0 0 0 0 0,0 0 0 0 0,0 0 0 0 0,-1-1 1 0 0,0 1-1 0 0,1-1 0 0 0,-6 3 0 0 0,-10 5 111 0 0,1-1 0 0 0,-2-1 0 0 0,1 0 0 0 0,-1-1 0 0 0,0-2 0 0 0,0 0 0 0 0,-1-1 0 0 0,-28 2 0 0 0,46-6-46 0 0,1 0 0 0 0,-1 0-1 0 0,0 0 1 0 0,1 0 0 0 0,-1-1-1 0 0,0 1 1 0 0,1-1 0 0 0,-1 0 0 0 0,1 0-1 0 0,-1 0 1 0 0,1 0 0 0 0,-1 0-1 0 0,-3-3 1 0 0,5 3-68 0 0,0 0-1 0 0,0 0 0 0 0,0 0 1 0 0,0 0-1 0 0,0-1 0 0 0,0 1 1 0 0,0 0-1 0 0,1 0 0 0 0,-1-1 1 0 0,0 1-1 0 0,1-1 0 0 0,-1 1 1 0 0,1-1-1 0 0,0 1 1 0 0,-1-1-1 0 0,1 1 0 0 0,0-1 1 0 0,0-1-1 0 0,0-2-404 0 0,1-1 1 0 0,0 1-1 0 0,0-1 0 0 0,1 1 1 0 0,0-1-1 0 0,0 1 0 0 0,0 0 0 0 0,0 0 1 0 0,1 0-1 0 0,0 0 0 0 0,4-6 1 0 0,9-10-1972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10.8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631 0 5573 0 0,'-3'2'-145'0'0,"0"0"1"0"0,-1 0 0 0 0,1 1-1 0 0,0-1 1 0 0,1 0 0 0 0,-1 1 0 0 0,0 0-1 0 0,1 0 1 0 0,-1 0 0 0 0,1 0-1 0 0,0 0 1 0 0,0 0 0 0 0,0 0 0 0 0,0 1-1 0 0,-1 5 1 0 0,3-8 136 0 0,-1 0 1 0 0,1 0-1 0 0,0 1 0 0 0,0-1 1 0 0,0 0-1 0 0,0 0 1 0 0,0 0-1 0 0,0 1 0 0 0,1-1 1 0 0,-1 0-1 0 0,0 0 0 0 0,1 0 1 0 0,-1 0-1 0 0,0 1 1 0 0,1-1-1 0 0,0 0 0 0 0,-1 0 1 0 0,1 0-1 0 0,1 1 0 0 0,-1 0 7 0 0,1 0 0 0 0,0-1 0 0 0,0 1-1 0 0,1-1 1 0 0,-1 1 0 0 0,0-1 0 0 0,0 0-1 0 0,1 0 1 0 0,-1 0 0 0 0,0 0-1 0 0,1 0 1 0 0,3 0 0 0 0,15 3 34 0 0,0-1-1 0 0,1-1 1 0 0,-1 0 0 0 0,41-4-1 0 0,87-17 322 0 0,-97 11-62 0 0,1-2 447 0 0,-35 6 527 0 0,0 0 0 0 0,35-1 0 0 0,-58 10-1101 0 0,-26 21-20 0 0,-1-1-1 0 0,-40 23 1 0 0,-3 3-28 0 0,-648 445-861 0 0,579-415-3627 0 0,109-65 2185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09.3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1 474 4956 0 0,'0'0'3378'0'0,"4"-3"-3351"0"0,19-16 5 0 0,1 1 0 0 0,1 1 1 0 0,1 1-1 0 0,48-22 1 0 0,-8 4-6 0 0,50-22-22 0 0,2 6 0 0 0,177-52 0 0 0,-196 71-66 0 0,3 3 1 0 0,0 5 0 0 0,171-15-1 0 0,-109 42-385 0 0,-161-4 477 0 0,33 3 851 0 0,-24-1-787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10.0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28 5268 0 0,'-70'-24'1249'0'0,"68"24"-869"0"0,2-1-369 0 0,0 1 0 0 0,0 0 0 0 0,0 0 1 0 0,0 0-1 0 0,0 0 0 0 0,0-1 0 0 0,0 1 1 0 0,0 0-1 0 0,0 0 0 0 0,-1 0 0 0 0,1 0 1 0 0,0 0-1 0 0,0-1 0 0 0,0 1 0 0 0,0 0 0 0 0,0 0 1 0 0,-1 0-1 0 0,1 0 0 0 0,0 0 0 0 0,0 0 1 0 0,0 0-1 0 0,0 0 0 0 0,0 0 0 0 0,-1 0 1 0 0,1 0-1 0 0,0 0 0 0 0,0-1 0 0 0,0 1 1 0 0,-1 0-1 0 0,1 0 0 0 0,0 0 0 0 0,0 0 1 0 0,0 1-1 0 0,0-1 0 0 0,-1 0 0 0 0,1 0 1 0 0,0 0-1 0 0,0 0 0 0 0,0 0 0 0 0,0 0 1 0 0,-1 0-1 0 0,1 0 0 0 0,0 0 0 0 0,0 0 0 0 0,0 0 1 0 0,0 0-1 0 0,0 1 0 0 0,-1-1 0 0 0,1 0 1 0 0,0 0-1 0 0,0 0 0 0 0,0 0 0 0 0,0 0 1 0 0,0 1-1 0 0,0-1 0 0 0,0 0 0 0 0,13 15-23 0 0,1-1-1 0 0,1-1 0 0 0,0 0 1 0 0,1-2-1 0 0,0 1 0 0 0,1-2 0 0 0,25 12 1 0 0,56 39 9 0 0,-91-56 6 0 0,0 0 1 0 0,-1 0 0 0 0,0 1 0 0 0,0-1 0 0 0,-1 1 0 0 0,1 1-1 0 0,-1-1 1 0 0,6 11 0 0 0,-10-14 7 0 0,0 0-1 0 0,0 0 1 0 0,0 0 0 0 0,-1 0 0 0 0,1 0-1 0 0,-1 0 1 0 0,1 1 0 0 0,-1-1 0 0 0,0 0-1 0 0,0 0 1 0 0,-1 1 0 0 0,1-1 0 0 0,0 0-1 0 0,-1 0 1 0 0,0 0 0 0 0,0 1 0 0 0,0-1-1 0 0,0 0 1 0 0,-1 0 0 0 0,1-1-1 0 0,-1 1 1 0 0,0 0 0 0 0,-3 5 0 0 0,-17 17 63 0 0,0 0 1 0 0,-1-1 0 0 0,-2-1 0 0 0,0-2-1 0 0,-1 0 1 0 0,-29 16 0 0 0,-8 9 272 0 0,47-36-199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12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74 52 6165 0 0,'1'-5'116'0'0,"-1"1"0"0"0,1-1 0 0 0,-1 1 0 0 0,1-1 0 0 0,-1 0 0 0 0,0 1 0 0 0,-1-1 0 0 0,-1-8 0 0 0,2 11 180 0 0,-4 6-262 0 0,-3 4-33 0 0,0 0 0 0 0,0 0-1 0 0,1 1 1 0 0,0-1 0 0 0,1 2 0 0 0,0-1 0 0 0,0 0 0 0 0,1 1 0 0 0,0 0 0 0 0,1 0 0 0 0,0 0 0 0 0,1 1 0 0 0,0-1 0 0 0,-1 19-1 0 0,3-23 0 0 0,0 0-1 0 0,0 0 1 0 0,1 0-1 0 0,0 0 1 0 0,0 0-1 0 0,0 0 1 0 0,1-1-1 0 0,0 1 1 0 0,0 0-1 0 0,0-1 1 0 0,1 0-1 0 0,-1 1 1 0 0,1-1-1 0 0,1 0 1 0 0,-1 0-1 0 0,1-1 1 0 0,0 1-1 0 0,0-1 1 0 0,0 0-1 0 0,1 0 1 0 0,-1 0-1 0 0,1 0 1 0 0,0-1-1 0 0,0 0 1 0 0,0 0-1 0 0,0 0 1 0 0,12 3-1 0 0,-4-1 10 0 0,1-1 0 0 0,0 0-1 0 0,0-1 1 0 0,0-1 0 0 0,0-1 0 0 0,0 0 0 0 0,0 0-1 0 0,1-1 1 0 0,-1-1 0 0 0,24-5 0 0 0,-31 5 11 0 0,0 0 1 0 0,1-1 0 0 0,-1-1 0 0 0,0 1-1 0 0,0-1 1 0 0,-1 0 0 0 0,1-1 0 0 0,-1 1-1 0 0,1-1 1 0 0,-1-1 0 0 0,0 1-1 0 0,-1-1 1 0 0,1 0 0 0 0,-1 0 0 0 0,0-1-1 0 0,0 0 1 0 0,0 0 0 0 0,-1 0 0 0 0,0 0-1 0 0,-1-1 1 0 0,6-10 0 0 0,-7 8 171 0 0,-1 0-1 0 0,0 1 1 0 0,0-1 0 0 0,-1 0 0 0 0,0 1-1 0 0,-1-1 1 0 0,-2-15 0 0 0,2 23-97 0 0,4-17 282 0 0,-1 8-354 0 0,-3 66-852 0 0,1-3 701 0 0,3 1 0 0 0,2-1 0 0 0,3 0 0 0 0,25 93 0 0 0,-29-127 138 0 0,-1 0 1 0 0,-1 0 0 0 0,0 0-1 0 0,-2 33 1 0 0,0-31 47 0 0,0-19-83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13.0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303 107 6189 0 0,'-4'-34'-49'0'0,"0"31"55"0"0,0 1 0 0 0,0-1 1 0 0,-1 1-1 0 0,1 1 0 0 0,0-1 0 0 0,-1 0 0 0 0,1 1 1 0 0,-1 0-1 0 0,0 0 0 0 0,1 0 0 0 0,-1 1 0 0 0,0 0 1 0 0,0 0-1 0 0,-6 0 0 0 0,-70 10 6 0 0,72-9-17 0 0,1 1 1 0 0,0 0 0 0 0,0 1-1 0 0,-1 0 1 0 0,1 0 0 0 0,1 0-1 0 0,-1 1 1 0 0,0 0 0 0 0,1 1-1 0 0,0 0 1 0 0,0 0 0 0 0,0 0-1 0 0,1 1 1 0 0,0 0 0 0 0,0 0 0 0 0,-8 12-1 0 0,13-16 5 0 0,-1 0-1 0 0,1 0 1 0 0,0 0-1 0 0,0 0 0 0 0,0 0 1 0 0,0 0-1 0 0,1 1 1 0 0,-1-1-1 0 0,1 0 1 0 0,-1 1-1 0 0,1-1 1 0 0,0 0-1 0 0,0 1 1 0 0,0-1-1 0 0,0 0 0 0 0,0 1 1 0 0,0-1-1 0 0,1 1 1 0 0,-1-1-1 0 0,1 0 1 0 0,-1 0-1 0 0,1 1 1 0 0,0-1-1 0 0,0 0 1 0 0,0 0-1 0 0,0 0 0 0 0,1 0 1 0 0,-1 0-1 0 0,1 0 1 0 0,2 3-1 0 0,1 0 0 0 0,-1 0-1 0 0,1 0 0 0 0,1-1 1 0 0,-1 1-1 0 0,1-1 0 0 0,0 0 1 0 0,0-1-1 0 0,9 5 0 0 0,28 8 11 0 0,48 10-1 0 0,-61-20-2 0 0,-1 3 0 0 0,1 0-1 0 0,-2 2 1 0 0,46 24 0 0 0,-48-18-13 0 0,43 22 9 0 0,-69-39 7 0 0,1 1 0 0 0,0-1 0 0 0,0 0 0 0 0,0 0 0 0 0,-1 1 0 0 0,1-1 0 0 0,0 1 0 0 0,-1-1 0 0 0,1 1 0 0 0,0-1 0 0 0,-1 1 0 0 0,1-1 0 0 0,0 1 0 0 0,-1 0 0 0 0,1-1 0 0 0,-1 1 0 0 0,1 0 0 0 0,-1-1 1 0 0,0 1-1 0 0,1 0 0 0 0,-1 0 0 0 0,0-1 0 0 0,1 1 0 0 0,-1 0 0 0 0,0 0 0 0 0,0 0 0 0 0,0-1 0 0 0,1 2 0 0 0,-2 0 5 0 0,1-1 0 0 0,-1 1 0 0 0,1-1 0 0 0,-1 0 1 0 0,0 1-1 0 0,1-1 0 0 0,-1 0 0 0 0,0 1 0 0 0,0-1 0 0 0,0 0 0 0 0,0 0 1 0 0,0 0-1 0 0,0 0 0 0 0,-2 1 0 0 0,-45 29 273 0 0,46-30-270 0 0,-15 9 244 0 0,-1-2 0 0 0,-1 0 1 0 0,1-1-1 0 0,-1 0 0 0 0,0-2 0 0 0,-1 0 0 0 0,1-1 1 0 0,-23 1-1 0 0,40-5-229 0 0,0 0 1 0 0,0 0-1 0 0,1 0 0 0 0,-1 0 1 0 0,0 0-1 0 0,0 0 1 0 0,1 0-1 0 0,-1-1 0 0 0,0 1 1 0 0,1-1-1 0 0,-1 1 1 0 0,0-1-1 0 0,1 0 0 0 0,-1 0 1 0 0,1 0-1 0 0,-1 0 1 0 0,1 0-1 0 0,0 0 0 0 0,-1 0 1 0 0,1 0-1 0 0,0 0 1 0 0,0 0-1 0 0,0-1 0 0 0,-1 1 1 0 0,1-1-1 0 0,1 1 1 0 0,-1-1-1 0 0,0 1 0 0 0,0-1 1 0 0,1 1-1 0 0,-1-1 1 0 0,0 0-1 0 0,1 1 0 0 0,0-1 1 0 0,-1 0-1 0 0,1 1 1 0 0,0-1-1 0 0,0 0 0 0 0,0 0 1 0 0,0 1-1 0 0,0-1 1 0 0,0 0-1 0 0,1 1 0 0 0,-1-1 1 0 0,1 0-1 0 0,0-2 1 0 0,1-5-17 0 0,1-1-1 0 0,0 1 1 0 0,1 0 0 0 0,0-1 0 0 0,0 1 0 0 0,8-11 0 0 0,17-19-37 0 0,66-68-1 0 0,10-13 122 0 0,-104 118-84 0 0,1 0 1 0 0,0 0-1 0 0,-1-1 1 0 0,1 1-1 0 0,-1 0 0 0 0,0-1 1 0 0,0 1-1 0 0,0-1 1 0 0,0 1-1 0 0,0-1 1 0 0,0 1-1 0 0,-1-1 1 0 0,1 0-1 0 0,-1 1 1 0 0,0-1-1 0 0,1 0 1 0 0,-1 1-1 0 0,-1-1 1 0 0,1 0-1 0 0,0 1 0 0 0,-1-1 1 0 0,1 0-1 0 0,-1 1 1 0 0,-2-6-1 0 0,1 5-5 0 0,0 0-1 0 0,-1 0 1 0 0,1 0-1 0 0,-1 0 1 0 0,0 0 0 0 0,0 1-1 0 0,0-1 1 0 0,0 1-1 0 0,0 0 1 0 0,-1 0-1 0 0,1 0 1 0 0,-1 0-1 0 0,1 1 1 0 0,-1-1-1 0 0,0 1 1 0 0,-5-1-1 0 0,-65-17 198 0 0,6 2-1924 0 0,24 5-4026 0 0,31 8 3258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17.6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2094 5793 0 0,'0'0'-42'0'0,"4"-3"50"0"0,24-21 43 0 0,46-49 1 0 0,-30 27 72 0 0,164-158 183 0 0,-143 140-200 0 0,65-83 0 0 0,21-22-21 0 0,217-172 11 0 0,-269 252 4 0 0,-10 14-3 0 0,3 5-1 0 0,195-114 0 0 0,-172 117-50 0 0,-35 18-5 0 0,3 4 0 0 0,170-68-1 0 0,-116 67-8 0 0,362-103-6 0 0,49 41 26 0 0,-443 94-53 0 0,0 4 1 0 0,146 6-1 0 0,-190 4 3 0 0,181 5 472 0 0,-175 0 1000 0 0,-64-5-1467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18.40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120 48 6857 0 0,'-35'-18'-1059'0'0,"-10"-2"1809"0"0,43 19-581 0 0,-9-4 21 0 0,6 2-7 0 0,8 3 63 0 0,96 19-243 0 0,-47-11-2 0 0,1 3-1 0 0,-2 2 1 0 0,62 25 0 0 0,-111-38 1 0 0,0 1 0 0 0,0 0-1 0 0,1 0 1 0 0,-1 0 0 0 0,0 0 0 0 0,0 1 0 0 0,0-1 0 0 0,0 1-1 0 0,-1-1 1 0 0,1 1 0 0 0,0-1 0 0 0,0 1 0 0 0,-1 0-1 0 0,1 0 1 0 0,-1 0 0 0 0,0 0 0 0 0,0 0 0 0 0,0 0 0 0 0,0 0-1 0 0,2 5 1 0 0,-3-4 3 0 0,0-1 0 0 0,0 1 1 0 0,0-1-1 0 0,-1 1 0 0 0,1-1 0 0 0,-1 0 0 0 0,1 1 0 0 0,-1-1 1 0 0,0 1-1 0 0,0-1 0 0 0,0 0 0 0 0,0 0 0 0 0,0 1 0 0 0,0-1 1 0 0,-1 0-1 0 0,-2 3 0 0 0,-6 6 28 0 0,-2 1 0 0 0,0-1 0 0 0,0-1 0 0 0,-23 15 0 0 0,27-19-24 0 0,-274 173 234 0 0,255-162-240 0 0,10-9-606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0.7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418 1 5661 0 0,'-22'12'448'0'0,"-29"26"-426"0"0,2 2 0 0 0,-76 79-1 0 0,101-93-24 0 0,2 1 0 0 0,0 2 0 0 0,2 0 0 0 0,2 1-1 0 0,0 1 1 0 0,-17 42 0 0 0,33-68 2 0 0,0 0-1 0 0,0-1 1 0 0,1 1 0 0 0,0 0-1 0 0,0 0 1 0 0,0 0 0 0 0,0 0-1 0 0,1 0 1 0 0,-1 1 0 0 0,2-1-1 0 0,-1 0 1 0 0,0 0 0 0 0,1 0-1 0 0,0 0 1 0 0,0 0 0 0 0,0 0-1 0 0,1 0 1 0 0,3 7 0 0 0,-2-7 6 0 0,1-1 0 0 0,-1 1 0 0 0,1-1 1 0 0,0 0-1 0 0,0 0 0 0 0,0 0 0 0 0,0 0 0 0 0,1-1 1 0 0,0 0-1 0 0,0 0 0 0 0,0 0 0 0 0,0-1 0 0 0,0 1 1 0 0,0-1-1 0 0,0-1 0 0 0,10 3 0 0 0,0 0 13 0 0,-1-1 0 0 0,1-1 0 0 0,-1 0 0 0 0,1-1 0 0 0,0 0 1 0 0,-1-1-1 0 0,1-1 0 0 0,0-1 0 0 0,0 0 0 0 0,15-4 0 0 0,-22 3 20 0 0,0 1 0 0 0,0-1 0 0 0,0-1 1 0 0,0 1-1 0 0,-1-1 0 0 0,1-1 0 0 0,-1 1 0 0 0,0-1 0 0 0,0-1 1 0 0,-1 1-1 0 0,0-1 0 0 0,0 0 0 0 0,0-1 0 0 0,-1 1 1 0 0,1-1-1 0 0,-2 0 0 0 0,1 0 0 0 0,5-13 0 0 0,-8 16-1 0 0,0 0 0 0 0,0 0-1 0 0,-1 0 1 0 0,0 0 0 0 0,0 0 0 0 0,0 0-1 0 0,0-1 1 0 0,0 1 0 0 0,-1 0-1 0 0,0-1 1 0 0,0 1 0 0 0,0 0 0 0 0,0-1-1 0 0,-1 1 1 0 0,1 0 0 0 0,-3-7-1 0 0,1 8-23 0 0,0 0 0 0 0,1 0 0 0 0,-1 1 0 0 0,-1-1-1 0 0,1 0 1 0 0,0 1 0 0 0,-1-1 0 0 0,1 1 0 0 0,-1 0-1 0 0,0 0 1 0 0,0 0 0 0 0,0 0 0 0 0,0 0 0 0 0,0 1-1 0 0,0-1 1 0 0,0 1 0 0 0,-1 0 0 0 0,1 0-1 0 0,0 0 1 0 0,-7-1 0 0 0,-25-3 69 0 0,-49-2 0 0 0,-20-3-140 0 0,102 10-133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2.4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1 164 4808 0 0,'0'0'-98'0'0,"11"-15"3184"0"0,-1-15-2212 0 0,2-60-60 0 0,-12 89-756 0 0,1-26-415 0 0,-9 53 313 0 0,1 1 1 0 0,1 0-1 0 0,2 0 1 0 0,0 0-1 0 0,2 1 1 0 0,1 0-1 0 0,4 41 1 0 0,-3-65 42 0 0,1-1 1 0 0,0 1-1 0 0,0-1 0 0 0,0 1 1 0 0,0 0-1 0 0,0-1 1 0 0,1 0-1 0 0,0 1 0 0 0,-1-1 1 0 0,1 0-1 0 0,0 0 1 0 0,1 0-1 0 0,-1 0 1 0 0,0 0-1 0 0,1 0 0 0 0,0-1 1 0 0,4 4-1 0 0,-1-2 3 0 0,1 0 1 0 0,-1 0-1 0 0,1-1 0 0 0,0 0 1 0 0,-1-1-1 0 0,1 0 0 0 0,0 0 1 0 0,12 2-1 0 0,2-2 9 0 0,-1 0 1 0 0,0-2-1 0 0,1 0 0 0 0,-1-1 0 0 0,36-7 1 0 0,-48 6-9 0 0,0 0 0 0 0,-1 0 0 0 0,1-1 0 0 0,0 0 0 0 0,-1 0 0 0 0,1-1 0 0 0,-1 0 0 0 0,0 0 0 0 0,0 0 0 0 0,-1-1 0 0 0,1 0 0 0 0,-1-1 0 0 0,0 1 0 0 0,-1-1 0 0 0,8-9 0 0 0,-10 10 3 0 0,0 0 0 0 0,0-1 0 0 0,0 1 0 0 0,-1 0 0 0 0,0-1 0 0 0,0 1 0 0 0,-1-1-1 0 0,1 0 1 0 0,-1 1 0 0 0,0-1 0 0 0,-1 0 0 0 0,1 0 0 0 0,-1 0 0 0 0,-1 0 0 0 0,1 1 0 0 0,-1-1 0 0 0,0 0 0 0 0,0 0 0 0 0,0 1 0 0 0,-1-1 0 0 0,0 0 0 0 0,-3-6 0 0 0,-33-79 564 0 0,37 90-537 0 0,-2-15 110 0 0,-1 7-147 0 0,1 8-309 0 0,-1 10 299 0 0,1 0 1 0 0,0 0 0 0 0,1 0-1 0 0,0 0 1 0 0,0 0 0 0 0,1 1-1 0 0,0-1 1 0 0,1 0-1 0 0,0 12 1 0 0,13 94-60 0 0,-6-60 51 0 0,28 133-18 0 0,-6-43 77 0 0,-22-95 243 0 0,-7-48-270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4.2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1 267 5268 0 0,'14'3'-297'0'0,"0"0"-1"0"0,0-1 1 0 0,0-1-1 0 0,0 0 1 0 0,28-3-1 0 0,70-13 155 0 0,-22-1 390 0 0,125-40 0 0 0,-32 3-131 0 0,338-51 0 0 0,-370 87-98 0 0,257 5 0 0 0,-330 13 12 0 0,13 4 830 0 0,-88-5-748 0 0,-2 0-189 0 0,0 0 0 0 0,1 0 0 0 0,-1 0 0 0 0,1 0 0 0 0,-1-1 0 0 0,0 1 0 0 0,1 0 0 0 0,-1 0 0 0 0,1-1 0 0 0,-1 1 1 0 0,0-1-1 0 0,0 1 0 0 0,1-1 0 0 0,-1 0 0 0 0,0 0 0 0 0,2-1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4.8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64 45 4260 0 0,'-27'-17'-209'0'0,"26"17"284"0"0,-34-28 2270 0 0,201 73-1989 0 0,-117-29-365 0 0,2 0-13 0 0,-1 2 0 0 0,72 36 1 0 0,-121-54 22 0 0,0 1-1 0 0,0-1 1 0 0,0 1 0 0 0,0 0 0 0 0,0 0 0 0 0,0-1 0 0 0,0 1 0 0 0,0 0 0 0 0,0 0 0 0 0,0 0 0 0 0,0 0-1 0 0,-1 0 1 0 0,1 0 0 0 0,0 0 0 0 0,-1 0 0 0 0,1 0 0 0 0,0 0 0 0 0,-1 0 0 0 0,0 0 0 0 0,1 1 0 0 0,-1-1 0 0 0,0 0-1 0 0,1 0 1 0 0,-1 1 0 0 0,0-1 0 0 0,0 2 0 0 0,-1-1 2 0 0,1 1-1 0 0,-1-1 1 0 0,0 1-1 0 0,0-1 1 0 0,0 0 0 0 0,0 1-1 0 0,-1-1 1 0 0,1 0-1 0 0,-1 0 1 0 0,1 0-1 0 0,-1 0 1 0 0,-2 3 0 0 0,-8 6 9 0 0,-1-1 0 0 0,0 0-1 0 0,-17 11 1 0 0,21-16-11 0 0,-57 39-528 0 0,-127 61 0 0 0,174-98-2148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6.4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345 104 3924 0 0,'0'0'-122'0'0,"-2"-24"1672"0"0,-5 16-1504 0 0,1 1 0 0 0,-2 0 1 0 0,1 0-1 0 0,-1 0 0 0 0,0 1 1 0 0,0 0-1 0 0,-1 1 0 0 0,1 0 0 0 0,-1 0 1 0 0,0 1-1 0 0,-18-5 0 0 0,21 7-55 0 0,0 1 0 0 0,0 1 0 0 0,0-1 0 0 0,0 1 0 0 0,0 0 0 0 0,-1 1 0 0 0,1-1 0 0 0,0 1 0 0 0,0 1 0 0 0,0-1-1 0 0,0 1 1 0 0,0 0 0 0 0,1 0 0 0 0,-1 0 0 0 0,0 1 0 0 0,1 0 0 0 0,0 0 0 0 0,-9 7 0 0 0,1 0-23 0 0,1 0 0 0 0,0 1 0 0 0,1 0 1 0 0,0 1-1 0 0,-18 23 0 0 0,27-32 27 0 0,0 1 1 0 0,0-1 0 0 0,-1 0-1 0 0,2 1 1 0 0,-1-1-1 0 0,0 1 1 0 0,1-1-1 0 0,0 1 1 0 0,0 0-1 0 0,0 0 1 0 0,0 0-1 0 0,0-1 1 0 0,1 1 0 0 0,0 0-1 0 0,-1 0 1 0 0,2 0-1 0 0,-1 0 1 0 0,0 0-1 0 0,1 0 1 0 0,0 0-1 0 0,0-1 1 0 0,0 1 0 0 0,0 0-1 0 0,0 0 1 0 0,1-1-1 0 0,0 1 1 0 0,0-1-1 0 0,0 0 1 0 0,0 1-1 0 0,0-1 1 0 0,1 0 0 0 0,-1 0-1 0 0,1 0 1 0 0,0-1-1 0 0,0 1 1 0 0,0 0-1 0 0,6 3 1 0 0,1 0 26 0 0,0 1 1 0 0,0-2-1 0 0,1 1 1 0 0,0-2-1 0 0,0 1 1 0 0,0-1-1 0 0,1-1 1 0 0,-1 0-1 0 0,1-1 1 0 0,-1 0-1 0 0,18 0 1 0 0,-25-1 15 0 0,0-2 0 0 0,0 1 0 0 0,0 0 0 0 0,0-1 0 0 0,0 0 1 0 0,0 0-1 0 0,0 0 0 0 0,0 0 0 0 0,0-1 0 0 0,-1 1 0 0 0,1-1 1 0 0,-1 0-1 0 0,1 0 0 0 0,-1-1 0 0 0,0 1 0 0 0,0-1 0 0 0,0 1 1 0 0,0-1-1 0 0,0 0 0 0 0,0 0 0 0 0,-1 0 0 0 0,4-7 0 0 0,1-2 247 0 0,-1-1 0 0 0,-1 0 0 0 0,0 0 0 0 0,-1 0 0 0 0,3-15 0 0 0,-1 5 381 0 0,-6 22-534 0 0,3-7 44 0 0,-2 8-203 0 0,-1-1-1 0 0,1 1 1 0 0,-1 0-1 0 0,1-1 1 0 0,-1 1-1 0 0,0-1 1 0 0,1 1-1 0 0,-1-1 0 0 0,1 1 1 0 0,-1 0-1 0 0,0-1 1 0 0,0 1-1 0 0,1-1 1 0 0,-1 0-1 0 0,0 1 1 0 0,0-1-1 0 0,0 1 1 0 0,1-1-1 0 0,-1 1 1 0 0,0-1-1 0 0,0 0 1 0 0,0 1-1 0 0,0-1 1 0 0,0 1-1 0 0,0-1 1 0 0,0 1-1 0 0,-1-2 0 0 0,29 125-390 0 0,15 83 226 0 0,-37-157 158 0 0,9 53 182 0 0,-14-100-66 0 0,12-30-4009 0 0,-2 9 1689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7.08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248 123 5400 0 0,'-1'-1'-53'0'0,"-1"0"-1"0"0,1 0 1 0 0,0 0-1 0 0,0-1 1 0 0,-1 1-1 0 0,1 0 0 0 0,0-1 1 0 0,0 1-1 0 0,1-1 1 0 0,-1 1-1 0 0,0-1 0 0 0,0 1 1 0 0,1-1-1 0 0,-1 1 1 0 0,1-1-1 0 0,-1 0 1 0 0,1 1-1 0 0,0-1 0 0 0,0 0 1 0 0,0 0-1 0 0,0 1 1 0 0,0-3-1 0 0,16-31-123 0 0,0 4 338 0 0,-15 29-156 0 0,1 0-1 0 0,0 1 1 0 0,-1-1-1 0 0,1 1 0 0 0,0-1 1 0 0,0 1-1 0 0,0-1 1 0 0,0 1-1 0 0,0 0 0 0 0,0 0 1 0 0,1 0-1 0 0,-1 0 1 0 0,0 1-1 0 0,0-1 0 0 0,1 0 1 0 0,-1 1-1 0 0,1 0 0 0 0,-1-1 1 0 0,0 1-1 0 0,1 0 1 0 0,3 1-1 0 0,7-2-5 0 0,-1 1-1 0 0,0 1 1 0 0,1 0-1 0 0,-1 1 1 0 0,0 0-1 0 0,16 5 1 0 0,-21-5-5 0 0,0 1-1 0 0,0-1 1 0 0,-1 1 0 0 0,1 1 0 0 0,0-1 0 0 0,-1 1 0 0 0,0 0 0 0 0,0 1-1 0 0,0-1 1 0 0,-1 1 0 0 0,9 9 0 0 0,-13-11 6 0 0,1-1 1 0 0,-1 1-1 0 0,0 0 0 0 0,1 0 0 0 0,-1-1 1 0 0,-1 1-1 0 0,1 0 0 0 0,0 0 0 0 0,-1 0 1 0 0,1 0-1 0 0,-1 0 0 0 0,0 0 0 0 0,0 0 1 0 0,0 0-1 0 0,-1 0 0 0 0,1 0 0 0 0,-1 0 1 0 0,1 0-1 0 0,-1 0 0 0 0,0 0 1 0 0,0 0-1 0 0,0-1 0 0 0,-1 1 0 0 0,1 0 1 0 0,-1-1-1 0 0,-1 4 0 0 0,-6 8 7 0 0,-1-1 1 0 0,0 0-1 0 0,-17 16 0 0 0,26-28-7 0 0,-55 51 8 0 0,-2-3-1 0 0,-119 78 0 0 0,33-25 8 0 0,139-99-6 0 0,6-1 29 0 0,9-2 137 0 0,369-77 67 0 0,-229 42-319 0 0,130-31-1936 0 0,-216 51 1257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8.6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3608 0 0,'98'72'2982'0'0,"-24"-18"-3031"0"0,19 9 60 0 0,3-4 1 0 0,2-5-1 0 0,2-3 0 0 0,3-5 0 0 0,148 45 1 0 0,248 61 42 0 0,-402-128-37 0 0,136 17 1 0 0,103-7 38 0 0,-292-30-49 0 0,156 5 44 0 0,340-29 0 0 0,-520 18-49 0 0,317-29 38 0 0,-301 29-41 0 0,46-8 18 0 0,-57 6-16 0 0,-22 3-6 0 0,16-2-7 0 0,-15 3 21 0 0,18-7-321 0 0,-12-10-2670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9.2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 11 4752 0 0,'0'0'-120'0'0,"-9"-7"-33"0"0,9 7 169 0 0,1 0 0 0 0,-1 0 0 0 0,0 0 0 0 0,0 0 0 0 0,0 0-1 0 0,0 0 1 0 0,0 0 0 0 0,0-1 0 0 0,0 1 0 0 0,1 0 0 0 0,-1 0 0 0 0,0 0 0 0 0,0 0 0 0 0,0 0-1 0 0,0 0 1 0 0,0 0 0 0 0,0 0 0 0 0,0 0 0 0 0,0 0 0 0 0,0 0 0 0 0,0-1 0 0 0,0 1-1 0 0,0 0 1 0 0,1 0 0 0 0,-1 0 0 0 0,0 0 0 0 0,0 0 0 0 0,0 0 0 0 0,0 0 0 0 0,0-1 0 0 0,0 1-1 0 0,0 0 1 0 0,0 0 0 0 0,0 0 0 0 0,43 14-15 0 0,20 6-12 0 0,0 3 1 0 0,-1 2 0 0 0,106 61-1 0 0,-166-85 16 0 0,1 1-1 0 0,-1-1 1 0 0,1 1-1 0 0,-1 0 1 0 0,1 0-1 0 0,-1 0 0 0 0,0 0 1 0 0,0 0-1 0 0,0 1 1 0 0,0-1-1 0 0,-1 1 1 0 0,1-1-1 0 0,-1 1 0 0 0,1 0 1 0 0,-1-1-1 0 0,0 1 1 0 0,0 0-1 0 0,0 0 1 0 0,-1 0-1 0 0,1 0 0 0 0,0 0 1 0 0,-1 0-1 0 0,0 0 1 0 0,0 0-1 0 0,0 0 0 0 0,0 0 1 0 0,0 0-1 0 0,-1 3 1 0 0,-2 1 18 0 0,1 0 0 0 0,-1 0 0 0 0,0 0 0 0 0,-1-1 0 0 0,0 1 0 0 0,0-1 0 0 0,0 0 0 0 0,0 0 0 0 0,-1-1 0 0 0,-10 10 0 0 0,-58 52 205 0 0,40-38-2988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9.8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34 3956 0 0,'0'-33'3204'0'0,"6"92"-2769"0"0,21 49-391 0 0,37 74-217 0 0,-63-179 180 0 0,4 12-206 0 0,-1 0-1 0 0,0 0 0 0 0,-1 0 0 0 0,1 19 1 0 0,-3-36-23 0 0,0 0 0 0 0,0 0 0 0 0,0 0 0 0 0,1 0 0 0 0,-1 0 0 0 0,0 1 0 0 0,1-1 0 0 0,-1 0 0 0 0,1 1 0 0 0,0-1 0 0 0,2 0 0 0 0,0-3-264 0 0,14-18-983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30.6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 71 4608 0 0,'0'0'-8'0'0,"-12"-18"1087"0"0,11 17-1050 0 0,1 1 0 0 0,-1-1 0 0 0,1 0 0 0 0,0 1 0 0 0,0-1 0 0 0,-1 0 0 0 0,1 1 0 0 0,0-1 0 0 0,0 0 0 0 0,0 0 0 0 0,0 1 0 0 0,-1-1 0 0 0,1 0 0 0 0,0 1 0 0 0,0-1 1 0 0,1 0-1 0 0,-1 0 0 0 0,0 1 0 0 0,0-1 0 0 0,0 0 0 0 0,0 1 0 0 0,1-1 0 0 0,-1 0 0 0 0,0 1 0 0 0,1-1 0 0 0,-1 0 0 0 0,0 1 0 0 0,1-1 0 0 0,-1 0 0 0 0,1 1 0 0 0,0-2 0 0 0,20-13 42 0 0,-19 15-57 0 0,1-1 4 0 0,13-3-11 0 0,2 0-21 0 0,1 2 1 0 0,0 0 0 0 0,-1 0-1 0 0,1 2 1 0 0,0 1-1 0 0,0 0 1 0 0,0 1-1 0 0,0 1 1 0 0,-1 1-1 0 0,23 7 1 0 0,-35-9-10 0 0,1 0-1 0 0,0 0 1 0 0,-1 0-1 0 0,1 1 1 0 0,-1 0-1 0 0,0 1 1 0 0,0-1-1 0 0,0 1 1 0 0,0 0 0 0 0,-1 1-1 0 0,1-1 1 0 0,-1 1-1 0 0,0 0 1 0 0,4 7-1 0 0,-7-9 17 0 0,0 1 1 0 0,0 0-1 0 0,-1-1 0 0 0,1 1 0 0 0,-1 0 0 0 0,0-1 0 0 0,0 1 0 0 0,-1 0 0 0 0,1 0 0 0 0,-1 0 0 0 0,0 0 0 0 0,0 0 0 0 0,0 0 0 0 0,0 0 0 0 0,-1 0 0 0 0,0 0 1 0 0,1-1-1 0 0,-1 1 0 0 0,-1 0 0 0 0,1 0 0 0 0,-1-1 0 0 0,1 1 0 0 0,-1-1 0 0 0,0 1 0 0 0,0-1 0 0 0,-5 6 0 0 0,-20 26 61 0 0,-1-1 1 0 0,-3-2-1 0 0,-37 33 0 0 0,67-64-12 0 0,484-25 1009 0 0,-403 17 149 0 0,-80 6-1404 0 0,1 1-1 0 0,24-29-6071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31.4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306 0 4952 0 0,'0'0'-190'0'0,"-7"0"-263"0"0,-18 1 424 0 0,1 1 0 0 0,0 1 0 0 0,-1 1 0 0 0,-25 8-1 0 0,37-8 8 0 0,0 0 0 0 0,0 0 0 0 0,1 2-1 0 0,0-1 1 0 0,0 1 0 0 0,0 1 0 0 0,1 0 0 0 0,0 1-1 0 0,-16 14 1 0 0,25-20 18 0 0,1-1-1 0 0,0 0 1 0 0,0 0 0 0 0,0 0-1 0 0,0 1 1 0 0,0-1 0 0 0,0 1 0 0 0,0-1-1 0 0,0 1 1 0 0,1-1 0 0 0,-1 1-1 0 0,0-1 1 0 0,1 1 0 0 0,-1 0-1 0 0,1-1 1 0 0,0 1 0 0 0,0-1 0 0 0,0 1-1 0 0,-1 0 1 0 0,1 0 0 0 0,1-1-1 0 0,-1 1 1 0 0,0 0 0 0 0,0-1-1 0 0,1 3 1 0 0,1-1 3 0 0,-1 0 1 0 0,1 0-1 0 0,0 0 1 0 0,0-1-1 0 0,0 1 1 0 0,0-1-1 0 0,1 1 0 0 0,-1-1 1 0 0,1 0-1 0 0,-1 0 1 0 0,1 0-1 0 0,3 2 0 0 0,10 5 9 0 0,1-1 0 0 0,0 0-1 0 0,27 8 1 0 0,-39-15-16 0 0,44 15 8 0 0,-15-7-3 0 0,0 2 0 0 0,-1 2 1 0 0,-1 0-1 0 0,0 3 0 0 0,47 29 0 0 0,-41-9 278 0 0,-36-34-255 0 0,-1 0-1 0 0,1-1 1 0 0,-1 1 0 0 0,0 0-1 0 0,1 0 1 0 0,-1 0-1 0 0,0 0 1 0 0,0 0 0 0 0,0 0-1 0 0,-1 0 1 0 0,1 1 0 0 0,0-1-1 0 0,-1 0 1 0 0,0 0 0 0 0,1 1-1 0 0,-1-1 1 0 0,0 0-1 0 0,0 5 1 0 0,-1-5 15 0 0,0-1-1 0 0,0 1 0 0 0,-1-1 1 0 0,1 0-1 0 0,0 1 1 0 0,0-1-1 0 0,-1 0 1 0 0,1 0-1 0 0,-1 0 0 0 0,1 0 1 0 0,-1 0-1 0 0,1 0 1 0 0,-1 0-1 0 0,1 0 1 0 0,-1-1-1 0 0,0 1 0 0 0,-2 0 1 0 0,-34 9 336 0 0,32-8-289 0 0,-51 9 627 0 0,-60 5-1 0 0,58-10 316 0 0,56-5-831 0 0,-6-4 1 0 0,8 3-201 0 0,1 0 1 0 0,-1 0 0 0 0,1 0 0 0 0,-1 0-1 0 0,1 0 1 0 0,-1 0 0 0 0,1 0 0 0 0,-1 0-1 0 0,1 0 1 0 0,-1-1 0 0 0,1 1 0 0 0,-1 0-1 0 0,1 0 1 0 0,-1 0 0 0 0,1-1 0 0 0,-1 1-1 0 0,1 0 1 0 0,0 0 0 0 0,-1-1 0 0 0,1 1-1 0 0,-1 0 1 0 0,1-1 0 0 0,0 1 0 0 0,-1-1-1 0 0,1 1 1 0 0,0 0 0 0 0,-1-2 0 0 0,1-1-243 0 0,1 0 1 0 0,-1 0-1 0 0,1 0 1 0 0,0 0-1 0 0,0 0 1 0 0,0 0-1 0 0,1 0 1 0 0,-1 0-1 0 0,1 0 1 0 0,-1 1-1 0 0,1-1 1 0 0,0 1-1 0 0,0-1 1 0 0,0 1-1 0 0,0-1 1 0 0,4-2-1 0 0,8-9-1871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31.7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47 166 6001 0 0,'-9'-5'355'0'0,"-29"-7"2030"0"0,81-11-2080 0 0,163-35-366 0 0,-1 1-5110 0 0,-179 46 3213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5.png"/><Relationship Id="rId18" Type="http://schemas.openxmlformats.org/officeDocument/2006/relationships/customXml" Target="../ink/ink9.xml"/><Relationship Id="rId3" Type="http://schemas.openxmlformats.org/officeDocument/2006/relationships/image" Target="../media/image10.png"/><Relationship Id="rId21" Type="http://schemas.openxmlformats.org/officeDocument/2006/relationships/image" Target="../media/image19.png"/><Relationship Id="rId7" Type="http://schemas.openxmlformats.org/officeDocument/2006/relationships/image" Target="../media/image12.png"/><Relationship Id="rId12" Type="http://schemas.openxmlformats.org/officeDocument/2006/relationships/customXml" Target="../ink/ink6.xml"/><Relationship Id="rId17" Type="http://schemas.openxmlformats.org/officeDocument/2006/relationships/image" Target="../media/image17.png"/><Relationship Id="rId25" Type="http://schemas.openxmlformats.org/officeDocument/2006/relationships/image" Target="../media/image21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4.png"/><Relationship Id="rId24" Type="http://schemas.openxmlformats.org/officeDocument/2006/relationships/customXml" Target="../ink/ink12.xml"/><Relationship Id="rId5" Type="http://schemas.openxmlformats.org/officeDocument/2006/relationships/image" Target="../media/image11.png"/><Relationship Id="rId15" Type="http://schemas.openxmlformats.org/officeDocument/2006/relationships/image" Target="../media/image16.png"/><Relationship Id="rId23" Type="http://schemas.openxmlformats.org/officeDocument/2006/relationships/image" Target="../media/image20.png"/><Relationship Id="rId10" Type="http://schemas.openxmlformats.org/officeDocument/2006/relationships/customXml" Target="../ink/ink5.xml"/><Relationship Id="rId19" Type="http://schemas.openxmlformats.org/officeDocument/2006/relationships/image" Target="../media/image18.png"/><Relationship Id="rId4" Type="http://schemas.openxmlformats.org/officeDocument/2006/relationships/customXml" Target="../ink/ink2.xml"/><Relationship Id="rId9" Type="http://schemas.openxmlformats.org/officeDocument/2006/relationships/image" Target="../media/image13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.xml"/><Relationship Id="rId21" Type="http://schemas.openxmlformats.org/officeDocument/2006/relationships/image" Target="../media/image31.png"/><Relationship Id="rId42" Type="http://schemas.openxmlformats.org/officeDocument/2006/relationships/customXml" Target="../ink/ink33.xml"/><Relationship Id="rId47" Type="http://schemas.openxmlformats.org/officeDocument/2006/relationships/image" Target="../media/image44.png"/><Relationship Id="rId63" Type="http://schemas.openxmlformats.org/officeDocument/2006/relationships/image" Target="../media/image52.png"/><Relationship Id="rId68" Type="http://schemas.openxmlformats.org/officeDocument/2006/relationships/customXml" Target="../ink/ink46.xml"/><Relationship Id="rId84" Type="http://schemas.openxmlformats.org/officeDocument/2006/relationships/customXml" Target="../ink/ink54.xml"/><Relationship Id="rId89" Type="http://schemas.openxmlformats.org/officeDocument/2006/relationships/image" Target="../media/image65.png"/><Relationship Id="rId112" Type="http://schemas.openxmlformats.org/officeDocument/2006/relationships/customXml" Target="../ink/ink68.xml"/><Relationship Id="rId16" Type="http://schemas.openxmlformats.org/officeDocument/2006/relationships/customXml" Target="../ink/ink20.xml"/><Relationship Id="rId107" Type="http://schemas.openxmlformats.org/officeDocument/2006/relationships/image" Target="../media/image74.png"/><Relationship Id="rId11" Type="http://schemas.openxmlformats.org/officeDocument/2006/relationships/image" Target="../media/image26.png"/><Relationship Id="rId24" Type="http://schemas.openxmlformats.org/officeDocument/2006/relationships/customXml" Target="../ink/ink24.xml"/><Relationship Id="rId32" Type="http://schemas.openxmlformats.org/officeDocument/2006/relationships/customXml" Target="../ink/ink28.xml"/><Relationship Id="rId37" Type="http://schemas.openxmlformats.org/officeDocument/2006/relationships/image" Target="../media/image39.png"/><Relationship Id="rId40" Type="http://schemas.openxmlformats.org/officeDocument/2006/relationships/customXml" Target="../ink/ink32.xml"/><Relationship Id="rId45" Type="http://schemas.openxmlformats.org/officeDocument/2006/relationships/image" Target="../media/image43.png"/><Relationship Id="rId53" Type="http://schemas.openxmlformats.org/officeDocument/2006/relationships/image" Target="../media/image47.png"/><Relationship Id="rId58" Type="http://schemas.openxmlformats.org/officeDocument/2006/relationships/customXml" Target="../ink/ink41.xml"/><Relationship Id="rId66" Type="http://schemas.openxmlformats.org/officeDocument/2006/relationships/customXml" Target="../ink/ink45.xml"/><Relationship Id="rId74" Type="http://schemas.openxmlformats.org/officeDocument/2006/relationships/customXml" Target="../ink/ink49.xml"/><Relationship Id="rId79" Type="http://schemas.openxmlformats.org/officeDocument/2006/relationships/image" Target="../media/image60.png"/><Relationship Id="rId87" Type="http://schemas.openxmlformats.org/officeDocument/2006/relationships/image" Target="../media/image64.png"/><Relationship Id="rId102" Type="http://schemas.openxmlformats.org/officeDocument/2006/relationships/customXml" Target="../ink/ink63.xml"/><Relationship Id="rId110" Type="http://schemas.openxmlformats.org/officeDocument/2006/relationships/customXml" Target="../ink/ink67.xml"/><Relationship Id="rId115" Type="http://schemas.openxmlformats.org/officeDocument/2006/relationships/image" Target="../media/image78.png"/><Relationship Id="rId5" Type="http://schemas.openxmlformats.org/officeDocument/2006/relationships/image" Target="../media/image23.png"/><Relationship Id="rId61" Type="http://schemas.openxmlformats.org/officeDocument/2006/relationships/image" Target="../media/image51.png"/><Relationship Id="rId82" Type="http://schemas.openxmlformats.org/officeDocument/2006/relationships/customXml" Target="../ink/ink53.xml"/><Relationship Id="rId90" Type="http://schemas.openxmlformats.org/officeDocument/2006/relationships/customXml" Target="../ink/ink57.xml"/><Relationship Id="rId95" Type="http://schemas.openxmlformats.org/officeDocument/2006/relationships/image" Target="../media/image68.png"/><Relationship Id="rId19" Type="http://schemas.openxmlformats.org/officeDocument/2006/relationships/image" Target="../media/image30.png"/><Relationship Id="rId14" Type="http://schemas.openxmlformats.org/officeDocument/2006/relationships/customXml" Target="../ink/ink19.xml"/><Relationship Id="rId22" Type="http://schemas.openxmlformats.org/officeDocument/2006/relationships/customXml" Target="../ink/ink23.xml"/><Relationship Id="rId27" Type="http://schemas.openxmlformats.org/officeDocument/2006/relationships/image" Target="../media/image34.png"/><Relationship Id="rId30" Type="http://schemas.openxmlformats.org/officeDocument/2006/relationships/customXml" Target="../ink/ink27.xml"/><Relationship Id="rId35" Type="http://schemas.openxmlformats.org/officeDocument/2006/relationships/image" Target="../media/image38.png"/><Relationship Id="rId43" Type="http://schemas.openxmlformats.org/officeDocument/2006/relationships/image" Target="../media/image42.png"/><Relationship Id="rId48" Type="http://schemas.openxmlformats.org/officeDocument/2006/relationships/customXml" Target="../ink/ink36.xml"/><Relationship Id="rId56" Type="http://schemas.openxmlformats.org/officeDocument/2006/relationships/customXml" Target="../ink/ink40.xml"/><Relationship Id="rId64" Type="http://schemas.openxmlformats.org/officeDocument/2006/relationships/customXml" Target="../ink/ink44.xml"/><Relationship Id="rId69" Type="http://schemas.openxmlformats.org/officeDocument/2006/relationships/image" Target="../media/image55.png"/><Relationship Id="rId77" Type="http://schemas.openxmlformats.org/officeDocument/2006/relationships/image" Target="../media/image59.png"/><Relationship Id="rId100" Type="http://schemas.openxmlformats.org/officeDocument/2006/relationships/customXml" Target="../ink/ink62.xml"/><Relationship Id="rId105" Type="http://schemas.openxmlformats.org/officeDocument/2006/relationships/image" Target="../media/image73.png"/><Relationship Id="rId113" Type="http://schemas.openxmlformats.org/officeDocument/2006/relationships/image" Target="../media/image77.png"/><Relationship Id="rId8" Type="http://schemas.openxmlformats.org/officeDocument/2006/relationships/customXml" Target="../ink/ink16.xml"/><Relationship Id="rId51" Type="http://schemas.openxmlformats.org/officeDocument/2006/relationships/image" Target="../media/image46.png"/><Relationship Id="rId72" Type="http://schemas.openxmlformats.org/officeDocument/2006/relationships/customXml" Target="../ink/ink48.xml"/><Relationship Id="rId80" Type="http://schemas.openxmlformats.org/officeDocument/2006/relationships/customXml" Target="../ink/ink52.xml"/><Relationship Id="rId85" Type="http://schemas.openxmlformats.org/officeDocument/2006/relationships/image" Target="../media/image63.png"/><Relationship Id="rId93" Type="http://schemas.openxmlformats.org/officeDocument/2006/relationships/image" Target="../media/image67.png"/><Relationship Id="rId98" Type="http://schemas.openxmlformats.org/officeDocument/2006/relationships/customXml" Target="../ink/ink61.xml"/><Relationship Id="rId3" Type="http://schemas.openxmlformats.org/officeDocument/2006/relationships/image" Target="../media/image22.png"/><Relationship Id="rId12" Type="http://schemas.openxmlformats.org/officeDocument/2006/relationships/customXml" Target="../ink/ink18.xm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33" Type="http://schemas.openxmlformats.org/officeDocument/2006/relationships/image" Target="../media/image37.png"/><Relationship Id="rId38" Type="http://schemas.openxmlformats.org/officeDocument/2006/relationships/customXml" Target="../ink/ink31.xml"/><Relationship Id="rId46" Type="http://schemas.openxmlformats.org/officeDocument/2006/relationships/customXml" Target="../ink/ink35.xml"/><Relationship Id="rId59" Type="http://schemas.openxmlformats.org/officeDocument/2006/relationships/image" Target="../media/image50.png"/><Relationship Id="rId67" Type="http://schemas.openxmlformats.org/officeDocument/2006/relationships/image" Target="../media/image54.png"/><Relationship Id="rId103" Type="http://schemas.openxmlformats.org/officeDocument/2006/relationships/image" Target="../media/image72.png"/><Relationship Id="rId108" Type="http://schemas.openxmlformats.org/officeDocument/2006/relationships/customXml" Target="../ink/ink66.xml"/><Relationship Id="rId20" Type="http://schemas.openxmlformats.org/officeDocument/2006/relationships/customXml" Target="../ink/ink22.xml"/><Relationship Id="rId41" Type="http://schemas.openxmlformats.org/officeDocument/2006/relationships/image" Target="../media/image41.png"/><Relationship Id="rId54" Type="http://schemas.openxmlformats.org/officeDocument/2006/relationships/customXml" Target="../ink/ink39.xml"/><Relationship Id="rId62" Type="http://schemas.openxmlformats.org/officeDocument/2006/relationships/customXml" Target="../ink/ink43.xml"/><Relationship Id="rId70" Type="http://schemas.openxmlformats.org/officeDocument/2006/relationships/customXml" Target="../ink/ink47.xml"/><Relationship Id="rId75" Type="http://schemas.openxmlformats.org/officeDocument/2006/relationships/image" Target="../media/image58.png"/><Relationship Id="rId83" Type="http://schemas.openxmlformats.org/officeDocument/2006/relationships/image" Target="../media/image62.png"/><Relationship Id="rId88" Type="http://schemas.openxmlformats.org/officeDocument/2006/relationships/customXml" Target="../ink/ink56.xml"/><Relationship Id="rId91" Type="http://schemas.openxmlformats.org/officeDocument/2006/relationships/image" Target="../media/image66.png"/><Relationship Id="rId96" Type="http://schemas.openxmlformats.org/officeDocument/2006/relationships/customXml" Target="../ink/ink60.xml"/><Relationship Id="rId111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28" Type="http://schemas.openxmlformats.org/officeDocument/2006/relationships/customXml" Target="../ink/ink26.xml"/><Relationship Id="rId36" Type="http://schemas.openxmlformats.org/officeDocument/2006/relationships/customXml" Target="../ink/ink30.xml"/><Relationship Id="rId49" Type="http://schemas.openxmlformats.org/officeDocument/2006/relationships/image" Target="../media/image45.png"/><Relationship Id="rId57" Type="http://schemas.openxmlformats.org/officeDocument/2006/relationships/image" Target="../media/image49.png"/><Relationship Id="rId106" Type="http://schemas.openxmlformats.org/officeDocument/2006/relationships/customXml" Target="../ink/ink65.xml"/><Relationship Id="rId114" Type="http://schemas.openxmlformats.org/officeDocument/2006/relationships/customXml" Target="../ink/ink69.xml"/><Relationship Id="rId10" Type="http://schemas.openxmlformats.org/officeDocument/2006/relationships/customXml" Target="../ink/ink17.xml"/><Relationship Id="rId31" Type="http://schemas.openxmlformats.org/officeDocument/2006/relationships/image" Target="../media/image36.png"/><Relationship Id="rId44" Type="http://schemas.openxmlformats.org/officeDocument/2006/relationships/customXml" Target="../ink/ink34.xml"/><Relationship Id="rId52" Type="http://schemas.openxmlformats.org/officeDocument/2006/relationships/customXml" Target="../ink/ink38.xml"/><Relationship Id="rId60" Type="http://schemas.openxmlformats.org/officeDocument/2006/relationships/customXml" Target="../ink/ink42.xml"/><Relationship Id="rId65" Type="http://schemas.openxmlformats.org/officeDocument/2006/relationships/image" Target="../media/image53.png"/><Relationship Id="rId73" Type="http://schemas.openxmlformats.org/officeDocument/2006/relationships/image" Target="../media/image57.png"/><Relationship Id="rId78" Type="http://schemas.openxmlformats.org/officeDocument/2006/relationships/customXml" Target="../ink/ink51.xml"/><Relationship Id="rId81" Type="http://schemas.openxmlformats.org/officeDocument/2006/relationships/image" Target="../media/image61.png"/><Relationship Id="rId86" Type="http://schemas.openxmlformats.org/officeDocument/2006/relationships/customXml" Target="../ink/ink55.xml"/><Relationship Id="rId94" Type="http://schemas.openxmlformats.org/officeDocument/2006/relationships/customXml" Target="../ink/ink59.xml"/><Relationship Id="rId99" Type="http://schemas.openxmlformats.org/officeDocument/2006/relationships/image" Target="../media/image70.png"/><Relationship Id="rId101" Type="http://schemas.openxmlformats.org/officeDocument/2006/relationships/image" Target="../media/image71.png"/><Relationship Id="rId4" Type="http://schemas.openxmlformats.org/officeDocument/2006/relationships/customXml" Target="../ink/ink14.xml"/><Relationship Id="rId9" Type="http://schemas.openxmlformats.org/officeDocument/2006/relationships/image" Target="../media/image25.png"/><Relationship Id="rId13" Type="http://schemas.openxmlformats.org/officeDocument/2006/relationships/image" Target="../media/image27.png"/><Relationship Id="rId18" Type="http://schemas.openxmlformats.org/officeDocument/2006/relationships/customXml" Target="../ink/ink21.xml"/><Relationship Id="rId39" Type="http://schemas.openxmlformats.org/officeDocument/2006/relationships/image" Target="../media/image40.png"/><Relationship Id="rId109" Type="http://schemas.openxmlformats.org/officeDocument/2006/relationships/image" Target="../media/image75.png"/><Relationship Id="rId34" Type="http://schemas.openxmlformats.org/officeDocument/2006/relationships/customXml" Target="../ink/ink29.xml"/><Relationship Id="rId50" Type="http://schemas.openxmlformats.org/officeDocument/2006/relationships/customXml" Target="../ink/ink37.xml"/><Relationship Id="rId55" Type="http://schemas.openxmlformats.org/officeDocument/2006/relationships/image" Target="../media/image48.png"/><Relationship Id="rId76" Type="http://schemas.openxmlformats.org/officeDocument/2006/relationships/customXml" Target="../ink/ink50.xml"/><Relationship Id="rId97" Type="http://schemas.openxmlformats.org/officeDocument/2006/relationships/image" Target="../media/image69.png"/><Relationship Id="rId104" Type="http://schemas.openxmlformats.org/officeDocument/2006/relationships/customXml" Target="../ink/ink64.xml"/><Relationship Id="rId7" Type="http://schemas.openxmlformats.org/officeDocument/2006/relationships/image" Target="../media/image24.png"/><Relationship Id="rId71" Type="http://schemas.openxmlformats.org/officeDocument/2006/relationships/image" Target="../media/image56.png"/><Relationship Id="rId92" Type="http://schemas.openxmlformats.org/officeDocument/2006/relationships/customXml" Target="../ink/ink58.xml"/><Relationship Id="rId2" Type="http://schemas.openxmlformats.org/officeDocument/2006/relationships/customXml" Target="../ink/ink13.xml"/><Relationship Id="rId2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0.png"/><Relationship Id="rId13" Type="http://schemas.openxmlformats.org/officeDocument/2006/relationships/customXml" Target="../ink/ink75.xml"/><Relationship Id="rId18" Type="http://schemas.openxmlformats.org/officeDocument/2006/relationships/image" Target="../media/image750.png"/><Relationship Id="rId26" Type="http://schemas.openxmlformats.org/officeDocument/2006/relationships/image" Target="../media/image790.png"/><Relationship Id="rId3" Type="http://schemas.openxmlformats.org/officeDocument/2006/relationships/customXml" Target="../ink/ink70.xml"/><Relationship Id="rId21" Type="http://schemas.openxmlformats.org/officeDocument/2006/relationships/customXml" Target="../ink/ink79.xml"/><Relationship Id="rId34" Type="http://schemas.openxmlformats.org/officeDocument/2006/relationships/image" Target="../media/image83.png"/><Relationship Id="rId7" Type="http://schemas.openxmlformats.org/officeDocument/2006/relationships/customXml" Target="../ink/ink72.xml"/><Relationship Id="rId12" Type="http://schemas.openxmlformats.org/officeDocument/2006/relationships/image" Target="../media/image720.png"/><Relationship Id="rId17" Type="http://schemas.openxmlformats.org/officeDocument/2006/relationships/customXml" Target="../ink/ink77.xml"/><Relationship Id="rId25" Type="http://schemas.openxmlformats.org/officeDocument/2006/relationships/customXml" Target="../ink/ink81.xml"/><Relationship Id="rId33" Type="http://schemas.openxmlformats.org/officeDocument/2006/relationships/customXml" Target="../ink/ink85.xml"/><Relationship Id="rId2" Type="http://schemas.openxmlformats.org/officeDocument/2006/relationships/image" Target="../media/image79.png"/><Relationship Id="rId16" Type="http://schemas.openxmlformats.org/officeDocument/2006/relationships/image" Target="../media/image740.png"/><Relationship Id="rId20" Type="http://schemas.openxmlformats.org/officeDocument/2006/relationships/image" Target="../media/image760.png"/><Relationship Id="rId29" Type="http://schemas.openxmlformats.org/officeDocument/2006/relationships/customXml" Target="../ink/ink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customXml" Target="../ink/ink74.xml"/><Relationship Id="rId24" Type="http://schemas.openxmlformats.org/officeDocument/2006/relationships/image" Target="../media/image780.png"/><Relationship Id="rId32" Type="http://schemas.openxmlformats.org/officeDocument/2006/relationships/image" Target="../media/image82.png"/><Relationship Id="rId5" Type="http://schemas.openxmlformats.org/officeDocument/2006/relationships/customXml" Target="../ink/ink71.xml"/><Relationship Id="rId15" Type="http://schemas.openxmlformats.org/officeDocument/2006/relationships/customXml" Target="../ink/ink76.xml"/><Relationship Id="rId23" Type="http://schemas.openxmlformats.org/officeDocument/2006/relationships/customXml" Target="../ink/ink80.xml"/><Relationship Id="rId28" Type="http://schemas.openxmlformats.org/officeDocument/2006/relationships/image" Target="../media/image80.png"/><Relationship Id="rId36" Type="http://schemas.openxmlformats.org/officeDocument/2006/relationships/image" Target="../media/image84.png"/><Relationship Id="rId10" Type="http://schemas.openxmlformats.org/officeDocument/2006/relationships/image" Target="../media/image710.png"/><Relationship Id="rId19" Type="http://schemas.openxmlformats.org/officeDocument/2006/relationships/customXml" Target="../ink/ink78.xml"/><Relationship Id="rId31" Type="http://schemas.openxmlformats.org/officeDocument/2006/relationships/customXml" Target="../ink/ink84.xml"/><Relationship Id="rId4" Type="http://schemas.openxmlformats.org/officeDocument/2006/relationships/image" Target="../media/image680.png"/><Relationship Id="rId9" Type="http://schemas.openxmlformats.org/officeDocument/2006/relationships/customXml" Target="../ink/ink73.xml"/><Relationship Id="rId14" Type="http://schemas.openxmlformats.org/officeDocument/2006/relationships/image" Target="../media/image730.png"/><Relationship Id="rId22" Type="http://schemas.openxmlformats.org/officeDocument/2006/relationships/image" Target="../media/image770.png"/><Relationship Id="rId27" Type="http://schemas.openxmlformats.org/officeDocument/2006/relationships/customXml" Target="../ink/ink82.xml"/><Relationship Id="rId30" Type="http://schemas.openxmlformats.org/officeDocument/2006/relationships/image" Target="../media/image81.png"/><Relationship Id="rId35" Type="http://schemas.openxmlformats.org/officeDocument/2006/relationships/customXml" Target="../ink/ink8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customXml" Target="../ink/ink92.xml"/><Relationship Id="rId18" Type="http://schemas.openxmlformats.org/officeDocument/2006/relationships/image" Target="../media/image93.png"/><Relationship Id="rId26" Type="http://schemas.openxmlformats.org/officeDocument/2006/relationships/image" Target="../media/image97.png"/><Relationship Id="rId3" Type="http://schemas.openxmlformats.org/officeDocument/2006/relationships/customXml" Target="../ink/ink87.xml"/><Relationship Id="rId21" Type="http://schemas.openxmlformats.org/officeDocument/2006/relationships/customXml" Target="../ink/ink96.xml"/><Relationship Id="rId34" Type="http://schemas.openxmlformats.org/officeDocument/2006/relationships/image" Target="../media/image101.png"/><Relationship Id="rId7" Type="http://schemas.openxmlformats.org/officeDocument/2006/relationships/customXml" Target="../ink/ink89.xml"/><Relationship Id="rId12" Type="http://schemas.openxmlformats.org/officeDocument/2006/relationships/image" Target="../media/image90.png"/><Relationship Id="rId17" Type="http://schemas.openxmlformats.org/officeDocument/2006/relationships/customXml" Target="../ink/ink94.xml"/><Relationship Id="rId25" Type="http://schemas.openxmlformats.org/officeDocument/2006/relationships/customXml" Target="../ink/ink98.xml"/><Relationship Id="rId33" Type="http://schemas.openxmlformats.org/officeDocument/2006/relationships/customXml" Target="../ink/ink102.xml"/><Relationship Id="rId38" Type="http://schemas.openxmlformats.org/officeDocument/2006/relationships/image" Target="../media/image103.png"/><Relationship Id="rId2" Type="http://schemas.openxmlformats.org/officeDocument/2006/relationships/image" Target="../media/image85.png"/><Relationship Id="rId16" Type="http://schemas.openxmlformats.org/officeDocument/2006/relationships/image" Target="../media/image92.png"/><Relationship Id="rId20" Type="http://schemas.openxmlformats.org/officeDocument/2006/relationships/image" Target="../media/image94.png"/><Relationship Id="rId29" Type="http://schemas.openxmlformats.org/officeDocument/2006/relationships/customXml" Target="../ink/ink10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customXml" Target="../ink/ink91.xml"/><Relationship Id="rId24" Type="http://schemas.openxmlformats.org/officeDocument/2006/relationships/image" Target="../media/image96.png"/><Relationship Id="rId32" Type="http://schemas.openxmlformats.org/officeDocument/2006/relationships/image" Target="../media/image100.png"/><Relationship Id="rId37" Type="http://schemas.openxmlformats.org/officeDocument/2006/relationships/customXml" Target="../ink/ink104.xml"/><Relationship Id="rId5" Type="http://schemas.openxmlformats.org/officeDocument/2006/relationships/customXml" Target="../ink/ink88.xml"/><Relationship Id="rId15" Type="http://schemas.openxmlformats.org/officeDocument/2006/relationships/customXml" Target="../ink/ink93.xml"/><Relationship Id="rId23" Type="http://schemas.openxmlformats.org/officeDocument/2006/relationships/customXml" Target="../ink/ink97.xml"/><Relationship Id="rId28" Type="http://schemas.openxmlformats.org/officeDocument/2006/relationships/image" Target="../media/image98.png"/><Relationship Id="rId36" Type="http://schemas.openxmlformats.org/officeDocument/2006/relationships/image" Target="../media/image102.png"/><Relationship Id="rId10" Type="http://schemas.openxmlformats.org/officeDocument/2006/relationships/image" Target="../media/image89.png"/><Relationship Id="rId19" Type="http://schemas.openxmlformats.org/officeDocument/2006/relationships/customXml" Target="../ink/ink95.xml"/><Relationship Id="rId31" Type="http://schemas.openxmlformats.org/officeDocument/2006/relationships/customXml" Target="../ink/ink101.xml"/><Relationship Id="rId4" Type="http://schemas.openxmlformats.org/officeDocument/2006/relationships/image" Target="../media/image86.png"/><Relationship Id="rId9" Type="http://schemas.openxmlformats.org/officeDocument/2006/relationships/customXml" Target="../ink/ink90.xml"/><Relationship Id="rId14" Type="http://schemas.openxmlformats.org/officeDocument/2006/relationships/image" Target="../media/image91.png"/><Relationship Id="rId22" Type="http://schemas.openxmlformats.org/officeDocument/2006/relationships/image" Target="../media/image95.png"/><Relationship Id="rId27" Type="http://schemas.openxmlformats.org/officeDocument/2006/relationships/customXml" Target="../ink/ink99.xml"/><Relationship Id="rId30" Type="http://schemas.openxmlformats.org/officeDocument/2006/relationships/image" Target="../media/image99.png"/><Relationship Id="rId35" Type="http://schemas.openxmlformats.org/officeDocument/2006/relationships/customXml" Target="../ink/ink10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39" y="666589"/>
            <a:ext cx="11700387" cy="4041648"/>
          </a:xfrm>
        </p:spPr>
        <p:txBody>
          <a:bodyPr>
            <a:normAutofit/>
          </a:bodyPr>
          <a:lstStyle/>
          <a:p>
            <a:r>
              <a:rPr lang="en-US" dirty="0"/>
              <a:t>(On </a:t>
            </a:r>
            <a:r>
              <a:rPr lang="en-US"/>
              <a:t>Dev com)</a:t>
            </a:r>
            <a:br>
              <a:rPr lang="en-US"/>
            </a:br>
            <a:r>
              <a:rPr lang="en-US"/>
              <a:t>CNN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FAF1B6-EF2A-3797-2B6C-CC2976FDB4DF}"/>
              </a:ext>
            </a:extLst>
          </p:cNvPr>
          <p:cNvSpPr txBox="1"/>
          <p:nvPr/>
        </p:nvSpPr>
        <p:spPr>
          <a:xfrm>
            <a:off x="576072" y="177951"/>
            <a:ext cx="108996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Objective: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321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BCE0-ECF6-4F18-7C0E-B3BA2525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B7AA5A-EA67-8072-B615-2255E2A53D5A}"/>
              </a:ext>
            </a:extLst>
          </p:cNvPr>
          <p:cNvSpPr txBox="1"/>
          <p:nvPr/>
        </p:nvSpPr>
        <p:spPr>
          <a:xfrm>
            <a:off x="576072" y="177951"/>
            <a:ext cx="10899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 of CNN</a:t>
            </a:r>
          </a:p>
        </p:txBody>
      </p:sp>
      <p:pic>
        <p:nvPicPr>
          <p:cNvPr id="2" name="Picture 2" descr="How Automated Face Recognition Works | ROC">
            <a:extLst>
              <a:ext uri="{FF2B5EF4-FFF2-40B4-BE49-F238E27FC236}">
                <a16:creationId xmlns:a16="http://schemas.microsoft.com/office/drawing/2014/main" id="{DEF37B7B-BF5E-16CB-D140-52A68AA54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20" y="928816"/>
            <a:ext cx="4539596" cy="227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4F2DCE-A715-EA77-4A95-4FC3675C2A7E}"/>
              </a:ext>
            </a:extLst>
          </p:cNvPr>
          <p:cNvSpPr txBox="1"/>
          <p:nvPr/>
        </p:nvSpPr>
        <p:spPr>
          <a:xfrm>
            <a:off x="747648" y="6086960"/>
            <a:ext cx="3083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Self-Driving Vehicle</a:t>
            </a:r>
          </a:p>
        </p:txBody>
      </p:sp>
      <p:pic>
        <p:nvPicPr>
          <p:cNvPr id="4" name="Picture 4" descr="Self-driving vehicles – Department of Computer Science">
            <a:extLst>
              <a:ext uri="{FF2B5EF4-FFF2-40B4-BE49-F238E27FC236}">
                <a16:creationId xmlns:a16="http://schemas.microsoft.com/office/drawing/2014/main" id="{2A0F01AF-032B-F1D3-315D-47AAB7A44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688" y="3749040"/>
            <a:ext cx="5287720" cy="292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8E97AF-7F2B-53C1-93D7-DA27A718D607}"/>
              </a:ext>
            </a:extLst>
          </p:cNvPr>
          <p:cNvSpPr txBox="1"/>
          <p:nvPr/>
        </p:nvSpPr>
        <p:spPr>
          <a:xfrm>
            <a:off x="131867" y="3174436"/>
            <a:ext cx="256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Face Detection</a:t>
            </a:r>
          </a:p>
        </p:txBody>
      </p:sp>
      <p:pic>
        <p:nvPicPr>
          <p:cNvPr id="7" name="Picture 6" descr="The Complete Guide to Object Detection ...">
            <a:extLst>
              <a:ext uri="{FF2B5EF4-FFF2-40B4-BE49-F238E27FC236}">
                <a16:creationId xmlns:a16="http://schemas.microsoft.com/office/drawing/2014/main" id="{129CE660-D85B-AB80-EF4E-3B7CBC747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513" y="315957"/>
            <a:ext cx="4289230" cy="288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EA215F-D7A7-23AC-B334-2381E335B6B6}"/>
              </a:ext>
            </a:extLst>
          </p:cNvPr>
          <p:cNvSpPr txBox="1"/>
          <p:nvPr/>
        </p:nvSpPr>
        <p:spPr>
          <a:xfrm>
            <a:off x="8681720" y="3200020"/>
            <a:ext cx="279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 Detection</a:t>
            </a:r>
          </a:p>
        </p:txBody>
      </p:sp>
    </p:spTree>
    <p:extLst>
      <p:ext uri="{BB962C8B-B14F-4D97-AF65-F5344CB8AC3E}">
        <p14:creationId xmlns:p14="http://schemas.microsoft.com/office/powerpoint/2010/main" val="156883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638AB-651F-9ACA-942C-D37124DDE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0B0D78-8152-F3A0-5617-CE6F5061E55A}"/>
              </a:ext>
            </a:extLst>
          </p:cNvPr>
          <p:cNvSpPr txBox="1"/>
          <p:nvPr/>
        </p:nvSpPr>
        <p:spPr>
          <a:xfrm>
            <a:off x="576072" y="177951"/>
            <a:ext cx="10899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 of CNN</a:t>
            </a:r>
          </a:p>
        </p:txBody>
      </p:sp>
      <p:pic>
        <p:nvPicPr>
          <p:cNvPr id="9" name="Picture 8" descr="Introduction to Emotion Recognition 2021 | RecFaces">
            <a:extLst>
              <a:ext uri="{FF2B5EF4-FFF2-40B4-BE49-F238E27FC236}">
                <a16:creationId xmlns:a16="http://schemas.microsoft.com/office/drawing/2014/main" id="{7FA41FF9-DDC4-4F62-1A8D-5DE9DDBFA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18" y="589220"/>
            <a:ext cx="4650358" cy="277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D1EF5B-4665-2C9A-9AB4-7F28C1FA9499}"/>
              </a:ext>
            </a:extLst>
          </p:cNvPr>
          <p:cNvSpPr txBox="1"/>
          <p:nvPr/>
        </p:nvSpPr>
        <p:spPr>
          <a:xfrm>
            <a:off x="393215" y="3362627"/>
            <a:ext cx="3765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Facial Emotion Recognition</a:t>
            </a:r>
          </a:p>
        </p:txBody>
      </p:sp>
      <p:pic>
        <p:nvPicPr>
          <p:cNvPr id="11" name="Picture 10" descr="Online X-Ray Report Analysis | Chest X-Ray - MyMeds247">
            <a:extLst>
              <a:ext uri="{FF2B5EF4-FFF2-40B4-BE49-F238E27FC236}">
                <a16:creationId xmlns:a16="http://schemas.microsoft.com/office/drawing/2014/main" id="{AE31C662-8CCA-4EC9-A380-E6A54C41D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680" y="74256"/>
            <a:ext cx="2750374" cy="275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971F62-3B79-356A-C382-D6C8BE1883CD}"/>
              </a:ext>
            </a:extLst>
          </p:cNvPr>
          <p:cNvSpPr txBox="1"/>
          <p:nvPr/>
        </p:nvSpPr>
        <p:spPr>
          <a:xfrm>
            <a:off x="9334054" y="1885705"/>
            <a:ext cx="2825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X-ray Image Analysis</a:t>
            </a:r>
          </a:p>
        </p:txBody>
      </p:sp>
      <p:pic>
        <p:nvPicPr>
          <p:cNvPr id="13" name="Picture 12" descr="GitHub - anandhkishan/Handwritten-Character-Recognition-using-CNN:  Recognizing handwritten character image using CNN with the CNN model  trained using EMNIST dataset. The work is extended by adding 12 more  characters from Tamil language to the dataset">
            <a:extLst>
              <a:ext uri="{FF2B5EF4-FFF2-40B4-BE49-F238E27FC236}">
                <a16:creationId xmlns:a16="http://schemas.microsoft.com/office/drawing/2014/main" id="{81F94787-F7DB-F0F6-339B-6A474A040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752" y="2915135"/>
            <a:ext cx="6740492" cy="3343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E569BF-E81C-D84A-3AC2-891E9C7DBC12}"/>
              </a:ext>
            </a:extLst>
          </p:cNvPr>
          <p:cNvSpPr txBox="1"/>
          <p:nvPr/>
        </p:nvSpPr>
        <p:spPr>
          <a:xfrm>
            <a:off x="4873752" y="6258173"/>
            <a:ext cx="4288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Hand-written digit recognition</a:t>
            </a:r>
          </a:p>
        </p:txBody>
      </p:sp>
    </p:spTree>
    <p:extLst>
      <p:ext uri="{BB962C8B-B14F-4D97-AF65-F5344CB8AC3E}">
        <p14:creationId xmlns:p14="http://schemas.microsoft.com/office/powerpoint/2010/main" val="3891733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AD2D-A4B1-DFBA-E773-FD0432283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8407759-F7D3-615A-AB03-A4910672BD28}"/>
              </a:ext>
            </a:extLst>
          </p:cNvPr>
          <p:cNvSpPr txBox="1"/>
          <p:nvPr/>
        </p:nvSpPr>
        <p:spPr>
          <a:xfrm>
            <a:off x="672084" y="71366"/>
            <a:ext cx="10943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Foundation of CNN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C356FFF-8C67-E9AC-63D4-0E0F485D6D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136" y="1690052"/>
            <a:ext cx="5388864" cy="2797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18FF3B2-5B27-08C9-CB48-EF7A69D5A5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327776"/>
              </p:ext>
            </p:extLst>
          </p:nvPr>
        </p:nvGraphicFramePr>
        <p:xfrm>
          <a:off x="144514" y="1237064"/>
          <a:ext cx="6539750" cy="4377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623B82E-D634-75AB-71AA-CFD4862B11C0}"/>
              </a:ext>
            </a:extLst>
          </p:cNvPr>
          <p:cNvSpPr txBox="1"/>
          <p:nvPr/>
        </p:nvSpPr>
        <p:spPr>
          <a:xfrm>
            <a:off x="7153402" y="842373"/>
            <a:ext cx="4157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Hubel and Wiesel’s Experiments (1950s)</a:t>
            </a:r>
            <a:br>
              <a:rPr lang="en-US" sz="1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</a:br>
            <a:endParaRPr lang="en-IN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71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E2741-A500-2696-FA52-D0AFFF146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E5C1B0-9C71-E307-7A19-ACDA5A42A945}"/>
              </a:ext>
            </a:extLst>
          </p:cNvPr>
          <p:cNvSpPr txBox="1"/>
          <p:nvPr/>
        </p:nvSpPr>
        <p:spPr>
          <a:xfrm>
            <a:off x="9384030" y="53469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Visual Cortex</a:t>
            </a:r>
            <a:br>
              <a:rPr lang="en-US" sz="1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</a:br>
            <a:endParaRPr lang="en-IN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2" descr="Higher-order visual pathways and the CVI brain – Perkins School for the  Blind">
            <a:extLst>
              <a:ext uri="{FF2B5EF4-FFF2-40B4-BE49-F238E27FC236}">
                <a16:creationId xmlns:a16="http://schemas.microsoft.com/office/drawing/2014/main" id="{20E231E6-D65D-50A4-4D65-802323C3B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256" y="2356701"/>
            <a:ext cx="3848573" cy="271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A26250-F715-9A51-F333-98DA87FE4A27}"/>
              </a:ext>
            </a:extLst>
          </p:cNvPr>
          <p:cNvSpPr txBox="1"/>
          <p:nvPr/>
        </p:nvSpPr>
        <p:spPr>
          <a:xfrm>
            <a:off x="189256" y="1057171"/>
            <a:ext cx="81157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visual system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highly complex network that processes visual information from the environment to help us perceive and understand what we see. </a:t>
            </a:r>
          </a:p>
          <a:p>
            <a:pPr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Light enters the eye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through the cornea and lens, focusing the image on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retina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contains photoreceptor cells (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rods and cones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that convert light into electrical signals.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signals travel via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optic nerve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lateral geniculate nucleus (LGN)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thalamus, and then to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primary visual cortex (V1)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located in the occipital lobe at the back of the brain.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V1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basic features such as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edges, lines, and orientations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detected. This information is then passed along two major pathways: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ventral stream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(the "what" pathway) processes object identity, color, and form, leading to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inferior temporal cortex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dorsal stream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(the "where/how" pathway) handles motion and spatial awareness, leading to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posterior parietal cortex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visual information flows through these hierarchical stages, the brain integrates simple patterns into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perceptions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like faces, scenes, or motion.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layered, feature-based approach in the human brain inspired the architecture of Convolutional Neural Networks (CNNs)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artificial vision systems.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53F0E-4846-F015-7CBE-8E56760B3146}"/>
              </a:ext>
            </a:extLst>
          </p:cNvPr>
          <p:cNvSpPr txBox="1"/>
          <p:nvPr/>
        </p:nvSpPr>
        <p:spPr>
          <a:xfrm>
            <a:off x="672084" y="71366"/>
            <a:ext cx="10943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Foundation of CNN</a:t>
            </a:r>
          </a:p>
        </p:txBody>
      </p:sp>
    </p:spTree>
    <p:extLst>
      <p:ext uri="{BB962C8B-B14F-4D97-AF65-F5344CB8AC3E}">
        <p14:creationId xmlns:p14="http://schemas.microsoft.com/office/powerpoint/2010/main" val="392818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6B40D-4C6B-87B8-3CB9-E5E482C16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70F561-689F-6D90-8D30-CB7FF8922AF0}"/>
              </a:ext>
            </a:extLst>
          </p:cNvPr>
          <p:cNvSpPr txBox="1"/>
          <p:nvPr/>
        </p:nvSpPr>
        <p:spPr>
          <a:xfrm>
            <a:off x="180108" y="1257578"/>
            <a:ext cx="66378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 Many Parameters for Images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uppose you have a 100×100 Gray image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100 x 100  = 10,000 inputs.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B5F7DF-A138-4621-73F8-09D267153949}"/>
              </a:ext>
            </a:extLst>
          </p:cNvPr>
          <p:cNvSpPr txBox="1"/>
          <p:nvPr/>
        </p:nvSpPr>
        <p:spPr>
          <a:xfrm>
            <a:off x="320040" y="25646"/>
            <a:ext cx="112958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CNN?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we cannot use Traditional NN for computer vision related task?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2D8049-D44C-F7B1-FDA9-C42FBF92324E}"/>
              </a:ext>
            </a:extLst>
          </p:cNvPr>
          <p:cNvSpPr/>
          <p:nvPr/>
        </p:nvSpPr>
        <p:spPr>
          <a:xfrm>
            <a:off x="8732520" y="2224885"/>
            <a:ext cx="2002536" cy="1755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BB80EC6-86FA-E1CC-30AE-5B856F1C218F}"/>
              </a:ext>
            </a:extLst>
          </p:cNvPr>
          <p:cNvGrpSpPr/>
          <p:nvPr/>
        </p:nvGrpSpPr>
        <p:grpSpPr>
          <a:xfrm>
            <a:off x="8080704" y="2267496"/>
            <a:ext cx="430560" cy="1677960"/>
            <a:chOff x="8080704" y="2267496"/>
            <a:chExt cx="430560" cy="167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2D8F76-ED89-DEBE-C5BE-0A941F48FE70}"/>
                    </a:ext>
                  </a:extLst>
                </p14:cNvPr>
                <p14:cNvContentPartPr/>
                <p14:nvPr/>
              </p14:nvContentPartPr>
              <p14:xfrm>
                <a:off x="8080704" y="2925216"/>
                <a:ext cx="29160" cy="149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2D8F76-ED89-DEBE-C5BE-0A941F48FE7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63064" y="2907216"/>
                  <a:ext cx="64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2818C62-EDF3-199B-BC08-D77922DE3A3A}"/>
                    </a:ext>
                  </a:extLst>
                </p14:cNvPr>
                <p14:cNvContentPartPr/>
                <p14:nvPr/>
              </p14:nvContentPartPr>
              <p14:xfrm>
                <a:off x="8172504" y="2945016"/>
                <a:ext cx="149760" cy="93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2818C62-EDF3-199B-BC08-D77922DE3A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54504" y="2927016"/>
                  <a:ext cx="185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34F7ED-FDBE-0EEB-8276-969D3B3E74D4}"/>
                    </a:ext>
                  </a:extLst>
                </p14:cNvPr>
                <p14:cNvContentPartPr/>
                <p14:nvPr/>
              </p14:nvContentPartPr>
              <p14:xfrm>
                <a:off x="8375904" y="2934216"/>
                <a:ext cx="135360" cy="108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34F7ED-FDBE-0EEB-8276-969D3B3E74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58264" y="2916576"/>
                  <a:ext cx="171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8D53447-344B-FABE-1811-68FE26B22354}"/>
                    </a:ext>
                  </a:extLst>
                </p14:cNvPr>
                <p14:cNvContentPartPr/>
                <p14:nvPr/>
              </p14:nvContentPartPr>
              <p14:xfrm>
                <a:off x="8231904" y="2267496"/>
                <a:ext cx="186120" cy="90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8D53447-344B-FABE-1811-68FE26B223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13904" y="2249856"/>
                  <a:ext cx="221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D6BB89-A8BC-2628-3B68-C5DC95EBD324}"/>
                    </a:ext>
                  </a:extLst>
                </p14:cNvPr>
                <p14:cNvContentPartPr/>
                <p14:nvPr/>
              </p14:nvContentPartPr>
              <p14:xfrm>
                <a:off x="8304984" y="2335176"/>
                <a:ext cx="20160" cy="577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D6BB89-A8BC-2628-3B68-C5DC95EBD32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86984" y="2317536"/>
                  <a:ext cx="5580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843ACAB-47B2-E59F-9793-4D5AC01BBEA2}"/>
                    </a:ext>
                  </a:extLst>
                </p14:cNvPr>
                <p14:cNvContentPartPr/>
                <p14:nvPr/>
              </p14:nvContentPartPr>
              <p14:xfrm>
                <a:off x="8130024" y="3133656"/>
                <a:ext cx="201960" cy="81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843ACAB-47B2-E59F-9793-4D5AC01BBEA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2384" y="3116016"/>
                  <a:ext cx="237600" cy="84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93370E-B917-3B01-6810-0FF43325E23F}"/>
              </a:ext>
            </a:extLst>
          </p:cNvPr>
          <p:cNvGrpSpPr/>
          <p:nvPr/>
        </p:nvGrpSpPr>
        <p:grpSpPr>
          <a:xfrm>
            <a:off x="8772984" y="4162896"/>
            <a:ext cx="1950840" cy="308880"/>
            <a:chOff x="8772984" y="4162896"/>
            <a:chExt cx="195084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443AF54-7A4D-546B-892E-A2044897B7D1}"/>
                    </a:ext>
                  </a:extLst>
                </p14:cNvPr>
                <p14:cNvContentPartPr/>
                <p14:nvPr/>
              </p14:nvContentPartPr>
              <p14:xfrm>
                <a:off x="8772984" y="4162896"/>
                <a:ext cx="161280" cy="117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443AF54-7A4D-546B-892E-A2044897B7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54984" y="4144896"/>
                  <a:ext cx="1969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BCA363-789D-CBB3-53E2-7EF97A0C7A58}"/>
                    </a:ext>
                  </a:extLst>
                </p14:cNvPr>
                <p14:cNvContentPartPr/>
                <p14:nvPr/>
              </p14:nvContentPartPr>
              <p14:xfrm>
                <a:off x="8858664" y="4172256"/>
                <a:ext cx="1865160" cy="120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CBCA363-789D-CBB3-53E2-7EF97A0C7A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41024" y="4154256"/>
                  <a:ext cx="1900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CF7436A-ADC3-5102-D32B-E77BB4A1DD35}"/>
                    </a:ext>
                  </a:extLst>
                </p14:cNvPr>
                <p14:cNvContentPartPr/>
                <p14:nvPr/>
              </p14:nvContentPartPr>
              <p14:xfrm>
                <a:off x="9540144" y="4345416"/>
                <a:ext cx="55440" cy="126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CF7436A-ADC3-5102-D32B-E77BB4A1DD3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22504" y="4327416"/>
                  <a:ext cx="91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2BEABE8-6085-57E0-E809-1832A1F16D9E}"/>
                    </a:ext>
                  </a:extLst>
                </p14:cNvPr>
                <p14:cNvContentPartPr/>
                <p14:nvPr/>
              </p14:nvContentPartPr>
              <p14:xfrm>
                <a:off x="9674784" y="4340376"/>
                <a:ext cx="12132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2BEABE8-6085-57E0-E809-1832A1F16D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56784" y="4322376"/>
                  <a:ext cx="156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D636615-5B2B-1E6A-1DA4-715475C9D524}"/>
                    </a:ext>
                  </a:extLst>
                </p14:cNvPr>
                <p14:cNvContentPartPr/>
                <p14:nvPr/>
              </p14:nvContentPartPr>
              <p14:xfrm>
                <a:off x="9883944" y="4309056"/>
                <a:ext cx="150480" cy="123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D636615-5B2B-1E6A-1DA4-715475C9D52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65944" y="4291056"/>
                  <a:ext cx="186120" cy="15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90B2DDB-6C5A-E187-3093-233380D7E9AA}"/>
                  </a:ext>
                </a:extLst>
              </p14:cNvPr>
              <p14:cNvContentPartPr/>
              <p14:nvPr/>
            </p14:nvContentPartPr>
            <p14:xfrm>
              <a:off x="10360584" y="2337336"/>
              <a:ext cx="41760" cy="16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90B2DDB-6C5A-E187-3093-233380D7E9A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342944" y="2319336"/>
                <a:ext cx="77400" cy="20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5645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DD60-99A6-857D-169B-92BBB88DB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5EED45-A224-3B6E-3D79-6E0809ED4B7E}"/>
              </a:ext>
            </a:extLst>
          </p:cNvPr>
          <p:cNvSpPr txBox="1"/>
          <p:nvPr/>
        </p:nvSpPr>
        <p:spPr>
          <a:xfrm>
            <a:off x="180108" y="1257578"/>
            <a:ext cx="663789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uppose you have a 100 × 100 RGB image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100 x 100 x 3 = 30,000 inputs.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first layer of Traditional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NN has 1,000 neurons: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= inputs x neurons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30,000 × 1,000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30 million parameters!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That’s just for one layer — it's inefficient,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slow, and needs a lot of memory.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575848-77AE-D176-BD95-55715FB16E86}"/>
              </a:ext>
            </a:extLst>
          </p:cNvPr>
          <p:cNvSpPr txBox="1"/>
          <p:nvPr/>
        </p:nvSpPr>
        <p:spPr>
          <a:xfrm>
            <a:off x="320040" y="25646"/>
            <a:ext cx="112958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CNN?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we cannot use Traditional NN for computer vision related task?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6C239A-19E4-BA61-6439-9F4B54C83CCA}"/>
              </a:ext>
            </a:extLst>
          </p:cNvPr>
          <p:cNvSpPr/>
          <p:nvPr/>
        </p:nvSpPr>
        <p:spPr>
          <a:xfrm>
            <a:off x="9610344" y="1523923"/>
            <a:ext cx="2002536" cy="1755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7F43ED-0A77-26DD-D31C-95CC3BB39AC2}"/>
              </a:ext>
            </a:extLst>
          </p:cNvPr>
          <p:cNvSpPr/>
          <p:nvPr/>
        </p:nvSpPr>
        <p:spPr>
          <a:xfrm>
            <a:off x="9070848" y="1883664"/>
            <a:ext cx="2002536" cy="1755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3F4AF-DA4A-DA6B-A7BD-C902283A8635}"/>
              </a:ext>
            </a:extLst>
          </p:cNvPr>
          <p:cNvSpPr/>
          <p:nvPr/>
        </p:nvSpPr>
        <p:spPr>
          <a:xfrm>
            <a:off x="8732520" y="2224885"/>
            <a:ext cx="2002536" cy="1755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247CB81-7328-DB92-B0D6-6FFD89B710EF}"/>
              </a:ext>
            </a:extLst>
          </p:cNvPr>
          <p:cNvGrpSpPr/>
          <p:nvPr/>
        </p:nvGrpSpPr>
        <p:grpSpPr>
          <a:xfrm>
            <a:off x="8080704" y="2267496"/>
            <a:ext cx="430560" cy="1677960"/>
            <a:chOff x="8080704" y="2267496"/>
            <a:chExt cx="430560" cy="167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99D7B4B-ECF5-E4CF-CE98-0566412FCE74}"/>
                    </a:ext>
                  </a:extLst>
                </p14:cNvPr>
                <p14:cNvContentPartPr/>
                <p14:nvPr/>
              </p14:nvContentPartPr>
              <p14:xfrm>
                <a:off x="8080704" y="2925216"/>
                <a:ext cx="29160" cy="149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99D7B4B-ECF5-E4CF-CE98-0566412FCE7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62479" y="2907216"/>
                  <a:ext cx="65246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F217DA5-FFFC-ACA1-9A1C-B2D760F83EB2}"/>
                    </a:ext>
                  </a:extLst>
                </p14:cNvPr>
                <p14:cNvContentPartPr/>
                <p14:nvPr/>
              </p14:nvContentPartPr>
              <p14:xfrm>
                <a:off x="8172504" y="2945016"/>
                <a:ext cx="149760" cy="93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F217DA5-FFFC-ACA1-9A1C-B2D760F83E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54504" y="2927016"/>
                  <a:ext cx="185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0B42DF-8445-A525-C2E3-062A1D28E1AC}"/>
                    </a:ext>
                  </a:extLst>
                </p14:cNvPr>
                <p14:cNvContentPartPr/>
                <p14:nvPr/>
              </p14:nvContentPartPr>
              <p14:xfrm>
                <a:off x="8375904" y="2934216"/>
                <a:ext cx="135360" cy="108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0B42DF-8445-A525-C2E3-062A1D28E1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57856" y="2916216"/>
                  <a:ext cx="171095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44EFF26-C8BA-1700-D2AE-43D80E8572A0}"/>
                    </a:ext>
                  </a:extLst>
                </p14:cNvPr>
                <p14:cNvContentPartPr/>
                <p14:nvPr/>
              </p14:nvContentPartPr>
              <p14:xfrm>
                <a:off x="8231904" y="2267496"/>
                <a:ext cx="186120" cy="90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44EFF26-C8BA-1700-D2AE-43D80E8572A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13939" y="2249496"/>
                  <a:ext cx="221691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9B2AB6C-FF72-1412-612C-C79F1BEFDC87}"/>
                    </a:ext>
                  </a:extLst>
                </p14:cNvPr>
                <p14:cNvContentPartPr/>
                <p14:nvPr/>
              </p14:nvContentPartPr>
              <p14:xfrm>
                <a:off x="8304984" y="2335176"/>
                <a:ext cx="20160" cy="577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9B2AB6C-FF72-1412-612C-C79F1BEFDC8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86984" y="2317176"/>
                  <a:ext cx="5580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150059B-1613-A961-2B71-0F6B007165D2}"/>
                    </a:ext>
                  </a:extLst>
                </p14:cNvPr>
                <p14:cNvContentPartPr/>
                <p14:nvPr/>
              </p14:nvContentPartPr>
              <p14:xfrm>
                <a:off x="8130024" y="3133656"/>
                <a:ext cx="201960" cy="81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150059B-1613-A961-2B71-0F6B007165D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1992" y="3115656"/>
                  <a:ext cx="237664" cy="84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B26776-27FE-CE96-ACAE-8B8F85AD62D7}"/>
              </a:ext>
            </a:extLst>
          </p:cNvPr>
          <p:cNvGrpSpPr/>
          <p:nvPr/>
        </p:nvGrpSpPr>
        <p:grpSpPr>
          <a:xfrm>
            <a:off x="8772984" y="4162896"/>
            <a:ext cx="1950840" cy="308880"/>
            <a:chOff x="8772984" y="4162896"/>
            <a:chExt cx="195084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917FACF-2724-541E-43D7-A4AE38248D15}"/>
                    </a:ext>
                  </a:extLst>
                </p14:cNvPr>
                <p14:cNvContentPartPr/>
                <p14:nvPr/>
              </p14:nvContentPartPr>
              <p14:xfrm>
                <a:off x="8772984" y="4162896"/>
                <a:ext cx="161280" cy="117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917FACF-2724-541E-43D7-A4AE38248D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54984" y="4144896"/>
                  <a:ext cx="1969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521D5C-7E25-E289-20F9-10DC36BA13DE}"/>
                    </a:ext>
                  </a:extLst>
                </p14:cNvPr>
                <p14:cNvContentPartPr/>
                <p14:nvPr/>
              </p14:nvContentPartPr>
              <p14:xfrm>
                <a:off x="8858664" y="4172256"/>
                <a:ext cx="1865160" cy="120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521D5C-7E25-E289-20F9-10DC36BA13D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40661" y="4154256"/>
                  <a:ext cx="1900807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ECB76EE-B65D-4ADC-93A8-48DF18C9DC49}"/>
                    </a:ext>
                  </a:extLst>
                </p14:cNvPr>
                <p14:cNvContentPartPr/>
                <p14:nvPr/>
              </p14:nvContentPartPr>
              <p14:xfrm>
                <a:off x="9540144" y="4345416"/>
                <a:ext cx="55440" cy="126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ECB76EE-B65D-4ADC-93A8-48DF18C9DC4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22144" y="4327416"/>
                  <a:ext cx="91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4C6341-E68D-3443-4C71-83DFF181D173}"/>
                    </a:ext>
                  </a:extLst>
                </p14:cNvPr>
                <p14:cNvContentPartPr/>
                <p14:nvPr/>
              </p14:nvContentPartPr>
              <p14:xfrm>
                <a:off x="9674784" y="4340376"/>
                <a:ext cx="12132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4C6341-E68D-3443-4C71-83DFF181D17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56784" y="4322376"/>
                  <a:ext cx="156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8971E90-4B93-04E0-F00E-7F9479DDD587}"/>
                    </a:ext>
                  </a:extLst>
                </p14:cNvPr>
                <p14:cNvContentPartPr/>
                <p14:nvPr/>
              </p14:nvContentPartPr>
              <p14:xfrm>
                <a:off x="9883944" y="4309056"/>
                <a:ext cx="150480" cy="123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8971E90-4B93-04E0-F00E-7F9479DDD58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65944" y="4291056"/>
                  <a:ext cx="186120" cy="15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03F0FA8-C181-DEDE-1A99-C3B6A0FE7861}"/>
                  </a:ext>
                </a:extLst>
              </p14:cNvPr>
              <p14:cNvContentPartPr/>
              <p14:nvPr/>
            </p14:nvContentPartPr>
            <p14:xfrm>
              <a:off x="10360584" y="2337336"/>
              <a:ext cx="41760" cy="16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03F0FA8-C181-DEDE-1A99-C3B6A0FE786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342584" y="2319375"/>
                <a:ext cx="77400" cy="200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3B81866-B9B0-3055-4E18-36C4FEB6B67E}"/>
                  </a:ext>
                </a:extLst>
              </p14:cNvPr>
              <p14:cNvContentPartPr/>
              <p14:nvPr/>
            </p14:nvContentPartPr>
            <p14:xfrm>
              <a:off x="10360584" y="2292336"/>
              <a:ext cx="287640" cy="206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3B81866-B9B0-3055-4E18-36C4FEB6B67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42584" y="2274336"/>
                <a:ext cx="3232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7BA151C-50DE-AA3F-12DA-60895ED457B5}"/>
                  </a:ext>
                </a:extLst>
              </p14:cNvPr>
              <p14:cNvContentPartPr/>
              <p14:nvPr/>
            </p14:nvContentPartPr>
            <p14:xfrm>
              <a:off x="10705824" y="1988136"/>
              <a:ext cx="170280" cy="209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7BA151C-50DE-AA3F-12DA-60895ED457B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687824" y="1970167"/>
                <a:ext cx="205920" cy="245459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752D83BE-AFD7-D7BA-0826-BA2605352CE8}"/>
              </a:ext>
            </a:extLst>
          </p:cNvPr>
          <p:cNvGrpSpPr/>
          <p:nvPr/>
        </p:nvGrpSpPr>
        <p:grpSpPr>
          <a:xfrm>
            <a:off x="11312784" y="1683576"/>
            <a:ext cx="165960" cy="163800"/>
            <a:chOff x="11312784" y="1683576"/>
            <a:chExt cx="16596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C958205-F001-4F9D-F12B-D4A5729D6694}"/>
                    </a:ext>
                  </a:extLst>
                </p14:cNvPr>
                <p14:cNvContentPartPr/>
                <p14:nvPr/>
              </p14:nvContentPartPr>
              <p14:xfrm>
                <a:off x="11333304" y="1697976"/>
                <a:ext cx="17280" cy="135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C958205-F001-4F9D-F12B-D4A5729D66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15304" y="1679976"/>
                  <a:ext cx="52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F737524-A7E2-A34D-B4CA-706DB6863B43}"/>
                    </a:ext>
                  </a:extLst>
                </p14:cNvPr>
                <p14:cNvContentPartPr/>
                <p14:nvPr/>
              </p14:nvContentPartPr>
              <p14:xfrm>
                <a:off x="11312784" y="1683576"/>
                <a:ext cx="16596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F737524-A7E2-A34D-B4CA-706DB6863B4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294784" y="1665576"/>
                  <a:ext cx="20160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AD80951-C694-D6CD-9DE6-FBE346CD7912}"/>
              </a:ext>
            </a:extLst>
          </p:cNvPr>
          <p:cNvGrpSpPr/>
          <p:nvPr/>
        </p:nvGrpSpPr>
        <p:grpSpPr>
          <a:xfrm>
            <a:off x="6809544" y="6192576"/>
            <a:ext cx="38160" cy="80280"/>
            <a:chOff x="6809544" y="6192576"/>
            <a:chExt cx="38160" cy="8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B92C6B2-3873-9C46-5B16-39C443895669}"/>
                    </a:ext>
                  </a:extLst>
                </p14:cNvPr>
                <p14:cNvContentPartPr/>
                <p14:nvPr/>
              </p14:nvContentPartPr>
              <p14:xfrm>
                <a:off x="6809544" y="6192576"/>
                <a:ext cx="16920" cy="1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B92C6B2-3873-9C46-5B16-39C4438956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73544" y="6156576"/>
                  <a:ext cx="88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9CE6CA9-FC54-3B75-EABB-AB4DB253EDC3}"/>
                    </a:ext>
                  </a:extLst>
                </p14:cNvPr>
                <p14:cNvContentPartPr/>
                <p14:nvPr/>
              </p14:nvContentPartPr>
              <p14:xfrm>
                <a:off x="6846624" y="6264936"/>
                <a:ext cx="1080" cy="7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9CE6CA9-FC54-3B75-EABB-AB4DB253EDC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10624" y="6228936"/>
                  <a:ext cx="7272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30013E9-2C16-766E-7B97-6CBCE2644BB4}"/>
                  </a:ext>
                </a:extLst>
              </p14:cNvPr>
              <p14:cNvContentPartPr/>
              <p14:nvPr/>
            </p14:nvContentPartPr>
            <p14:xfrm>
              <a:off x="6768864" y="6469056"/>
              <a:ext cx="264240" cy="1933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30013E9-2C16-766E-7B97-6CBCE2644BB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32864" y="6433056"/>
                <a:ext cx="335880" cy="26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3F2D55DC-43D3-47E2-30BD-D872A79B7F78}"/>
              </a:ext>
            </a:extLst>
          </p:cNvPr>
          <p:cNvGrpSpPr/>
          <p:nvPr/>
        </p:nvGrpSpPr>
        <p:grpSpPr>
          <a:xfrm>
            <a:off x="6237864" y="4535496"/>
            <a:ext cx="2416320" cy="405360"/>
            <a:chOff x="6237864" y="4535496"/>
            <a:chExt cx="241632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E04EE33-5165-F812-B847-6517F4724B37}"/>
                    </a:ext>
                  </a:extLst>
                </p14:cNvPr>
                <p14:cNvContentPartPr/>
                <p14:nvPr/>
              </p14:nvContentPartPr>
              <p14:xfrm>
                <a:off x="6412104" y="4748976"/>
                <a:ext cx="53640" cy="122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E04EE33-5165-F812-B847-6517F4724B3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76104" y="4712976"/>
                  <a:ext cx="1252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C8A899B-E6DF-D2ED-6038-52C412B389CE}"/>
                    </a:ext>
                  </a:extLst>
                </p14:cNvPr>
                <p14:cNvContentPartPr/>
                <p14:nvPr/>
              </p14:nvContentPartPr>
              <p14:xfrm>
                <a:off x="6552144" y="4738536"/>
                <a:ext cx="446040" cy="96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C8A899B-E6DF-D2ED-6038-52C412B389C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16144" y="4702536"/>
                  <a:ext cx="5176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3A77183-4872-BA31-7679-993249777D4A}"/>
                    </a:ext>
                  </a:extLst>
                </p14:cNvPr>
                <p14:cNvContentPartPr/>
                <p14:nvPr/>
              </p14:nvContentPartPr>
              <p14:xfrm>
                <a:off x="7103304" y="4700376"/>
                <a:ext cx="203400" cy="125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3A77183-4872-BA31-7679-993249777D4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67368" y="4664272"/>
                  <a:ext cx="274913" cy="1971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AC39CCE-1A87-00B6-C32F-7A66F65159FB}"/>
                    </a:ext>
                  </a:extLst>
                </p14:cNvPr>
                <p14:cNvContentPartPr/>
                <p14:nvPr/>
              </p14:nvContentPartPr>
              <p14:xfrm>
                <a:off x="7364664" y="4701456"/>
                <a:ext cx="135000" cy="115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AC39CCE-1A87-00B6-C32F-7A66F65159F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28568" y="4665456"/>
                  <a:ext cx="206832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5BDE43-031B-AE3D-7D62-7A82FDA3A894}"/>
                    </a:ext>
                  </a:extLst>
                </p14:cNvPr>
                <p14:cNvContentPartPr/>
                <p14:nvPr/>
              </p14:nvContentPartPr>
              <p14:xfrm>
                <a:off x="7513344" y="4712976"/>
                <a:ext cx="201600" cy="80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5BDE43-031B-AE3D-7D62-7A82FDA3A89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77344" y="4676976"/>
                  <a:ext cx="273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3704B14-E5DB-09F3-134A-CF0CB63EFDE2}"/>
                    </a:ext>
                  </a:extLst>
                </p14:cNvPr>
                <p14:cNvContentPartPr/>
                <p14:nvPr/>
              </p14:nvContentPartPr>
              <p14:xfrm>
                <a:off x="7746984" y="4636656"/>
                <a:ext cx="226440" cy="152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3704B14-E5DB-09F3-134A-CF0CB63EFDE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10984" y="4600741"/>
                  <a:ext cx="298080" cy="2241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BAFEDA0-FAF6-C1E2-1F51-6F87918A92CE}"/>
                    </a:ext>
                  </a:extLst>
                </p14:cNvPr>
                <p14:cNvContentPartPr/>
                <p14:nvPr/>
              </p14:nvContentPartPr>
              <p14:xfrm>
                <a:off x="7981704" y="4676256"/>
                <a:ext cx="331200" cy="102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BAFEDA0-FAF6-C1E2-1F51-6F87918A92C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45704" y="4640256"/>
                  <a:ext cx="402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3FFE793-9809-C492-848A-CF7C657DED14}"/>
                    </a:ext>
                  </a:extLst>
                </p14:cNvPr>
                <p14:cNvContentPartPr/>
                <p14:nvPr/>
              </p14:nvContentPartPr>
              <p14:xfrm>
                <a:off x="8363664" y="4648536"/>
                <a:ext cx="95040" cy="106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3FFE793-9809-C492-848A-CF7C657DED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27664" y="4612536"/>
                  <a:ext cx="166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BDD193B-C3EA-5A02-7FD3-12EF962AB43D}"/>
                    </a:ext>
                  </a:extLst>
                </p14:cNvPr>
                <p14:cNvContentPartPr/>
                <p14:nvPr/>
              </p14:nvContentPartPr>
              <p14:xfrm>
                <a:off x="8460864" y="4535496"/>
                <a:ext cx="193320" cy="287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BDD193B-C3EA-5A02-7FD3-12EF962AB43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24864" y="4499496"/>
                  <a:ext cx="2649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E1803B0-89C4-FBEA-89CF-A4D1F8D728FB}"/>
                    </a:ext>
                  </a:extLst>
                </p14:cNvPr>
                <p14:cNvContentPartPr/>
                <p14:nvPr/>
              </p14:nvContentPartPr>
              <p14:xfrm>
                <a:off x="6237864" y="4659696"/>
                <a:ext cx="148320" cy="281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E1803B0-89C4-FBEA-89CF-A4D1F8D728F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01776" y="4623742"/>
                  <a:ext cx="220134" cy="35270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99D60D0-CD48-334A-3674-2D7FD6A2E927}"/>
              </a:ext>
            </a:extLst>
          </p:cNvPr>
          <p:cNvGrpSpPr/>
          <p:nvPr/>
        </p:nvGrpSpPr>
        <p:grpSpPr>
          <a:xfrm>
            <a:off x="5666544" y="4970376"/>
            <a:ext cx="1358640" cy="1064160"/>
            <a:chOff x="5666544" y="4970376"/>
            <a:chExt cx="1358640" cy="10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BA1A169-1095-012D-1A19-8B28C716A31F}"/>
                    </a:ext>
                  </a:extLst>
                </p14:cNvPr>
                <p14:cNvContentPartPr/>
                <p14:nvPr/>
              </p14:nvContentPartPr>
              <p14:xfrm>
                <a:off x="6709104" y="4970376"/>
                <a:ext cx="261720" cy="204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BA1A169-1095-012D-1A19-8B28C716A31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73054" y="4934376"/>
                  <a:ext cx="333459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2C98721-EFFA-2D9F-5756-C1A6626E2269}"/>
                    </a:ext>
                  </a:extLst>
                </p14:cNvPr>
                <p14:cNvContentPartPr/>
                <p14:nvPr/>
              </p14:nvContentPartPr>
              <p14:xfrm>
                <a:off x="6727824" y="5430456"/>
                <a:ext cx="286920" cy="218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2C98721-EFFA-2D9F-5756-C1A6626E226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91824" y="5394456"/>
                  <a:ext cx="3585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91EA94F-2128-05C2-3CF6-251405579620}"/>
                    </a:ext>
                  </a:extLst>
                </p14:cNvPr>
                <p14:cNvContentPartPr/>
                <p14:nvPr/>
              </p14:nvContentPartPr>
              <p14:xfrm>
                <a:off x="6794424" y="5846256"/>
                <a:ext cx="230760" cy="188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91EA94F-2128-05C2-3CF6-2514055796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58368" y="5810256"/>
                  <a:ext cx="302512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7971024-6E5A-D3CC-43E0-52E80F6A9F74}"/>
                    </a:ext>
                  </a:extLst>
                </p14:cNvPr>
                <p14:cNvContentPartPr/>
                <p14:nvPr/>
              </p14:nvContentPartPr>
              <p14:xfrm>
                <a:off x="5666544" y="5383656"/>
                <a:ext cx="39960" cy="30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7971024-6E5A-D3CC-43E0-52E80F6A9F7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30217" y="5347656"/>
                  <a:ext cx="112251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2D08576-36D5-F9CD-E574-A5E1528F2AE3}"/>
                    </a:ext>
                  </a:extLst>
                </p14:cNvPr>
                <p14:cNvContentPartPr/>
                <p14:nvPr/>
              </p14:nvContentPartPr>
              <p14:xfrm>
                <a:off x="5678784" y="5571576"/>
                <a:ext cx="42480" cy="36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2D08576-36D5-F9CD-E574-A5E1528F2AE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43087" y="5535212"/>
                  <a:ext cx="113518" cy="1083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E6B0991-AF94-6CBE-A8E0-B8F671A25912}"/>
                    </a:ext>
                  </a:extLst>
                </p14:cNvPr>
                <p14:cNvContentPartPr/>
                <p14:nvPr/>
              </p14:nvContentPartPr>
              <p14:xfrm>
                <a:off x="5706144" y="5744016"/>
                <a:ext cx="45360" cy="19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E6B0991-AF94-6CBE-A8E0-B8F671A2591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70144" y="5708016"/>
                  <a:ext cx="1170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3CC4E41-4715-CC19-8D40-EDF29632D61F}"/>
                    </a:ext>
                  </a:extLst>
                </p14:cNvPr>
                <p14:cNvContentPartPr/>
                <p14:nvPr/>
              </p14:nvContentPartPr>
              <p14:xfrm>
                <a:off x="5788944" y="5069736"/>
                <a:ext cx="826200" cy="308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3CC4E41-4715-CC19-8D40-EDF29632D61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52944" y="5033736"/>
                  <a:ext cx="8978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DC05D1E-03A2-BB85-DA39-3D66748912D2}"/>
                    </a:ext>
                  </a:extLst>
                </p14:cNvPr>
                <p14:cNvContentPartPr/>
                <p14:nvPr/>
              </p14:nvContentPartPr>
              <p14:xfrm>
                <a:off x="5826384" y="5415336"/>
                <a:ext cx="799200" cy="196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DC05D1E-03A2-BB85-DA39-3D66748912D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90384" y="5379270"/>
                  <a:ext cx="870840" cy="2683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42B04AE-49E7-D55E-3F85-97ECB24C60C3}"/>
                    </a:ext>
                  </a:extLst>
                </p14:cNvPr>
                <p14:cNvContentPartPr/>
                <p14:nvPr/>
              </p14:nvContentPartPr>
              <p14:xfrm>
                <a:off x="5837904" y="5468616"/>
                <a:ext cx="787320" cy="307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42B04AE-49E7-D55E-3F85-97ECB24C60C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01904" y="5432658"/>
                  <a:ext cx="858960" cy="379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E523B13-BEC7-4368-5B93-A0A8E1E5FE19}"/>
                    </a:ext>
                  </a:extLst>
                </p14:cNvPr>
                <p14:cNvContentPartPr/>
                <p14:nvPr/>
              </p14:nvContentPartPr>
              <p14:xfrm>
                <a:off x="6530544" y="5659416"/>
                <a:ext cx="115920" cy="155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E523B13-BEC7-4368-5B93-A0A8E1E5FE1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94544" y="5623416"/>
                  <a:ext cx="187560" cy="22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76CFF83-6D46-E9A2-1133-1BABE1F13565}"/>
                  </a:ext>
                </a:extLst>
              </p14:cNvPr>
              <p14:cNvContentPartPr/>
              <p14:nvPr/>
            </p14:nvContentPartPr>
            <p14:xfrm>
              <a:off x="6409944" y="6200856"/>
              <a:ext cx="5400" cy="57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76CFF83-6D46-E9A2-1133-1BABE1F1356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73944" y="6164856"/>
                <a:ext cx="77040" cy="7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C365DB1D-9523-548E-8780-F11EFF99BCED}"/>
              </a:ext>
            </a:extLst>
          </p:cNvPr>
          <p:cNvGrpSpPr/>
          <p:nvPr/>
        </p:nvGrpSpPr>
        <p:grpSpPr>
          <a:xfrm>
            <a:off x="5686344" y="5889456"/>
            <a:ext cx="87480" cy="198360"/>
            <a:chOff x="5686344" y="5889456"/>
            <a:chExt cx="8748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6B44DCE-910E-CF3C-9600-B3DE1039E6DF}"/>
                    </a:ext>
                  </a:extLst>
                </p14:cNvPr>
                <p14:cNvContentPartPr/>
                <p14:nvPr/>
              </p14:nvContentPartPr>
              <p14:xfrm>
                <a:off x="5686344" y="5889456"/>
                <a:ext cx="42840" cy="54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6B44DCE-910E-CF3C-9600-B3DE1039E6D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50644" y="5853456"/>
                  <a:ext cx="113883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76253B6-FE77-103C-249C-426434E5C8E6}"/>
                    </a:ext>
                  </a:extLst>
                </p14:cNvPr>
                <p14:cNvContentPartPr/>
                <p14:nvPr/>
              </p14:nvContentPartPr>
              <p14:xfrm>
                <a:off x="5723064" y="6061536"/>
                <a:ext cx="50760" cy="26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76253B6-FE77-103C-249C-426434E5C8E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87064" y="6025536"/>
                  <a:ext cx="12240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F7AADB1-D1F4-942C-DDB0-0A8B271771F8}"/>
              </a:ext>
            </a:extLst>
          </p:cNvPr>
          <p:cNvGrpSpPr/>
          <p:nvPr/>
        </p:nvGrpSpPr>
        <p:grpSpPr>
          <a:xfrm>
            <a:off x="5044824" y="6215976"/>
            <a:ext cx="1331280" cy="625320"/>
            <a:chOff x="5044824" y="6215976"/>
            <a:chExt cx="1331280" cy="62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0EAB291-72E1-A0A3-877D-F4A7C206BCC3}"/>
                    </a:ext>
                  </a:extLst>
                </p14:cNvPr>
                <p14:cNvContentPartPr/>
                <p14:nvPr/>
              </p14:nvContentPartPr>
              <p14:xfrm>
                <a:off x="5187744" y="6309576"/>
                <a:ext cx="186120" cy="154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0EAB291-72E1-A0A3-877D-F4A7C206BCC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151744" y="6273576"/>
                  <a:ext cx="2577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BAAF8BC-0C4F-9A01-956F-E33C562DB708}"/>
                    </a:ext>
                  </a:extLst>
                </p14:cNvPr>
                <p14:cNvContentPartPr/>
                <p14:nvPr/>
              </p14:nvContentPartPr>
              <p14:xfrm>
                <a:off x="5423904" y="6342336"/>
                <a:ext cx="137160" cy="87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BAAF8BC-0C4F-9A01-956F-E33C562DB70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87904" y="6306336"/>
                  <a:ext cx="2088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6550852-8D53-7C55-BDC1-07CEA4D8C5BC}"/>
                    </a:ext>
                  </a:extLst>
                </p14:cNvPr>
                <p14:cNvContentPartPr/>
                <p14:nvPr/>
              </p14:nvContentPartPr>
              <p14:xfrm>
                <a:off x="5667624" y="6289056"/>
                <a:ext cx="68400" cy="150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6550852-8D53-7C55-BDC1-07CEA4D8C5B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31812" y="6252970"/>
                  <a:ext cx="139665" cy="2226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4D7FA47-5B78-B5BD-E31C-BB47DF4991E0}"/>
                    </a:ext>
                  </a:extLst>
                </p14:cNvPr>
                <p14:cNvContentPartPr/>
                <p14:nvPr/>
              </p14:nvContentPartPr>
              <p14:xfrm>
                <a:off x="5712624" y="6303096"/>
                <a:ext cx="127080" cy="73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4D7FA47-5B78-B5BD-E31C-BB47DF4991E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76726" y="6267096"/>
                  <a:ext cx="198518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BC2F212-4197-0FE0-87C5-B13E792BF266}"/>
                    </a:ext>
                  </a:extLst>
                </p14:cNvPr>
                <p14:cNvContentPartPr/>
                <p14:nvPr/>
              </p14:nvContentPartPr>
              <p14:xfrm>
                <a:off x="5718024" y="6362856"/>
                <a:ext cx="166320" cy="61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BC2F212-4197-0FE0-87C5-B13E792BF26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82102" y="6326856"/>
                  <a:ext cx="237805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BBEC9DC-8AFC-85BA-6C19-C0BB1E96EE6A}"/>
                    </a:ext>
                  </a:extLst>
                </p14:cNvPr>
                <p14:cNvContentPartPr/>
                <p14:nvPr/>
              </p14:nvContentPartPr>
              <p14:xfrm>
                <a:off x="5320224" y="6623136"/>
                <a:ext cx="108000" cy="108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BBEC9DC-8AFC-85BA-6C19-C0BB1E96EE6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284224" y="6587136"/>
                  <a:ext cx="1796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3EE6BAD-6820-C848-24F0-E6EDECA4EC80}"/>
                    </a:ext>
                  </a:extLst>
                </p14:cNvPr>
                <p14:cNvContentPartPr/>
                <p14:nvPr/>
              </p14:nvContentPartPr>
              <p14:xfrm>
                <a:off x="5279184" y="6558696"/>
                <a:ext cx="26640" cy="9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3EE6BAD-6820-C848-24F0-E6EDECA4EC8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43184" y="6522696"/>
                  <a:ext cx="982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338C598-9A53-02D6-A959-75D386BFD57E}"/>
                    </a:ext>
                  </a:extLst>
                </p14:cNvPr>
                <p14:cNvContentPartPr/>
                <p14:nvPr/>
              </p14:nvContentPartPr>
              <p14:xfrm>
                <a:off x="5453424" y="6602616"/>
                <a:ext cx="117720" cy="90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338C598-9A53-02D6-A959-75D386BFD57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17424" y="6566473"/>
                  <a:ext cx="189360" cy="1626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3B89410-F32A-C243-5EF9-DFD00297CBD2}"/>
                    </a:ext>
                  </a:extLst>
                </p14:cNvPr>
                <p14:cNvContentPartPr/>
                <p14:nvPr/>
              </p14:nvContentPartPr>
              <p14:xfrm>
                <a:off x="5637024" y="6565536"/>
                <a:ext cx="144000" cy="192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3B89410-F32A-C243-5EF9-DFD00297CBD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01024" y="6529536"/>
                  <a:ext cx="2156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1B993C5-4162-E018-87C0-DA1ACC5403D6}"/>
                    </a:ext>
                  </a:extLst>
                </p14:cNvPr>
                <p14:cNvContentPartPr/>
                <p14:nvPr/>
              </p14:nvContentPartPr>
              <p14:xfrm>
                <a:off x="5846184" y="6543216"/>
                <a:ext cx="124920" cy="96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1B993C5-4162-E018-87C0-DA1ACC5403D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10184" y="6507216"/>
                  <a:ext cx="196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FEEB8B8-19A2-7196-85E9-191F42E030FC}"/>
                    </a:ext>
                  </a:extLst>
                </p14:cNvPr>
                <p14:cNvContentPartPr/>
                <p14:nvPr/>
              </p14:nvContentPartPr>
              <p14:xfrm>
                <a:off x="6000264" y="6416856"/>
                <a:ext cx="69480" cy="240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FEEB8B8-19A2-7196-85E9-191F42E030F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64264" y="6380802"/>
                  <a:ext cx="141120" cy="3122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E5C03BF-1D10-0F25-1D8B-710B2473874F}"/>
                    </a:ext>
                  </a:extLst>
                </p14:cNvPr>
                <p14:cNvContentPartPr/>
                <p14:nvPr/>
              </p14:nvContentPartPr>
              <p14:xfrm>
                <a:off x="5997744" y="6533496"/>
                <a:ext cx="104400" cy="50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E5C03BF-1D10-0F25-1D8B-710B2473874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61744" y="6497753"/>
                  <a:ext cx="176040" cy="121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26E3F94-2809-483A-50C0-09FC9A0B17C4}"/>
                    </a:ext>
                  </a:extLst>
                </p14:cNvPr>
                <p14:cNvContentPartPr/>
                <p14:nvPr/>
              </p14:nvContentPartPr>
              <p14:xfrm>
                <a:off x="6103944" y="6528816"/>
                <a:ext cx="107640" cy="123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26E3F94-2809-483A-50C0-09FC9A0B17C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67944" y="6492816"/>
                  <a:ext cx="1792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40163EC-8EA8-A000-BC43-C7D18A93DC86}"/>
                    </a:ext>
                  </a:extLst>
                </p14:cNvPr>
                <p14:cNvContentPartPr/>
                <p14:nvPr/>
              </p14:nvContentPartPr>
              <p14:xfrm>
                <a:off x="5044824" y="6215976"/>
                <a:ext cx="270720" cy="625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40163EC-8EA8-A000-BC43-C7D18A93DC8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08776" y="6179976"/>
                  <a:ext cx="342455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A9BA041-F2B6-6180-9DE5-E35CBA2451EB}"/>
                    </a:ext>
                  </a:extLst>
                </p14:cNvPr>
                <p14:cNvContentPartPr/>
                <p14:nvPr/>
              </p14:nvContentPartPr>
              <p14:xfrm>
                <a:off x="6144264" y="6248736"/>
                <a:ext cx="231840" cy="526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A9BA041-F2B6-6180-9DE5-E35CBA2451E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08264" y="6212736"/>
                  <a:ext cx="303480" cy="598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16362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E3618-BFA4-1F0F-1E9A-343B2BB7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331D39-2DC9-01EE-8130-BEDC6813FF5D}"/>
              </a:ext>
            </a:extLst>
          </p:cNvPr>
          <p:cNvSpPr txBox="1"/>
          <p:nvPr/>
        </p:nvSpPr>
        <p:spPr>
          <a:xfrm>
            <a:off x="365760" y="699159"/>
            <a:ext cx="11506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Traditional NNs Don't Exploit Image Structure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NN do not capture spatial structures of an image: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Nearby pixels are more related than distant ones.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 treats all input pixels as independent flat numbers (1D vector)- they do not 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locality.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ignores the 2D spatial layout of images (width × height × channels).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C6D680-7A77-344C-DA32-2506BC801C93}"/>
              </a:ext>
            </a:extLst>
          </p:cNvPr>
          <p:cNvSpPr txBox="1"/>
          <p:nvPr/>
        </p:nvSpPr>
        <p:spPr>
          <a:xfrm>
            <a:off x="320040" y="25646"/>
            <a:ext cx="112958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CNN? Why we cannot use Traditional NN for image classification or computer vision related task?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28C490-AC3D-AFD1-D469-5B6880C82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270" y="3630168"/>
            <a:ext cx="3091570" cy="31177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2BD8AF7-35F5-570C-A45B-36714A9B392D}"/>
                  </a:ext>
                </a:extLst>
              </p14:cNvPr>
              <p14:cNvContentPartPr/>
              <p14:nvPr/>
            </p14:nvContentPartPr>
            <p14:xfrm>
              <a:off x="8012160" y="3752280"/>
              <a:ext cx="585000" cy="444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2BD8AF7-35F5-570C-A45B-36714A9B39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6160" y="3716640"/>
                <a:ext cx="656640" cy="51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2E9FF58E-6EC4-994A-8A2E-F4B8C646051E}"/>
              </a:ext>
            </a:extLst>
          </p:cNvPr>
          <p:cNvGrpSpPr/>
          <p:nvPr/>
        </p:nvGrpSpPr>
        <p:grpSpPr>
          <a:xfrm>
            <a:off x="8478360" y="3618360"/>
            <a:ext cx="1869840" cy="412560"/>
            <a:chOff x="8761824" y="3334896"/>
            <a:chExt cx="186984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2560DA4-FA98-5459-A155-FEF03FE04621}"/>
                    </a:ext>
                  </a:extLst>
                </p14:cNvPr>
                <p14:cNvContentPartPr/>
                <p14:nvPr/>
              </p14:nvContentPartPr>
              <p14:xfrm>
                <a:off x="8761824" y="3515976"/>
                <a:ext cx="640440" cy="136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2560DA4-FA98-5459-A155-FEF03FE046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26184" y="3479976"/>
                  <a:ext cx="712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113DAE-81DD-A686-529F-340284112EAA}"/>
                    </a:ext>
                  </a:extLst>
                </p14:cNvPr>
                <p14:cNvContentPartPr/>
                <p14:nvPr/>
              </p14:nvContentPartPr>
              <p14:xfrm>
                <a:off x="9521424" y="3442896"/>
                <a:ext cx="167760" cy="156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113DAE-81DD-A686-529F-340284112E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85784" y="3406896"/>
                  <a:ext cx="239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FBD732-A6BF-9CB4-78FD-B3F73FFBB7AF}"/>
                    </a:ext>
                  </a:extLst>
                </p14:cNvPr>
                <p14:cNvContentPartPr/>
                <p14:nvPr/>
              </p14:nvContentPartPr>
              <p14:xfrm>
                <a:off x="9728064" y="3469176"/>
                <a:ext cx="163800" cy="137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6FBD732-A6BF-9CB4-78FD-B3F73FFBB7A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92424" y="3433176"/>
                  <a:ext cx="235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4385A8-84E3-7C51-4CC8-31C8A7F59EFB}"/>
                    </a:ext>
                  </a:extLst>
                </p14:cNvPr>
                <p14:cNvContentPartPr/>
                <p14:nvPr/>
              </p14:nvContentPartPr>
              <p14:xfrm>
                <a:off x="9861984" y="3495456"/>
                <a:ext cx="234360" cy="111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4385A8-84E3-7C51-4CC8-31C8A7F59EF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826344" y="3459816"/>
                  <a:ext cx="306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CEABFA-7785-A560-5412-7887B547D0A6}"/>
                    </a:ext>
                  </a:extLst>
                </p14:cNvPr>
                <p14:cNvContentPartPr/>
                <p14:nvPr/>
              </p14:nvContentPartPr>
              <p14:xfrm>
                <a:off x="10084104" y="3470256"/>
                <a:ext cx="113760" cy="119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CEABFA-7785-A560-5412-7887B547D0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48464" y="3434616"/>
                  <a:ext cx="185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998F3B2-E570-4AAF-221C-A3930DC17C40}"/>
                    </a:ext>
                  </a:extLst>
                </p14:cNvPr>
                <p14:cNvContentPartPr/>
                <p14:nvPr/>
              </p14:nvContentPartPr>
              <p14:xfrm>
                <a:off x="10261944" y="3334896"/>
                <a:ext cx="183600" cy="220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998F3B2-E570-4AAF-221C-A3930DC17C4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225944" y="3298896"/>
                  <a:ext cx="2552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553A054-CF65-ED98-7544-C0FD83E37CA5}"/>
                    </a:ext>
                  </a:extLst>
                </p14:cNvPr>
                <p14:cNvContentPartPr/>
                <p14:nvPr/>
              </p14:nvContentPartPr>
              <p14:xfrm>
                <a:off x="10345464" y="3472056"/>
                <a:ext cx="286200" cy="275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553A054-CF65-ED98-7544-C0FD83E37CA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309464" y="3436416"/>
                  <a:ext cx="357840" cy="34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99A85E-2393-ADE7-6F67-6A383E8F6B31}"/>
              </a:ext>
            </a:extLst>
          </p:cNvPr>
          <p:cNvGrpSpPr/>
          <p:nvPr/>
        </p:nvGrpSpPr>
        <p:grpSpPr>
          <a:xfrm>
            <a:off x="7642800" y="6077160"/>
            <a:ext cx="3213720" cy="413280"/>
            <a:chOff x="7926264" y="5793696"/>
            <a:chExt cx="3213720" cy="41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071499-5807-0E1F-1F9F-9BD26D8FBC64}"/>
                    </a:ext>
                  </a:extLst>
                </p14:cNvPr>
                <p14:cNvContentPartPr/>
                <p14:nvPr/>
              </p14:nvContentPartPr>
              <p14:xfrm>
                <a:off x="7926264" y="5912496"/>
                <a:ext cx="365040" cy="294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071499-5807-0E1F-1F9F-9BD26D8FBC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890264" y="5876496"/>
                  <a:ext cx="4366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3FAE79A-9D86-5368-BE16-CDA322CC52DE}"/>
                    </a:ext>
                  </a:extLst>
                </p14:cNvPr>
                <p14:cNvContentPartPr/>
                <p14:nvPr/>
              </p14:nvContentPartPr>
              <p14:xfrm>
                <a:off x="8173584" y="6020496"/>
                <a:ext cx="1142280" cy="115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3FAE79A-9D86-5368-BE16-CDA322CC52D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37584" y="5984496"/>
                  <a:ext cx="12139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7D883E8-EDCA-B55B-F119-A71B45FCC199}"/>
                    </a:ext>
                  </a:extLst>
                </p14:cNvPr>
                <p14:cNvContentPartPr/>
                <p14:nvPr/>
              </p14:nvContentPartPr>
              <p14:xfrm>
                <a:off x="9258624" y="5956416"/>
                <a:ext cx="178920" cy="117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7D883E8-EDCA-B55B-F119-A71B45FCC19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22984" y="5920776"/>
                  <a:ext cx="250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0CDA4DF-C75B-08BF-9EED-051D31EE1814}"/>
                    </a:ext>
                  </a:extLst>
                </p14:cNvPr>
                <p14:cNvContentPartPr/>
                <p14:nvPr/>
              </p14:nvContentPartPr>
              <p14:xfrm>
                <a:off x="9601344" y="5894856"/>
                <a:ext cx="176040" cy="149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0CDA4DF-C75B-08BF-9EED-051D31EE181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565344" y="5859216"/>
                  <a:ext cx="247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81BC9B-1AE3-E225-2952-9FD495C723E4}"/>
                    </a:ext>
                  </a:extLst>
                </p14:cNvPr>
                <p14:cNvContentPartPr/>
                <p14:nvPr/>
              </p14:nvContentPartPr>
              <p14:xfrm>
                <a:off x="9866304" y="5927976"/>
                <a:ext cx="160200" cy="122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81BC9B-1AE3-E225-2952-9FD495C723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830304" y="5891976"/>
                  <a:ext cx="2318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BDCAAAD-C61F-BCB5-2C65-0864C2AD26C4}"/>
                    </a:ext>
                  </a:extLst>
                </p14:cNvPr>
                <p14:cNvContentPartPr/>
                <p14:nvPr/>
              </p14:nvContentPartPr>
              <p14:xfrm>
                <a:off x="10064664" y="5948856"/>
                <a:ext cx="178560" cy="96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BDCAAAD-C61F-BCB5-2C65-0864C2AD26C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29024" y="5912856"/>
                  <a:ext cx="250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93BD14D-7BE7-1CEF-C9AA-667C1F3E0C1F}"/>
                    </a:ext>
                  </a:extLst>
                </p14:cNvPr>
                <p14:cNvContentPartPr/>
                <p14:nvPr/>
              </p14:nvContentPartPr>
              <p14:xfrm>
                <a:off x="10245024" y="5908536"/>
                <a:ext cx="177480" cy="127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93BD14D-7BE7-1CEF-C9AA-667C1F3E0C1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209384" y="5872536"/>
                  <a:ext cx="249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3420757-38F3-786D-EE42-B8EEF88D2327}"/>
                    </a:ext>
                  </a:extLst>
                </p14:cNvPr>
                <p14:cNvContentPartPr/>
                <p14:nvPr/>
              </p14:nvContentPartPr>
              <p14:xfrm>
                <a:off x="10490904" y="5793696"/>
                <a:ext cx="337320" cy="254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3420757-38F3-786D-EE42-B8EEF88D232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454904" y="5758056"/>
                  <a:ext cx="4089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A5600F1-13C6-50BD-0829-FBE1211C1686}"/>
                    </a:ext>
                  </a:extLst>
                </p14:cNvPr>
                <p14:cNvContentPartPr/>
                <p14:nvPr/>
              </p14:nvContentPartPr>
              <p14:xfrm>
                <a:off x="10737864" y="5908536"/>
                <a:ext cx="402120" cy="287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A5600F1-13C6-50BD-0829-FBE1211C168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701864" y="5872536"/>
                  <a:ext cx="473760" cy="359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46D408C-0CCC-7FA2-F0E2-CBF167B38E5F}"/>
              </a:ext>
            </a:extLst>
          </p:cNvPr>
          <p:cNvSpPr txBox="1"/>
          <p:nvPr/>
        </p:nvSpPr>
        <p:spPr>
          <a:xfrm>
            <a:off x="320040" y="3754258"/>
            <a:ext cx="40338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mechanism to capture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edges, textures, patterns</a:t>
            </a:r>
          </a:p>
        </p:txBody>
      </p:sp>
    </p:spTree>
    <p:extLst>
      <p:ext uri="{BB962C8B-B14F-4D97-AF65-F5344CB8AC3E}">
        <p14:creationId xmlns:p14="http://schemas.microsoft.com/office/powerpoint/2010/main" val="3152710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339FB-3CCE-9C06-6D57-630433EE2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>
            <a:extLst>
              <a:ext uri="{FF2B5EF4-FFF2-40B4-BE49-F238E27FC236}">
                <a16:creationId xmlns:a16="http://schemas.microsoft.com/office/drawing/2014/main" id="{B0816346-52BA-1BF0-CE1A-929B33BB6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592" y="1132070"/>
            <a:ext cx="5724144" cy="5175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4D8C8B7-8D00-FEF1-9ADE-6877D7289872}"/>
              </a:ext>
            </a:extLst>
          </p:cNvPr>
          <p:cNvSpPr txBox="1"/>
          <p:nvPr/>
        </p:nvSpPr>
        <p:spPr>
          <a:xfrm>
            <a:off x="736092" y="7136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ohne"/>
              </a:rPr>
              <a:t>How do computers process images?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0F8E5F-4D8B-7FB4-E6BC-8B09AD5D24BF}"/>
              </a:ext>
            </a:extLst>
          </p:cNvPr>
          <p:cNvSpPr txBox="1"/>
          <p:nvPr/>
        </p:nvSpPr>
        <p:spPr>
          <a:xfrm>
            <a:off x="512064" y="601718"/>
            <a:ext cx="5824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sohne"/>
              </a:rPr>
              <a:t>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ohne"/>
              </a:rPr>
              <a:t>o a computer, images are just numbers. 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D305897-197E-497C-F211-5AC12946E344}"/>
              </a:ext>
            </a:extLst>
          </p:cNvPr>
          <p:cNvGrpSpPr/>
          <p:nvPr/>
        </p:nvGrpSpPr>
        <p:grpSpPr>
          <a:xfrm>
            <a:off x="5993424" y="3478176"/>
            <a:ext cx="2061720" cy="981000"/>
            <a:chOff x="5993424" y="3478176"/>
            <a:chExt cx="2061720" cy="9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4E43AB7-CE34-95AC-24A0-7A1868285E50}"/>
                    </a:ext>
                  </a:extLst>
                </p14:cNvPr>
                <p14:cNvContentPartPr/>
                <p14:nvPr/>
              </p14:nvContentPartPr>
              <p14:xfrm>
                <a:off x="6560064" y="4288176"/>
                <a:ext cx="562680" cy="171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4E43AB7-CE34-95AC-24A0-7A1868285E5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24424" y="4252536"/>
                  <a:ext cx="6343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A0BF638-D67A-D6A3-5305-1F1F02B498F3}"/>
                    </a:ext>
                  </a:extLst>
                </p14:cNvPr>
                <p14:cNvContentPartPr/>
                <p14:nvPr/>
              </p14:nvContentPartPr>
              <p14:xfrm>
                <a:off x="7138944" y="4190976"/>
                <a:ext cx="112320" cy="197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A0BF638-D67A-D6A3-5305-1F1F02B498F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03304" y="4154976"/>
                  <a:ext cx="1839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7A014F-54F4-5341-F2EE-6BE9FF1743D0}"/>
                    </a:ext>
                  </a:extLst>
                </p14:cNvPr>
                <p14:cNvContentPartPr/>
                <p14:nvPr/>
              </p14:nvContentPartPr>
              <p14:xfrm>
                <a:off x="7490664" y="4034016"/>
                <a:ext cx="168840" cy="238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7A014F-54F4-5341-F2EE-6BE9FF1743D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55024" y="3998016"/>
                  <a:ext cx="2404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54EE7B7-D23D-A736-4FA7-7C926E56622D}"/>
                    </a:ext>
                  </a:extLst>
                </p14:cNvPr>
                <p14:cNvContentPartPr/>
                <p14:nvPr/>
              </p14:nvContentPartPr>
              <p14:xfrm>
                <a:off x="7757424" y="4055256"/>
                <a:ext cx="183600" cy="200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54EE7B7-D23D-A736-4FA7-7C926E5662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21784" y="4019256"/>
                  <a:ext cx="2552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C7A1828-EF2B-0454-7495-C20BDF1E8870}"/>
                    </a:ext>
                  </a:extLst>
                </p14:cNvPr>
                <p14:cNvContentPartPr/>
                <p14:nvPr/>
              </p14:nvContentPartPr>
              <p14:xfrm>
                <a:off x="5993424" y="3594816"/>
                <a:ext cx="1508040" cy="754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C7A1828-EF2B-0454-7495-C20BDF1E887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57784" y="3558816"/>
                  <a:ext cx="1579680" cy="82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323DF79-2C3D-12AC-3DC8-DA41ADAFB76B}"/>
                    </a:ext>
                  </a:extLst>
                </p14:cNvPr>
                <p14:cNvContentPartPr/>
                <p14:nvPr/>
              </p14:nvContentPartPr>
              <p14:xfrm>
                <a:off x="7352424" y="3527856"/>
                <a:ext cx="155160" cy="161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323DF79-2C3D-12AC-3DC8-DA41ADAFB76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316424" y="3492216"/>
                  <a:ext cx="2268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79CA9AE-C99E-8B74-D05F-347754743BEE}"/>
                    </a:ext>
                  </a:extLst>
                </p14:cNvPr>
                <p14:cNvContentPartPr/>
                <p14:nvPr/>
              </p14:nvContentPartPr>
              <p14:xfrm>
                <a:off x="7654104" y="3478176"/>
                <a:ext cx="150480" cy="226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79CA9AE-C99E-8B74-D05F-347754743B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18104" y="3442536"/>
                  <a:ext cx="2221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BD0BAE2-27F1-224C-A9CC-B741128419C0}"/>
                    </a:ext>
                  </a:extLst>
                </p14:cNvPr>
                <p14:cNvContentPartPr/>
                <p14:nvPr/>
              </p14:nvContentPartPr>
              <p14:xfrm>
                <a:off x="7902864" y="3502296"/>
                <a:ext cx="152280" cy="243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BD0BAE2-27F1-224C-A9CC-B741128419C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67224" y="3466656"/>
                  <a:ext cx="22392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4177E22-1DD7-007A-C15D-3F48C40E8AEA}"/>
              </a:ext>
            </a:extLst>
          </p:cNvPr>
          <p:cNvGrpSpPr/>
          <p:nvPr/>
        </p:nvGrpSpPr>
        <p:grpSpPr>
          <a:xfrm>
            <a:off x="5993424" y="4962816"/>
            <a:ext cx="2496600" cy="671040"/>
            <a:chOff x="5993424" y="4962816"/>
            <a:chExt cx="249660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CC01A34-A70D-488A-399E-A9338D6603D3}"/>
                    </a:ext>
                  </a:extLst>
                </p14:cNvPr>
                <p14:cNvContentPartPr/>
                <p14:nvPr/>
              </p14:nvContentPartPr>
              <p14:xfrm>
                <a:off x="6506784" y="5110416"/>
                <a:ext cx="716040" cy="99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CC01A34-A70D-488A-399E-A9338D6603D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71144" y="5074416"/>
                  <a:ext cx="787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0F6000-F833-42BB-2E60-111D74F0F56C}"/>
                    </a:ext>
                  </a:extLst>
                </p14:cNvPr>
                <p14:cNvContentPartPr/>
                <p14:nvPr/>
              </p14:nvContentPartPr>
              <p14:xfrm>
                <a:off x="7090344" y="5048136"/>
                <a:ext cx="164520" cy="152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0F6000-F833-42BB-2E60-111D74F0F56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54704" y="5012136"/>
                  <a:ext cx="2361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540DFD4-099B-14B2-F3DF-6DB86D6F5DD6}"/>
                    </a:ext>
                  </a:extLst>
                </p14:cNvPr>
                <p14:cNvContentPartPr/>
                <p14:nvPr/>
              </p14:nvContentPartPr>
              <p14:xfrm>
                <a:off x="7515504" y="4962816"/>
                <a:ext cx="159840" cy="217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540DFD4-099B-14B2-F3DF-6DB86D6F5DD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479504" y="4926816"/>
                  <a:ext cx="2314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A33F3A9-ADED-5285-9006-A0913A4B9CB7}"/>
                    </a:ext>
                  </a:extLst>
                </p14:cNvPr>
                <p14:cNvContentPartPr/>
                <p14:nvPr/>
              </p14:nvContentPartPr>
              <p14:xfrm>
                <a:off x="7683624" y="5012856"/>
                <a:ext cx="318600" cy="198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A33F3A9-ADED-5285-9006-A0913A4B9CB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47624" y="4976856"/>
                  <a:ext cx="3902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7120E8D-0C75-5D74-1797-38FD7B575A95}"/>
                    </a:ext>
                  </a:extLst>
                </p14:cNvPr>
                <p14:cNvContentPartPr/>
                <p14:nvPr/>
              </p14:nvContentPartPr>
              <p14:xfrm>
                <a:off x="5993424" y="5339736"/>
                <a:ext cx="1231560" cy="271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7120E8D-0C75-5D74-1797-38FD7B575A9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57784" y="5303736"/>
                  <a:ext cx="13032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E4B3166-4F1D-6BD7-B072-959E2172E5A1}"/>
                    </a:ext>
                  </a:extLst>
                </p14:cNvPr>
                <p14:cNvContentPartPr/>
                <p14:nvPr/>
              </p14:nvContentPartPr>
              <p14:xfrm>
                <a:off x="7212744" y="5482656"/>
                <a:ext cx="158400" cy="151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E4B3166-4F1D-6BD7-B072-959E2172E5A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176744" y="5447016"/>
                  <a:ext cx="230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11095B1-F76A-B11E-50F6-1C83B341DBDA}"/>
                    </a:ext>
                  </a:extLst>
                </p14:cNvPr>
                <p14:cNvContentPartPr/>
                <p14:nvPr/>
              </p14:nvContentPartPr>
              <p14:xfrm>
                <a:off x="7545744" y="5469696"/>
                <a:ext cx="57600" cy="160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11095B1-F76A-B11E-50F6-1C83B341DBD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09744" y="5434056"/>
                  <a:ext cx="1292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818729B-6DF3-C826-A8BF-51B01FA22E6C}"/>
                    </a:ext>
                  </a:extLst>
                </p14:cNvPr>
                <p14:cNvContentPartPr/>
                <p14:nvPr/>
              </p14:nvContentPartPr>
              <p14:xfrm>
                <a:off x="7749504" y="5484816"/>
                <a:ext cx="286200" cy="128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818729B-6DF3-C826-A8BF-51B01FA22E6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13504" y="5448816"/>
                  <a:ext cx="3578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D71FF5E-87FD-F0C4-C60E-ED021C74B67D}"/>
                    </a:ext>
                  </a:extLst>
                </p14:cNvPr>
                <p14:cNvContentPartPr/>
                <p14:nvPr/>
              </p14:nvContentPartPr>
              <p14:xfrm>
                <a:off x="8156304" y="5434776"/>
                <a:ext cx="172800" cy="173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D71FF5E-87FD-F0C4-C60E-ED021C74B67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20304" y="5398776"/>
                  <a:ext cx="244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7771510-0902-B7AD-C414-2B5D58314603}"/>
                    </a:ext>
                  </a:extLst>
                </p14:cNvPr>
                <p14:cNvContentPartPr/>
                <p14:nvPr/>
              </p14:nvContentPartPr>
              <p14:xfrm>
                <a:off x="8316864" y="5362776"/>
                <a:ext cx="173160" cy="59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7771510-0902-B7AD-C414-2B5D5831460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80864" y="5326776"/>
                  <a:ext cx="244800" cy="13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86141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BAA0-7037-F534-C4D5-AC33B9EB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4">
            <a:extLst>
              <a:ext uri="{FF2B5EF4-FFF2-40B4-BE49-F238E27FC236}">
                <a16:creationId xmlns:a16="http://schemas.microsoft.com/office/drawing/2014/main" id="{40D5FCB0-44D7-A933-4CC9-721309D97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74" y="1543001"/>
            <a:ext cx="11308709" cy="4658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C0EA75E-9795-9EDC-0903-A3F9B20192CB}"/>
              </a:ext>
            </a:extLst>
          </p:cNvPr>
          <p:cNvSpPr txBox="1"/>
          <p:nvPr/>
        </p:nvSpPr>
        <p:spPr>
          <a:xfrm>
            <a:off x="512064" y="601718"/>
            <a:ext cx="8691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sohne"/>
              </a:rPr>
              <a:t>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ohne"/>
              </a:rPr>
              <a:t>o a computer, images are just numbers. 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B9795F-8E68-1392-E81A-97DA45E2EDD7}"/>
              </a:ext>
            </a:extLst>
          </p:cNvPr>
          <p:cNvSpPr txBox="1"/>
          <p:nvPr/>
        </p:nvSpPr>
        <p:spPr>
          <a:xfrm>
            <a:off x="736092" y="7136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ohne"/>
              </a:rPr>
              <a:t>How do computers process images?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945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2C2E0-B93E-65A8-22E1-3E12A7DC6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99C89C-8CFE-F47D-FD61-50336F30AC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653777"/>
              </p:ext>
            </p:extLst>
          </p:nvPr>
        </p:nvGraphicFramePr>
        <p:xfrm>
          <a:off x="6265628" y="1825621"/>
          <a:ext cx="4821472" cy="3197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4">
                  <a:extLst>
                    <a:ext uri="{9D8B030D-6E8A-4147-A177-3AD203B41FA5}">
                      <a16:colId xmlns:a16="http://schemas.microsoft.com/office/drawing/2014/main" val="2315518423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3066608265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2486217613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1138623776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2549362556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1850703460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1151250704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2935161655"/>
                    </a:ext>
                  </a:extLst>
                </a:gridCol>
              </a:tblGrid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63474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8561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968482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711874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547982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375843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983287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12969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1223BD0-55DC-5F83-AA7A-E173E9B7BEBB}"/>
              </a:ext>
            </a:extLst>
          </p:cNvPr>
          <p:cNvSpPr/>
          <p:nvPr/>
        </p:nvSpPr>
        <p:spPr>
          <a:xfrm>
            <a:off x="1860155" y="2225609"/>
            <a:ext cx="457200" cy="3857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23CB21-B0C6-9254-6854-4BA16D1E661B}"/>
              </a:ext>
            </a:extLst>
          </p:cNvPr>
          <p:cNvSpPr/>
          <p:nvPr/>
        </p:nvSpPr>
        <p:spPr>
          <a:xfrm>
            <a:off x="2769675" y="3026360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AA9F81-507C-D954-FDE3-3D2A6B8F14C7}"/>
              </a:ext>
            </a:extLst>
          </p:cNvPr>
          <p:cNvSpPr/>
          <p:nvPr/>
        </p:nvSpPr>
        <p:spPr>
          <a:xfrm>
            <a:off x="2310189" y="2636180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296E69-31DE-5CE4-D1B1-422B2F47A449}"/>
              </a:ext>
            </a:extLst>
          </p:cNvPr>
          <p:cNvSpPr txBox="1"/>
          <p:nvPr/>
        </p:nvSpPr>
        <p:spPr>
          <a:xfrm>
            <a:off x="1420119" y="5449386"/>
            <a:ext cx="2217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8X8 image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723DF4-5065-C99F-61F1-2F2BDAB069E1}"/>
              </a:ext>
            </a:extLst>
          </p:cNvPr>
          <p:cNvSpPr txBox="1"/>
          <p:nvPr/>
        </p:nvSpPr>
        <p:spPr>
          <a:xfrm>
            <a:off x="6692837" y="5585841"/>
            <a:ext cx="4758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Pixel representation(not normalized)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585743C6-6EF7-9AEC-DD7C-145B2A11280E}"/>
              </a:ext>
            </a:extLst>
          </p:cNvPr>
          <p:cNvSpPr/>
          <p:nvPr/>
        </p:nvSpPr>
        <p:spPr>
          <a:xfrm>
            <a:off x="4876023" y="3319475"/>
            <a:ext cx="1050349" cy="40481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F1E2D-643F-1915-7575-47CAC8EE881B}"/>
              </a:ext>
            </a:extLst>
          </p:cNvPr>
          <p:cNvSpPr/>
          <p:nvPr/>
        </p:nvSpPr>
        <p:spPr>
          <a:xfrm>
            <a:off x="880241" y="1815649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622637-B050-FA09-8E3B-CACE58B52283}"/>
              </a:ext>
            </a:extLst>
          </p:cNvPr>
          <p:cNvSpPr/>
          <p:nvPr/>
        </p:nvSpPr>
        <p:spPr>
          <a:xfrm>
            <a:off x="1357316" y="1815652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7FC559-0A26-0B8F-115D-9A074789E34D}"/>
              </a:ext>
            </a:extLst>
          </p:cNvPr>
          <p:cNvSpPr/>
          <p:nvPr/>
        </p:nvSpPr>
        <p:spPr>
          <a:xfrm>
            <a:off x="1846372" y="1821156"/>
            <a:ext cx="457200" cy="3857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18066E-D9F9-D3A4-1D58-F6AFEF8E9415}"/>
              </a:ext>
            </a:extLst>
          </p:cNvPr>
          <p:cNvSpPr/>
          <p:nvPr/>
        </p:nvSpPr>
        <p:spPr>
          <a:xfrm>
            <a:off x="2340676" y="1822487"/>
            <a:ext cx="457200" cy="3857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1EC2F7-07D9-5B42-2D41-84ED1A9A12AA}"/>
              </a:ext>
            </a:extLst>
          </p:cNvPr>
          <p:cNvSpPr/>
          <p:nvPr/>
        </p:nvSpPr>
        <p:spPr>
          <a:xfrm>
            <a:off x="2829636" y="181697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6B9982-88F9-CBC9-2C5B-5A857FE26850}"/>
              </a:ext>
            </a:extLst>
          </p:cNvPr>
          <p:cNvSpPr/>
          <p:nvPr/>
        </p:nvSpPr>
        <p:spPr>
          <a:xfrm>
            <a:off x="3306711" y="181697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4F8B89-CC27-7B2D-D02D-F4FC32564FC2}"/>
              </a:ext>
            </a:extLst>
          </p:cNvPr>
          <p:cNvSpPr/>
          <p:nvPr/>
        </p:nvSpPr>
        <p:spPr>
          <a:xfrm>
            <a:off x="3783794" y="181697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D41DBE-3740-73E0-BF66-044A6773D58C}"/>
              </a:ext>
            </a:extLst>
          </p:cNvPr>
          <p:cNvSpPr/>
          <p:nvPr/>
        </p:nvSpPr>
        <p:spPr>
          <a:xfrm>
            <a:off x="4260869" y="181697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54A8CA-8801-B812-AA16-63C12C1DB9E0}"/>
              </a:ext>
            </a:extLst>
          </p:cNvPr>
          <p:cNvSpPr/>
          <p:nvPr/>
        </p:nvSpPr>
        <p:spPr>
          <a:xfrm>
            <a:off x="3240126" y="3409345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A58E63-7B9D-17C3-E4F8-7A881FE4AFAF}"/>
              </a:ext>
            </a:extLst>
          </p:cNvPr>
          <p:cNvSpPr/>
          <p:nvPr/>
        </p:nvSpPr>
        <p:spPr>
          <a:xfrm>
            <a:off x="3710581" y="3776429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1C35FD-37E9-F04B-4172-51E8D34401E0}"/>
              </a:ext>
            </a:extLst>
          </p:cNvPr>
          <p:cNvSpPr/>
          <p:nvPr/>
        </p:nvSpPr>
        <p:spPr>
          <a:xfrm>
            <a:off x="4195608" y="4158088"/>
            <a:ext cx="457200" cy="3857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DC0862-E18E-2409-9555-BE192ED916E1}"/>
              </a:ext>
            </a:extLst>
          </p:cNvPr>
          <p:cNvSpPr/>
          <p:nvPr/>
        </p:nvSpPr>
        <p:spPr>
          <a:xfrm>
            <a:off x="2345930" y="223177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D2C884-E503-AB63-C0A7-FC7361286037}"/>
              </a:ext>
            </a:extLst>
          </p:cNvPr>
          <p:cNvSpPr/>
          <p:nvPr/>
        </p:nvSpPr>
        <p:spPr>
          <a:xfrm>
            <a:off x="2823005" y="223177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5EC181-8AF2-A22A-F1F6-F1F02B6ADFE7}"/>
              </a:ext>
            </a:extLst>
          </p:cNvPr>
          <p:cNvSpPr/>
          <p:nvPr/>
        </p:nvSpPr>
        <p:spPr>
          <a:xfrm>
            <a:off x="3300088" y="223177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D3EC9-F710-A6D9-E69E-78892B5E8508}"/>
              </a:ext>
            </a:extLst>
          </p:cNvPr>
          <p:cNvSpPr/>
          <p:nvPr/>
        </p:nvSpPr>
        <p:spPr>
          <a:xfrm>
            <a:off x="3777163" y="223177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A318B5-7188-F7A1-0321-18C9E49B9F70}"/>
              </a:ext>
            </a:extLst>
          </p:cNvPr>
          <p:cNvSpPr/>
          <p:nvPr/>
        </p:nvSpPr>
        <p:spPr>
          <a:xfrm>
            <a:off x="4246296" y="222381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BCA019-9C2E-0975-576A-07480856F72F}"/>
              </a:ext>
            </a:extLst>
          </p:cNvPr>
          <p:cNvSpPr/>
          <p:nvPr/>
        </p:nvSpPr>
        <p:spPr>
          <a:xfrm>
            <a:off x="2807106" y="262933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069DC1-F6BD-91B5-BC4F-0AE6E2590D5D}"/>
              </a:ext>
            </a:extLst>
          </p:cNvPr>
          <p:cNvSpPr/>
          <p:nvPr/>
        </p:nvSpPr>
        <p:spPr>
          <a:xfrm>
            <a:off x="3284181" y="2629338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658D86-5BB4-22A2-26CB-5AA938717B97}"/>
              </a:ext>
            </a:extLst>
          </p:cNvPr>
          <p:cNvSpPr/>
          <p:nvPr/>
        </p:nvSpPr>
        <p:spPr>
          <a:xfrm>
            <a:off x="3761264" y="262933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E58600-F60B-4C9C-510B-FD4468BDA460}"/>
              </a:ext>
            </a:extLst>
          </p:cNvPr>
          <p:cNvSpPr/>
          <p:nvPr/>
        </p:nvSpPr>
        <p:spPr>
          <a:xfrm>
            <a:off x="4238339" y="2629338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A01BC8-B62E-716B-9E05-0FC584F0B2EC}"/>
              </a:ext>
            </a:extLst>
          </p:cNvPr>
          <p:cNvSpPr/>
          <p:nvPr/>
        </p:nvSpPr>
        <p:spPr>
          <a:xfrm>
            <a:off x="897467" y="222249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A80197-1E0F-DABF-54AB-222563FA73E7}"/>
              </a:ext>
            </a:extLst>
          </p:cNvPr>
          <p:cNvSpPr/>
          <p:nvPr/>
        </p:nvSpPr>
        <p:spPr>
          <a:xfrm>
            <a:off x="1374542" y="222249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0E5B7D1-364A-851D-D71E-0E16272ED468}"/>
              </a:ext>
            </a:extLst>
          </p:cNvPr>
          <p:cNvSpPr/>
          <p:nvPr/>
        </p:nvSpPr>
        <p:spPr>
          <a:xfrm>
            <a:off x="868313" y="262271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209F5A-0491-FE2E-E8E0-64D5E0622BE1}"/>
              </a:ext>
            </a:extLst>
          </p:cNvPr>
          <p:cNvSpPr/>
          <p:nvPr/>
        </p:nvSpPr>
        <p:spPr>
          <a:xfrm>
            <a:off x="1345396" y="262271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AA63FD-CD2A-A1AC-A677-96B1887FDD11}"/>
              </a:ext>
            </a:extLst>
          </p:cNvPr>
          <p:cNvSpPr/>
          <p:nvPr/>
        </p:nvSpPr>
        <p:spPr>
          <a:xfrm>
            <a:off x="1822471" y="262271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A74F02-D5AB-3D6D-C203-3E090822776A}"/>
              </a:ext>
            </a:extLst>
          </p:cNvPr>
          <p:cNvSpPr/>
          <p:nvPr/>
        </p:nvSpPr>
        <p:spPr>
          <a:xfrm>
            <a:off x="841810" y="301762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E8938AC-E369-AA0C-991B-86408C038D4D}"/>
              </a:ext>
            </a:extLst>
          </p:cNvPr>
          <p:cNvSpPr/>
          <p:nvPr/>
        </p:nvSpPr>
        <p:spPr>
          <a:xfrm>
            <a:off x="859036" y="342446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BA048EC-7922-A0AE-0B51-F17A052FA120}"/>
              </a:ext>
            </a:extLst>
          </p:cNvPr>
          <p:cNvSpPr/>
          <p:nvPr/>
        </p:nvSpPr>
        <p:spPr>
          <a:xfrm>
            <a:off x="829882" y="382468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6F9296F-16E0-2F2F-2EE3-2640A1ED39B4}"/>
              </a:ext>
            </a:extLst>
          </p:cNvPr>
          <p:cNvSpPr/>
          <p:nvPr/>
        </p:nvSpPr>
        <p:spPr>
          <a:xfrm>
            <a:off x="1318887" y="3017626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5853B34-31A9-ED4D-7881-85B1AC334891}"/>
              </a:ext>
            </a:extLst>
          </p:cNvPr>
          <p:cNvSpPr/>
          <p:nvPr/>
        </p:nvSpPr>
        <p:spPr>
          <a:xfrm>
            <a:off x="1336113" y="342446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784B8A7-3C0C-E4BB-E82E-13EA641B4B56}"/>
              </a:ext>
            </a:extLst>
          </p:cNvPr>
          <p:cNvSpPr/>
          <p:nvPr/>
        </p:nvSpPr>
        <p:spPr>
          <a:xfrm>
            <a:off x="1306967" y="382468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5184E96-474F-3DEC-BE97-2E2C5AB6F66D}"/>
              </a:ext>
            </a:extLst>
          </p:cNvPr>
          <p:cNvSpPr/>
          <p:nvPr/>
        </p:nvSpPr>
        <p:spPr>
          <a:xfrm>
            <a:off x="1795967" y="302557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E2C682-8008-9E69-3256-2FFA87C009CC}"/>
              </a:ext>
            </a:extLst>
          </p:cNvPr>
          <p:cNvSpPr/>
          <p:nvPr/>
        </p:nvSpPr>
        <p:spPr>
          <a:xfrm>
            <a:off x="1813193" y="343241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E1CEC1B-C5A2-FCBB-0E0A-C9D4D241170E}"/>
              </a:ext>
            </a:extLst>
          </p:cNvPr>
          <p:cNvSpPr/>
          <p:nvPr/>
        </p:nvSpPr>
        <p:spPr>
          <a:xfrm>
            <a:off x="1784047" y="3832632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6A2F4AC-7EF9-05CA-889A-EF142988FA02}"/>
              </a:ext>
            </a:extLst>
          </p:cNvPr>
          <p:cNvSpPr/>
          <p:nvPr/>
        </p:nvSpPr>
        <p:spPr>
          <a:xfrm>
            <a:off x="2277024" y="3045459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4D6D788-44EF-6E8C-6630-7256F78DA8F9}"/>
              </a:ext>
            </a:extLst>
          </p:cNvPr>
          <p:cNvSpPr/>
          <p:nvPr/>
        </p:nvSpPr>
        <p:spPr>
          <a:xfrm>
            <a:off x="2266422" y="344832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CFF533C-8543-0517-7CDC-82B0ED5FC9FD}"/>
              </a:ext>
            </a:extLst>
          </p:cNvPr>
          <p:cNvSpPr/>
          <p:nvPr/>
        </p:nvSpPr>
        <p:spPr>
          <a:xfrm>
            <a:off x="2267746" y="3831308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5B0CBCA-72DF-F01A-6F23-06166C5AE7D2}"/>
              </a:ext>
            </a:extLst>
          </p:cNvPr>
          <p:cNvSpPr/>
          <p:nvPr/>
        </p:nvSpPr>
        <p:spPr>
          <a:xfrm>
            <a:off x="2238600" y="422357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C399D05-D555-8B4A-E782-FC09DB9CA153}"/>
              </a:ext>
            </a:extLst>
          </p:cNvPr>
          <p:cNvSpPr/>
          <p:nvPr/>
        </p:nvSpPr>
        <p:spPr>
          <a:xfrm>
            <a:off x="4196938" y="4589225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B1E0928-749E-C51C-FD5B-9DB6789087AF}"/>
              </a:ext>
            </a:extLst>
          </p:cNvPr>
          <p:cNvSpPr/>
          <p:nvPr/>
        </p:nvSpPr>
        <p:spPr>
          <a:xfrm>
            <a:off x="2224024" y="462246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AF4D8BD-ED14-80B9-82E1-E05F30B13466}"/>
              </a:ext>
            </a:extLst>
          </p:cNvPr>
          <p:cNvSpPr/>
          <p:nvPr/>
        </p:nvSpPr>
        <p:spPr>
          <a:xfrm>
            <a:off x="812650" y="422886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0990B6F-A783-CEE5-00A6-C337F08DFBF8}"/>
              </a:ext>
            </a:extLst>
          </p:cNvPr>
          <p:cNvSpPr/>
          <p:nvPr/>
        </p:nvSpPr>
        <p:spPr>
          <a:xfrm>
            <a:off x="783496" y="462909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208D52-35D3-BE0C-92AE-4E5273503B69}"/>
              </a:ext>
            </a:extLst>
          </p:cNvPr>
          <p:cNvSpPr/>
          <p:nvPr/>
        </p:nvSpPr>
        <p:spPr>
          <a:xfrm>
            <a:off x="1289727" y="422887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5B25170-165D-29FE-A938-CF66234D386C}"/>
              </a:ext>
            </a:extLst>
          </p:cNvPr>
          <p:cNvSpPr/>
          <p:nvPr/>
        </p:nvSpPr>
        <p:spPr>
          <a:xfrm>
            <a:off x="1260581" y="462908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0E7D82D-EBE0-2A3F-AB5C-480CCD330593}"/>
              </a:ext>
            </a:extLst>
          </p:cNvPr>
          <p:cNvSpPr/>
          <p:nvPr/>
        </p:nvSpPr>
        <p:spPr>
          <a:xfrm>
            <a:off x="1766807" y="4236818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46C75A5-318E-7A26-3C2A-E2D6C44FCA96}"/>
              </a:ext>
            </a:extLst>
          </p:cNvPr>
          <p:cNvSpPr/>
          <p:nvPr/>
        </p:nvSpPr>
        <p:spPr>
          <a:xfrm>
            <a:off x="1737661" y="463703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D836BA8-0F01-17B0-0CD6-034D75BBF49B}"/>
              </a:ext>
            </a:extLst>
          </p:cNvPr>
          <p:cNvSpPr/>
          <p:nvPr/>
        </p:nvSpPr>
        <p:spPr>
          <a:xfrm>
            <a:off x="2744826" y="3425792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2F4A0D0-31B5-F223-1FA3-B8CCBB772619}"/>
              </a:ext>
            </a:extLst>
          </p:cNvPr>
          <p:cNvSpPr/>
          <p:nvPr/>
        </p:nvSpPr>
        <p:spPr>
          <a:xfrm>
            <a:off x="2746150" y="380878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85C850D-C987-DB98-8711-483C88192139}"/>
              </a:ext>
            </a:extLst>
          </p:cNvPr>
          <p:cNvSpPr/>
          <p:nvPr/>
        </p:nvSpPr>
        <p:spPr>
          <a:xfrm>
            <a:off x="2717004" y="4201046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6385284-01BD-6A26-E029-D2FD5E51BB24}"/>
              </a:ext>
            </a:extLst>
          </p:cNvPr>
          <p:cNvSpPr/>
          <p:nvPr/>
        </p:nvSpPr>
        <p:spPr>
          <a:xfrm>
            <a:off x="2702428" y="460832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F8E6799-DE82-A382-86DA-E218583C6188}"/>
              </a:ext>
            </a:extLst>
          </p:cNvPr>
          <p:cNvSpPr/>
          <p:nvPr/>
        </p:nvSpPr>
        <p:spPr>
          <a:xfrm>
            <a:off x="3224556" y="380215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AE4E794-9FA4-F242-E94A-D011BF60DAAB}"/>
              </a:ext>
            </a:extLst>
          </p:cNvPr>
          <p:cNvSpPr/>
          <p:nvPr/>
        </p:nvSpPr>
        <p:spPr>
          <a:xfrm>
            <a:off x="3195410" y="419442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6860BE7-6AF5-9B8E-1F42-1F49FF1AFF55}"/>
              </a:ext>
            </a:extLst>
          </p:cNvPr>
          <p:cNvSpPr/>
          <p:nvPr/>
        </p:nvSpPr>
        <p:spPr>
          <a:xfrm>
            <a:off x="3180834" y="4610088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513413-D9C4-EAD9-A357-E3773A2B9FE6}"/>
              </a:ext>
            </a:extLst>
          </p:cNvPr>
          <p:cNvSpPr/>
          <p:nvPr/>
        </p:nvSpPr>
        <p:spPr>
          <a:xfrm>
            <a:off x="3253704" y="302823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A68E8C2-0E05-0BAD-F452-DC82954DFDDE}"/>
              </a:ext>
            </a:extLst>
          </p:cNvPr>
          <p:cNvSpPr/>
          <p:nvPr/>
        </p:nvSpPr>
        <p:spPr>
          <a:xfrm>
            <a:off x="3730787" y="302822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8ED8C1E-3E90-1B48-CCE0-92F5B566CA00}"/>
              </a:ext>
            </a:extLst>
          </p:cNvPr>
          <p:cNvSpPr/>
          <p:nvPr/>
        </p:nvSpPr>
        <p:spPr>
          <a:xfrm>
            <a:off x="4207862" y="302823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1E90C4A-F20D-66B2-4C4E-DB05D9587AEB}"/>
              </a:ext>
            </a:extLst>
          </p:cNvPr>
          <p:cNvSpPr/>
          <p:nvPr/>
        </p:nvSpPr>
        <p:spPr>
          <a:xfrm>
            <a:off x="3717085" y="338736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2EEB1A4-C65E-0CE7-38C2-011D8215ED64}"/>
              </a:ext>
            </a:extLst>
          </p:cNvPr>
          <p:cNvSpPr/>
          <p:nvPr/>
        </p:nvSpPr>
        <p:spPr>
          <a:xfrm>
            <a:off x="4202549" y="338736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B253877-8783-2A19-5A03-F98EE7D8D9A5}"/>
              </a:ext>
            </a:extLst>
          </p:cNvPr>
          <p:cNvSpPr/>
          <p:nvPr/>
        </p:nvSpPr>
        <p:spPr>
          <a:xfrm>
            <a:off x="4194609" y="3786252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C7E5CA6-316B-460A-A722-E15F6089DF1C}"/>
              </a:ext>
            </a:extLst>
          </p:cNvPr>
          <p:cNvSpPr/>
          <p:nvPr/>
        </p:nvSpPr>
        <p:spPr>
          <a:xfrm>
            <a:off x="3705618" y="417984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DCF687A-95F5-1742-A911-3A7CF097F44F}"/>
              </a:ext>
            </a:extLst>
          </p:cNvPr>
          <p:cNvSpPr/>
          <p:nvPr/>
        </p:nvSpPr>
        <p:spPr>
          <a:xfrm>
            <a:off x="3691042" y="459551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5B3129-81DC-F6ED-4168-8369B3E35745}"/>
              </a:ext>
            </a:extLst>
          </p:cNvPr>
          <p:cNvSpPr/>
          <p:nvPr/>
        </p:nvSpPr>
        <p:spPr>
          <a:xfrm>
            <a:off x="830692" y="1730127"/>
            <a:ext cx="3859033" cy="3346516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158E5-4A5E-D310-6191-ECA0D6A45D5E}"/>
              </a:ext>
            </a:extLst>
          </p:cNvPr>
          <p:cNvSpPr txBox="1"/>
          <p:nvPr/>
        </p:nvSpPr>
        <p:spPr>
          <a:xfrm>
            <a:off x="553212" y="830318"/>
            <a:ext cx="4832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Images are represented as matrix: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Below is a  simple image in gray scale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C00114-E823-E103-84A9-136B9145E958}"/>
              </a:ext>
            </a:extLst>
          </p:cNvPr>
          <p:cNvSpPr txBox="1"/>
          <p:nvPr/>
        </p:nvSpPr>
        <p:spPr>
          <a:xfrm>
            <a:off x="736092" y="7136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ohne"/>
              </a:rPr>
              <a:t>How do computers process images?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482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8637"/>
            <a:ext cx="10515600" cy="404814"/>
          </a:xfrm>
        </p:spPr>
        <p:txBody>
          <a:bodyPr>
            <a:noAutofit/>
          </a:bodyPr>
          <a:lstStyle/>
          <a:p>
            <a:r>
              <a:rPr lang="en-US" sz="2400" b="1" dirty="0"/>
              <a:t>How to convert image into 1D array 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7328999"/>
              </p:ext>
            </p:extLst>
          </p:nvPr>
        </p:nvGraphicFramePr>
        <p:xfrm>
          <a:off x="8390384" y="1775180"/>
          <a:ext cx="2799232" cy="174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808">
                  <a:extLst>
                    <a:ext uri="{9D8B030D-6E8A-4147-A177-3AD203B41FA5}">
                      <a16:colId xmlns:a16="http://schemas.microsoft.com/office/drawing/2014/main" val="2315518423"/>
                    </a:ext>
                  </a:extLst>
                </a:gridCol>
                <a:gridCol w="699808">
                  <a:extLst>
                    <a:ext uri="{9D8B030D-6E8A-4147-A177-3AD203B41FA5}">
                      <a16:colId xmlns:a16="http://schemas.microsoft.com/office/drawing/2014/main" val="3066608265"/>
                    </a:ext>
                  </a:extLst>
                </a:gridCol>
                <a:gridCol w="699808">
                  <a:extLst>
                    <a:ext uri="{9D8B030D-6E8A-4147-A177-3AD203B41FA5}">
                      <a16:colId xmlns:a16="http://schemas.microsoft.com/office/drawing/2014/main" val="2486217613"/>
                    </a:ext>
                  </a:extLst>
                </a:gridCol>
                <a:gridCol w="699808">
                  <a:extLst>
                    <a:ext uri="{9D8B030D-6E8A-4147-A177-3AD203B41FA5}">
                      <a16:colId xmlns:a16="http://schemas.microsoft.com/office/drawing/2014/main" val="1138623776"/>
                    </a:ext>
                  </a:extLst>
                </a:gridCol>
              </a:tblGrid>
              <a:tr h="436168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203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63474"/>
                  </a:ext>
                </a:extLst>
              </a:tr>
              <a:tr h="436168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8561"/>
                  </a:ext>
                </a:extLst>
              </a:tr>
              <a:tr h="436168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968482"/>
                  </a:ext>
                </a:extLst>
              </a:tr>
              <a:tr h="436168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71187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37836" y="3657339"/>
            <a:ext cx="2217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4X4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067" y="2683657"/>
            <a:ext cx="4741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4x4 image  -&gt; 4x4 matrix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Pixel representation in 2D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(not normalized) 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423050" y="2262892"/>
            <a:ext cx="3828142" cy="40481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9075EEB-1BDA-DE30-0E03-F6863B42EF9A}"/>
              </a:ext>
            </a:extLst>
          </p:cNvPr>
          <p:cNvGraphicFramePr>
            <a:graphicFrameLocks noGrp="1"/>
          </p:cNvGraphicFramePr>
          <p:nvPr/>
        </p:nvGraphicFramePr>
        <p:xfrm>
          <a:off x="258857" y="5236009"/>
          <a:ext cx="1160937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586">
                  <a:extLst>
                    <a:ext uri="{9D8B030D-6E8A-4147-A177-3AD203B41FA5}">
                      <a16:colId xmlns:a16="http://schemas.microsoft.com/office/drawing/2014/main" val="612898043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3150071181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3195070411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3019618445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125201631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2447133606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1241187053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919965212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1683702547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3352773765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3544401652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2379737401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2344027355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1384872851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3207941490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234965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feat2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feat3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feat4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feat5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feat6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feat7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feat8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feat9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feat11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feat12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feat13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feat14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feat15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feat16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749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203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205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36575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2CADA20-FD83-64CA-B885-DD0F964C8631}"/>
              </a:ext>
            </a:extLst>
          </p:cNvPr>
          <p:cNvSpPr txBox="1"/>
          <p:nvPr/>
        </p:nvSpPr>
        <p:spPr>
          <a:xfrm>
            <a:off x="608431" y="4629873"/>
            <a:ext cx="8533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Convert 4x4 matrix to 1D array of size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= 4x4=16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not normalized)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Right Arrow 26">
            <a:extLst>
              <a:ext uri="{FF2B5EF4-FFF2-40B4-BE49-F238E27FC236}">
                <a16:creationId xmlns:a16="http://schemas.microsoft.com/office/drawing/2014/main" id="{151B155B-5BC4-D8C0-1AAA-E26100FA5E99}"/>
              </a:ext>
            </a:extLst>
          </p:cNvPr>
          <p:cNvSpPr/>
          <p:nvPr/>
        </p:nvSpPr>
        <p:spPr>
          <a:xfrm rot="8705280">
            <a:off x="7707855" y="3881898"/>
            <a:ext cx="1336744" cy="40481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35EFB-3ADE-F990-154C-F3C7AD4E83C2}"/>
              </a:ext>
            </a:extLst>
          </p:cNvPr>
          <p:cNvSpPr/>
          <p:nvPr/>
        </p:nvSpPr>
        <p:spPr>
          <a:xfrm>
            <a:off x="608431" y="1850578"/>
            <a:ext cx="2007249" cy="1669276"/>
          </a:xfrm>
          <a:prstGeom prst="rect">
            <a:avLst/>
          </a:prstGeom>
          <a:solidFill>
            <a:schemeClr val="tx1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984A07-575A-A85F-54A4-9D839EA94F4F}"/>
              </a:ext>
            </a:extLst>
          </p:cNvPr>
          <p:cNvSpPr/>
          <p:nvPr/>
        </p:nvSpPr>
        <p:spPr>
          <a:xfrm>
            <a:off x="643411" y="1856834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ED35A-75D0-2F80-BDCD-C50965D90978}"/>
              </a:ext>
            </a:extLst>
          </p:cNvPr>
          <p:cNvSpPr/>
          <p:nvPr/>
        </p:nvSpPr>
        <p:spPr>
          <a:xfrm>
            <a:off x="2130303" y="1864783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39C109-0DE2-9366-DC41-9824AD4AA963}"/>
              </a:ext>
            </a:extLst>
          </p:cNvPr>
          <p:cNvSpPr/>
          <p:nvPr/>
        </p:nvSpPr>
        <p:spPr>
          <a:xfrm>
            <a:off x="1620592" y="2268866"/>
            <a:ext cx="457200" cy="3857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7EF6DD-ECF0-C8DD-1693-4E8189283B6B}"/>
              </a:ext>
            </a:extLst>
          </p:cNvPr>
          <p:cNvSpPr/>
          <p:nvPr/>
        </p:nvSpPr>
        <p:spPr>
          <a:xfrm>
            <a:off x="2137428" y="3087839"/>
            <a:ext cx="457200" cy="38576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E2E25-8ED1-713F-4790-2BD3F9423325}"/>
              </a:ext>
            </a:extLst>
          </p:cNvPr>
          <p:cNvSpPr/>
          <p:nvPr/>
        </p:nvSpPr>
        <p:spPr>
          <a:xfrm>
            <a:off x="628832" y="3106515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8A1787-030C-69CE-97E4-F81BE874048B}"/>
              </a:ext>
            </a:extLst>
          </p:cNvPr>
          <p:cNvSpPr/>
          <p:nvPr/>
        </p:nvSpPr>
        <p:spPr>
          <a:xfrm>
            <a:off x="1113028" y="2683657"/>
            <a:ext cx="457200" cy="3857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DD2E55-F873-2F72-DFA0-7AA9CA1F9BB2}"/>
              </a:ext>
            </a:extLst>
          </p:cNvPr>
          <p:cNvSpPr txBox="1"/>
          <p:nvPr/>
        </p:nvSpPr>
        <p:spPr>
          <a:xfrm>
            <a:off x="167570" y="349947"/>
            <a:ext cx="11791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into matrix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Each cell has numbers in range 0-255 indicating the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darkness(0) –brightness(255)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Convert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into 1D array: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would represent one image</a:t>
            </a:r>
          </a:p>
        </p:txBody>
      </p:sp>
    </p:spTree>
    <p:extLst>
      <p:ext uri="{BB962C8B-B14F-4D97-AF65-F5344CB8AC3E}">
        <p14:creationId xmlns:p14="http://schemas.microsoft.com/office/powerpoint/2010/main" val="2620928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25265-9A66-34BC-4ADE-EDB5367A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2D82F8-EDC5-F717-B28B-A599FB9B7384}"/>
              </a:ext>
            </a:extLst>
          </p:cNvPr>
          <p:cNvSpPr txBox="1"/>
          <p:nvPr/>
        </p:nvSpPr>
        <p:spPr>
          <a:xfrm>
            <a:off x="672084" y="71366"/>
            <a:ext cx="10943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source-code-pro"/>
              </a:rPr>
              <a:t>Difference between Grayscale and RGB Image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 descr="Fully Understand Convolutional Neural Networks Components | by Amit Chauhan  | Towards AI">
            <a:extLst>
              <a:ext uri="{FF2B5EF4-FFF2-40B4-BE49-F238E27FC236}">
                <a16:creationId xmlns:a16="http://schemas.microsoft.com/office/drawing/2014/main" id="{757F98FF-63C7-1A5C-85C8-9F105CB2E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72" y="533031"/>
            <a:ext cx="9870593" cy="294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2EBF42-81A8-7620-BDE9-B1323D4BC1D8}"/>
              </a:ext>
            </a:extLst>
          </p:cNvPr>
          <p:cNvSpPr txBox="1"/>
          <p:nvPr/>
        </p:nvSpPr>
        <p:spPr>
          <a:xfrm>
            <a:off x="406908" y="3608190"/>
            <a:ext cx="46954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There is only </a:t>
            </a:r>
            <a:r>
              <a:rPr lang="en-US" alt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-color channel in a grayscale image.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So, a grayscale image is represented as (height, width, 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D45BD8-57F7-31D7-326C-D37BEE9A0A32}"/>
              </a:ext>
            </a:extLst>
          </p:cNvPr>
          <p:cNvSpPr txBox="1"/>
          <p:nvPr/>
        </p:nvSpPr>
        <p:spPr>
          <a:xfrm>
            <a:off x="5731764" y="3770055"/>
            <a:ext cx="61904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There are </a:t>
            </a:r>
            <a:r>
              <a:rPr lang="en-US" alt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-color channels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ed,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reen and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lue) in an RGB image.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So, an RGB image is represented as (height, width, 3).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2E4C57-6120-6786-8C63-C2A482645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388" y="5058825"/>
            <a:ext cx="1668284" cy="16913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68CAAB-7EFE-7A09-96A5-5D0C758FD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986" y="4785718"/>
            <a:ext cx="1865664" cy="189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07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B3B5-CD3B-F33F-B916-0E1FE22B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629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1191</TotalTime>
  <Words>916</Words>
  <Application>Microsoft Office PowerPoint</Application>
  <PresentationFormat>Widescreen</PresentationFormat>
  <Paragraphs>195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sohne</vt:lpstr>
      <vt:lpstr>source-code-pro</vt:lpstr>
      <vt:lpstr>Office Theme</vt:lpstr>
      <vt:lpstr>(On Dev com) CNN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convert image into 1D array ?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213</cp:revision>
  <dcterms:created xsi:type="dcterms:W3CDTF">2025-09-22T02:44:38Z</dcterms:created>
  <dcterms:modified xsi:type="dcterms:W3CDTF">2026-05-08T14:46:31Z</dcterms:modified>
</cp:coreProperties>
</file>