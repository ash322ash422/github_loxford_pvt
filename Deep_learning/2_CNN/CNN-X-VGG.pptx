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7C343C-3F91-44AE-9C2B-98E041508789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4CCFB-00AE-456E-B3EF-47F219EEC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3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76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34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534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386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94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768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15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338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02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04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974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8D787-6B45-4334-957C-CB5558ED73BB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05EF-3857-4FFD-83B0-90058D738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4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viso.ai/deep-learning/convolutional-neural-networks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</a:t>
            </a:r>
            <a:r>
              <a:rPr lang="en-US" smtClean="0"/>
              <a:t>– </a:t>
            </a:r>
            <a:r>
              <a:rPr lang="en-US" smtClean="0"/>
              <a:t>CNN-VGG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375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VGG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VGG stands for Visual Geometry Group; it is a standard deep </a:t>
            </a:r>
            <a:r>
              <a:rPr lang="en-US" dirty="0">
                <a:hlinkClick r:id="rId2"/>
              </a:rPr>
              <a:t>Convolutional Neural Network (CNN)</a:t>
            </a:r>
            <a:r>
              <a:rPr lang="en-US" dirty="0"/>
              <a:t> architecture with multiple layers. The “deep” refers to the number of layers with VGG-16 or VGG-19 consisting of 16 and 19 convolutional layers.</a:t>
            </a:r>
          </a:p>
          <a:p>
            <a:r>
              <a:rPr lang="en-US" dirty="0" smtClean="0"/>
              <a:t>The </a:t>
            </a:r>
            <a:r>
              <a:rPr lang="en-US" dirty="0"/>
              <a:t>VGG16 model achieves almost 92.7% top-5 test accuracy in ImageNet. ImageNet is a dataset consisting of more than 14 million images belonging to nearly 1000 </a:t>
            </a:r>
            <a:r>
              <a:rPr lang="en-US" dirty="0" smtClean="0"/>
              <a:t>classes, including </a:t>
            </a:r>
            <a:r>
              <a:rPr lang="en-US" dirty="0"/>
              <a:t>keyboard, animals, pencil, mouse, etc. Additionally, the model has an image input size of 224-by-224</a:t>
            </a:r>
            <a:r>
              <a:rPr lang="en-US" dirty="0" smtClean="0"/>
              <a:t>.</a:t>
            </a:r>
          </a:p>
          <a:p>
            <a:r>
              <a:rPr lang="en-US" dirty="0"/>
              <a:t>The size of VGG-16 trained </a:t>
            </a:r>
            <a:r>
              <a:rPr lang="en-US" dirty="0" err="1"/>
              <a:t>imageNet</a:t>
            </a:r>
            <a:r>
              <a:rPr lang="en-US" dirty="0"/>
              <a:t> weights is </a:t>
            </a:r>
            <a:r>
              <a:rPr lang="en-US" i="1" dirty="0"/>
              <a:t>528</a:t>
            </a:r>
            <a:r>
              <a:rPr lang="en-US" dirty="0"/>
              <a:t> MB. So, it takes quite a lot of disk space and bandwidth which makes it inefficient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VGG16 model was trained using </a:t>
            </a:r>
            <a:r>
              <a:rPr lang="en-US" dirty="0" err="1"/>
              <a:t>Nvidia</a:t>
            </a:r>
            <a:r>
              <a:rPr lang="en-US" dirty="0"/>
              <a:t> Titan Black GPUs for multiple weeks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124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VGG16(see </a:t>
            </a:r>
            <a:r>
              <a:rPr lang="en-US" dirty="0" err="1" smtClean="0"/>
              <a:t>jupyter</a:t>
            </a:r>
            <a:r>
              <a:rPr lang="en-US" smtClean="0"/>
              <a:t> notebook)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32518"/>
          </a:xfrm>
        </p:spPr>
        <p:txBody>
          <a:bodyPr>
            <a:normAutofit/>
          </a:bodyPr>
          <a:lstStyle/>
          <a:p>
            <a:r>
              <a:rPr lang="en-US" dirty="0" smtClean="0"/>
              <a:t>VGG 16 has </a:t>
            </a:r>
            <a:r>
              <a:rPr lang="en-US" dirty="0"/>
              <a:t>13 convolutional layers and 3 fully connected layers.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126" y="2348617"/>
            <a:ext cx="10580674" cy="380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751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1306</TotalTime>
  <Words>32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AI – CNN-VGG</vt:lpstr>
      <vt:lpstr>VGG</vt:lpstr>
      <vt:lpstr>VGG16(see jupyter notebook)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- CNN</dc:title>
  <dc:creator>hi</dc:creator>
  <cp:lastModifiedBy>hi</cp:lastModifiedBy>
  <cp:revision>151</cp:revision>
  <dcterms:created xsi:type="dcterms:W3CDTF">2025-02-19T14:31:34Z</dcterms:created>
  <dcterms:modified xsi:type="dcterms:W3CDTF">2025-04-26T15:08:54Z</dcterms:modified>
</cp:coreProperties>
</file>