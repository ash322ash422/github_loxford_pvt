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75" r:id="rId3"/>
    <p:sldId id="276" r:id="rId4"/>
    <p:sldId id="277" r:id="rId5"/>
    <p:sldId id="278" r:id="rId6"/>
    <p:sldId id="279" r:id="rId7"/>
    <p:sldId id="280" r:id="rId8"/>
    <p:sldId id="282" r:id="rId9"/>
    <p:sldId id="28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5T04:49:33.8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11 305 6389 0 0,'4'-26'19'0'0,"5"-23"1719"0"0,-8 47-1028 0 0,-1 9-693 0 0,1 16 7 0 0,2 0 0 0 0,0 0 0 0 0,2 0 0 0 0,10 31 0 0 0,40 94 129 0 0,-40-115 76 0 0,14 46 0 0 0,-29-77 2 0 0,-40-80 1605 0 0,21 22-1729 0 0,2-1-1 0 0,2-1 1 0 0,3 0 0 0 0,-9-104-1 0 0,22 58-150 0 0,-1 101 29 0 0,1 0 0 0 0,0 1 1 0 0,-1-1-1 0 0,1 0 0 0 0,0 1 1 0 0,0-1-1 0 0,1 1 0 0 0,-1-1 1 0 0,0 1-1 0 0,1-1 0 0 0,0 1 1 0 0,-1 0-1 0 0,1 0 0 0 0,0 0 1 0 0,0 0-1 0 0,0 0 0 0 0,1 1 1 0 0,-1-1-1 0 0,0 0 0 0 0,1 1 0 0 0,-1 0 1 0 0,1-1-1 0 0,-1 1 0 0 0,1 0 1 0 0,2 0-1 0 0,4-3-21 0 0,-1 1 1 0 0,1 1-1 0 0,0 0 0 0 0,0 0 0 0 0,1 1 0 0 0,11-1 1 0 0,-10 2 8 0 0,-1 1-1 0 0,1 0 1 0 0,0 1 0 0 0,-1 0 0 0 0,1 0-1 0 0,-1 1 1 0 0,0 0 0 0 0,0 1 0 0 0,17 9 0 0 0,-22-10 8 0 0,-1-1 1 0 0,0 1-1 0 0,1 0 1 0 0,-1 1-1 0 0,0-1 1 0 0,-1 1-1 0 0,1 0 1 0 0,-1 0-1 0 0,1 0 1 0 0,-1 0 0 0 0,0 0-1 0 0,-1 1 1 0 0,1-1-1 0 0,-1 1 1 0 0,0 0-1 0 0,0 0 1 0 0,0 0-1 0 0,-1 0 1 0 0,0 0-1 0 0,0 0 1 0 0,0 0-1 0 0,0 10 1 0 0,-1-10 12 0 0,-1-1 0 0 0,0 1 1 0 0,0-1-1 0 0,0 0 0 0 0,0 0 0 0 0,-1 1 1 0 0,0-1-1 0 0,0 0 0 0 0,0 0 0 0 0,0-1 0 0 0,0 1 1 0 0,-1 0-1 0 0,0-1 0 0 0,1 1 0 0 0,-1-1 1 0 0,-1 0-1 0 0,1 0 0 0 0,0 0 0 0 0,-1-1 0 0 0,-7 5 1 0 0,-8 4 16 0 0,0 0 1 0 0,-40 14-1 0 0,39-17 21 0 0,3-3 33 0 0,0 0 0 0 0,0 0 0 0 0,-22 1 0 0 0,-6 2 228 0 0,43-7-253 0 0,-16 1 607 0 0,8-2-1686 0 0,41-15-8082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5T04:49:34.6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273 54 6409 0 0,'0'0'-150'0'0,"-1"-23"224"0"0,-4 19-27 0 0,0 1 1 0 0,0 0-1 0 0,0 0 1 0 0,0 0 0 0 0,-1 0-1 0 0,1 1 1 0 0,0 0-1 0 0,-1 0 1 0 0,0 1-1 0 0,0-1 1 0 0,1 1 0 0 0,-1 0-1 0 0,0 1 1 0 0,0-1-1 0 0,0 1 1 0 0,0 1 0 0 0,0-1-1 0 0,0 1 1 0 0,1 0-1 0 0,-1 0 1 0 0,0 1 0 0 0,-11 3-1 0 0,8-1-31 0 0,-1 0 0 0 0,1 0 0 0 0,0 1 0 0 0,0 0 0 0 0,1 1 0 0 0,-1 0 0 0 0,1 0 0 0 0,0 1 0 0 0,1 0 0 0 0,0 0 0 0 0,0 0 0 0 0,-10 15 0 0 0,15-20-10 0 0,1 1 0 0 0,-1-1 0 0 0,0 1-1 0 0,1 0 1 0 0,0 0 0 0 0,0-1-1 0 0,0 1 1 0 0,0 0 0 0 0,0 0-1 0 0,0 0 1 0 0,1 0 0 0 0,0 0 0 0 0,-1 0-1 0 0,1 0 1 0 0,0 1 0 0 0,0-1-1 0 0,1 3 1 0 0,0-4-1 0 0,0 0 1 0 0,0 0-1 0 0,0 0 0 0 0,0 0 0 0 0,0-1 1 0 0,0 1-1 0 0,0 0 0 0 0,1 0 0 0 0,-1-1 1 0 0,0 1-1 0 0,1-1 0 0 0,0 1 0 0 0,-1-1 1 0 0,1 0-1 0 0,0 0 0 0 0,0 1 0 0 0,0-1 1 0 0,3 1-1 0 0,1 0 5 0 0,0 0 1 0 0,1 0-1 0 0,-1-1 0 0 0,1 0 0 0 0,-1 0 1 0 0,1 0-1 0 0,-1-1 0 0 0,1 0 0 0 0,-1 0 1 0 0,1-1-1 0 0,-1 0 0 0 0,1 0 1 0 0,-1 0-1 0 0,9-4 0 0 0,-5 1 33 0 0,0-1 0 0 0,0 0 0 0 0,0-1 0 0 0,-1 0 0 0 0,0 0 0 0 0,0-1 0 0 0,0 0 0 0 0,-1-1 0 0 0,0 0 0 0 0,-1 0 0 0 0,1-1 0 0 0,-2 0 0 0 0,1 0 0 0 0,-1 0 0 0 0,-1-1 0 0 0,7-15 0 0 0,8-18 904 0 0,-19 42-678 0 0,-17 19-238 0 0,15-15-26 0 0,-1-1 0 0 0,1 1 1 0 0,0 0-1 0 0,-1-1 0 0 0,1 1 0 0 0,0 0 0 0 0,1 0 0 0 0,-1 0 0 0 0,1 0 0 0 0,-1 0 0 0 0,1 0 1 0 0,0 0-1 0 0,0 0 0 0 0,0 5 0 0 0,9 37 35 0 0,-7-38-55 0 0,1 0 1 0 0,0 0-1 0 0,1 0 0 0 0,0 0 0 0 0,0 0 1 0 0,0-1-1 0 0,1 0 0 0 0,0 0 1 0 0,0 0-1 0 0,1-1 0 0 0,0 1 1 0 0,-1-1-1 0 0,2 0 0 0 0,-1-1 1 0 0,0 0-1 0 0,1 0 0 0 0,0 0 0 0 0,0-1 1 0 0,0 0-1 0 0,1 0 0 0 0,-1-1 1 0 0,0 0-1 0 0,1 0 0 0 0,13 1 1 0 0,-12-2-535 0 0,0-1 1 0 0,0 0 0 0 0,0 0-1 0 0,-1-1 1 0 0,1-1 0 0 0,0 1 0 0 0,0-1-1 0 0,9-4 1 0 0,7-3-2381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5T04:49:35.2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8 171 6405 0 0,'3'-169'2169'0'0,"-3"167"-1966"0"0,-5 26 196 0 0,1 32-339 0 0,3-1 0 0 0,2 1 0 0 0,14 96 0 0 0,-14-151-60 0 0,1 18 13 0 0,1-1 0 0 0,0-1 0 0 0,2 1 1 0 0,0 0-1 0 0,10 21 0 0 0,-13-35-3 0 0,0 1 0 0 0,1-1 0 0 0,-1 0 0 0 0,1 0 0 0 0,0-1 0 0 0,0 1 0 0 0,1-1 0 0 0,-1 1 0 0 0,1-1 0 0 0,0 0 0 0 0,0 0 0 0 0,0-1 0 0 0,0 1 0 0 0,0-1 0 0 0,0 0-1 0 0,1 0 1 0 0,-1 0 0 0 0,1-1 0 0 0,-1 1 0 0 0,1-1 0 0 0,0 0 0 0 0,-1-1 0 0 0,1 1 0 0 0,0-1 0 0 0,6 0 0 0 0,2 0-141 0 0,0-1 0 0 0,1 0 1 0 0,-1-1-1 0 0,0-1 0 0 0,20-6 0 0 0,29-19-4068 0 0,-43 15 1285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5T04:49:35.5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47 6397 0 0,'-21'3'-408'0'0,"29"-5"294"0"0,48-12 190 0 0,-32 9-178 0 0,63-19-2506 0 0,-68 19 1223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5T04:49:36.7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196 383 4348 0 0,'0'0'-64'0'0,"-7"1"-22"0"0,-7 5 109 0 0,1 0 0 0 0,0 0 0 0 0,0 1 0 0 0,1 0-1 0 0,0 1 1 0 0,0 1 0 0 0,1 0 0 0 0,0 0 0 0 0,0 1 0 0 0,1 1-1 0 0,1 0 1 0 0,-16 22 0 0 0,22-29-2 0 0,1 0 0 0 0,-1 0 0 0 0,1 0 0 0 0,0 0 0 0 0,0 0 0 0 0,0 0 0 0 0,1 1 0 0 0,-1-1 0 0 0,1 1 0 0 0,0-1 0 0 0,0 1 0 0 0,1-1 0 0 0,-1 1 0 0 0,1-1 0 0 0,0 1 0 0 0,0 0 0 0 0,1-1 0 0 0,-1 1 0 0 0,1 0 0 0 0,0-1 0 0 0,1 1 0 0 0,-1-1 0 0 0,1 0 0 0 0,-1 1 0 0 0,1-1 0 0 0,1 0 0 0 0,-1 0 0 0 0,0 0-1 0 0,1 0 1 0 0,0-1 0 0 0,0 1 0 0 0,4 3 0 0 0,1 0 30 0 0,-1 0-1 0 0,1-1 0 0 0,0 0 0 0 0,0-1 0 0 0,1 0 0 0 0,-1 0 1 0 0,1-1-1 0 0,0 0 0 0 0,0 0 0 0 0,1-1 0 0 0,-1 0 0 0 0,1-1 1 0 0,0 0-1 0 0,11 1 0 0 0,-9-3 36 0 0,-1 1 0 0 0,1-1 0 0 0,0-1 0 0 0,0 0 1 0 0,0-1-1 0 0,-1 0 0 0 0,1-1 0 0 0,-1 0 0 0 0,1-1 0 0 0,11-5 0 0 0,-18 6-20 0 0,1-1 0 0 0,0 1 0 0 0,-1-1-1 0 0,0 0 1 0 0,0-1 0 0 0,0 1-1 0 0,-1-1 1 0 0,1 0 0 0 0,-1 0-1 0 0,0 0 1 0 0,0 0 0 0 0,-1-1 0 0 0,0 0-1 0 0,0 0 1 0 0,0 0 0 0 0,0 0-1 0 0,-1 0 1 0 0,0 0 0 0 0,2-13-1 0 0,1-33 117 0 0,-1-1 0 0 0,-3 0 0 0 0,-10-103 0 0 0,8 143-155 0 0,-29-174 1228 0 0,14 126-567 0 0,16 59-658 0 0,-4-8-2 0 0,4 10-32 0 0,0 1 0 0 0,0-1 0 0 0,-1 0 0 0 0,1 0 0 0 0,0 0 0 0 0,0 0 0 0 0,0 0 0 0 0,0 0 0 0 0,0 0 0 0 0,0 0 0 0 0,0 0 1 0 0,-1 0-1 0 0,1 0 0 0 0,0 0 0 0 0,0 0 0 0 0,0 0 0 0 0,0 0 0 0 0,0 0 0 0 0,0 0 0 0 0,0 0 0 0 0,-1 0 0 0 0,1 0 0 0 0,0 0 0 0 0,0 0 0 0 0,0 0 1 0 0,0 0-1 0 0,0 0 0 0 0,0 0 0 0 0,0 0 0 0 0,-1 0 0 0 0,1 0 0 0 0,0 0 0 0 0,0 0 0 0 0,0 0 0 0 0,0-1 0 0 0,0 1 0 0 0,0 0 0 0 0,0 0 1 0 0,0 0-1 0 0,0 0 0 0 0,-1 0 0 0 0,1 0 0 0 0,0 0 0 0 0,0 0 0 0 0,0-1 0 0 0,0 1 0 0 0,0 0 0 0 0,0 0 0 0 0,-2 93-34 0 0,18 165 0 0 0,-4-123 58 0 0,-2-49 31 0 0,-5-48 78 0 0,1 43 0 0 0,-6-79-33 0 0,0 0 162 0 0,0-2-242 0 0,0 0-1 0 0,0 0 1 0 0,0 0-1 0 0,0 1 0 0 0,0-1 1 0 0,0 0-1 0 0,0 0 1 0 0,0 0-1 0 0,0 0 0 0 0,0 0 1 0 0,0 1-1 0 0,0-1 1 0 0,0 0-1 0 0,0 0 1 0 0,0 0-1 0 0,0 0 0 0 0,0 0 1 0 0,0 1-1 0 0,0-1 1 0 0,0 0-1 0 0,0 0 0 0 0,0 0 1 0 0,0 0-1 0 0,0 0 1 0 0,0 1-1 0 0,0-1 0 0 0,-1 0 1 0 0,1 0-1 0 0,0 0 1 0 0,0 0-1 0 0,0 0 1 0 0,0 0-1 0 0,0 0 0 0 0,0 1 1 0 0,0-1-1 0 0,-1 0 1 0 0,1 0-1 0 0,0 0 0 0 0,0 0 1 0 0,0 0-1 0 0,0 0 1 0 0,0 0-1 0 0,-1 0 0 0 0,1 0 1 0 0,0 0-1 0 0,0 0 1 0 0,0 0-1 0 0,0 0 1 0 0,0 0-1 0 0,-1 0 0 0 0,1 0 1 0 0,0 0-1 0 0,0 0 1 0 0,0 0-1 0 0,0 0 0 0 0,-1 0 1 0 0,1 0-1 0 0,0 0 1 0 0,0 0-1 0 0,0 0 0 0 0,0 0 1 0 0,0-1-1 0 0,0 1 1 0 0,-1 0-1 0 0,-2-4 11 0 0,0-1 1 0 0,0 0-1 0 0,0 1 1 0 0,1-1-1 0 0,-1-1 0 0 0,1 1 1 0 0,0 0-1 0 0,1 0 0 0 0,-1-1 1 0 0,1 1-1 0 0,0-1 0 0 0,1 1 1 0 0,-1-1-1 0 0,1 1 1 0 0,0-1-1 0 0,0 1 0 0 0,1-1 1 0 0,0 1-1 0 0,0-1 0 0 0,0 1 1 0 0,1-1-1 0 0,-1 1 0 0 0,6-10 1 0 0,-5 9-36 0 0,1 0-1 0 0,0 0 1 0 0,1 1 0 0 0,-1-1 0 0 0,1 1 0 0 0,0-1-1 0 0,1 1 1 0 0,-1 0 0 0 0,1 1 0 0 0,0-1 0 0 0,0 1-1 0 0,0 0 1 0 0,1 0 0 0 0,-1 1 0 0 0,1-1 0 0 0,0 1-1 0 0,0 1 1 0 0,0-1 0 0 0,1 1 0 0 0,6-2 0 0 0,-6 4-9 0 0,-1-1 1 0 0,0 1-1 0 0,0 1 1 0 0,0-1-1 0 0,0 1 1 0 0,0 0-1 0 0,0 1 1 0 0,0-1-1 0 0,-1 1 1 0 0,1 0-1 0 0,0 0 1 0 0,-1 1-1 0 0,1 0 1 0 0,-1 0-1 0 0,0 0 1 0 0,7 7-1 0 0,-1-2-17 0 0,0 1 0 0 0,-1 0-1 0 0,-1 1 1 0 0,0 1 0 0 0,0-1-1 0 0,7 13 1 0 0,23 43-639 0 0,-39-65 411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5T04:49:37.1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32 160 6317 0 0,'0'-24'-137'0'0,"1"9"502"0"0,-1 1-1 0 0,-1-1 1 0 0,0 0 0 0 0,0 0-1 0 0,-8-26 1 0 0,8 37-209 0 0,-7-12 843 0 0,4 27-768 0 0,2-4-287 0 0,0 9 79 0 0,0 1-1 0 0,1 0 1 0 0,1-1-1 0 0,0 1 1 0 0,2-1-1 0 0,0 1 1 0 0,7 27-1 0 0,-5-20-1 0 0,10 47-7 0 0,-6-43-128 0 0,-2 1-1 0 0,-2 0 1 0 0,0 0 0 0 0,-2 1 0 0 0,-2 32 0 0 0,0-60-195 0 0,-1 0 1 0 0,1-1-1 0 0,-1 1 1 0 0,1 0-1 0 0,-1 0 1 0 0,1 0-1 0 0,-1 0 1 0 0,0-1-1 0 0,0 1 1 0 0,0 0-1 0 0,0-1 1 0 0,0 1-1 0 0,0-1 1 0 0,-1 1-1 0 0,-2 1 1 0 0,-2 3-2128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5T04:49:38.9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1068 1017 5821 0 0,'-2'2'8'0'0,"1"0"1"0"0,-1 1 0 0 0,1-1-1 0 0,-1 0 1 0 0,0 0 0 0 0,0 0 0 0 0,0 0-1 0 0,-1-1 1 0 0,1 1 0 0 0,0 0-1 0 0,-1-1 1 0 0,1 0 0 0 0,0 1 0 0 0,-1-1-1 0 0,0 0 1 0 0,1 0 0 0 0,-1-1 0 0 0,0 1-1 0 0,1-1 1 0 0,-1 1 0 0 0,-5-1-1 0 0,8 0 2 0 0,-3 1 150 0 0,-1-1 8 0 0,-18-1 173 0 0,1-2 0 0 0,-1 0 0 0 0,1-1 0 0 0,0-1 0 0 0,-35-13 0 0 0,-109-53 529 0 0,113 47-540 0 0,3 2 98 0 0,1-2 0 0 0,-59-41-1 0 0,90 54-339 0 0,1-2-1 0 0,1 1 0 0 0,0-2 1 0 0,0 0-1 0 0,2-1 0 0 0,0 0 0 0 0,0-1 1 0 0,2-1-1 0 0,-15-26 0 0 0,11 12-63 0 0,1-1 0 0 0,2 0-1 0 0,1-1 1 0 0,1 0-1 0 0,-5-41 1 0 0,10 42-21 0 0,1-29 0 0 0,4 49-7 0 0,0 5 2 0 0,-1 0 1 0 0,2 1-1 0 0,-1-1 1 0 0,1 0-1 0 0,0 0 1 0 0,0 0-1 0 0,4-9 1 0 0,19-59-37 0 0,-15 40 26 0 0,-9 33 6 0 0,-20-5-120 0 0,-113 37-8 0 0,126-27 134 0 0,-43 11-10 0 0,50-14 13 0 0,-1 0-1 0 0,1 0 1 0 0,0 1-1 0 0,-1-1 1 0 0,1 0-1 0 0,0 0 1 0 0,0 0 0 0 0,-1 0-1 0 0,1 0 1 0 0,0 0-1 0 0,-1 0 1 0 0,1 0-1 0 0,0 0 1 0 0,-1 0-1 0 0,1 0 1 0 0,0 0-1 0 0,-1 0 1 0 0,1 0-1 0 0,0 0 1 0 0,-1 0-1 0 0,1 0 1 0 0,0 0-1 0 0,-1 0 1 0 0,1 0-1 0 0,0-1 1 0 0,-1 1-1 0 0,1 0 1 0 0,0 0-1 0 0,0 0 1 0 0,-1-1-1 0 0,1 1 1 0 0,0 0-1 0 0,0 0 1 0 0,0 0-1 0 0,-1-1 1 0 0,1 1-1 0 0,0 0 1 0 0,0-1 0 0 0,0 1-1 0 0,-1 0 1 0 0,1 0-1 0 0,0-1 1 0 0,0 1-1 0 0,0 0 1 0 0,0-1-1 0 0,0 1 1 0 0,0 0-1 0 0,0-1 1 0 0,0 1-1 0 0,0 0 1 0 0,0-1-1 0 0,0 1 1 0 0,0 0-1 0 0,0-1 1 0 0,0 1-1 0 0,0 0 1 0 0,0-1-1 0 0,0 1 1 0 0,0 0-1 0 0,1-1 1 0 0,-1 1-1 0 0,0 0 1 0 0,0 0-1 0 0,0-1 1 0 0,1 1-1 0 0,12-20 164 0 0,15-3-226 0 0,1 2-1 0 0,1 1 0 0 0,0 1 1 0 0,58-25-1 0 0,-86 43 17 0 0,-2 1-20 0 0,1 0 53 0 0,-1-1 1 0 0,0 1-1 0 0,1 0 1 0 0,-1 0-1 0 0,1-1 1 0 0,-1 1-1 0 0,0 0 1 0 0,1 0 0 0 0,-1 0-1 0 0,1-1 1 0 0,-1 1-1 0 0,0 0 1 0 0,1 0-1 0 0,-1 0 1 0 0,1 0-1 0 0,-1 0 1 0 0,1 0-1 0 0,-1 0 1 0 0,1 0 0 0 0,-1 0-1 0 0,0 0 1 0 0,1 0-1 0 0,-1 0 1 0 0,1 0-1 0 0,-1 0 1 0 0,1 1-1 0 0,-1-1 1 0 0,0 0-1 0 0,1 0 1 0 0,6 11-20 0 0,-1 0 1 0 0,-1 1-1 0 0,0-1 0 0 0,-1 1 1 0 0,0 0-1 0 0,2 13 0 0 0,12 31 8 0 0,-12-40-470 0 0,15 32 1279 0 0,-1-20-6979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5T04:49:40.61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122 207 6985 0 0,'-11'-34'132'0'0,"8"17"511"0"0,-3 19-248 0 0,4 1-384 0 0,1 0 0 0 0,0-1 0 0 0,-1 1 1 0 0,1 0-1 0 0,1 0 0 0 0,-1 0 0 0 0,0 0 0 0 0,1 0 1 0 0,-1 0-1 0 0,1 4 0 0 0,3 51 34 0 0,2-1 1 0 0,2 0-1 0 0,28 102 0 0 0,-11-80 1702 0 0,-31-83-1622 0 0,-1-1-85 0 0,1-1 0 0 0,0 0-1 0 0,0 0 1 0 0,0 0 0 0 0,1-1 0 0 0,0 0-1 0 0,0 0 1 0 0,1-1 0 0 0,0 0 0 0 0,0 1 0 0 0,-7-18-1 0 0,-5-18 64 0 0,1-2 0 0 0,-13-59-1 0 0,24 79-75 0 0,0-1 0 0 0,2 1 0 0 0,2-1 0 0 0,0 1 0 0 0,5-50 0 0 0,-4 67-39 0 0,1 0 0 0 0,1 0 0 0 0,-1 0 1 0 0,1 0-1 0 0,1 0 0 0 0,-1 1 0 0 0,1-1 0 0 0,5-7 1 0 0,-6 13 3 0 0,0-1 0 0 0,0 1 0 0 0,1-1 0 0 0,-1 1 1 0 0,1 0-1 0 0,0 0 0 0 0,-1 0 0 0 0,1 1 0 0 0,0-1 1 0 0,0 1-1 0 0,0-1 0 0 0,0 1 0 0 0,1 0 1 0 0,-1 0-1 0 0,0 1 0 0 0,0-1 0 0 0,1 1 0 0 0,-1-1 1 0 0,0 1-1 0 0,1 0 0 0 0,5 1 0 0 0,9-1-14 0 0,1 1 0 0 0,-1 1 0 0 0,1 1 0 0 0,-1 0 0 0 0,0 2-1 0 0,25 9 1 0 0,-33-10-8 0 0,0 0-1 0 0,0 1 1 0 0,0 0 0 0 0,-1 1-1 0 0,0 0 1 0 0,0 0 0 0 0,-1 1-1 0 0,1 0 1 0 0,-1 0-1 0 0,-1 1 1 0 0,0 0 0 0 0,11 16-1 0 0,-17-22 24 0 0,1 0 0 0 0,-1 0 0 0 0,0 0 0 0 0,0 0 0 0 0,-1 1-1 0 0,1-1 1 0 0,0 0 0 0 0,-1 0 0 0 0,1 0 0 0 0,-1 1 0 0 0,0-1 0 0 0,0 0 0 0 0,0 1-1 0 0,0-1 1 0 0,0 0 0 0 0,0 1 0 0 0,0-1 0 0 0,-1 0 0 0 0,0 1 0 0 0,1-1-1 0 0,-2 2 1 0 0,0 1-3 0 0,-1-1-1 0 0,1 0 0 0 0,-1 0 1 0 0,0 0-1 0 0,0 0 0 0 0,0-1 1 0 0,-1 1-1 0 0,1-1 0 0 0,-7 5 1 0 0,-6 3 32 0 0,-1-1 0 0 0,0-1 1 0 0,-33 14-1 0 0,32-14 108 0 0,15-6-79 0 0,-1-1 1 0 0,0 0-1 0 0,1 0 1 0 0,-1-1-1 0 0,0 1 0 0 0,0-1 1 0 0,0 0-1 0 0,0 0 1 0 0,-1 0-1 0 0,1 0 1 0 0,0-1-1 0 0,-8 0 0 0 0,9 0-97 0 0,-1-1-85 0 0,4 1 143 0 0,-19-9-1155 0 0,12-8-4305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5T04:49:41.27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316 58 5825 0 0,'0'0'-137'0'0,"1"-13"-113"0"0,-3 10 289 0 0,-1-1 0 0 0,0 1 0 0 0,-1-1 0 0 0,1 1 0 0 0,0 0 0 0 0,-1 0 1 0 0,0 1-1 0 0,1-1 0 0 0,-1 1 0 0 0,0 0 0 0 0,0 0 0 0 0,-1 0 0 0 0,1 0 0 0 0,0 1 0 0 0,-1-1 0 0 0,1 1 0 0 0,-8-1 1 0 0,5 2-12 0 0,-1 0 1 0 0,0 0-1 0 0,0 1 1 0 0,1 0-1 0 0,-1 0 1 0 0,0 1-1 0 0,1 0 1 0 0,0 0-1 0 0,-14 6 1 0 0,8-1-9 0 0,-1 0 0 0 0,1 0 0 0 0,1 1 0 0 0,0 1 0 0 0,0 0 1 0 0,0 1-1 0 0,1 0 0 0 0,1 1 0 0 0,0 0 0 0 0,-14 21 0 0 0,22-31-13 0 0,1 0 0 0 0,0 1 0 0 0,1-1 0 0 0,-1 1 0 0 0,0-1 0 0 0,0 1 0 0 0,1 0 0 0 0,-1-1 0 0 0,1 1 0 0 0,-1 0 0 0 0,1-1 0 0 0,0 1 0 0 0,-1 0 0 0 0,1 0 0 0 0,0-1 0 0 0,0 1 0 0 0,0 0 0 0 0,1-1 0 0 0,-1 1 0 0 0,0 0 0 0 0,1 0 0 0 0,-1-1 1 0 0,1 1-1 0 0,1 3 0 0 0,-1-3 1 0 0,1 0 1 0 0,0 0-1 0 0,0-1 1 0 0,0 1-1 0 0,0 0 1 0 0,0-1-1 0 0,0 1 1 0 0,1-1-1 0 0,-1 0 1 0 0,1 0 0 0 0,-1 0-1 0 0,0 0 1 0 0,1 0-1 0 0,4 1 1 0 0,1 0 7 0 0,0-1 0 0 0,0 0 1 0 0,0 0-1 0 0,1-1 0 0 0,-1 0 0 0 0,0 0 1 0 0,0-1-1 0 0,0 0 0 0 0,15-4 1 0 0,-10-1 56 0 0,0-1 1 0 0,0 0-1 0 0,-1-1 0 0 0,0 0 1 0 0,0-1-1 0 0,-1-1 1 0 0,0 0-1 0 0,-1 0 1 0 0,0-1-1 0 0,0 0 1 0 0,-1-1-1 0 0,9-16 1 0 0,-6 11 282 0 0,-1 8 299 0 0,-10 26-540 0 0,-2-13-111 0 0,1 0-1 0 0,0 0 1 0 0,0 0-1 0 0,0 0 0 0 0,0 0 1 0 0,1 0-1 0 0,0 0 1 0 0,0 0-1 0 0,0 0 1 0 0,2 6-1 0 0,2-3-5 0 0,0 0-1 0 0,1-1 0 0 0,-1 0 1 0 0,1 0-1 0 0,0-1 0 0 0,1 0 1 0 0,0 0-1 0 0,-1 0 0 0 0,1-1 1 0 0,1 0-1 0 0,-1 0 1 0 0,1-1-1 0 0,10 4 0 0 0,-12-5-405 0 0,0 0 1 0 0,0-1-1 0 0,0 0 0 0 0,1 0 0 0 0,-1 0 0 0 0,0-1 0 0 0,1 0 0 0 0,-1 0 1 0 0,1-1-1 0 0,-1 1 0 0 0,7-3 0 0 0,4-3-2039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5T04:49:41.7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23 116 6041 0 0,'-6'-116'2929'0'0,"-1"138"-2878"0"0,5-19-47 0 0,1-1 1 0 0,0 1 0 0 0,0 0-1 0 0,0-1 1 0 0,0 1-1 0 0,0 0 1 0 0,1 0 0 0 0,-1-1-1 0 0,1 5 1 0 0,1 67 61 0 0,3 0 0 0 0,4-1 0 0 0,31 132 1 0 0,-38-198-53 0 0,2 1 1 0 0,-1-1-1 0 0,1 1 1 0 0,0-1-1 0 0,0 0 1 0 0,1 0 0 0 0,0 0-1 0 0,0 0 1 0 0,1-1-1 0 0,-1 0 1 0 0,1 0 0 0 0,1 0-1 0 0,-1-1 1 0 0,1 1-1 0 0,8 4 1 0 0,-7-5-1 0 0,1-2 0 0 0,-1 1 0 0 0,1-1-1 0 0,0 0 1 0 0,1 0 0 0 0,-1-1 0 0 0,0 0 0 0 0,1-1 0 0 0,-1 0-1 0 0,1 0 1 0 0,-1-1 0 0 0,1 0 0 0 0,13-2 0 0 0,-5 0-174 0 0,-1-1 0 0 0,-1 0 0 0 0,1-1 0 0 0,21-9-1 0 0,27-17-3814 0 0,-40 16 848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5T04:49:42.0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 79 6633 0 0,'-30'2'-187'0'0,"48"-15"368"0"0,49-15-321 0 0,7 1-2669 0 0,-44 14 987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5T04:49:43.0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217 317 4796 0 0,'-22'9'-107'0'0,"0"1"0"0"0,0 1 0 0 0,1 1 0 0 0,1 0 0 0 0,0 2-1 0 0,0 0 1 0 0,-32 33 0 0 0,50-46 125 0 0,1 0 0 0 0,-1 1 0 0 0,1-1 0 0 0,0 0 0 0 0,0 1 0 0 0,0-1 0 0 0,-1 1 0 0 0,1 0 0 0 0,1-1 0 0 0,-1 1 0 0 0,0 0 0 0 0,0 0 0 0 0,1-1 0 0 0,-1 1 0 0 0,1 0-1 0 0,-1 0 1 0 0,1 0 0 0 0,0 0 0 0 0,0 0 0 0 0,0 0 0 0 0,0-1 0 0 0,0 1 0 0 0,0 0 0 0 0,1 4 0 0 0,1-4 11 0 0,-1 0-1 0 0,1 1 1 0 0,-1-1-1 0 0,1 0 1 0 0,0 0-1 0 0,0 1 1 0 0,0-2-1 0 0,0 1 1 0 0,1 0-1 0 0,-1 0 1 0 0,0-1-1 0 0,1 1 0 0 0,-1-1 1 0 0,5 2-1 0 0,12 4 103 0 0,0-1 0 0 0,-1 0-1 0 0,35 4 1 0 0,-47-9-121 0 0,42 7 154 0 0,52 2-1 0 0,-84-10-40 0 0,0 0 0 0 0,-1 0 0 0 0,1-2 0 0 0,0 0-1 0 0,-1 0 1 0 0,1-2 0 0 0,21-7 0 0 0,-32 9-84 0 0,-1 0-1 0 0,0-1 1 0 0,0 0-1 0 0,1 0 1 0 0,-2 0 0 0 0,1 0-1 0 0,0 0 1 0 0,-1-1 0 0 0,0 0-1 0 0,1 1 1 0 0,-1-1-1 0 0,-1 0 1 0 0,1-1 0 0 0,-1 1-1 0 0,0 0 1 0 0,1-1 0 0 0,-2 0-1 0 0,1 1 1 0 0,-1-1-1 0 0,1 0 1 0 0,-1 0 0 0 0,-1 0-1 0 0,1 1 1 0 0,-1-9 0 0 0,1-12 29 0 0,-2 0 0 0 0,0 0 0 0 0,-9-40 0 0 0,5 29-15 0 0,-4-13 486 0 0,-1 0 1 0 0,-33-90 0 0 0,43 137-522 0 0,-1 0 0 0 0,1 0 0 0 0,-1 0 1 0 0,1 0-1 0 0,-1 1 0 0 0,0-1 0 0 0,0 0 1 0 0,0 0-1 0 0,0 0 0 0 0,0 1 0 0 0,0-1 1 0 0,0 1-1 0 0,0-1 0 0 0,-1 1 0 0 0,1-1 1 0 0,-3-1-1 0 0,3 4-18 0 0,1 0 0 0 0,-1 0 1 0 0,0 0-1 0 0,1 0 0 0 0,-1 0 0 0 0,1 0 1 0 0,-1 1-1 0 0,1-1 0 0 0,-1 0 1 0 0,1 0-1 0 0,0 0 0 0 0,0 0 0 0 0,0 1 1 0 0,-1-1-1 0 0,1 0 0 0 0,0 0 0 0 0,1 1 1 0 0,-1 0-1 0 0,4 78-67 0 0,67 252 190 0 0,-67-315 53 0 0,-1 0 0 0 0,0 0 0 0 0,-1 0 0 0 0,0 20 0 0 0,-6-37-107 0 0,1-1-1 0 0,-1 1 1 0 0,1-1 0 0 0,0 1 0 0 0,-1-1-1 0 0,1 0 1 0 0,0 0 0 0 0,-1 0-1 0 0,-5-4 1 0 0,7 5-78 0 0,-1-2 33 0 0,0 0 0 0 0,0 1 0 0 0,0-1 0 0 0,1 0 0 0 0,-1-1 0 0 0,0 1 0 0 0,1 0-1 0 0,0-1 1 0 0,-1 1 0 0 0,1-1 0 0 0,0 0 0 0 0,0 0 0 0 0,1 0 0 0 0,-1 0 0 0 0,0 0 0 0 0,1 0 0 0 0,0 0 0 0 0,0 0 0 0 0,0-1 0 0 0,0 1 0 0 0,0 0-1 0 0,1-1 1 0 0,-1 1 0 0 0,1-1 0 0 0,1-5 0 0 0,-1 4-27 0 0,0 0 0 0 0,1 0 0 0 0,0 1-1 0 0,0-1 1 0 0,1 0 0 0 0,-1 1 0 0 0,1-1 0 0 0,0 1-1 0 0,0 0 1 0 0,0-1 0 0 0,1 1 0 0 0,0 0 0 0 0,-1 0 0 0 0,1 1-1 0 0,1-1 1 0 0,-1 0 0 0 0,6-3 0 0 0,-3 2-23 0 0,1 0 0 0 0,0 1 0 0 0,0 0 0 0 0,1 0 0 0 0,-1 0 0 0 0,1 1 0 0 0,0 1 0 0 0,0-1 0 0 0,0 1 0 0 0,0 0 0 0 0,0 1 0 0 0,0 0 0 0 0,1 1 0 0 0,-1-1 0 0 0,0 1 0 0 0,0 1 0 0 0,1 0 0 0 0,-1 0 0 0 0,0 0 0 0 0,0 1 0 0 0,0 0 1 0 0,0 1-1 0 0,0 0 0 0 0,8 5 0 0 0,-3-2-13 0 0,0 2 1 0 0,-1-1 0 0 0,-1 2 0 0 0,1 0 0 0 0,-1 0 0 0 0,-1 1-1 0 0,1 0 1 0 0,-2 1 0 0 0,1 0 0 0 0,-2 0 0 0 0,0 1 0 0 0,0 0-1 0 0,7 17 1 0 0,11 14-584 0 0,-25-42 133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5T04:49:43.6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 57 6145 0 0,'-30'-8'794'0'0,"31"3"84"0"0,12-3-896 0 0,6 1 66 0 0,0 0 1 0 0,1 1-1 0 0,0 1 0 0 0,0 1 0 0 0,0 1 0 0 0,1 1 0 0 0,-1 1 0 0 0,39 2 0 0 0,-55-1-49 0 0,-1 0 0 0 0,1 0 0 0 0,0 1 0 0 0,-1 0 0 0 0,1-1 0 0 0,0 1 0 0 0,-1 0 0 0 0,1 0 0 0 0,-1 1 0 0 0,1-1 0 0 0,-1 1 0 0 0,0 0 0 0 0,0 0 0 0 0,0 0 0 0 0,0 0 1 0 0,0 0-1 0 0,0 1 0 0 0,0 0 0 0 0,-1-1 0 0 0,1 1 0 0 0,-1 0 0 0 0,0 0 0 0 0,0 0 0 0 0,3 7 0 0 0,-3-5-2 0 0,-1-1-1 0 0,0 1 1 0 0,0 0 0 0 0,0 0 0 0 0,-1 1-1 0 0,0-1 1 0 0,0 0 0 0 0,0 0 0 0 0,-1 0-1 0 0,1 0 1 0 0,-1 0 0 0 0,-1 0 0 0 0,1 0-1 0 0,0-1 1 0 0,-1 1 0 0 0,0 0 0 0 0,-5 7-1 0 0,-21 38-2 0 0,12-22 51 0 0,-21 49 0 0 0,36-77-34 0 0,1 0 1 0 0,0 1 0 0 0,0-1-1 0 0,0 0 1 0 0,0 1 0 0 0,0-1-1 0 0,0 0 1 0 0,0 1-1 0 0,-1-1 1 0 0,1 0 0 0 0,0 1-1 0 0,0-1 1 0 0,0 0 0 0 0,1 1-1 0 0,-1-1 1 0 0,0 0-1 0 0,0 1 1 0 0,0-1 0 0 0,0 1-1 0 0,0-1 1 0 0,0 0 0 0 0,0 1-1 0 0,1-1 1 0 0,-1 0 0 0 0,0 0-1 0 0,0 1 1 0 0,0-1-1 0 0,1 0 1 0 0,-1 1 0 0 0,0-1-1 0 0,0 0 1 0 0,1 0 0 0 0,-1 0-1 0 0,0 1 1 0 0,1-1-1 0 0,-1 0 1 0 0,18 3 175 0 0,17-9-115 0 0,-33 6-59 0 0,209-51 304 0 0,28-6-511 0 0,-142 37-551 0 0,-35 5-2882 0 0,-47 10 797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5T04:49:44.9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16 808 6369 0 0,'-12'5'1152'0'0,"9"-10"-429"0"0,12-21-172 0 0,26-32-242 0 0,46-38 148 0 0,107-99 0 0 0,-148 154-455 0 0,2 2 0 0 0,1 2 1 0 0,2 2-1 0 0,71-43 1 0 0,-50 43-22 0 0,2 2 0 0 0,111-36 0 0 0,-75 37 34 0 0,-102 31-20 0 0,1 0 8 0 0,-1-1 0 0 0,0 1-1 0 0,0 0 1 0 0,1 0 0 0 0,-1 0 0 0 0,1 1 0 0 0,-1-1-1 0 0,1 0 1 0 0,-1 1 0 0 0,1 0 0 0 0,-1 0 0 0 0,5 0 0 0 0,-4-1-7 0 0,-3-21-5522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5T04:49:45.46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39 0 5985 0 0,'0'0'-204'0'0,"-20"1"1750"0"0,5 3-1430 0 0,12-4 971 0 0,12 2-1054 0 0,-2-1-29 0 0,47 4 34 0 0,-1 3 0 0 0,0 3 0 0 0,-1 1-1 0 0,64 26 1 0 0,-112-37-39 0 0,-1 0 0 0 0,1 1 1 0 0,-1-1-1 0 0,0 1 0 0 0,0 0 0 0 0,0 0 0 0 0,0 1 1 0 0,0-1-1 0 0,0 0 0 0 0,0 1 0 0 0,-1 0 0 0 0,1 0 0 0 0,-1-1 1 0 0,0 1-1 0 0,3 5 0 0 0,-5-6 2 0 0,0 0-1 0 0,1 0 1 0 0,-1 1 0 0 0,0-1 0 0 0,0 0-1 0 0,0 0 1 0 0,-1 0 0 0 0,1 1 0 0 0,0-1 0 0 0,-1 0-1 0 0,0 0 1 0 0,1 0 0 0 0,-1 0 0 0 0,0 0-1 0 0,0 0 1 0 0,0 0 0 0 0,0 0 0 0 0,0 0-1 0 0,-1 0 1 0 0,1-1 0 0 0,0 1 0 0 0,-1 0-1 0 0,0-1 1 0 0,1 1 0 0 0,-1-1 0 0 0,-3 2-1 0 0,-22 20-16 0 0,-1-2-1 0 0,-1-1 0 0 0,-59 31 1 0 0,78-48-114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5T04:49:48.3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93 16 5220 0 0,'0'0'-294'0'0,"-1"-1"-121"0"0,0-1 467 0 0,0 1 1 0 0,0 0-1 0 0,0 0 1 0 0,-1 0-1 0 0,1 0 1 0 0,-1 0 0 0 0,1 0-1 0 0,0 0 1 0 0,-1 0-1 0 0,0 0 1 0 0,1 1-1 0 0,-1-1 1 0 0,1 1-1 0 0,-1-1 1 0 0,-2 1-1 0 0,-1 2-30 0 0,0 0 0 0 0,0 1 0 0 0,1 0 0 0 0,-1 0 0 0 0,1 0 0 0 0,0 0 0 0 0,0 1 0 0 0,0 0 0 0 0,0-1 0 0 0,0 1 0 0 0,1 1 0 0 0,0-1 0 0 0,0 1 0 0 0,0-1 0 0 0,-3 9 0 0 0,5-11 2 0 0,19 19 59 0 0,-15-19-76 0 0,0-1 0 0 0,0 0 0 0 0,0 0 1 0 0,0 0-1 0 0,0 0 0 0 0,0 0 0 0 0,0-1 1 0 0,0 0-1 0 0,0 1 0 0 0,0-1 0 0 0,0 0 0 0 0,0 0 1 0 0,0-1-1 0 0,0 1 0 0 0,0 0 0 0 0,0-1 0 0 0,0 0 1 0 0,0 0-1 0 0,0 0 0 0 0,0 0 0 0 0,0 0 0 0 0,-1-1 1 0 0,1 1-1 0 0,0-1 0 0 0,3-3 0 0 0,-5 4 147 0 0,-1-1-45 0 0,0 2-104 0 0,0-1-1 0 0,0 1 1 0 0,0 0 0 0 0,0 0 0 0 0,0 0-1 0 0,0-1 1 0 0,1 1 0 0 0,-1 0 0 0 0,0 0-1 0 0,0 0 1 0 0,0-1 0 0 0,0 1 0 0 0,0 0-1 0 0,0 0 1 0 0,0 0 0 0 0,0-1 0 0 0,0 1-1 0 0,0 0 1 0 0,0 0 0 0 0,0 0 0 0 0,-1 0-1 0 0,1-1 1 0 0,0 1 0 0 0,0 0 0 0 0,0 0-1 0 0,0 0 1 0 0,0-1 0 0 0,0 1 0 0 0,0 0-1 0 0,0 0 1 0 0,-1 0 0 0 0,1 0-1 0 0,0 0 1 0 0,0-1 0 0 0,0 1 0 0 0,0 0-1 0 0,-1 0 1 0 0,1 0 0 0 0,0 0 0 0 0,0 0-1 0 0,0 0 1 0 0,0 0 0 0 0,-1 0 0 0 0,1 0-1 0 0,0 0 1 0 0,0 0 0 0 0,0 0 0 0 0,-1 0-1 0 0,1 0 1 0 0,0 0 0 0 0,0 0 0 0 0,0 0-1 0 0,-1 0 1 0 0,1 0 0 0 0,0 0 0 0 0,0 0-1 0 0,0 0 1 0 0,-1 0 0 0 0,1 0 0 0 0,0 0-1 0 0,0 0 1 0 0,0 0 0 0 0,0 0-1 0 0,-1 0 1 0 0,1 1 0 0 0,0-1 0 0 0,0 0-1 0 0,0 0 1 0 0,0 0 0 0 0,-65 25 178 0 0,63-25-165 0 0,3 1-6 0 0,1 0 1 0 0,-1-1 0 0 0,1 1 0 0 0,-1-1 0 0 0,0 1 0 0 0,1-1 0 0 0,-1 0-1 0 0,1 0 1 0 0,0 0 0 0 0,-1 0 0 0 0,1 0 0 0 0,-1 0 0 0 0,1 0-1 0 0,-1 0 1 0 0,1 0 0 0 0,-1-1 0 0 0,1 1 0 0 0,-1-1 0 0 0,1 1-1 0 0,-1-1 1 0 0,0 0 0 0 0,1 1 0 0 0,-1-1 0 0 0,0 0 0 0 0,0 0-1 0 0,1 0 1 0 0,-1 0 0 0 0,0 0 0 0 0,0 0 0 0 0,2-2 0 0 0,-3 2-7 0 0,1 1 0 0 0,-1-1 0 0 0,1 1 0 0 0,-1-1 0 0 0,1 1 0 0 0,-1-1 1 0 0,1 1-1 0 0,-1-1 0 0 0,0 0 0 0 0,1 1 0 0 0,-1-1 0 0 0,0 1 0 0 0,0-1 0 0 0,1 0 1 0 0,-1 1-1 0 0,0-1 0 0 0,0 0 0 0 0,0 0 0 0 0,0 1 0 0 0,0-1 0 0 0,0 0 0 0 0,0 1 0 0 0,0-1 1 0 0,0 0-1 0 0,0 1 0 0 0,0-1 0 0 0,0 0 0 0 0,0 0 0 0 0,-1 1 0 0 0,1-1 0 0 0,0 1 1 0 0,-1-1-1 0 0,1 0 0 0 0,0 1 0 0 0,-1-1 0 0 0,1 1 0 0 0,-1-1 0 0 0,1 0 0 0 0,-1 1 1 0 0,0-1-1 0 0,-1-1-1 0 0,1 1 1 0 0,-1 0 0 0 0,0-1 0 0 0,0 1 0 0 0,0 0-1 0 0,0 0 1 0 0,0 1 0 0 0,0-1 0 0 0,0 0 0 0 0,0 1-1 0 0,0-1 1 0 0,0 1 0 0 0,0-1 0 0 0,-3 1 0 0 0,-10 0-43 0 0,11 0-68 0 0,-12-2-3630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5T04:49:49.1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86 14 4952 0 0,'0'0'156'0'0,"-2"-2"-33"0"0,-1 1 0 0 0,1-1 0 0 0,0 1 0 0 0,-1 0 0 0 0,1 0 0 0 0,-1 0 0 0 0,1 0 0 0 0,-1 0 0 0 0,0 0 0 0 0,-4 0 0 0 0,-9 6-82 0 0,10 3 37 0 0,19 3 85 0 0,21-7-1 0 0,-22-2 113 0 0,-27 15-210 0 0,-16 10 13 0 0,31-26-58 0 0,0-1-18 0 0,0 0-1 0 0,0 0 1 0 0,0 0-1 0 0,0 1 1 0 0,0-1-1 0 0,0 0 1 0 0,0 0-1 0 0,1 0 1 0 0,-1 0-1 0 0,0 1 1 0 0,0-1 0 0 0,0 0-1 0 0,0 0 1 0 0,0 0-1 0 0,1 0 1 0 0,-1 0-1 0 0,0 0 1 0 0,0 1-1 0 0,0-1 1 0 0,1 0-1 0 0,-1 0 1 0 0,0 0-1 0 0,0 0 1 0 0,0 0-1 0 0,1 0 1 0 0,-1 0-1 0 0,0 0 1 0 0,0 0-1 0 0,0 0 1 0 0,1 0-1 0 0,-1 0 1 0 0,0 0-1 0 0,0 0 1 0 0,0 0-1 0 0,1 0 1 0 0,-1 0-1 0 0,0-1 1 0 0,0 1-1 0 0,0 0 1 0 0,1 0-1 0 0,-1 0 1 0 0,0 0-1 0 0,0 0 1 0 0,0 0-1 0 0,0 0 1 0 0,0-1-1 0 0,1 1 1 0 0,-1 0 0 0 0,25-15 91 0 0,-24 15-88 0 0,0-1 0 0 0,0 1 0 0 0,0-1 0 0 0,0 1 1 0 0,0-1-1 0 0,-1 0 0 0 0,1 1 0 0 0,0-1 0 0 0,-1 0 0 0 0,1 0 1 0 0,0 1-1 0 0,-1-1 0 0 0,1 0 0 0 0,-1 0 0 0 0,1 0 1 0 0,-1 0-1 0 0,1 0 0 0 0,-1 0 0 0 0,0 0 0 0 0,1-1 0 0 0,-1 2 0 0 0,-1-1-1 0 0,1 0 1 0 0,0 1-1 0 0,0-1 1 0 0,0 0-1 0 0,-1 1 0 0 0,1-1 1 0 0,0 1-1 0 0,-1-1 1 0 0,1 1-1 0 0,-1-1 0 0 0,1 1 1 0 0,0-1-1 0 0,-1 1 1 0 0,1-1-1 0 0,-1 1 0 0 0,1 0 1 0 0,-1-1-1 0 0,1 1 1 0 0,-1 0-1 0 0,0-1 1 0 0,1 1-1 0 0,-1 0 0 0 0,-2-1 3 0 0,0 0-1 0 0,0 0 0 0 0,0 0 1 0 0,0 0-1 0 0,0 1 1 0 0,-1-1-1 0 0,1 1 0 0 0,0 0 1 0 0,0 0-1 0 0,0 0 0 0 0,0 1 1 0 0,-4 0-1 0 0,2 0-13 0 0,3-1-2 0 0,0 0 0 0 0,0 1 0 0 0,0-1 0 0 0,0 0 1 0 0,0 1-1 0 0,0-1 0 0 0,0 1 0 0 0,0 0 1 0 0,1 0-1 0 0,-1 0 0 0 0,0 0 0 0 0,1 0 0 0 0,-1 0 1 0 0,0 0-1 0 0,-1 2 0 0 0,2-1-216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5T04:49:49.9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77 1 4508 0 0,'0'0'2766'0'0,"-5"1"-2757"0"0,-18 7-5 0 0,21-8-3 0 0,1 0-1 0 0,0 1 0 0 0,0-1 0 0 0,0 0 1 0 0,0 1-1 0 0,0-1 0 0 0,0 1 1 0 0,0-1-1 0 0,0 1 0 0 0,0-1 0 0 0,0 1 1 0 0,0 0-1 0 0,0 0 0 0 0,1-1 0 0 0,-1 1 1 0 0,0 0-1 0 0,0 0 0 0 0,1 0 1 0 0,-1 0-1 0 0,1 0 0 0 0,-1 0 0 0 0,0 0 1 0 0,1 0-1 0 0,-1 2 0 0 0,0-1 1 0 0,0 0-7 0 0,-9 19-22 0 0,11-20 29 0 0,0 0-1 0 0,0 0 1 0 0,0 0 0 0 0,0-1 0 0 0,0 1 0 0 0,0 0 0 0 0,1-1-1 0 0,-1 1 1 0 0,0 0 0 0 0,0-1 0 0 0,0 1 0 0 0,1-1 0 0 0,-1 0-1 0 0,0 0 1 0 0,1 1 0 0 0,-1-1 0 0 0,0 0 0 0 0,1 0 0 0 0,-1 0 0 0 0,0 0-1 0 0,1 0 1 0 0,-1-1 0 0 0,0 1 0 0 0,1 0 0 0 0,-1-1 0 0 0,0 1-1 0 0,0 0 1 0 0,1-1 0 0 0,0 0 0 0 0,1 0-9 0 0,2-1 43 0 0,-13 4-61 0 0,3-1 25 0 0,2-1 1 0 0,1 0 0 0 0,0 0 0 0 0,0 0 0 0 0,-1 1 0 0 0,1-1 0 0 0,0 0 0 0 0,0 1-1 0 0,0 0 1 0 0,-1 0 0 0 0,1 0 0 0 0,0 0 0 0 0,0 0 0 0 0,0 0 0 0 0,-2 2 0 0 0,-8 9 2 0 0,12-10 10 0 0,14 16 5 0 0,-11-17 12 0 0,1 0 1 0 0,-1 0-1 0 0,1-1 0 0 0,-1 1 1 0 0,1-1-1 0 0,-1 0 0 0 0,1 0 1 0 0,-1 0-1 0 0,1-1 0 0 0,-1 1 1 0 0,1-1-1 0 0,-1 0 0 0 0,1 0 1 0 0,-1 0-1 0 0,0 0 0 0 0,0 0 1 0 0,1-1-1 0 0,-1 0 0 0 0,0 0 1 0 0,0 0-1 0 0,0 0 0 0 0,-1 0 1 0 0,1 0-1 0 0,-1-1 0 0 0,1 1 1 0 0,-1-1-1 0 0,4-4 0 0 0,-5 6 167 0 0,-17-4-128 0 0,15 4-130 0 0,-1 1 0 0 0,0-1 0 0 0,1 0 1 0 0,-1 1-1 0 0,0-1 0 0 0,0 1 0 0 0,0-1 1 0 0,0 1-1 0 0,1 0 0 0 0,-1 0 1 0 0,0 0-1 0 0,0 0 0 0 0,0 0 0 0 0,-3 1 1 0 0,-12 1-374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5T04:49:55.18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33 495 1928 0 0,'0'0'1414'0'0,"-8"2"-720"0"0,2-2 2044 0 0,-9-5-2514 0 0,12 3 226 0 0,7-37 1025 0 0,8 23-1401 0 0,0 1-1 0 0,2 0 1 0 0,0 1 0 0 0,0 0 0 0 0,1 1 0 0 0,28-17-1 0 0,112-61-14 0 0,-115 69-24 0 0,27-14-31 0 0,1 4-1 0 0,2 2 1 0 0,1 4 0 0 0,1 3 0 0 0,88-17 0 0 0,-85 20-12 0 0,-74 20 2 0 0,16-3-64 0 0,3-7-4647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5T04:49:55.6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102 13 6385 0 0,'-66'-10'-650'0'0,"63"10"726"0"0,-16-3 416 0 0,5 3 592 0 0,25 1-560 0 0,54 2-467 0 0,19 1-55 0 0,0 1 47 0 0,1-1 35 0 0,0 4 1 0 0,98 21 0 0 0,-181-29-89 0 0,-2 1 4 0 0,1-1 0 0 0,0 0 0 0 0,-1 0 0 0 0,1 0-1 0 0,-1 1 1 0 0,1-1 0 0 0,0 0 0 0 0,-1 0 0 0 0,1 1 0 0 0,-1-1 0 0 0,1 0 0 0 0,-1 1-1 0 0,1-1 1 0 0,-1 1 0 0 0,1-1 0 0 0,-1 1 0 0 0,1-1 0 0 0,-1 1 0 0 0,0-1 0 0 0,1 1-1 0 0,-1-1 1 0 0,0 1 0 0 0,1 0 0 0 0,-1-1 0 0 0,0 1 0 0 0,0 0 0 0 0,0-1 0 0 0,1 2-1 0 0,-3 1 6 0 0,0 0 0 0 0,0 0 0 0 0,0 0 0 0 0,0 0 0 0 0,0 0 0 0 0,0 0 0 0 0,-1-1 0 0 0,0 1 0 0 0,-2 2 0 0 0,-7 3-27 0 0,0 0 0 0 0,-1-1-1 0 0,-25 12 1 0 0,-15 1-3750 0 0,36-15 1174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5T04:50:00.5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21 249 6217 0 0,'0'-4'179'0'0,"0"0"1"0"0,-1 0 0 0 0,1 1-1 0 0,0-1 1 0 0,-1 0 0 0 0,0 1-1 0 0,0-1 1 0 0,0 0 0 0 0,-3-4 545 0 0,2 12-717 0 0,0-1-6 0 0,1 1-1 0 0,-1-1 0 0 0,1 1 0 0 0,0 0 1 0 0,0 0-1 0 0,1 0 0 0 0,-1-1 0 0 0,1 1 0 0 0,-1 0 1 0 0,1 0-1 0 0,0 0 0 0 0,1 0 0 0 0,-1 0 1 0 0,1 0-1 0 0,0 0 0 0 0,0-1 0 0 0,1 6 0 0 0,92 247 183 0 0,-75-187 2005 0 0,-24-72-2008 0 0,-1-3-128 0 0,1 1 0 0 0,0-1-1 0 0,1 0 1 0 0,-1 0 0 0 0,1 0 0 0 0,0 0-1 0 0,0-1 1 0 0,1 0 0 0 0,0 0 0 0 0,0 0-1 0 0,1 0 1 0 0,0 0 0 0 0,0-1 0 0 0,-1-12-1 0 0,-40-287 444 0 0,41 292-483 0 0,0 3-38 0 0,1 0 0 0 0,1-1 1 0 0,1-20-1 0 0,0 29 2 0 0,-1 0 0 0 0,1 0-1 0 0,1 0 1 0 0,-1 0 0 0 0,0 0 0 0 0,1 0-1 0 0,0 0 1 0 0,0 0 0 0 0,0 1-1 0 0,0-1 1 0 0,1 1 0 0 0,-1-1 0 0 0,1 1-1 0 0,5-5 1 0 0,-2 4 4 0 0,-1-1-1 0 0,1 1 1 0 0,0 0-1 0 0,0 1 1 0 0,0-1-1 0 0,0 1 1 0 0,0 1-1 0 0,1-1 1 0 0,0 1-1 0 0,-1 0 1 0 0,1 0-1 0 0,0 1 1 0 0,8-1-1 0 0,-3 2 0 0 0,0 0-1 0 0,0 1 0 0 0,0 0 0 0 0,0 0 0 0 0,0 1 0 0 0,-1 1 1 0 0,14 5-1 0 0,6 4-26 0 0,-1 2 0 0 0,0 0 0 0 0,-1 3-1 0 0,45 32 1 0 0,-64-42 1 0 0,-1 1 0 0 0,1 0 0 0 0,-1 0 0 0 0,11 15 0 0 0,-18-22 36 0 0,-1 1 0 0 0,1-1 1 0 0,-1 1-1 0 0,0-1 1 0 0,0 1-1 0 0,0 0 0 0 0,0-1 1 0 0,0 1-1 0 0,0 0 0 0 0,0 0 1 0 0,0 0-1 0 0,-1 0 1 0 0,1 0-1 0 0,-1-1 0 0 0,0 1 1 0 0,1 0-1 0 0,-1 0 1 0 0,0 0-1 0 0,0 0 0 0 0,0 0 1 0 0,0 0-1 0 0,-1 0 1 0 0,1 0-1 0 0,0 0 0 0 0,-1 0 1 0 0,1 0-1 0 0,-1 0 1 0 0,0 0-1 0 0,0 0 0 0 0,0-1 1 0 0,0 1-1 0 0,0 0 0 0 0,0-1 1 0 0,0 1-1 0 0,-3 2 1 0 0,-7 5 17 0 0,-1-1 0 0 0,0-1 0 0 0,-1 0-1 0 0,0 0 1 0 0,0-1 0 0 0,0-1 0 0 0,-1 0 0 0 0,0-1 0 0 0,0 0 0 0 0,0-1 0 0 0,0-1 0 0 0,0 0 0 0 0,-1-1 0 0 0,1 0 0 0 0,0-1 0 0 0,-28-4 0 0 0,39 3-68 0 0,1 1 0 0 0,0 0 0 0 0,-1-1-1 0 0,1 1 1 0 0,-1-1 0 0 0,1 0 0 0 0,0 0 0 0 0,-1 0 0 0 0,1 0 0 0 0,0 0 0 0 0,0-1-1 0 0,0 1 1 0 0,0 0 0 0 0,-2-3 0 0 0,4 4-141 0 0,-1-1 1 0 0,0 1-1 0 0,1-1 1 0 0,0 0-1 0 0,-1 1 0 0 0,1-1 1 0 0,-1 0-1 0 0,1 0 0 0 0,0 1 1 0 0,0-1-1 0 0,-1 0 0 0 0,1 0 1 0 0,0 1-1 0 0,0-1 1 0 0,0 0-1 0 0,0 0 0 0 0,0 0 1 0 0,0 1-1 0 0,0-1 0 0 0,0 0 1 0 0,0 0-1 0 0,0 0 0 0 0,0 1 1 0 0,1-2-1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5T04:50:01.37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289 43 6697 0 0,'0'0'-213'0'0,"-8"-26"-559"0"0,0 23 778 0 0,-1 0 0 0 0,1 0 0 0 0,-1 1 0 0 0,0 0 0 0 0,1 1 0 0 0,-1 0 0 0 0,0 0 0 0 0,0 1 0 0 0,0 0 0 0 0,0 0 0 0 0,0 1 0 0 0,0 1 1 0 0,0-1-1 0 0,-12 5 0 0 0,7-1 6 0 0,1 0 0 0 0,-1 1 0 0 0,1 0 0 0 0,0 1 1 0 0,0 1-1 0 0,1 0 0 0 0,0 0 0 0 0,-11 12 1 0 0,22-20-10 0 0,0 1 1 0 0,1 0 0 0 0,-1 0 0 0 0,0-1 0 0 0,1 1 0 0 0,-1 0 0 0 0,0 0 0 0 0,1 0-1 0 0,-1 0 1 0 0,1 0 0 0 0,-1 0 0 0 0,1 0 0 0 0,0 0 0 0 0,-1 0 0 0 0,1 0 0 0 0,0 0-1 0 0,0 0 1 0 0,-1 0 0 0 0,1 1 0 0 0,0-1 0 0 0,0 0 0 0 0,0 0 0 0 0,1 0 0 0 0,-1 0-1 0 0,0 0 1 0 0,0 0 0 0 0,1 0 0 0 0,-1 0 0 0 0,0 0 0 0 0,1 0 0 0 0,-1 0 0 0 0,1 0 0 0 0,-1 0-1 0 0,1 0 1 0 0,0 0 0 0 0,-1 0 0 0 0,1 0 0 0 0,0-1 0 0 0,0 1 0 0 0,-1 0 0 0 0,1 0-1 0 0,0-1 1 0 0,0 1 0 0 0,1 0 0 0 0,3 3 9 0 0,-1-1 0 0 0,1 0 0 0 0,0-1 0 0 0,0 1 0 0 0,0-1 0 0 0,10 4 0 0 0,-6-4 61 0 0,1 0-1 0 0,0 0 1 0 0,0 0 0 0 0,0-2 0 0 0,1 1-1 0 0,-1-1 1 0 0,0-1 0 0 0,0 1 0 0 0,0-2-1 0 0,0 1 1 0 0,0-2 0 0 0,0 1 0 0 0,-1-1-1 0 0,1-1 1 0 0,-1 0 0 0 0,0 0 0 0 0,0 0 0 0 0,0-2-1 0 0,0 1 1 0 0,-1-1 0 0 0,0 0 0 0 0,0 0-1 0 0,-1-1 1 0 0,0 0 0 0 0,0-1 0 0 0,0 0-1 0 0,-1 0 1 0 0,0 0 0 0 0,-1 0 0 0 0,0-1-1 0 0,6-14 1 0 0,-7 11 701 0 0,-8 20-643 0 0,3-5-131 0 0,-1 0-1 0 0,1 0 0 0 0,0 0 1 0 0,1 0-1 0 0,-1 0 1 0 0,0 0-1 0 0,1 0 0 0 0,0 0 1 0 0,-1 0-1 0 0,2 5 1 0 0,1-2 25 0 0,0 0 0 0 0,0-1 0 0 0,1 1 0 0 0,0-1 0 0 0,0 0 0 0 0,0 0 0 0 0,1 0 0 0 0,0-1 0 0 0,0 1 0 0 0,0-1 0 0 0,0 0 0 0 0,1 0 0 0 0,-1 0 0 0 0,1 0 0 0 0,0-1 1 0 0,0 0-1 0 0,1 0 0 0 0,7 3 0 0 0,-3-2-253 0 0,0 1 0 0 0,0-2 0 0 0,21 5 0 0 0,-23-6-540 0 0,1-1 0 0 0,-1-1 0 0 0,0 1 0 0 0,0-1 1 0 0,9-1-1 0 0,2-2-1813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5T04:50:01.9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6 106 6197 0 0,'4'-78'1050'0'0,"-5"51"468"0"0,-4 44-735 0 0,3 9-776 0 0,1-1 1 0 0,3 43-1 0 0,1-6 18 0 0,-4-7 3 0 0,0-27 4 0 0,1 0 1 0 0,0 0-1 0 0,3 0 0 0 0,0 0 1 0 0,10 36-1 0 0,-11-59-20 0 0,0-1 1 0 0,1 1-1 0 0,0-1 1 0 0,0 0-1 0 0,0 0 1 0 0,0 0 0 0 0,0 0-1 0 0,1-1 1 0 0,0 1-1 0 0,0-1 1 0 0,0 0-1 0 0,0 0 1 0 0,0-1-1 0 0,0 1 1 0 0,1-1-1 0 0,0 0 1 0 0,7 3-1 0 0,5 1 25 0 0,1 0 0 0 0,-1-1 0 0 0,28 3 0 0 0,-31-6-239 0 0,0-1 0 0 0,1-1-1 0 0,-1 0 1 0 0,0-1 0 0 0,0 0 0 0 0,20-5 0 0 0,41-18-4395 0 0,-52 14 2275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5T04:50:02.2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62 5793 0 0,'0'0'-40'0'0,"-15"-3"407"0"0,7 0 269 0 0,8 0-93 0 0,24-6-609 0 0,0 2-1 0 0,1 1 1 0 0,44-6-1 0 0,9-1-3516 0 0,-58 8 1989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5T04:50:03.3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217 364 4620 0 0,'0'0'274'0'0,"-29"3"1207"0"0,12 2-1400 0 0,-1 1 0 0 0,1 1 1 0 0,0 0-1 0 0,1 1 1 0 0,0 1-1 0 0,0 0 0 0 0,0 2 1 0 0,-27 23-1 0 0,42-33-76 0 0,0 0 1 0 0,0 0-1 0 0,0 0 0 0 0,0 0 0 0 0,0 0 0 0 0,1 1 0 0 0,-1-1 1 0 0,0 0-1 0 0,1 0 0 0 0,-1 1 0 0 0,0-1 0 0 0,1 1 0 0 0,0-1 0 0 0,-1 0 1 0 0,1 1-1 0 0,0-1 0 0 0,0 1 0 0 0,-1-1 0 0 0,1 1 0 0 0,0-1 0 0 0,1 1 1 0 0,-1-1-1 0 0,0 0 0 0 0,0 1 0 0 0,1-1 0 0 0,-1 1 0 0 0,0-1 1 0 0,1 0-1 0 0,0 1 0 0 0,-1-1 0 0 0,1 0 0 0 0,0 1 0 0 0,-1-1 0 0 0,1 0 1 0 0,0 0-1 0 0,0 0 0 0 0,0 0 0 0 0,0 0 0 0 0,0 0 0 0 0,1 0 0 0 0,-1 0 1 0 0,0 0-1 0 0,0 0 0 0 0,2 0 0 0 0,6 5 24 0 0,0 1-1 0 0,0-2 1 0 0,0 1-1 0 0,15 4 1 0 0,7 1 13 0 0,1-3 0 0 0,0 0 0 0 0,0-2 0 0 0,1-2 0 0 0,-1 0 0 0 0,1-3-1 0 0,54-3 1 0 0,-79 2-14 0 0,-1-1 0 0 0,1 0 0 0 0,-1-1 0 0 0,1 1 0 0 0,-1-1 0 0 0,0-1 0 0 0,1 1-1 0 0,-1-1 1 0 0,-1 0 0 0 0,1-1 0 0 0,0 0 0 0 0,-1 0 0 0 0,0 0 0 0 0,0-1 0 0 0,0 0-1 0 0,7-7 1 0 0,-9 6-16 0 0,0 1-1 0 0,-1 0 1 0 0,1-1-1 0 0,-1 0 0 0 0,0 1 1 0 0,0-2-1 0 0,-1 1 1 0 0,0 0-1 0 0,0 0 1 0 0,0-1-1 0 0,-1 1 1 0 0,0 0-1 0 0,0-1 0 0 0,-1 0 1 0 0,0 1-1 0 0,0-1 1 0 0,0 1-1 0 0,-1-1 1 0 0,-1-8-1 0 0,-8-38 75 0 0,-2 1 1 0 0,-2 0-1 0 0,-34-79 0 0 0,9 15 433 0 0,30 141-555 0 0,6-9 24 0 0,0 1 0 0 0,1 0 0 0 0,1 1 1 0 0,1-1-1 0 0,3 24 0 0 0,-2 9 14 0 0,2-8 48 0 0,1 0-1 0 0,3 1 1 0 0,1-2 0 0 0,2 1-1 0 0,29 76 1 0 0,-38-116-37 0 0,0-1-1 0 0,-1 0 1 0 0,1 1 0 0 0,0-1-1 0 0,-1 0 1 0 0,0 1 0 0 0,1-1-1 0 0,-1 1 1 0 0,0-1 0 0 0,0 1-1 0 0,1-1 1 0 0,-1 1 0 0 0,0-1-1 0 0,-1 1 1 0 0,1-1 0 0 0,0 1-1 0 0,0-1 1 0 0,-1 0 0 0 0,1 1-1 0 0,-1-1 1 0 0,1 1 0 0 0,-1-1-1 0 0,1 0 1 0 0,-1 1 0 0 0,0-1-1 0 0,0 0 1 0 0,0 0 0 0 0,1 0-1 0 0,-1 1 1 0 0,0-1 0 0 0,-1 0-1 0 0,1 0 1 0 0,0 0 0 0 0,0-1-1 0 0,0 1 1 0 0,-2 1 0 0 0,1-1 20 0 0,-1-1-1 0 0,1 1 1 0 0,0-1 0 0 0,-1 0 0 0 0,1 0 0 0 0,0 0 0 0 0,0 0 0 0 0,-1 0 0 0 0,1 0-1 0 0,0 0 1 0 0,0-1 0 0 0,-1 1 0 0 0,1-1 0 0 0,0 0 0 0 0,0 0 0 0 0,0 0-1 0 0,0 0 1 0 0,0 0 0 0 0,0 0 0 0 0,0 0 0 0 0,0 0 0 0 0,-3-4 0 0 0,3 3-15 0 0,1 1 0 0 0,-1-1 0 0 0,1 0 0 0 0,0 0 0 0 0,0 0 0 0 0,0 0 0 0 0,0 0 0 0 0,0-1 0 0 0,0 1 0 0 0,0 0 0 0 0,1 0 0 0 0,-1-1 0 0 0,1 1 1 0 0,-1 0-1 0 0,1-1 0 0 0,0 1 0 0 0,0 0 0 0 0,0-1 0 0 0,0 1 0 0 0,1-1 0 0 0,-1 1 0 0 0,0 0 0 0 0,1 0 0 0 0,0-1 0 0 0,0 1 0 0 0,0 0 0 0 0,0 0 0 0 0,2-4 0 0 0,1-3 7 0 0,1 1 0 0 0,0 1 0 0 0,1-1 0 0 0,-1 0 0 0 0,13-11 0 0 0,-9 11-17 0 0,0 0-1 0 0,0 1 1 0 0,0 0-1 0 0,1 0 1 0 0,1 1 0 0 0,-1 0-1 0 0,1 1 1 0 0,0 0-1 0 0,0 1 1 0 0,0 0 0 0 0,0 1-1 0 0,1 0 1 0 0,21-2-1 0 0,-23 4-12 0 0,0 1-1 0 0,0 1 0 0 0,0 0 0 0 0,0 0 1 0 0,0 1-1 0 0,0 0 0 0 0,-1 0 0 0 0,1 1 0 0 0,-1 1 1 0 0,1-1-1 0 0,-1 1 0 0 0,0 1 0 0 0,-1 0 0 0 0,1 0 1 0 0,-1 1-1 0 0,14 12 0 0 0,22 29-35 0 0,-42-44 15 0 0,1 0 0 0 0,-1 1 0 0 0,0-1 0 0 0,0 1 0 0 0,0 0 1 0 0,0 0-1 0 0,-1 0 0 0 0,0 0 0 0 0,1 0 0 0 0,-1 0 0 0 0,-1 0 1 0 0,2 6-1 0 0,-3-9-92 0 0,1 0 0 0 0,-1 0 0 0 0,1 0 0 0 0,0 0 0 0 0,-1 0 0 0 0,0 0 0 0 0,1 0 0 0 0,-1 0 0 0 0,1-1 0 0 0,-1 1 0 0 0,0 0 0 0 0,0 0 0 0 0,0 0 0 0 0,1-1 0 0 0,-1 1 0 0 0,0 0 0 0 0,0-1 0 0 0,-2 2 0 0 0,-21-2-6890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5T04:50:04.3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215 82 5416 0 0,'-24'-26'-409'0'0,"19"23"436"0"0,0 0 0 0 0,0 1-1 0 0,0-1 1 0 0,0 1 0 0 0,0 0-1 0 0,-1 0 1 0 0,1 0 0 0 0,-1 1 0 0 0,1 0-1 0 0,-1 0 1 0 0,0 0 0 0 0,1 1-1 0 0,-1 0 1 0 0,0 0 0 0 0,1 0 0 0 0,-1 1-1 0 0,0 0 1 0 0,1 0 0 0 0,-1 0-1 0 0,1 1 1 0 0,-1 0 0 0 0,1 0 0 0 0,0 0-1 0 0,0 1 1 0 0,0-1 0 0 0,0 1-1 0 0,0 1 1 0 0,0-1 0 0 0,1 0-1 0 0,-6 7 1 0 0,8-9-22 0 0,0 1 0 0 0,0 0 1 0 0,0 1-1 0 0,1-1 0 0 0,-1 0 0 0 0,1 1 0 0 0,-1-1 0 0 0,1 1 0 0 0,0-1 0 0 0,0 1 1 0 0,0-1-1 0 0,0 1 0 0 0,0 0 0 0 0,0 0 0 0 0,1-1 0 0 0,-1 1 0 0 0,1 0 1 0 0,0 0-1 0 0,0 0 0 0 0,0-1 0 0 0,0 1 0 0 0,1 0 0 0 0,1 5 0 0 0,0-3 10 0 0,0 0 0 0 0,1-1 0 0 0,-1 1 0 0 0,1-1 0 0 0,1 0 0 0 0,-1 1 0 0 0,0-2 0 0 0,1 1 0 0 0,0 0 0 0 0,0-1 0 0 0,0 1 0 0 0,5 2 0 0 0,10 6 39 0 0,0-2 0 0 0,1 0 0 0 0,0 0 0 0 0,1-2 0 0 0,25 7 0 0 0,-16-7 94 0 0,56 8-1 0 0,-76-15-48 0 0,-1 0 0 0 0,1-1-1 0 0,0 0 1 0 0,0-1 0 0 0,-1 0 0 0 0,1 0-1 0 0,-1-1 1 0 0,1 0 0 0 0,17-7-1 0 0,-24 8-72 0 0,0 0-1 0 0,0-1 1 0 0,0 1 0 0 0,0-1-1 0 0,0 1 1 0 0,-1-1-1 0 0,1 0 1 0 0,0 0-1 0 0,-1 0 1 0 0,0-1-1 0 0,1 1 1 0 0,-1-1-1 0 0,0 1 1 0 0,0-1-1 0 0,0 1 1 0 0,-1-1-1 0 0,1 0 1 0 0,-1 0-1 0 0,1 0 1 0 0,-1 0 0 0 0,0 0-1 0 0,0 0 1 0 0,0-1-1 0 0,-1 1 1 0 0,1 0-1 0 0,-1 0 1 0 0,0-1-1 0 0,0 1 1 0 0,0 0-1 0 0,0 0 1 0 0,0-1-1 0 0,-1 1 1 0 0,0 0-1 0 0,1 0 1 0 0,-1-1 0 0 0,0 1-1 0 0,-3-4 1 0 0,1 0-6 0 0,0 0 0 0 0,-1 0 0 0 0,0 0 0 0 0,-1 1 0 0 0,0-1 0 0 0,0 1 0 0 0,0 0 0 0 0,-1 0 0 0 0,0 1 0 0 0,0 0 1 0 0,0 0-1 0 0,0 0 0 0 0,-1 1 0 0 0,-9-5 0 0 0,-12-2 35 0 0,-1 1 1 0 0,-32-6 0 0 0,4 1 215 0 0,34 10-131 0 0,-21-9-241 0 0,42 13-203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5T04:50:04.9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171 3 5573 0 0,'0'0'-179'0'0,"-6"-1"-177"0"0,-22-1 386 0 0,21 2 50 0 0,4 0-39 0 0,-3 0-20 0 0,-1 1 0 0 0,1 0 0 0 0,0 0 0 0 0,0 0 0 0 0,0 1 0 0 0,1 0-1 0 0,-1 0 1 0 0,0 0 0 0 0,1 1 0 0 0,-1 0 0 0 0,1 0 0 0 0,0 0 0 0 0,0 1 0 0 0,0 0 0 0 0,0 0 0 0 0,-4 4 0 0 0,7-6-12 0 0,0 0 1 0 0,0-1 0 0 0,0 1 0 0 0,0 0 0 0 0,0 1-1 0 0,0-1 1 0 0,0 0 0 0 0,1 0 0 0 0,-1 1 0 0 0,1-1-1 0 0,-1 1 1 0 0,1 0 0 0 0,0-1 0 0 0,0 1 0 0 0,1 0-1 0 0,-1-1 1 0 0,0 1 0 0 0,1 0 0 0 0,-1 0 0 0 0,1 0-1 0 0,0 0 1 0 0,0 2 0 0 0,1-1 14 0 0,1-1 0 0 0,-1 1 0 0 0,0-1 0 0 0,1 0 1 0 0,0 0-1 0 0,0 0 0 0 0,0 0 0 0 0,0 0 0 0 0,0 0 0 0 0,0 0 0 0 0,1 0 0 0 0,0-1 0 0 0,-1 0 0 0 0,7 5 1 0 0,5 2 74 0 0,1 0 0 0 0,1-1 0 0 0,-1-1 0 0 0,1 0 0 0 0,33 9 0 0 0,-30-11 42 0 0,-1-1 0 0 0,2-1 1 0 0,20 2-1 0 0,-35-5-68 0 0,0 0 1 0 0,0 0-1 0 0,0 0 1 0 0,0 0-1 0 0,1-1 1 0 0,-1 0-1 0 0,-1 0 1 0 0,1 0-1 0 0,0-1 1 0 0,0 0-1 0 0,0 1 1 0 0,-1-2-1 0 0,1 1 1 0 0,-1 0-1 0 0,1-1 0 0 0,-1 0 1 0 0,5-4-1 0 0,-8 5-42 0 0,1 1 0 0 0,-1-1 0 0 0,0 0 0 0 0,1 1 0 0 0,-1-1 0 0 0,0 0 0 0 0,0 0-1 0 0,0 0 1 0 0,0 1 0 0 0,0-1 0 0 0,-1 0 0 0 0,1 0 0 0 0,-1 0 0 0 0,1-1-1 0 0,-1 1 1 0 0,0 0 0 0 0,0 0 0 0 0,1 0 0 0 0,-1 0 0 0 0,-1 0 0 0 0,1 0 0 0 0,-1-3-1 0 0,0 2 5 0 0,0-1-1 0 0,-1 0 1 0 0,0 1-1 0 0,0-1 1 0 0,0 1-1 0 0,0-1 1 0 0,0 1-1 0 0,-1 0 1 0 0,1 0-1 0 0,-7-5 1 0 0,-1-1 11 0 0,0 1 1 0 0,0 1 0 0 0,-1 0 0 0 0,-1 0-1 0 0,1 1 1 0 0,-15-5 0 0 0,12 5-242 0 0,-1 1 1 0 0,0 1 0 0 0,0 1 0 0 0,-1 0 0 0 0,1 1-1 0 0,-17 0 1 0 0,15-2-3577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0:08.5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28 3980 0 0,'-4'-28'8256'0'0,"4"42"-8246"0"0,0 0 0 0 0,1 0 0 0 0,0 0 0 0 0,1-1 0 0 0,1 1-1 0 0,0-1 1 0 0,6 16 0 0 0,8 41 17 0 0,-2 125 46 0 0,-5-44-36 0 0,-4-26 201 0 0,-6-124-148 0 0,-1-1-101 0 0,1 0 1 0 0,0 0 0 0 0,0 0-1 0 0,0 0 1 0 0,0-1-1 0 0,-1 1 1 0 0,1 0 0 0 0,0 0-1 0 0,0 0 1 0 0,0 0-1 0 0,-1 0 1 0 0,1 0 0 0 0,0 0-1 0 0,0 0 1 0 0,0 0-1 0 0,-1 0 1 0 0,1 0-1 0 0,0 0 1 0 0,0 0 0 0 0,-1 0-1 0 0,1 1 1 0 0,0-1-1 0 0,0 0 1 0 0,0 0 0 0 0,0 0-1 0 0,-1 0 1 0 0,1 0-1 0 0,0 0 1 0 0,0 0 0 0 0,0 1-1 0 0,0-1 1 0 0,-1 0-1 0 0,1 0 1 0 0,0 0 0 0 0,0 0-1 0 0,0 1 1 0 0,0-1-1 0 0,0 0 1 0 0,0 0 0 0 0,0 0-1 0 0,0 0 1 0 0,-1 1-1 0 0,1-1 1 0 0,0 0-1 0 0,0 0 1 0 0,0 0 0 0 0,0 1-1 0 0,0-1 1 0 0,0 0-1 0 0,0 0 1 0 0,0 0 0 0 0,0 1-1 0 0,0-1 1 0 0,0 0-1 0 0,0 0 1 0 0,1 1 0 0 0,-1-1-1 0 0,0 0 1 0 0,-2-1 20 0 0,-23-16-1353 0 0,23 15 945 0 0,0 0 0 0 0,0 0 0 0 0,1 0 0 0 0,-1 0 1 0 0,1-1-1 0 0,0 1 0 0 0,0 0 0 0 0,-1-1 1 0 0,2 1-1 0 0,-1-1 0 0 0,0 1 0 0 0,0-1 0 0 0,1 1 1 0 0,-1-4-1 0 0,1-8-2612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0:09.26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61 141 6725 0 0,'-59'22'-344'0'0,"58"-21"399"0"0,163-22 1224 0 0,720-116 787 0 0,-816 132-968 0 0,-63 5-913 0 0,12 0 198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0:10.2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60 89 6969 0 0,'-9'-35'-101'0'0,"6"28"405"0"0,-1 0 0 0 0,0 1 0 0 0,0 0 0 0 0,0-1 0 0 0,-1 1 0 0 0,-8-8 0 0 0,12 13 30 0 0,-1 6-280 0 0,-1 5-29 0 0,1 1 1 0 0,0 0 0 0 0,0 0 0 0 0,1 0 0 0 0,0 0 0 0 0,1 1 0 0 0,0-1 0 0 0,1 0 0 0 0,3 16 0 0 0,27 111 82 0 0,-24-111-85 0 0,48 275 502 0 0,-47-247 676 0 0,-8-54-847 0 0,-2-7-2773 0 0,-1-1 1838 0 0,2 5 300 0 0,0-1 0 0 0,0 0 0 0 0,0 1 0 0 0,0-1 0 0 0,1 0 0 0 0,-1 0 0 0 0,1 1 0 0 0,-1-1 0 0 0,1 0 0 0 0,0 0 0 0 0,0 0 0 0 0,1 1 0 0 0,-1-4 0 0 0,3-11-2783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0:10.7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 58 6637 0 0,'-28'6'-149'0'0,"58"-10"843"0"0,-13 2-839 0 0,10-1 251 0 0,535-51 1580 0 0,-531 53-1473 0 0,0 2 0 0 0,35 3 0 0 0,-64-3-139 0 0,2 5-79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0:30.0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80 5256 0 0,'13'-69'2764'0'0,"-12"67"-2506"0"0,-2-2-105 0 0,0-1-140 0 0,0 7 557 0 0,17 375-308 0 0,-17-289-191 0 0,0-59-16 0 0,4 57 0 0 0,-2-82 243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0:30.5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70 6909 0 0,'0'0'1637'0'0,"8"-2"-1498"0"0,81-11 36 0 0,60-11-360 0 0,229-6 1 0 0,-350 32-2132 0 0,-22-2 477 0 0,10 3-641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0:31.4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34 114 6501 0 0,'-1'-11'225'0'0,"0"1"0"0"0,0-1 1 0 0,-1 0-1 0 0,0 1 1 0 0,-1-1-1 0 0,0 1 1 0 0,-1 0-1 0 0,-9-18 0 0 0,12 27-113 0 0,0 7-38 0 0,0 0-1 0 0,1 0 0 0 0,-1 0 1 0 0,1 1-1 0 0,1-1 0 0 0,-1 0 1 0 0,2 10-1 0 0,94 298 200 0 0,-93-305-284 0 0,5 16-6 0 0,-1 1 0 0 0,-2 0 1 0 0,5 44-1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0:31.8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36 110 7317 0 0,'-4'0'-140'0'0,"-27"-5"1633"0"0,73-11-1341 0 0,1 2 0 0 0,0 2-1 0 0,1 2 1 0 0,87-9 0 0 0,-62 9-63 0 0,-65 10-100 0 0,46-9-186 0 0,1 2-1 0 0,0 2 1 0 0,0 3 0 0 0,99 8-1 0 0,-125 0-3442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0:32.9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 23 6873 0 0,'6'-15'-247'0'0,"-3"7"332"0"0,-3 9 277 0 0,-5 20-267 0 0,0-1 1 0 0,1 1 0 0 0,1 0 0 0 0,2 0 0 0 0,0 38-1 0 0,15 114 673 0 0,-13-161-728 0 0,16 71 583 0 0,-2-16-1067 0 0,-11-22-3891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0:33.4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65 5977 0 0,'-7'4'1748'0'0,"7"-4"-1692"0"0,25 3 155 0 0,0 0-1 0 0,0-2 0 0 0,0-1 0 0 0,0-1 1 0 0,43-7-1 0 0,2 1-63 0 0,238-21 261 0 0,-150 12-1358 0 0,1 3-3303 0 0,-129 11 1714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0:34.9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1 126 6493 0 0,'0'-21'1077'0'0,"0"0"0"0"0,2 0 0 0 0,9-40 0 0 0,-11 59-787 0 0,1 8-475 0 0,0 0 166 0 0,0 1-1 0 0,0-2 1 0 0,1 1 0 0 0,-1 0-1 0 0,2 0 1 0 0,2 7 0 0 0,8 24-35 0 0,-1 14-154 0 0,36 96 1 0 0,-48-146 134 0 0,0 0 1 0 0,1 0-1 0 0,-1 0 1 0 0,1 0 0 0 0,-1 0-1 0 0,1 0 1 0 0,0-1-1 0 0,-1 1 1 0 0,1 0 0 0 0,0 0-1 0 0,-1-1 1 0 0,1 1 0 0 0,0 0-1 0 0,0-1 1 0 0,0 1-1 0 0,-1-1 1 0 0,1 1 0 0 0,0-1-1 0 0,0 0 1 0 0,0 1-1 0 0,0-1 1 0 0,0 0 0 0 0,0 1-1 0 0,0-1 1 0 0,0 0-1 0 0,0 0 1 0 0,1 0 0 0 0,29-5-3184 0 0,-24 3 2540 0 0,15-3-1731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0:35.9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79 5953 0 0,'0'-43'651'0'0,"0"41"-383"0"0,-8-32 2487 0 0,5 51-2815 0 0,1-1-1 0 0,0 1 1 0 0,1 0 0 0 0,1-1 0 0 0,0 1 0 0 0,2 0-1 0 0,0-1 1 0 0,5 21 0 0 0,44 153 9 0 0,-25-104 38 0 0,-19-62-46 0 0,-3-12-91 0 0,0 1 0 0 0,-1 0 1 0 0,-1 0-1 0 0,2 19 0 0 0,3-60-3723 0 0,-6 6 1389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0:36.3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40 75 6269 0 0,'-30'4'274'0'0,"27"-3"260"0"0,-3 2-342 0 0,12-2 602 0 0,240-32-630 0 0,100-8-72 0 0,-295 35-464 0 0,75-3 980 0 0,-42 5-5705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01.7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63 168 2752 0 0,'0'0'849'0'0,"-23"0"1025"0"0,8 0-1590 0 0,12 0 566 0 0,-12 4-259 0 0,9-2 337 0 0,11-2 72 0 0,864-61-721 0 0,-717 55-240 0 0,44 8 385 0 0,-193-2-354 0 0,-4-2-68 0 0,1 0 0 0 0,-1 0 0 0 0,0 0-1 0 0,0 0 1 0 0,0 0 0 0 0,0 0 0 0 0,0 0 0 0 0,0 0-1 0 0,-1 1 1 0 0,1-1 0 0 0,0 0 0 0 0,-1 1-1 0 0,1-1 1 0 0,-1 1 0 0 0,0 0 0 0 0,0 0 0 0 0,1-1-1 0 0,-1 1 1 0 0,0 0 0 0 0,0 0 0 0 0,0 1-1 0 0,0-1 1 0 0,-3-1 0 0 0,-63-18-25 0 0,44 13 19 0 0,-7-2-5 0 0,-1 2 0 0 0,-47-5 0 0 0,53 8 5 0 0,-18-4 11 0 0,42 8 4 0 0,0-1 5 0 0,-7-2-7 0 0,85 24-6 0 0,119 18-1 0 0,52 12-61 0 0,-247-51 60 0 0,1 0-1 0 0,0 0 0 0 0,0 0 0 0 0,-1 0 1 0 0,1 0-1 0 0,0 0 0 0 0,-1 0 0 0 0,1 1 1 0 0,0-1-1 0 0,0 0 0 0 0,-1 1 1 0 0,1-1-1 0 0,-1 0 0 0 0,1 1 0 0 0,0-1 1 0 0,-1 1-1 0 0,1-1 0 0 0,-1 1 0 0 0,1-1 1 0 0,-1 1-1 0 0,1-1 0 0 0,-1 1 1 0 0,1 0-1 0 0,-1-1 0 0 0,0 1 0 0 0,1 0 1 0 0,-1-1-1 0 0,0 1 0 0 0,1 0 0 0 0,-1-1 1 0 0,0 1-1 0 0,0 0 0 0 0,0 0 1 0 0,0-1-1 0 0,0 1 0 0 0,0 0 0 0 0,0 1 1 0 0,-1 0 0 0 0,0 1 1 0 0,0-1 0 0 0,-1 0 0 0 0,1 1 0 0 0,-1-1 0 0 0,1 0 0 0 0,-1 0-1 0 0,0 0 1 0 0,0 0 0 0 0,-4 3 0 0 0,-57 37 40 0 0,-201 98 54 0 0,257-135-470 0 0,-11 5 759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02.8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273 213 6501 0 0,'-35'0'386'0'0,"68"0"-248"0"0,58-9 0 0 0,-82 8-102 0 0,0 0 0 0 0,0-1 1 0 0,-1 0-1 0 0,1-1 0 0 0,-1 0 0 0 0,1 0 0 0 0,-1-1 0 0 0,0 0 1 0 0,-1 0-1 0 0,1-1 0 0 0,-1 0 0 0 0,13-11 0 0 0,-18 14-25 0 0,1-1-1 0 0,-1 1 1 0 0,1-1-1 0 0,-1 0 0 0 0,0 0 1 0 0,-1 0-1 0 0,1 0 0 0 0,0 0 1 0 0,-1 0-1 0 0,1 0 1 0 0,-1-1-1 0 0,0 1 0 0 0,0 0 1 0 0,-1-1-1 0 0,1 1 0 0 0,-1-1 1 0 0,1 1-1 0 0,-1-1 1 0 0,0 1-1 0 0,0-1 0 0 0,-1 1 1 0 0,1-1-1 0 0,-1 1 1 0 0,0-1-1 0 0,1 1 0 0 0,-2 0 1 0 0,1-1-1 0 0,0 1 0 0 0,-3-5 1 0 0,1 4-11 0 0,-1 0 0 0 0,1 0 0 0 0,-1 1 0 0 0,0-1 1 0 0,0 1-1 0 0,0-1 0 0 0,0 1 0 0 0,-1 1 0 0 0,1-1 0 0 0,-1 0 1 0 0,1 1-1 0 0,-1 0 0 0 0,0 0 0 0 0,0 1 0 0 0,0-1 0 0 0,0 1 1 0 0,0 0-1 0 0,-1 1 0 0 0,-5-1 0 0 0,-11 1-3 0 0,-1 2 0 0 0,1 1-1 0 0,0 0 1 0 0,1 2 0 0 0,-1 0 0 0 0,1 1-1 0 0,0 2 1 0 0,0 0 0 0 0,1 1 0 0 0,0 1-1 0 0,1 1 1 0 0,0 0 0 0 0,0 2 0 0 0,-28 25-1 0 0,41-33 9 0 0,0 1 0 0 0,0 0 0 0 0,1-1 0 0 0,0 2 0 0 0,0-1 0 0 0,0 1 0 0 0,1-1-1 0 0,0 1 1 0 0,1 0 0 0 0,-1 1 0 0 0,-3 13 0 0 0,6-17 2 0 0,0 0 1 0 0,1 0-1 0 0,0 0 1 0 0,0 0-1 0 0,0 0 1 0 0,0 0-1 0 0,1 0 1 0 0,-1 0-1 0 0,1 0 1 0 0,0 0-1 0 0,1 0 1 0 0,-1 0-1 0 0,1 0 1 0 0,-1-1-1 0 0,1 1 0 0 0,0 0 1 0 0,0-1-1 0 0,1 0 1 0 0,-1 1-1 0 0,1-1 1 0 0,-1 0-1 0 0,1 0 1 0 0,0-1-1 0 0,6 5 1 0 0,5 4 19 0 0,1-1 1 0 0,0-1 0 0 0,1-1 0 0 0,0 0-1 0 0,0-1 1 0 0,0 0 0 0 0,1-1 0 0 0,35 6-1 0 0,11-1 65 0 0,71 3-1 0 0,-101-12-62 0 0,13 2 156 0 0,60-4-1 0 0,-90-1-550 0 0,0 0 0 0 0,-1-2 0 0 0,1 0 0 0 0,0 0 0 0 0,-1-2 0 0 0,0 0 0 0 0,20-9 0 0 0,-19 4-1668 0 0,-6-2-123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03.9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52 180 5565 0 0,'-3'-9'210'0'0,"-1"0"1"0"0,0 0 0 0 0,0 0 0 0 0,-1 0-1 0 0,0 0 1 0 0,-8-9 0 0 0,13 16-25 0 0,-7-5 200 0 0,7 7-375 0 0,0 0-1 0 0,0 0 1 0 0,0 0-1 0 0,0 1 1 0 0,-1-1-1 0 0,1 0 0 0 0,0 0 1 0 0,0 0-1 0 0,0 0 1 0 0,0 0-1 0 0,0 0 1 0 0,0 1-1 0 0,0-1 0 0 0,0 0 1 0 0,0 0-1 0 0,0 0 1 0 0,0 0-1 0 0,0 0 1 0 0,-1 0-1 0 0,1 0 0 0 0,0 0 1 0 0,0 1-1 0 0,0-1 1 0 0,0 0-1 0 0,0 0 1 0 0,0 0-1 0 0,-1 0 0 0 0,1 0 1 0 0,0 0-1 0 0,0 0 1 0 0,0 0-1 0 0,0 0 1 0 0,0 0-1 0 0,-1 0 0 0 0,1 0 1 0 0,0 0-1 0 0,0 0 1 0 0,0 0-1 0 0,0 0 1 0 0,0 0-1 0 0,0 0 0 0 0,-1 0 1 0 0,1 0-1 0 0,0 0 1 0 0,0 0-1 0 0,0 0 1 0 0,0 0-1 0 0,0-1 0 0 0,0 1 1 0 0,-1 0-1 0 0,1 0 1 0 0,0 0-1 0 0,0 0 1 0 0,0 0-1 0 0,0 0 0 0 0,0 0 1 0 0,0 0-1 0 0,0-1 1 0 0,0 1-1 0 0,0 0 1 0 0,0 0-1 0 0,-1 0 0 0 0,1 0 1 0 0,0 0-1 0 0,0-1 1 0 0,7 39 31 0 0,1-1 0 0 0,1 0-1 0 0,3 0 1 0 0,29 66 0 0 0,11 10 2175 0 0,-52-114-2201 0 0,0 0-1 0 0,-1-1 1 0 0,1 1-1 0 0,0-1 1 0 0,-1 1 0 0 0,1 0-1 0 0,-1-1 1 0 0,1 1-1 0 0,-1 0 1 0 0,0-1 0 0 0,1 1-1 0 0,-1 0 1 0 0,0 0 0 0 0,0 0-1 0 0,-1-2 1 0 0,-11-19 143 0 0,1-27-11 0 0,2 0 0 0 0,2 0-1 0 0,2-1 1 0 0,2-94-1 0 0,6 65-386 0 0,1 79 232 0 0,-1 1 1 0 0,1-1-1 0 0,-1 0 0 0 0,0 1 1 0 0,0 0-1 0 0,1-1 0 0 0,-1 1 0 0 0,0 0 1 0 0,0 0-1 0 0,0 0 0 0 0,0 1 1 0 0,0-1-1 0 0,0 0 0 0 0,2 3 0 0 0,29 32-45 0 0,41 49-37 0 0,3 34 79 0 0,-40-58 8 0 0,-8-10 67 0 0,-28-50-26 0 0,-2-1-18 0 0,0 0-1 0 0,1-1 1 0 0,-1 1 0 0 0,1 0 0 0 0,-1-1-1 0 0,1 1 1 0 0,-1-1 0 0 0,0 1-1 0 0,1-1 1 0 0,0 1 0 0 0,-1-1 0 0 0,1 1-1 0 0,-1-1 1 0 0,1 1 0 0 0,0-1 0 0 0,-1 0-1 0 0,1 1 1 0 0,0-1 0 0 0,-1 1-1 0 0,1-1 1 0 0,0 0 0 0 0,0 1 0 0 0,0-1-1 0 0,0 0 1 0 0,0 1 0 0 0,0-1-1 0 0,0 0 1 0 0,0 0 0 0 0,-2-38 153 0 0,11-38-122 0 0,-6 58-48 0 0,2 1-1 0 0,0 0 1 0 0,0 0 0 0 0,2 1 0 0 0,0 0 0 0 0,1 0 0 0 0,1 1 0 0 0,17-25-1 0 0,-25 40-9 0 0,0 0-1 0 0,0-1 0 0 0,1 1 0 0 0,-1 0 0 0 0,0-1 0 0 0,1 1 0 0 0,-1 0 0 0 0,1 0 0 0 0,-1 0 0 0 0,1 1 0 0 0,-1-1 0 0 0,1 0 0 0 0,0 0 1 0 0,-1 1-1 0 0,1-1 0 0 0,0 1 0 0 0,0 0 0 0 0,-1-1 0 0 0,1 1 0 0 0,0 0 0 0 0,0 0 0 0 0,1 0 0 0 0,1 1-2 0 0,-1 0 1 0 0,0 0-1 0 0,0 0 0 0 0,1 0 1 0 0,-1 1-1 0 0,0-1 0 0 0,0 1 1 0 0,0 0-1 0 0,0-1 0 0 0,-1 2 1 0 0,4 1-1 0 0,7 9-15 0 0,0 0 0 0 0,-1 1-1 0 0,16 25 1 0 0,-18-25 14 0 0,30 31-23 0 0,-32-37-24 0 0,0 0 1 0 0,0 1 0 0 0,0 0-1 0 0,-1 0 1 0 0,-1 0 0 0 0,1 1-1 0 0,-2 0 1 0 0,6 13 0 0 0,-10-22-502 0 0,0 4 1037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04.7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1 171 6989 0 0,'4'-32'100'0'0,"1"0"1"0"0,2 0-1 0 0,12-36 1 0 0,-19 67-16 0 0,0 0-16 0 0,0 1-65 0 0,1 0 1 0 0,-1 0-1 0 0,0 0 0 0 0,0 0 0 0 0,0 0 0 0 0,0 0 0 0 0,0 1 0 0 0,0-1 1 0 0,1 0-1 0 0,-1 0 0 0 0,0 0 0 0 0,0 0 0 0 0,0 0 0 0 0,0-1 1 0 0,0 1-1 0 0,1 0 0 0 0,-1 0 0 0 0,0 0 0 0 0,0 0 0 0 0,0 0 0 0 0,0 0 1 0 0,0 0-1 0 0,0 0 0 0 0,1 0 0 0 0,-1 0 0 0 0,0 0 0 0 0,0 0 1 0 0,0 0-1 0 0,0 0 0 0 0,0-1 0 0 0,0 1 0 0 0,0 0 0 0 0,0 0 0 0 0,0 0 1 0 0,0 0-1 0 0,1 0 0 0 0,-1 0 0 0 0,0 0 0 0 0,0-1 0 0 0,0 1 0 0 0,0 0 1 0 0,0 0-1 0 0,0 0 0 0 0,0 0 0 0 0,0 0 0 0 0,0-1 0 0 0,0 1 1 0 0,0 0-1 0 0,0 0 0 0 0,0 0 0 0 0,0 0 0 0 0,0 0 0 0 0,0 0 0 0 0,0-1 1 0 0,0 1-1 0 0,0 0 0 0 0,-1 0 0 0 0,1 0 0 0 0,0 0 0 0 0,0 0 0 0 0,0 0 1 0 0,0 0-1 0 0,0-1 0 0 0,0 1 0 0 0,0 0 0 0 0,0 0 0 0 0,18 26 19 0 0,0 1 0 0 0,-2 0 0 0 0,-1 1 1 0 0,-1 1-1 0 0,19 56 0 0 0,28 160 43 0 0,-12-42 27 0 0,-6-37 87 0 0,-42-165-121 0 0,-1-1-1 0 0,0 1 1 0 0,1-1-1 0 0,-1 1 0 0 0,0-1 1 0 0,1 1-1 0 0,-1-1 1 0 0,0 1-1 0 0,0-1 0 0 0,0 1 1 0 0,0-1-1 0 0,0 1 0 0 0,0-1 1 0 0,1 1-1 0 0,-1-1 1 0 0,0 1-1 0 0,0 0 0 0 0,-1-1 1 0 0,1 1-1 0 0,0-1 1 0 0,0 1-1 0 0,0-1 0 0 0,0 1 1 0 0,0-1-1 0 0,-1 1 0 0 0,1-1 1 0 0,0 1-1 0 0,0-1 1 0 0,-1 1-1 0 0,1-1 0 0 0,0 1 1 0 0,-1-1-1 0 0,1 1 1 0 0,0-1-1 0 0,-2 1 0 0 0,-17-11 364 0 0,12 4-384 0 0,1 1 1 0 0,0-1-1 0 0,1-1 1 0 0,-1 1-1 0 0,-6-11 1 0 0,9 11-10 0 0,0-1 1 0 0,0 0-1 0 0,1 1 1 0 0,0-1-1 0 0,0 0 1 0 0,1 0 0 0 0,0 0-1 0 0,0 0 1 0 0,0-1-1 0 0,1 1 1 0 0,0 0-1 0 0,0 0 1 0 0,1 0 0 0 0,0 0-1 0 0,0 0 1 0 0,1 0-1 0 0,0 0 1 0 0,0 0-1 0 0,1 0 1 0 0,0 1-1 0 0,0-1 1 0 0,0 1 0 0 0,1 0-1 0 0,0 0 1 0 0,0 0-1 0 0,5-6 1 0 0,-1 3-26 0 0,1 1 1 0 0,-1 0-1 0 0,1 1 0 0 0,0 0 1 0 0,1 0-1 0 0,0 1 1 0 0,0 0-1 0 0,0 0 1 0 0,1 1-1 0 0,0 1 0 0 0,0 0 1 0 0,0 0-1 0 0,0 1 1 0 0,1 1-1 0 0,17-3 0 0 0,-11 4-10 0 0,0 1 0 0 0,0 1 0 0 0,1 0 0 0 0,-1 1-1 0 0,0 1 1 0 0,0 1 0 0 0,19 7 0 0 0,-25-7-2 0 0,0 0 0 0 0,0 1 0 0 0,0 1 1 0 0,-1 0-1 0 0,0 0 0 0 0,0 1 0 0 0,-1 1 1 0 0,0 0-1 0 0,0 0 0 0 0,-1 1 1 0 0,10 10-1 0 0,-17-15 4 0 0,1-1 0 0 0,0 1 1 0 0,-1-1-1 0 0,0 1 0 0 0,1 0 1 0 0,-2 0-1 0 0,1 0 0 0 0,0 0 1 0 0,-1 0-1 0 0,0 0 0 0 0,0 0 1 0 0,0 0-1 0 0,0 1 0 0 0,0-1 1 0 0,-1 0-1 0 0,0 1 0 0 0,0-1 1 0 0,0 0-1 0 0,-2 9 0 0 0,0-7 2 0 0,-1 0 0 0 0,1 0-1 0 0,-1-1 1 0 0,0 1 0 0 0,0 0 0 0 0,-1-1-1 0 0,0 0 1 0 0,0 0 0 0 0,0 0 0 0 0,0-1 0 0 0,-1 1-1 0 0,-6 4 1 0 0,-5 3 23 0 0,-2 0 1 0 0,1-1-1 0 0,-1-1 0 0 0,-1-1 1 0 0,0-1-1 0 0,0 0 0 0 0,-30 7 1 0 0,48-15-44 0 0,-38 7 313 0 0,38-7-336 0 0,0 0 1 0 0,0 1-1 0 0,0-1 0 0 0,1 0 0 0 0,-1 0 1 0 0,0 0-1 0 0,0 0 0 0 0,0 0 0 0 0,1 0 1 0 0,-1 0-1 0 0,0 0 0 0 0,0 0 0 0 0,0-1 1 0 0,0 1-1 0 0,1 0 0 0 0,-1 0 0 0 0,0-1 1 0 0,0 1-1 0 0,1-1 0 0 0,-1 1 0 0 0,0 0 0 0 0,1-1 1 0 0,-1 1-1 0 0,0-1 0 0 0,1 0 0 0 0,-1 1 1 0 0,1-1-1 0 0,-1 1 0 0 0,1-1 0 0 0,-1 0 1 0 0,1 0-1 0 0,-1 1 0 0 0,1-1 0 0 0,0 0 1 0 0,-1 0-1 0 0,1 1 0 0 0,0-2 0 0 0,1-1-310 0 0,-1 1-1 0 0,2 0 0 0 0,-1 0 1 0 0,0-1-1 0 0,0 1 1 0 0,1 0-1 0 0,-1 0 0 0 0,1 0 1 0 0,-1 1-1 0 0,1-1 1 0 0,0 0-1 0 0,3-2 0 0 0,2-2-934 0 0,11-13-1359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05.5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110 253 6341 0 0,'0'0'125'0'0,"-7"-2"-81"0"0,7 2-28 0 0,0 0 0 0 0,0 0 0 0 0,0 0-1 0 0,0 0 1 0 0,1 0 0 0 0,-1 0 0 0 0,0 0 0 0 0,0 0 0 0 0,0 0-1 0 0,0 0 1 0 0,0 0 0 0 0,0 0 0 0 0,0 0 0 0 0,1 0-1 0 0,-1 0 1 0 0,0-1 0 0 0,0 1 0 0 0,0 0 0 0 0,0 0 0 0 0,0 0-1 0 0,0 0 1 0 0,0 0 0 0 0,0 0 0 0 0,0 0 0 0 0,1 0 0 0 0,-1 0-1 0 0,0 0 1 0 0,0-1 0 0 0,0 1 0 0 0,0 0 0 0 0,0 0-1 0 0,0 0 1 0 0,0 0 0 0 0,0 0 0 0 0,0 0 0 0 0,0-1 0 0 0,0 1-1 0 0,0 0 1 0 0,0 0 0 0 0,0 0 0 0 0,0 0 0 0 0,0 0 0 0 0,0 0-1 0 0,0 0 1 0 0,0-1 0 0 0,0 1 0 0 0,0 0 0 0 0,0 0-1 0 0,0 0 1 0 0,0 0 0 0 0,0 0 0 0 0,0 0 0 0 0,-1 0 0 0 0,1-1-1 0 0,0 1 1 0 0,0 0 0 0 0,0 0 0 0 0,0 0 0 0 0,0 0 0 0 0,0 0-1 0 0,18-6 68 0 0,0-2-1 0 0,-1 1 0 0 0,0-2 1 0 0,0 0-1 0 0,26-21 1 0 0,-37 26-62 0 0,0-1 0 0 0,-1 0 1 0 0,0 0-1 0 0,0 0 1 0 0,0-1-1 0 0,-1 1 1 0 0,1-1-1 0 0,-1 0 0 0 0,-1-1 1 0 0,1 1-1 0 0,-1-1 1 0 0,0 1-1 0 0,-1-1 1 0 0,1 0-1 0 0,-2 0 0 0 0,1 0 1 0 0,-1 0-1 0 0,2-15 1 0 0,-4 20-22 0 0,1 0 1 0 0,0 0-1 0 0,0 0 1 0 0,-1 0 0 0 0,1 0-1 0 0,-1 0 1 0 0,0 0-1 0 0,1 0 1 0 0,-1 0-1 0 0,0 0 1 0 0,0 1 0 0 0,0-1-1 0 0,0 0 1 0 0,-1 0-1 0 0,1 1 1 0 0,0-1-1 0 0,-1 1 1 0 0,1 0 0 0 0,-1-1-1 0 0,1 1 1 0 0,-1 0-1 0 0,0 0 1 0 0,0 0-1 0 0,1 0 1 0 0,-1 0 0 0 0,0 0-1 0 0,0 0 1 0 0,0 1-1 0 0,0-1 1 0 0,0 1-1 0 0,0-1 1 0 0,0 1 0 0 0,0 0-1 0 0,0 0 1 0 0,0 0-1 0 0,0 0 1 0 0,-3 0-1 0 0,-5 0-4 0 0,-1 1 0 0 0,1 0-1 0 0,-1 0 1 0 0,1 1-1 0 0,-18 5 1 0 0,14-2 3 0 0,1 0-1 0 0,0 1 1 0 0,0 1 0 0 0,1 0 0 0 0,0 0-1 0 0,0 1 1 0 0,-11 10 0 0 0,18-14 4 0 0,0 1 1 0 0,1-1 0 0 0,-1 1-1 0 0,1 0 1 0 0,0 0 0 0 0,0 1-1 0 0,0-1 1 0 0,1 1 0 0 0,0 0 0 0 0,0-1-1 0 0,1 1 1 0 0,-1 1 0 0 0,1-1-1 0 0,0 0 1 0 0,1 1 0 0 0,0-1-1 0 0,-1 11 1 0 0,3-11 8 0 0,0 0 0 0 0,0-1-1 0 0,0 1 1 0 0,1 0 0 0 0,0 0 0 0 0,0-1-1 0 0,0 1 1 0 0,1-1 0 0 0,0 1 0 0 0,0-1 0 0 0,0 0-1 0 0,1 0 1 0 0,-1-1 0 0 0,1 1 0 0 0,1-1-1 0 0,-1 0 1 0 0,0 0 0 0 0,1 0 0 0 0,0 0-1 0 0,0-1 1 0 0,7 4 0 0 0,12 6 33 0 0,0 0 0 0 0,0-2-1 0 0,34 11 1 0 0,-34-14 13 0 0,1-1 1 0 0,-1-1-1 0 0,1-1 0 0 0,0-1 1 0 0,26 1-1 0 0,-37-5-521 0 0,0 0 1 0 0,0-1-1 0 0,0 0 1 0 0,-1-1-1 0 0,1-1 0 0 0,-1 0 1 0 0,0-1-1 0 0,1-1 0 0 0,-2 0 1 0 0,23-11-1 0 0,-3-4-1808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06.22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404 590 5733 0 0,'0'-1'-3'0'0,"1"1"1"0"0,-1-1 0 0 0,0 0 0 0 0,1 1 0 0 0,-1-1 0 0 0,0 0 0 0 0,0 1 0 0 0,1-1 0 0 0,-1 0 0 0 0,0 0 0 0 0,0 1 0 0 0,0-1 0 0 0,0 0 0 0 0,0 0 0 0 0,0 1 0 0 0,0-1 0 0 0,0 0 0 0 0,0 0 0 0 0,0 1 0 0 0,0-1 0 0 0,0 0 0 0 0,-1 1 0 0 0,1-1 0 0 0,0 0 0 0 0,-1 1-1 0 0,1-1 1 0 0,0 0 0 0 0,-1 1 0 0 0,1-1 0 0 0,-1 0 0 0 0,1 1 0 0 0,-1-1 0 0 0,0 0 0 0 0,-2-1 7 0 0,1 1 0 0 0,-1-1 1 0 0,0 1-1 0 0,1 0 0 0 0,-1 0 0 0 0,0 0 0 0 0,0 0 0 0 0,0 1 0 0 0,-3-1 1 0 0,-62-2 105 0 0,39 5-84 0 0,1 2-1 0 0,0 0 1 0 0,-42 13 0 0 0,60-14-17 0 0,-1 1 0 0 0,1 0 0 0 0,0 0 0 0 0,0 1-1 0 0,0 0 1 0 0,0 1 0 0 0,1 0 0 0 0,0 1 0 0 0,1 0 0 0 0,-1 0 0 0 0,1 0-1 0 0,-7 10 1 0 0,13-14 1 0 0,0-1 0 0 0,0 1 0 0 0,0 0-1 0 0,1-1 1 0 0,-1 1 0 0 0,1 0 0 0 0,0 0 0 0 0,0 0 0 0 0,0 0-1 0 0,0 0 1 0 0,1 1 0 0 0,-1-1 0 0 0,1 0 0 0 0,0 0-1 0 0,0 0 1 0 0,0 1 0 0 0,0-1 0 0 0,0 0 0 0 0,1 0 0 0 0,0 4-1 0 0,1-2 8 0 0,0 0-1 0 0,0 0 0 0 0,1-1 1 0 0,0 1-1 0 0,-1-1 0 0 0,2 1 1 0 0,-1-1-1 0 0,0 0 0 0 0,1 0 1 0 0,0 0-1 0 0,5 3 0 0 0,4 3 50 0 0,0 0-1 0 0,1-2 0 0 0,0 0 0 0 0,1 0 0 0 0,0-1 1 0 0,30 9-1 0 0,-37-13 36 0 0,0-1 1 0 0,0 0-1 0 0,0-1 0 0 0,0 0 1 0 0,0 0-1 0 0,0-1 1 0 0,0 0-1 0 0,0 0 0 0 0,1-1 1 0 0,-1 0-1 0 0,8-2 0 0 0,-12 1-34 0 0,1 0-1 0 0,-1 0 0 0 0,1 0 1 0 0,-1 0-1 0 0,0-1 0 0 0,0 0 0 0 0,0 0 1 0 0,0 0-1 0 0,0 0 0 0 0,-1-1 1 0 0,0 0-1 0 0,1 1 0 0 0,-1-1 0 0 0,-1 0 1 0 0,1 0-1 0 0,-1-1 0 0 0,1 1 1 0 0,-1 0-1 0 0,2-7 0 0 0,2-7 23 0 0,-1 1 0 0 0,0-1 0 0 0,-1-1 0 0 0,-1 1 0 0 0,-1-1-1 0 0,0-24 1 0 0,-10-115 149 0 0,2 92-134 0 0,-1-35 105 0 0,-38-184-1 0 0,45 284-215 0 0,0 0-1 0 0,0 0 0 0 0,0 0 0 0 0,0 0 1 0 0,0 0-1 0 0,0 0 0 0 0,-1 0 0 0 0,1 0 1 0 0,0 0-1 0 0,-1 0 0 0 0,1 0 0 0 0,-1 0 1 0 0,1 0-1 0 0,-1 0 0 0 0,1 0 0 0 0,-1 0 1 0 0,0 0-1 0 0,0 0 0 0 0,1 1 0 0 0,-1-1 0 0 0,-1-1 1 0 0,-5 21-33 0 0,3 44 28 0 0,13 16 19 0 0,4 0 0 0 0,3-1 0 0 0,39 114 0 0 0,-25-91 10 0 0,-29-97-22 0 0,8 30-36 0 0,2 1 1 0 0,1-2 0 0 0,32 64-1 0 0,-43-96-160 0 0,-1 0 0 0 0,1 0-1 0 0,0 0 1 0 0,0-1 0 0 0,-1 1 0 0 0,1 0-1 0 0,0 0 1 0 0,0-1 0 0 0,0 1-1 0 0,0-1 1 0 0,0 1 0 0 0,0-1 0 0 0,0 1-1 0 0,0-1 1 0 0,0 1 0 0 0,0-1-1 0 0,0 0 1 0 0,0 0 0 0 0,0 1 0 0 0,0-1-1 0 0,0 0 1 0 0,0 0 0 0 0,1 0 0 0 0,-1 0-1 0 0,0 0 1 0 0,0 0 0 0 0,1-1-1 0 0,-1 1 140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07.1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294 819 6429 0 0,'18'5'-348'0'0,"-18"-5"354"0"0,1 0 1 0 0,-1 0 0 0 0,1 0-1 0 0,-1 0 1 0 0,1 0 0 0 0,-1 0-1 0 0,1 0 1 0 0,-1 0 0 0 0,0 0-1 0 0,1 0 1 0 0,-1 0 0 0 0,1-1-1 0 0,-1 1 1 0 0,1 0 0 0 0,-1 0-1 0 0,0-1 1 0 0,1 1 0 0 0,-1 0-1 0 0,1 0 1 0 0,-1-1 0 0 0,0 1-1 0 0,1 0 1 0 0,-1-1 0 0 0,0 1-1 0 0,0 0 1 0 0,1-1 0 0 0,-1 1-1 0 0,0-1 1 0 0,0 1 0 0 0,1-1-1 0 0,-1 1 1 0 0,0 0 0 0 0,0-1-1 0 0,0 1 1 0 0,0-1 0 0 0,0 1-1 0 0,0-1 1 0 0,0 1 0 0 0,0-1-1 0 0,0 1 1 0 0,0-1 0 0 0,-1-1-5 0 0,0 1 1 0 0,0-1-1 0 0,0 1 1 0 0,0-1-1 0 0,0 1 1 0 0,0-1 0 0 0,-1 1-1 0 0,1 0 1 0 0,0 0-1 0 0,-1-1 1 0 0,1 1-1 0 0,-1 0 1 0 0,0 0 0 0 0,1 1-1 0 0,-1-1 1 0 0,0 0-1 0 0,1 0 1 0 0,-1 1-1 0 0,0-1 1 0 0,0 1 0 0 0,0 0-1 0 0,-1-1 1 0 0,-52-7 63 0 0,31 8-61 0 0,0 1 1 0 0,0 2-1 0 0,-26 5 0 0 0,42-7 2 0 0,1 1 1 0 0,-1 0-1 0 0,1 1 0 0 0,-1-1 0 0 0,1 2 0 0 0,0-1 0 0 0,0 1 0 0 0,0 0 1 0 0,0 0-1 0 0,1 1 0 0 0,-1 0 0 0 0,1 0 0 0 0,-10 12 0 0 0,16-16-1 0 0,-1 1-1 0 0,0-1 0 0 0,1 1 0 0 0,-1-1 1 0 0,1 1-1 0 0,0-1 0 0 0,0 1 0 0 0,-1-1 1 0 0,1 1-1 0 0,0 0 0 0 0,0-1 1 0 0,0 1-1 0 0,1 0 0 0 0,-1-1 0 0 0,0 1 1 0 0,1-1-1 0 0,-1 1 0 0 0,1-1 0 0 0,-1 1 1 0 0,1-1-1 0 0,0 1 0 0 0,-1-1 1 0 0,1 0-1 0 0,0 1 0 0 0,0-1 0 0 0,0 0 1 0 0,0 1-1 0 0,2 0 0 0 0,31 32 100 0 0,-21-26-54 0 0,1 0 0 0 0,-1-1 0 0 0,1 0 0 0 0,0-1 0 0 0,1-1 0 0 0,0 0 0 0 0,0-1 0 0 0,0-1 0 0 0,26 3-1 0 0,-15-2 235 0 0,-23-3-233 0 0,0-1 0 0 0,0 1 1 0 0,0-1-1 0 0,0 0 1 0 0,0 0-1 0 0,0 0 0 0 0,0 0 1 0 0,0 0-1 0 0,0-1 1 0 0,0 1-1 0 0,0-1 0 0 0,0 0 1 0 0,0 0-1 0 0,-1 0 0 0 0,1 0 1 0 0,0-1-1 0 0,-1 1 1 0 0,1-1-1 0 0,-1 1 0 0 0,1-1 1 0 0,-1 0-1 0 0,0 0 1 0 0,1 0-1 0 0,-1 0 0 0 0,0-1 1 0 0,-1 1-1 0 0,1 0 0 0 0,0-1 1 0 0,-1 0-1 0 0,1 1 1 0 0,-1-1-1 0 0,0 0 0 0 0,0 1 1 0 0,0-1-1 0 0,1-5 1 0 0,2-9 62 0 0,-1 0 1 0 0,-1 0 0 0 0,0 0 0 0 0,-2-32 0 0 0,0 35-62 0 0,-11-269 325 0 0,0-1-152 0 0,12 221-167 0 0,-5-107 595 0 0,2 162-667 0 0,1 10 7 0 0,-1 25 7 0 0,3 44 6 0 0,11 99 6 0 0,9 69 28 0 0,-15-202-25 0 0,1 0 1 0 0,2-1-1 0 0,1 1 0 0 0,20 43 0 0 0,-23-67-1 0 0,0 1-1 0 0,2-1 1 0 0,0 0 0 0 0,0-1 0 0 0,1 0 0 0 0,0 0 0 0 0,1-1 0 0 0,0-1 0 0 0,1 0-1 0 0,1 0 1 0 0,-1-1 0 0 0,1-1 0 0 0,1 0 0 0 0,-1 0 0 0 0,1-2 0 0 0,1 0-1 0 0,18 6 1 0 0,-22-9-2 0 0,0 0-1 0 0,0 0 0 0 0,1-1 1 0 0,-1 0-1 0 0,0-1 1 0 0,1-1-1 0 0,-1 0 0 0 0,1 0 1 0 0,-1-1-1 0 0,1 0 1 0 0,-1-1-1 0 0,0 0 0 0 0,0-1 1 0 0,0-1-1 0 0,0 0 0 0 0,0 0 1 0 0,-1-1-1 0 0,0 0 1 0 0,0 0-1 0 0,0-2 0 0 0,0 1 1 0 0,-1-1-1 0 0,14-14 0 0 0,-15 12-9 0 0,-2 0 0 0 0,1-1 0 0 0,-1 0 0 0 0,0 0 0 0 0,-1-1 0 0 0,0 1 0 0 0,-1-1 0 0 0,-1 0 0 0 0,4-16 0 0 0,8-19-86 0 0,-14 45 58 0 0,1 6-39 0 0,0 1 57 0 0,1-1 0 0 0,-1 0 0 0 0,2 0 1 0 0,6 9-1 0 0,-3-5 2 0 0,8 11-56 0 0,1-1 0 0 0,0-1 0 0 0,2-1 0 0 0,0 0 0 0 0,1-1 0 0 0,1-1 0 0 0,0-1 0 0 0,1-1 0 0 0,27 13 0 0 0,-28-19-266 0 0,-17-6-46 0 0,-1 0 0 0 0,0-1 0 0 0,0 1 0 0 0,1-1 0 0 0,-1 0 0 0 0,0 0-1 0 0,1 0 1 0 0,-1 0 0 0 0,0 0 0 0 0,1 0 0 0 0,-1-1 0 0 0,0 1 0 0 0,1-1 0 0 0,-1 1 0 0 0,0-1 0 0 0,0 0 0 0 0,4-2-1 0 0,0-7-2225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07.3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50 6749 0 0,'-8'-10'32'0'0,"2"2"44"0"0,1 4 328 0 0,-1-9 108 0 0,1 6 84 0 0,-1-1-284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08.0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88 5368 0 0,'11'-37'899'0'0,"-11"35"-678"0"0,0-11 238 0 0,0 7-90 0 0,0 9 184 0 0,1 20-518 0 0,2 0 0 0 0,0-1 0 0 0,2 1 0 0 0,10 31 0 0 0,38 93 34 0 0,-23-75 2974 0 0,-33-78-2811 0 0,-4-15-46 0 0,0-1-1 0 0,2 1 1 0 0,0-1-1 0 0,1 0 1 0 0,-1-43-1 0 0,5 54-149 0 0,0-1-1 0 0,1 1 1 0 0,1-1-1 0 0,-1 1 0 0 0,2 0 1 0 0,-1-1-1 0 0,2 1 1 0 0,0 0-1 0 0,0 1 1 0 0,1-1-1 0 0,0 1 1 0 0,0 0-1 0 0,13-17 1 0 0,-14 23-34 0 0,-1 0 0 0 0,1 0 0 0 0,-1 0 0 0 0,1 1 0 0 0,0-1 0 0 0,0 1 0 0 0,1 0 1 0 0,-1 1-1 0 0,1-1 0 0 0,-1 1 0 0 0,1 0 0 0 0,0 0 0 0 0,0 0 0 0 0,0 0 0 0 0,0 1 0 0 0,0 0 0 0 0,6 0 0 0 0,-3 0-5 0 0,1 2-1 0 0,-1-1 0 0 0,0 1 1 0 0,0 0-1 0 0,0 1 0 0 0,-1 0 1 0 0,1 0-1 0 0,0 1 0 0 0,-1 0 1 0 0,9 4-1 0 0,3 4-11 0 0,0 1-1 0 0,-1 0 1 0 0,0 1 0 0 0,-1 1-1 0 0,0 1 1 0 0,-2 0 0 0 0,17 21 0 0 0,-21-23 3 0 0,-1 1 1 0 0,0 1 0 0 0,11 20 0 0 0,-19-29-10 0 0,1-1 0 0 0,-1 1 0 0 0,0 0 0 0 0,0-1 0 0 0,-1 1 0 0 0,1 0 0 0 0,-1 0 0 0 0,-1 0 0 0 0,1 1 0 0 0,-1-1 0 0 0,0 0 0 0 0,-1 9-1 0 0,0-14-69 0 0,1-1-1 0 0,0 1 1 0 0,0 0-1 0 0,0-1 0 0 0,-1 1 1 0 0,1 0-1 0 0,0-1 0 0 0,-1 1 1 0 0,1-1-1 0 0,-1 1 1 0 0,1 0-1 0 0,-1-1 0 0 0,1 1 1 0 0,-1-1-1 0 0,1 1 0 0 0,-1-1 1 0 0,1 0-1 0 0,-1 1 1 0 0,1-1-1 0 0,-1 0 0 0 0,0 1 1 0 0,1-1-1 0 0,-1 0 0 0 0,0 0 1 0 0,0 1-1 0 0,-20-21-8224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08.7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120 1 6057 0 0,'0'0'-149'0'0,"-6"2"-536"0"0,-4 2 645 0 0,-1 0 1 0 0,2 1-1 0 0,-1 1 0 0 0,-14 10 0 0 0,20-13 44 0 0,0 0-1 0 0,-1 0 1 0 0,1 1-1 0 0,0 0 0 0 0,1 0 1 0 0,-1 0-1 0 0,1 1 1 0 0,0-1-1 0 0,0 1 0 0 0,0-1 1 0 0,0 1-1 0 0,-2 7 0 0 0,5-11 9 0 0,0 0 0 0 0,-1 0 0 0 0,1 1 0 0 0,0-1-1 0 0,0 0 1 0 0,0 0 0 0 0,0 1 0 0 0,0-1-1 0 0,0 0 1 0 0,0 0 0 0 0,1 1 0 0 0,-1-1-1 0 0,0 0 1 0 0,1 0 0 0 0,-1 0 0 0 0,0 0-1 0 0,1 1 1 0 0,0-1 0 0 0,-1 0 0 0 0,1 0-1 0 0,0 0 1 0 0,-1 0 0 0 0,1 0 0 0 0,1 1 0 0 0,1 0 8 0 0,0 0 0 0 0,0 0 1 0 0,0 0-1 0 0,0 0 0 0 0,0-1 1 0 0,1 1-1 0 0,-1-1 0 0 0,6 2 1 0 0,2 0 28 0 0,-1-1 0 0 0,1-1 0 0 0,0 0 0 0 0,19 0 0 0 0,-21-1-31 0 0,-1 0 1 0 0,1-1-1 0 0,-1-1 0 0 0,1 1 0 0 0,-1-1 0 0 0,0-1 0 0 0,1 0 0 0 0,-1 0 1 0 0,0 0-1 0 0,-1-1 0 0 0,1 0 0 0 0,-1-1 0 0 0,0 0 0 0 0,0 0 1 0 0,0 0-1 0 0,9-10 0 0 0,-11 8-13 0 0,-5 6-4 0 0,1 0 1 0 0,-1 0-1 0 0,1 0 0 0 0,-1 0 1 0 0,0-1-1 0 0,1 1 0 0 0,-1 0 0 0 0,0 0 1 0 0,0 0-1 0 0,0-1 0 0 0,0 1 0 0 0,0 0 1 0 0,0 0-1 0 0,0-1 0 0 0,0 1 0 0 0,-1 0 1 0 0,1 0-1 0 0,0-1 0 0 0,-1 1 1 0 0,1 0-1 0 0,-1 0 0 0 0,1 0 0 0 0,-1 0 1 0 0,0 0-1 0 0,1 0 0 0 0,-1 0 0 0 0,0 0 1 0 0,0 0-1 0 0,0 0 0 0 0,0 0 0 0 0,0 0 1 0 0,0 1-1 0 0,-2-2 0 0 0,3 1-2 0 0,-2 0 7 0 0,-4-10 2 0 0,3 5 68 0 0,5 8 242 0 0,12 26-277 0 0,-1-1 0 0 0,-1 2-1 0 0,-2 0 1 0 0,12 52-1 0 0,10 26 29 0 0,-3-37 16 0 0,40 70-1 0 0,-42-90-41 0 0,-2 2-1 0 0,-2 0 1 0 0,19 68-1 0 0,-40-115-37 0 0,-1 0 0 0 0,0 0 0 0 0,-1 0 0 0 0,1 1 0 0 0,-1-1 0 0 0,0 0 0 0 0,0 0 0 0 0,0 1 0 0 0,-1-1 0 0 0,0 0 0 0 0,0 0 0 0 0,0 1 0 0 0,-1-1 0 0 0,0 0 0 0 0,0 0 1 0 0,0-1-1 0 0,0 1 0 0 0,-4 5 0 0 0,1-3 1 0 0,-1 0 1 0 0,0-1-1 0 0,-1 1 1 0 0,0-1 0 0 0,0 0-1 0 0,0-1 1 0 0,0 0 0 0 0,-1 0-1 0 0,-14 7 1 0 0,-9 1 23 0 0,-1-2 0 0 0,0-1 1 0 0,0-1-1 0 0,-51 7 0 0 0,61-13 171 0 0,0 0-1 0 0,-39 0 1 0 0,54-3-92 0 0,1-1-1 0 0,-1 0 1 0 0,1 1-1 0 0,-1-2 1 0 0,1 1 0 0 0,0-1-1 0 0,-1 0 1 0 0,1 0-1 0 0,0-1 1 0 0,0 0 0 0 0,1 0-1 0 0,-1 0 1 0 0,-9-7 0 0 0,14 7-70 0 0,-1 1 1 0 0,0 0 0 0 0,1 0-1 0 0,-1 0 1 0 0,1-1 0 0 0,0 1-1 0 0,-1-1 1 0 0,1 1 0 0 0,0-1-1 0 0,1 1 1 0 0,-1-1 0 0 0,0 0-1 0 0,1 1 1 0 0,0-1 0 0 0,-1 0-1 0 0,1 0 1 0 0,0 1 0 0 0,0-1-1 0 0,1 0 1 0 0,-1 0 0 0 0,1 1-1 0 0,-1-1 1 0 0,1 0 0 0 0,0 1-1 0 0,0-1 1 0 0,0 1 0 0 0,0-1-1 0 0,0 1 1 0 0,1 0 0 0 0,1-4-1 0 0,4-5 29 0 0,0 0 0 0 0,1 1 0 0 0,0 0 0 0 0,0 0 0 0 0,11-9-1 0 0,3 0-56 0 0,1 0 0 0 0,0 1 0 0 0,2 2 0 0 0,0 0 0 0 0,0 2 0 0 0,54-22 0 0 0,-58 29-1033 0 0,-1 0 0 0 0,1 2 0 0 0,0 0-1 0 0,0 2 1 0 0,0 0 0 0 0,24 0 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10.7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81 99 5477 0 0,'0'0'-215'0'0,"-39"-5"151"0"0,-2-1 1533 0 0,360-20-1241 0 0,-207 21-203 0 0,64-6 87 0 0,312-10 1135 0 0,-479 22-1447 0 0,19-1 1043 0 0,-27 0-1016 0 0,-1 0 0 0 0,1 0 0 0 0,0-1 0 0 0,0 1 0 0 0,0 0 0 0 0,0 0 0 0 0,0-1 0 0 0,-1 1 0 0 0,1 0-1 0 0,0-1 1 0 0,0 1 0 0 0,-1-1 0 0 0,1 1 0 0 0,0-1 0 0 0,0 1 0 0 0,-1-1 0 0 0,1 0 0 0 0,-1 1 0 0 0,1-1-1 0 0,-1 0 1 0 0,1 0 0 0 0,-1 1 0 0 0,1-1 0 0 0,-1 0 0 0 0,1 0 0 0 0,-1 0 0 0 0,0 0 0 0 0,3-10-2047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11.1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135 37 5565 0 0,'-36'-11'-364'0'0,"-60"-15"1564"0"0,93 26-842 0 0,13 2-310 0 0,47 7 7 0 0,50 8 32 0 0,-1 5 0 0 0,131 44 0 0 0,-234-65-81 0 0,0 0 0 0 0,0 0 0 0 0,0 0-1 0 0,0 1 1 0 0,0-1 0 0 0,-1 1 0 0 0,1-1 0 0 0,0 1-1 0 0,-1 0 1 0 0,1 0 0 0 0,-1 0 0 0 0,0 0-1 0 0,0 0 1 0 0,0 1 0 0 0,0-1 0 0 0,0 1-1 0 0,0-1 1 0 0,-1 1 0 0 0,3 4 0 0 0,-4-4 4 0 0,0 0 0 0 0,0 0 1 0 0,0 0-1 0 0,0 0 0 0 0,0 0 0 0 0,0 0 1 0 0,-1 0-1 0 0,0-1 0 0 0,0 1 0 0 0,1 0 1 0 0,-1 0-1 0 0,-1-1 0 0 0,1 1 1 0 0,0 0-1 0 0,-1-1 0 0 0,1 0 0 0 0,-1 1 1 0 0,0-1-1 0 0,0 0 0 0 0,0 0 0 0 0,-2 3 1 0 0,-24 22-10 0 0,-2-1 0 0 0,0-1 1 0 0,-2-1-1 0 0,0-2 0 0 0,-2-1 1 0 0,0-2-1 0 0,-71 28 0 0 0,80-40-1853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12.5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53 102 5036 0 0,'-27'-36'1496'0'0,"10"16"169"0"0,9 14-912 0 0,29 53-740 0 0,3-1-1 0 0,2-1 1 0 0,2-2 0 0 0,1 0-1 0 0,63 68 1 0 0,25 2 741 0 0,-117-112-422 0 0,1-1-308 0 0,-1 0-1 0 0,0 1 0 0 0,0-1 0 0 0,0 0 1 0 0,0 0-1 0 0,0 0 0 0 0,0 0 0 0 0,0 0 1 0 0,0 1-1 0 0,0-1 0 0 0,0 0 1 0 0,0 0-1 0 0,1 0 0 0 0,-1 0 0 0 0,0 0 1 0 0,0 0-1 0 0,0 1 0 0 0,0-1 0 0 0,0 0 1 0 0,0 0-1 0 0,1 0 0 0 0,-1 0 1 0 0,0 0-1 0 0,0 0 0 0 0,0 0 0 0 0,0 0 1 0 0,1 0-1 0 0,-1 0 0 0 0,0 0 1 0 0,0 0-1 0 0,0 0 0 0 0,0 0 0 0 0,0 0 1 0 0,1 0-1 0 0,-1 0 0 0 0,0 0 0 0 0,0 0 1 0 0,0 0-1 0 0,0 0 0 0 0,1 0 1 0 0,-1 0-1 0 0,0 0 0 0 0,0 0 0 0 0,0 0 1 0 0,0-1-1 0 0,0 1 0 0 0,1 0 0 0 0,-1 0 1 0 0,0 0-1 0 0,0 0 0 0 0,0 0 1 0 0,0 0-1 0 0,0 0 0 0 0,0-1 0 0 0,0 1 1 0 0,0 0-1 0 0,0 0 0 0 0,1 0 1 0 0,-1 0-1 0 0,0-1 0 0 0,0 1 0 0 0,0 0 1 0 0,0 0-1 0 0,0 0 0 0 0,0 0 0 0 0,0-1 1 0 0,-10-61 307 0 0,2-1 0 0 0,4 0 0 0 0,4-100 0 0 0,2 152-342 0 0,-1 0-1 0 0,-1 0 1 0 0,0 0 0 0 0,0 0 0 0 0,-1 0-1 0 0,-3-12 1 0 0,4 22-23 0 0,-2-6 251 0 0,4-19-6049 0 0,7 19 3338 0 0,1 0-424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13.1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48 211 6461 0 0,'0'4'-666'0'0,"7"-5"306"0"0,25-9 272 0 0,39-21 435 0 0,9-20 104 0 0,-74 47-382 0 0,-1-1 1 0 0,1 1-1 0 0,-1-1 1 0 0,0-1 0 0 0,0 1-1 0 0,-1 0 1 0 0,0-1-1 0 0,0 0 1 0 0,0 0-1 0 0,-1-1 1 0 0,4-8-1 0 0,-6 14-57 0 0,-1-1 0 0 0,1 1-1 0 0,-1 0 1 0 0,0-1 0 0 0,1 1 0 0 0,-1-1-1 0 0,0 1 1 0 0,0-1 0 0 0,0 1 0 0 0,0-1-1 0 0,-1 1 1 0 0,1-1 0 0 0,0 1-1 0 0,-1-1 1 0 0,1 1 0 0 0,-1-1 0 0 0,1 1-1 0 0,-1-1 1 0 0,1 1 0 0 0,-1 0 0 0 0,0 0-1 0 0,0-1 1 0 0,0 1 0 0 0,0 0-1 0 0,0 0 1 0 0,0 0 0 0 0,0 0 0 0 0,0 0-1 0 0,0 0 1 0 0,0 0 0 0 0,-1 0 0 0 0,1 0-1 0 0,0 1 1 0 0,-1-1 0 0 0,1 0-1 0 0,0 1 1 0 0,-1-1 0 0 0,1 1 0 0 0,-1 0-1 0 0,1-1 1 0 0,-1 1 0 0 0,1 0 0 0 0,-1 0-1 0 0,1 0 1 0 0,-3 0 0 0 0,-4 0-1 0 0,0-1 0 0 0,0 1 1 0 0,0 1-1 0 0,0-1 0 0 0,0 2 1 0 0,0-1-1 0 0,-12 4 0 0 0,6 1 2 0 0,0 1-1 0 0,0 0 1 0 0,0 1-1 0 0,1 0 1 0 0,0 1-1 0 0,-20 18 1 0 0,26-21-7 0 0,1-1 1 0 0,0 1-1 0 0,1 1 0 0 0,-1-1 1 0 0,1 1-1 0 0,1 0 1 0 0,-1 0-1 0 0,1 0 0 0 0,0 1 1 0 0,1 0-1 0 0,0-1 1 0 0,0 1-1 0 0,0 0 0 0 0,-1 10 1 0 0,4-14 7 0 0,0 1 1 0 0,0 0-1 0 0,0 0 1 0 0,0 0-1 0 0,1 0 0 0 0,-1 0 1 0 0,1-1-1 0 0,0 1 1 0 0,1 0-1 0 0,-1-1 1 0 0,1 1-1 0 0,0-1 1 0 0,0 1-1 0 0,1-1 1 0 0,-1 0-1 0 0,5 5 1 0 0,-2-2 12 0 0,1-2 1 0 0,0 1-1 0 0,0-1 1 0 0,1 0-1 0 0,-1 0 1 0 0,1 0-1 0 0,0-1 1 0 0,15 6-1 0 0,5 0 48 0 0,1-1 0 0 0,0-1 0 0 0,0-2 0 0 0,39 4 0 0 0,-24-5 73 0 0,53 0 0 0 0,-80-5-878 0 0,-1-1 1 0 0,1 0-1 0 0,-1-2 1 0 0,1 0 0 0 0,-1 0-1 0 0,27-11 1 0 0,-20 4-1266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13.5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365 16 5172 0 0,'0'0'-84'0'0,"-17"-15"-50"0"0,1 16 132 0 0,1 1-1 0 0,0 0 0 0 0,0 2 0 0 0,-1-1 0 0 0,2 2 0 0 0,-1 0 1 0 0,-21 11-1 0 0,9-3 30 0 0,1 1 0 0 0,0 2 0 0 0,-24 19 0 0 0,42-29 15 0 0,0 1-1 0 0,0 0 0 0 0,1 0 0 0 0,0 1 1 0 0,0 0-1 0 0,1 0 0 0 0,-10 16 0 0 0,14-21-4 0 0,1 0 0 0 0,0 0 0 0 0,0 0-1 0 0,0-1 1 0 0,0 1 0 0 0,0 0-1 0 0,1 0 1 0 0,-1 0 0 0 0,1 0 0 0 0,0 0-1 0 0,0 1 1 0 0,0-1 0 0 0,0 0-1 0 0,1 0 1 0 0,-1 0 0 0 0,1 0 0 0 0,0 0-1 0 0,-1-1 1 0 0,1 1 0 0 0,1 0-1 0 0,-1 0 1 0 0,0 0 0 0 0,1-1 0 0 0,-1 1-1 0 0,1-1 1 0 0,0 1 0 0 0,0-1-1 0 0,0 0 1 0 0,0 1 0 0 0,4 2 0 0 0,7 5 58 0 0,0-1 0 0 0,0-1 0 0 0,1 0 0 0 0,0-1 0 0 0,0 0 0 0 0,0-1 0 0 0,1-1 1 0 0,0 0-1 0 0,28 5 0 0 0,17 0 148 0 0,68 2 0 0 0,-115-11-192 0 0,14 1-288 0 0,0-2 0 0 0,29-2 0 0 0,17-13-3481 0 0,-44 4 2006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13.9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99 153 5032 0 0,'-29'-44'183'0'0,"21"34"398"0"0,1-1 0 0 0,0 0 0 0 0,-10-23 0 0 0,15 30-254 0 0,0-1-1 0 0,-1 0 0 0 0,0 1 1 0 0,1 0-1 0 0,-1-1 1 0 0,-1 1-1 0 0,-6-7 0 0 0,8 10-8 0 0,6 7-282 0 0,19 38 10 0 0,-2 0 1 0 0,-2 2-1 0 0,20 68 0 0 0,-3 26 18 0 0,28 139 57 0 0,-37-159 17 0 0,-19-112-165 0 0,12-38-9102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14.8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23 131 6761 0 0,'0'0'-338'0'0,"-15"3"-341"0"0,7-2 1013 0 0,12-2 379 0 0,617-115-253 0 0,-521 98-428 0 0,-97 18-42 0 0,-4 5-16 0 0,-1-1 23 0 0,0 1-1 0 0,-1-1 1 0 0,1 0-1 0 0,-1 0 1 0 0,1 0-1 0 0,-1 0 0 0 0,0 0 1 0 0,-1 0-1 0 0,1-1 1 0 0,-1 0-1 0 0,1 1 1 0 0,-1-1-1 0 0,-5 3 1 0 0,-19 20 1 0 0,22-20 7 0 0,1 1 1 0 0,-1 0-1 0 0,2 1 1 0 0,-1-1-1 0 0,1 1 1 0 0,0 0-1 0 0,0 0 1 0 0,1 0-1 0 0,1 0 1 0 0,-1 1-1 0 0,1-1 1 0 0,-1 10-1 0 0,3-14 6 0 0,0 0 0 0 0,0 0 0 0 0,0 0 0 0 0,0 0 0 0 0,1 0 0 0 0,0-1 0 0 0,-1 1 0 0 0,2 0 0 0 0,-1 0 0 0 0,0-1 0 0 0,1 1 0 0 0,-1 0 0 0 0,1-1 0 0 0,0 0 0 0 0,1 1 1 0 0,-1-1-1 0 0,0 0 0 0 0,1 0 0 0 0,0 0 0 0 0,-1-1 0 0 0,1 1 0 0 0,0-1 0 0 0,0 1 0 0 0,1-1 0 0 0,-1 0 0 0 0,1 0 0 0 0,-1 0 0 0 0,8 2 0 0 0,7 3 39 0 0,1 0 0 0 0,0-1 0 0 0,1-2 0 0 0,-1 0 0 0 0,39 3 0 0 0,-50-6-34 0 0,0-1-1 0 0,0 0 1 0 0,0 0-1 0 0,0-1 1 0 0,0 0-1 0 0,-1 0 0 0 0,1-1 1 0 0,0 0-1 0 0,-1 0 1 0 0,1-1-1 0 0,-1 0 1 0 0,0-1-1 0 0,0 1 1 0 0,0-1-1 0 0,0 0 1 0 0,0-1-1 0 0,9-9 0 0 0,-13 11-12 0 0,0 0-1 0 0,0 0 1 0 0,-1 0-1 0 0,0-1 1 0 0,1 1-1 0 0,-1-1 1 0 0,-1 0-1 0 0,1 1 1 0 0,0-1-1 0 0,-1 0 1 0 0,0 0-1 0 0,0 0 1 0 0,0 0-1 0 0,0 0 1 0 0,-1 0-1 0 0,0 0 1 0 0,0 0-1 0 0,0-1 1 0 0,0 1-1 0 0,0 0 1 0 0,-1 0-1 0 0,0 0 1 0 0,0 0-1 0 0,0 0 1 0 0,0 0-1 0 0,-1 0 1 0 0,1 1-1 0 0,-1-1 1 0 0,0 0-1 0 0,-4-5 1 0 0,1 2-9 0 0,0 1 0 0 0,0 0 0 0 0,0 0 0 0 0,-1 1-1 0 0,0-1 1 0 0,0 1 0 0 0,0 1 0 0 0,0-1 0 0 0,-1 1 0 0 0,0 0 0 0 0,0 1 0 0 0,0-1 0 0 0,0 1 0 0 0,-1 1 0 0 0,-9-3 0 0 0,-7 1-6 0 0,0 1 0 0 0,0 2 0 0 0,0 0 0 0 0,0 1 0 0 0,0 2 0 0 0,0 0 0 0 0,0 2 0 0 0,0 1-1 0 0,-37 11 1 0 0,91-17-4243 0 0,-3-7 2341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15.4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17 121 5084 0 0,'0'0'-152'0'0,"-12"-1"-236"0"0,7 2 481 0 0,9 1 496 0 0,25 11-398 0 0,0 2-1 0 0,-1 0 0 0 0,-1 2 0 0 0,41 33 1 0 0,-8-6-38 0 0,31 13 65 0 0,26 19 46 0 0,-116-75-258 0 0,-1-1 0 0 0,1 0 0 0 0,0 1 1 0 0,0 0-1 0 0,0-1 0 0 0,0 1 0 0 0,-1-1 1 0 0,1 1-1 0 0,0 0 0 0 0,-1 0 0 0 0,1-1 0 0 0,-1 1 1 0 0,1 0-1 0 0,-1 0 0 0 0,1 0 0 0 0,-1-1 1 0 0,1 1-1 0 0,-1 0 0 0 0,0 0 0 0 0,1 0 1 0 0,-1 0-1 0 0,0 0 0 0 0,0 0 0 0 0,0 0 1 0 0,0 0-1 0 0,0 0 0 0 0,0 0 0 0 0,0 0 1 0 0,0 0-1 0 0,0 0 0 0 0,0 1 0 0 0,-2 0 6 0 0,1-1 0 0 0,0 1 0 0 0,0-1 0 0 0,-1 1 0 0 0,1-1 0 0 0,-1 0 0 0 0,1 0 0 0 0,-1 1 0 0 0,0-1 0 0 0,0 0 0 0 0,1 0-1 0 0,-1-1 1 0 0,0 1 0 0 0,-3 1 0 0 0,-2 0 75 0 0,0 0-1 0 0,1 0 0 0 0,-1-1 1 0 0,0 0-1 0 0,0 0 0 0 0,0-1 0 0 0,0 0 1 0 0,0 0-1 0 0,0 0 0 0 0,-9-3 1 0 0,11 2-38 0 0,0 0 0 0 0,0-1 0 0 0,1 1 0 0 0,-1-1 1 0 0,0 0-1 0 0,1-1 0 0 0,0 1 0 0 0,-1-1 0 0 0,1 0 0 0 0,0 0 1 0 0,0 0-1 0 0,1-1 0 0 0,-1 1 0 0 0,1-1 0 0 0,-1 0 0 0 0,1 0 0 0 0,0 0 1 0 0,1 0-1 0 0,-1-1 0 0 0,1 1 0 0 0,0-1 0 0 0,0 0 0 0 0,0 1 1 0 0,1-1-1 0 0,-1 0 0 0 0,1 0 0 0 0,0 0 0 0 0,1 0 0 0 0,-1-6 1 0 0,1-3-10 0 0,1 0 1 0 0,0-1-1 0 0,1 1 1 0 0,1 0-1 0 0,0 0 1 0 0,1 0-1 0 0,0 1 1 0 0,1-1-1 0 0,1 1 1 0 0,0 0-1 0 0,0 1 1 0 0,2-1-1 0 0,-1 1 1 0 0,2 1-1 0 0,10-13 1 0 0,-9 12-30 0 0,1 1-1 0 0,0 0 1 0 0,1 0 0 0 0,0 1 0 0 0,1 1 0 0 0,0 0-1 0 0,0 1 1 0 0,1 0 0 0 0,0 1 0 0 0,1 1 0 0 0,-1 0-1 0 0,1 1 1 0 0,22-5 0 0 0,-36 9-16 0 0,1 1-1 0 0,-1 0 1 0 0,0-1 0 0 0,0 1-1 0 0,0 0 1 0 0,1 0 0 0 0,-1 0-1 0 0,0 0 1 0 0,0 0-1 0 0,1 0 1 0 0,-1 0 0 0 0,0 0-1 0 0,0 1 1 0 0,1-1 0 0 0,-1 0-1 0 0,0 1 1 0 0,0-1 0 0 0,0 1-1 0 0,0-1 1 0 0,2 2 0 0 0,-3-1 2 0 0,1-1 0 0 0,-1 1 1 0 0,0 0-1 0 0,0-1 0 0 0,1 1 1 0 0,-1 0-1 0 0,0 0 0 0 0,0 0 1 0 0,0-1-1 0 0,0 1 0 0 0,0 0 1 0 0,0 0-1 0 0,0-1 0 0 0,0 1 1 0 0,0 0-1 0 0,0 0 0 0 0,0 0 1 0 0,-1-1-1 0 0,1 1 0 0 0,0 0 1 0 0,-1-1-1 0 0,0 2 0 0 0,-26 38-742 0 0,1-11-3661 0 0,20-21 1172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16.0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280 17 6729 0 0,'1'1'0'0'0,"-1"-1"1"0"0,0 0 0 0 0,0 0 0 0 0,0 0-1 0 0,0 0 1 0 0,1 0 0 0 0,-1 0 0 0 0,0 0-1 0 0,0 0 1 0 0,0 0 0 0 0,1 0 0 0 0,-1 0 0 0 0,0 0-1 0 0,0 0 1 0 0,0 0 0 0 0,0-1 0 0 0,1 1-1 0 0,-1 0 1 0 0,0 0 0 0 0,0 0 0 0 0,0 0-1 0 0,0 0 1 0 0,0 0 0 0 0,1 0 0 0 0,-1 0-1 0 0,0-1 1 0 0,0 1 0 0 0,0 0 0 0 0,0 0-1 0 0,0 0 1 0 0,0 0 0 0 0,0 0 0 0 0,1-1 0 0 0,-1 1-1 0 0,0 0 1 0 0,0 0 0 0 0,0 0 0 0 0,0 0-1 0 0,0-1 1 0 0,0 1 0 0 0,0 0 0 0 0,0 0-1 0 0,0 0 1 0 0,0 0 0 0 0,0-1 0 0 0,0 1-1 0 0,0 0 1 0 0,0 0 0 0 0,0 0 0 0 0,0-1-1 0 0,0 1 1 0 0,0 0 0 0 0,0 0 0 0 0,0 0 0 0 0,-1 0-1 0 0,1-1 1 0 0,0 1 0 0 0,0 0 0 0 0,0 0-1 0 0,0 0 1 0 0,0 0 0 0 0,0-1 0 0 0,-9-1 10 0 0,1 0 1 0 0,-1 0 0 0 0,1 0-1 0 0,-1 1 1 0 0,0 1 0 0 0,0-1-1 0 0,1 1 1 0 0,-1 1 0 0 0,0-1-1 0 0,1 2 1 0 0,-1-1-1 0 0,0 1 1 0 0,1 0 0 0 0,0 1-1 0 0,-1 0 1 0 0,1 1 0 0 0,0-1-1 0 0,1 1 1 0 0,-1 1 0 0 0,1 0-1 0 0,0 0 1 0 0,-8 7 0 0 0,13-10-8 0 0,1-1 0 0 0,1 1 0 0 0,-1-1 0 0 0,0 1 1 0 0,0 0-1 0 0,0-1 0 0 0,1 1 0 0 0,-1 0 1 0 0,1 0-1 0 0,0-1 0 0 0,-1 1 0 0 0,1 0 0 0 0,0 0 1 0 0,0 0-1 0 0,0 0 0 0 0,0 0 0 0 0,0-1 0 0 0,1 1 1 0 0,-1 0-1 0 0,0 0 0 0 0,1 0 0 0 0,0-1 0 0 0,-1 1 1 0 0,1 0-1 0 0,0-1 0 0 0,0 1 0 0 0,0 0 1 0 0,0-1-1 0 0,0 1 0 0 0,0-1 0 0 0,0 0 0 0 0,0 1 1 0 0,1-1-1 0 0,-1 0 0 0 0,1 0 0 0 0,-1 0 0 0 0,2 2 1 0 0,8 5 8 0 0,0 0 0 0 0,0 0 0 0 0,21 9 0 0 0,-28-15-9 0 0,189 86 110 0 0,-42-21-82 0 0,-147-65-28 0 0,0 0 0 0 0,0 0-1 0 0,0 1 1 0 0,0-1-1 0 0,-1 1 1 0 0,1 0 0 0 0,-1 0-1 0 0,6 6 1 0 0,-11-6 1 0 0,1-1 0 0 0,-1 0 1 0 0,0 0-1 0 0,0 0 0 0 0,0 0 0 0 0,0 0 0 0 0,-1 0 1 0 0,1-1-1 0 0,0 1 0 0 0,-1-1 0 0 0,1 1 0 0 0,-1-1 1 0 0,-3 1-1 0 0,-49 17 19 0 0,0-3 1 0 0,0-3-1 0 0,-2-2 1 0 0,-64 5-1 0 0,51-7-8 0 0,6-5-266 0 0,24-8-3183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17.7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148 235 5220 0 0,'-10'-13'211'0'0,"0"-1"-1"0"0,0 1 0 0 0,-2 1 1 0 0,1 0-1 0 0,-25-19 0 0 0,14 12 1000 0 0,21 18-1166 0 0,1 0 1 0 0,-1 0-1 0 0,0 0 0 0 0,0 0 1 0 0,1 1-1 0 0,-1-1 1 0 0,0 0-1 0 0,0 0 0 0 0,0 1 1 0 0,0-1-1 0 0,0 1 0 0 0,0-1 1 0 0,0 1-1 0 0,0-1 0 0 0,0 1 1 0 0,0 0-1 0 0,0-1 0 0 0,0 1 1 0 0,0 0-1 0 0,0 0 1 0 0,0 0-1 0 0,0 0 0 0 0,-1 0 1 0 0,1 0-1 0 0,0 0 0 0 0,-2 1 1 0 0,2 0-27 0 0,0 0 1 0 0,0 0 0 0 0,1 0-1 0 0,-1 1 1 0 0,0-1 0 0 0,1 0-1 0 0,-1 1 1 0 0,1-1 0 0 0,-1 0-1 0 0,1 1 1 0 0,-1-1 0 0 0,1 1-1 0 0,0-1 1 0 0,0 0 0 0 0,0 1-1 0 0,0-1 1 0 0,0 3 0 0 0,2 18-82 0 0,0-1 1 0 0,6 24-1 0 0,-5-28 180 0 0,8 43-86 0 0,1-1 1 0 0,4-1-1 0 0,2 0 1 0 0,2-1-1 0 0,3 0 0 0 0,55 94 1 0 0,-36-76 1825 0 0,-55-98-1501 0 0,-14-42-111 0 0,3 0 0 0 0,3-1 0 0 0,-22-123 1 0 0,-10-35 8 0 0,17 89-265 0 0,36 134 8 0 0,0 0-1 0 0,0 0 1 0 0,0-1 0 0 0,0 1 0 0 0,0 0 0 0 0,1-1-1 0 0,-1 1 1 0 0,0 0 0 0 0,0-1 0 0 0,1 1 0 0 0,-1 0-1 0 0,1 0 1 0 0,-1-1 0 0 0,1 1 0 0 0,0 0 0 0 0,-1 0 0 0 0,1 0-1 0 0,0 0 1 0 0,0 0 0 0 0,0 0 0 0 0,0 0 0 0 0,0 0-1 0 0,0 0 1 0 0,0 1 0 0 0,0-1 0 0 0,0 0 0 0 0,0 0-1 0 0,0 1 1 0 0,1-1 0 0 0,-1 1 0 0 0,0-1 0 0 0,0 1-1 0 0,3-1 1 0 0,45-10-33 0 0,-47 10 33 0 0,21-1-13 0 0,0 1-1 0 0,0 1 0 0 0,0 2 0 0 0,0 0 0 0 0,0 1 0 0 0,0 1 0 0 0,41 13 0 0 0,-11 1-31 0 0,0 2-1 0 0,51 28 1 0 0,-93-42 28 0 0,-3-3 0 0 0,-1 0 0 0 0,1 1 0 0 0,-1 0 0 0 0,0 1 0 0 0,-1-1 0 0 0,1 1 0 0 0,-1 0 0 0 0,0 1 0 0 0,9 9 0 0 0,-15-14 16 0 0,1 1 1 0 0,-1-1-1 0 0,1 0 1 0 0,-1 0-1 0 0,0 1 1 0 0,0-1-1 0 0,0 0 1 0 0,1 1-1 0 0,-1-1 1 0 0,0 0-1 0 0,-1 1 1 0 0,1-1-1 0 0,0 0 1 0 0,0 1-1 0 0,0-1 1 0 0,-1 0-1 0 0,1 0 1 0 0,-1 1-1 0 0,1-1 1 0 0,-1 0-1 0 0,1 0 1 0 0,-1 0-1 0 0,0 0 1 0 0,0 1-1 0 0,1-1 1 0 0,-1 0-1 0 0,0 0 1 0 0,0-1-1 0 0,0 1 1 0 0,-2 1-1 0 0,-32 24-22 0 0,-13-2 15 0 0,0-2-1 0 0,-1-2 0 0 0,0-2 1 0 0,-104 21-1 0 0,128-36-115 0 0,24-3 29 0 0,1 0 1 0 0,-1 0-1 0 0,0 0 0 0 0,1 0 1 0 0,-1 0-1 0 0,1 0 0 0 0,-1 0 1 0 0,1 0-1 0 0,-1-1 1 0 0,1 1-1 0 0,-1 0 0 0 0,1 0 1 0 0,-1 0-1 0 0,1-1 1 0 0,-1 1-1 0 0,1 0 0 0 0,-1-1 1 0 0,1 1-1 0 0,-1 0 0 0 0,1-1 1 0 0,0 1-1 0 0,-1-1 1 0 0,1 1-1 0 0,0 0 0 0 0,-1-1 1 0 0,1 1-1 0 0,0-1 1 0 0,-1 1-1 0 0,1-1 0 0 0,0 1 1 0 0,0-1-1 0 0,0 0 1 0 0,0 1-1 0 0,-1-1 0 0 0,1 1 1 0 0,0-1-1 0 0,6-1-1774 0 0,18-5-291 0 0,-7 3-178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18.1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99 45 5412 0 0,'0'0'-308'0'0,"-6"3"-697"0"0,-1 1 952 0 0,-1 1-1 0 0,0 1 1 0 0,1-1-1 0 0,0 1 1 0 0,1 1-1 0 0,-1-1 1 0 0,1 1-1 0 0,-8 12 1 0 0,11-16 88 0 0,1 1 0 0 0,-1 0 0 0 0,1 0 0 0 0,0 0 0 0 0,0 0 0 0 0,0 0 0 0 0,1 0 0 0 0,0 1 0 0 0,-1-1 0 0 0,1 0 0 0 0,1 1 0 0 0,-1-1 0 0 0,1 1 0 0 0,0-1 0 0 0,0 1 0 0 0,0-1 0 0 0,0 1 0 0 0,1-1 0 0 0,0 1 0 0 0,2 7 0 0 0,-1-9 15 0 0,0 1 0 0 0,1-1 0 0 0,-1 0 0 0 0,1 0 0 0 0,-1-1 0 0 0,1 1 0 0 0,0 0 0 0 0,0-1 0 0 0,0 0 0 0 0,0 0 0 0 0,1 0 0 0 0,-1 0 0 0 0,0 0 0 0 0,1-1 0 0 0,0 1-1 0 0,-1-1 1 0 0,1 0 0 0 0,0 0 0 0 0,0 0 0 0 0,5 0 0 0 0,12 2 137 0 0,1-1 1 0 0,28-1-1 0 0,-39-2-92 0 0,0 1 37 0 0,0 0-1 0 0,0-1 0 0 0,0-1 0 0 0,0 0 1 0 0,0 0-1 0 0,0-1 0 0 0,0 0 1 0 0,-1-1-1 0 0,20-10 0 0 0,-27 12-103 0 0,0 0-1 0 0,0 0 0 0 0,0 0 0 0 0,0 0 1 0 0,0-1-1 0 0,-1 1 0 0 0,1-1 0 0 0,-1 0 1 0 0,0 1-1 0 0,0-1 0 0 0,0 0 0 0 0,0 0 1 0 0,0 0-1 0 0,-1-1 0 0 0,1 1 0 0 0,-1 0 1 0 0,0-1-1 0 0,0 1 0 0 0,0-1 0 0 0,0 1 1 0 0,-1-1-1 0 0,1 1 0 0 0,-1-1 0 0 0,0 1 1 0 0,0-1-1 0 0,-1 1 0 0 0,1-1 0 0 0,-1 0 1 0 0,1 1-1 0 0,-1-1 0 0 0,0 1 0 0 0,0 0 1 0 0,-1-1-1 0 0,-1-3 0 0 0,-1 0-8 0 0,0-1-1 0 0,0 1 1 0 0,-1 0-1 0 0,0 0 0 0 0,0 1 1 0 0,-1-1-1 0 0,1 1 1 0 0,-1 1-1 0 0,-1-1 1 0 0,1 1-1 0 0,-1 0 1 0 0,0 0-1 0 0,0 1 1 0 0,-1 0-1 0 0,1 0 1 0 0,-1 1-1 0 0,0 0 1 0 0,0 0-1 0 0,-11-2 1 0 0,8 2-98 0 0,0 1 1 0 0,0 0 0 0 0,0 1-1 0 0,0 0 1 0 0,0 1 0 0 0,-1 1-1 0 0,1-1 1 0 0,0 2 0 0 0,0-1-1 0 0,0 2 1 0 0,0-1 0 0 0,0 1-1 0 0,1 1 1 0 0,-11 5 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18.7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307 6 6129 0 0,'0'0'-152'0'0,"-8"0"-360"0"0,-27-3 462 0 0,0 1 1 0 0,-39 4 0 0 0,62-2 46 0 0,0 2 0 0 0,0-1 0 0 0,0 2 0 0 0,0-1 0 0 0,0 2 0 0 0,1 0 0 0 0,-1 0 0 0 0,1 1 0 0 0,0 0 0 0 0,-15 10 0 0 0,25-15 9 0 0,0 1 0 0 0,1-1 1 0 0,-1 1-1 0 0,0-1 0 0 0,0 1 0 0 0,1 0 1 0 0,-1-1-1 0 0,0 1 0 0 0,1 0 0 0 0,-1-1 1 0 0,1 1-1 0 0,-1 0 0 0 0,1 0 1 0 0,-1-1-1 0 0,1 1 0 0 0,0 0 0 0 0,-1 0 1 0 0,1 0-1 0 0,0 0 0 0 0,0-1 0 0 0,-1 1 1 0 0,1 0-1 0 0,0 0 0 0 0,0 0 0 0 0,0 0 1 0 0,0 0-1 0 0,0 0 0 0 0,0 0 0 0 0,0-1 1 0 0,1 1-1 0 0,-1 0 0 0 0,0 0 1 0 0,0 0-1 0 0,1 0 0 0 0,-1 0 0 0 0,1-1 1 0 0,-1 1-1 0 0,0 0 0 0 0,1 0 0 0 0,0-1 1 0 0,-1 1-1 0 0,1 0 0 0 0,-1-1 0 0 0,1 1 1 0 0,0 0-1 0 0,-1-1 0 0 0,1 1 0 0 0,0-1 1 0 0,0 1-1 0 0,-1-1 0 0 0,2 1 1 0 0,46 22 148 0 0,-45-22-147 0 0,179 56 211 0 0,-128-43-172 0 0,-1 3-1 0 0,0 1 1 0 0,86 44-1 0 0,-137-60-46 0 0,1-1 0 0 0,-1 0 0 0 0,0 0 0 0 0,0 1 0 0 0,1-1 0 0 0,-1 1 0 0 0,0 0 0 0 0,-1-1 1 0 0,1 1-1 0 0,0 0 0 0 0,0 0 0 0 0,-1 0 0 0 0,1 1 0 0 0,-1-1 0 0 0,0 0 0 0 0,0 0 0 0 0,0 1 0 0 0,0-1 0 0 0,0 1 0 0 0,0-1 0 0 0,1 5 0 0 0,-3-4 2 0 0,1-1 0 0 0,-1 1 0 0 0,0-1 0 0 0,0 0 0 0 0,0 0 0 0 0,0 0 0 0 0,0 1 0 0 0,0-1 0 0 0,0 0 0 0 0,-1 0-1 0 0,1 0 1 0 0,-1-1 0 0 0,0 1 0 0 0,1 0 0 0 0,-1-1 0 0 0,0 1 0 0 0,0-1 0 0 0,0 1 0 0 0,0-1 0 0 0,0 0 0 0 0,0 0-1 0 0,0 0 1 0 0,-1 0 0 0 0,-2 1 0 0 0,-30 13 56 0 0,-1-2 0 0 0,0-1 0 0 0,-67 12-1 0 0,78-20 93 0 0,0-1-1 0 0,0-1 0 0 0,0-1 0 0 0,0-1 1 0 0,0-1-1 0 0,-45-9 0 0 0,63 9-95 0 0,1-1-1 0 0,-1 0 1 0 0,1 0-1 0 0,0 0 0 0 0,-1-1 1 0 0,1 0-1 0 0,0 0 1 0 0,1-1-1 0 0,-1 1 0 0 0,-9-10 1 0 0,14 13-105 0 0,1-1 0 0 0,0 1-1 0 0,0-1 1 0 0,-1 1 0 0 0,1-1 0 0 0,0 0 0 0 0,0 1 0 0 0,-1-1 0 0 0,1 0 0 0 0,0 1-1 0 0,0-1 1 0 0,0 0 0 0 0,0 1 0 0 0,0-1 0 0 0,0 0 0 0 0,0 1 0 0 0,0-1 0 0 0,0 0 0 0 0,1 1-1 0 0,-1-1 1 0 0,0 1 0 0 0,0-1 0 0 0,0 0 0 0 0,1 1 0 0 0,-1-1 0 0 0,0 1 0 0 0,1-1 0 0 0,-1 1-1 0 0,1-1 1 0 0,-1 1 0 0 0,0-1 0 0 0,1 1 0 0 0,0-2 0 0 0,16-9-2698 0 0,-8 8 1001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19.0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67 5132 0 0,'3'-7'352'0'0,"0"0"0"0"0,0 0-1 0 0,0-1 1 0 0,-1 1-1 0 0,0-1 1 0 0,1-8-1 0 0,-3 14 231 0 0,0 1-270 0 0,0 1-299 0 0,0 0 0 0 0,1 0 1 0 0,-1 0-1 0 0,0 0 0 0 0,0 0 0 0 0,0 0 1 0 0,0 0-1 0 0,0 0 0 0 0,0 0 0 0 0,0 1 0 0 0,1-1 1 0 0,-1 0-1 0 0,0 0 0 0 0,0 0 0 0 0,0 0 1 0 0,0 0-1 0 0,0 0 0 0 0,0 0 0 0 0,1 0 0 0 0,-1 0 1 0 0,0 0-1 0 0,0 0 0 0 0,0 0 0 0 0,0 0 1 0 0,0-1-1 0 0,0 1 0 0 0,1 0 0 0 0,-1 0 0 0 0,0 0 1 0 0,0 0-1 0 0,0 0 0 0 0,0 0 0 0 0,0 0 0 0 0,0 0 1 0 0,0 0-1 0 0,1 0 0 0 0,-1 0 0 0 0,0 0 1 0 0,0-1-1 0 0,0 1 0 0 0,0 0 0 0 0,0 0 0 0 0,0 0 1 0 0,0 0-1 0 0,0 0 0 0 0,0 0 0 0 0,0 0 1 0 0,0-1-1 0 0,0 1 0 0 0,0 0 0 0 0,0 0 0 0 0,0 0 1 0 0,0 0-1 0 0,0 0 0 0 0,0 0 0 0 0,0-1 1 0 0,0 1-1 0 0,0 0 0 0 0,0 0 0 0 0,0 0 0 0 0,0 0 1 0 0,0 0-1 0 0,0 0 0 0 0,0-1 0 0 0,0 1 1 0 0,48 78 412 0 0,-33-56-579 0 0,-1-1 1 0 0,-1 2-1 0 0,17 43 1 0 0,-27-56-573 0 0,-2 0-3306 0 0,1 2 1467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19.2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38 167 6245 0 0,'-1'-12'291'0'0,"-1"-1"0"0"0,0 0 0 0 0,-1 1 0 0 0,-6-20 0 0 0,5 20 138 0 0,1 0 0 0 0,0 0 0 0 0,0 0 0 0 0,0-21 1 0 0,-2 30-1788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20.2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77 196 6525 0 0,'-8'-10'120'0'0,"1"0"1"0"0,1 0-1 0 0,0-1 1 0 0,0 1-1 0 0,1-1 1 0 0,0-1-1 0 0,1 1 0 0 0,0-1 1 0 0,1 1-1 0 0,-3-18 1 0 0,-10-28 1397 0 0,15 55-1431 0 0,9 97 332 0 0,50 330-326 0 0,-39-248-46 0 0,4-3 59 0 0,-21-158 284 0 0,1 0 1 0 0,10 28 0 0 0,-13-42 7 0 0,3-7-777 0 0,20-36-1351 0 0,6-6-3537 0 0,-18 28 2809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20.5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8 152 5837 0 0,'0'0'-68'0'0,"-8"2"-54"0"0,12-6 1815 0 0,41-14-1581 0 0,0 1 0 0 0,1 3 0 0 0,1 1 0 0 0,73-9 0 0 0,-16 2 24 0 0,-82 15-105 0 0,35-8 99 0 0,1 2-1 0 0,100-5 1 0 0,-153 16-205 0 0,0 0 0 0 0,0 0 0 0 0,0 0 0 0 0,-1 1 0 0 0,1-1 0 0 0,0 1 0 0 0,0 0 0 0 0,-1 1 0 0 0,1-1 0 0 0,6 4 0 0 0,-11-5-36 0 0,1 1-1 0 0,-1-1 1 0 0,1 0 0 0 0,-1 1 0 0 0,0-1 0 0 0,1 0-1 0 0,-1 1 1 0 0,0-1 0 0 0,0 0 0 0 0,1 1 0 0 0,-1-1-1 0 0,0 1 1 0 0,0-1 0 0 0,1 0 0 0 0,-1 1 0 0 0,0-1 0 0 0,0 1-1 0 0,0-1 1 0 0,0 1 0 0 0,0-1 0 0 0,0 1 0 0 0,0-1-1 0 0,0 1 1 0 0,0-1 0 0 0,0 1 0 0 0,0-1 0 0 0,0 1 0 0 0,0 11-2551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20.8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66 0 5569 0 0,'-3'1'32'0'0,"0"1"0"0"0,0-1 0 0 0,0 1 0 0 0,0 0 0 0 0,0 0 0 0 0,1 0 0 0 0,-1 0 0 0 0,1 0 0 0 0,0 1 0 0 0,-1-1 0 0 0,1 1 0 0 0,0-1 0 0 0,0 1 0 0 0,-1 3 0 0 0,-2 5-7 0 0,1 0 1 0 0,0 1-1 0 0,0-1 1 0 0,1 1 0 0 0,1 0-1 0 0,0 0 1 0 0,1 0-1 0 0,0 0 1 0 0,1 0 0 0 0,0 0-1 0 0,1 0 1 0 0,0 0-1 0 0,1 0 1 0 0,3 14-1 0 0,-1-12-744 0 0,0-1-1 0 0,1 0 0 0 0,13 25 0 0 0,-12-28-977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20.9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 79 5605 0 0,'-5'-17'272'0'0,"2"5"64"0"0,3 2 68 0 0,-5 2 404 0 0,2-4-132 0 0,-3 2 64 0 0,4 0-460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22.2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276 220 5473 0 0,'0'-2'-28'0'0,"0"-1"1"0"0,0 0-1 0 0,0 0 1 0 0,0 1-1 0 0,-1-1 1 0 0,1 0 0 0 0,-1 1-1 0 0,0-1 1 0 0,0 0-1 0 0,0 1 1 0 0,0-1-1 0 0,0 1 1 0 0,0-1 0 0 0,-1 1-1 0 0,1 0 1 0 0,-1-1-1 0 0,1 1 1 0 0,-1 0 0 0 0,0 0-1 0 0,0 0 1 0 0,-3-2-1 0 0,1 2 14 0 0,1 0 0 0 0,-1 1 0 0 0,0-1 0 0 0,1 1 0 0 0,-1 0 0 0 0,0 0 0 0 0,0 0 0 0 0,0 0 0 0 0,0 1 0 0 0,0 0 0 0 0,0-1 0 0 0,0 1 0 0 0,-5 1 0 0 0,-2 1 8 0 0,0 0-1 0 0,0 0 0 0 0,1 1 1 0 0,-1 0-1 0 0,1 1 1 0 0,0 0-1 0 0,0 1 0 0 0,0 0 1 0 0,0 0-1 0 0,-10 9 0 0 0,13-9 22 0 0,0 1 0 0 0,1 0 0 0 0,-1 1 0 0 0,1-1-1 0 0,1 1 1 0 0,-1 0 0 0 0,1 1 0 0 0,-6 13-1 0 0,9-18 14 0 0,1 0 0 0 0,0 0 0 0 0,0 0 0 0 0,0 1-1 0 0,1-1 1 0 0,-1 0 0 0 0,1 0 0 0 0,0 1 0 0 0,0-1-1 0 0,0 0 1 0 0,0 1 0 0 0,0-1 0 0 0,1 0 0 0 0,0 1-1 0 0,-1-1 1 0 0,1 0 0 0 0,0 0 0 0 0,1 0-1 0 0,-1 0 1 0 0,1 0 0 0 0,-1 0 0 0 0,1 0 0 0 0,0 0-1 0 0,0 0 1 0 0,0-1 0 0 0,3 4 0 0 0,6 4 38 0 0,0-1-1 0 0,1 0 1 0 0,-1 0 0 0 0,2-2 0 0 0,-1 1 0 0 0,1-1-1 0 0,0-1 1 0 0,0-1 0 0 0,1 0 0 0 0,16 4 0 0 0,2-1 35 0 0,0-1 1 0 0,1-2-1 0 0,44 2 1 0 0,-56-6-21 0 0,0-2 0 0 0,33-3-1 0 0,-50 3-68 0 0,0 1-1 0 0,1-1 0 0 0,-1 0 0 0 0,0 0 1 0 0,1 0-1 0 0,-1-1 0 0 0,0 1 0 0 0,0-1 1 0 0,0 0-1 0 0,0 0 0 0 0,0-1 0 0 0,-1 1 1 0 0,1-1-1 0 0,-1 1 0 0 0,0-1 0 0 0,1 0 1 0 0,-1-1-1 0 0,4-5 0 0 0,-6 6-11 0 0,0 0 0 0 0,0-1 1 0 0,0 1-1 0 0,-1 0 0 0 0,0-1 0 0 0,1 1 1 0 0,-1-1-1 0 0,0 1 0 0 0,-1 0 0 0 0,1-1 0 0 0,-1 1 1 0 0,1 0-1 0 0,-1-1 0 0 0,0 1 0 0 0,0 0 1 0 0,0 0-1 0 0,-1 0 0 0 0,1 0 0 0 0,-1 0 0 0 0,0 0 1 0 0,1 0-1 0 0,-2 0 0 0 0,1 1 0 0 0,0-1 1 0 0,0 1-1 0 0,-1-1 0 0 0,1 1 0 0 0,-5-3 1 0 0,-6-6-6 0 0,0 1 0 0 0,0 1 0 0 0,0 0 0 0 0,-25-11 1 0 0,12 10-6 0 0,-1 0 0 0 0,-1 2 1 0 0,-47-8-1 0 0,-32-9 53 0 0,107 25-38 0 0,-1 0 0 0 0,1 0 0 0 0,-1 0 0 0 0,1 0 0 0 0,-1 0 0 0 0,1 0 0 0 0,-1 0 0 0 0,1 0 0 0 0,-1 0-1 0 0,1 0 1 0 0,-1-1 0 0 0,1 1 0 0 0,0 0 0 0 0,-1 0 0 0 0,1 0 0 0 0,-1-1 0 0 0,1 1 0 0 0,0 0 0 0 0,-1 0 0 0 0,1-1-1 0 0,-1 1 1 0 0,1 0 0 0 0,0-1 0 0 0,-1 1 0 0 0,1 0 0 0 0,0-1 0 0 0,0 1 0 0 0,-1-1 0 0 0,1 1 0 0 0,0 0 0 0 0,0-1-1 0 0,0 1 1 0 0,-1-1 0 0 0,1 1 0 0 0,0-1 0 0 0,0 1 0 0 0,0-1 0 0 0,0 1 0 0 0,0 0 0 0 0,0-1 0 0 0,0 1 0 0 0,0-2 0 0 0,22-9 60 0 0,39-2-38 0 0,157-11 57 0 0,-129 17 84 0 0,154-33 0 0 0,-242 40-155 0 0,0 0-1 0 0,-1 0 1 0 0,1 0-1 0 0,0 0 1 0 0,0 0-1 0 0,-1-1 1 0 0,1 1-1 0 0,0 0 1 0 0,0 0-1 0 0,0-1 1 0 0,-1 1-1 0 0,1 0 1 0 0,0-1-1 0 0,-1 1 1 0 0,1-1-1 0 0,0 1 1 0 0,-1-1-1 0 0,1 1 1 0 0,-1-1-1 0 0,1 1 1 0 0,0-1-1 0 0,-1 1 1 0 0,1-1-1 0 0,-1 0 1 0 0,0 1-1 0 0,1-1 1 0 0,-1 0-1 0 0,0 0 1 0 0,1 1-1 0 0,-1-1 1 0 0,0 0-1 0 0,0 0 1 0 0,0 0-1 0 0,1 1 1 0 0,-1-1-1 0 0,0 0 1 0 0,0 0-1 0 0,0 0 1 0 0,0-2 965 0 0,-14 27-953 0 0,11-12-18 0 0,1 0-1 0 0,0 1 0 0 0,0-1 1 0 0,2 0-1 0 0,-1 0 0 0 0,2 1 1 0 0,-1-1-1 0 0,2 0 0 0 0,4 20 1 0 0,-2-8 8 0 0,7 30-1 0 0,-7-41 90 0 0,-1 1 0 0 0,0-1-1 0 0,0 22 1 0 0,-3-34 28 0 0,0-1-117 0 0,0 0-1 0 0,1 0 0 0 0,-1 0 1 0 0,0 1-1 0 0,0-1 0 0 0,0 0 0 0 0,0 0 1 0 0,0 1-1 0 0,0-1 0 0 0,0 0 0 0 0,0 0 1 0 0,0 1-1 0 0,0-1 0 0 0,0 0 1 0 0,0 0-1 0 0,0 0 0 0 0,0 1 0 0 0,-1-1 1 0 0,1 0-1 0 0,0 0 0 0 0,0 0 0 0 0,0 1 1 0 0,0-1-1 0 0,0 0 0 0 0,0 0 1 0 0,-1 0-1 0 0,1 1 0 0 0,0-1 0 0 0,0 0 1 0 0,0 0-1 0 0,0 0 0 0 0,-1 0 0 0 0,1 0 1 0 0,0 1-1 0 0,0-1 0 0 0,0 0 1 0 0,-1 0-1 0 0,1 0 0 0 0,0 0 0 0 0,0 0 1 0 0,0 0-1 0 0,-1 0 0 0 0,1 0 1 0 0,0 0-1 0 0,0 0 0 0 0,-1 0 0 0 0,1 0 1 0 0,0 0-1 0 0,0 0 0 0 0,0 0 0 0 0,-1 0 1 0 0,1 0-1 0 0,0 0 0 0 0,0 0 1 0 0,-1 0-1 0 0,1 0 0 0 0,0-1 0 0 0,0 1 1 0 0,0 0-1 0 0,-1 0 0 0 0,1 0 0 0 0,0 0 1 0 0,0 0-1 0 0,0-1 0 0 0,-3 0 16 0 0,0 0 0 0 0,0-1-1 0 0,0 0 1 0 0,0 1 0 0 0,1-1-1 0 0,-1 0 1 0 0,1 0 0 0 0,-1-1-1 0 0,1 1 1 0 0,0 0 0 0 0,0-1-1 0 0,0 0 1 0 0,0 1 0 0 0,0-1-1 0 0,1 0 1 0 0,-1 0 0 0 0,1 0-1 0 0,0 0 1 0 0,-1 0 0 0 0,1 0-1 0 0,1 0 1 0 0,-1 0 0 0 0,0-1-1 0 0,1 1 1 0 0,0 0 0 0 0,0 0-1 0 0,0-1 1 0 0,0 1 0 0 0,1-4-1 0 0,1-7 12 0 0,0 0-1 0 0,2 0 1 0 0,-1 0-1 0 0,2 1 0 0 0,0 0 1 0 0,0 0-1 0 0,1 0 1 0 0,1 0-1 0 0,0 1 0 0 0,1 0 1 0 0,0 1-1 0 0,1-1 0 0 0,11-10 1 0 0,-8 9-25 0 0,0 0 0 0 0,2 1 0 0 0,-1 0 0 0 0,2 1 0 0 0,-1 1 0 0 0,2 0 0 0 0,-1 1 0 0 0,1 1 0 0 0,33-13 0 0 0,-37 18-18 0 0,0 1-1 0 0,0 0 1 0 0,0 1 0 0 0,0 0 0 0 0,0 1 0 0 0,0 0-1 0 0,0 1 1 0 0,0 1 0 0 0,0 0 0 0 0,0 0 0 0 0,0 1-1 0 0,-1 1 1 0 0,1 0 0 0 0,-1 0 0 0 0,0 1 0 0 0,20 12-1 0 0,-8-3 0 0 0,-2 2-1 0 0,1 0 1 0 0,-2 1-1 0 0,0 1 1 0 0,-1 1-1 0 0,26 33 1 0 0,-22-20 39 0 0,-2 1 0 0 0,30 66 1 0 0,-8-15-3992 0 0,-33-71-246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23.6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45 321 6009 0 0,'-16'-99'1227'0'0,"13"85"-819"0"0,2 9-229 0 0,-1 0 0 0 0,1 0 0 0 0,-1 0 0 0 0,0 0 0 0 0,0 0 0 0 0,0 0 0 0 0,-1 1 0 0 0,-3-6 1 0 0,5 9-86 0 0,-3-12 15 0 0,5 19 73 0 0,8 28 65 0 0,7 9-231 0 0,3-1 1 0 0,1 0 0 0 0,2-2 0 0 0,2-1 0 0 0,1 0 0 0 0,2-2 0 0 0,2-1 0 0 0,1-2 0 0 0,2-1 0 0 0,69 56 0 0 0,-80-68 29 0 0,-18-17 68 0 0,0 0 0 0 0,1-1 0 0 0,-1 0 0 0 0,1 0 0 0 0,0 0-1 0 0,-1 0 1 0 0,1 0 0 0 0,1-1 0 0 0,-1 1 0 0 0,8 2 0 0 0,-11-5 507 0 0,13-35-170 0 0,111-494 425 0 0,-119 509-910 0 0,-2 0 1 0 0,-1-1 0 0 0,2-33-1 0 0,-5 52 6 0 0,-24-9-931 0 0,23 11 882 0 0,1 0 0 0 0,0 0-1 0 0,0 0 1 0 0,-1 0 0 0 0,1 0 0 0 0,0 0 0 0 0,0 0 0 0 0,-1 0 0 0 0,1 0-1 0 0,0 0 1 0 0,0 0 0 0 0,0 0 0 0 0,-1 0 0 0 0,1-1 0 0 0,0 1 0 0 0,0 0 0 0 0,0 0-1 0 0,-1 0 1 0 0,1 0 0 0 0,-1-1-386 0 0,1 1 386 0 0,0-1 0 0 0,0 1 0 0 0,0 0 0 0 0,0 0 0 0 0,0-1-1 0 0,0 1 1 0 0,0 0 0 0 0,-1 0 0 0 0,1 0 0 0 0,0-1 0 0 0,0 1 0 0 0,0 0 0 0 0,0 0-1 0 0,0-1 1 0 0,0 1 0 0 0,0 0 0 0 0,0 0 0 0 0,1-1 0 0 0,-1 1 0 0 0,0 0-1 0 0,0 0 1 0 0,0 0 0 0 0,0-1 0 0 0,12-8-3128 0 0,3 2-77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24.1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218 119 6705 0 0,'0'0'-331'0'0,"-5"6"-130"0"0,5-6 465 0 0,0 0-1 0 0,1 0 1 0 0,-1 0-1 0 0,0-1 1 0 0,0 1 0 0 0,0 0-1 0 0,0 0 1 0 0,0 0-1 0 0,0 0 1 0 0,0 0-1 0 0,0 0 1 0 0,1 0 0 0 0,-1 0-1 0 0,0 0 1 0 0,0 0-1 0 0,0 0 1 0 0,0 0 0 0 0,0 0-1 0 0,0 0 1 0 0,0 0-1 0 0,1 0 1 0 0,-1 0 0 0 0,0 0-1 0 0,0 0 1 0 0,0 0-1 0 0,0 0 1 0 0,0 0 0 0 0,0 0-1 0 0,0 0 1 0 0,1 0-1 0 0,-1 0 1 0 0,0 0 0 0 0,0 0-1 0 0,0 0 1 0 0,0 0-1 0 0,0 1 1 0 0,0-1 0 0 0,0 0-1 0 0,0 0 1 0 0,0 0-1 0 0,1 0 1 0 0,-1 0 0 0 0,0 0-1 0 0,0 0 1 0 0,0 0-1 0 0,0 0 1 0 0,0 1 0 0 0,0-1-1 0 0,0 0 1 0 0,0 0-1 0 0,0 0 1 0 0,53-30 277 0 0,-50 27-226 0 0,0 1 1 0 0,0-1-1 0 0,1 1 1 0 0,-2-1-1 0 0,1 0 0 0 0,0 0 1 0 0,0 0-1 0 0,-1 0 1 0 0,0-1-1 0 0,0 1 0 0 0,0-1 1 0 0,0 1-1 0 0,0-1 1 0 0,1-6-1 0 0,-3 8-47 0 0,0 1 1 0 0,0-1-1 0 0,0 1 0 0 0,0-1 0 0 0,-1 1 1 0 0,1-1-1 0 0,0 1 0 0 0,-1 0 1 0 0,0-1-1 0 0,1 1 0 0 0,-1 0 1 0 0,0-1-1 0 0,1 1 0 0 0,-1 0 0 0 0,0 0 1 0 0,0 0-1 0 0,0-1 0 0 0,0 1 1 0 0,0 0-1 0 0,0 0 0 0 0,-1 1 0 0 0,1-1 1 0 0,0 0-1 0 0,0 0 0 0 0,-1 0 1 0 0,1 1-1 0 0,0-1 0 0 0,-1 1 0 0 0,-2-1 1 0 0,0-1 0 0 0,0 1-1 0 0,0-1 1 0 0,-1 1 0 0 0,1 0 0 0 0,0 1 0 0 0,-1-1 0 0 0,1 1 0 0 0,-1 0-1 0 0,-7 0 1 0 0,-5 4-1 0 0,0 0-1 0 0,0 1 1 0 0,0 0-1 0 0,1 2 1 0 0,-31 16-1 0 0,40-19-3 0 0,-1 1 0 0 0,0 0 1 0 0,1 1-1 0 0,0 0 0 0 0,0 0 0 0 0,0 0 0 0 0,1 1 0 0 0,0 0 0 0 0,1 0 0 0 0,-1 1 1 0 0,1-1-1 0 0,1 1 0 0 0,-7 15 0 0 0,10-20 0 0 0,0 0 1 0 0,0 0-1 0 0,0 0 1 0 0,0 0-1 0 0,0 0 1 0 0,1 0-1 0 0,0 0 1 0 0,0 0-1 0 0,0 0 1 0 0,0 0-1 0 0,0 1 1 0 0,0-1-1 0 0,1 0 1 0 0,-1 0-1 0 0,1 0 0 0 0,0 0 1 0 0,0 0-1 0 0,0 0 1 0 0,1-1-1 0 0,-1 1 1 0 0,3 4-1 0 0,0-3 12 0 0,0 1-1 0 0,0-1 0 0 0,0-1 0 0 0,0 1 1 0 0,1-1-1 0 0,0 1 0 0 0,-1-1 1 0 0,1 0-1 0 0,0-1 0 0 0,1 1 0 0 0,5 1 1 0 0,5 1-29 0 0,1 0 0 0 0,-1-2 0 0 0,1 1 0 0 0,0-2-1 0 0,0 0 1 0 0,0-1 0 0 0,18-2 0 0 0,-13-1-1134 0 0,0 0 0 0 0,37-10 0 0 0,-17-2-1385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24.4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338 1 5709 0 0,'0'0'-226'0'0,"-10"0"-646"0"0,-12 2 835 0 0,-1 0 0 0 0,0 2 0 0 0,1 1 0 0 0,0 0 0 0 0,0 2 0 0 0,0 0 0 0 0,1 2 0 0 0,0 0-1 0 0,-37 24 1 0 0,52-30 91 0 0,0 1-1 0 0,0 0 1 0 0,0 0-1 0 0,1 0 1 0 0,-1 1-1 0 0,1 0 1 0 0,1 0-1 0 0,-1 0 1 0 0,1 1-1 0 0,-1-1 1 0 0,2 1-1 0 0,-7 11 1 0 0,10-15-37 0 0,0-1 1 0 0,0 0-1 0 0,0 0 1 0 0,0 1-1 0 0,0-1 0 0 0,0 0 1 0 0,1 0-1 0 0,-1 0 1 0 0,0 1-1 0 0,1-1 1 0 0,-1 0-1 0 0,1 0 1 0 0,0 0-1 0 0,-1 0 0 0 0,1 0 1 0 0,0 0-1 0 0,-1 0 1 0 0,1 0-1 0 0,0 0 1 0 0,0 0-1 0 0,0 0 1 0 0,0-1-1 0 0,0 1 1 0 0,0 0-1 0 0,0 0 0 0 0,0-1 1 0 0,0 1-1 0 0,0-1 1 0 0,0 1-1 0 0,0-1 1 0 0,3 1-1 0 0,39 14 261 0 0,-40-15-256 0 0,43 12 171 0 0,2-3 1 0 0,56 4-1 0 0,-76-11-1361 0 0,1-2-1 0 0,46-4 1 0 0,-49-1 155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24.96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67 196 3888 0 0,'-57'-194'4334'0'0,"56"193"-4169"0"0,1 1-142 0 0,-1 0-1 0 0,0 0 0 0 0,1 1 1 0 0,0-1-1 0 0,-1 0 0 0 0,1 1 1 0 0,-1-1-1 0 0,1 1 0 0 0,-1-1 1 0 0,1 0-1 0 0,0 1 0 0 0,-1-1 1 0 0,1 1-1 0 0,0-1 0 0 0,-1 1 1 0 0,1-1-1 0 0,0 1 0 0 0,0-1 1 0 0,-1 1-1 0 0,1-1 0 0 0,0 1 1 0 0,0 0-1 0 0,0-1 0 0 0,0 1 1 0 0,0-1-1 0 0,0 1 0 0 0,0 0 1 0 0,0-1-1 0 0,0 1 0 0 0,0 35 241 0 0,11 53-226 0 0,-8-65 42 0 0,49 339 144 0 0,-50-339-214 0 0,0 3 21 0 0,10 47 0 0 0,-11-68-20 0 0,0-1 1 0 0,1 0 0 0 0,-1 1-1 0 0,1-1 1 0 0,1 0 0 0 0,-1 0-1 0 0,0 0 1 0 0,1-1 0 0 0,0 1-1 0 0,1-1 1 0 0,-1 1 0 0 0,0-1-1 0 0,1 0 1 0 0,0 0 0 0 0,5 3-1 0 0,-2-3 3 0 0,0-1 1 0 0,0 0-1 0 0,1 0 0 0 0,-1-1 0 0 0,1 0 0 0 0,0 0 0 0 0,0-1 0 0 0,-1 0 0 0 0,9 0 1 0 0,73-3 52 0 0,-86 2-64 0 0,35-3-371 0 0,-1-1 0 0 0,74-20 1 0 0,-72 12-1774 0 0,40-19 0 0 0,-34 11-710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25.3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55 109 6325 0 0,'-4'0'-209'0'0,"-28"2"-90"0"0,29-1 300 0 0,-9-3 16 0 0,8-1 28 0 0,11 0 207 0 0,168-30-168 0 0,78-21-3544 0 0,-200 37 2560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25.7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 0 3560 0 0,'-7'8'-38'0'0,"0"0"1"0"0,1 0-1 0 0,0 1 0 0 0,0 0 0 0 0,1 0 0 0 0,0 0 0 0 0,1 1 0 0 0,0-1 0 0 0,-5 21 1 0 0,8-27 65 0 0,1 0 1 0 0,0 0 0 0 0,-1 1 0 0 0,1-1 0 0 0,1 0-1 0 0,-1 0 1 0 0,0 0 0 0 0,1 1 0 0 0,-1-1-1 0 0,1 0 1 0 0,0 0 0 0 0,0 0 0 0 0,0 0 0 0 0,1 0-1 0 0,-1 0 1 0 0,1 0 0 0 0,-1-1 0 0 0,1 1-1 0 0,0 0 1 0 0,0-1 0 0 0,0 1 0 0 0,0-1 0 0 0,1 0-1 0 0,-1 0 1 0 0,1 0 0 0 0,-1 0 0 0 0,1 0-1 0 0,0 0 1 0 0,0-1 0 0 0,-1 1 0 0 0,1-1 0 0 0,0 0-1 0 0,0 0 1 0 0,1 0 0 0 0,4 1 0 0 0,3 1 57 0 0,1 0 0 0 0,0-1 0 0 0,0-1 0 0 0,0 1 0 0 0,0-2 0 0 0,1 0 0 0 0,-1 0 0 0 0,17-3 0 0 0,-24 2-54 0 0,0 0 0 0 0,-1 0 0 0 0,1 0 0 0 0,0 0 1 0 0,-1-1-1 0 0,1 0 0 0 0,-1 0 0 0 0,1 0 0 0 0,-1-1 0 0 0,0 1 0 0 0,0-1 0 0 0,0 0 0 0 0,0 0 0 0 0,-1-1 1 0 0,1 1-1 0 0,-1-1 0 0 0,0 1 0 0 0,0-1 0 0 0,0 0 0 0 0,-1 0 0 0 0,1-1 0 0 0,-1 1 0 0 0,3-7 1 0 0,-5 9-27 0 0,1-1 0 0 0,-1 1 0 0 0,0 0 1 0 0,0-1-1 0 0,0 1 0 0 0,0-1 1 0 0,0 1-1 0 0,-1-1 0 0 0,1 1 1 0 0,-1 0-1 0 0,1-1 0 0 0,-1 1 1 0 0,0 0-1 0 0,0-1 0 0 0,0 1 0 0 0,0 0 1 0 0,-1 0-1 0 0,1 0 0 0 0,-1 0 1 0 0,1 0-1 0 0,-1 0 0 0 0,1 0 1 0 0,-1 1-1 0 0,0-1 0 0 0,0 0 1 0 0,0 1-1 0 0,0 0 0 0 0,0-1 0 0 0,0 1 1 0 0,0 0-1 0 0,-5-2 0 0 0,-5-2 3 0 0,0-1-1 0 0,-1 2 0 0 0,1-1 0 0 0,-20-2 0 0 0,17 4-87 0 0,0 0-1 0 0,0 2 1 0 0,0 0-1 0 0,-1 0 1 0 0,1 2-1 0 0,0 0 1 0 0,0 1-1 0 0,-22 5 1 0 0,35-7-456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26.3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73 18 3592 0 0,'-16'0'-122'0'0,"13"0"12"0"0,-1 1 39 0 0,-45 0 1636 0 0,66 4-1481 0 0,0 1-1 0 0,0 1 0 0 0,0 0 0 0 0,-1 1 0 0 0,0 1 0 0 0,-1 1 0 0 0,0 0 0 0 0,0 1 0 0 0,-1 0 0 0 0,19 20 0 0 0,4 8-21 0 0,-2 2 0 0 0,41 61 1 0 0,-72-97-6 0 0,-1 1 1 0 0,1-1-1 0 0,-1 1 1 0 0,-1 0-1 0 0,1 0 1 0 0,-1 0 0 0 0,3 11-1 0 0,-6-17-21 0 0,1 1 0 0 0,0-1-1 0 0,0 1 1 0 0,0-1 0 0 0,0 0-1 0 0,-1 1 1 0 0,1-1 0 0 0,0 1 0 0 0,0-1-1 0 0,-1 0 1 0 0,1 1 0 0 0,0-1-1 0 0,0 0 1 0 0,-1 1 0 0 0,1-1 0 0 0,0 0-1 0 0,-1 0 1 0 0,1 1 0 0 0,-1-1-1 0 0,1 0 1 0 0,0 0 0 0 0,-1 0-1 0 0,1 0 1 0 0,-1 1 0 0 0,1-1 0 0 0,0 0-1 0 0,-1 0 1 0 0,1 0 0 0 0,-1 0-1 0 0,1 0 1 0 0,-1 0 0 0 0,1 0-1 0 0,0 0 1 0 0,-1 0 0 0 0,1 0 0 0 0,-1 0-1 0 0,1 0 1 0 0,-1-1 0 0 0,0 1-1 0 0,-2-2 19 0 0,-1 0 0 0 0,1 0-1 0 0,-1 0 1 0 0,1 0-1 0 0,0-1 1 0 0,0 0-1 0 0,0 1 1 0 0,0-1 0 0 0,0 0-1 0 0,1 0 1 0 0,-1-1-1 0 0,1 1 1 0 0,0 0-1 0 0,0-1 1 0 0,0 0 0 0 0,0 1-1 0 0,1-1 1 0 0,-1 0-1 0 0,1 0 1 0 0,0 0 0 0 0,0 0-1 0 0,1 0 1 0 0,-1 0-1 0 0,1-7 1 0 0,2-5-9 0 0,0 0-1 0 0,1 0 1 0 0,1 0 0 0 0,0 0 0 0 0,1 1 0 0 0,1 0-1 0 0,0 0 1 0 0,2 0 0 0 0,-1 1 0 0 0,2 0 0 0 0,0 0-1 0 0,0 1 1 0 0,1 0 0 0 0,1 1 0 0 0,0 0 0 0 0,1 0 0 0 0,0 2-1 0 0,0-1 1 0 0,21-12 0 0 0,-31 22-58 0 0,1 0 1 0 0,0 0-1 0 0,-1 1 0 0 0,1-1 1 0 0,0 0-1 0 0,-1 1 0 0 0,1 0 1 0 0,0-1-1 0 0,-1 1 0 0 0,1 0 0 0 0,4 1 1 0 0,10-1-87 0 0,-24 12-763 0 0,-2 2-3705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27.0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202 33 5949 0 0,'0'0'-57'0'0,"-5"-21"598"0"0,0 19-494 0 0,1 0 0 0 0,-1 0 0 0 0,0 1 0 0 0,0 0 0 0 0,0-1 0 0 0,0 2 0 0 0,0-1 0 0 0,-1 1 0 0 0,1-1 0 0 0,0 1 0 0 0,0 1 0 0 0,0-1 0 0 0,0 1 0 0 0,-6 1 0 0 0,7-1-35 0 0,1-1 1 0 0,-1 1-1 0 0,1 0 0 0 0,-1 0 1 0 0,1 0-1 0 0,0 1 0 0 0,-1-1 1 0 0,1 1-1 0 0,0-1 0 0 0,0 1 1 0 0,0 0-1 0 0,0 0 0 0 0,0 1 0 0 0,1-1 1 0 0,-1 1-1 0 0,1-1 0 0 0,-1 1 1 0 0,1 0-1 0 0,0 0 0 0 0,0 0 1 0 0,0 0-1 0 0,-1 4 0 0 0,3-4-3 0 0,0 0 0 0 0,0 0 0 0 0,0 0 0 0 0,0 1 0 0 0,1-1 0 0 0,0 0-1 0 0,-1 0 1 0 0,1 0 0 0 0,0 0 0 0 0,1 0 0 0 0,-1 0 0 0 0,0-1 0 0 0,1 1-1 0 0,0 0 1 0 0,-1 0 0 0 0,1-1 0 0 0,0 0 0 0 0,0 1 0 0 0,1-1 0 0 0,2 3-1 0 0,50 41 75 0 0,-9-15-43 0 0,-26-20-39 0 0,-1 2 1 0 0,-1 0 0 0 0,0 1 0 0 0,29 30 0 0 0,-46-43-4 0 0,0 0 1 0 0,-1-1-1 0 0,1 1 1 0 0,0 0-1 0 0,-1 0 1 0 0,1 0 0 0 0,-1-1-1 0 0,1 1 1 0 0,-1 0-1 0 0,0 0 1 0 0,1 0-1 0 0,-1 0 1 0 0,0 0 0 0 0,1 0-1 0 0,-1 0 1 0 0,0 0-1 0 0,0 0 1 0 0,0 0-1 0 0,0 0 1 0 0,0 0-1 0 0,0-1 1 0 0,0 1 0 0 0,0 0-1 0 0,-1 0 1 0 0,1 0-1 0 0,0 0 1 0 0,0 0-1 0 0,-1 0 1 0 0,1 0-1 0 0,-1 1 1 0 0,-1 0-1 0 0,0 0 0 0 0,0 0-1 0 0,0 0 1 0 0,-1 0 0 0 0,1-1 0 0 0,0 1 0 0 0,-1 0-1 0 0,1-1 1 0 0,-1 0 0 0 0,-4 2 0 0 0,-10 2-4 0 0,1 0-1 0 0,-29 4 1 0 0,40-8 4 0 0,-14 3 17 0 0,-1-1 1 0 0,1-1 0 0 0,0 0-1 0 0,-1-2 1 0 0,1 0-1 0 0,-24-4 1 0 0,42 4-107 0 0,-1 0-1 0 0,1 0 1 0 0,-1-1-1 0 0,1 1 1 0 0,-1-1 0 0 0,1 1-1 0 0,-1-1 1 0 0,1 0 0 0 0,0 0-1 0 0,-1 1 1 0 0,1-1-1 0 0,0 0 1 0 0,-1 0 0 0 0,1 0-1 0 0,0 0 1 0 0,0-1-1 0 0,0 1 1 0 0,0 0 0 0 0,0 0-1 0 0,0-1 1 0 0,1 1 0 0 0,-1 0-1 0 0,0-1 1 0 0,1 1-1 0 0,-1-1 1 0 0,0 1 0 0 0,1-1-1 0 0,0 1 1 0 0,-1-1-1 0 0,1 1 1 0 0,0-1 0 0 0,0 0-1 0 0,0 1 1 0 0,0-1-1 0 0,0 1 1 0 0,0-1 0 0 0,1 1-1 0 0,-1-1 1 0 0,0 0 0 0 0,1 1-1 0 0,-1-1 1 0 0,1 1-1 0 0,1-3 1 0 0,8-13-1790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04.2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247 28 6429 0 0,'-3'-13'-1021'0'0,"-1"5"1027"0"0,-2 6 3 0 0,0 1 0 0 0,0 0-1 0 0,0 0 1 0 0,0 0 0 0 0,-1 1-1 0 0,1-1 1 0 0,0 2 0 0 0,0-1-1 0 0,-1 1 1 0 0,1 0-1 0 0,0 0 1 0 0,0 0 0 0 0,0 1-1 0 0,0 0 1 0 0,0 0 0 0 0,1 1-1 0 0,-1-1 1 0 0,0 1 0 0 0,1 1-1 0 0,-7 4 1 0 0,2-2-8 0 0,1 1 0 0 0,-1 1 0 0 0,1-1 0 0 0,1 2 0 0 0,-1-1 0 0 0,2 1 0 0 0,-1 0 1 0 0,1 1-1 0 0,0-1 0 0 0,-5 12 0 0 0,10-17 2 0 0,0 0 0 0 0,1 0 1 0 0,-1 1-1 0 0,1-1 0 0 0,0 1 0 0 0,0-1 1 0 0,0 1-1 0 0,1-1 0 0 0,-1 1 1 0 0,1-1-1 0 0,0 1 0 0 0,1-1 0 0 0,-1 1 1 0 0,1-1-1 0 0,0 1 0 0 0,0-1 0 0 0,0 0 1 0 0,3 7-1 0 0,-1-5 4 0 0,1 1-1 0 0,0-1 1 0 0,0 0 0 0 0,1-1-1 0 0,-1 1 1 0 0,1-1 0 0 0,1 0-1 0 0,-1 0 1 0 0,1 0 0 0 0,9 5-1 0 0,6 3 16 0 0,0-2 0 0 0,1-1-1 0 0,1 0 1 0 0,-1-2 0 0 0,43 11-1 0 0,-34-12 29 0 0,0-1 0 0 0,35 2-1 0 0,-58-7-15 0 0,-1-1 1 0 0,0 0-1 0 0,1 0 0 0 0,-1-1 0 0 0,0 1 0 0 0,1-1 1 0 0,-1-1-1 0 0,0 0 0 0 0,0 0 0 0 0,0 0 0 0 0,0-1 1 0 0,0 0-1 0 0,0 0 0 0 0,-1-1 0 0 0,9-6 0 0 0,-12 8-13 0 0,0-1 0 0 0,0 0 0 0 0,-1 0 0 0 0,1 0 0 0 0,-1 0 0 0 0,0 0 0 0 0,0 0 0 0 0,0-1 0 0 0,0 1 0 0 0,0-1 0 0 0,-1 1 0 0 0,0-1 0 0 0,0 0 0 0 0,0 0 0 0 0,0 0 0 0 0,0 1 0 0 0,-1-1 0 0 0,1 0 0 0 0,-1-4 0 0 0,-1 1 2 0 0,0 0 1 0 0,-1 0-1 0 0,1 0 1 0 0,-1 1-1 0 0,0-1 0 0 0,-1 1 1 0 0,0-1-1 0 0,0 1 0 0 0,0 0 1 0 0,-5-6-1 0 0,-2-2 32 0 0,0 1-1 0 0,-1 0 0 0 0,-1 0 1 0 0,0 1-1 0 0,0 1 0 0 0,-1 0 1 0 0,-1 1-1 0 0,-16-10 0 0 0,16 13-16 0 0,0 1 0 0 0,0 1 0 0 0,-1 0-1 0 0,0 0 1 0 0,1 1 0 0 0,-31-3 0 0 0,-88 3 104 0 0,95 4-144 0 0,24 4-273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05.46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44 606 5717 0 0,'0'-9'226'0'0,"-1"1"1"0"0,0 0 0 0 0,0 0 0 0 0,-1 0-1 0 0,0 1 1 0 0,0-1 0 0 0,-1 0 0 0 0,-7-15 631 0 0,9 23-854 0 0,0 1 1 0 0,0-1-1 0 0,0 1 0 0 0,0-1 0 0 0,0 0 0 0 0,0 1 0 0 0,1 0 0 0 0,-1-1 0 0 0,0 1 0 0 0,0-1 0 0 0,0 1 0 0 0,1 0 0 0 0,-1 0 0 0 0,0-1 0 0 0,1 1 0 0 0,-1 0 0 0 0,1 0 0 0 0,-1 0 0 0 0,1 0 0 0 0,-1 0 0 0 0,1 0 0 0 0,0 0 1 0 0,-1 0-1 0 0,1 2 0 0 0,-5 23 91 0 0,6-22-86 0 0,0 0 0 0 0,1 0 0 0 0,-1 0 0 0 0,1 0 0 0 0,-1-1 0 0 0,1 1 0 0 0,0 0 0 0 0,1-1 0 0 0,-1 1 0 0 0,1-1 0 0 0,-1 0-1 0 0,1 0 1 0 0,0 0 0 0 0,0 0 0 0 0,0 0 0 0 0,1-1 0 0 0,-1 1 0 0 0,1-1 0 0 0,-1 0 0 0 0,6 2 0 0 0,6 4 12 0 0,1-1 0 0 0,0-1 1 0 0,23 5-1 0 0,1-1 2 0 0,0-2-1 0 0,0-1 1 0 0,47 0 0 0 0,-69-6-17 0 0,0-1-1 0 0,0-1 1 0 0,-1 0 0 0 0,1-1 0 0 0,0-1 0 0 0,-1-1 0 0 0,0-1-1 0 0,0 0 1 0 0,29-14 0 0 0,-42 17 8 0 0,1 0 0 0 0,-1-1 0 0 0,0 1 0 0 0,1-1 0 0 0,-1-1 1 0 0,-1 1-1 0 0,1 0 0 0 0,0-1 0 0 0,-1 0 0 0 0,0 0 0 0 0,1 0 0 0 0,-2 0 0 0 0,1 0 0 0 0,0-1 0 0 0,-1 1 0 0 0,0-1 0 0 0,0 0 0 0 0,0 1 0 0 0,-1-1 0 0 0,1 0 0 0 0,-1 0 0 0 0,1-9 1 0 0,-2 13-12 0 0,0 0 0 0 0,0 0 1 0 0,0 0-1 0 0,-1 0 0 0 0,1 0 1 0 0,0 0-1 0 0,0 1 0 0 0,0-1 1 0 0,-1 0-1 0 0,1 0 0 0 0,-1 0 1 0 0,1 0-1 0 0,0 0 1 0 0,-1 1-1 0 0,0-1 0 0 0,1 0 1 0 0,-1 0-1 0 0,1 1 0 0 0,-1-1 1 0 0,0 0-1 0 0,1 1 0 0 0,-1-1 1 0 0,0 0-1 0 0,0 1 1 0 0,0-1-1 0 0,1 1 0 0 0,-1 0 1 0 0,0-1-1 0 0,0 1 0 0 0,0 0 1 0 0,0-1-1 0 0,0 1 0 0 0,0 0 1 0 0,0 0-1 0 0,0 0 0 0 0,0 0 1 0 0,0 0-1 0 0,1 0 1 0 0,-1 0-1 0 0,-2 0 0 0 0,1 0-1 0 0,0 0 0 0 0,1 1-1 0 0,-1-1 1 0 0,0 0-1 0 0,0 1 1 0 0,0-1 0 0 0,0 1-1 0 0,1 0 1 0 0,-1 0 0 0 0,0 0-1 0 0,0 0 1 0 0,1 0 0 0 0,-1 0-1 0 0,1 0 1 0 0,-1 0 0 0 0,1 0-1 0 0,-3 4 1 0 0,4-3 2 0 0,1 0-1 0 0,-1 0 1 0 0,0 0-1 0 0,1 0 1 0 0,-1 0 0 0 0,1 0-1 0 0,0 0 1 0 0,0-1 0 0 0,0 1-1 0 0,0 0 1 0 0,0 0 0 0 0,0 0-1 0 0,0-1 1 0 0,1 1-1 0 0,-1-1 1 0 0,1 1 0 0 0,-1-1-1 0 0,1 1 1 0 0,-1-1 0 0 0,3 1-1 0 0,-3-1-1 0 0,15 12 16 0 0,0-2-1 0 0,1 0 1 0 0,0 0 0 0 0,0-2-1 0 0,1 0 1 0 0,37 11 0 0 0,-3-3 25 0 0,68 10 1 0 0,-77-18-16 0 0,71 11 46 0 0,-105-19-54 0 0,1-1-1 0 0,-1 0 1 0 0,1 0-1 0 0,-1-1 1 0 0,1 0-1 0 0,-1 0 1 0 0,0-1-1 0 0,1-1 0 0 0,11-4 1 0 0,-18 6-13 0 0,-1-1 0 0 0,1 0 0 0 0,-1 1 0 0 0,0-1 0 0 0,1 0 0 0 0,-1 0 0 0 0,0 0 0 0 0,-1 0 0 0 0,1-1 0 0 0,0 1 1 0 0,0-1-1 0 0,-1 1 0 0 0,0-1 0 0 0,1 1 0 0 0,-1-1 0 0 0,1-5 0 0 0,1 1 8 0 0,-2-1 0 0 0,1 1 0 0 0,-1-1 0 0 0,0 0 0 0 0,0-8 1 0 0,-3-13 10 0 0,-5-15 4 0 0,-23-63 8 0 0,22 83-30 0 0,-36-102 492 0 0,-73-141 0 0 0,96 226-326 0 0,20 40-186 0 0,0 4-24 0 0,-2 7 36 0 0,1 0-1 0 0,0 0 1 0 0,1 0-1 0 0,1 0 0 0 0,-1 0 1 0 0,1 1-1 0 0,1-1 0 0 0,0 0 1 0 0,3 15-1 0 0,28 101 16 0 0,-21-90-15 0 0,20 73 52 0 0,86 197 1 0 0,-112-295-39 0 0,1 1 1 0 0,0-1 0 0 0,1 0 0 0 0,0 0-1 0 0,1-1 1 0 0,0 0 0 0 0,1 0 0 0 0,0-1 0 0 0,13 11-1 0 0,-15-15-1 0 0,0-1 0 0 0,0 0-1 0 0,0 0 1 0 0,1-1 0 0 0,0 0 0 0 0,0 0-1 0 0,0-1 1 0 0,0 0 0 0 0,0 0 0 0 0,0-1-1 0 0,0 0 1 0 0,1 0 0 0 0,-1-1 0 0 0,0 0-1 0 0,14-2 1 0 0,14-4-311 0 0,0-1 0 0 0,-1-1-1 0 0,65-25 1 0 0,97-55-4946 0 0,-178 79 4337 0 0,25-13-1882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05.7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45 90 6209 0 0,'-4'0'-203'0'0,"-33"-2"211"0"0,34 1 347 0 0,8-1-284 0 0,43-12-51 0 0,0 2 0 0 0,70-9-1 0 0,-5 2-1542 0 0,-60 9-47 0 0,-7 2 20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06.7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201 211 4624 0 0,'1'-2'11'0'0,"1"0"-1"0"0,-1 0 0 0 0,0 1 0 0 0,1-1 1 0 0,-1 0-1 0 0,0 0 0 0 0,0-1 0 0 0,0 1 1 0 0,0 0-1 0 0,0 0 0 0 0,-1 0 0 0 0,1-1 1 0 0,-1 1-1 0 0,1 0 0 0 0,-1-4 0 0 0,-12-20 905 0 0,-4-2 501 0 0,5 9-363 0 0,10 18-850 0 0,-3 21-161 0 0,1 0 0 0 0,1 0 0 0 0,0 0 0 0 0,3 40 0 0 0,17 83-5 0 0,-13-105-20 0 0,3 17 56 0 0,2-1-1 0 0,2-1 1 0 0,3 1-1 0 0,2-2 1 0 0,2 0-1 0 0,29 52 1 0 0,-222-472 1502 0 0,138 286-1486 0 0,3-1 0 0 0,-25-102 0 0 0,53 164-105 0 0,1 0 0 0 0,0 0 0 0 0,0-25 0 0 0,5 45 13 0 0,-1 0-1 0 0,1-1 1 0 0,0 1 0 0 0,-1 0-1 0 0,1 0 1 0 0,0 1-1 0 0,0-1 1 0 0,-1 0 0 0 0,1 0-1 0 0,0 0 1 0 0,0 0 0 0 0,0 1-1 0 0,0-1 1 0 0,0 0-1 0 0,0 1 1 0 0,0-1 0 0 0,1 1-1 0 0,-1-1 1 0 0,0 1 0 0 0,0 0-1 0 0,0-1 1 0 0,0 1-1 0 0,1 0 1 0 0,-1 0 0 0 0,0 0-1 0 0,0 0 1 0 0,0 0 0 0 0,1 0-1 0 0,0 0 1 0 0,34 1-23 0 0,24 7 7 0 0,0 3 0 0 0,107 35 0 0 0,104 63-11 0 0,-255-102 25 0 0,58 31-47 0 0,-70-36 45 0 0,0 0 0 0 0,0 1 0 0 0,-1-1 0 0 0,1 1-1 0 0,-1 0 1 0 0,1 0 0 0 0,-1 0 0 0 0,0 1 0 0 0,0-1 0 0 0,0 1 0 0 0,-1 0-1 0 0,1-1 1 0 0,-1 1 0 0 0,3 7 0 0 0,-5-10 4 0 0,-1 1 1 0 0,1 0-1 0 0,0-1 0 0 0,0 1 1 0 0,-1 0-1 0 0,1-1 0 0 0,-1 1 1 0 0,0-1-1 0 0,1 1 0 0 0,-1-1 1 0 0,0 1-1 0 0,0-1 1 0 0,0 1-1 0 0,0-1 0 0 0,0 0 1 0 0,0 1-1 0 0,0-1 0 0 0,-1 0 1 0 0,1 0-1 0 0,0 0 0 0 0,-1 0 1 0 0,1 0-1 0 0,0 0 0 0 0,-1 0 1 0 0,1 0-1 0 0,-4 0 0 0 0,-41 19-14 0 0,2-7 104 0 0,0-1 1 0 0,0-2-1 0 0,-1-3 0 0 0,0-1 0 0 0,-1-2 0 0 0,1-2 1 0 0,-88-8-1 0 0,130 5-120 0 0,-1 1 1 0 0,1-1 0 0 0,-1 0 0 0 0,1 0 0 0 0,-1 0-1 0 0,1-1 1 0 0,0 1 0 0 0,-1-1 0 0 0,1 1-1 0 0,0-1 1 0 0,-5-4 0 0 0,8 5-35 0 0,-1 1-1 0 0,1-1 1 0 0,0 1 0 0 0,-1-1-1 0 0,1 1 1 0 0,-1-1 0 0 0,1 1-1 0 0,0-1 1 0 0,0 0 0 0 0,-1 1-1 0 0,1-1 1 0 0,0 0 0 0 0,0 1-1 0 0,0-1 1 0 0,0 0 0 0 0,-1 1-1 0 0,1-1 1 0 0,0 0 0 0 0,0 1-1 0 0,1-1 1 0 0,-1 0 0 0 0,0 1-1 0 0,0-2 1 0 0,1 0-105 0 0,0 1 1 0 0,0-1-1 0 0,0 1 0 0 0,0-1 1 0 0,0 1-1 0 0,0 0 0 0 0,0-1 1 0 0,0 1-1 0 0,1 0 1 0 0,-1 0-1 0 0,0 0 0 0 0,1 0 1 0 0,2-1-1 0 0,15-9-2135 0 0,2 2-280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07.8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51 671 5909 0 0,'-17'-46'-629'0'0,"1"-19"4204"0"0,8 78-3509 0 0,7-12-63 0 0,0-1 0 0 0,1 1 0 0 0,-1-1 1 0 0,0 1-1 0 0,1 0 0 0 0,-1-1 1 0 0,1 1-1 0 0,-1 0 0 0 0,1 0 0 0 0,-1-1 1 0 0,1 1-1 0 0,-1 0 0 0 0,1 0 0 0 0,0 0 1 0 0,-1 0-1 0 0,1 0 0 0 0,0-1 1 0 0,0 1-1 0 0,0 0 0 0 0,-1 0 0 0 0,1 0 1 0 0,0 0-1 0 0,0 0 0 0 0,1 0 1 0 0,-1 0-1 0 0,0 0 0 0 0,0 0 0 0 0,0 0 1 0 0,1-1-1 0 0,-1 1 0 0 0,1 1 0 0 0,2 3 9 0 0,0-1-1 0 0,0 0 1 0 0,0 0-1 0 0,1 0 1 0 0,0-1-1 0 0,-1 1 1 0 0,1-1-1 0 0,1 0 1 0 0,-1 0-1 0 0,0 0 1 0 0,1 0-1 0 0,0-1 1 0 0,-1 0-1 0 0,1 0 1 0 0,0 0-1 0 0,10 2 1 0 0,13 2 19 0 0,53 6 1 0 0,-57-9-41 0 0,2 1-12 0 0,0-2 1 0 0,1-1-1 0 0,38-4 0 0 0,-57 2 16 0 0,1 0 0 0 0,-1 0-1 0 0,0-1 1 0 0,0 0 0 0 0,0 0 0 0 0,-1-1-1 0 0,1 0 1 0 0,0 0 0 0 0,-1-1-1 0 0,0 0 1 0 0,0 0 0 0 0,0-1-1 0 0,0 0 1 0 0,-1 0 0 0 0,8-8 0 0 0,-13 11 15 0 0,1 0 0 0 0,-1 0 0 0 0,1 1 0 0 0,-1-1 0 0 0,0-1 1 0 0,0 1-1 0 0,0 0 0 0 0,0 0 0 0 0,-1 0 0 0 0,1-1 0 0 0,0 1 1 0 0,-1 0-1 0 0,0 0 0 0 0,1-1 0 0 0,-1 1 0 0 0,0 0 1 0 0,0-1-1 0 0,0 1 0 0 0,-1 0 0 0 0,1-1 0 0 0,0 1 0 0 0,-1 0 1 0 0,0-1-1 0 0,1 1 0 0 0,-1 0 0 0 0,0 0 0 0 0,0 0 0 0 0,0 0 1 0 0,-1 0-1 0 0,1 0 0 0 0,0 0 0 0 0,-1 0 0 0 0,-2-3 1 0 0,2 4 49 0 0,2 2-59 0 0,-1-1 0 0 0,1 1 0 0 0,0-1 0 0 0,-1 0 0 0 0,1 1 0 0 0,0-1 0 0 0,-1 1 0 0 0,1-1 0 0 0,0 1 0 0 0,-1-1 0 0 0,1 0 0 0 0,0 1 0 0 0,0 0 0 0 0,0-1 0 0 0,0 1 0 0 0,-1-1 0 0 0,1 1 0 0 0,0-1 0 0 0,0 1 0 0 0,0-1 0 0 0,0 1 0 0 0,0-1 0 0 0,0 1-1 0 0,0-1 1 0 0,0 1 0 0 0,1-1 0 0 0,-1 1 0 0 0,0 0 0 0 0,0-1 0 0 0,0 1 0 0 0,1-1 0 0 0,-1 1 0 0 0,9 17 23 0 0,11-4-2 0 0,1-1 0 0 0,0 0 0 0 0,1-2 0 0 0,0-1 0 0 0,1 0 0 0 0,46 12 0 0 0,-34-11-2 0 0,-31-9-16 0 0,28 9 36 0 0,0 0 0 0 0,1-2-1 0 0,0-2 1 0 0,63 7-1 0 0,-93-14-33 0 0,0 0 0 0 0,0 0-1 0 0,-1 0 1 0 0,1-1 0 0 0,0 1 0 0 0,0-1-1 0 0,-1 1 1 0 0,1-1 0 0 0,0 0-1 0 0,-1 0 1 0 0,1-1 0 0 0,-1 1 0 0 0,1 0-1 0 0,-1-1 1 0 0,0 1 0 0 0,1-1-1 0 0,-1 0 1 0 0,0 0 0 0 0,0 0 0 0 0,2-3-1 0 0,-1 1 1 0 0,-1-1 0 0 0,1 1 0 0 0,-1-1-1 0 0,0 1 1 0 0,-1-1 0 0 0,1 0-1 0 0,-1 0 1 0 0,0 0 0 0 0,0 0 0 0 0,0-8-1 0 0,-1-7 5 0 0,-1 0 0 0 0,0 0 1 0 0,-2 0-1 0 0,-6-28 0 0 0,-48-142 30 0 0,11 66 18 0 0,26 70-3 0 0,10 26 163 0 0,-1 1-1 0 0,-1 1 1 0 0,-28-44 0 0 0,32 64-127 0 0,-2 16-50 0 0,3 17-39 0 0,8-7 2 0 0,0 0 0 0 0,2 1 0 0 0,0-1 0 0 0,1 0 0 0 0,2-1 0 0 0,0 1 0 0 0,13 29 0 0 0,-13-33-5 0 0,74 230 48 0 0,-17-48-1 0 0,-59-186-31 0 0,0-1-1 0 0,1 1 0 0 0,1-1 1 0 0,-1 0-1 0 0,12 15 0 0 0,-14-22-6 0 0,0-1-1 0 0,1 1 0 0 0,-1 0 1 0 0,1-1-1 0 0,0 0 0 0 0,0 0 1 0 0,0 0-1 0 0,0 0 1 0 0,1-1-1 0 0,-1 1 0 0 0,1-1 1 0 0,0 0-1 0 0,-1-1 1 0 0,1 1-1 0 0,0-1 0 0 0,6 1 1 0 0,19 1-139 0 0,0-2 1 0 0,1-1-1 0 0,-1-1 0 0 0,0-1 1 0 0,0-2-1 0 0,38-10 1 0 0,3-5-3152 0 0,97-39 1 0 0,-127 39 940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08.0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75 152 6237 0 0,'-28'-8'-16'0'0,"9"3"16"0"0,5 0 32 0 0,6 0 4 0 0,3 0 24 0 0,10-9-44 0 0,3 4 4 0 0,11 0 4 0 0,9-3-20 0 0,18-4-36 0 0,7 5-84 0 0,4 2-136 0 0,12 0-104 0 0,8-2-77 0 0,-6 4-291 0 0,-8 3-808 0 0,0 3 420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10.1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411 91 3928 0 0,'0'0'-77'0'0,"-20"-20"959"0"0,18 17-789 0 0,0 0-36 0 0,1 0 0 0 0,-1 0-1 0 0,1 0 1 0 0,-1 0 0 0 0,0 0-1 0 0,0 0 1 0 0,0 1 0 0 0,0-1-1 0 0,-4-2 1 0 0,1 1-5 0 0,0 0 1 0 0,0 1-1 0 0,0 0 0 0 0,0 0 0 0 0,-1 1 1 0 0,1-1-1 0 0,-1 1 0 0 0,-7-2 1 0 0,2 2-22 0 0,0-1 1 0 0,-1 2 0 0 0,0 0-1 0 0,1 0 1 0 0,-1 1 0 0 0,-17 2-1 0 0,15-1-20 0 0,1 1 0 0 0,0 1 0 0 0,0 1 0 0 0,1-1 0 0 0,-1 2-1 0 0,1 0 1 0 0,0 0 0 0 0,0 1 0 0 0,0 1 0 0 0,1 0 0 0 0,0 1 0 0 0,1 0-1 0 0,-1 0 1 0 0,2 1 0 0 0,-1 0 0 0 0,-13 18 0 0 0,23-26-8 0 0,-1 0-1 0 0,1-1 1 0 0,0 1-1 0 0,-1 0 1 0 0,1 0 0 0 0,0 0-1 0 0,0 0 1 0 0,0 0-1 0 0,0 0 1 0 0,-1 0 0 0 0,1 0-1 0 0,1 0 1 0 0,-1 0-1 0 0,0 0 1 0 0,0 0 0 0 0,0 0-1 0 0,0 0 1 0 0,1 0-1 0 0,-1 0 1 0 0,0-1 0 0 0,1 1-1 0 0,-1 0 1 0 0,1 0-1 0 0,-1 0 1 0 0,1 0 0 0 0,-1-1-1 0 0,1 1 1 0 0,-1 0-1 0 0,1 0 1 0 0,0-1 0 0 0,0 1-1 0 0,-1-1 1 0 0,1 1-1 0 0,0 0 1 0 0,0-1 0 0 0,0 0-1 0 0,0 1 1 0 0,-1-1-1 0 0,3 1 1 0 0,36 16 60 0 0,-37-16-61 0 0,20 4 24 0 0,0 0 1 0 0,1-2-1 0 0,0-1 1 0 0,0 0 0 0 0,0-2-1 0 0,-1-1 1 0 0,1 0-1 0 0,28-7 1 0 0,-44 7-17 0 0,0 0 0 0 0,0-1 0 0 0,0 0 0 0 0,0-1 0 0 0,0 1 0 0 0,-1-1 0 0 0,1-1 0 0 0,-1 1 0 0 0,8-6 0 0 0,-12 7 3 0 0,0 0 0 0 0,0 0 0 0 0,0 0 0 0 0,0 0 1 0 0,0 0-1 0 0,-1 0 0 0 0,1 0 0 0 0,-1-1 0 0 0,1 1 1 0 0,-1-1-1 0 0,0 1 0 0 0,0-1 0 0 0,0 1 0 0 0,0-1 1 0 0,-1 0-1 0 0,1 1 0 0 0,-1-1 0 0 0,1 0 0 0 0,-1 0 1 0 0,0 0-1 0 0,0 1 0 0 0,0-1 0 0 0,-1 0 0 0 0,1 0 0 0 0,-2-4 1 0 0,1 4 12 0 0,0-1 1 0 0,0 1 0 0 0,-1 0-1 0 0,1 0 1 0 0,-1 0-1 0 0,0 0 1 0 0,0 0 0 0 0,0 1-1 0 0,0-1 1 0 0,-1 0-1 0 0,1 1 1 0 0,-4-3 0 0 0,5 4 168 0 0,3 6-244 0 0,14 45 34 0 0,-3-9 5 0 0,2 0 1 0 0,30 60-1 0 0,53 51 22 0 0,-63-102-3 0 0,57 110-1 0 0,-88-152 0 0 0,0 0 0 0 0,-1 1 0 0 0,0 0 0 0 0,0 0 0 0 0,-1 0 0 0 0,0 0 0 0 0,0 0 0 0 0,-1 0 0 0 0,0 0 0 0 0,-1 11 1 0 0,-1-15-5 0 0,0-1 1 0 0,0 1 0 0 0,-1-1 0 0 0,1 1 0 0 0,-1-1 0 0 0,0 0 0 0 0,0 1 0 0 0,0-1 0 0 0,-1 0 0 0 0,1-1 0 0 0,-1 1 0 0 0,0 0 0 0 0,0-1 0 0 0,-1 1 0 0 0,1-1 0 0 0,-1 0-1 0 0,1 0 1 0 0,-1-1 0 0 0,0 1 0 0 0,0-1 0 0 0,0 1 0 0 0,-6 1 0 0 0,-11 6 96 0 0,0-2 1 0 0,0 1-1 0 0,-1-2 0 0 0,-1-1 1 0 0,-28 4-1 0 0,37-8 32 0 0,0-1 0 0 0,1 0 0 0 0,-1-1 0 0 0,0 0 1 0 0,1-1-1 0 0,-1-1 0 0 0,0 0 0 0 0,1-1 0 0 0,0 0 0 0 0,-16-6 0 0 0,26 7-103 0 0,0 1 0 0 0,-1-1 0 0 0,1 1 0 0 0,0-1 0 0 0,0 0 0 0 0,0-1 0 0 0,1 1 0 0 0,-1 0 0 0 0,0-1 0 0 0,1 1 0 0 0,-1-1 0 0 0,1 0 0 0 0,0 0 0 0 0,0 0 0 0 0,0 0 0 0 0,1 0 0 0 0,-1 0 0 0 0,1-1 0 0 0,-1 1 0 0 0,1-1 0 0 0,0 1 0 0 0,1-1 0 0 0,-1 1 0 0 0,0-1 0 0 0,1 1 0 0 0,0-1 0 0 0,0 1 0 0 0,0-1 0 0 0,0 0 0 0 0,1 1 0 0 0,-1-1 0 0 0,2-4 0 0 0,2-8 8 0 0,1 1 0 0 0,0 0-1 0 0,1 0 1 0 0,1 1 0 0 0,0-1 0 0 0,10-13-1 0 0,5-5-22 0 0,2 1-1 0 0,1 0 1 0 0,2 2 0 0 0,1 1-1 0 0,1 2 1 0 0,1 0-1 0 0,39-25 1 0 0,250-140-76 0 0,-223 139 51 0 0,-66 31-292 0 0,-36 22 292 0 0,1 0 0 0 0,0 1 0 0 0,0 0-1 0 0,0 0 1 0 0,0 0 0 0 0,0 0 0 0 0,-6 4 0 0 0,9-4 6 0 0,0-1 0 0 0,0 2 1 0 0,0-1-1 0 0,0 0 0 0 0,0 0 1 0 0,1 0-1 0 0,-1 1 0 0 0,0-1 0 0 0,1 1 1 0 0,-1 0-1 0 0,1-1 0 0 0,0 1 1 0 0,-1 0-1 0 0,1 0 0 0 0,0-1 1 0 0,0 1-1 0 0,0 0 0 0 0,1 0 1 0 0,-1 0-1 0 0,0 1 0 0 0,1-1 1 0 0,-1 0-1 0 0,1 0 0 0 0,0 0 1 0 0,-1 4-1 0 0,2 2 5 0 0,0 0 0 0 0,1-1 0 0 0,-1 1 0 0 0,2-1 0 0 0,-1 1 0 0 0,1-1 0 0 0,0 0 0 0 0,0 0 0 0 0,1 0 0 0 0,0-1 0 0 0,0 1 0 0 0,0-1 0 0 0,1 0 0 0 0,0 0 0 0 0,0 0 0 0 0,1-1 0 0 0,0 0 0 0 0,0 0 0 0 0,0 0 0 0 0,0-1 0 0 0,13 7 0 0 0,-4-2 15 0 0,1-1 0 0 0,0-1 1 0 0,1 0-1 0 0,-1-1 0 0 0,1-1 0 0 0,0-1 0 0 0,1 0 0 0 0,28 2 0 0 0,-41-6-11 0 0,1 1 0 0 0,-1-2 0 0 0,1 1 0 0 0,-1 0 0 0 0,1-1 0 0 0,-1 0 0 0 0,1 0 0 0 0,-1-1 0 0 0,0 0 0 0 0,0 0 0 0 0,0 0 0 0 0,0 0 0 0 0,0-1 0 0 0,0 0 0 0 0,-1 0 0 0 0,1 0 0 0 0,-1 0 0 0 0,0-1 0 0 0,0 0-1 0 0,0 1 1 0 0,0-2 0 0 0,-1 1 0 0 0,1 0 0 0 0,-1-1 0 0 0,0 1 0 0 0,-1-1 0 0 0,1 0 0 0 0,-1 0 0 0 0,0 0 0 0 0,0 0 0 0 0,0-1 0 0 0,-1 1 0 0 0,0 0 0 0 0,0-1 0 0 0,0 1 0 0 0,-1-1 0 0 0,0 1 0 0 0,0-1 0 0 0,0 1 0 0 0,-1-1 0 0 0,0 1 0 0 0,0-1 0 0 0,0 1-1 0 0,0 0 1 0 0,-1-1 0 0 0,0 1 0 0 0,0 0 0 0 0,0 0 0 0 0,-1 1 0 0 0,0-1 0 0 0,0 0 0 0 0,0 1 0 0 0,-1-1 0 0 0,-4-3 0 0 0,-6-4-11 0 0,0 1 0 0 0,-1 0 0 0 0,-1 1-1 0 0,0 1 1 0 0,0 1 0 0 0,-1 0 0 0 0,0 1 0 0 0,-1 1 0 0 0,-32-8 0 0 0,23 6-73 0 0,26 8-158 0 0,-9-2-7 0 0,6-1-1085 0 0,34-5-5998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10.8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1 129 6521 0 0,'0'1'-44'0'0,"0"-1"0"0"0,0 0 0 0 0,0 0 0 0 0,0 1 1 0 0,0-1-1 0 0,0 0 0 0 0,0 0 0 0 0,0 1 1 0 0,0-1-1 0 0,0 0 0 0 0,0 1 0 0 0,0-1 0 0 0,0 0 1 0 0,0 0-1 0 0,0 1 0 0 0,0-1 0 0 0,0 0 1 0 0,0 1-1 0 0,0-1 0 0 0,0 0 0 0 0,1 0 0 0 0,-1 1 1 0 0,0-1-1 0 0,0 0 0 0 0,0 0 0 0 0,0 0 0 0 0,1 1 1 0 0,-1-1-1 0 0,0 0 0 0 0,0 0 0 0 0,1 0 1 0 0,-1 1-1 0 0,0-1 0 0 0,0 0 0 0 0,1 0 0 0 0,-1 0 1 0 0,0 0-1 0 0,0 0 0 0 0,1 0 0 0 0,18 2-417 0 0,24-7 742 0 0,-38 5-444 0 0,25-4 125 0 0,57-15 0 0 0,-80 17 85 0 0,0 0 0 0 0,0-1 1 0 0,0 0-1 0 0,-1 0 0 0 0,1-1 0 0 0,-1 1 0 0 0,0-1 0 0 0,1-1 1 0 0,-2 1-1 0 0,1-1 0 0 0,-1 0 0 0 0,1 0 0 0 0,5-9 0 0 0,-10 13-27 0 0,0 0 0 0 0,-1 0-1 0 0,1 0 1 0 0,-1 0 0 0 0,1 0-1 0 0,-1 0 1 0 0,0 0 0 0 0,1 0-1 0 0,-1 0 1 0 0,0 0-1 0 0,0 0 1 0 0,0-1 0 0 0,1 1-1 0 0,-1 0 1 0 0,0 0 0 0 0,-1 0-1 0 0,1 0 1 0 0,0 0-1 0 0,0 0 1 0 0,0 0 0 0 0,-1 0-1 0 0,1-1 1 0 0,0 1 0 0 0,-1 0-1 0 0,1 0 1 0 0,-1 0 0 0 0,0 0-1 0 0,1 1 1 0 0,-1-1-1 0 0,0 0 1 0 0,1 0 0 0 0,-1 0-1 0 0,0 0 1 0 0,0 1 0 0 0,0-1-1 0 0,0 0 1 0 0,1 1 0 0 0,-1-1-1 0 0,0 1 1 0 0,0-1-1 0 0,-2 0 1 0 0,-1-1 3 0 0,1 1 1 0 0,-1-1-1 0 0,1 1 1 0 0,-1 0-1 0 0,1 0 0 0 0,-1 1 1 0 0,0-1-1 0 0,0 1 1 0 0,1 0-1 0 0,-1-1 0 0 0,0 2 1 0 0,-6 0-1 0 0,-5 3 5 0 0,1 0-1 0 0,0 1 1 0 0,0 1-1 0 0,0 0 1 0 0,1 1-1 0 0,-22 14 1 0 0,31-18-19 0 0,0-1 0 0 0,0 1 1 0 0,0 0-1 0 0,1 0 0 0 0,-1 0 1 0 0,1 1-1 0 0,0-1 0 0 0,0 1 0 0 0,0 0 1 0 0,0 0-1 0 0,1 0 0 0 0,-1 0 0 0 0,1 0 1 0 0,0 0-1 0 0,0 1 0 0 0,1-1 0 0 0,-1 1 1 0 0,1-1-1 0 0,0 1 0 0 0,0 0 0 0 0,1-1 1 0 0,-1 1-1 0 0,1 0 0 0 0,0 0 0 0 0,0-1 1 0 0,1 6-1 0 0,2-4 5 0 0,-1-1-1 0 0,0 0 1 0 0,1 0 0 0 0,0 0-1 0 0,1 0 1 0 0,-1-1-1 0 0,1 1 1 0 0,0-1 0 0 0,0 0-1 0 0,0 0 1 0 0,0 0 0 0 0,1-1-1 0 0,-1 1 1 0 0,1-1 0 0 0,0 0-1 0 0,0 0 1 0 0,0-1 0 0 0,9 3-1 0 0,11 5 44 0 0,0-1 0 0 0,40 7-1 0 0,-42-10-107 0 0,1-2-1 0 0,0-1 0 0 0,0-1 1 0 0,35-1-1 0 0,-46-2-549 0 0,0-1 1 0 0,0 0-1 0 0,0-1 0 0 0,-1 0 0 0 0,24-9 0 0 0,-9 0-691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11.3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299 20 4324 0 0,'0'-1'13'0'0,"1"1"0"0"0,0 0 0 0 0,-1-1 0 0 0,1 1 0 0 0,-1 0 0 0 0,1-1 0 0 0,-1 1 0 0 0,1-1 0 0 0,0 1 0 0 0,-1-1 0 0 0,0 1 0 0 0,1-1 0 0 0,-1 1 0 0 0,1-1-1 0 0,-1 0 1 0 0,0 1 0 0 0,1-1 0 0 0,-1 0 0 0 0,0 1 0 0 0,0-1 0 0 0,1 0 0 0 0,-1 0 0 0 0,-11-6 458 0 0,-33 8-56 0 0,40 0-404 0 0,-54 14 161 0 0,56-15-163 0 0,-1 1 1 0 0,1-1-1 0 0,0 1 1 0 0,0 0-1 0 0,0-1 1 0 0,0 1-1 0 0,0 0 0 0 0,0 0 1 0 0,0 1-1 0 0,0-1 1 0 0,0 0-1 0 0,1 1 1 0 0,-1-1-1 0 0,0 1 0 0 0,1-1 1 0 0,-1 1-1 0 0,1 0 1 0 0,0 0-1 0 0,-1-1 1 0 0,1 1-1 0 0,0 0 0 0 0,0 0 1 0 0,-1 3-1 0 0,3-3-2 0 0,-1 1-1 0 0,1-1 1 0 0,0 0 0 0 0,-1 1-1 0 0,1-1 1 0 0,0 1-1 0 0,0-1 1 0 0,0 0 0 0 0,1 0-1 0 0,-1 0 1 0 0,1 0 0 0 0,-1 0-1 0 0,1 0 1 0 0,0 0-1 0 0,-1 0 1 0 0,1 0 0 0 0,0-1-1 0 0,0 1 1 0 0,3 1-1 0 0,47 26 41 0 0,-38-22-35 0 0,98 44 40 0 0,-71-33-24 0 0,76 42 1 0 0,-117-60-25 0 0,1 0 0 0 0,-1 0 1 0 0,1 1-1 0 0,-1-1 0 0 0,0 0 1 0 0,1 0-1 0 0,-1 1 0 0 0,0-1 1 0 0,1 0-1 0 0,-1 1 0 0 0,1-1 1 0 0,-1 0-1 0 0,0 1 0 0 0,0-1 1 0 0,1 1-1 0 0,-1-1 0 0 0,0 0 1 0 0,0 1-1 0 0,0-1 0 0 0,1 1 1 0 0,-1-1-1 0 0,0 1 0 0 0,0-1 1 0 0,0 1-1 0 0,0-1 0 0 0,0 1 1 0 0,0-1-1 0 0,0 0 1 0 0,0 1-1 0 0,0-1 0 0 0,0 1 1 0 0,0-1-1 0 0,0 1 0 0 0,0-1 1 0 0,-1 1-1 0 0,-15 13 76 0 0,-27 3 36 0 0,-1-7-11 0 0,0-2 0 0 0,-78 5 0 0 0,98-12-81 0 0,-1-1 0 0 0,1-1 0 0 0,0-1 0 0 0,0-1 0 0 0,0-1-1 0 0,-42-14 1 0 0,64 18-134 0 0,0-1 0 0 0,0 1 0 0 0,0-1-1 0 0,0 0 1 0 0,0 0 0 0 0,0 0 0 0 0,0 0 0 0 0,0 0-1 0 0,0 0 1 0 0,1-1 0 0 0,-1 1 0 0 0,0-1-1 0 0,1 1 1 0 0,-1-1 0 0 0,1 1 0 0 0,-1-1-1 0 0,1 0 1 0 0,0 0 0 0 0,0 0 0 0 0,0 1 0 0 0,0-1-1 0 0,0 0 1 0 0,0-1 0 0 0,1 1 0 0 0,-1 0-1 0 0,1 0 1 0 0,-1 0 0 0 0,1 0 0 0 0,0 0 0 0 0,0-5-1 0 0,4-10-1667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11.9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76 145 4872 0 0,'-8'-24'645'0'0,"-2"0"0"0"0,-1 1 1 0 0,-16-28-1 0 0,18 36 81 0 0,3 7 49 0 0,3 10-330 0 0,2 21-227 0 0,9 36-285 0 0,27 82 126 0 0,69 178 0 0 0,-89-277-48 0 0,46 143 444 0 0,-61-184-349 0 0,0 5 144 0 0,0-6-273 0 0,0 0 0 0 0,0 0-1 0 0,0 0 1 0 0,0 0 0 0 0,0 0 0 0 0,0 0-1 0 0,0 0 1 0 0,0 0 0 0 0,0 0 0 0 0,0-1-1 0 0,0 1 1 0 0,1 0 0 0 0,-1 0 0 0 0,0 0 0 0 0,0 0-1 0 0,0 0 1 0 0,0 0 0 0 0,0 0 0 0 0,0 0-1 0 0,0 0 1 0 0,0 0 0 0 0,0 0 0 0 0,0 0 0 0 0,0 0-1 0 0,1 0 1 0 0,-1 0 0 0 0,0 0 0 0 0,0 0-1 0 0,0 0 1 0 0,0 0 0 0 0,0 0 0 0 0,0 0-1 0 0,0 0 1 0 0,0 0 0 0 0,0 0 0 0 0,0 0 0 0 0,0 0-1 0 0,1 0 1 0 0,-1 0 0 0 0,37-61-5124 0 0,-16 41 2589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12.6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43 52 5697 0 0,'-39'0'5'0'0,"36"-2"414"0"0,8-2-174 0 0,27-7-110 0 0,45-6-110 0 0,-26 9-14 0 0,-1 3 1 0 0,1 1-1 0 0,0 3 0 0 0,0 2 1 0 0,72 11-1 0 0,-120-12-13 0 0,-1 1 0 0 0,1-1 1 0 0,-1 0-1 0 0,1 1 0 0 0,-1 0 0 0 0,0-1 0 0 0,1 1 1 0 0,-1 0-1 0 0,0 0 0 0 0,0 0 0 0 0,0 0 1 0 0,0 1-1 0 0,0-1 0 0 0,0 1 0 0 0,0-1 0 0 0,0 1 1 0 0,0 0-1 0 0,-1-1 0 0 0,1 1 0 0 0,-1 0 1 0 0,1 0-1 0 0,-1 0 0 0 0,0 0 0 0 0,0 1 0 0 0,0-1 1 0 0,0 0-1 0 0,1 3 0 0 0,-2 2 0 0 0,0 0 0 0 0,0-1 0 0 0,0 1 0 0 0,-1 0 0 0 0,0 0-1 0 0,-1-1 1 0 0,0 1 0 0 0,-2 6 0 0 0,0 0-6 0 0,4-11 11 0 0,-1 0 1 0 0,0 1 0 0 0,1-1 0 0 0,-1 0 0 0 0,1 1 0 0 0,0-1 0 0 0,0 0 0 0 0,0 1 0 0 0,0-1 0 0 0,0 0-1 0 0,1 1 1 0 0,-1-1 0 0 0,1 0 0 0 0,-1 1 0 0 0,1-1 0 0 0,0 0 0 0 0,0 0 0 0 0,0 0 0 0 0,0 0-1 0 0,0 0 1 0 0,3 3 0 0 0,-2-2 4 0 0,1 0 0 0 0,1-1 0 0 0,-1 1 0 0 0,0-1 1 0 0,1 0-1 0 0,-1 0 0 0 0,1 0 0 0 0,-1 0 0 0 0,1-1 0 0 0,0 1 0 0 0,6 0 0 0 0,11 2 27 0 0,0 0 1 0 0,0-2 0 0 0,40-1-1 0 0,-49-1-28 0 0,30 0 125 0 0,77-10 0 0 0,-108 8-30 0 0,1 0-1 0 0,-1-1 1 0 0,0 0-1 0 0,0 0 1 0 0,0-1-1 0 0,-1-1 1 0 0,1 0-1 0 0,-1 0 1 0 0,0-1-1 0 0,-1 0 1 0 0,17-14-1 0 0,-24 19-77 0 0,-1 0 1 0 0,0 0-1 0 0,0-1 0 0 0,0 1 0 0 0,0 0 1 0 0,0 0-1 0 0,0-1 0 0 0,0 1 0 0 0,0-1 1 0 0,0 1-1 0 0,-1-1 0 0 0,1 1 0 0 0,-1-1 1 0 0,1 1-1 0 0,-1-1 0 0 0,0 1 1 0 0,1-1-1 0 0,-1 0 0 0 0,0 1 0 0 0,0-1 1 0 0,0 1-1 0 0,0-1 0 0 0,0 0 0 0 0,0 1 1 0 0,-1-1-1 0 0,1 0 0 0 0,-1-1 0 0 0,-1 0 4 0 0,0 0-1 0 0,0 0 1 0 0,0 0-1 0 0,-1 0 0 0 0,1 0 1 0 0,-1 1-1 0 0,1-1 0 0 0,-1 1 1 0 0,0-1-1 0 0,0 1 1 0 0,-5-3-1 0 0,-10-4-43 0 0,1 0 1 0 0,-2 2-1 0 0,-24-8 1 0 0,43 15 12 0 0,-67-16-883 0 0,33 9-2783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13.9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365 75 6185 0 0,'0'0'-344'0'0,"-9"-17"-355"0"0,4 5 1404 0 0,3 9-648 0 0,1 0-1 0 0,-1 1 1 0 0,1-1-1 0 0,-1 1 1 0 0,0-1-1 0 0,0 1 1 0 0,0 0 0 0 0,0-1-1 0 0,0 1 1 0 0,0 0-1 0 0,-1 0 1 0 0,1 1-1 0 0,-4-3 1 0 0,2 2-21 0 0,-1 0-1 0 0,0 1 1 0 0,0-1 0 0 0,0 1 0 0 0,0 0 0 0 0,0 0 0 0 0,0 0 0 0 0,0 1-1 0 0,0-1 1 0 0,0 1 0 0 0,-9 2 0 0 0,-1 0-21 0 0,1 1-1 0 0,-1 0 1 0 0,1 1-1 0 0,0 1 1 0 0,0 0 0 0 0,-18 10-1 0 0,17-6 0 0 0,1 0 0 0 0,0 0 0 0 0,-25 23 0 0 0,34-28-6 0 0,1 1-1 0 0,-1-1 0 0 0,1 1 1 0 0,-1 0-1 0 0,1 1 0 0 0,1-1 1 0 0,-1 1-1 0 0,1 0 0 0 0,0-1 1 0 0,0 2-1 0 0,1-1 0 0 0,-1 0 1 0 0,0 7-1 0 0,3-11-3 0 0,0 0 0 0 0,0 0 0 0 0,1 0 0 0 0,-1 0-1 0 0,1 0 1 0 0,0 0 0 0 0,-1 0 0 0 0,1 0 0 0 0,0 0 0 0 0,0 0 0 0 0,0 0 0 0 0,0 0-1 0 0,1-1 1 0 0,-1 1 0 0 0,0 0 0 0 0,1-1 0 0 0,-1 1 0 0 0,1-1 0 0 0,0 0 0 0 0,-1 1-1 0 0,1-1 1 0 0,0 0 0 0 0,0 0 0 0 0,0 0 0 0 0,0 0 0 0 0,-1 0 0 0 0,1-1 0 0 0,4 2-1 0 0,59 14 61 0 0,-38-12-41 0 0,0-2 1 0 0,1-1-1 0 0,-1 0 0 0 0,0-3 1 0 0,51-7-1 0 0,-59 5 68 0 0,0-1 0 0 0,-1 0-1 0 0,1-1 1 0 0,-1-2-1 0 0,0 1 1 0 0,-1-2 0 0 0,0 0-1 0 0,32-24 1 0 0,-46 31 3 0 0,0-1-1 0 0,0 0 1 0 0,0 0-1 0 0,0 0 1 0 0,0 0-1 0 0,-1 0 1 0 0,1 0-1 0 0,-1-1 1 0 0,0 1-1 0 0,0-1 1 0 0,0 0-1 0 0,-1 0 1 0 0,3-6 0 0 0,-4 8 210 0 0,-6 4-268 0 0,4 0-28 0 0,-1-1-1 0 0,1 0 1 0 0,-1 1-1 0 0,1 0 1 0 0,-1-1-1 0 0,1 1 0 0 0,0 0 1 0 0,0 0-1 0 0,0 1 1 0 0,0-1-1 0 0,-3 4 1 0 0,5-5-4 0 0,-1 0 0 0 0,1 0 0 0 0,0 0 0 0 0,-1 0 1 0 0,1 1-1 0 0,0-1 0 0 0,0 0 0 0 0,0 0 0 0 0,0 1 0 0 0,0-1 1 0 0,0 0-1 0 0,0 0 0 0 0,0 0 0 0 0,0 1 0 0 0,1-1 0 0 0,-1 0 1 0 0,0 0-1 0 0,1 0 0 0 0,-1 0 0 0 0,1 0 0 0 0,-1 1 1 0 0,1-1-1 0 0,0 0 0 0 0,-1 0 0 0 0,1 0 0 0 0,0-1 0 0 0,0 1 1 0 0,0 0-1 0 0,0 0 0 0 0,0 0 0 0 0,0-1 0 0 0,0 1 0 0 0,0 0 1 0 0,0-1-1 0 0,0 1 0 0 0,0-1 0 0 0,2 2 0 0 0,11 5 25 0 0,1 0-1 0 0,0-1 1 0 0,0-1-1 0 0,0 0 1 0 0,1-1-1 0 0,-1 0 0 0 0,21 1 1 0 0,-2-2-827 0 0,1-1 1 0 0,44-4-1 0 0,-5-8-3212 0 0,-41 1 1681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14.4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32 271 5521 0 0,'-1'-11'-153'0'0,"0"0"1"0"0,0 0 0 0 0,1 0-1 0 0,1-15 1 0 0,5-48 807 0 0,-4-34 2215 0 0,-2 107-2837 0 0,0 0 0 0 0,1 1 0 0 0,-1-1-1 0 0,0 0 1 0 0,0 0 0 0 0,0 0 0 0 0,0 0 0 0 0,0 1-1 0 0,0-1 1 0 0,-1 0 0 0 0,1 0 0 0 0,0 0 0 0 0,0 1 0 0 0,0-1-1 0 0,-1 0 1 0 0,1 0 0 0 0,0 1 0 0 0,-1-1 0 0 0,1 0 0 0 0,-1 1-1 0 0,1-1 1 0 0,-1 0 0 0 0,0 0 0 0 0,-10 12 339 0 0,-6 29-230 0 0,15-23-121 0 0,0-1 0 0 0,1 1 1 0 0,1 0-1 0 0,1 0 1 0 0,1 0-1 0 0,5 28 1 0 0,34 100 34 0 0,-19-73-13 0 0,62 204 44 0 0,-82-267-69 0 0,2-1 0 0 0,-1 1 0 0 0,1-1 1 0 0,0 0-1 0 0,0 0 0 0 0,7 8 0 0 0,-9-14-6 0 0,0 1 0 0 0,1-1 0 0 0,-1 0 0 0 0,1 1 0 0 0,0-1-1 0 0,0 0 1 0 0,-1-1 0 0 0,1 1 0 0 0,0 0 0 0 0,0-1 0 0 0,1 0 0 0 0,-1 0-1 0 0,0 0 1 0 0,0 0 0 0 0,1 0 0 0 0,-1 0 0 0 0,0-1 0 0 0,1 0-1 0 0,4 0 1 0 0,23-1-93 0 0,0-2 0 0 0,0-1-1 0 0,0-1 1 0 0,-1-2-1 0 0,57-20 1 0 0,-40 9-2751 0 0,56-32 0 0 0,-75 37 554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14.7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70 138 5493 0 0,'-41'0'-383'0'0,"38"0"412"0"0,-14-3 205 0 0,9 0 38 0 0,9 0 98 0 0,227-55-69 0 0,-2 2-3755 0 0,-179 41 2448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15.2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78 113 3892 0 0,'-41'-110'4044'0'0,"41"108"-3845"0"0,0 3-187 0 0,-1-1 0 0 0,1 0 0 0 0,0 0 0 0 0,0 0-1 0 0,0 1 1 0 0,0-1 0 0 0,0 0 0 0 0,0 0-1 0 0,0 0 1 0 0,-1 0 0 0 0,1 1 0 0 0,0-1 0 0 0,0 0-1 0 0,0 0 1 0 0,0 0 0 0 0,0 0 0 0 0,-1 0-1 0 0,1 0 1 0 0,0 0 0 0 0,0 1 0 0 0,0-1-1 0 0,-1 0 1 0 0,1 0 0 0 0,0 0 0 0 0,0 0 0 0 0,0 0-1 0 0,-1 0 1 0 0,1 0 0 0 0,0 0 0 0 0,0 0-1 0 0,0 0 1 0 0,-1 0 0 0 0,1 0 0 0 0,0 0 0 0 0,0 0-1 0 0,0 0 1 0 0,-1 0 0 0 0,1-1 0 0 0,0 1-1 0 0,0 0 1 0 0,0 0 0 0 0,-1 0 0 0 0,1 0 0 0 0,0 0-1 0 0,0 0 1 0 0,0 0 0 0 0,0-1 0 0 0,-1 1-1 0 0,1 0 1 0 0,0 0 0 0 0,0 0 0 0 0,0 0 0 0 0,0-1-1 0 0,0 1 1 0 0,0 0 0 0 0,0 0 0 0 0,0 0-1 0 0,-1-1 1 0 0,1 1 0 0 0,0 0 0 0 0,-11 15 280 0 0,11-15-359 0 0,-3 8 83 0 0,0 1 1 0 0,1-1 0 0 0,0 1-1 0 0,0-1 1 0 0,1 1-1 0 0,0-1 1 0 0,0 1-1 0 0,1 0 1 0 0,2 15 0 0 0,-2 11 4 0 0,0-34-21 0 0,-3 239 127 0 0,5-211-104 0 0,1 0-1 0 0,1 1 1 0 0,2-1-1 0 0,1-1 0 0 0,1 0 1 0 0,13 32-1 0 0,-17-51 7 0 0,1 0-1 0 0,0 0 0 0 0,0-1 0 0 0,0 1 1 0 0,1-1-1 0 0,0 0 0 0 0,1-1 1 0 0,0 0-1 0 0,0 0 0 0 0,1 0 1 0 0,-1-1-1 0 0,1 0 0 0 0,1-1 0 0 0,-1 1 1 0 0,1-2-1 0 0,0 1 0 0 0,0-1 1 0 0,0-1-1 0 0,1 1 0 0 0,-1-2 1 0 0,1 1-1 0 0,0-1 0 0 0,0-1 0 0 0,18 1 1 0 0,-10-2-171 0 0,1 0 0 0 0,0-1 0 0 0,0-2 0 0 0,-1 1 0 0 0,22-8 0 0 0,-15 3-970 0 0,-1-1 0 0 0,1-2 0 0 0,25-14 0 0 0,-21 7-1990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15.4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43 72 6609 0 0,'-5'0'-312'0'0,"2"1"249"0"0,-15 2-233 0 0,8-2 38 0 0,8-2 230 0 0,-2-1 19 0 0,4 2 9 0 0,0 0-1 0 0,0 0 1 0 0,0 0 0 0 0,0 0 0 0 0,0 0 0 0 0,1 0 0 0 0,-1 0 0 0 0,0 0 0 0 0,0 0 0 0 0,0 0 0 0 0,0 0-1 0 0,0 0 1 0 0,1 0 0 0 0,-1 0 0 0 0,0 0 0 0 0,0 0 0 0 0,0-1 0 0 0,0 1 0 0 0,0 0 0 0 0,0 0 0 0 0,0 0 0 0 0,1 0-1 0 0,-1 0 1 0 0,0 0 0 0 0,0 0 0 0 0,0-1 0 0 0,0 1 0 0 0,0 0 0 0 0,0 0 0 0 0,0 0 0 0 0,0 0 0 0 0,0 0-1 0 0,0 0 1 0 0,0-1 0 0 0,0 1 0 0 0,0 0 0 0 0,0 0 0 0 0,0 0 0 0 0,0 0 0 0 0,0 0 0 0 0,0-1 0 0 0,0 1 0 0 0,0 0-1 0 0,0 0 1 0 0,0 0 0 0 0,0 0 0 0 0,0 0 0 0 0,0-1 0 0 0,0 1 0 0 0,0 0 0 0 0,0 0 0 0 0,0 0 0 0 0,0 0-1 0 0,-1 0 1 0 0,1 0 0 0 0,0 0 0 0 0,0-1 0 0 0,0 1 0 0 0,0 0 0 0 0,0 0 0 0 0,0 0 0 0 0,0 0 0 0 0,-1 0 0 0 0,301-43 40 0 0,-154 23-2502 0 0,-110 15 1103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16.7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124 229 4036 0 0,'31'2'-1052'0'0,"37"-6"1246"0"0,-63 3-121 0 0,0 0 0 0 0,0-1 0 0 0,0 1 0 0 0,0-1 0 0 0,0 0 0 0 0,-1 0 0 0 0,1-1 0 0 0,4-2 1 0 0,-8 4-55 0 0,0 0 1 0 0,0 0 0 0 0,0 1 0 0 0,0-1 0 0 0,0 0 0 0 0,0 0 0 0 0,-1 0 0 0 0,1 0-1 0 0,0 0 1 0 0,-1 0 0 0 0,1 0 0 0 0,0 0 0 0 0,-1 0 0 0 0,0 0 0 0 0,1 0 0 0 0,-1 0-1 0 0,1 0 1 0 0,-1 0 0 0 0,0-1 0 0 0,0 1 0 0 0,0 0 0 0 0,0 0 0 0 0,0 0 0 0 0,0 0-1 0 0,0-1 1 0 0,0 1 0 0 0,0 0 0 0 0,-1 0 0 0 0,1 0 0 0 0,0 0 0 0 0,-1 0 0 0 0,1-1-1 0 0,-1 1 1 0 0,1 0 0 0 0,-1 0 0 0 0,1 0 0 0 0,-1 0 0 0 0,0 0 0 0 0,0 1 0 0 0,0-2-1 0 0,-3-3 21 0 0,0 1 0 0 0,0-1 0 0 0,-1 1-1 0 0,1 0 1 0 0,-1 1 0 0 0,0-1 0 0 0,0 1-1 0 0,-5-3 1 0 0,4 3-19 0 0,0 1 1 0 0,0 0-1 0 0,0 0 1 0 0,0 0-1 0 0,-1 1 1 0 0,1 0-1 0 0,0 0 0 0 0,-1 1 1 0 0,1-1-1 0 0,0 1 1 0 0,-8 1-1 0 0,5 1-13 0 0,-1 0-1 0 0,1 0 1 0 0,1 0-1 0 0,-1 1 1 0 0,0 0 0 0 0,0 1-1 0 0,1 0 1 0 0,0 1-1 0 0,0-1 1 0 0,0 2-1 0 0,1-1 1 0 0,-1 1 0 0 0,-10 11-1 0 0,16-15-1 0 0,0 1-1 0 0,0-1 0 0 0,0 1 1 0 0,1-1-1 0 0,-1 1 1 0 0,1 0-1 0 0,-1-1 0 0 0,1 1 1 0 0,0 0-1 0 0,0 0 1 0 0,0 0-1 0 0,1 0 0 0 0,-1 0 1 0 0,1 0-1 0 0,-1 0 1 0 0,1 0-1 0 0,0 1 1 0 0,0-1-1 0 0,1 0 0 0 0,-1 0 1 0 0,0 0-1 0 0,1 0 1 0 0,0 0-1 0 0,0 0 0 0 0,0 0 1 0 0,0 0-1 0 0,0-1 1 0 0,1 1-1 0 0,-1 0 0 0 0,1 0 1 0 0,0-1-1 0 0,0 1 1 0 0,0-1-1 0 0,0 0 0 0 0,3 3 1 0 0,5 5 23 0 0,0 0 0 0 0,0-1 0 0 0,1 0 0 0 0,0-1 0 0 0,1 0 0 0 0,19 9 0 0 0,0-3 13 0 0,2-1 1 0 0,-1-2 0 0 0,2-1 0 0 0,-1-2 0 0 0,1-1 0 0 0,0-2-1 0 0,1-1 1 0 0,-1-1 0 0 0,1-3 0 0 0,41-3 0 0 0,-63 2-14 0 0,-1-1 1 0 0,0-1-1 0 0,0 0 1 0 0,0-1 0 0 0,0 0-1 0 0,0 0 1 0 0,-1-2-1 0 0,0 1 1 0 0,0-1-1 0 0,0-1 1 0 0,16-13-1 0 0,-21 15 15 0 0,0-1 0 0 0,0 0 0 0 0,-1-1 0 0 0,0 1 0 0 0,5-8 0 0 0,6-22 174 0 0,-8-5 33 0 0,-8 11-65 0 0,-1 11-72 0 0,0 4 53 0 0,0-1 1 0 0,0 1-1 0 0,-2 0 1 0 0,0-1 0 0 0,-7-20-1 0 0,6 8 12 0 0,4 12-216 0 0,2 44 32 0 0,0 0 10 0 0,3-1 0 0 0,0 1 0 0 0,15 43 0 0 0,-11-38 13 0 0,-8-29 82 0 0,0 1 0 0 0,0-1 0 0 0,0 1 0 0 0,0-1 0 0 0,-1 1 0 0 0,0 0 0 0 0,0-1-1 0 0,-1 9 1 0 0,1-11 129 0 0,-4-1-158 0 0,0-1 1 0 0,0 0-1 0 0,1-1 0 0 0,-1 1 1 0 0,0-1-1 0 0,1 1 0 0 0,-1-1 0 0 0,1 0 1 0 0,-1 0-1 0 0,1-1 0 0 0,-1 1 1 0 0,1-1-1 0 0,0 0 0 0 0,-1 0 1 0 0,1 0-1 0 0,0 0 0 0 0,1 0 1 0 0,-1-1-1 0 0,0 1 0 0 0,0-1 1 0 0,1 0-1 0 0,0 1 0 0 0,0-1 1 0 0,-1-1-1 0 0,2 1 0 0 0,-1 0 1 0 0,0 0-1 0 0,1-1 0 0 0,-1 1 1 0 0,1-1-1 0 0,0 1 0 0 0,0-1 1 0 0,0 1-1 0 0,1-1 0 0 0,-1 0 1 0 0,1 0-1 0 0,0-5 0 0 0,0 0-27 0 0,1 0 0 0 0,0 0 0 0 0,0 1 0 0 0,1-1 0 0 0,0 0 0 0 0,0 1 0 0 0,1-1 0 0 0,0 1 0 0 0,0 0 0 0 0,1-1 0 0 0,0 2 0 0 0,1-1 0 0 0,0 0 0 0 0,0 1 0 0 0,6-7 0 0 0,-4 7-37 0 0,1 0 1 0 0,0 1 0 0 0,0 0 0 0 0,0 0-1 0 0,0 1 1 0 0,1 0 0 0 0,0 1 0 0 0,0-1-1 0 0,0 2 1 0 0,1-1 0 0 0,0 2 0 0 0,-1-1-1 0 0,1 1 1 0 0,0 0 0 0 0,0 1 0 0 0,0 0 0 0 0,0 1-1 0 0,0 0 1 0 0,0 1 0 0 0,0 0 0 0 0,0 0-1 0 0,-1 1 1 0 0,1 0 0 0 0,0 1 0 0 0,12 5-1 0 0,-7-2-13 0 0,0 1 0 0 0,0 0 0 0 0,0 1 0 0 0,-1 1 0 0 0,0 0 0 0 0,0 1 0 0 0,-1 1 0 0 0,-1 0 0 0 0,0 0 0 0 0,0 2 0 0 0,-1-1 0 0 0,-1 1 0 0 0,0 1 0 0 0,12 21 0 0 0,-13-18-92 0 0,-6-9-122 0 0,0 0 0 0 0,1-1 0 0 0,1 1-1 0 0,-1-1 1 0 0,1 0 0 0 0,0 0 0 0 0,1-1-1 0 0,-1 0 1 0 0,8 6 0 0 0,13-21-5912 0 0,-15-3 2960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17.3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29 181 6681 0 0,'-15'-154'696'0'0,"13"140"-246"0"0,0 6-290 0 0,1 5-24 0 0,0 1 324 0 0,-7 62-356 0 0,13 40-17 0 0,25 71-41 0 0,-11-70-25 0 0,29 125 25 0 0,-37-190-17 0 0,1 0 0 0 0,2-1 0 0 0,2 0 1 0 0,19 33-1 0 0,-32-64-11 0 0,0 0 0 0 0,0 0 0 0 0,0 0 1 0 0,0-1-1 0 0,1 1 0 0 0,-1-1 0 0 0,1 1 0 0 0,0-1 1 0 0,0 0-1 0 0,0 0 0 0 0,0-1 0 0 0,1 0 0 0 0,-1 1 0 0 0,1-1 1 0 0,6 1-1 0 0,-3-1-51 0 0,0 0 1 0 0,1-1-1 0 0,-1 0 1 0 0,0 0-1 0 0,1-1 0 0 0,-1 0 1 0 0,0-1-1 0 0,13-2 1 0 0,1-2-803 0 0,0-1 1 0 0,0-1-1 0 0,0-1 1 0 0,-1-1-1 0 0,34-20 1 0 0,-13 4-1334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17.66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45 72 5156 0 0,'-6'1'-95'0'0,"-22"2"-412"0"0,18 1 769 0 0,20-7-230 0 0,108-23 33 0 0,78 0-116 0 0,-60 9-1920 0 0,-86 10 936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18.0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 28 4060 0 0,'0'0'178'0'0,"-5"-18"1131"0"0,1 9-271 0 0,1 9-113 0 0,3 7-883 0 0,0-1 0 0 0,0 1 0 0 0,0 0 1 0 0,1 0-1 0 0,1-1 0 0 0,-1 1 0 0 0,1-1 0 0 0,0 1 0 0 0,0-1 1 0 0,1 0-1 0 0,-1 0 0 0 0,2 0 0 0 0,-1 0 0 0 0,0 0 0 0 0,7 7 1 0 0,13 16-507 0 0,43 44 1 0 0,-31-35-2933 0 0,-31-33 1390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18.2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42 114 6113 0 0,'-8'-20'284'0'0,"-1"3"88"0"0,7 2 60 0 0,-4 2 12 0 0,3 4 4 0 0,-2 1 336 0 0,5-4-192 0 0,-6 0-220 0 0,4 4-368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19.6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242 128 5649 0 0,'0'0'-274'0'0,"-27"-30"-431"0"0,24 28 701 0 0,-1 1 1 0 0,0-1-1 0 0,0 1 1 0 0,0 0-1 0 0,0 1 1 0 0,0-1-1 0 0,0 0 1 0 0,0 1-1 0 0,0 0 1 0 0,0 0-1 0 0,-1 0 1 0 0,-3 1-1 0 0,-2 2-3 0 0,-1 0 0 0 0,1 0 0 0 0,-19 9 0 0 0,22-8 24 0 0,-1 0 0 0 0,1 0 0 0 0,0 1 0 0 0,0-1 0 0 0,0 2 0 0 0,1-1 0 0 0,0 1 1 0 0,0 0-1 0 0,0 0 0 0 0,1 1 0 0 0,-9 13 0 0 0,12-18-6 0 0,0 1 1 0 0,1 0-1 0 0,-1 0 1 0 0,1 0-1 0 0,0 0 1 0 0,0 1-1 0 0,1-1 1 0 0,-1 0-1 0 0,0 0 1 0 0,1 1-1 0 0,0-1 1 0 0,0 0-1 0 0,0 0 1 0 0,0 1-1 0 0,0-1 1 0 0,1 0-1 0 0,0 0 1 0 0,-1 1-1 0 0,1-1 1 0 0,0 0-1 0 0,1 0 1 0 0,-1 0-1 0 0,0 0 0 0 0,1 0 1 0 0,0-1-1 0 0,-1 1 1 0 0,1 0-1 0 0,0-1 1 0 0,1 1-1 0 0,-1-1 1 0 0,0 0-1 0 0,6 4 1 0 0,5 4 16 0 0,1 0 0 0 0,1-2 0 0 0,-1 0 0 0 0,1 0-1 0 0,1-2 1 0 0,0 0 0 0 0,26 7 0 0 0,-8-5 46 0 0,-1-2-1 0 0,61 4 1 0 0,-88-9-61 0 0,1-2-1 0 0,-1 1 1 0 0,0-1 0 0 0,0 1-1 0 0,0-2 1 0 0,0 1 0 0 0,0-1-1 0 0,0 0 1 0 0,0 0 0 0 0,0 0-1 0 0,-1-1 1 0 0,7-4 0 0 0,-10 6-11 0 0,0 0 1 0 0,-1-1-1 0 0,1 1 1 0 0,-1 0-1 0 0,1-1 1 0 0,-1 1-1 0 0,1-1 1 0 0,-1 0-1 0 0,0 1 1 0 0,0-1 0 0 0,0 0-1 0 0,0 0 1 0 0,0 0-1 0 0,0 0 1 0 0,0 0-1 0 0,-1 0 1 0 0,1 0-1 0 0,-1 0 1 0 0,0 0-1 0 0,1 0 1 0 0,-1 0 0 0 0,0 0-1 0 0,0 0 1 0 0,0 0-1 0 0,0 0 1 0 0,-1-1-1 0 0,1 1 1 0 0,-1 0-1 0 0,1 0 1 0 0,-1 0 0 0 0,1 0-1 0 0,-1 0 1 0 0,0 1-1 0 0,0-1 1 0 0,0 0-1 0 0,0 0 1 0 0,-1 0-1 0 0,-1-1 1 0 0,-6-9-3 0 0,-1 0 0 0 0,-1 0 0 0 0,0 2 0 0 0,-1-1 0 0 0,0 1 0 0 0,0 1-1 0 0,-1 0 1 0 0,0 1 0 0 0,-22-10 0 0 0,-16-5 37 0 0,-66-21-1 0 0,69 22 345 0 0,46 21-181 0 0,6 0-189 0 0,-1-1 1 0 0,1 0-1 0 0,-1 1 0 0 0,1 0 1 0 0,-1 0-1 0 0,1 0 1 0 0,0 0-1 0 0,-1 0 1 0 0,7 1-1 0 0,182-5 106 0 0,32-1 67 0 0,-222 6-176 0 0,1 0 0 0 0,0-1 0 0 0,-1 1-1 0 0,1 0 1 0 0,-1-1 0 0 0,1 0 0 0 0,-1 0 0 0 0,1 1 0 0 0,-1-1-1 0 0,0-1 1 0 0,1 1 0 0 0,2-2 0 0 0,-4 2 41 0 0,-33-27 126 0 0,29 26-153 0 0,-4-2 47 0 0,-6-3 94 0 0,6 2-18 0 0,6 5-138 0 0,0-1 0 0 0,1 0 0 0 0,-1 1 0 0 0,0-1 0 0 0,0 1 0 0 0,1 0 0 0 0,-1-1 0 0 0,0 1 0 0 0,0 0 0 0 0,0-1 0 0 0,0 1 0 0 0,0 0 0 0 0,0 0-1 0 0,0 0 1 0 0,1 0 0 0 0,-1 0 0 0 0,0 0 0 0 0,0 0 0 0 0,0 0 0 0 0,0 0 0 0 0,0 0 0 0 0,0 0 0 0 0,0 1 0 0 0,0-1 0 0 0,0 0 0 0 0,1 1 0 0 0,-1-1 0 0 0,-1 1 0 0 0,0 1-9 0 0,1-1 1 0 0,0 1-1 0 0,-1-1 0 0 0,1 1 0 0 0,0 0 1 0 0,0 0-1 0 0,0-1 0 0 0,1 1 0 0 0,-1 0 1 0 0,0 0-1 0 0,1 0 0 0 0,-1 0 0 0 0,1 0 0 0 0,-1 4 1 0 0,0 9-6 0 0,1 0 0 0 0,0 0 1 0 0,1 0-1 0 0,0 0 1 0 0,1 0-1 0 0,1-1 0 0 0,9 28 1 0 0,4 3 140 0 0,25 50-1 0 0,-39-90 2110 0 0,-8-18-1779 0 0,4 9-446 0 0,0 0-1 0 0,1-1 1 0 0,0 0 0 0 0,0 1 0 0 0,0-1-1 0 0,0 0 1 0 0,1 1 0 0 0,0-10 0 0 0,1 3 1 0 0,1 0 0 0 0,0-1 0 0 0,1 1 0 0 0,0 0 0 0 0,1 0 0 0 0,0 0 0 0 0,1 0 0 0 0,0 1 1 0 0,0 0-1 0 0,1 0 0 0 0,1 0 0 0 0,-1 1 0 0 0,2 0 0 0 0,-1 0 0 0 0,1 1 0 0 0,1 0 0 0 0,-1 0 0 0 0,1 1 0 0 0,1 0 1 0 0,-1 1-1 0 0,1 0 0 0 0,0 0 0 0 0,1 1 0 0 0,-1 1 0 0 0,1-1 0 0 0,0 2 0 0 0,0-1 0 0 0,0 2 0 0 0,1-1 0 0 0,-1 2 1 0 0,1-1-1 0 0,-1 2 0 0 0,1-1 0 0 0,-1 1 0 0 0,23 4 0 0 0,-5 2-52 0 0,0 2-1 0 0,-1 1 0 0 0,0 1 1 0 0,-1 1-1 0 0,0 1 1 0 0,-1 2-1 0 0,0 1 1 0 0,-1 0-1 0 0,-1 2 1 0 0,0 1-1 0 0,-2 1 1 0 0,0 1-1 0 0,27 31 1 0 0,-36-32-556 0 0,0 0-1312 0 0,-1-7-2661 0 0,-6-6 2314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20.5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38 113 5761 0 0,'-1'-17'397'0'0,"0"-1"1"0"0,-1 1-1 0 0,-1 0 1 0 0,-6-23 0 0 0,8 38-272 0 0,1 2-118 0 0,0 0 0 0 0,0 0 1 0 0,0 0-1 0 0,0 0 0 0 0,0 1 0 0 0,0-1 1 0 0,-1 0-1 0 0,1 0 0 0 0,0 0 1 0 0,0 0-1 0 0,0 0 0 0 0,0 0 0 0 0,0 0 1 0 0,-1 0-1 0 0,1 0 0 0 0,0 0 1 0 0,0 0-1 0 0,0 0 0 0 0,0 0 0 0 0,0 0 1 0 0,-1 0-1 0 0,1 0 0 0 0,0 0 1 0 0,0 0-1 0 0,0 0 0 0 0,0 0 0 0 0,-1 0 1 0 0,1 0-1 0 0,0 0 0 0 0,0 0 1 0 0,0 0-1 0 0,0 0 0 0 0,0 0 0 0 0,0 0 1 0 0,-1-1-1 0 0,1 1 0 0 0,0 0 1 0 0,0 0-1 0 0,0 0 0 0 0,0 0 0 0 0,0 0 1 0 0,0 0-1 0 0,0 0 0 0 0,-1-1 1 0 0,1 1-1 0 0,0 0 0 0 0,0 0 0 0 0,0 0 1 0 0,-8 15 166 0 0,8-14-206 0 0,-3 10 58 0 0,2 1 0 0 0,-1 0 0 0 0,1 0 0 0 0,1 0 0 0 0,0 0 0 0 0,1 1 0 0 0,0-1 1 0 0,1-1-1 0 0,5 20 0 0 0,3 31 1 0 0,23 197 63 0 0,-14-121-60 0 0,-17-120-8 0 0,1 1 0 0 0,1-2-1 0 0,0 1 1 0 0,1 0 0 0 0,15 32-1 0 0,-17-43-5 0 0,1 0-1 0 0,1-1 1 0 0,-1 1-1 0 0,1-1 0 0 0,0 0 1 0 0,1 0-1 0 0,-1 0 1 0 0,1-1-1 0 0,0 0 1 0 0,1 0-1 0 0,-1 0 0 0 0,1-1 1 0 0,0 0-1 0 0,0 0 1 0 0,0-1-1 0 0,10 3 1 0 0,-5-2-66 0 0,2 0 1 0 0,-1-1 0 0 0,0-1-1 0 0,1 0 1 0 0,-1-1 0 0 0,1 0-1 0 0,0-1 1 0 0,22-4 0 0 0,-22 2-747 0 0,0-1 1 0 0,0 0-1 0 0,-1-1 1 0 0,24-11-1 0 0,-2 0-2203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22.2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277 102 6285 0 0,'-16'-31'-1663'0'0,"9"29"1660"0"0,0 0 0 0 0,0 0 1 0 0,0 0-1 0 0,-1 1 0 0 0,1 0 1 0 0,-1 1-1 0 0,1-1 0 0 0,0 2 1 0 0,-1-1-1 0 0,1 1 0 0 0,-1 0 1 0 0,1 0-1 0 0,0 1 0 0 0,0 0 1 0 0,0 0-1 0 0,0 1 0 0 0,0 0 1 0 0,-7 4-1 0 0,4-3 36 0 0,1 1 1 0 0,1-1-1 0 0,-1 2 1 0 0,0-1-1 0 0,1 1 1 0 0,0 1-1 0 0,1-1 1 0 0,-1 1-1 0 0,1 1 1 0 0,1-1-1 0 0,-1 1 1 0 0,1 0-1 0 0,-5 11 1 0 0,10-17-22 0 0,0 0 0 0 0,1 1 0 0 0,0-1 0 0 0,-1 0 0 0 0,1 1 0 0 0,0-1 0 0 0,0 1 0 0 0,0-1 0 0 0,0 0 0 0 0,1 1 0 0 0,-1-1 0 0 0,1 1 1 0 0,-1-1-1 0 0,1 0 0 0 0,0 0 0 0 0,0 1 0 0 0,0-1 0 0 0,0 0 0 0 0,0 0 0 0 0,0 0 0 0 0,1 0 0 0 0,-1 0 0 0 0,1 0 0 0 0,2 2 0 0 0,2 2 22 0 0,0 0 1 0 0,1 0-1 0 0,-1-1 0 0 0,1 0 0 0 0,10 6 1 0 0,-10-8-11 0 0,-1 0 1 0 0,1 0 0 0 0,-1 0 0 0 0,1-1 0 0 0,0 0 0 0 0,0 0 0 0 0,0-1 0 0 0,0 0 0 0 0,0 0 0 0 0,0-1 0 0 0,1 0 0 0 0,-1 0 0 0 0,13-2 0 0 0,-15 1 28 0 0,0 0 0 0 0,-1-1 1 0 0,1 1-1 0 0,0-1 1 0 0,-1 0-1 0 0,1 0 0 0 0,-1-1 1 0 0,1 1-1 0 0,-1-1 0 0 0,0 0 1 0 0,0 0-1 0 0,0-1 1 0 0,-1 1-1 0 0,1-1 0 0 0,-1 1 1 0 0,0-1-1 0 0,0 0 1 0 0,0-1-1 0 0,4-8 0 0 0,4-3 669 0 0,-4 27-345 0 0,-6-8-367 0 0,0-1 0 0 0,0 1 1 0 0,0-1-1 0 0,0 1 0 0 0,0-1 0 0 0,1 0 1 0 0,-1 0-1 0 0,1 1 0 0 0,-1-1 0 0 0,1 0 1 0 0,4 3-1 0 0,8 4 19 0 0,1-1-1 0 0,0-1 1 0 0,1 0 0 0 0,0-1 0 0 0,0 0-1 0 0,0-1 1 0 0,1-1 0 0 0,-1-1 0 0 0,1 0-1 0 0,0-1 1 0 0,0-1 0 0 0,0-1 0 0 0,0 0-1 0 0,0-1 1 0 0,24-5 0 0 0,-36 5-24 0 0,0 0-1 0 0,0 0 1 0 0,0-1 0 0 0,-1 0-1 0 0,1 0 1 0 0,0 0 0 0 0,-1 0 0 0 0,0-1-1 0 0,0 0 1 0 0,0 0 0 0 0,0 0-1 0 0,0 0 1 0 0,0-1 0 0 0,-1 1 0 0 0,1-1-1 0 0,-1 0 1 0 0,0 0 0 0 0,0 0-1 0 0,-1 0 1 0 0,1-1 0 0 0,-1 1 0 0 0,0-1-1 0 0,0 0 1 0 0,-1 1 0 0 0,1-1-1 0 0,0-5 1 0 0,-2 7-9 0 0,1 1 0 0 0,-1-1 0 0 0,0 0 0 0 0,0 1 0 0 0,0-1-1 0 0,0 0 1 0 0,-1 0 0 0 0,1 1 0 0 0,-1-1 0 0 0,0 1 0 0 0,0-1 0 0 0,0 0 0 0 0,0 1-1 0 0,0 0 1 0 0,0-1 0 0 0,-1 1 0 0 0,1 0 0 0 0,-1-1 0 0 0,1 1 0 0 0,-1 0 0 0 0,-4-3-1 0 0,5 3-1 0 0,1 6 10 0 0,1-1 0 0 0,-1 0 0 0 0,1 0 0 0 0,0 0 0 0 0,1 1 0 0 0,-1-1 0 0 0,0 0 0 0 0,1-1 0 0 0,-1 1 0 0 0,1 0 0 0 0,0 0 0 0 0,0-1 1 0 0,0 1-1 0 0,1-1 0 0 0,-1 1 0 0 0,0-1 0 0 0,1 0 0 0 0,0 0 0 0 0,-1 0 0 0 0,1-1 0 0 0,0 1 0 0 0,5 2 0 0 0,9 4 23 0 0,1-1 0 0 0,30 9 0 0 0,-42-14-24 0 0,22 7 13 0 0,14 4 31 0 0,71 12 1 0 0,-101-23-34 0 0,-1 0 1 0 0,1-1 0 0 0,-1-1 0 0 0,1 0-1 0 0,0-1 1 0 0,-1 0 0 0 0,1 0-1 0 0,-1-2 1 0 0,0 1 0 0 0,1-1 0 0 0,16-7 0 0 0,-26 9-16 0 0,0-1 1 0 0,1 1 0 0 0,-1 0 0 0 0,0 0-1 0 0,0-1 1 0 0,0 0 0 0 0,0 1 0 0 0,0-1 0 0 0,0 0-1 0 0,0 0 1 0 0,-1 0 0 0 0,1 0 0 0 0,-1 0 0 0 0,1 0-1 0 0,-1 0 1 0 0,0-1 0 0 0,0 1 0 0 0,0 0-1 0 0,0-1 1 0 0,0 1 0 0 0,-1-1 0 0 0,2-2 0 0 0,-2-3 11 0 0,0 1 1 0 0,-1 0 0 0 0,1-1-1 0 0,-1 1 1 0 0,-1 0-1 0 0,-2-8 1 0 0,-3-31 110 0 0,7 45-126 0 0,-1-6 8 0 0,-8 28-102 0 0,7-7 99 0 0,0-1 0 0 0,1 1 1 0 0,0 0-1 0 0,1-1 0 0 0,1 1 1 0 0,0 0-1 0 0,1-1 0 0 0,0 1 1 0 0,1-1-1 0 0,8 22 0 0 0,3 4 19 0 0,3 0-1 0 0,23 39 0 0 0,18 15 14 0 0,-43-71-28 0 0,0 1 1 0 0,-1 0 0 0 0,-1 1 0 0 0,-1 0 0 0 0,17 51 0 0 0,-28-71-8 0 0,0-1 1 0 0,-1 1 0 0 0,0-1 0 0 0,1 1 0 0 0,-1 0 0 0 0,0-1 0 0 0,-1 1-1 0 0,1 0 1 0 0,-1-1 0 0 0,1 1 0 0 0,-1-1 0 0 0,0 1 0 0 0,0-1 0 0 0,-1 1 0 0 0,1-1-1 0 0,-1 1 1 0 0,0-1 0 0 0,-2 3 0 0 0,0 0 1 0 0,-1-1-1 0 0,0 1 1 0 0,0-2-1 0 0,0 1 1 0 0,-1 0-1 0 0,0-1 1 0 0,0 0-1 0 0,-11 6 1 0 0,-9 1 3 0 0,1-1-1 0 0,-2-1 1 0 0,-45 9 0 0 0,54-14 116 0 0,-1-1 0 0 0,0-1 1 0 0,1 0-1 0 0,-1-1 0 0 0,0-1 1 0 0,0-1-1 0 0,0-1 0 0 0,-25-6 0 0 0,39 8-70 0 0,1-1-1 0 0,-1-1 1 0 0,1 1-1 0 0,-1-1 1 0 0,1 0-1 0 0,0 0 1 0 0,-1 0-1 0 0,1 0 1 0 0,0-1-1 0 0,0 0 0 0 0,1 1 1 0 0,-1-2-1 0 0,0 1 1 0 0,1 0-1 0 0,0-1 1 0 0,0 1-1 0 0,0-1 1 0 0,0 0-1 0 0,1 0 1 0 0,-1 0-1 0 0,1 0 0 0 0,0-1 1 0 0,0 1-1 0 0,1 0 1 0 0,-1-1-1 0 0,1 0 1 0 0,0 1-1 0 0,0-1 1 0 0,1 0-1 0 0,-1 1 1 0 0,1-1-1 0 0,0 0 1 0 0,0 0-1 0 0,1 1 0 0 0,0-1 1 0 0,-1 0-1 0 0,4-8 1 0 0,1-5-15 0 0,2 0 0 0 0,0 0 1 0 0,0 1-1 0 0,2 0 0 0 0,0 1 0 0 0,1-1 1 0 0,1 2-1 0 0,0 0 0 0 0,1 0 1 0 0,1 1-1 0 0,0 0 0 0 0,1 1 0 0 0,30-22 1 0 0,10-3-114 0 0,2 3 1 0 0,98-46 0 0 0,-54 39-40 0 0,-76 34 80 0 0,0 0 0 0 0,-1-2 1 0 0,0-1-1 0 0,-1-1 0 0 0,0-1 0 0 0,-1-1 1 0 0,29-24-1 0 0,-47 35 29 0 0,-1 1 1 0 0,0-1-1 0 0,0 0 0 0 0,0 0 1 0 0,0 0-1 0 0,0 0 0 0 0,-1 0 1 0 0,1-1-1 0 0,-1 1 0 0 0,0 0 1 0 0,0-1-1 0 0,0 1 0 0 0,0-1 1 0 0,-1 1-1 0 0,1-1 0 0 0,-1 1 1 0 0,0-1-1 0 0,0 1 0 0 0,0-1 1 0 0,-1 0-1 0 0,1 1 0 0 0,-1-1 1 0 0,0 1-1 0 0,-2-7 0 0 0,1 5-8 0 0,0-1-1 0 0,-1 1 1 0 0,0 0-1 0 0,0 0 0 0 0,0 0 1 0 0,0 1-1 0 0,-1-1 1 0 0,0 1-1 0 0,0-1 0 0 0,0 1 1 0 0,0 1-1 0 0,-1-1 1 0 0,0 0-1 0 0,-5-2 0 0 0,6 5 10 0 0,1 1 0 0 0,-1-1-1 0 0,0 1 1 0 0,0 0-1 0 0,1 1 1 0 0,-1-1-1 0 0,0 0 1 0 0,0 1 0 0 0,1 0-1 0 0,-1 0 1 0 0,1 0-1 0 0,-1 1 1 0 0,1-1-1 0 0,-1 1 1 0 0,1-1 0 0 0,0 1-1 0 0,-1 0 1 0 0,-2 4-1 0 0,3-4 4 0 0,0 0 1 0 0,0 1-1 0 0,0 0 0 0 0,1 0 0 0 0,-1-1 0 0 0,1 2 0 0 0,0-1 0 0 0,0 0 0 0 0,0 0 1 0 0,0 1-1 0 0,1-1 0 0 0,0 0 0 0 0,-1 1 0 0 0,1 0 0 0 0,0-1 0 0 0,0 1 0 0 0,1 0 0 0 0,-1 0 1 0 0,1-1-1 0 0,0 1 0 0 0,0 0 0 0 0,0 0 0 0 0,1-1 0 0 0,0 7 0 0 0,1-5 9 0 0,0-1-1 0 0,0 0 0 0 0,0 0 0 0 0,1 0 1 0 0,-1 0-1 0 0,1 0 0 0 0,0 0 1 0 0,0-1-1 0 0,0 1 0 0 0,1-1 1 0 0,-1 0-1 0 0,1 0 0 0 0,0 0 1 0 0,0 0-1 0 0,0-1 0 0 0,0 0 0 0 0,0 1 1 0 0,1-2-1 0 0,6 3 0 0 0,1 0 9 0 0,0-1-1 0 0,0 0 1 0 0,0-1-1 0 0,0-1 1 0 0,1 0-1 0 0,23-1 1 0 0,79-14 24 0 0,-82 8-46 0 0,56-2 0 0 0,-73 8-33 0 0,-13 0 20 0 0,0-1-1 0 0,0 1 0 0 0,0 0 1 0 0,0-1-1 0 0,0 1 0 0 0,0 1 1 0 0,0-1-1 0 0,0 0 0 0 0,1 1 0 0 0,-1 0 1 0 0,-1 0-1 0 0,1 0 0 0 0,0 0 1 0 0,0 0-1 0 0,0 0 0 0 0,0 1 1 0 0,-1-1-1 0 0,1 1 0 0 0,-1 0 0 0 0,1 0 1 0 0,-1 0-1 0 0,0 0 0 0 0,3 3 1 0 0,-4-4 38 0 0,0 0 0 0 0,-1-1 1 0 0,1 1-1 0 0,0 0 0 0 0,0-1 1 0 0,0 1-1 0 0,0 0 0 0 0,0-1 1 0 0,0 0-1 0 0,0 1 0 0 0,0-1 1 0 0,0 1-1 0 0,0-1 0 0 0,0 0 1 0 0,0 0-1 0 0,1 0 0 0 0,-1 1 0 0 0,0-1 1 0 0,0 0-1 0 0,0 0 0 0 0,0-1 1 0 0,0 1-1 0 0,0 0 0 0 0,1 0 1 0 0,-1 0-1 0 0,0-1 0 0 0,0 1 1 0 0,0-1-1 0 0,1 0 0 0 0,32-18 201 0 0,-30 16-221 0 0,82-47 67 0 0,3 3 0 0 0,160-59 0 0 0,-216 93-100 0 0,-17 6 1002 0 0,-6 0-3641 0 0,-32-1-2890 0 0,5 5 2991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12.35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30 265 2096 0 0,'-30'3'2409'0'0,"38"-10"-121"0"0,48-15-1370 0 0,61-16-780 0 0,140-28 1 0 0,125-2-35 0 0,-353 63-93 0 0,140-22 22 0 0,-167 27-21 0 0,11-3-31 0 0,-8 2-426 0 0,0 0 0 0 0,0 0 0 0 0,0 0 0 0 0,0-1 0 0 0,0 0 0 0 0,0 0-1 0 0,-1 0 1 0 0,1-1 0 0 0,6-4 0 0 0,-2-3-1377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12.7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99 14 4992 0 0,'-63'-12'-430'0'0,"60"11"462"0"0,0 1 16 0 0,-12 0-7 0 0,11 0-8 0 0,-5 0-21 0 0,9 0 3 0 0,0 0 1 0 0,0 0-1 0 0,0 0 0 0 0,0 0 0 0 0,0 1 1 0 0,0-1-1 0 0,0 0 0 0 0,0 0 0 0 0,0 0 1 0 0,0 0-1 0 0,0 0 0 0 0,0 0 0 0 0,0 0 0 0 0,0 0 1 0 0,0 0-1 0 0,0 1 0 0 0,0-1 0 0 0,0 0 1 0 0,0 0-1 0 0,0 0 0 0 0,-1 0 0 0 0,1 0 0 0 0,0 0 1 0 0,0 0-1 0 0,0 0 0 0 0,0 0 0 0 0,0 0 1 0 0,0 1-1 0 0,36 8 169 0 0,0-1 0 0 0,0-2 1 0 0,61 3-1 0 0,45 7 73 0 0,-123-12-209 0 0,-1 0-1 0 0,1 1 1 0 0,-1 1 0 0 0,0 0-1 0 0,21 12 1 0 0,-37-17-44 0 0,0 0 0 0 0,-1 0-1 0 0,0 0 1 0 0,1 0 0 0 0,-1 0 0 0 0,0 0 0 0 0,1 0 0 0 0,-1 1-1 0 0,0-1 1 0 0,0 0 0 0 0,0 1 0 0 0,0-1 0 0 0,0 1 0 0 0,-1-1-1 0 0,1 1 1 0 0,0-1 0 0 0,-1 1 0 0 0,1 0 0 0 0,-1-1 0 0 0,1 1-1 0 0,-1 0 1 0 0,0-1 0 0 0,0 1 0 0 0,1 0 0 0 0,-1 0-1 0 0,-1-1 1 0 0,1 1 0 0 0,0 0 0 0 0,0-1 0 0 0,-1 1 0 0 0,1 0-1 0 0,-1-1 1 0 0,1 1 0 0 0,-1 0 0 0 0,0-1 0 0 0,1 1 0 0 0,-1-1-1 0 0,0 1 1 0 0,0-1 0 0 0,0 1 0 0 0,-2 1 0 0 0,-5 8 17 0 0,-1-1 1 0 0,0 1 0 0 0,-20 16 0 0 0,26-24-18 0 0,-37 33-8 0 0,-2-1 0 0 0,-2-2 0 0 0,-1-3 0 0 0,-77 40 1 0 0,121-69-317 0 0,36-30-4187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13.6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 96 4268 0 0,'-8'-46'890'0'0,"0"5"1543"0"0,8 39-2161 0 0,-4-4 13 0 0,4 6-267 0 0,0 0-1 0 0,0 0 0 0 0,0 0 1 0 0,0 0-1 0 0,0 0 0 0 0,0 1 0 0 0,0-1 1 0 0,0 0-1 0 0,0 0 0 0 0,0 0 0 0 0,0 0 1 0 0,0 0-1 0 0,0 0 0 0 0,0 0 1 0 0,0 1-1 0 0,0-1 0 0 0,0 0 0 0 0,0 0 1 0 0,0 0-1 0 0,-1 0 0 0 0,1 0 1 0 0,0 0-1 0 0,0 0 0 0 0,0 0 0 0 0,0 0 1 0 0,0 1-1 0 0,0-1 0 0 0,0 0 0 0 0,0 0 1 0 0,0 0-1 0 0,-1 0 0 0 0,1 0 1 0 0,0 0-1 0 0,0 0 0 0 0,0 0 0 0 0,0 0 1 0 0,0 0-1 0 0,0 0 0 0 0,0 0 0 0 0,-1 0 1 0 0,1 0-1 0 0,0 0 0 0 0,0 0 1 0 0,0 0-1 0 0,0 0 0 0 0,0 0 0 0 0,0 0 1 0 0,0 0-1 0 0,-1 0 0 0 0,1 0 0 0 0,0 0 1 0 0,0 0-1 0 0,0 0 0 0 0,0 0 1 0 0,0 0-1 0 0,0 0 0 0 0,0-1 0 0 0,0 1 1 0 0,-1 0-1 0 0,1 0 0 0 0,0 0 1 0 0,1 37 58 0 0,1 1 0 0 0,2-1 1 0 0,2 0-1 0 0,1-1 0 0 0,22 67 1 0 0,14 70 135 0 0,-36-152-44 0 0,2-40-8370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14.12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55 105 6445 0 0,'-14'-4'-895'0'0,"3"-1"1087"0"0,-19-9 1657 0 0,32 14-1837 0 0,1 0-1 0 0,-1 0 1 0 0,0 0 0 0 0,0 0-1 0 0,1-1 1 0 0,-1 1-1 0 0,0-1 1 0 0,0 0-1 0 0,0 1 1 0 0,0-1-1 0 0,3-2 1 0 0,-1 2 9 0 0,136-25 344 0 0,264-13 0 0 0,-351 38-346 0 0,-49 1-24 0 0,-2 1-230 0 0,6 0 508 0 0,9-10-6950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14.5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 88 5032 0 0,'0'0'-239'0'0,"-8"8"-293"0"0,7-4 817 0 0,9-3 1685 0 0,481-83 293 0 0,-476 81-2328 0 0,21-6-374 0 0,-19-4-3551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14.8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70 5781 0 0,'-10'13'-801'0'0,"4"0"1136"0"0,34-13 355 0 0,436-75 1784 0 0,-359 63-1971 0 0,-102 11-774 0 0,12-2-3692 0 0,-8-1 1071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15.6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358 77 6177 0 0,'1'-3'-234'0'0,"0"1"208"0"0,-1 0 0 0 0,1 0 0 0 0,0 0 0 0 0,-1 1 0 0 0,1-1 0 0 0,-1 0 0 0 0,0 0 0 0 0,1 0 0 0 0,-1 0 0 0 0,0 0 0 0 0,0 0 0 0 0,0 0 0 0 0,-1 0 0 0 0,1 1 0 0 0,0-1 0 0 0,-1 0 0 0 0,1 0 0 0 0,-1 0 0 0 0,0 0 1 0 0,1 1-1 0 0,-1-1 0 0 0,0 0 0 0 0,0 1 0 0 0,0-1 0 0 0,0 1 0 0 0,-1-1 0 0 0,1 1 0 0 0,0-1 0 0 0,-1 1 0 0 0,1 0 0 0 0,-1-1 0 0 0,1 1 0 0 0,-1 0 0 0 0,1 0 0 0 0,-1 0 0 0 0,0 0 0 0 0,1 1 0 0 0,-4-2 0 0 0,1 0 22 0 0,0 1 0 0 0,-1-1-1 0 0,1 1 1 0 0,0 0-1 0 0,-1 0 1 0 0,1 0-1 0 0,0 0 1 0 0,-1 1 0 0 0,1 0-1 0 0,-1 0 1 0 0,1 0-1 0 0,0 1 1 0 0,-1-1-1 0 0,1 1 1 0 0,-1 0 0 0 0,-4 2-1 0 0,4-1 6 0 0,-16 5-5 0 0,0 1 0 0 0,1 1-1 0 0,1 1 1 0 0,-1 1-1 0 0,2 1 1 0 0,-1 0-1 0 0,2 2 1 0 0,0 0-1 0 0,-29 31 1 0 0,43-43 22 0 0,0 1 0 0 0,1-1 0 0 0,0 1 0 0 0,-1-1 1 0 0,1 1-1 0 0,0 0 0 0 0,0 0 0 0 0,1 0 0 0 0,-1 0 0 0 0,1 0 1 0 0,-1 0-1 0 0,1 0 0 0 0,0 1 0 0 0,0-1 0 0 0,1 0 1 0 0,-1 1-1 0 0,1-1 0 0 0,-1 1 0 0 0,1 5 0 0 0,1-6 21 0 0,0-1 0 0 0,0 0 0 0 0,0 1 0 0 0,0-1 0 0 0,1 0 0 0 0,-1 0 0 0 0,0 0 0 0 0,1 0 0 0 0,0 0-1 0 0,-1 0 1 0 0,1-1 0 0 0,0 1 0 0 0,0 0 0 0 0,0-1 0 0 0,0 1 0 0 0,0-1 0 0 0,0 0 0 0 0,1 0 0 0 0,-1 0 0 0 0,0 0 0 0 0,0 0 0 0 0,1 0 0 0 0,-1-1 0 0 0,1 1-1 0 0,-1-1 1 0 0,1 0 0 0 0,4 1 0 0 0,6 0 90 0 0,1-1 0 0 0,-1 0 0 0 0,1 0-1 0 0,0-1 1 0 0,-1-1 0 0 0,1 0 0 0 0,-1-1 0 0 0,0-1-1 0 0,0 0 1 0 0,0 0 0 0 0,-1-2 0 0 0,1 1 0 0 0,-1-2-1 0 0,0 1 1 0 0,-1-2 0 0 0,1 1 0 0 0,-2-2 0 0 0,1 1-1 0 0,-1-2 1 0 0,0 1 0 0 0,-1-1 0 0 0,14-19 0 0 0,-23 28-100 0 0,0 0 1 0 0,0 0 0 0 0,1 0 0 0 0,-1 0 0 0 0,0 0 0 0 0,1 0 0 0 0,-1 1 0 0 0,1-1 0 0 0,-1 0 0 0 0,1 0 0 0 0,-1 0 0 0 0,1 1 0 0 0,0-1 0 0 0,-1 0 0 0 0,1 1 0 0 0,0-1 0 0 0,-1 1 0 0 0,1-1 0 0 0,0 1 0 0 0,0-1 0 0 0,0 1 0 0 0,0-1 0 0 0,1 1 0 0 0,-5 22 337 0 0,-3 15-339 0 0,7-30-6 0 0,0 1 1 0 0,0 0-1 0 0,1-1 1 0 0,0 1 0 0 0,0-1-1 0 0,1 0 1 0 0,0 0-1 0 0,0 0 1 0 0,1 0 0 0 0,0 0-1 0 0,0-1 1 0 0,1 1-1 0 0,8 9 1 0 0,-7-10-168 0 0,0 1-1 0 0,0-1 1 0 0,0 0-1 0 0,1-1 1 0 0,0 0-1 0 0,0 0 1 0 0,0 0 0 0 0,1-1-1 0 0,0 0 1 0 0,0 0-1 0 0,14 4 1 0 0,-20-8-86 0 0,0 1 1 0 0,0-1-1 0 0,-1 0 0 0 0,1 0 1 0 0,0 0-1 0 0,0 0 0 0 0,0 0 1 0 0,-1-1-1 0 0,1 1 0 0 0,0 0 1 0 0,0-1-1 0 0,3-1 1 0 0,1 0-588 0 0,15-5-2423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16.6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335 564 6713 0 0,'0'0'-372'0'0,"-7"2"-206"0"0,2 0 521 0 0,-46 15-417 0 0,-63 31-1 0 0,99-40 477 0 0,-1 0-1 0 0,2 1 0 0 0,-1 1 1 0 0,1 0-1 0 0,1 1 0 0 0,0 1 0 0 0,0 0 1 0 0,-17 22-1 0 0,29-32 23 0 0,-1 0-1 0 0,1-1 1 0 0,-1 2-1 0 0,1-1 1 0 0,0 0-1 0 0,0 0 1 0 0,0 0-1 0 0,0 0 1 0 0,0 1-1 0 0,1-1 1 0 0,-1 0-1 0 0,0 1 1 0 0,1-1 0 0 0,0 1-1 0 0,0-1 1 0 0,0 1-1 0 0,0-1 1 0 0,0 0-1 0 0,0 1 1 0 0,1-1-1 0 0,0 4 1 0 0,0-3 24 0 0,1 0 1 0 0,0 0-1 0 0,0 0 1 0 0,0 0-1 0 0,0 0 1 0 0,0 0-1 0 0,0-1 0 0 0,1 1 1 0 0,-1-1-1 0 0,1 0 1 0 0,0 0-1 0 0,0 0 1 0 0,3 2-1 0 0,7 3 78 0 0,0-1-1 0 0,0 0 0 0 0,1-1 0 0 0,-1-1 0 0 0,1 0 1 0 0,15 2-1 0 0,10 0 80 0 0,0-1 0 0 0,0-2 0 0 0,0-2 0 0 0,0-1-1 0 0,0-3 1 0 0,0 0 0 0 0,0-3 0 0 0,43-11 0 0 0,-76 15-170 0 0,0 0 0 0 0,0-1-1 0 0,-1 1 1 0 0,1-1 0 0 0,-1 0 0 0 0,1 0 0 0 0,-1-1-1 0 0,0 1 1 0 0,0-1 0 0 0,-1 0 0 0 0,1-1-1 0 0,-1 1 1 0 0,0-1 0 0 0,0 0 0 0 0,0 0-1 0 0,-1 0 1 0 0,0 0 0 0 0,0-1 0 0 0,0 0 0 0 0,-1 1-1 0 0,1-1 1 0 0,-1 0 0 0 0,-1 0 0 0 0,1 0-1 0 0,-1 0 1 0 0,1-12 0 0 0,-1-10 3 0 0,-1-1 0 0 0,-1 0 1 0 0,-2 1-1 0 0,-9-46 0 0 0,4 29-14 0 0,-13-80 95 0 0,-51-159 1 0 0,45 198 141 0 0,27 85-275 0 0,-1 6-24 0 0,-1 55 44 0 0,2-1 0 0 0,3 0 0 0 0,3 1 0 0 0,2-1 1 0 0,19 66-1 0 0,-9-64 45 0 0,51 109 0 0 0,-10-31 67 0 0,-57-134-56 0 0,-1-3 4 0 0,0 1 0 0 0,0-1 0 0 0,0 1 0 0 0,0-1 0 0 0,0 1 0 0 0,0-1 0 0 0,-1 1 0 0 0,1-1 0 0 0,-1 1 0 0 0,0 0 0 0 0,1-1 1 0 0,-1 1-1 0 0,-1 4 0 0 0,-4-11 66 0 0,0 0-63 0 0,0-1-1 0 0,-1 1 0 0 0,1-2 0 0 0,1 1 1 0 0,-1 0-1 0 0,1-1 0 0 0,0 0 0 0 0,0 0 0 0 0,-3-8 1 0 0,5 12-47 0 0,2 0 0 0 0,-1-1 1 0 0,0 1-1 0 0,0 0 0 0 0,0 0 0 0 0,1-1 1 0 0,-1 1-1 0 0,1 0 0 0 0,0 0 1 0 0,0-1-1 0 0,0 1 0 0 0,0 0 1 0 0,0-1-1 0 0,0 1 0 0 0,1 0 0 0 0,-1-1 1 0 0,1 1-1 0 0,-1 0 0 0 0,1 0 1 0 0,0 0-1 0 0,0 0 0 0 0,0-1 1 0 0,0 1-1 0 0,1 0 0 0 0,-1 1 0 0 0,0-1 1 0 0,1 0-1 0 0,-1 0 0 0 0,1 1 1 0 0,0-1-1 0 0,-1 0 0 0 0,1 1 1 0 0,0 0-1 0 0,4-3 0 0 0,2 0-10 0 0,1 0 0 0 0,0 1 0 0 0,0 0 0 0 0,0 0 0 0 0,1 1-1 0 0,-1 0 1 0 0,1 0 0 0 0,-1 1 0 0 0,1 1 0 0 0,0 0 0 0 0,-1 0 0 0 0,12 2-1 0 0,20 3 23 0 0,61 17-1 0 0,-60-12 0 0 0,127 37-371 0 0,-122-32-1121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19.9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177 117 6593 0 0,'0'0'-279'0'0,"-2"-1"115"0"0,1 0 0 0 0,-1 0 0 0 0,0 0 0 0 0,1 1 0 0 0,-1-1 0 0 0,0 0 0 0 0,0 1 0 0 0,0-1 0 0 0,0 1 0 0 0,0 0 0 0 0,0 0 0 0 0,1-1 0 0 0,-3 2 0 0 0,2 1 145 0 0,0 1 0 0 0,0 0 0 0 0,0 0 0 0 0,1 0 0 0 0,-1 1 0 0 0,1-1-1 0 0,0 0 1 0 0,0 1 0 0 0,0-1 0 0 0,1 0 0 0 0,-1 1 0 0 0,1-1 0 0 0,-1 1-1 0 0,2 5 1 0 0,2 64-87 0 0,-1-52 94 0 0,33 257 312 0 0,-27-246-97 0 0,1 26 3544 0 0,-12-59-3722 0 0,1 0 0 0 0,0 0 0 0 0,0 0 0 0 0,0 0 0 0 0,0 0 0 0 0,-1-1 0 0 0,2 1 0 0 0,-1-1 0 0 0,0 1 0 0 0,0-1 0 0 0,0 0 0 0 0,-2-3 0 0 0,2 3 20 0 0,-4-5 10 0 0,0 0 0 0 0,1 0 0 0 0,0-1 0 0 0,1 1 0 0 0,-1-1 0 0 0,2 0 0 0 0,-1 0 0 0 0,1-1 0 0 0,-4-12 0 0 0,-3-9 53 0 0,-12-34 120 0 0,-21-106-1 0 0,27 103-90 0 0,10 27-43 0 0,-7-33 10 0 0,13 72-105 0 0,-1-1 0 0 0,1 1 0 0 0,0-1 0 0 0,0 1-1 0 0,0-1 1 0 0,0 0 0 0 0,0 1 0 0 0,0-1 0 0 0,0 1 0 0 0,0-1 0 0 0,1 1 0 0 0,-1-1 0 0 0,1 1 0 0 0,-1-1 0 0 0,1 1-1 0 0,-1 0 1 0 0,1-1 0 0 0,0 1 0 0 0,0 0 0 0 0,0-1 0 0 0,0 1 0 0 0,0 0 0 0 0,0 0 0 0 0,0 0 0 0 0,0 0-1 0 0,0 0 1 0 0,0 0 0 0 0,1 0 0 0 0,-1 0 0 0 0,0 0 0 0 0,1 1 0 0 0,-1-1 0 0 0,1 0 0 0 0,1 0 0 0 0,7-2-8 0 0,1-1 1 0 0,-1 1-1 0 0,22-2 1 0 0,-20 3-12 0 0,72-5 1 0 0,-60 6 3 0 0,0 2 0 0 0,1 0 0 0 0,-1 1 0 0 0,0 1 1 0 0,0 2-1 0 0,29 8 0 0 0,-45-10 10 0 0,0-1 0 0 0,-1 1 0 0 0,1 0 0 0 0,-1 1 0 0 0,1-1 1 0 0,-1 2-1 0 0,0-1 0 0 0,0 1 0 0 0,-1 0 0 0 0,0 0 0 0 0,0 1 0 0 0,0 0 0 0 0,0 0 0 0 0,-1 0 0 0 0,0 1 0 0 0,0-1 0 0 0,-1 1 1 0 0,0 0-1 0 0,0 1 0 0 0,-1-1 0 0 0,5 14 0 0 0,-8-17 7 0 0,1 0 1 0 0,-1 0-1 0 0,0 1 1 0 0,-1-1-1 0 0,1 0 1 0 0,-1 0-1 0 0,1 0 1 0 0,-1 0-1 0 0,-1 1 1 0 0,1-1-1 0 0,-1 0 1 0 0,1-1-1 0 0,-1 1 1 0 0,0 0-1 0 0,0 0 1 0 0,-1-1-1 0 0,1 1 1 0 0,-1-1-1 0 0,0 0 1 0 0,0 0-1 0 0,0 0 1 0 0,0 0-1 0 0,0 0 1 0 0,-1-1-1 0 0,1 0 1 0 0,-5 3-1 0 0,-6 4 18 0 0,-1 0-1 0 0,0-1 0 0 0,-1-1 1 0 0,0 0-1 0 0,-17 5 1 0 0,9-5-66 0 0,9-2-39 0 0,1 0 0 0 0,-1-1 0 0 0,0-1 0 0 0,0-1 0 0 0,-16 1 0 0 0,31-3-89 0 0,-1-1 0 0 0,0 1 1 0 0,1 0-1 0 0,-1-1 0 0 0,1 1 0 0 0,-1-1 0 0 0,1 1 1 0 0,-1-1-1 0 0,1 0 0 0 0,-1 1 0 0 0,1-1 1 0 0,-1 1-1 0 0,1-1 0 0 0,0 0 0 0 0,0 1 1 0 0,-1-1-1 0 0,1 0 0 0 0,0 0 0 0 0,0 1 0 0 0,0-1 1 0 0,0 0-1 0 0,-1 1 0 0 0,1-2 0 0 0,12-12-2691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20.62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203 54 6401 0 0,'7'-32'-664'0'0,"-8"31"678"0"0,0-1-1 0 0,0 1 1 0 0,0-1 0 0 0,0 1-1 0 0,-1-1 1 0 0,1 1 0 0 0,-1 0-1 0 0,1-1 1 0 0,-1 1-1 0 0,1 0 1 0 0,-1 0 0 0 0,0 0-1 0 0,1 0 1 0 0,-1 1-1 0 0,0-1 1 0 0,0 0 0 0 0,0 1-1 0 0,0-1 1 0 0,0 1 0 0 0,1 0-1 0 0,-1-1 1 0 0,0 1-1 0 0,-4 0 1 0 0,2 1-4 0 0,-1 0 0 0 0,1 0 0 0 0,-1 0-1 0 0,1 1 1 0 0,0 0 0 0 0,0 0 0 0 0,0 0 0 0 0,0 0 0 0 0,0 0 0 0 0,-4 4-1 0 0,-2 2 0 0 0,0 0-1 0 0,0 1 0 0 0,1 0 0 0 0,1 0 1 0 0,-1 1-1 0 0,-12 21 0 0 0,17-25 7 0 0,-2 5-3 0 0,0 0 0 0 0,1 0 0 0 0,0 1 0 0 0,-7 23 0 0 0,12-34-3 0 0,-1 1 0 0 0,1 0 1 0 0,-1 0-1 0 0,1 0 1 0 0,0-1-1 0 0,-1 1 1 0 0,1 0-1 0 0,0 0 0 0 0,1 0 1 0 0,-1 0-1 0 0,0 0 1 0 0,0-1-1 0 0,1 1 0 0 0,-1 0 1 0 0,1 0-1 0 0,-1 0 1 0 0,1-1-1 0 0,0 1 0 0 0,0 0 1 0 0,0-1-1 0 0,0 1 1 0 0,0-1-1 0 0,0 1 0 0 0,0-1 1 0 0,1 1-1 0 0,-1-1 1 0 0,0 0-1 0 0,1 0 0 0 0,-1 1 1 0 0,1-1-1 0 0,-1 0 1 0 0,1 0-1 0 0,0-1 1 0 0,-1 1-1 0 0,1 0 0 0 0,0-1 1 0 0,0 1-1 0 0,-1-1 1 0 0,1 1-1 0 0,0-1 0 0 0,0 0 1 0 0,0 1-1 0 0,3-1 1 0 0,4 0 48 0 0,1 0 0 0 0,0-1 0 0 0,0 0 0 0 0,-1 0 1 0 0,1-1-1 0 0,-1 0 0 0 0,0-1 0 0 0,1 0 0 0 0,-1 0 1 0 0,0-1-1 0 0,-1 0 0 0 0,1-1 0 0 0,-1 0 0 0 0,0 0 1 0 0,0-1-1 0 0,10-8 0 0 0,-6 3 67 0 0,-1 0 0 0 0,0-1-1 0 0,0 0 1 0 0,-1-1 0 0 0,-1 0 0 0 0,0 0 0 0 0,-1-1 0 0 0,0 0-1 0 0,8-22 1 0 0,-16 34-109 0 0,15-34 491 0 0,-15 36-504 0 0,0 0 1 0 0,0 0-1 0 0,1 0 1 0 0,-1 0-1 0 0,0 0 1 0 0,0 0-1 0 0,0 0 1 0 0,0 1 0 0 0,0-1-1 0 0,0 0 1 0 0,0 0-1 0 0,0 0 1 0 0,0 0-1 0 0,0 0 1 0 0,1 0-1 0 0,-1 0 1 0 0,0 0-1 0 0,0 0 1 0 0,0 0-1 0 0,0 0 1 0 0,0 0 0 0 0,0 0-1 0 0,0 0 1 0 0,0 0-1 0 0,1 0 1 0 0,-1 0-1 0 0,0 0 1 0 0,0 0-1 0 0,0 0 1 0 0,0 0-1 0 0,0 0 1 0 0,0 0-1 0 0,0 0 1 0 0,0 0 0 0 0,0 0-1 0 0,1 0 1 0 0,-1 0-1 0 0,0 0 1 0 0,0 0-1 0 0,0-1 1 0 0,0 1-1 0 0,0 0 1 0 0,0 0-1 0 0,0 0 1 0 0,0 0-1 0 0,0 0 1 0 0,0 0 0 0 0,0 0-1 0 0,0 0 1 0 0,0 0-1 0 0,0 0 1 0 0,1-1-1 0 0,-1 1 1 0 0,0 0-1 0 0,0 0 1 0 0,0 0-1 0 0,0 0 1 0 0,0 0-1 0 0,0 0 1 0 0,0 0 0 0 0,0 0-1 0 0,0-1 1 0 0,0 1-1 0 0,0 0 1 0 0,-2 23 58 0 0,1-16-47 0 0,0 0-1 0 0,1 0 1 0 0,0 0 0 0 0,0 0 0 0 0,1-1 0 0 0,-1 1-1 0 0,1 0 1 0 0,1 0 0 0 0,0 0 0 0 0,0-1 0 0 0,0 1-1 0 0,0-1 1 0 0,1 0 0 0 0,0 0 0 0 0,1 0 0 0 0,-1 0-1 0 0,1 0 1 0 0,0 0 0 0 0,1-1 0 0 0,-1 0-1 0 0,1 0 1 0 0,0 0 0 0 0,0-1 0 0 0,1 0 0 0 0,-1 0-1 0 0,1 0 1 0 0,0 0 0 0 0,8 3 0 0 0,-3-2-162 0 0,0 0 1 0 0,1-1 0 0 0,0 0-1 0 0,0-1 1 0 0,0 0 0 0 0,21 1-1 0 0,-19-3-582 0 0,0 0 0 0 0,0-1 0 0 0,0-1-1 0 0,0-1 1 0 0,25-5 0 0 0,3-4-2215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21.1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39 149 6373 0 0,'-11'-39'-795'0'0,"4"2"1180"0"0,6 27-50 0 0,-1 0 0 0 0,0 1 0 0 0,0-1 0 0 0,-1 1 0 0 0,-6-14 0 0 0,8 22-205 0 0,0 26 349 0 0,13 172-296 0 0,-13-134-131 0 0,2 1 0 0 0,3 0 0 0 0,3 0 0 0 0,20 80 0 0 0,-26-140-38 0 0,0 1-1 0 0,1-1 1 0 0,0 0-1 0 0,-1 0 1 0 0,1 0-1 0 0,1 0 0 0 0,-1 0 1 0 0,1-1-1 0 0,-1 1 1 0 0,1-1-1 0 0,0 1 0 0 0,0-1 1 0 0,1 0-1 0 0,-1 0 1 0 0,1-1-1 0 0,7 5 0 0 0,-5-3 11 0 0,1-2 0 0 0,0 1 0 0 0,0-1 0 0 0,0 0 0 0 0,0 0 0 0 0,0-1 0 0 0,0 0 0 0 0,1 0 0 0 0,10-1 0 0 0,8-2-50 0 0,0-1 1 0 0,0-1-1 0 0,0-1 0 0 0,39-14 0 0 0,-40 11-442 0 0,0-1-1 0 0,36-20 1 0 0,8-16-3629 0 0,-50 28 2091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21.4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1 168 5465 0 0,'0'0'9'0'0,"0"0"0"0"0,0 0 0 0 0,0 0 0 0 0,0 0 0 0 0,0 0 0 0 0,0 0 0 0 0,1 0 0 0 0,-1 0 0 0 0,0 0 0 0 0,0 0 0 0 0,0-1 0 0 0,0 1 0 0 0,0 0 0 0 0,0 0 0 0 0,0 0 0 0 0,0 0 0 0 0,0 0 0 0 0,0 0 0 0 0,0 0 0 0 0,0 0 0 0 0,0-1 0 0 0,0 1 0 0 0,0 0 0 0 0,0 0 0 0 0,0 0 0 0 0,0 0 0 0 0,0 0 0 0 0,0 0 0 0 0,0 0 0 0 0,0 0 0 0 0,0-1 0 0 0,0 1 0 0 0,0 0 0 0 0,0 0 0 0 0,0 0 0 0 0,0 0 0 0 0,0 0 0 0 0,0 0 0 0 0,0 0 0 0 0,-1 0 0 0 0,1-1 0 0 0,0 1 0 0 0,0 0 0 0 0,0 0 0 0 0,0 0 0 0 0,0 0 0 0 0,0 0 0 0 0,0 0 0 0 0,18-14 91 0 0,26-15-46 0 0,101-41-111 0 0,-49 27-3272 0 0,-78 35 2511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22.56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280 378 3704 0 0,'0'0'45'0'0,"-7"1"-33"0"0,-9 3-3 0 0,-1 0 0 0 0,1 2 0 0 0,0 0 0 0 0,1 0 0 0 0,-1 2-1 0 0,1 0 1 0 0,1 0 0 0 0,-1 2 0 0 0,2 0 0 0 0,-1 0 0 0 0,1 1 0 0 0,1 1 0 0 0,0 0 0 0 0,1 1 0 0 0,0 0 0 0 0,1 0 0 0 0,0 1-1 0 0,-8 17 1 0 0,16-28 20 0 0,1-1-1 0 0,0 1 0 0 0,0 0 1 0 0,0 0-1 0 0,1-1 0 0 0,-1 1 0 0 0,1 0 1 0 0,-1 0-1 0 0,1 0 0 0 0,0 0 1 0 0,0 0-1 0 0,0 0 0 0 0,0 0 0 0 0,1-1 1 0 0,-1 1-1 0 0,1 0 0 0 0,0 0 1 0 0,0 0-1 0 0,0-1 0 0 0,0 1 0 0 0,0 0 1 0 0,3 3-1 0 0,-1-3 22 0 0,0 1-1 0 0,1 0 0 0 0,0-1 1 0 0,0 0-1 0 0,0 0 1 0 0,0 0-1 0 0,0 0 1 0 0,1-1-1 0 0,-1 1 1 0 0,1-1-1 0 0,8 3 0 0 0,11 1 98 0 0,-1-1 0 0 0,1 0-1 0 0,-1-2 1 0 0,31 0 0 0 0,-22-2 73 0 0,0-1 1 0 0,51-8 0 0 0,-71 6-76 0 0,0 0 0 0 0,-1 0 0 0 0,0-1 0 0 0,0-1 0 0 0,0 0 0 0 0,0 0 0 0 0,0-1 0 0 0,-1-1 0 0 0,0 0 0 0 0,15-11 0 0 0,-21 12-91 0 0,0 0-1 0 0,0 0 0 0 0,0-1 0 0 0,-1 1 0 0 0,0-1 0 0 0,0 0 1 0 0,0 0-1 0 0,-1 0 0 0 0,0-1 0 0 0,0 1 0 0 0,-1 0 0 0 0,1-1 1 0 0,-1 1-1 0 0,-1-1 0 0 0,1 0 0 0 0,-1 1 0 0 0,-1-1 0 0 0,0-7 0 0 0,-2-16 44 0 0,-1-1-1 0 0,-12-40 1 0 0,-12-23 135 0 0,-59-134-1 0 0,55 164-123 0 0,31 61-122 0 0,0 38-32 0 0,0-30 44 0 0,1-1 0 0 0,-1 1 0 0 0,1-1 1 0 0,0 1-1 0 0,0 0 0 0 0,1-1 0 0 0,0 6 1 0 0,21 72-25 0 0,-13-39 46 0 0,3-1 1 0 0,1 0 0 0 0,2 0-1 0 0,2-1 1 0 0,30 52 0 0 0,-25-56 46 0 0,21 45 1 0 0,-41-67 168 0 0,-11-16-24 0 0,-10-10-81 0 0,16 8-112 0 0,0-1-1 0 0,0 0 1 0 0,1 1-1 0 0,0-1 1 0 0,0 0-1 0 0,0 0 1 0 0,0 0-1 0 0,0 0 1 0 0,1-1-1 0 0,0 1 1 0 0,0 0-1 0 0,0-1 1 0 0,0 1 0 0 0,1 0-1 0 0,0-1 1 0 0,0 1-1 0 0,0-1 1 0 0,0 1-1 0 0,1-1 1 0 0,-1 1-1 0 0,1 0 1 0 0,0-1-1 0 0,1 1 1 0 0,-1 0-1 0 0,1 0 1 0 0,0 0-1 0 0,3-7 1 0 0,-1 5-18 0 0,0 0 0 0 0,0-1 0 0 0,0 1-1 0 0,1 1 1 0 0,0-1 0 0 0,0 1 0 0 0,0-1 0 0 0,1 1 0 0 0,0 1 0 0 0,0-1 0 0 0,0 1 0 0 0,0 0 0 0 0,1 1 0 0 0,0-1 0 0 0,10-2 0 0 0,-7 3-8 0 0,0 1 1 0 0,0 1-1 0 0,1-1 1 0 0,-1 2 0 0 0,1-1-1 0 0,-1 2 1 0 0,1-1-1 0 0,-1 2 1 0 0,1-1 0 0 0,-1 1-1 0 0,0 1 1 0 0,0 0-1 0 0,0 0 1 0 0,15 8 0 0 0,7 6-9 0 0,-1 1 0 0 0,56 43 0 0 0,-4-2-64 0 0,-80-57-54 0 0,1 0 0 0 0,-1 0 1 0 0,1 0-1 0 0,-1-1 0 0 0,1 1 1 0 0,0-1-1 0 0,0 0 0 0 0,-1 0 1 0 0,1 0-1 0 0,0 0 0 0 0,0-1 1 0 0,0 1-1 0 0,0-1 1 0 0,0 0-1 0 0,6-1 0 0 0,-6 0-256 0 0,-1 0-1 0 0,1 0 1 0 0,-1 0 0 0 0,0-1-1 0 0,1 1 1 0 0,-1-1-1 0 0,0 0 1 0 0,0 0 0 0 0,0 0-1 0 0,4-4 1 0 0,8-9-2437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23.2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98 238 6093 0 0,'-4'2'23'0'0,"0"-1"0"0"0,0 1 1 0 0,0-1-1 0 0,-1 0 0 0 0,1 0 1 0 0,0-1-1 0 0,-1 1 0 0 0,1-1 1 0 0,-1 0-1 0 0,-8-1 0 0 0,9 0 119 0 0,-28-27 826 0 0,30 24-937 0 0,1 0-1 0 0,0 0 0 0 0,0 0 1 0 0,1 0-1 0 0,-1-1 0 0 0,1 1 0 0 0,0 0 1 0 0,0 0-1 0 0,0 0 0 0 0,1 0 1 0 0,0 0-1 0 0,-1 0 0 0 0,1 0 0 0 0,1 0 1 0 0,-1 0-1 0 0,0 0 0 0 0,1 0 1 0 0,0 1-1 0 0,0-1 0 0 0,0 0 1 0 0,0 1-1 0 0,1 0 0 0 0,-1-1 0 0 0,1 1 1 0 0,0 0-1 0 0,5-4 0 0 0,-3 2-20 0 0,1 0-1 0 0,0 1 0 0 0,0-1 1 0 0,1 1-1 0 0,-1 1 0 0 0,1-1 1 0 0,0 1-1 0 0,0 0 0 0 0,0 1 1 0 0,0-1-1 0 0,0 1 0 0 0,1 1 1 0 0,-1-1-1 0 0,12 1 0 0 0,27 4 37 0 0,0 3-1 0 0,79 21 1 0 0,-81-17 221 0 0,-38-9-133 0 0,0 0 1 0 0,0 0 0 0 0,0-1-1 0 0,0 1 1 0 0,0-2-1 0 0,1 1 1 0 0,-1-1 0 0 0,0 1-1 0 0,0-2 1 0 0,-1 1 0 0 0,1-1-1 0 0,0 0 1 0 0,0 0-1 0 0,-1 0 1 0 0,8-5 0 0 0,2-3-628 0 0,0 0 0 0 0,-1-1 0 0 0,22-21 0 0 0,-17 14-1011 0 0,-13 7-1641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23.66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42 193 5781 0 0,'-17'1'-254'0'0,"15"-2"265"0"0,1 1 0 0 0,0-1 0 0 0,-1 1 0 0 0,1-1 0 0 0,0 1 0 0 0,0-1 1 0 0,-1 0-1 0 0,1 0 0 0 0,0 0 0 0 0,0 0 0 0 0,0 1 0 0 0,0-2 0 0 0,0 1 0 0 0,0 0 0 0 0,0 0 0 0 0,1 0 0 0 0,-1 0 0 0 0,0 0 0 0 0,1-1 0 0 0,-1 1 0 0 0,0 0 0 0 0,1-1 0 0 0,0 1 0 0 0,-1 0 0 0 0,1-1 0 0 0,0 1 0 0 0,0-1 1 0 0,-1 1-1 0 0,1 0 0 0 0,0-1 0 0 0,0 1 0 0 0,1-1 0 0 0,-1 1 0 0 0,0 0 0 0 0,0-1 0 0 0,1 1 0 0 0,-1-1 0 0 0,1 1 0 0 0,-1 0 0 0 0,1 0 0 0 0,1-2 0 0 0,1-4 7 0 0,2 0-1 0 0,-1 0 1 0 0,1 0 0 0 0,0 1-1 0 0,0 0 1 0 0,1 0-1 0 0,0 0 1 0 0,0 1 0 0 0,0-1-1 0 0,0 2 1 0 0,11-7-1 0 0,-3 4-8 0 0,0 0-1 0 0,0 1 1 0 0,1 0-1 0 0,0 1 0 0 0,22-4 1 0 0,13 1 159 0 0,0 3 0 0 0,83 1-1 0 0,-126 4-126 0 0,43-1 439 0 0,-22 0-287 0 0,53 5 0 0 0,-76-3-537 0 0,0-1-1 0 0,-1 0 0 0 0,1 0 1 0 0,0 0-1 0 0,0-1 0 0 0,0 1 0 0 0,0-1 1 0 0,7-3-1 0 0,-5 2-508 0 0,14-3-999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24.9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1 147 5048 0 0,'5'-21'648'0'0,"-1"-1"0"0"0,-1 1-1 0 0,-1-1 1 0 0,0-26 0 0 0,-2 46-396 0 0,0-6 5 0 0,0 6-123 0 0,0 5 696 0 0,-5 127-582 0 0,15 138-1 0 0,-9-243-232 0 0,0-7 0 0 0,8 79 50 0 0,-8-88-48 0 0,0 0 1 0 0,1-1-1 0 0,1 1 0 0 0,0-1 1 0 0,0 0-1 0 0,0 0 1 0 0,1 0-1 0 0,7 11 0 0 0,-7-15-6 0 0,1 1 0 0 0,0-1 0 0 0,0 0 0 0 0,0 0 0 0 0,0-1-1 0 0,0 1 1 0 0,1-1 0 0 0,0 0 0 0 0,0-1 0 0 0,-1 1 0 0 0,1-1-1 0 0,1-1 1 0 0,-1 1 0 0 0,0-1 0 0 0,0 0 0 0 0,1 0 0 0 0,-1-1 0 0 0,0 0-1 0 0,8 0 1 0 0,12-1-47 0 0,1-1 0 0 0,-1-2 1 0 0,27-6-1 0 0,-22 3-355 0 0,0-2 1 0 0,41-17 0 0 0,-54 18-1092 0 0,-1-1-1 0 0,28-18 1 0 0,-30 14-1624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25.3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 92 6505 0 0,'-18'2'-446'0'0,"8"-2"633"0"0,11-4 702 0 0,10-4-850 0 0,0 1-1 0 0,0 0 0 0 0,1 1 0 0 0,0 0 1 0 0,0 1-1 0 0,1 0 0 0 0,13-3 1 0 0,103-20-1152 0 0,-97 22 64 0 0,-14 3-619 0 0,-4 3-88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26.3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174 80 4860 0 0,'0'-1'58'0'0,"0"-1"0"0"0,1 1-1 0 0,-1 0 1 0 0,0-1 0 0 0,1 1-1 0 0,-1 0 1 0 0,0-1 0 0 0,0 1-1 0 0,0-1 1 0 0,0 1 0 0 0,-1 0 0 0 0,1-1-1 0 0,0 1 1 0 0,-1 0 0 0 0,1-1-1 0 0,0 1 1 0 0,-1 0 0 0 0,0-1-1 0 0,1 1 1 0 0,-1 0 0 0 0,0 0-1 0 0,1 0 1 0 0,-1 0 0 0 0,0-1-1 0 0,0 1 1 0 0,0 0 0 0 0,0 1-1 0 0,0-1 1 0 0,0 0 0 0 0,0 0-1 0 0,-1 0 1 0 0,1 1 0 0 0,-2-2-1 0 0,1 1 57 0 0,-1 1-74 0 0,1-1 0 0 0,-1 1 0 0 0,0 0 0 0 0,0 0 0 0 0,0 0 0 0 0,0 0 0 0 0,0 0 0 0 0,0 1 0 0 0,0 0 0 0 0,0-1 0 0 0,-4 3 0 0 0,3-2-57 0 0,-3 1 36 0 0,0 1 0 0 0,0 1 0 0 0,1-1 1 0 0,-1 1-1 0 0,1 1 0 0 0,0-1 0 0 0,0 1 0 0 0,1 0 0 0 0,-1 0 0 0 0,1 1 1 0 0,0-1-1 0 0,0 1 0 0 0,1 0 0 0 0,0 1 0 0 0,0-1 0 0 0,0 1 0 0 0,1-1 0 0 0,0 1 1 0 0,-4 14-1 0 0,6-17-12 0 0,0 1 1 0 0,1-1-1 0 0,-1 0 1 0 0,1 1 0 0 0,0-1-1 0 0,0 0 1 0 0,0 1-1 0 0,1-1 1 0 0,-1 0-1 0 0,1 1 1 0 0,0-1 0 0 0,1 0-1 0 0,-1 0 1 0 0,1 0-1 0 0,-1 1 1 0 0,1-2-1 0 0,0 1 1 0 0,1 0 0 0 0,-1 0-1 0 0,1-1 1 0 0,-1 1-1 0 0,1-1 1 0 0,0 0-1 0 0,1 0 1 0 0,-1 0 0 0 0,0 0-1 0 0,1-1 1 0 0,-1 1-1 0 0,1-1 1 0 0,0 0-1 0 0,0 0 1 0 0,0 0-1 0 0,8 2 1 0 0,-1 1 54 0 0,1-1 0 0 0,-1-1 1 0 0,1 0-1 0 0,0 0 0 0 0,0-1 0 0 0,0 0 0 0 0,1-1 0 0 0,21-1 1 0 0,-29-1-39 0 0,-1 0 1 0 0,0 0 0 0 0,1 0 0 0 0,-1-1-1 0 0,0 1 1 0 0,1-1 0 0 0,-1 0 0 0 0,0 0 0 0 0,0-1-1 0 0,-1 1 1 0 0,1-1 0 0 0,0 1 0 0 0,-1-1 0 0 0,0-1-1 0 0,0 1 1 0 0,1 0 0 0 0,-2-1 0 0 0,1 1 0 0 0,0-1-1 0 0,-1 0 1 0 0,0 0 0 0 0,0 0 0 0 0,0 0-1 0 0,0 0 1 0 0,-1-1 0 0 0,2-6 0 0 0,0 2-14 0 0,-1 0 1 0 0,-1-1 0 0 0,1 1-1 0 0,-2 0 1 0 0,1-1 0 0 0,-1 1-1 0 0,0 0 1 0 0,-1-1 0 0 0,-1 1-1 0 0,1 0 1 0 0,-1-1-1 0 0,-4-9 1 0 0,4 14-6 0 0,0 0-1 0 0,0 0 1 0 0,0 0-1 0 0,-1 0 1 0 0,0 1-1 0 0,0-1 1 0 0,0 1 0 0 0,0-1-1 0 0,-1 1 1 0 0,1 1-1 0 0,-1-1 1 0 0,0 0-1 0 0,-1 1 1 0 0,1 0 0 0 0,0 0-1 0 0,-1 0 1 0 0,0 0-1 0 0,0 1 1 0 0,1 0-1 0 0,-1 0 1 0 0,-1 0 0 0 0,-4-1-1 0 0,4 0-4 0 0,-23 0 2 0 0,22 2-59 0 0,1 1 1 0 0,0 0 0 0 0,-1 0 0 0 0,1 1 0 0 0,0-1-1 0 0,-1 1 1 0 0,1 1 0 0 0,-9 2 0 0 0,6 0-244 0 0,-1 2-420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28.16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38 361 5132 0 0,'0'1'-14'0'0,"-1"0"-1"0"0,1-1 0 0 0,-1 1 0 0 0,1 0 0 0 0,-1-1 0 0 0,1 1 0 0 0,0 0 0 0 0,-1-1 0 0 0,1 1 0 0 0,0 0 0 0 0,0 0 0 0 0,-1 0 0 0 0,1-1 0 0 0,0 1 0 0 0,0 0 0 0 0,0 0 0 0 0,0 0 1 0 0,0-1-1 0 0,0 1 0 0 0,0 0 0 0 0,0 1 0 0 0,6-2 60 0 0,-1 0 0 0 0,1 0 1 0 0,-1-1-1 0 0,1 1 0 0 0,-1-1 0 0 0,1-1 1 0 0,-1 1-1 0 0,0-1 0 0 0,0 0 0 0 0,0 0 1 0 0,0 0-1 0 0,0-1 0 0 0,0 0 0 0 0,0 0 1 0 0,-1 0-1 0 0,1 0 0 0 0,-1-1 0 0 0,0 1 1 0 0,0-1-1 0 0,-1 0 0 0 0,1-1 0 0 0,-1 1 1 0 0,0-1-1 0 0,0 1 0 0 0,0-1 0 0 0,0 0 1 0 0,-1 0-1 0 0,0 0 0 0 0,0 0 0 0 0,-1-1 1 0 0,1 1-1 0 0,-1 0 0 0 0,0-1 0 0 0,0 1 1 0 0,-1-1-1 0 0,0 1 0 0 0,0-1 0 0 0,0 1 1 0 0,-1-1-1 0 0,-1-7 0 0 0,-3-19 150 0 0,-2 0-1 0 0,-2 1 1 0 0,-14-36-1 0 0,-1 5 376 0 0,24 63-569 0 0,0 0 0 0 0,-1-1 0 0 0,1 1 0 0 0,0 0 0 0 0,0 0 0 0 0,-1 0-1 0 0,1 0 1 0 0,-1-1 0 0 0,1 1 0 0 0,-1 0 0 0 0,1 0 0 0 0,-1-1-1 0 0,1 1 1 0 0,-1 0 0 0 0,0-1 0 0 0,1 1 0 0 0,-1-1 0 0 0,-1 1 0 0 0,-12 18 9 0 0,9 13 6 0 0,1 0-1 0 0,1 0 1 0 0,2 0 0 0 0,1 0-1 0 0,1 1 1 0 0,2-1-1 0 0,2 0 1 0 0,12 50 0 0 0,3-13 53 0 0,3-2 0 0 0,57 118 1 0 0,-24-79 305 0 0,-112-246 1953 0 0,49 124-2284 0 0,1-1 0 0 0,0 0-1 0 0,1 0 1 0 0,0 0-1 0 0,2-1 1 0 0,0 1 0 0 0,-1-19-1 0 0,5 30-45 0 0,-1 0 0 0 0,0 0-1 0 0,1 0 1 0 0,0 0 0 0 0,1 1-1 0 0,-1-1 1 0 0,1 0 0 0 0,0 1-1 0 0,0-1 1 0 0,1 1 0 0 0,0 0-1 0 0,0 0 1 0 0,0 0 0 0 0,0 0-1 0 0,1 0 1 0 0,0 1 0 0 0,0-1-1 0 0,0 1 1 0 0,0 0 0 0 0,1 0-1 0 0,0 1 1 0 0,-1-1 0 0 0,1 1-1 0 0,10-4 1 0 0,-7 3-22 0 0,1 1 0 0 0,-1 0-1 0 0,1 1 1 0 0,-1 0 0 0 0,1 0 0 0 0,0 1 0 0 0,0 0-1 0 0,0 1 1 0 0,0 0 0 0 0,-1 0 0 0 0,1 1 0 0 0,0 0-1 0 0,0 0 1 0 0,16 6 0 0 0,-12-3-26 0 0,-1 0 1 0 0,0 1-1 0 0,0 0 0 0 0,-1 1 1 0 0,1 0-1 0 0,-1 1 1 0 0,-1 0-1 0 0,1 1 0 0 0,16 16 1 0 0,-26-23 43 0 0,0 0 0 0 0,0 0 0 0 0,0 1 1 0 0,0-1-1 0 0,-1 0 0 0 0,1 0 0 0 0,0 0 1 0 0,-1 1-1 0 0,1-1 0 0 0,-1 0 0 0 0,0 0 0 0 0,1 1 1 0 0,-1-1-1 0 0,0 1 0 0 0,0-1 0 0 0,0 0 1 0 0,0 1-1 0 0,0-1 0 0 0,0 0 0 0 0,0 1 1 0 0,0-1-1 0 0,0 0 0 0 0,-1 1 0 0 0,1-1 1 0 0,0 0-1 0 0,-1 1 0 0 0,0-1 0 0 0,1 0 1 0 0,-1 0-1 0 0,0 0 0 0 0,1 1 0 0 0,-1-1 1 0 0,0 0-1 0 0,0 0 0 0 0,0 0 0 0 0,0 0 0 0 0,0 0 1 0 0,0-1-1 0 0,-2 2 0 0 0,-5 5-8 0 0,-1 0 0 0 0,0-1 0 0 0,-18 9 0 0 0,21-12 7 0 0,-55 25 1 0 0,-2-3-1 0 0,0-2 1 0 0,-1-3-1 0 0,-1-3 0 0 0,-69 8 1 0 0,134-25 8 0 0,0 0 1 0 0,-1 1 0 0 0,1-1-1 0 0,0 0 1 0 0,0 0-1 0 0,-1 0 1 0 0,1 0-1 0 0,0 1 1 0 0,-1-1-1 0 0,1 0 1 0 0,0 0-1 0 0,-1 0 1 0 0,1 0-1 0 0,0 0 1 0 0,-1 0 0 0 0,1 0-1 0 0,0 0 1 0 0,-1 0-1 0 0,1 0 1 0 0,0 0-1 0 0,-1 0 1 0 0,1 0-1 0 0,0-1 1 0 0,-1 1-1 0 0,1 0 1 0 0,0 0-1 0 0,-1 0 1 0 0,1 0 0 0 0,0 0-1 0 0,-1-1 1 0 0,1 1-1 0 0,0 0 1 0 0,0 0-1 0 0,-1-1 1 0 0,1 1-1 0 0,0 0 1 0 0,0 0-1 0 0,0-1 1 0 0,-1 1-1 0 0,1-1 1 0 0,29-21-3 0 0,-15 20-6 0 0,-2 2-3 0 0,-5-1 5 0 0,42 0-37 0 0,-32 4 23 0 0,0 0 0 0 0,0 1 1 0 0,-1 0-1 0 0,0 2 0 0 0,0 0 0 0 0,30 16 1 0 0,-29-13 22 0 0,0-1 0 0 0,0-1 0 0 0,1 0 0 0 0,0-2 1 0 0,0 0-1 0 0,24 4 0 0 0,9-6 16 0 0,0-2 0 0 0,1-2 0 0 0,-1-3-1 0 0,-1-2 1 0 0,100-24 0 0 0,-135 25-13 0 0,0 0 0 0 0,0-1 1 0 0,0-1-1 0 0,-1 0 0 0 0,0-1 0 0 0,18-13 0 0 0,-27 17-9 0 0,0 0 0 0 0,-1 0 0 0 0,1-1 0 0 0,-1 1 0 0 0,0-1 0 0 0,0 0 0 0 0,0 0 0 0 0,4-10 0 0 0,-6 12-4 0 0,-1 0 1 0 0,0 0 0 0 0,0 0-1 0 0,0-1 1 0 0,-1 1 0 0 0,1 0 0 0 0,-1 0-1 0 0,0 0 1 0 0,0-1 0 0 0,0 1-1 0 0,0 0 1 0 0,0 0 0 0 0,-1-1-1 0 0,1 1 1 0 0,-1 0 0 0 0,0 0 0 0 0,-2-5-1 0 0,2 5 3 0 0,-1 0-1 0 0,0 1 0 0 0,0-1 1 0 0,0 1-1 0 0,0-1 0 0 0,0 1 1 0 0,-1 0-1 0 0,1 0 0 0 0,-1 0 0 0 0,1 0 1 0 0,-1 0-1 0 0,0 0 0 0 0,0 1 1 0 0,0 0-1 0 0,0-1 0 0 0,0 1 1 0 0,0 0-1 0 0,0 0 0 0 0,0 1 1 0 0,0-1-1 0 0,0 1 0 0 0,0-1 1 0 0,-1 1-1 0 0,1 0 0 0 0,0 0 1 0 0,0 1-1 0 0,-1-1 0 0 0,1 0 1 0 0,0 1-1 0 0,-5 1 0 0 0,-2 1-3 0 0,0-1 1 0 0,0 1-1 0 0,0 1 0 0 0,0 0 0 0 0,0 0 0 0 0,1 1 1 0 0,-1 0-1 0 0,-8 7 0 0 0,14-9 5 0 0,0 1 1 0 0,0-1-1 0 0,1 1 0 0 0,-1 0 0 0 0,1 1 1 0 0,0-1-1 0 0,0 0 0 0 0,0 1 1 0 0,0 0-1 0 0,-2 8 0 0 0,4-11 4 0 0,0 0-1 0 0,1 0 0 0 0,-1 0 1 0 0,1 0-1 0 0,-1 1 1 0 0,1-1-1 0 0,0 0 0 0 0,0 0 1 0 0,0 0-1 0 0,0 0 1 0 0,1 0-1 0 0,-1 1 0 0 0,0-1 1 0 0,1 0-1 0 0,-1 0 0 0 0,1 0 1 0 0,0 0-1 0 0,0 0 1 0 0,0 0-1 0 0,0 0 0 0 0,0-1 1 0 0,0 1-1 0 0,1 0 1 0 0,-1 0-1 0 0,0-1 0 0 0,1 1 1 0 0,-1-1-1 0 0,1 1 1 0 0,2 1-1 0 0,9 5 13 0 0,1 0 0 0 0,0 0 0 0 0,0-1 0 0 0,1-1 0 0 0,0-1 0 0 0,0 0 1 0 0,0-1-1 0 0,0 0 0 0 0,23 2 0 0 0,-15-4 15 0 0,0-1 0 0 0,1 0 1 0 0,-1-2-1 0 0,1-1 0 0 0,40-8 1 0 0,-59 9-28 0 0,-1-1 0 0 0,1 1 0 0 0,0-1 0 0 0,0 0 0 0 0,-1 0-1 0 0,1 0 1 0 0,-1 0 0 0 0,1-1 0 0 0,-1 0 0 0 0,0 0 0 0 0,0 0 0 0 0,0-1 0 0 0,-1 1 0 0 0,1-1 0 0 0,-1 0 0 0 0,0 0 0 0 0,0 0 0 0 0,0 0 0 0 0,0 0 0 0 0,-1-1 0 0 0,3-6 0 0 0,-1-2 48 0 0,0 0-1 0 0,-1 0 0 0 0,-1-1 1 0 0,0 1-1 0 0,-1-1 1 0 0,0-22-1 0 0,-1 34-26 0 0,3-15 3 0 0,9 37 41 0 0,1 0-1 0 0,1-1 1 0 0,17 18 0 0 0,-30-37 130 0 0,4-1-108 0 0,7-4-47 0 0,1 0 0 0 0,-1-1 0 0 0,0 0-1 0 0,-1-1 1 0 0,15-11 0 0 0,30-18 1 0 0,-40 28-53 0 0,-1 1-1 0 0,1 0 0 0 0,0 2 1 0 0,0-1-1 0 0,34-5 1 0 0,-40 10-5 0 0,0 0 0 0 0,0 1 1 0 0,0 0-1 0 0,0 1 0 0 0,0 0 1 0 0,0 1-1 0 0,0 0 0 0 0,0 0 1 0 0,-1 1-1 0 0,1 0 0 0 0,13 7 1 0 0,0 2-3 0 0,0 1 0 0 0,-2 1 0 0 0,1 1-1 0 0,-2 1 1 0 0,0 0 0 0 0,-1 2 0 0 0,0 0 0 0 0,-2 1 0 0 0,28 39 0 0 0,-42-53-126 0 0,0-1 0 0 0,-1 1 0 0 0,0-1 0 0 0,0 1 1 0 0,0 0-1 0 0,-1 0 0 0 0,1 0 0 0 0,-1 0 0 0 0,-1 0 0 0 0,1 0 0 0 0,-1 0 0 0 0,0 8 0 0 0,-9 36-4769 0 0,4-29 2078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28.7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34 389 6237 0 0,'-34'6'-325'0'0,"49"-11"751"0"0,60-14 57 0 0,443-85 644 0 0,750-122 965 0 0,-962 189-1225 0 0,-241 33-942 0 0,-62 5-99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29.1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55 380 5981 0 0,'-53'19'-1268'0'0,"51"-18"1377"0"0,12-2 65 0 0,320-64 1075 0 0,-178 32-840 0 0,1316-248 3843 0 0,-1359 262-3385 0 0,-109 19-918 0 0,1 0 0 0 0,-1 0 0 0 0,1 0 0 0 0,-1 0 0 0 0,0 0 0 0 0,1 0 0 0 0,-1 0 0 0 0,1 0 0 0 0,-1 0 0 0 0,0 1 0 0 0,1-1 0 0 0,-1 0 0 0 0,0 0 0 0 0,1 0 0 0 0,-1 1 0 0 0,0-1-1 0 0,1 0 1 0 0,-1 0 0 0 0,0 1 0 0 0,1-1 0 0 0,-1 0 0 0 0,0 1 0 0 0,0-1 0 0 0,1 0 0 0 0,-1 1 0 0 0,0-1 0 0 0,0 1 0 0 0,0-1 0 0 0,0 0 0 0 0,1 1 0 0 0,-1-1 0 0 0,0 1 0 0 0,0-1 0 0 0,0 1 0 0 0,0-1 0 0 0,0 0 0 0 0,0 1 0 0 0,0-1 0 0 0,0 1 0 0 0,0-1 0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00.3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279 55 1508 0 0,'-20'-2'846'0'0,"9"-3"3663"0"0,34-3-4496 0 0,-1 2 0 0 0,2 0 0 0 0,23-2 0 0 0,47-11 35 0 0,-92 18-36 0 0,0 2 175 0 0,-10 2-84 0 0,-28 4-54 0 0,-48 4 30 0 0,-1-4 1003 0 0,82-6-833 0 0,-13 2 79 0 0,6-2-319 0 0,8 0 59 0 0,0 0-60 0 0,-7 2 0 0 0,-58 9 1 0 0,-14 1-9 0 0,78-13 3 0 0,-29 6 20 0 0,23-5-16 0 0,6 0 5 0 0,3-1-13 0 0,0 0 0 0 0,-1 0 0 0 0,1 0-1 0 0,-1 0 1 0 0,0 0 0 0 0,1 0 0 0 0,-1 0 0 0 0,1 0 0 0 0,-1 0 0 0 0,1 0 0 0 0,0 0 0 0 0,-1 0-1 0 0,1 0 1 0 0,-1 1 0 0 0,1-1 0 0 0,-1 0 0 0 0,1 0 0 0 0,-1 0 0 0 0,1 1 0 0 0,0-1 0 0 0,-1 0-1 0 0,1 1 1 0 0,-1-1 0 0 0,1 1 0 0 0,0-1 0 0 0,-1 1 0 0 0,17 34-23 0 0,-2 1-1 0 0,-1 0 1 0 0,-2 1 0 0 0,7 46 0 0 0,2 3 29 0 0,-5-35 8 0 0,-5-17-18 0 0,8 47 0 0 0,-4-14 375 0 0,-13-65-305 0 0,-5-28-5073 0 0,5 5 2381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00.7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14 140 5789 0 0,'0'0'-236'0'0,"-10"2"-63"0"0,6-1 382 0 0,9-4 397 0 0,53-19-440 0 0,1 3 0 0 0,66-12 0 0 0,134-17 12 0 0,-228 43-42 0 0,106-10 84 0 0,-108 17 228 0 0,-10 1-4353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01.3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133 88 3496 0 0,'-30'-39'1084'0'0,"-18"-5"1219"0"0,46 43-2144 0 0,2 1-156 0 0,0-1-1 0 0,0 1 1 0 0,0 0 0 0 0,0 0 0 0 0,0 0-1 0 0,-1-1 1 0 0,1 1 0 0 0,0 0 0 0 0,0 0-1 0 0,0 0 1 0 0,0-1 0 0 0,-1 1-1 0 0,1 0 1 0 0,0 0 0 0 0,0 0 0 0 0,0 0-1 0 0,-1 0 1 0 0,1 0 0 0 0,0 0 0 0 0,0-1-1 0 0,-1 1 1 0 0,1 0 0 0 0,0 0 0 0 0,0 0-1 0 0,-1 0 1 0 0,1 0 0 0 0,0 0-1 0 0,0 0 1 0 0,-1 0 0 0 0,1 0 0 0 0,0 0-1 0 0,0 0 1 0 0,-1 1 0 0 0,1-1 0 0 0,0 0-1 0 0,0 0 1 0 0,-1 0 0 0 0,1 0 0 0 0,0 0-1 0 0,0 0 1 0 0,0 0 0 0 0,-1 1-1 0 0,1-1 1 0 0,0 0 0 0 0,0 0 0 0 0,0 0-1 0 0,-1 1 1 0 0,-14 8 70 0 0,12-8-84 0 0,0 4 16 0 0,0-1-1 0 0,1 1 0 0 0,-1-1 0 0 0,1 1 0 0 0,0 0 1 0 0,0 0-1 0 0,0 0 0 0 0,0 1 0 0 0,1-1 1 0 0,0 0-1 0 0,0 0 0 0 0,1 8 0 0 0,2 68 38 0 0,-1-58-25 0 0,1-4 33 0 0,1 1 0 0 0,7 26 0 0 0,-9-39-174 0 0,1 0 0 0 0,0 0 0 0 0,1-1 0 0 0,-1 1 0 0 0,1-1 0 0 0,1 1 0 0 0,-1-1 0 0 0,1 0 0 0 0,8 10 0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01.4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27 5236 0 0,'-36'-27'2461'0'0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02.3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42 84 5336 0 0,'0'-4'-29'0'0,"-1"-35"44"0"0,-3 15 428 0 0,4 22-319 0 0,-5-8 122 0 0,5 10-242 0 0,0 0-1 0 0,0 0 1 0 0,0-1 0 0 0,0 1-1 0 0,0 0 1 0 0,0 0 0 0 0,0 0-1 0 0,0-1 1 0 0,0 1 0 0 0,-1 0-1 0 0,1 0 1 0 0,0 0 0 0 0,0-1-1 0 0,0 1 1 0 0,0 0-1 0 0,0 0 1 0 0,-1 0 0 0 0,1 0-1 0 0,0-1 1 0 0,0 1 0 0 0,0 0-1 0 0,0 0 1 0 0,-1 0 0 0 0,1 0-1 0 0,0 0 1 0 0,0 0 0 0 0,0 0-1 0 0,-1 0 1 0 0,1-1-1 0 0,0 1 1 0 0,0 0 0 0 0,0 0-1 0 0,-1 0 1 0 0,1 0 0 0 0,0 0-1 0 0,0 0 1 0 0,-1 0 0 0 0,1 0-1 0 0,0 0 1 0 0,0 1 0 0 0,0-1-1 0 0,-1 0 1 0 0,1 0-1 0 0,0 0 1 0 0,0 0 0 0 0,0 0-1 0 0,-1 0 1 0 0,1 0 0 0 0,0 0-1 0 0,0 1 1 0 0,0-1 0 0 0,0 0-1 0 0,-1 0 1 0 0,-3 8-6 0 0,1 0 1 0 0,0 0-1 0 0,0 1 0 0 0,0-1 1 0 0,1 1-1 0 0,0 0 0 0 0,1-1 1 0 0,0 1-1 0 0,1 0 0 0 0,-1 0 1 0 0,2-1-1 0 0,-1 1 0 0 0,1 0 1 0 0,1 0-1 0 0,4 15 0 0 0,4 13 19 0 0,3 0 0 0 0,22 45 0 0 0,-29-67-9 0 0,28 52 2637 0 0,-37-68-2608 0 0,1-1 1 0 0,-1 1 0 0 0,0 0-1 0 0,1-1 1 0 0,-1 0 0 0 0,1 0-1 0 0,-1 0 1 0 0,1 0 0 0 0,0 0-1 0 0,0 0 1 0 0,0 0-1 0 0,0-1 1 0 0,0 1 0 0 0,1-1-1 0 0,-1 1 1 0 0,1-1 0 0 0,-1 0-1 0 0,0-4 1 0 0,-23-53 348 0 0,23 50-348 0 0,-1 0-1 0 0,1 0 0 0 0,1 0 1 0 0,0-1-1 0 0,0 1 1 0 0,1-1-1 0 0,1 1 0 0 0,0 0 1 0 0,3-17-1 0 0,-3 23-36 0 0,0 1-1 0 0,0-1 0 0 0,1 1 0 0 0,-1 0 0 0 0,1-1 1 0 0,0 1-1 0 0,0 0 0 0 0,0 0 0 0 0,0 0 1 0 0,1 0-1 0 0,-1 1 0 0 0,1-1 0 0 0,-1 1 1 0 0,1-1-1 0 0,0 1 0 0 0,0 0 0 0 0,0 0 1 0 0,0 0-1 0 0,1 0 0 0 0,-1 1 0 0 0,0 0 1 0 0,1-1-1 0 0,-1 1 0 0 0,1 0 0 0 0,-1 0 0 0 0,1 1 1 0 0,0-1-1 0 0,-1 1 0 0 0,1 0 0 0 0,6 0 1 0 0,16 1-21 0 0,0 1 1 0 0,-1 2 0 0 0,1 0 0 0 0,0 1-1 0 0,-1 2 1 0 0,0 1 0 0 0,-1 0 0 0 0,0 2-1 0 0,0 1 1 0 0,-1 1 0 0 0,-1 1 0 0 0,0 1 0 0 0,35 28-1 0 0,-44-16 416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03.3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204 576 5436 0 0,'0'0'-206'0'0,"-4"-1"-290"0"0,-5 0 505 0 0,0 1 0 0 0,1 0 0 0 0,-1 0 0 0 0,1 1-1 0 0,-1 0 1 0 0,1 0 0 0 0,-1 1 0 0 0,1 0 0 0 0,0 1 0 0 0,0 0 0 0 0,0 0 0 0 0,0 1 0 0 0,0 0 0 0 0,1 0 0 0 0,0 0 0 0 0,0 1 0 0 0,0 1 0 0 0,0-1 0 0 0,1 1-1 0 0,0 0 1 0 0,0 0 0 0 0,0 1 0 0 0,1 0 0 0 0,-7 11 0 0 0,11-17-4 0 0,0 0-1 0 0,0 1 1 0 0,1-1-1 0 0,-1 0 0 0 0,1 0 1 0 0,-1 1-1 0 0,1-1 1 0 0,-1 0-1 0 0,1 1 1 0 0,0-1-1 0 0,-1 0 1 0 0,1 1-1 0 0,0-1 1 0 0,0 1-1 0 0,0-1 1 0 0,0 0-1 0 0,0 1 1 0 0,1-1-1 0 0,-1 0 1 0 0,0 1-1 0 0,1-1 0 0 0,-1 0 1 0 0,1 1-1 0 0,-1-1 1 0 0,1 0-1 0 0,1 2 1 0 0,-1-1 3 0 0,1 0 0 0 0,0 0-1 0 0,1-1 1 0 0,-1 1 0 0 0,0-1 0 0 0,0 1 0 0 0,1-1 0 0 0,-1 0 0 0 0,1 0 0 0 0,-1 0 0 0 0,1 0 0 0 0,4 1-1 0 0,4 0 18 0 0,1 0 0 0 0,0-1-1 0 0,0 0 1 0 0,22-2-1 0 0,-16-1-5 0 0,0-1 0 0 0,0-1 0 0 0,0 0 0 0 0,-1-2 0 0 0,0 0 0 0 0,28-14 0 0 0,-33 14 112 0 0,-1 0-1 0 0,1-1 1 0 0,-1-1 0 0 0,-1 0 0 0 0,0 0-1 0 0,0-1 1 0 0,-1-1 0 0 0,0 1 0 0 0,15-22-1 0 0,-12 16 1303 0 0,-21 34-1092 0 0,9-18-337 0 0,-1 0 0 0 0,1 1 0 0 0,-1 0 0 0 0,1-1 0 0 0,-1 1 0 0 0,1-1 1 0 0,0 1-1 0 0,0-1 0 0 0,-1 1 0 0 0,1 0 0 0 0,0-1 0 0 0,1 1 0 0 0,-1 0 0 0 0,0-1 1 0 0,0 1-1 0 0,1-1 0 0 0,-1 1 0 0 0,1-1 0 0 0,-1 1 0 0 0,1-1 0 0 0,0 1 0 0 0,0-1 0 0 0,-1 1 1 0 0,1-1-1 0 0,0 0 0 0 0,0 1 0 0 0,0-1 0 0 0,1 0 0 0 0,-1 0 0 0 0,0 0 0 0 0,0 0 1 0 0,3 2-1 0 0,2 0-2 0 0,-1 1 1 0 0,1-1 0 0 0,0 0-1 0 0,0 0 1 0 0,0-1 0 0 0,9 3-1 0 0,20 3 8 0 0,1-1 0 0 0,0-3-1 0 0,0-1 1 0 0,68-2-1 0 0,145-28 59 0 0,-242 26-68 0 0,16-2 28 0 0,0-1 0 0 0,30-10 0 0 0,-47 12-13 0 0,0 0 0 0 0,0-1 1 0 0,0 0-1 0 0,0 0 0 0 0,-1 0 0 0 0,1 0 1 0 0,-1-1-1 0 0,0 0 0 0 0,0 0 0 0 0,-1-1 0 0 0,1 1 1 0 0,-1-1-1 0 0,6-8 0 0 0,-7 8-1 0 0,-1 0-1 0 0,1 0 1 0 0,-1-1-1 0 0,-1 1 1 0 0,1-1-1 0 0,-1 0 1 0 0,0 0-1 0 0,0 1 1 0 0,0-1-1 0 0,-1 0 1 0 0,0 0-1 0 0,-1-11 1 0 0,-2-9 11 0 0,0 0 1 0 0,-2 0-1 0 0,-1 1 1 0 0,-1 0 0 0 0,-1 0-1 0 0,-12-25 1 0 0,-78-141 622 0 0,87 171-497 0 0,-36-53 535 0 0,47 72-684 0 0,0 1 0 0 0,0-1 0 0 0,-1 1 0 0 0,1 0 0 0 0,0-1 0 0 0,0 1 0 0 0,-1 0 0 0 0,1-1 0 0 0,-1 1 0 0 0,1 0 0 0 0,0-1 0 0 0,-1 1 0 0 0,1 0 0 0 0,-1 0 0 0 0,1-1 0 0 0,0 1 0 0 0,-1 0 0 0 0,1 0 0 0 0,-1 0 0 0 0,1 0 0 0 0,-1-1 0 0 0,1 1 0 0 0,-1 0 0 0 0,1 0 0 0 0,-1 0 0 0 0,1 0 0 0 0,-1 0 0 0 0,1 0 0 0 0,-1 0 0 0 0,1 1 0 0 0,-1-1 0 0 0,1 0 0 0 0,-1 0 0 0 0,1 0 0 0 0,-1 0 0 0 0,1 1 0 0 0,-1-1 0 0 0,1 0 0 0 0,0 0 0 0 0,-1 1 0 0 0,1-1 0 0 0,-1 0 0 0 0,1 1 0 0 0,0-1 0 0 0,-1 0 0 0 0,1 1 0 0 0,0-1 0 0 0,0 1 0 0 0,-1-1 0 0 0,1 0 0 0 0,0 1 0 0 0,0-1 0 0 0,-1 1 0 0 0,1-1 0 0 0,0 1 0 0 0,-18 26 32 0 0,12-12-30 0 0,1 0 0 0 0,0 1 0 0 0,1-1 1 0 0,1 1-1 0 0,1 0 0 0 0,0 0 0 0 0,1 0 0 0 0,0 0 0 0 0,2 1 0 0 0,0-1 0 0 0,4 20 0 0 0,1-2 16 0 0,1-1-1 0 0,2 1 1 0 0,2-1-1 0 0,17 39 1 0 0,-17-49 12 0 0,0-1-1 0 0,2 0 1 0 0,0 0 0 0 0,1-2 0 0 0,1 1-1 0 0,1-2 1 0 0,1 0 0 0 0,0-1 0 0 0,30 23-1 0 0,-32-30-326 0 0,1-1 0 0 0,1 0 0 0 0,0-1 0 0 0,0 0 0 0 0,1-2 0 0 0,0 0 0 0 0,0-1 0 0 0,0-1 0 0 0,1 0 0 0 0,0-1 0 0 0,0-2 0 0 0,0 0 0 0 0,21 0 0 0 0,24-4-2247 0 0,7-3-464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18.4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37 4452 0 0,'-1'-1'82'0'0,"-2"-4"-55"0"0,-16-17 90 0 0,7 13-179 0 0,25 30 76 0 0,-5-13 11 0 0,-1 1 1 0 0,1-1 0 0 0,1-1-1 0 0,-1 0 1 0 0,1 0 0 0 0,18 11-1 0 0,-21-14-9 0 0,67 42 170 0 0,436 254 473 0 0,-502-297-658 0 0,114 56 116 0 0,198 66 0 0 0,-178-77-88 0 0,-69-22 5 0 0,99 21 1 0 0,332 54 46 0 0,-361-82 21 0 0,249 0 1 0 0,-141-12-43 0 0,-2 3 33 0 0,-213-4 85 0 0,-31-5-214 0 0,-1 0 0 0 0,0 0 0 0 0,1 0 0 0 0,-1-1 0 0 0,1 0 0 0 0,-1 1 0 0 0,1-1 0 0 0,-1 0 0 0 0,7-1 1 0 0,-13-22-4370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18.9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149 18 5481 0 0,'-19'-3'-488'0'0,"-33"-11"2058"0"0,49 14-1120 0 0,2 0-448 0 0,0 0 0 0 0,0 0 1 0 0,0 0-1 0 0,0 0 0 0 0,0 0 0 0 0,0 1 0 0 0,0-1 0 0 0,0 0 0 0 0,0 1 0 0 0,0-1 0 0 0,0 1 0 0 0,0-1 0 0 0,0 1 0 0 0,1-1 0 0 0,-1 1 0 0 0,0-1 1 0 0,-1 2-1 0 0,7 8-2 0 0,3 0 8 0 0,0 0 0 0 0,0-1 1 0 0,1 0-1 0 0,0-1 1 0 0,0 0-1 0 0,1 0 0 0 0,0-1 1 0 0,1 0-1 0 0,-1-1 1 0 0,1 0-1 0 0,16 6 0 0 0,-9-4 7 0 0,0 2 0 0 0,29 20-1 0 0,-44-27-11 0 0,1-1 0 0 0,-1 1-1 0 0,1 0 1 0 0,-1 0 0 0 0,0 0-1 0 0,0 0 1 0 0,0 0 0 0 0,-1 1-1 0 0,1-1 1 0 0,-1 1-1 0 0,0 0 1 0 0,0 0 0 0 0,0 0-1 0 0,0 0 1 0 0,-1 0 0 0 0,1 0-1 0 0,-1 0 1 0 0,0 1 0 0 0,0-1-1 0 0,-1 0 1 0 0,0 1 0 0 0,1-1-1 0 0,-1 0 1 0 0,-1 1 0 0 0,1-1-1 0 0,-1 1 1 0 0,1-1-1 0 0,-1 0 1 0 0,0 0 0 0 0,-1 0-1 0 0,1 1 1 0 0,-1-1 0 0 0,0 0-1 0 0,0-1 1 0 0,-4 7 0 0 0,-8 15 16 0 0,-1-1 1 0 0,-2-1 0 0 0,0 0-1 0 0,-27 25 1 0 0,-89 77 167 0 0,91-87-53 0 0,41-38-183 0 0,1 1 0 0 0,0-1 0 0 0,-1 1-1 0 0,1-1 1 0 0,-1 0 0 0 0,1 1 0 0 0,-1-1 0 0 0,1 1 0 0 0,-1-1 0 0 0,1 0-1 0 0,-1 1 1 0 0,1-1 0 0 0,-1 0 0 0 0,1 0 0 0 0,-1 0 0 0 0,1 1 0 0 0,-1-1-1 0 0,0 0 1 0 0,1 0 0 0 0,-1 0 0 0 0,0 0 0 0 0,1 0 0 0 0,-1 0 0 0 0,1 0-1 0 0,-1 0 1 0 0,0 0 0 0 0,1 0 0 0 0,-1-1 0 0 0,0 1-58 0 0,0-1-1 0 0,1 0 1 0 0,0 1-1 0 0,-1-1 1 0 0,1 0 0 0 0,-1 0-1 0 0,1 0 1 0 0,0 1 0 0 0,-1-1-1 0 0,1 0 1 0 0,0 0 0 0 0,0 0-1 0 0,0 0 1 0 0,0 1 0 0 0,0-1-1 0 0,0 0 1 0 0,0 0-1 0 0,0 0 1 0 0,0-1 0 0 0,8-18-2175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19.8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47 30 5565 0 0,'-31'-23'-75'0'0,"29"22"303"0"0,0 0-189 0 0,-4-1 48 0 0,2 0-43 0 0,3 2-34 0 0,94 64-37 0 0,-24-23 63 0 0,1-4 0 0 0,124 47 0 0 0,159 31 89 0 0,-312-103-122 0 0,20 6 71 0 0,6 1 330 0 0,75 32 0 0 0,-96-34 1015 0 0,-44-16-1342 0 0,-16-33-6706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20.4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157 48 5509 0 0,'-48'-29'-591'0'0,"26"17"1115"0"0,21 11 2 0 0,-15-5 1083 0 0,32 22-1599 0 0,0-2 0 0 0,2 0-1 0 0,-1-1 1 0 0,2 0 0 0 0,0-2-1 0 0,21 11 1 0 0,-17-11 3 0 0,-1 2 1 0 0,-1 0 0 0 0,0 1-1 0 0,34 31 1 0 0,-53-43-13 0 0,-1 1 1 0 0,1-1-1 0 0,-1 0 0 0 0,1 1 1 0 0,-1-1-1 0 0,0 1 1 0 0,0 0-1 0 0,0-1 1 0 0,0 1-1 0 0,-1 0 0 0 0,1 0 1 0 0,-1-1-1 0 0,1 1 1 0 0,-1 0-1 0 0,0 0 1 0 0,0 0-1 0 0,-1 0 0 0 0,1-1 1 0 0,0 1-1 0 0,-1 0 1 0 0,0 0-1 0 0,1 0 1 0 0,-1-1-1 0 0,0 1 0 0 0,-1-1 1 0 0,1 1-1 0 0,0-1 1 0 0,-1 1-1 0 0,-2 3 1 0 0,-6 9 13 0 0,0-1 0 0 0,-1-1 1 0 0,-19 19-1 0 0,27-29-11 0 0,-38 34 51 0 0,-2-1-1 0 0,-1-3 1 0 0,-60 34 0 0 0,66-42 12 0 0,15-13-264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21.5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 44 5176 0 0,'-15'-34'210'0'0,"14"33"175"0"0,1 1-359 0 0,-1-1-1 0 0,1 1 1 0 0,0-1-1 0 0,0 1 1 0 0,0-1-1 0 0,0 1 1 0 0,-1 0-1 0 0,1-1 1 0 0,0 1-1 0 0,-1-1 1 0 0,1 1-1 0 0,0 0 1 0 0,-1-1-1 0 0,1 1 0 0 0,0 0 1 0 0,-1-1-1 0 0,1 1 1 0 0,0 0-1 0 0,-1 0 1 0 0,1-1-1 0 0,-1 1 1 0 0,1 0-1 0 0,-1 0 1 0 0,1 0-1 0 0,-1 0 1 0 0,1 0-1 0 0,-1 0 1 0 0,1 0-1 0 0,0-1 1 0 0,-1 1-1 0 0,1 0 1 0 0,-1 1-1 0 0,1-1 1 0 0,-1 0-1 0 0,1 0 1 0 0,-1 0-1 0 0,1 0 1 0 0,-1 0-1 0 0,0 1 1 0 0,6 17-17 0 0,1 1 1 0 0,0-1 0 0 0,1 0 0 0 0,1 0 0 0 0,15 24 0 0 0,62 88 18 0 0,-69-107-7 0 0,154 214 12 0 0,-130-188-30 0 0,-27-35 6 0 0,-1 0-1 0 0,0 1 1 0 0,-1 1 0 0 0,-1-1-1 0 0,12 26 1 0 0,-21-39 36 0 0,-1 0 0 0 0,1-1 1 0 0,0 1-1 0 0,-1 0 1 0 0,1 0-1 0 0,-1 0 1 0 0,0 0-1 0 0,0-1 0 0 0,1 1 1 0 0,-1 0-1 0 0,0 0 1 0 0,-1 4-1 0 0,0-5-8 0 0,1 0-1 0 0,-1 0 0 0 0,0-1 1 0 0,0 1-1 0 0,1 0 1 0 0,-1 0-1 0 0,0 0 1 0 0,0 0-1 0 0,0-1 0 0 0,0 1 1 0 0,0 0-1 0 0,0-1 1 0 0,0 1-1 0 0,0-1 1 0 0,0 1-1 0 0,-1-1 0 0 0,1 0 1 0 0,0 1-1 0 0,0-1 1 0 0,0 0-1 0 0,0 0 1 0 0,-1 0-1 0 0,-1 0 0 0 0,-9 1 113 0 0,-1-1-1 0 0,1 0 1 0 0,0-1 0 0 0,0 0-1 0 0,0-1 1 0 0,0 0-1 0 0,0-1 1 0 0,0-1-1 0 0,-12-5 1 0 0,-20-9 498 0 0,-41-26 1 0 0,33 17 286 0 0,14 11-666 0 0,54 29-309 0 0,-1-1 0 0 0,2 0 0 0 0,-1-2 0 0 0,1 1 0 0 0,1-2 0 0 0,0 0 0 0 0,0-2 0 0 0,38 12 0 0 0,-35-13-65 0 0,0-1 0 0 0,1-1 0 0 0,-1-1-1 0 0,1-1 1 0 0,-1-1 0 0 0,1 0 0 0 0,0-2-1 0 0,28-4 1 0 0,-45 4 99 0 0,0-1-1 0 0,0 1 1 0 0,0-1 0 0 0,-1-1 0 0 0,1 1-1 0 0,0 0 1 0 0,-1-1 0 0 0,0 0 0 0 0,1 0-1 0 0,-1-1 1 0 0,0 1 0 0 0,-1-1 0 0 0,1 0-1 0 0,3-5 1 0 0,-1 2 45 0 0,-1-1-1 0 0,0 0 1 0 0,-1 0 0 0 0,1 0-1 0 0,-2-1 1 0 0,6-16 0 0 0,-8 24-18 0 0,0-4-511 0 0,1 0 0 0 0,-1 0 0 0 0,1 1 0 0 0,0-1 1 0 0,1 1-1 0 0,-1-1 0 0 0,6-5 0 0 0,-1-2-2574 0 0,0 2 629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22.5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376 10 5809 0 0,'-4'-9'-714'0'0,"0"10"298"0"0,-5 23 184 0 0,-1 37 157 0 0,-5 75 40 0 0,-32 195-7 0 0,39-294 79 0 0,-2 0 1 0 0,-2-1 0 0 0,-1 0-1 0 0,-2-1 1 0 0,-1 0-1 0 0,-36 54 1 0 0,45-78 29 0 0,2-2 161 0 0,0 0-1 0 0,-1-1 0 0 0,-1 1 1 0 0,1-1-1 0 0,-1 0 1 0 0,0-1-1 0 0,-1 0 0 0 0,0 0 1 0 0,0-1-1 0 0,-16 10 1 0 0,22-15 414 0 0,-23-26 164 0 0,19 12-663 0 0,2 0 0 0 0,0 0 0 0 0,0-1 0 0 0,2 1 0 0 0,-1-1 0 0 0,2 0 1 0 0,-1-16-1 0 0,-4-28 298 0 0,5 56-518 0 0,0 7 31 0 0,-1 20 18 0 0,5 38 16 0 0,-2-56 8 0 0,0 0 0 0 0,1 0 0 0 0,0-1 0 0 0,0 1 0 0 0,0 0 1 0 0,1-1-1 0 0,4 9 0 0 0,-5-13 3 0 0,-1 0 1 0 0,1 0-1 0 0,-1 0 1 0 0,1-1-1 0 0,0 1 1 0 0,0-1-1 0 0,0 1 0 0 0,0-1 1 0 0,0 1-1 0 0,0-1 1 0 0,0 0-1 0 0,1 0 1 0 0,-1 0-1 0 0,0 0 0 0 0,1 0 1 0 0,-1-1-1 0 0,0 1 1 0 0,1-1-1 0 0,-1 0 1 0 0,1 1-1 0 0,-1-1 1 0 0,1 0-1 0 0,-1 0 0 0 0,5-1 1 0 0,41-8-121 0 0,-1-2 1 0 0,-1-2-1 0 0,0-1 0 0 0,78-38 1 0 0,-39 16-1950 0 0,-71 32-1205 0 0,0 0 1126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23.3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193 1 5400 0 0,'0'0'-137'0'0,"0"0"145"0"0,0 0-1 0 0,0 0 1 0 0,0 0-1 0 0,0 0 1 0 0,0 1-1 0 0,0-1 1 0 0,0 0-1 0 0,0 0 1 0 0,0 0-1 0 0,0 0 1 0 0,1 0-1 0 0,-1 0 1 0 0,0 0-1 0 0,0 1 1 0 0,0-1-1 0 0,0 0 1 0 0,0 0-1 0 0,0 0 1 0 0,0 0-1 0 0,1 0 1 0 0,-1 0-1 0 0,0 0 1 0 0,0 0 0 0 0,0 0-1 0 0,0 0 1 0 0,0 0-1 0 0,1 0 1 0 0,-1 0-1 0 0,0 0 1 0 0,0 0-1 0 0,0 0 1 0 0,0 0-1 0 0,1 0 1 0 0,-1 0-1 0 0,0 0 1 0 0,0 0-1 0 0,0 0 1 0 0,0 0-1 0 0,0 0 1 0 0,1 0-1 0 0,-1 0 1 0 0,0 0-1 0 0,0 0 1 0 0,0 0-1 0 0,0 0 1 0 0,0 0-1 0 0,0 0 1 0 0,0-1-1 0 0,1 1 1 0 0,-1 0-1 0 0,0 0 1 0 0,0 0-1 0 0,0 0 1 0 0,0 0 0 0 0,-21 80 30 0 0,3 1 1 0 0,-7 86 0 0 0,10-61-34 0 0,-9 83 26 0 0,22-167 91 0 0,-1 1 0 0 0,-1-1-1 0 0,-2 0 1 0 0,0 0 0 0 0,-1-1-1 0 0,-1 0 1 0 0,-1 0 0 0 0,-13 23 0 0 0,-5 6 1112 0 0,26-48-1074 0 0,2-8-2049 0 0,3-19-187 0 0,-1 9-422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23.7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41 18 5853 0 0,'-3'-11'-53'0'0,"3"10"49"0"0,0 1-1 0 0,0 0 0 0 0,0 0 1 0 0,0 0-1 0 0,0 0 1 0 0,0-1-1 0 0,0 1 0 0 0,0 0 1 0 0,0 0-1 0 0,0 0 1 0 0,0-1-1 0 0,0 1 0 0 0,0 0 1 0 0,0 0-1 0 0,0 0 1 0 0,0 0-1 0 0,0-1 0 0 0,0 1 1 0 0,-1 0-1 0 0,1 0 1 0 0,0 0-1 0 0,0 0 0 0 0,0-1 1 0 0,0 1-1 0 0,0 0 1 0 0,0 0-1 0 0,0 0 0 0 0,-1 0 1 0 0,1 0-1 0 0,0 0 1 0 0,0 0-1 0 0,0-1 0 0 0,0 1 1 0 0,0 0-1 0 0,-1 0 1 0 0,1 0-1 0 0,0 0 0 0 0,0 0 1 0 0,0 0-1 0 0,-1 0 1 0 0,1 0-1 0 0,0 0 0 0 0,0 0 1 0 0,0 0-1 0 0,0 0 1 0 0,-1 0-1 0 0,1 0 0 0 0,0 0 1 0 0,0 0-1 0 0,0 0 1 0 0,0 0-1 0 0,-1 0 0 0 0,1 0 1 0 0,0 0-1 0 0,0 0 1 0 0,0 0-1 0 0,0 1 0 0 0,-1-1 1 0 0,1 0-1 0 0,0 0 1 0 0,0 0-1 0 0,0 0 1 0 0,-7 18 3 0 0,1 0 1 0 0,1 1-1 0 0,1-1 1 0 0,1 1-1 0 0,1 0 1 0 0,0 0-1 0 0,1 0 1 0 0,3 30 0 0 0,-2-23 105 0 0,0-26-97 0 0,0 1 0 0 0,0-1 0 0 0,0 0 0 0 0,0 1 0 0 0,0-1 0 0 0,0 0 0 0 0,0 1 0 0 0,0-1 0 0 0,0 0 0 0 0,0 1 0 0 0,0-1 0 0 0,1 0 0 0 0,-1 0 0 0 0,0 1 0 0 0,0-1 0 0 0,0 0 0 0 0,1 1 0 0 0,-1-1 0 0 0,0 0 0 0 0,0 0 0 0 0,1 1 0 0 0,-1-1 0 0 0,0 0 0 0 0,0 0 0 0 0,1 0 0 0 0,-1 1 0 0 0,0-1 0 0 0,1 0 0 0 0,-1 0 0 0 0,0 0 0 0 0,1 0 0 0 0,-1 0 0 0 0,0 0 0 0 0,1 0 0 0 0,-1 0 0 0 0,0 0 0 0 0,1 0 0 0 0,-1 0 0 0 0,0 0 0 0 0,1 0 0 0 0,-1 0 1 0 0,0 0-1 0 0,1 0 0 0 0,27-7 97 0 0,-1-1-1 0 0,0-2 1 0 0,-1-1 0 0 0,0 0 0 0 0,37-24 0 0 0,44-20 150 0 0,-13 16-967 0 0,-91 38-99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44.3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358 45 1740 0 0,'0'0'4478'0'0,"-4"-3"-4381"0"0,-3-2-54 0 0,0 1 1 0 0,0-1-1 0 0,0 1 0 0 0,-1 0 0 0 0,1 1 0 0 0,-1-1 1 0 0,0 2-1 0 0,0-1 0 0 0,0 1 0 0 0,-1 0 0 0 0,1 1 1 0 0,0 0-1 0 0,-10 0 0 0 0,9 1-38 0 0,-1 1 0 0 0,1 0 0 0 0,0 1 0 0 0,-1 0 0 0 0,1 1 0 0 0,0 0 1 0 0,0 0-1 0 0,1 1 0 0 0,-1 0 0 0 0,1 0 0 0 0,-1 1 0 0 0,1 0 0 0 0,1 0 0 0 0,-1 1 0 0 0,1 0 0 0 0,0 1 0 0 0,-7 7 0 0 0,0 0 9 0 0,7-8-15 0 0,1 0 1 0 0,0 0 0 0 0,1 1-1 0 0,-1 0 1 0 0,2 0 0 0 0,-1 0-1 0 0,1 1 1 0 0,0 0 0 0 0,0 0-1 0 0,-4 12 1 0 0,7-17 7 0 0,1 0-1 0 0,-1-1 1 0 0,1 1 0 0 0,-1 0-1 0 0,1 0 1 0 0,0 0-1 0 0,0-1 1 0 0,0 1 0 0 0,0 0-1 0 0,0 0 1 0 0,1 0 0 0 0,-1-1-1 0 0,1 1 1 0 0,0 0-1 0 0,0-1 1 0 0,0 1 0 0 0,0 0-1 0 0,0-1 1 0 0,1 0-1 0 0,-1 1 1 0 0,1-1 0 0 0,-1 0-1 0 0,1 1 1 0 0,0-1 0 0 0,0 0-1 0 0,0 0 1 0 0,0-1-1 0 0,0 1 1 0 0,1 0 0 0 0,-1-1-1 0 0,0 1 1 0 0,1-1-1 0 0,-1 0 1 0 0,6 2 0 0 0,8 3 42 0 0,1-1 0 0 0,0-1-1 0 0,1-1 1 0 0,-1 0 0 0 0,1-1 0 0 0,19-1 0 0 0,111-7 193 0 0,-126 5-193 0 0,54 1 381 0 0,-73 0-387 0 0,48 2-289 0 0,-43-2 124 0 0,7-14-6013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44.9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146 18 5597 0 0,'0'0'-233'0'0,"0"-2"-199"0"0,-1 2 440 0 0,1-1 0 0 0,0 0 0 0 0,-1 1 1 0 0,1-1-1 0 0,-1 0 0 0 0,1 1 0 0 0,-1-1 0 0 0,1 1 1 0 0,-1-1-1 0 0,0 1 0 0 0,1-1 0 0 0,-1 1 1 0 0,0 0-1 0 0,1-1 0 0 0,-1 1 0 0 0,0 0 1 0 0,1-1-1 0 0,-1 1 0 0 0,0 0 0 0 0,0 0 0 0 0,1-1 1 0 0,-1 1-1 0 0,-1 0 0 0 0,-5 1 1 0 0,0 0 0 0 0,0 1 0 0 0,0 0 0 0 0,0 0 1 0 0,-9 4-1 0 0,-3 10 22 0 0,7-4-13 0 0,8-9-15 0 0,0 1 0 0 0,0-1 0 0 0,1 1 0 0 0,-1 0 0 0 0,1 0 0 0 0,0 1 0 0 0,0-1 0 0 0,0 1 0 0 0,0-1 1 0 0,1 1-1 0 0,0 0 0 0 0,0 0 0 0 0,0 0 0 0 0,1 0 0 0 0,-1 0 0 0 0,1 1 0 0 0,0 5 0 0 0,1-9 5 0 0,1 0 1 0 0,-1 1-1 0 0,1-1 1 0 0,-1 0-1 0 0,1 0 1 0 0,0 0-1 0 0,0 0 1 0 0,0 0-1 0 0,0 0 1 0 0,0 0-1 0 0,1 0 1 0 0,-1-1-1 0 0,0 1 1 0 0,1 0-1 0 0,0-1 1 0 0,-1 1-1 0 0,1-1 1 0 0,0 0-1 0 0,0 1 0 0 0,-1-1 1 0 0,1 0-1 0 0,0 0 1 0 0,0 0-1 0 0,0 0 1 0 0,1-1-1 0 0,-1 1 1 0 0,2 0-1 0 0,62 13 257 0 0,-61-14-248 0 0,15 2 86 0 0,0-1-1 0 0,0 0 1 0 0,1-2-1 0 0,-1 0 1 0 0,21-5-1 0 0,-35 5-59 0 0,-1 1-1 0 0,0-1 0 0 0,0-1 1 0 0,0 1-1 0 0,0-1 1 0 0,0 0-1 0 0,0 0 0 0 0,0 0 1 0 0,0-1-1 0 0,-1 1 1 0 0,1-1-1 0 0,-1 0 0 0 0,0-1 1 0 0,0 1-1 0 0,0-1 1 0 0,0 0-1 0 0,-1 0 0 0 0,1 0 1 0 0,-1 0-1 0 0,0 0 0 0 0,0-1 1 0 0,-1 0-1 0 0,1 1 1 0 0,1-7-1 0 0,-3 8-33 0 0,-1 1 1 0 0,1-1-1 0 0,-1 1 1 0 0,1-1-1 0 0,-1 0 1 0 0,0 1-1 0 0,0-1 0 0 0,-1 1 1 0 0,1-1-1 0 0,0 0 1 0 0,-1 1-1 0 0,0-1 0 0 0,1 1 1 0 0,-1 0-1 0 0,0-1 1 0 0,0 1-1 0 0,0-1 1 0 0,-1 1-1 0 0,1 0 0 0 0,0 0 1 0 0,-1 0-1 0 0,-2-2 1 0 0,0 0-3 0 0,0 0 1 0 0,-1 0-1 0 0,0 1 0 0 0,0 0 1 0 0,0 0-1 0 0,0 0 1 0 0,0 1-1 0 0,-1 0 0 0 0,-8-3 1 0 0,-6 0-2 0 0,-1 1 0 0 0,1 0-1 0 0,-1 2 1 0 0,-30-1 0 0 0,10 3-2 0 0,-34 3-344 0 0,73-3-3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45.7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37 28 5056 0 0,'0'0'1007'0'0,"-4"3"-997"0"0,0 0-9 0 0,1 0 0 0 0,0 1 0 0 0,1-1 0 0 0,-1 1 1 0 0,1 0-1 0 0,-1 0 0 0 0,1-1 0 0 0,0 2 1 0 0,1-1-1 0 0,-1 0 0 0 0,1 0 0 0 0,0 1 1 0 0,0-1-1 0 0,0 0 0 0 0,0 1 0 0 0,1-1 1 0 0,-1 1-1 0 0,1-1 0 0 0,1 6 0 0 0,-1 6 21 0 0,0-1-1 0 0,1 1 0 0 0,1 0 1 0 0,0-1-1 0 0,1 0 0 0 0,0 1 1 0 0,2-1-1 0 0,12 28 0 0 0,-8-12 2940 0 0,-12-43-2894 0 0,-1 1 0 0 0,2-1 0 0 0,0 0-1 0 0,0 0 1 0 0,1 0 0 0 0,0 1 0 0 0,1-1-1 0 0,1 0 1 0 0,0 0 0 0 0,0 0 0 0 0,4-12-1 0 0,-1 8-60 0 0,1 0-1 0 0,0 0 1 0 0,1 0-1 0 0,1 1 0 0 0,1 0 1 0 0,0 0-1 0 0,15-20 0 0 0,-22 34-10 0 0,1-1-1 0 0,-1 1 1 0 0,1-1-1 0 0,-1 1 1 0 0,1 0-1 0 0,0 0 1 0 0,0 0-1 0 0,0 0 1 0 0,0 0-1 0 0,-1 0 0 0 0,1 0 1 0 0,0 0-1 0 0,1 1 1 0 0,-1-1-1 0 0,0 1 1 0 0,0 0-1 0 0,0 0 1 0 0,0-1-1 0 0,0 1 1 0 0,0 0-1 0 0,0 1 1 0 0,0-1-1 0 0,1 0 1 0 0,-1 1-1 0 0,0-1 1 0 0,0 1-1 0 0,0 0 1 0 0,2 1-1 0 0,8 2-8 0 0,0 1 0 0 0,-1 1 1 0 0,16 10-1 0 0,-18-10 0 0 0,13 8-22 0 0,0 0 0 0 0,-1 2 0 0 0,-1 0 0 0 0,24 25 0 0 0,-32-25-149 0 0,0 0 1 0 0,0 0-1 0 0,12 26 1 0 0,-16-36-504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46.3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0 174 5164 0 0,'2'-10'217'0'0,"0"0"0"0"0,0 0-1 0 0,-2-1 1 0 0,1 1-1 0 0,-1-1 1 0 0,-2-14 0 0 0,14 44-181 0 0,2 0 0 0 0,-1-1 1 0 0,2 0-1 0 0,1-1 1 0 0,20 17-1 0 0,98 74 104 0 0,-125-100-35 0 0,-4-3 303 0 0,0-1-1 0 0,1 1 1 0 0,-1-1 0 0 0,1 0-1 0 0,12 6 1 0 0,-17-11-378 0 0,1 1 1 0 0,-1-1-1 0 0,0 1 0 0 0,1 0 0 0 0,-1-1 0 0 0,0 0 1 0 0,0 1-1 0 0,0-1 0 0 0,1 0 0 0 0,-1 0 1 0 0,0 0-1 0 0,0 0 0 0 0,0 0 0 0 0,0 0 0 0 0,0 0 1 0 0,-1 0-1 0 0,1 0 0 0 0,0 0 0 0 0,0 0 0 0 0,-1 0 1 0 0,1-1-1 0 0,-1 1 0 0 0,1 0 0 0 0,-1-1 0 0 0,1 1 1 0 0,-1 0-1 0 0,0-1 0 0 0,1-1 0 0 0,6-49 434 0 0,-6 36-356 0 0,12-59 205 0 0,-6 40-183 0 0,-2 0 0 0 0,2-42 0 0 0,-7 76-142 0 0,2-18-707 0 0,1-1-6231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47.0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74 142 5216 0 0,'0'0'-237'0'0,"6"0"-44"0"0,9-1 343 0 0,-1-1-1 0 0,1 0 0 0 0,28-9 0 0 0,-39 9-38 0 0,1 1 1 0 0,-1-1-1 0 0,0 0 0 0 0,1 0 1 0 0,-1 0-1 0 0,0 0 1 0 0,0-1-1 0 0,0 0 0 0 0,-1 0 1 0 0,1 0-1 0 0,-1 0 0 0 0,0 0 1 0 0,1-1-1 0 0,-1 0 1 0 0,-1 1-1 0 0,1-1 0 0 0,-1 0 1 0 0,3-5-1 0 0,-4 7-16 0 0,0 0-5 0 0,-1 1 0 0 0,1 0 0 0 0,-1-1 0 0 0,0 1 0 0 0,1 0 0 0 0,-1-1 0 0 0,0 1 1 0 0,0 0-1 0 0,0-1 0 0 0,0 1 0 0 0,0-1 0 0 0,0 1 0 0 0,0 0 0 0 0,-1-1 0 0 0,1 1 0 0 0,0 0 0 0 0,-1-1 0 0 0,1 1 0 0 0,-1 0 0 0 0,0-1 0 0 0,1 1 0 0 0,-1 0 0 0 0,0 0 0 0 0,0 0 0 0 0,-1-2 0 0 0,0 1-1 0 0,1-1-1 0 0,-1 1 0 0 0,0 0 1 0 0,0 0-1 0 0,0 0 1 0 0,0 1-1 0 0,0-1 0 0 0,-1 0 1 0 0,1 1-1 0 0,0-1 1 0 0,-1 1-1 0 0,1 0 0 0 0,-1 0 1 0 0,0 0-1 0 0,1 0 1 0 0,-1 0-1 0 0,0 1 0 0 0,1-1 1 0 0,-7 0-1 0 0,3 1 3 0 0,-1 1-1 0 0,1-1 0 0 0,0 1 0 0 0,-1 0 0 0 0,1 1 1 0 0,0-1-1 0 0,0 1 0 0 0,-11 5 0 0 0,8-3 2 0 0,0 0 0 0 0,1 1-1 0 0,0 0 1 0 0,-1 1 0 0 0,2-1-1 0 0,-1 2 1 0 0,1-1 0 0 0,0 1-1 0 0,0 0 1 0 0,0 0 0 0 0,1 1-1 0 0,-7 11 1 0 0,12-17 26 0 0,0 0 1 0 0,0 1-1 0 0,0-1 0 0 0,0 0 0 0 0,1 1 1 0 0,-1-1-1 0 0,1 1 0 0 0,-1-1 0 0 0,1 1 1 0 0,0-1-1 0 0,0 1 0 0 0,0-1 0 0 0,0 1 1 0 0,0-1-1 0 0,0 1 0 0 0,1-1 0 0 0,0 1 0 0 0,-1-1 1 0 0,1 0-1 0 0,2 4 0 0 0,-1-2 20 0 0,0-1 1 0 0,1 0-1 0 0,-1 0 0 0 0,1 0 0 0 0,0 0 0 0 0,0-1 1 0 0,0 1-1 0 0,0-1 0 0 0,0 0 0 0 0,0 0 1 0 0,8 4-1 0 0,8 1 107 0 0,0-1 0 0 0,0 0-1 0 0,1-1 1 0 0,22 3 0 0 0,-28-6-117 0 0,29 6 130 0 0,73 3 1 0 0,-94-11-1151 0 0,-1-1 1 0 0,0-1 0 0 0,22-4 0 0 0,-19 1-1174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47.6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22 173 5328 0 0,'-21'-7'-628'0'0,"30"15"628"0"0,36 18 198 0 0,27 1-148 0 0,-44-19-17 0 0,0 2 0 0 0,-1 1 0 0 0,-1 1 0 0 0,0 1 0 0 0,-1 2 0 0 0,39 28 0 0 0,-62-42-24 0 0,-1 0-1 0 0,0 0 1 0 0,1 0-1 0 0,-1 1 1 0 0,0-1 0 0 0,0 0-1 0 0,0 1 1 0 0,0-1-1 0 0,0 1 1 0 0,0-1-1 0 0,0 1 1 0 0,0-1-1 0 0,-1 1 1 0 0,1 0 0 0 0,0-1-1 0 0,-1 1 1 0 0,0 0-1 0 0,1-1 1 0 0,-1 1-1 0 0,0 0 1 0 0,0 0-1 0 0,0-1 1 0 0,0 1 0 0 0,0 0-1 0 0,-1 2 1 0 0,0-1 24 0 0,0-1 1 0 0,-1 1 0 0 0,1-1-1 0 0,-1 1 1 0 0,1-1 0 0 0,-1 0-1 0 0,0 1 1 0 0,0-1 0 0 0,0 0-1 0 0,-1 0 1 0 0,1 0 0 0 0,0 0-1 0 0,-1-1 1 0 0,-2 2 0 0 0,-4 2 53 0 0,1 0 1 0 0,-2-1 0 0 0,1 0 0 0 0,0-1 0 0 0,-1 0 0 0 0,0-1 0 0 0,1 0 0 0 0,-1 0 0 0 0,-11 0 0 0 0,18-2-38 0 0,1 1 0 0 0,0-1 0 0 0,0 0 0 0 0,0-1 0 0 0,0 1 0 0 0,0 0-1 0 0,0 0 1 0 0,0-1 0 0 0,0 1 0 0 0,0-1 0 0 0,0 0 0 0 0,0 0 0 0 0,0 0 0 0 0,0 0 0 0 0,0 0 0 0 0,0 0 0 0 0,0 0 0 0 0,1 0 0 0 0,-1-1 0 0 0,1 1 0 0 0,-1-1 0 0 0,1 1-1 0 0,-2-3 1 0 0,2 1-14 0 0,0 0-1 0 0,0 0 0 0 0,1 0 0 0 0,0 1 1 0 0,-1-1-1 0 0,1 0 0 0 0,0 0 0 0 0,0 0 1 0 0,0 0-1 0 0,1 0 0 0 0,-1 0 0 0 0,1 0 1 0 0,0 0-1 0 0,0 0 0 0 0,0 0 0 0 0,0 0 1 0 0,0 1-1 0 0,3-5 0 0 0,11-22 39 0 0,1 1 0 0 0,2 0-1 0 0,1 1 1 0 0,0 1 0 0 0,42-41 0 0 0,-24 31-103 0 0,1 2 0 0 0,3 2 0 0 0,44-28 0 0 0,-102 81-610 0 0,-25 16-2176 0 0,32-32 1007 0 0,4 0-55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48.0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52 97 4876 0 0,'-43'-78'1512'0'0,"34"59"-14"0"0,20 52-1282 0 0,71 332 77 0 0,-72-305-245 0 0,-8-42 3 0 0,1-1 0 0 0,10 32 1 0 0,-13-47-174 0 0,22-29-6497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48.4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13 119 5224 0 0,'0'0'-40'0'0,"-10"0"-26"0"0,10 0 81 0 0,1 0 0 0 0,-1 0 0 0 0,0 0 0 0 0,0 0 0 0 0,0 0 1 0 0,0 0-1 0 0,0 0 0 0 0,0-1 0 0 0,0 1 0 0 0,0 0 0 0 0,0 0 0 0 0,0 0 0 0 0,0 0 0 0 0,0 0 0 0 0,0 0 0 0 0,0 0 0 0 0,0-1 0 0 0,0 1 1 0 0,0 0-1 0 0,0 0 0 0 0,-1 0 0 0 0,1 0 0 0 0,0 0 0 0 0,0 0 0 0 0,0 0 0 0 0,0 0 0 0 0,0 0 0 0 0,0-1 0 0 0,0 1 0 0 0,0 0 0 0 0,0 0 1 0 0,0 0-1 0 0,0 0 0 0 0,0 0 0 0 0,-1 0 0 0 0,1 0 0 0 0,0 0 0 0 0,0 0 0 0 0,0 0 0 0 0,0 0 0 0 0,0 0 0 0 0,0 0 0 0 0,0 0 0 0 0,0 0 1 0 0,-1 0-1 0 0,1 0 0 0 0,0 0 0 0 0,0 0 0 0 0,0 0 0 0 0,27-14 60 0 0,0 2 1 0 0,1 1-1 0 0,0 1 0 0 0,1 1 1 0 0,53-8-1 0 0,51-16 92 0 0,-130 32-321 0 0,21-6 219 0 0,-9 5-3101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49.9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53 14 4472 0 0,'-4'-9'174'0'0,"4"9"-144"0"0,0 0 0 0 0,0 0 0 0 0,0 0 0 0 0,0 0 0 0 0,0 0 0 0 0,1 0 0 0 0,-1 0 0 0 0,0 0-1 0 0,0 0 1 0 0,0 0 0 0 0,0-1 0 0 0,0 1 0 0 0,0 0 0 0 0,0 0 0 0 0,0 0 0 0 0,1 0 0 0 0,-1 0 0 0 0,0 0 0 0 0,0 0 0 0 0,0 0 0 0 0,0 0 0 0 0,0 0 0 0 0,0 0 0 0 0,0 0 0 0 0,0-1 0 0 0,0 1-1 0 0,0 0 1 0 0,0 0 0 0 0,0 0 0 0 0,0 0 0 0 0,0 0 0 0 0,1 0 0 0 0,-1 0 0 0 0,0-1 0 0 0,0 1 0 0 0,0 0 0 0 0,0 0 0 0 0,0 0 0 0 0,0 0 0 0 0,0 0 0 0 0,0 0 0 0 0,-1 0 0 0 0,1-1 0 0 0,0 1-1 0 0,0 0 1 0 0,0 0 0 0 0,0 0 0 0 0,0 0 0 0 0,93 72 331 0 0,-57-46-234 0 0,58 55 0 0 0,-73-61-93 0 0,-2 1 0 0 0,0 2 0 0 0,-1-1-1 0 0,-2 2 1 0 0,16 28 0 0 0,-28-45-17 0 0,-1 0-1 0 0,0 0 1 0 0,0 1-1 0 0,0-1 1 0 0,-1 1 0 0 0,0-1-1 0 0,-1 1 1 0 0,0 0-1 0 0,0 0 1 0 0,0 0 0 0 0,-1-1-1 0 0,0 1 1 0 0,-1 0-1 0 0,0 0 1 0 0,0 0 0 0 0,-1-1-1 0 0,0 1 1 0 0,0 0-1 0 0,0-1 1 0 0,-1 0 0 0 0,0 0-1 0 0,-1 0 1 0 0,-6 10-1 0 0,-8 6 35 0 0,0 0 0 0 0,-2-1 0 0 0,0-1 0 0 0,-2-1 0 0 0,0-1 0 0 0,-2-1 0 0 0,1-1 0 0 0,-2-1 0 0 0,0-1 0 0 0,-1-1 0 0 0,-53 20 0 0 0,48-28-834 0 0,8-10-2869 0 0,7-2 2002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50.8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353 38 4884 0 0,'1'-2'13'0'0,"-1"1"1"0"0,0 0-1 0 0,0-1 0 0 0,0 1 0 0 0,0 0 0 0 0,0-1 0 0 0,0 1 0 0 0,0 0 0 0 0,-1-1 0 0 0,1 1 0 0 0,0 0 0 0 0,-1 0 0 0 0,1-1 0 0 0,-1 1 0 0 0,0 0 0 0 0,1 0 0 0 0,-1 0 0 0 0,0-1 0 0 0,0 1 0 0 0,1 0 1 0 0,-1 0-1 0 0,0 0 0 0 0,0 0 0 0 0,0 1 0 0 0,0-1 0 0 0,0 0 0 0 0,-1 0 0 0 0,1 0 0 0 0,0 1 0 0 0,0-1 0 0 0,0 1 0 0 0,-3-1 0 0 0,2 0 52 0 0,-6 4-16 0 0,-20 13-8 0 0,1 0-1 0 0,1 1 1 0 0,0 2 0 0 0,1 1-1 0 0,-28 28 1 0 0,37-32 0 0 0,1 1 0 0 0,0 1 0 0 0,2 0 0 0 0,0 1 0 0 0,1 1 0 0 0,0 0 0 0 0,2 0 0 0 0,-11 30 0 0 0,19-43-5 0 0,0-1-1 0 0,0 0 1 0 0,1 1 0 0 0,0-1 0 0 0,1 1 0 0 0,-1 0 0 0 0,1-1-1 0 0,1 1 1 0 0,-1 0 0 0 0,1-1 0 0 0,0 1 0 0 0,1-1-1 0 0,3 12 1 0 0,-1-8 28 0 0,1-1 1 0 0,0 1-1 0 0,0-1 0 0 0,1 0 1 0 0,0 0-1 0 0,1-1 0 0 0,14 15 1 0 0,-1-5 71 0 0,1-1-1 0 0,0-1 1 0 0,2 0 0 0 0,0-2 0 0 0,46 21 0 0 0,-17-12-58 0 0,0-2 0 0 0,73 18 0 0 0,-96-33-1200 0 0,1-1 0 0 0,0-1 0 0 0,41 0 1 0 0,-37-4-643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6:38.2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238 18 5244 0 0,'0'0'-58'0'0,"4"-11"558"0"0,-4 11-433 0 0,0-1 0 0 0,0 1-1 0 0,0 0 1 0 0,0 0-1 0 0,0 0 1 0 0,0 0-1 0 0,0-1 1 0 0,0 1-1 0 0,0 0 1 0 0,-2-4 1663 0 0,2 4-1663 0 0,0 0 0 0 0,0 0-1 0 0,0 0 1 0 0,0 0-1 0 0,-1 0 1 0 0,1 0-1 0 0,0-1 1 0 0,0 1-1 0 0,0 0 1 0 0,0 0 0 0 0,-1 0-1 0 0,1 0 1 0 0,0 0-1 0 0,0 0 1 0 0,0 0-1 0 0,-1 0 1 0 0,1 1-1 0 0,0-1 1 0 0,0 0 0 0 0,-10 7-66 0 0,1 0 0 0 0,0 1 0 0 0,0 0 1 0 0,1 0-1 0 0,0 1 0 0 0,1 0 1 0 0,-1 0-1 0 0,2 1 0 0 0,0 0 1 0 0,0 0-1 0 0,-5 13 0 0 0,-51 129 7 0 0,61-148-8 0 0,-19 55 8 0 0,2 1 1 0 0,-9 64-1 0 0,22-95-5 0 0,2 0 0 0 0,1 0 0 0 0,1 0 0 0 0,1 0 0 0 0,2 0 0 0 0,8 47 0 0 0,10 18-2 0 0,-8-29 9 0 0,3-1-1 0 0,42 112 1 0 0,-39-140 8 0 0,1 0 0 0 0,2-1 1 0 0,2-1-1 0 0,31 37 0 0 0,-13-15 1484 0 0,-48-59-1405 0 0,-22-13 42 0 0,0-1 0 0 0,2-2-1 0 0,-43-37 1 0 0,5 5 66 0 0,30 19-98 0 0,34 31-113 0 0,-5-2-6 0 0,6 3 7 0 0,0 0 0 0 0,0 0 0 0 0,0 0 0 0 0,0 0 0 0 0,0 0 0 0 0,0 0 0 0 0,0 0 0 0 0,0 0 0 0 0,0 1 0 0 0,0-1 0 0 0,0 0 0 0 0,0 0 0 0 0,0 0 0 0 0,0 0 0 0 0,0 0 0 0 0,0 0 0 0 0,0 0 0 0 0,0 0-1 0 0,0 1 1 0 0,0-1 0 0 0,0 0 0 0 0,0 0 0 0 0,0 0 0 0 0,0 0 0 0 0,0 0 0 0 0,0 0 0 0 0,0 0 0 0 0,0 0 0 0 0,0 0 0 0 0,0 0 0 0 0,0 1 0 0 0,0-1 0 0 0,0 0 0 0 0,0 0 0 0 0,-1 0 0 0 0,1 0 0 0 0,0 0 0 0 0,0 0-1 0 0,0 0 1 0 0,0 0 0 0 0,0 0 0 0 0,0 0 0 0 0,0 0 0 0 0,0 0 0 0 0,0 0 0 0 0,-1 0 0 0 0,1 0 0 0 0,0 0 0 0 0,0 0 0 0 0,0 0 0 0 0,0 0 0 0 0,0 0 0 0 0,0 0 0 0 0,0 0 0 0 0,0 0 0 0 0,-1 0 0 0 0,1 0 0 0 0,0 0 0 0 0,0 0-1 0 0,0 0 1 0 0,4 8 6 0 0,0 0 0 0 0,0 0 0 0 0,1-1 0 0 0,0 0 0 0 0,0 1 0 0 0,1-2 0 0 0,0 1-1 0 0,0-1 1 0 0,0 0 0 0 0,1 0 0 0 0,0 0 0 0 0,1-1 0 0 0,-1 0 0 0 0,1-1 0 0 0,-1 0 0 0 0,2 0-1 0 0,-1 0 1 0 0,0-1 0 0 0,1-1 0 0 0,-1 1 0 0 0,1-1 0 0 0,-1-1 0 0 0,1 1 0 0 0,0-2-1 0 0,0 1 1 0 0,0-1 0 0 0,0 0 0 0 0,0-1 0 0 0,0 0 0 0 0,-1-1 0 0 0,1 1 0 0 0,0-2 0 0 0,-1 1-1 0 0,0-1 1 0 0,1-1 0 0 0,-1 1 0 0 0,0-1 0 0 0,-1-1 0 0 0,1 1 0 0 0,-1-1 0 0 0,0-1 0 0 0,8-6-1 0 0,-13 9 1 0 0,10-7 6 0 0,-2 0 1 0 0,1-1-1 0 0,-1-1 0 0 0,-1 0 1 0 0,0 0-1 0 0,-1-1 1 0 0,10-19-1 0 0,-17 31-57 0 0,-1-25-4544 0 0,3 8 2133 0 0,2-2-420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6:39.18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26 134 6241 0 0,'-25'9'-627'0'0,"30"-12"1635"0"0,44-18 469 0 0,-42 18-1919 0 0,221-77 468 0 0,-191 70-22 0 0,1 1 0 0 0,1 3 0 0 0,-1 1-1 0 0,48 0 1 0 0,58 5 4 0 0,0 6-1 0 0,145 27 1 0 0,-218-19 167 0 0,-69-13-147 0 0,-1-1-32 0 0,1 0 0 0 0,-1 1 0 0 0,0-1 0 0 0,0 0 0 0 0,0 0 0 0 0,0 0 0 0 0,1 0 0 0 0,-1 0 0 0 0,0 0 0 0 0,0 0 0 0 0,0-1 0 0 0,1 1 1 0 0,-1 0-1 0 0,0-1 0 0 0,0 1 0 0 0,0-1 0 0 0,1 0 0 0 0,3-7-3406 0 0,-10-11 819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6:39.6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 14 6269 0 0,'-7'-4'-42'0'0,"-8"-6"-6"0"0,20 13 156 0 0,48 17-5 0 0,35-3-75 0 0,-64-14-25 0 0,-1 1-1 0 0,0 1 0 0 0,-1 1 0 0 0,1 1 0 0 0,-1 1 0 0 0,29 14 0 0 0,-49-21 8 0 0,0 0-1 0 0,0 1 1 0 0,-1-1 0 0 0,1 0-1 0 0,0 1 1 0 0,-1-1-1 0 0,1 1 1 0 0,-1-1-1 0 0,1 1 1 0 0,-1 0 0 0 0,0 0-1 0 0,0-1 1 0 0,0 1-1 0 0,0 0 1 0 0,0 0 0 0 0,0 0-1 0 0,-1 0 1 0 0,1 0-1 0 0,0 0 1 0 0,-1 0-1 0 0,1 3 1 0 0,-1-1 10 0 0,-1 0 0 0 0,1 1 0 0 0,-1-1 0 0 0,1 0 1 0 0,-1 0-1 0 0,0 0 0 0 0,-1 0 0 0 0,1 0 0 0 0,-1 0 0 0 0,-2 5 0 0 0,-5 5 38 0 0,-1 1 0 0 0,0-1 1 0 0,-1-1-1 0 0,-16 17 0 0 0,5-6-39 0 0,9-9-39 0 0,-1-1-1 0 0,0 0 0 0 0,-1-1 0 0 0,0 0 1 0 0,-1-1-1 0 0,-19 11 0 0 0,33-23-248 0 0,-2 2 99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6:41.1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107 1455 4732 0 0,'0'0'-100'0'0,"-51"-19"1035"0"0,47 15-817 0 0,-1 0 0 0 0,0-1 0 0 0,1 0 0 0 0,0 0 0 0 0,0 0 0 0 0,0 0 0 0 0,1 0 0 0 0,-1-1 0 0 0,1 0 0 0 0,1 0 0 0 0,-1 1 0 0 0,1-2 0 0 0,0 1 1 0 0,0 0-1 0 0,1 0 0 0 0,0 0 0 0 0,0-1 0 0 0,0 1 0 0 0,1-1 0 0 0,0-8 0 0 0,1-9-30 0 0,1 0 0 0 0,1 1 0 0 0,1-1 0 0 0,8-25 0 0 0,3-7 18 0 0,4 1 0 0 0,1 1-1 0 0,3 0 1 0 0,3 2 0 0 0,49-77 0 0 0,-31 62-44 0 0,-1-1-3 0 0,3 2-1 0 0,3 1 0 0 0,66-66 0 0 0,-78 98-57 0 0,1 2-1 0 0,1 1 1 0 0,60-34-1 0 0,139-56-42 0 0,-202 105 14 0 0,1 2 0 0 0,1 1 0 0 0,0 2 0 0 0,44-5 0 0 0,158-7-50 0 0,-175 19 60 0 0,1 3 1 0 0,0 3 0 0 0,109 19 0 0 0,-136-14 14 0 0,0 2 0 0 0,0 2 0 0 0,-1 2 0 0 0,-1 1 0 0 0,0 2 0 0 0,-1 1 0 0 0,41 28 0 0 0,-30-13 18 0 0,-2 1 0 0 0,-1 2-1 0 0,-1 2 1 0 0,-2 2-1 0 0,-2 2 1 0 0,-2 1 0 0 0,41 62-1 0 0,-29-33-2 0 0,22 36 19 0 0,-23-26 9 0 0,-22-41-7 0 0,33 73 1 0 0,-23-21 404 0 0,-36-92-156 0 0,4 8 691 0 0,-23-25-6908 0 0,12 3 2701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6:41.8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116 240 7041 0 0,'-17'-5'-3'0'0,"-1"-1"-1"0"0,-27-14 1 0 0,11-5 1487 0 0,33 24-1410 0 0,3 1-72 0 0,1 1-1 0 0,-1-1 1 0 0,1 1 0 0 0,-1 0-1 0 0,1 0 1 0 0,-1-1 0 0 0,0 1 0 0 0,0 1-1 0 0,1-1 1 0 0,1 2 0 0 0,-2-2-1 0 0,58 20 95 0 0,2-1-1 0 0,0-4 0 0 0,1-2 1 0 0,114 9-1 0 0,-174-23-20 0 0,0 0-1 0 0,0 0 1 0 0,0 0 0 0 0,0 0-1 0 0,0-1 1 0 0,0 1 0 0 0,0-1-1 0 0,0 0 1 0 0,0 0 0 0 0,0 0-1 0 0,0 0 1 0 0,0-1-1 0 0,-1 1 1 0 0,1-1 0 0 0,-1 1-1 0 0,1-1 1 0 0,-1 0 0 0 0,1 0-1 0 0,-1 0 1 0 0,0 0 0 0 0,0-1-1 0 0,0 1 1 0 0,0-1-1 0 0,-1 1 1 0 0,1-1 0 0 0,0 0-1 0 0,-1 1 1 0 0,0-1 0 0 0,2-4-1 0 0,2-9 22 0 0,1-1 0 0 0,-2 0 0 0 0,0 0 0 0 0,1-19 0 0 0,0 5 127 0 0,0-50-826 0 0,-5 80 60 0 0,-21-16-5720 0 0,12 11 3500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6:44.02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37 2069 6369 0 0,'0'0'3'0'0,"-4"-1"111"0"0,1-2-79 0 0,1 0 0 0 0,-1 1 0 0 0,0-1 0 0 0,1 0 1 0 0,-1 0-1 0 0,1-1 0 0 0,0 1 0 0 0,0-1 0 0 0,0 1 0 0 0,1-1 0 0 0,-1 1 0 0 0,1-1 1 0 0,0 0-1 0 0,0 0 0 0 0,0 1 0 0 0,0-1 0 0 0,1 0 0 0 0,0 0 0 0 0,-1 0 0 0 0,2-6 1 0 0,-2-17 94 0 0,5-46 0 0 0,3 7-46 0 0,30-234 228 0 0,-27 249-243 0 0,1 0-1 0 0,3 1 1 0 0,37-87 0 0 0,-8 52-26 0 0,3 2 0 0 0,60-81 0 0 0,128-146-17 0 0,-214 284-27 0 0,10-9-14 0 0,2 0 0 0 0,1 2 0 0 0,1 2 0 0 0,2 1 0 0 0,1 2 0 0 0,2 2 0 0 0,54-30 0 0 0,-19 19-18 0 0,2 3 0 0 0,1 4 0 0 0,102-27 0 0 0,-53 29-11 0 0,226-20 0 0 0,-167 28 46 0 0,166-14-13 0 0,-265 31-14 0 0,0 3 0 0 0,91 14 0 0 0,5 11 52 0 0,216 58-1 0 0,-342-68-5 0 0,177 58-21 0 0,-208-63-3 0 0,0 1 0 0 0,-2 1-1 0 0,1 1 1 0 0,-1 2-1 0 0,-1 0 1 0 0,-1 1-1 0 0,20 20 1 0 0,165 166 88 0 0,-74-73-38 0 0,-73-75-18 0 0,75 90 1 0 0,-92-86 12 0 0,-3 3 0 0 0,43 89 0 0 0,-27-47 4 0 0,-31-61-26 0 0,17 31 23 0 0,51 122 0 0 0,-47-79 30 0 0,-44-112-55 0 0,0 1-1 0 0,0-1 1 0 0,-1 1-1 0 0,1 0 1 0 0,-1 0-1 0 0,0-1 0 0 0,-1 1 1 0 0,-1 9-1 0 0,2-12 41 0 0,-16 11 434 0 0,11-12-421 0 0,0 1 0 0 0,0-1 0 0 0,0 0 0 0 0,0-1 0 0 0,0 1 0 0 0,0-1 0 0 0,0 0 0 0 0,0-1 0 0 0,0 1 0 0 0,0-1 0 0 0,0 0 0 0 0,0 0 0 0 0,0 0 0 0 0,1-1 0 0 0,-1 0 0 0 0,0 1 0 0 0,1-2 0 0 0,-1 1 0 0 0,-4-4 0 0 0,-14-8 87 0 0,0-2-1 0 0,-27-23 0 0 0,28 21-10 0 0,-67-64 330 0 0,28 24-264 0 0,60 57-226 0 0,6 4-11 0 0,33 21 44 0 0,1-2 0 0 0,1-2-1 0 0,1-2 1 0 0,1-1 0 0 0,0-3-1 0 0,85 18 1 0 0,-123-31-11 0 0,1-1-1 0 0,-1 1 0 0 0,1-1 1 0 0,-1 0-1 0 0,1-1 1 0 0,0 1-1 0 0,-1-1 0 0 0,0 0 1 0 0,1 0-1 0 0,-1-1 1 0 0,0 1-1 0 0,1-1 0 0 0,-1 0 1 0 0,0 0-1 0 0,0 0 1 0 0,0 0-1 0 0,-1-1 0 0 0,1 0 1 0 0,-1 1-1 0 0,1-1 1 0 0,-1-1-1 0 0,0 1 0 0 0,4-6 1 0 0,-1 2-1 0 0,0 0 1 0 0,-1-1 0 0 0,0 0 0 0 0,-1 0-1 0 0,1-1 1 0 0,-2 1 0 0 0,1-1-1 0 0,-1 0 1 0 0,0 0 0 0 0,1-12-1 0 0,-3 17-138 0 0,0 0-1 0 0,-1 0 0 0 0,1 0 0 0 0,-1-1 0 0 0,0 1 0 0 0,0 0 0 0 0,-2-7 0 0 0,1 9-180 0 0,0 0 0 0 0,1 1-1 0 0,-1-1 1 0 0,0 1 0 0 0,-1-1-1 0 0,1 1 1 0 0,0 0-1 0 0,0-1 1 0 0,-1 1 0 0 0,1 0-1 0 0,0 0 1 0 0,-1 0-1 0 0,1 0 1 0 0,-1 0 0 0 0,1 0-1 0 0,-1 0 1 0 0,0 1 0 0 0,1-1-1 0 0,-1 0 1 0 0,-2 0-1 0 0,-7-3-2554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6:46.9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99 1573 6189 0 0,'0'0'-258'0'0,"-16"-3"-310"0"0,11 2 636 0 0,0-1 0 0 0,1 0 0 0 0,-1 0 0 0 0,1-1 0 0 0,-1 1 0 0 0,1-1 0 0 0,0 0 0 0 0,0 0 0 0 0,0-1 0 0 0,1 1 0 0 0,-1-1 0 0 0,1 1 0 0 0,0-1 0 0 0,0 0 0 0 0,0 0 0 0 0,0-1-1 0 0,-3-6 1 0 0,4 4-20 0 0,0 0-1 0 0,0 0 0 0 0,0-1 0 0 0,1 1 0 0 0,0 0 0 0 0,1-1 0 0 0,-1 1 0 0 0,1-1 0 0 0,1 1 0 0 0,1-13 1 0 0,4-4-25 0 0,0 0 1 0 0,2 0 0 0 0,1 1 0 0 0,0 0 0 0 0,2 0 0 0 0,14-22 0 0 0,7-6-11 0 0,3 1 0 0 0,1 2 0 0 0,73-73 0 0 0,-34 49-20 0 0,112-81 0 0 0,-112 104-15 0 0,1 3 1 0 0,100-44-1 0 0,-79 42 18 0 0,571-247-38 0 0,-573 263 8 0 0,139-29 0 0 0,103 1 7 0 0,-177 37 1 0 0,0 6 1 0 0,1 8-1 0 0,0 6 0 0 0,171 20 0 0 0,227 68 49 0 0,-432-56-12 0 0,-2 5 0 0 0,164 68 0 0 0,-101-30-4 0 0,-102-41 16 0 0,-2 3-1 0 0,115 64 0 0 0,-166-76-17 0 0,0 2 0 0 0,-1 1 0 0 0,-1 2-1 0 0,-2 0 1 0 0,0 2 0 0 0,30 42 0 0 0,132 211 65 0 0,-99-137-14 0 0,78 116 69 0 0,-109-175-111 0 0,101 157 67 0 0,-24 7-25 0 0,-108-202-26 0 0,-3 3 1 0 0,-2 0 0 0 0,36 107-1 0 0,-9 22 29 0 0,-35-85-16 0 0,-17-94-33 0 0,0 0 56 0 0,1 0-1 0 0,-1 0 1 0 0,0 0-1 0 0,0 0 0 0 0,0 0 1 0 0,0 0-1 0 0,0 0 1 0 0,0 0-1 0 0,0 0 1 0 0,0 0-1 0 0,-1 0 0 0 0,1 0 1 0 0,0 0-1 0 0,0-1 1 0 0,-1 1-1 0 0,1 0 1 0 0,-1 0-1 0 0,1 0 0 0 0,-1 0 1 0 0,1 0-1 0 0,-1-1 1 0 0,1 1-1 0 0,-1 0 0 0 0,0-1 1 0 0,1 1-1 0 0,-1 0 1 0 0,0-1-1 0 0,0 1 1 0 0,1-1-1 0 0,-3 2 0 0 0,-24-8 1656 0 0,21 3-2143 0 0,-18-9 623 0 0,-1-1 0 0 0,2-1 0 0 0,-1-1 0 0 0,2-1 0 0 0,0-1 0 0 0,2-1 0 0 0,-30-32 0 0 0,34 34-78 0 0,-90-101 367 0 0,105 116-522 0 0,3 5-65 0 0,5 5 98 0 0,0 1-1 0 0,0-1 1 0 0,1 0-1 0 0,0-1 1 0 0,0 0 0 0 0,1 0-1 0 0,0-1 1 0 0,0 0 0 0 0,20 11-1 0 0,-22-15 11 0 0,-1 0-1 0 0,1-1 0 0 0,0 0 1 0 0,0 0-1 0 0,0 0 1 0 0,0-1-1 0 0,0 0 0 0 0,1 0 1 0 0,-1-1-1 0 0,0 0 0 0 0,0 0 1 0 0,1-1-1 0 0,-1 0 1 0 0,0 0-1 0 0,0 0 0 0 0,0-1 1 0 0,13-5-1 0 0,7-5 6 0 0,39-25 0 0 0,-65 37-143 0 0,-1 0 59 0 0,0 0-1 0 0,1 0 1 0 0,-1 0-1 0 0,0 0 1 0 0,0 0 0 0 0,0 0-1 0 0,1 0 1 0 0,-1 0 0 0 0,0 0-1 0 0,0 0 1 0 0,0 0 0 0 0,1 0-1 0 0,-1 0 1 0 0,0 0 0 0 0,0 0-1 0 0,0 0 1 0 0,0 0-1 0 0,1 0 1 0 0,-1-1 0 0 0,0 1-1 0 0,0 0 1 0 0,0 0 0 0 0,0 0-1 0 0,2-2-956 0 0,-2 1 957 0 0,0 1-1 0 0,0 0 1 0 0,0 0-1 0 0,0 0 1 0 0,0 0 0 0 0,0-1-1 0 0,0 1 1 0 0,0 0 0 0 0,0 0-1 0 0,0 0 1 0 0,0-1 0 0 0,0 1-1 0 0,0 0 1 0 0,0 0 0 0 0,0 0-1 0 0,0-1 1 0 0,0 1-1 0 0,0 0 1 0 0,-1 0 0 0 0,1 0-1 0 0,-1-1-478 0 0,-8-9-3528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6:51.1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1 630 5905 0 0,'0'0'-388'0'0,"2"-3"-1083"0"0,6-6 1431 0 0,0 1 0 0 0,0 0 1 0 0,1 1-1 0 0,-1-1 1 0 0,2 2-1 0 0,-1-1 0 0 0,18-7 1 0 0,86-37-44 0 0,-73 34 75 0 0,131-56 61 0 0,3 8 1 0 0,358-83 0 0 0,-395 121-83 0 0,461-75 38 0 0,532 26 135 0 0,-450 108-65 0 0,-576-25-103 0 0,22 4 22 0 0,-1 5 0 0 0,228 61 0 0 0,-75-11 58 0 0,-184-48-36 0 0,-1 4-1 0 0,-1 4 1 0 0,121 52-1 0 0,-105-22 12 0 0,-2 4 0 0 0,158 118 0 0 0,-135-84-9 0 0,186 145 44 0 0,-260-186-32 0 0,-3 2 0 0 0,-1 2 0 0 0,42 65 0 0 0,15 16 9 0 0,-68-90-14 0 0,-1 2 0 0 0,-3 2 0 0 0,-2 1 0 0 0,-3 1 0 0 0,-1 2 0 0 0,-4 1 0 0 0,37 116 0 0 0,2 99 80 0 0,-52-199-67 0 0,-3 0-1 0 0,0 88 1 0 0,-7-103-8 0 0,3 279 158 0 0,-3-291-457 0 0,-1 1 3677 0 0,-2-47-3367 0 0,0 0 1 0 0,0 0-1 0 0,0 1 0 0 0,0-1 0 0 0,0 0 0 0 0,0 0 0 0 0,0 1 0 0 0,0-1 0 0 0,0 0 0 0 0,0 1 0 0 0,-1-1 0 0 0,1 0 0 0 0,0 0 0 0 0,0 0 0 0 0,0 1 0 0 0,0-1 0 0 0,-1 0 0 0 0,1 0 0 0 0,0 0 1 0 0,0 1-1 0 0,-1-1 0 0 0,1 0 0 0 0,0 0 0 0 0,0 0 0 0 0,-1 0 0 0 0,1 0 0 0 0,0 0 0 0 0,0 1 0 0 0,-1-1 0 0 0,1 0 0 0 0,0 0 0 0 0,0 0 0 0 0,-1 0 0 0 0,1 0 0 0 0,0 0 0 0 0,0 0 0 0 0,-1 0 0 0 0,1 0 1 0 0,0 0-1 0 0,-1 0 0 0 0,1-1 0 0 0,0 1 0 0 0,0 0 0 0 0,-1 0 0 0 0,1 0 0 0 0,0 0 0 0 0,0 0 0 0 0,-1 0 0 0 0,1-1 0 0 0,0 1 0 0 0,0 0 0 0 0,0 0 0 0 0,-1 0 0 0 0,1 0 0 0 0,0-1 0 0 0,0 1 1 0 0,0 0-1 0 0,0 0 0 0 0,-1-1 0 0 0,1 1 0 0 0,0 0 0 0 0,0 0 0 0 0,0-1 0 0 0,-14-12 735 0 0,14 13-814 0 0,-21-25 669 0 0,2-1 1 0 0,0 0-1 0 0,2-2 0 0 0,-15-31 0 0 0,-17-27 339 0 0,30 48-706 0 0,18 36-312 0 0,4 6-206 0 0,3 5 234 0 0,0 0-1 0 0,1-1 0 0 0,0-1 1 0 0,0 1-1 0 0,1-1 0 0 0,0 0 0 0 0,1-1 1 0 0,-1 0-1 0 0,1 0 0 0 0,15 7 1 0 0,8 2-68 0 0,64 23 0 0 0,-88-35 72 0 0,-4-2 10 0 0,-1 0 0 0 0,1 0 0 0 0,-1 0 0 0 0,1-1 0 0 0,-1 1 0 0 0,1-1 0 0 0,0 0 1 0 0,-1 0-1 0 0,7-1 0 0 0,1 0-106 0 0,0-1 1 0 0,0 0 0 0 0,0 0 0 0 0,0-1-1 0 0,-1-1 1 0 0,1 0 0 0 0,-1 0-1 0 0,0-1 1 0 0,0 0 0 0 0,-1-1-1 0 0,1 0 1 0 0,-1 0 0 0 0,-1-1-1 0 0,1 0 1 0 0,-1-1 0 0 0,0 0-1 0 0,-1 0 1 0 0,0-1 0 0 0,0 0 0 0 0,7-13-1 0 0,-14 20-136 0 0,1 0 0 0 0,-1 1 0 0 0,0-1 0 0 0,0 0 0 0 0,0 1 1 0 0,0-1-1 0 0,0 0 0 0 0,-1 1 0 0 0,1-1 0 0 0,0 0 0 0 0,-1 1 0 0 0,1-1 0 0 0,-1 1 0 0 0,0-1 0 0 0,1 1 0 0 0,-1-1 0 0 0,0 1 0 0 0,0-1 0 0 0,0 1 0 0 0,0 0 0 0 0,0-1 0 0 0,-2-1 0 0 0,-4-6-2625 0 0,0-5-218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6:53.4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 4 6361 0 0,'0'0'-502'0'0,"-11"1"-1085"0"0,8 0 1385 0 0,11-1-1047 0 0,265-6 1736 0 0,285 10-23 0 0,273 101-188 0 0,-712-85-241 0 0,-1 5 1 0 0,-2 5 0 0 0,0 5-1 0 0,-3 5 1 0 0,191 97 0 0 0,-172-58 13 0 0,208 167 1 0 0,-308-221-45 0 0,-6-5 6 0 0,-2 1 1 0 0,0 1-1 0 0,-1 1 0 0 0,-1 1 1 0 0,-1 1-1 0 0,27 44 1 0 0,178 264 103 0 0,-91-143-40 0 0,-115-158-54 0 0,-2 2-1 0 0,22 57 1 0 0,-3-6 5 0 0,-13-30 39 0 0,18 62-1 0 0,-3-5 45 0 0,-22-61-77 0 0,15 73 0 0 0,-8-25 24 0 0,-8-43-6 0 0,-2 2 0 0 0,-3 0 0 0 0,-3 0-1 0 0,2 62 1 0 0,-11-97 76 0 0,-1 0 1 0 0,-2 0-1 0 0,0 0 0 0 0,-1 0 0 0 0,-9 24 1 0 0,14-46-104 0 0,-3 9 10 0 0,-1 9 948 0 0,4-19-913 0 0,0 0 0 0 0,0 1 0 0 0,0-1 0 0 0,0 0 0 0 0,0 0 0 0 0,0 1 0 0 0,0-1 0 0 0,0 0 0 0 0,0 0 0 0 0,0 0 0 0 0,0 1 0 0 0,0-1 0 0 0,0 0 0 0 0,0 0 0 0 0,0 0 0 0 0,0 1 1 0 0,-1-1-1 0 0,1 0 0 0 0,0 0 0 0 0,0 0 0 0 0,0 1 0 0 0,0-1 0 0 0,0 0 0 0 0,-1 0 0 0 0,1 0 0 0 0,0 0 0 0 0,0 0 0 0 0,0 1 0 0 0,-1-1 0 0 0,1 0 0 0 0,0 0 0 0 0,0 0 0 0 0,0 0 0 0 0,-1 0 1 0 0,1 0-1 0 0,0 0 0 0 0,0 0 0 0 0,0 0 0 0 0,-1 0 0 0 0,1 0 0 0 0,0 0 0 0 0,0 0 0 0 0,-1 0 0 0 0,1 0 0 0 0,0 0 0 0 0,0 0 0 0 0,0 0 0 0 0,-1 0 0 0 0,-24-26 426 0 0,2-1 0 0 0,0-1-1 0 0,-34-58 1 0 0,-21-28 354 0 0,41 65-710 0 0,36 48-163 0 0,3 6-48 0 0,14 25 83 0 0,0 0 1 0 0,3-2 0 0 0,0 0 0 0 0,1-1 0 0 0,26 26 0 0 0,-44-51-8 0 0,0-1 1 0 0,-1 1-1 0 0,1-1 0 0 0,0 1 1 0 0,0-1-1 0 0,0 1 0 0 0,0-1 1 0 0,0 0-1 0 0,0 0 1 0 0,0 0-1 0 0,1 0 0 0 0,-1-1 1 0 0,0 1-1 0 0,0 0 0 0 0,1-1 1 0 0,-1 0-1 0 0,0 1 0 0 0,1-1 1 0 0,-1 0-1 0 0,0 0 1 0 0,1 0-1 0 0,-1-1 0 0 0,1 1 1 0 0,-1-1-1 0 0,4-1 0 0 0,1 0 6 0 0,0-2 1 0 0,0 1-1 0 0,-1-1 0 0 0,1 0 0 0 0,10-10 0 0 0,-14 12-6 0 0,18-14-18 0 0,0-1 1 0 0,-2-1 0 0 0,0 0 0 0 0,-1-1 0 0 0,0-1-1 0 0,19-31 1 0 0,-37 50-56 0 0,0 0 0 0 0,0 0 0 0 0,0 0 0 0 0,0 1 0 0 0,0-1 0 0 0,0 0 0 0 0,0 0 0 0 0,0 0 0 0 0,0 0 0 0 0,-1 0 0 0 0,1 1 0 0 0,0-1 0 0 0,0 0 0 0 0,-1 0 0 0 0,1 0 0 0 0,-1 1 0 0 0,1-1-1 0 0,-1 0 1 0 0,1 0 0 0 0,-1 1 0 0 0,1-1 0 0 0,-1 1 0 0 0,1-1 0 0 0,-2 0 0 0 0,-20-20-4126 0 0,11 11 1514 0 0,6-5-266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6:55.55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 19 6189 0 0,'0'0'-434'0'0,"-7"3"-1857"0"0,5-1 2225 0 0,7-2-326 0 0,296-12 935 0 0,86 0-179 0 0,41 47-160 0 0,-89-4-123 0 0,-186-24-48 0 0,-30-3-14 0 0,1 6 1 0 0,156 31-1 0 0,-3 48 72 0 0,-89-25-59 0 0,-121-43-22 0 0,-2 2 0 0 0,0 3 0 0 0,-1 3 0 0 0,-2 3-1 0 0,-1 3 1 0 0,58 43 0 0 0,-73-44 8 0 0,-3 1-1 0 0,-1 3 1 0 0,44 49-1 0 0,-62-58-3 0 0,-1 1 0 0 0,-2 1-1 0 0,0 1 1 0 0,-2 1-1 0 0,24 58 1 0 0,-8-13 45 0 0,60 94 1 0 0,-53-101 6 0 0,49 117 0 0 0,27 207 106 0 0,-105-343-114 0 0,40 123 96 0 0,-31-111-75 0 0,-3 1 1 0 0,-3 0-1 0 0,10 85 1 0 0,-16 35 262 0 0,-15-140 97 0 0,5-44-279 0 0,-2 15 631 0 0,2-16-673 0 0,0 1 1 0 0,0-1-1 0 0,0 1 0 0 0,0-1 1 0 0,0 1-1 0 0,0-1 1 0 0,-1 1-1 0 0,1-1 0 0 0,0 1 1 0 0,0-1-1 0 0,0 1 0 0 0,-1-1 1 0 0,1 1-1 0 0,0-1 1 0 0,-1 0-1 0 0,1 1 0 0 0,0-1 1 0 0,-1 0-1 0 0,1 1 1 0 0,0-1-1 0 0,-1 1 0 0 0,1-1 1 0 0,-1 0-1 0 0,1 0 0 0 0,0 1 1 0 0,-1-1-1 0 0,1 0 1 0 0,-1 0-1 0 0,1 0 0 0 0,-1 1 1 0 0,1-1-1 0 0,-1 0 1 0 0,1 0-1 0 0,-1 0 0 0 0,1 0 1 0 0,-1 0-1 0 0,0 0 0 0 0,-8-4 26 0 0,1 1-1 0 0,-1-1 1 0 0,1-1-1 0 0,0 0 1 0 0,1 0-1 0 0,-1 0 1 0 0,1-1-1 0 0,0 0 1 0 0,0-1-1 0 0,-9-11 1 0 0,-11-16 340 0 0,-23-38 0 0 0,9 12-12 0 0,25 44-632 0 0,16 28 121 0 0,21 31 43 0 0,-15-39 5 0 0,-1 1-1 0 0,0-1 1 0 0,1 0 0 0 0,0-1 0 0 0,0 0-1 0 0,0 1 1 0 0,0-2 0 0 0,0 1 0 0 0,1-1-1 0 0,-1 0 1 0 0,1 0 0 0 0,0-1 0 0 0,-1 0-1 0 0,1 0 1 0 0,0 0 0 0 0,0-1 0 0 0,12-1-1 0 0,1-1-42 0 0,0-1 0 0 0,-1 0-1 0 0,1-2 1 0 0,31-11-1 0 0,-49 16-359 0 0,-40-8-11981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6:58.2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999 1 6537 0 0,'0'0'-348'0'0,"-6"3"-1010"0"0,-61 41 1331 0 0,2 3 0 0 0,-102 96 0 0 0,134-111 25 0 0,1 0-1 0 0,2 3 1 0 0,-45 65 0 0 0,-54 128 61 0 0,22-26 15 0 0,-40 84 128 0 0,122-227-180 0 0,2 0 0 0 0,3 1-1 0 0,3 1 1 0 0,2 1 0 0 0,-12 109 0 0 0,24-135-9 0 0,-8 213 59 0 0,17-154-18 0 0,3 0 1 0 0,5 0 0 0 0,51 179 0 0 0,-55-242-76 0 0,5 20 47 0 0,2-2 0 0 0,2 0-1 0 0,3-1 1 0 0,34 59 0 0 0,-42-86 3 0 0,1 0-1 0 0,0-2 1 0 0,2 0 0 0 0,0 0-1 0 0,1-2 1 0 0,1 0 0 0 0,1-1-1 0 0,0-1 1 0 0,1-1 0 0 0,1-1-1 0 0,0-1 1 0 0,1-1-1 0 0,0 0 1 0 0,1-2 0 0 0,0-1-1 0 0,1-1 1 0 0,0-1 0 0 0,0-1-1 0 0,40 4 1 0 0,33-2 142 0 0,152-6-1 0 0,-182-2 177 0 0,-65 0-252 0 0,17 0 365 0 0,9 3 1691 0 0,-35-7-2049 0 0,-13-7-14 0 0,-1 2 1 0 0,0 0 0 0 0,0 0 0 0 0,-1 2-1 0 0,-27-6 1 0 0,-44-3 36 0 0,89 15-107 0 0,-28-4 28 0 0,27 4-42 0 0,-3-2-3 0 0,5 2-11 0 0,10-1-121 0 0,58-8 109 0 0,0 3 0 0 0,1 3 1 0 0,0 2-1 0 0,77 9 0 0 0,-138-6 11 0 0,-4-2 9 0 0,1 1 0 0 0,-1 0 0 0 0,0 0 0 0 0,0 0 1 0 0,0 0-1 0 0,0 1 0 0 0,0-1 0 0 0,0 0 0 0 0,0 1 0 0 0,1 0 0 0 0,-1-1 1 0 0,0 1-1 0 0,-1 0 0 0 0,1 0 0 0 0,0 0 0 0 0,0 0 0 0 0,0 1 1 0 0,-1-1-1 0 0,1 0 0 0 0,0 1 0 0 0,-1-1 0 0 0,3 3 0 0 0,-5-1 5 0 0,1-1 0 0 0,-1 0 0 0 0,0 1 0 0 0,0-1 0 0 0,0 0 0 0 0,0 1 0 0 0,0-1 0 0 0,0 0 0 0 0,-1 0 0 0 0,1 0 0 0 0,-1 0 0 0 0,1 0 0 0 0,-1 0 0 0 0,0-1 0 0 0,-2 3 0 0 0,-37 33 57 0 0,-74 49 1 0 0,35-27-663 0 0,74-56 380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6:59.9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253 1 5845 0 0,'-5'1'-168'0'0,"1"1"0"0"0,0 0 1 0 0,0 0-1 0 0,0 0 1 0 0,0 0-1 0 0,0 1 1 0 0,0 0-1 0 0,1-1 0 0 0,-1 1 1 0 0,1 1-1 0 0,0-1 1 0 0,0 0-1 0 0,0 1 1 0 0,0-1-1 0 0,1 1 0 0 0,-5 8 1 0 0,-5 11 352 0 0,-17 42 0 0 0,22-45-390 0 0,-19 54 221 0 0,3 1 0 0 0,4 1 0 0 0,-17 136 0 0 0,17-62 114 0 0,6 1-1 0 0,9 182 1 0 0,8-253-75 0 0,5 0 0 0 0,2 0 1 0 0,4-2-1 0 0,4 0 0 0 0,54 143 0 0 0,-44-152-2 0 0,4-2 1 0 0,3-1-1 0 0,2-2 1 0 0,68 85-1 0 0,-77-111-3 0 0,1-2-1 0 0,3-2 0 0 0,0 0 0 0 0,3-2 0 0 0,0-2 1 0 0,2-2-1 0 0,1-1 0 0 0,1-2 0 0 0,57 27 0 0 0,-30-28 199 0 0,101 23-1 0 0,-115-34-175 0 0,4-1 38 0 0,0-4 1 0 0,1-1-1 0 0,101-3 0 0 0,50-3 1010 0 0,-206-1-953 0 0,-2 1-213 0 0,1 0 0 0 0,-1 0 0 0 0,1-1 1 0 0,-1 1-1 0 0,1-1 0 0 0,-1 1 0 0 0,1-1 1 0 0,-1 0-1 0 0,1 0 0 0 0,-1 1 0 0 0,1-1 1 0 0,2-1-1 0 0,-2-8-2044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7:00.2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165 1 5881 0 0,'-4'0'-54'0'0,"-71"0"472"0"0,72 0-104 0 0,12 1-290 0 0,67 10 8 0 0,-43-8-18 0 0,-1 2 1 0 0,0 1-1 0 0,-1 1 1 0 0,1 2-1 0 0,32 13 1 0 0,-61-21-2 0 0,-1 0 0 0 0,0 0 0 0 0,0 0 0 0 0,0 0 0 0 0,0 1 0 0 0,0-1 0 0 0,0 0 0 0 0,0 1 0 0 0,0-1 0 0 0,0 1 0 0 0,-1 0 0 0 0,1 0 0 0 0,-1 0 0 0 0,1 0 0 0 0,-1 0 0 0 0,0 0 0 0 0,0 0 1 0 0,0 0-1 0 0,0 0 0 0 0,0 0 0 0 0,0 1 0 0 0,0-1 0 0 0,-1 0 0 0 0,1 1 0 0 0,-1-1 0 0 0,0 1 0 0 0,0-1 0 0 0,0 0 0 0 0,0 1 0 0 0,0-1 0 0 0,0 1 0 0 0,-1-1 0 0 0,1 0 0 0 0,-1 1 0 0 0,1-1 0 0 0,-1 0 0 0 0,0 0 0 0 0,0 1 0 0 0,0-1 0 0 0,0 0 0 0 0,-3 3 0 0 0,-5 9 71 0 0,-1 0-1 0 0,-1 0 0 0 0,0-1 0 0 0,-22 20 1 0 0,24-24-76 0 0,-43 39 152 0 0,-1-3 0 0 0,-67 44 0 0 0,16-23-4243 0 0,98-62 1868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7:02.0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141 1 5396 0 0,'0'0'-238'0'0,"-3"3"-49"0"0,-2 5 287 0 0,1 1 0 0 0,-1-1-1 0 0,2 0 1 0 0,-1 1 0 0 0,1 0 0 0 0,1 0-1 0 0,-1 0 1 0 0,-1 18 0 0 0,-4 89-7 0 0,5-52 5 0 0,-38 305 86 0 0,15-169 25 0 0,-1 285 0 0 0,32-293-25 0 0,9 0-1 0 0,72 356 0 0 0,-71-485-53 0 0,3 0 0 0 0,2-1 0 0 0,4-2 0 0 0,1 0 0 0 0,52 85 0 0 0,-66-128-4 0 0,1 0-1 0 0,0 0 1 0 0,1-1 0 0 0,1-1 0 0 0,1-1-1 0 0,0 0 1 0 0,1 0 0 0 0,0-2 0 0 0,1 0-1 0 0,0 0 1 0 0,1-2 0 0 0,1 0 0 0 0,-1-2-1 0 0,1 0 1 0 0,1-1 0 0 0,-1 0-1 0 0,25 3 1 0 0,50 6 108 0 0,0-4 0 0 0,189-1 0 0 0,-23-28-6 0 0,-188 15 1450 0 0,-69 2-1574 0 0,8-43-4298 0 0,-11 31 2277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7:02.3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136 0 5212 0 0,'-4'0'-64'0'0,"-26"1"13"0"0,-51 5 0 0 0,78-5 69 0 0,-15 2-28 0 0,22 8 63 0 0,-1-8-44 0 0,-1-1 1 0 0,0 0-1 0 0,1 0 0 0 0,0 0 0 0 0,-1 0 1 0 0,1-1-1 0 0,0 1 0 0 0,0-1 1 0 0,5 2-1 0 0,150 25 138 0 0,-91-18-30 0 0,125 36-1 0 0,-188-44-75 0 0,1-1-1 0 0,0 1 1 0 0,-1 0-1 0 0,1 0 1 0 0,-1 0 0 0 0,0 0-1 0 0,1 1 1 0 0,-1 0 0 0 0,0 0-1 0 0,5 5 1 0 0,-8-7-10 0 0,0 1 0 0 0,-1 0-1 0 0,1 0 1 0 0,0 0 0 0 0,-1 0 0 0 0,1 0-1 0 0,-1 0 1 0 0,1 0 0 0 0,-1 0-1 0 0,0 0 1 0 0,0 0 0 0 0,0 0 0 0 0,0 0-1 0 0,0 0 1 0 0,-1 0 0 0 0,1 0 0 0 0,0-1-1 0 0,-1 1 1 0 0,0 0 0 0 0,1 0 0 0 0,-1 0-1 0 0,0 0 1 0 0,0 0 0 0 0,0-1 0 0 0,0 1-1 0 0,0 0 1 0 0,0-1 0 0 0,-1 1 0 0 0,-1 1-1 0 0,-15 20 53 0 0,0-1 0 0 0,-2-1-1 0 0,-1 0 1 0 0,0-2 0 0 0,-2 0-1 0 0,0-2 1 0 0,-41 25 0 0 0,37-28-1957 0 0,-52 22-1 0 0,57-28-131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7:05.67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39 9 5208 0 0,'0'0'-167'0'0,"0"0"15"0"0,0 0 142 0 0,0 0 0 0 0,0-1 0 0 0,1 1 0 0 0,-1 0 0 0 0,0 0 0 0 0,0 0 1 0 0,0-1-1 0 0,0 1 0 0 0,0 0 0 0 0,0 0 0 0 0,0-1 0 0 0,0 1 0 0 0,0 0 0 0 0,0 0 1 0 0,0-1-1 0 0,0 1 0 0 0,0 0 0 0 0,0 0 0 0 0,0 0 0 0 0,0-1 0 0 0,0 1 0 0 0,0 0 0 0 0,-1 0 1 0 0,1-1-1 0 0,0 1 0 0 0,0 0 0 0 0,0 0 0 0 0,0 0 0 0 0,0-1 0 0 0,-1 1 0 0 0,1 0 1 0 0,0 0-1 0 0,0 0 0 0 0,0 0 0 0 0,0 0 0 0 0,-1-1 0 0 0,1 1 0 0 0,0 0 0 0 0,0 0 1 0 0,0 0-1 0 0,-1 0 0 0 0,1 0 0 0 0,0 0 0 0 0,0 0 0 0 0,-1 0 0 0 0,1 0 0 0 0,0 0 1 0 0,0 0-1 0 0,-1 0 0 0 0,1 0 0 0 0,0 0 0 0 0,0 0 0 0 0,0 0 0 0 0,-1 0 0 0 0,1 0 0 0 0,0 0 1 0 0,-1 0-1 0 0,-3 7 5 0 0,0 0 0 0 0,0 0 0 0 0,0 1 1 0 0,1-1-1 0 0,0 1 0 0 0,1 0 0 0 0,0 0 0 0 0,0 0 1 0 0,1 0-1 0 0,-1 0 0 0 0,2 0 0 0 0,-1 1 0 0 0,1-1 1 0 0,1 0-1 0 0,1 11 0 0 0,1 14 10 0 0,2-1 0 0 0,16 54 0 0 0,-4-40 19 0 0,1 0-1 0 0,3-2 1 0 0,2 0 0 0 0,1-1 0 0 0,2-2 0 0 0,2 0 0 0 0,42 44-1 0 0,-47-60 57 0 0,0-1-1 0 0,2-1 0 0 0,1-1 0 0 0,1-1 0 0 0,1-2 0 0 0,0-1 0 0 0,2-1 0 0 0,0-1 0 0 0,0-2 0 0 0,64 20 1 0 0,3-7 148 0 0,2-4 0 0 0,136 13 0 0 0,-131-17-80 0 0,-101-18-124 0 0,51 12 242 0 0,-47-12-246 0 0,-5 0-15 0 0,38 9 74 0 0,-33-6-76 0 0,-5-4 668 0 0,-7-2-1385 0 0,-1 0 441 0 0,4 2 123 0 0,0-1 0 0 0,0 1 1 0 0,0-1-1 0 0,0 0 0 0 0,1 0 0 0 0,-1 0 1 0 0,0 0-1 0 0,0 0 0 0 0,0 0 1 0 0,1 0-1 0 0,-1 0 0 0 0,1-1 0 0 0,-1 1 1 0 0,1-1-1 0 0,-2-1 0 0 0,-1-7-1826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7:06.2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 18 5140 0 0,'0'0'-130'0'0,"-14"-18"3683"0"0,45 30-3521 0 0,48 26 0 0 0,-68-32-33 0 0,-1 0 1 0 0,0 1 0 0 0,0 0 0 0 0,0 1-1 0 0,-1 0 1 0 0,0 1 0 0 0,-1-1-1 0 0,10 15 1 0 0,-16-20 1 0 0,-1 1 1 0 0,0-1-1 0 0,1 1 1 0 0,-1 0-1 0 0,-1 0 0 0 0,1-1 1 0 0,-1 1-1 0 0,1 0 0 0 0,-1 0 1 0 0,0 0-1 0 0,0 0 0 0 0,-1 0 1 0 0,1-1-1 0 0,-1 1 0 0 0,0 0 1 0 0,0 0-1 0 0,0-1 0 0 0,-1 1 1 0 0,1 0-1 0 0,-1-1 0 0 0,0 0 1 0 0,-3 6-1 0 0,-5 8 8 0 0,-1-1 1 0 0,-24 27-1 0 0,-107 102 173 0 0,132-136-502 0 0,17-29-4314 0 0,-6 18 4772 0 0,11-17-2331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7:08.5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 6 5240 0 0,'0'0'-258'0'0,"-5"-1"-614"0"0,-17-2 850 0 0,16 2 506 0 0,10 4-528 0 0,35 35 58 0 0,1-2 0 0 0,3-2 0 0 0,0-1-1 0 0,2-3 1 0 0,2-1 0 0 0,50 22-1 0 0,-31-24 43 0 0,1-3 0 0 0,107 24 0 0 0,145 11 63 0 0,-200-39-89 0 0,-44-9 118 0 0,0-4 0 0 0,1-3-1 0 0,0-3 1 0 0,-1-3 0 0 0,0-4 0 0 0,0-3-1 0 0,127-32 1 0 0,138-66 1609 0 0,-187 57-1598 0 0,-30 6 1255 0 0,-121 43-1276 0 0,4-2 226 0 0,-6 3-333 0 0,1 0 1 0 0,0 0-1 0 0,0 0 0 0 0,0 0 0 0 0,-1 0 0 0 0,1 0 0 0 0,0-1 1 0 0,0 1-1 0 0,-1 0 0 0 0,1-1 0 0 0,0 1 0 0 0,0-1 0 0 0,-1 1 1 0 0,1 0-1 0 0,0-1 0 0 0,-1 0 0 0 0,1 1 0 0 0,-1-1 0 0 0,1 1 1 0 0,-1-1-1 0 0,2-1 0 0 0,-3 1-21 0 0,1 0 1 0 0,0-1-1 0 0,-1 1 0 0 0,1 0 0 0 0,0-1 1 0 0,-1 1-1 0 0,0 0 0 0 0,1 0 1 0 0,-1 0-1 0 0,0-1 0 0 0,1 1 0 0 0,-1 0 1 0 0,0 0-1 0 0,0 0 0 0 0,0 0 1 0 0,0 0-1 0 0,0 1 0 0 0,0-1 1 0 0,0 0-1 0 0,0 0 0 0 0,-1 1 0 0 0,1-1 1 0 0,0 0-1 0 0,-2 0 0 0 0,-47-16 26 0 0,48 16-35 0 0,-4 0 1 0 0,-3-1-1 0 0,4 1-10 0 0,-8-1-2 0 0,-3-2-64 0 0,20 1-29 0 0,31 1 38 0 0,65 15-23 0 0,-91-11 66 0 0,0 0 1 0 0,0 1-1 0 0,0 0 1 0 0,0 0-1 0 0,-1 1 1 0 0,1 0-1 0 0,-1 0 0 0 0,0 1 1 0 0,9 7-1 0 0,-16-11 22 0 0,-1 0 1 0 0,0 0-1 0 0,1 0 0 0 0,-1-1 0 0 0,0 1 0 0 0,0 0 1 0 0,0 0-1 0 0,0 0 0 0 0,0 0 0 0 0,1 0 0 0 0,-2 0 1 0 0,1 0-1 0 0,0 0 0 0 0,0 0 0 0 0,0 0 0 0 0,0 0 1 0 0,0-1-1 0 0,-1 1 0 0 0,1 0 0 0 0,-1 0 0 0 0,1 0 1 0 0,0 0-1 0 0,-1 0 0 0 0,-12 22-15 0 0,12-20 15 0 0,-21 38-1083 0 0,22-40 582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7:10.4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21 149 5825 0 0,'-12'-11'-1175'0'0,"5"5"503"0"0,6 8 198 0 0,6 7 500 0 0,1 0-1 0 0,1 0 1 0 0,-1-1-1 0 0,1 0 1 0 0,0 0-1 0 0,1-1 1 0 0,0 0-1 0 0,0 0 1 0 0,1-1-1 0 0,0 0 1 0 0,0-1-1 0 0,0 0 1 0 0,1 0-1 0 0,-1-1 1 0 0,1 0-1 0 0,13 3 0 0 0,13 4 110 0 0,1-2-1 0 0,1-1 1 0 0,49 3-1 0 0,84 4 210 0 0,-1-6 0 0 0,1-9 0 0 0,286-34 0 0 0,-390 20 62 0 0,-2-3 1 0 0,0-2 0 0 0,-1-3-1 0 0,-1-3 1 0 0,110-62 0 0 0,-168 84-201 0 0,0 0 1 0 0,0 0 0 0 0,0-1-1 0 0,0 0 1 0 0,-1 0-1 0 0,0 0 1 0 0,8-10 0 0 0,-11 13-44 0 0,-1-2-126 0 0,0 0 0 0 0,-1 0 0 0 0,1 0 0 0 0,0 0 0 0 0,-1 1 0 0 0,0-1 0 0 0,0 0 0 0 0,0 1-1 0 0,0-1 1 0 0,0 0 0 0 0,-2-2 0 0 0,-2 2-43 0 0,-1 1 0 0 0,0-1-1 0 0,0 1 1 0 0,0 1 0 0 0,0-1 0 0 0,-1 1-1 0 0,1 0 1 0 0,0 0 0 0 0,0 1-1 0 0,-1-1 1 0 0,1 2 0 0 0,-12 0-1 0 0,-10 4-25 0 0,-47 13-1 0 0,2-1 4 0 0,70-16 39 0 0,0-1-4 0 0,-8 0 4 0 0,9 0-6 0 0,17-2-26 0 0,0 1 16 0 0,1-2-1 0 0,15-5 0 0 0,21-3-11 0 0,6 3-27 0 0,0 3 1 0 0,0 3-1 0 0,63 4 1 0 0,-120-2 40 0 0,0 0 0 0 0,1 0 0 0 0,-1 0 1 0 0,0 0-1 0 0,1 0 0 0 0,-1 1 1 0 0,0-1-1 0 0,1 0 0 0 0,-1 0 0 0 0,0 1 1 0 0,0-1-1 0 0,0 1 0 0 0,1-1 0 0 0,-1 1 1 0 0,0 0-1 0 0,0-1 0 0 0,0 1 1 0 0,0 0-1 0 0,0 0 0 0 0,0 0 0 0 0,0 0 1 0 0,0 0-1 0 0,0 0 0 0 0,1 2 0 0 0,-2-1 3 0 0,0-1 0 0 0,0 1-1 0 0,0-1 1 0 0,0 1-1 0 0,-1-1 1 0 0,1 1-1 0 0,0-1 1 0 0,-1 1-1 0 0,1-1 1 0 0,-1 0-1 0 0,1 1 1 0 0,-1-1 0 0 0,0 1-1 0 0,1-1 1 0 0,-1 0-1 0 0,0 0 1 0 0,0 1-1 0 0,-1 0 1 0 0,-9 11 2 0 0,-2-1 1 0 0,1 0-1 0 0,-15 11 1 0 0,14-12-17 0 0,-10 13-691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7:12.2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38 469 6369 0 0,'-2'-1'-19'0'0,"0"-1"0"0"0,0 1 0 0 0,0 0 1 0 0,0 0-1 0 0,0-1 0 0 0,0 2 0 0 0,-1-1 0 0 0,1 0 1 0 0,-1 0-1 0 0,1 1 0 0 0,0-1 0 0 0,-1 1 1 0 0,-3 0-1 0 0,3 0 20 0 0,7 4-9 0 0,6 7 12 0 0,1-1 0 0 0,0 0 0 0 0,0-1-1 0 0,1-1 1 0 0,0 0 0 0 0,1 0 0 0 0,25 11 0 0 0,107 36 47 0 0,-88-38-2 0 0,0-3-1 0 0,1-3 0 0 0,1-2 1 0 0,-1-3-1 0 0,1-2 0 0 0,95-6 1 0 0,-44-7 151 0 0,-1-5 0 0 0,176-46 1 0 0,-118 15 270 0 0,-2-6 0 0 0,289-134 1 0 0,-408 160-2 0 0,0-2 0 0 0,42-34 1 0 0,-59 36-340 0 0,30-30 1 0 0,-8 5-24 0 0,-45 46-80 0 0,-1 0 7 0 0,-1 1-1 0 0,1 0 0 0 0,-1-1 1 0 0,0 0-1 0 0,0 0 0 0 0,0-1 1 0 0,-1 1-1 0 0,5-7 0 0 0,-14 11-32 0 0,-31 3 27 0 0,0 2 0 0 0,-65 17 1 0 0,14-3 12 0 0,86-19 34 0 0,29-13-62 0 0,-1 0-18 0 0,-3 6-11 0 0,0 1 0 0 0,1 1 0 0 0,24-2 0 0 0,-43 6 2 0 0,1 0 0 0 0,-1 1 0 0 0,0 0-1 0 0,1 0 1 0 0,-1 0 0 0 0,1 1-1 0 0,-1 0 1 0 0,1 0 0 0 0,-1 0 0 0 0,0 1-1 0 0,0 0 1 0 0,0 0 0 0 0,0 0 0 0 0,0 0-1 0 0,0 1 1 0 0,0 0 0 0 0,-1 0 0 0 0,1 0-1 0 0,6 7 1 0 0,-10-8 12 0 0,0 0-1 0 0,0 0 1 0 0,0 0 0 0 0,0 0-1 0 0,-1 0 1 0 0,1 1-1 0 0,-1-1 1 0 0,1 0 0 0 0,-1 0-1 0 0,0 0 1 0 0,0 1 0 0 0,0-1-1 0 0,0 0 1 0 0,0 0 0 0 0,-1 1-1 0 0,1-1 1 0 0,0 0-1 0 0,-1 0 1 0 0,0 0 0 0 0,1 0-1 0 0,-1 0 1 0 0,0 1 0 0 0,0-1-1 0 0,0-1 1 0 0,-1 1 0 0 0,1 0-1 0 0,0 0 1 0 0,-3 2-1 0 0,-6 10-20 0 0,-1-1-1 0 0,-21 20 0 0 0,20-21-100 0 0,-7 7-424 0 0,-4 4-4124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7:17.0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125 7 6861 0 0,'0'0'-1'0'0,"0"0"0"0"0,0 0 1 0 0,0 0-1 0 0,0-1 0 0 0,0 1 1 0 0,-1 0-1 0 0,1 0 0 0 0,0 0 1 0 0,0 0-1 0 0,0 0 0 0 0,0 0 1 0 0,0 0-1 0 0,-1 0 0 0 0,1-1 1 0 0,0 1-1 0 0,0 0 0 0 0,0 0 1 0 0,0 0-1 0 0,0 0 0 0 0,0 0 1 0 0,0-1-1 0 0,0 1 0 0 0,0 0 1 0 0,0 0-1 0 0,0 0 0 0 0,0 0 1 0 0,0-1-1 0 0,0 1 0 0 0,0 0 1 0 0,0 0-1 0 0,0 0 0 0 0,0 0 1 0 0,0-1-1 0 0,0 1 0 0 0,0 0 1 0 0,0 0-1 0 0,0 0 0 0 0,0 0 1 0 0,0 0-1 0 0,0-1 0 0 0,0 1 1 0 0,-31 7 25 0 0,29-7-18 0 0,0 1-1 0 0,1-1 1 0 0,-1 1 0 0 0,0 0 0 0 0,0 0-1 0 0,1 0 1 0 0,-1 0 0 0 0,0 0 0 0 0,1 0-1 0 0,-1 0 1 0 0,1 0 0 0 0,0 1-1 0 0,-1-1 1 0 0,1 1 0 0 0,0-1 0 0 0,0 1-1 0 0,0-1 1 0 0,0 1 0 0 0,0 0 0 0 0,0-1-1 0 0,-1 5 1 0 0,2-5-2 0 0,0 0-1 0 0,0 1 1 0 0,1-1-1 0 0,-1 0 0 0 0,0 1 1 0 0,1-1-1 0 0,0 0 1 0 0,-1 0-1 0 0,1 1 1 0 0,0-1-1 0 0,0 0 1 0 0,-1 0-1 0 0,1 0 0 0 0,0 0 1 0 0,2 2-1 0 0,-3-3-2 0 0,0 0 0 0 0,0 0-1 0 0,-1 0 1 0 0,1 1 0 0 0,0-1-1 0 0,0 0 1 0 0,0 0-1 0 0,0 0 1 0 0,0 1 0 0 0,0-1-1 0 0,0 0 1 0 0,0 0 0 0 0,0 0-1 0 0,0 1 1 0 0,0-1 0 0 0,0 0-1 0 0,0 0 1 0 0,0 1 0 0 0,0-1-1 0 0,0 0 1 0 0,0 0-1 0 0,0 0 1 0 0,0 1 0 0 0,0-1-1 0 0,0 0 1 0 0,0 0 0 0 0,0 1-1 0 0,0-1 1 0 0,0 0 0 0 0,1 0-1 0 0,-1 0 1 0 0,0 1 0 0 0,0-1-1 0 0,0 0 1 0 0,0 0-1 0 0,1 0 1 0 0,-1 0 0 0 0,0 0-1 0 0,0 1 1 0 0,0-1 0 0 0,0 0-1 0 0,1 0 1 0 0,-1 0 0 0 0,0 0-1 0 0,0 0 1 0 0,1 0 0 0 0,-1 0-1 0 0,0 0 1 0 0,0 0-1 0 0,0 0 1 0 0,1 0 0 0 0,-1 0-1 0 0,0 0 1 0 0,0 0 0 0 0,1 0-1 0 0,-1 0 1 0 0,0 0 0 0 0,0 0-1 0 0,0 0 1 0 0,1 0 0 0 0,-1 0-1 0 0,0 0 1 0 0,0 0-1 0 0,1 0 1 0 0,-1 0 0 0 0,0-1-1 0 0,0 1 1 0 0,-21 17-47 0 0,-1 1 650 0 0,59-26 940 0 0,-43 9-1768 0 0,1 0-1 0 0,0 1 1 0 0,0-1 0 0 0,0 1-1 0 0,0 0 1 0 0,0 1 0 0 0,1-1-1 0 0,-1 1 1 0 0,1 0 0 0 0,-1 0-1 0 0,1 0 1 0 0,0 1 0 0 0,-6 6-1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7:17.6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66 59 5685 0 0,'-8'-43'-738'0'0,"8"41"766"0"0,0 2-14 0 0,0-1-1 0 0,0 1 1 0 0,0-1-1 0 0,0 1 1 0 0,0-1-1 0 0,-1 0 1 0 0,1 1-1 0 0,0-1 1 0 0,0 1 0 0 0,0-1-1 0 0,-1 1 1 0 0,1-1-1 0 0,0 1 1 0 0,0-1-1 0 0,-1 1 1 0 0,1-1-1 0 0,0 1 1 0 0,-1-1-1 0 0,1 1 1 0 0,-1 0-1 0 0,1-1 1 0 0,-1 1 0 0 0,1-1-1 0 0,-1 1 1 0 0,1 0-1 0 0,-1 0 1 0 0,1-1-1 0 0,-1 1 1 0 0,1 0-1 0 0,-1 0 1 0 0,1 0-1 0 0,-1-1 1 0 0,1 1-1 0 0,-1 0 1 0 0,-1 0 0 0 0,-1 1-5 0 0,1 1 0 0 0,-1 0 0 0 0,0-1 0 0 0,0 1 0 0 0,1 0 0 0 0,-1 0 0 0 0,1 0 0 0 0,-1 1 0 0 0,1-1 0 0 0,0 1 0 0 0,0-1 0 0 0,0 1 0 0 0,0 0 0 0 0,1 0 0 0 0,-1-1 0 0 0,1 1 1 0 0,0 0-1 0 0,0 0 0 0 0,0 1 0 0 0,0-1 0 0 0,-1 5 0 0 0,3-8-2 0 0,0 1 0 0 0,0-1 0 0 0,-1 1 0 0 0,1-1 0 0 0,0 1 0 0 0,0-1 0 0 0,0 0 0 0 0,0 1 0 0 0,0-1 0 0 0,0 0-1 0 0,0 0 1 0 0,0 0 0 0 0,0 0 0 0 0,0 0 0 0 0,0 0 0 0 0,0 0 0 0 0,0 0 0 0 0,0 0 0 0 0,1-1 0 0 0,8-3 25 0 0,-1 0 1 0 0,1-1-1 0 0,-1 0 0 0 0,0-1 0 0 0,17-13 1 0 0,-14 7 357 0 0,-31 20-337 0 0,-35 27 36 0 0,53-34-37 0 0,1-1-1 0 0,0 1 0 0 0,-1-1 1 0 0,1 1-1 0 0,-1-1 1 0 0,1 1-1 0 0,0-1 0 0 0,-1 1 1 0 0,1-1-1 0 0,-1 0 1 0 0,0 1-1 0 0,1-1 0 0 0,-1 0 1 0 0,1 1-1 0 0,-1-1 1 0 0,1 0-1 0 0,-1 0 0 0 0,0 0 1 0 0,1 1-1 0 0,-1-1 1 0 0,1 0-1 0 0,-1 0 0 0 0,0 0 1 0 0,1 0-1 0 0,-1 0 1 0 0,0 0-1 0 0,1 0 0 0 0,-1 0 1 0 0,1-1-1 0 0,-1 1 0 0 0,0 0 1 0 0,1 0-1 0 0,-1 0 1 0 0,1-1-1 0 0,-1 1 0 0 0,0 0 1 0 0,1-1-1 0 0,-1 1 1 0 0,1 0-1 0 0,-1-1 0 0 0,1 1 1 0 0,0-1-1 0 0,-1 1 1 0 0,1-1-1 0 0,-1 1 0 0 0,1-1 1 0 0,0 1-1 0 0,-1-1 1 0 0,1 1-1 0 0,0-1 0 0 0,-1 0 1 0 0,1 0-230 0 0,-2-2 304 0 0,2-4 159 0 0,-1-4-1251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7:17.8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13 6789 0 0,'0'0'3305'0'0,"2"-3"-3105"0"0,1-1-300 0 0,2-2 202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22.png"/><Relationship Id="rId21" Type="http://schemas.openxmlformats.org/officeDocument/2006/relationships/image" Target="../media/image13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26.png"/><Relationship Id="rId50" Type="http://schemas.openxmlformats.org/officeDocument/2006/relationships/customXml" Target="../ink/ink24.xml"/><Relationship Id="rId55" Type="http://schemas.openxmlformats.org/officeDocument/2006/relationships/image" Target="../media/image30.png"/><Relationship Id="rId7" Type="http://schemas.openxmlformats.org/officeDocument/2006/relationships/image" Target="../media/image6.png"/><Relationship Id="rId12" Type="http://schemas.openxmlformats.org/officeDocument/2006/relationships/customXml" Target="../ink/ink5.xml"/><Relationship Id="rId17" Type="http://schemas.openxmlformats.org/officeDocument/2006/relationships/image" Target="../media/image11.png"/><Relationship Id="rId25" Type="http://schemas.openxmlformats.org/officeDocument/2006/relationships/image" Target="../media/image15.png"/><Relationship Id="rId33" Type="http://schemas.openxmlformats.org/officeDocument/2006/relationships/image" Target="../media/image19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2" Type="http://schemas.openxmlformats.org/officeDocument/2006/relationships/image" Target="../media/image3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17.png"/><Relationship Id="rId41" Type="http://schemas.openxmlformats.org/officeDocument/2006/relationships/image" Target="../media/image23.png"/><Relationship Id="rId54" Type="http://schemas.openxmlformats.org/officeDocument/2006/relationships/customXml" Target="../ink/ink2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8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21.png"/><Relationship Id="rId40" Type="http://schemas.openxmlformats.org/officeDocument/2006/relationships/customXml" Target="../ink/ink19.xml"/><Relationship Id="rId45" Type="http://schemas.openxmlformats.org/officeDocument/2006/relationships/image" Target="../media/image25.png"/><Relationship Id="rId53" Type="http://schemas.openxmlformats.org/officeDocument/2006/relationships/image" Target="../media/image29.png"/><Relationship Id="rId5" Type="http://schemas.openxmlformats.org/officeDocument/2006/relationships/image" Target="../media/image5.png"/><Relationship Id="rId15" Type="http://schemas.openxmlformats.org/officeDocument/2006/relationships/image" Target="../media/image10.png"/><Relationship Id="rId23" Type="http://schemas.openxmlformats.org/officeDocument/2006/relationships/image" Target="../media/image14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7.png"/><Relationship Id="rId57" Type="http://schemas.openxmlformats.org/officeDocument/2006/relationships/image" Target="../media/image31.png"/><Relationship Id="rId10" Type="http://schemas.openxmlformats.org/officeDocument/2006/relationships/customXml" Target="../ink/ink4.xml"/><Relationship Id="rId19" Type="http://schemas.openxmlformats.org/officeDocument/2006/relationships/image" Target="../media/image12.png"/><Relationship Id="rId31" Type="http://schemas.openxmlformats.org/officeDocument/2006/relationships/image" Target="../media/image18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4" Type="http://schemas.openxmlformats.org/officeDocument/2006/relationships/customXml" Target="../ink/ink1.xml"/><Relationship Id="rId9" Type="http://schemas.openxmlformats.org/officeDocument/2006/relationships/image" Target="../media/image7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6.png"/><Relationship Id="rId30" Type="http://schemas.openxmlformats.org/officeDocument/2006/relationships/customXml" Target="../ink/ink14.xml"/><Relationship Id="rId35" Type="http://schemas.openxmlformats.org/officeDocument/2006/relationships/image" Target="../media/image20.png"/><Relationship Id="rId43" Type="http://schemas.openxmlformats.org/officeDocument/2006/relationships/image" Target="../media/image24.png"/><Relationship Id="rId48" Type="http://schemas.openxmlformats.org/officeDocument/2006/relationships/customXml" Target="../ink/ink23.xml"/><Relationship Id="rId56" Type="http://schemas.openxmlformats.org/officeDocument/2006/relationships/customXml" Target="../ink/ink27.xml"/><Relationship Id="rId8" Type="http://schemas.openxmlformats.org/officeDocument/2006/relationships/customXml" Target="../ink/ink3.xml"/><Relationship Id="rId51" Type="http://schemas.openxmlformats.org/officeDocument/2006/relationships/image" Target="../media/image28.png"/><Relationship Id="rId3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1.png"/><Relationship Id="rId21" Type="http://schemas.openxmlformats.org/officeDocument/2006/relationships/image" Target="../media/image1310.png"/><Relationship Id="rId42" Type="http://schemas.openxmlformats.org/officeDocument/2006/relationships/customXml" Target="../ink/ink48.xml"/><Relationship Id="rId63" Type="http://schemas.openxmlformats.org/officeDocument/2006/relationships/image" Target="../media/image34.png"/><Relationship Id="rId84" Type="http://schemas.openxmlformats.org/officeDocument/2006/relationships/customXml" Target="../ink/ink69.xml"/><Relationship Id="rId138" Type="http://schemas.openxmlformats.org/officeDocument/2006/relationships/customXml" Target="../ink/ink96.xml"/><Relationship Id="rId159" Type="http://schemas.openxmlformats.org/officeDocument/2006/relationships/image" Target="../media/image82.png"/><Relationship Id="rId170" Type="http://schemas.openxmlformats.org/officeDocument/2006/relationships/customXml" Target="../ink/ink112.xml"/><Relationship Id="rId191" Type="http://schemas.openxmlformats.org/officeDocument/2006/relationships/image" Target="../media/image98.png"/><Relationship Id="rId205" Type="http://schemas.openxmlformats.org/officeDocument/2006/relationships/image" Target="../media/image105.png"/><Relationship Id="rId226" Type="http://schemas.openxmlformats.org/officeDocument/2006/relationships/customXml" Target="../ink/ink140.xml"/><Relationship Id="rId107" Type="http://schemas.openxmlformats.org/officeDocument/2006/relationships/image" Target="../media/image56.png"/><Relationship Id="rId11" Type="http://schemas.openxmlformats.org/officeDocument/2006/relationships/image" Target="../media/image810.png"/><Relationship Id="rId32" Type="http://schemas.openxmlformats.org/officeDocument/2006/relationships/customXml" Target="../ink/ink43.xml"/><Relationship Id="rId53" Type="http://schemas.openxmlformats.org/officeDocument/2006/relationships/image" Target="../media/image290.png"/><Relationship Id="rId74" Type="http://schemas.openxmlformats.org/officeDocument/2006/relationships/customXml" Target="../ink/ink64.xml"/><Relationship Id="rId128" Type="http://schemas.openxmlformats.org/officeDocument/2006/relationships/customXml" Target="../ink/ink91.xml"/><Relationship Id="rId149" Type="http://schemas.openxmlformats.org/officeDocument/2006/relationships/image" Target="../media/image77.png"/><Relationship Id="rId5" Type="http://schemas.openxmlformats.org/officeDocument/2006/relationships/image" Target="../media/image510.png"/><Relationship Id="rId95" Type="http://schemas.openxmlformats.org/officeDocument/2006/relationships/image" Target="../media/image50.png"/><Relationship Id="rId160" Type="http://schemas.openxmlformats.org/officeDocument/2006/relationships/customXml" Target="../ink/ink107.xml"/><Relationship Id="rId181" Type="http://schemas.openxmlformats.org/officeDocument/2006/relationships/image" Target="../media/image93.png"/><Relationship Id="rId216" Type="http://schemas.openxmlformats.org/officeDocument/2006/relationships/customXml" Target="../ink/ink135.xml"/><Relationship Id="rId237" Type="http://schemas.openxmlformats.org/officeDocument/2006/relationships/image" Target="../media/image121.png"/><Relationship Id="rId22" Type="http://schemas.openxmlformats.org/officeDocument/2006/relationships/customXml" Target="../ink/ink38.xml"/><Relationship Id="rId43" Type="http://schemas.openxmlformats.org/officeDocument/2006/relationships/image" Target="../media/image240.png"/><Relationship Id="rId64" Type="http://schemas.openxmlformats.org/officeDocument/2006/relationships/customXml" Target="../ink/ink59.xml"/><Relationship Id="rId118" Type="http://schemas.openxmlformats.org/officeDocument/2006/relationships/customXml" Target="../ink/ink86.xml"/><Relationship Id="rId139" Type="http://schemas.openxmlformats.org/officeDocument/2006/relationships/image" Target="../media/image72.png"/><Relationship Id="rId80" Type="http://schemas.openxmlformats.org/officeDocument/2006/relationships/customXml" Target="../ink/ink67.xml"/><Relationship Id="rId85" Type="http://schemas.openxmlformats.org/officeDocument/2006/relationships/image" Target="../media/image45.png"/><Relationship Id="rId150" Type="http://schemas.openxmlformats.org/officeDocument/2006/relationships/customXml" Target="../ink/ink102.xml"/><Relationship Id="rId155" Type="http://schemas.openxmlformats.org/officeDocument/2006/relationships/image" Target="../media/image80.png"/><Relationship Id="rId171" Type="http://schemas.openxmlformats.org/officeDocument/2006/relationships/image" Target="../media/image88.png"/><Relationship Id="rId176" Type="http://schemas.openxmlformats.org/officeDocument/2006/relationships/customXml" Target="../ink/ink115.xml"/><Relationship Id="rId192" Type="http://schemas.openxmlformats.org/officeDocument/2006/relationships/customXml" Target="../ink/ink123.xml"/><Relationship Id="rId197" Type="http://schemas.openxmlformats.org/officeDocument/2006/relationships/image" Target="../media/image101.png"/><Relationship Id="rId206" Type="http://schemas.openxmlformats.org/officeDocument/2006/relationships/customXml" Target="../ink/ink130.xml"/><Relationship Id="rId227" Type="http://schemas.openxmlformats.org/officeDocument/2006/relationships/image" Target="../media/image116.png"/><Relationship Id="rId201" Type="http://schemas.openxmlformats.org/officeDocument/2006/relationships/image" Target="../media/image103.png"/><Relationship Id="rId222" Type="http://schemas.openxmlformats.org/officeDocument/2006/relationships/customXml" Target="../ink/ink138.xml"/><Relationship Id="rId12" Type="http://schemas.openxmlformats.org/officeDocument/2006/relationships/customXml" Target="../ink/ink33.xml"/><Relationship Id="rId17" Type="http://schemas.openxmlformats.org/officeDocument/2006/relationships/image" Target="../media/image1110.png"/><Relationship Id="rId33" Type="http://schemas.openxmlformats.org/officeDocument/2006/relationships/image" Target="../media/image190.png"/><Relationship Id="rId38" Type="http://schemas.openxmlformats.org/officeDocument/2006/relationships/customXml" Target="../ink/ink46.xml"/><Relationship Id="rId59" Type="http://schemas.openxmlformats.org/officeDocument/2006/relationships/image" Target="../media/image32.png"/><Relationship Id="rId103" Type="http://schemas.openxmlformats.org/officeDocument/2006/relationships/image" Target="../media/image54.png"/><Relationship Id="rId108" Type="http://schemas.openxmlformats.org/officeDocument/2006/relationships/customXml" Target="../ink/ink81.xml"/><Relationship Id="rId124" Type="http://schemas.openxmlformats.org/officeDocument/2006/relationships/customXml" Target="../ink/ink89.xml"/><Relationship Id="rId129" Type="http://schemas.openxmlformats.org/officeDocument/2006/relationships/image" Target="../media/image67.png"/><Relationship Id="rId54" Type="http://schemas.openxmlformats.org/officeDocument/2006/relationships/customXml" Target="../ink/ink54.xml"/><Relationship Id="rId70" Type="http://schemas.openxmlformats.org/officeDocument/2006/relationships/customXml" Target="../ink/ink62.xml"/><Relationship Id="rId75" Type="http://schemas.openxmlformats.org/officeDocument/2006/relationships/image" Target="../media/image40.png"/><Relationship Id="rId91" Type="http://schemas.openxmlformats.org/officeDocument/2006/relationships/image" Target="../media/image48.png"/><Relationship Id="rId96" Type="http://schemas.openxmlformats.org/officeDocument/2006/relationships/customXml" Target="../ink/ink75.xml"/><Relationship Id="rId140" Type="http://schemas.openxmlformats.org/officeDocument/2006/relationships/customXml" Target="../ink/ink97.xml"/><Relationship Id="rId145" Type="http://schemas.openxmlformats.org/officeDocument/2006/relationships/image" Target="../media/image75.png"/><Relationship Id="rId161" Type="http://schemas.openxmlformats.org/officeDocument/2006/relationships/image" Target="../media/image83.png"/><Relationship Id="rId166" Type="http://schemas.openxmlformats.org/officeDocument/2006/relationships/customXml" Target="../ink/ink110.xml"/><Relationship Id="rId182" Type="http://schemas.openxmlformats.org/officeDocument/2006/relationships/customXml" Target="../ink/ink118.xml"/><Relationship Id="rId187" Type="http://schemas.openxmlformats.org/officeDocument/2006/relationships/image" Target="../media/image96.png"/><Relationship Id="rId217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.xml"/><Relationship Id="rId212" Type="http://schemas.openxmlformats.org/officeDocument/2006/relationships/customXml" Target="../ink/ink133.xml"/><Relationship Id="rId233" Type="http://schemas.openxmlformats.org/officeDocument/2006/relationships/image" Target="../media/image119.png"/><Relationship Id="rId238" Type="http://schemas.openxmlformats.org/officeDocument/2006/relationships/customXml" Target="../ink/ink146.xml"/><Relationship Id="rId23" Type="http://schemas.openxmlformats.org/officeDocument/2006/relationships/image" Target="../media/image149.png"/><Relationship Id="rId28" Type="http://schemas.openxmlformats.org/officeDocument/2006/relationships/customXml" Target="../ink/ink41.xml"/><Relationship Id="rId49" Type="http://schemas.openxmlformats.org/officeDocument/2006/relationships/image" Target="../media/image270.png"/><Relationship Id="rId114" Type="http://schemas.openxmlformats.org/officeDocument/2006/relationships/customXml" Target="../ink/ink84.xml"/><Relationship Id="rId119" Type="http://schemas.openxmlformats.org/officeDocument/2006/relationships/image" Target="../media/image62.png"/><Relationship Id="rId44" Type="http://schemas.openxmlformats.org/officeDocument/2006/relationships/customXml" Target="../ink/ink49.xml"/><Relationship Id="rId60" Type="http://schemas.openxmlformats.org/officeDocument/2006/relationships/customXml" Target="../ink/ink57.xml"/><Relationship Id="rId65" Type="http://schemas.openxmlformats.org/officeDocument/2006/relationships/image" Target="../media/image35.png"/><Relationship Id="rId81" Type="http://schemas.openxmlformats.org/officeDocument/2006/relationships/image" Target="../media/image43.png"/><Relationship Id="rId86" Type="http://schemas.openxmlformats.org/officeDocument/2006/relationships/customXml" Target="../ink/ink70.xml"/><Relationship Id="rId130" Type="http://schemas.openxmlformats.org/officeDocument/2006/relationships/customXml" Target="../ink/ink92.xml"/><Relationship Id="rId135" Type="http://schemas.openxmlformats.org/officeDocument/2006/relationships/image" Target="../media/image70.png"/><Relationship Id="rId151" Type="http://schemas.openxmlformats.org/officeDocument/2006/relationships/image" Target="../media/image78.png"/><Relationship Id="rId156" Type="http://schemas.openxmlformats.org/officeDocument/2006/relationships/customXml" Target="../ink/ink105.xml"/><Relationship Id="rId177" Type="http://schemas.openxmlformats.org/officeDocument/2006/relationships/image" Target="../media/image91.png"/><Relationship Id="rId198" Type="http://schemas.openxmlformats.org/officeDocument/2006/relationships/customXml" Target="../ink/ink126.xml"/><Relationship Id="rId172" Type="http://schemas.openxmlformats.org/officeDocument/2006/relationships/customXml" Target="../ink/ink113.xml"/><Relationship Id="rId193" Type="http://schemas.openxmlformats.org/officeDocument/2006/relationships/image" Target="../media/image99.png"/><Relationship Id="rId202" Type="http://schemas.openxmlformats.org/officeDocument/2006/relationships/customXml" Target="../ink/ink128.xml"/><Relationship Id="rId207" Type="http://schemas.openxmlformats.org/officeDocument/2006/relationships/image" Target="../media/image106.png"/><Relationship Id="rId223" Type="http://schemas.openxmlformats.org/officeDocument/2006/relationships/image" Target="../media/image114.png"/><Relationship Id="rId228" Type="http://schemas.openxmlformats.org/officeDocument/2006/relationships/customXml" Target="../ink/ink141.xml"/><Relationship Id="rId13" Type="http://schemas.openxmlformats.org/officeDocument/2006/relationships/image" Target="../media/image910.png"/><Relationship Id="rId18" Type="http://schemas.openxmlformats.org/officeDocument/2006/relationships/customXml" Target="../ink/ink36.xml"/><Relationship Id="rId39" Type="http://schemas.openxmlformats.org/officeDocument/2006/relationships/image" Target="../media/image220.png"/><Relationship Id="rId109" Type="http://schemas.openxmlformats.org/officeDocument/2006/relationships/image" Target="../media/image57.png"/><Relationship Id="rId34" Type="http://schemas.openxmlformats.org/officeDocument/2006/relationships/customXml" Target="../ink/ink44.xml"/><Relationship Id="rId50" Type="http://schemas.openxmlformats.org/officeDocument/2006/relationships/customXml" Target="../ink/ink52.xml"/><Relationship Id="rId55" Type="http://schemas.openxmlformats.org/officeDocument/2006/relationships/image" Target="../media/image300.png"/><Relationship Id="rId76" Type="http://schemas.openxmlformats.org/officeDocument/2006/relationships/customXml" Target="../ink/ink65.xml"/><Relationship Id="rId97" Type="http://schemas.openxmlformats.org/officeDocument/2006/relationships/image" Target="../media/image51.png"/><Relationship Id="rId104" Type="http://schemas.openxmlformats.org/officeDocument/2006/relationships/customXml" Target="../ink/ink79.xml"/><Relationship Id="rId120" Type="http://schemas.openxmlformats.org/officeDocument/2006/relationships/customXml" Target="../ink/ink87.xml"/><Relationship Id="rId125" Type="http://schemas.openxmlformats.org/officeDocument/2006/relationships/image" Target="../media/image65.png"/><Relationship Id="rId141" Type="http://schemas.openxmlformats.org/officeDocument/2006/relationships/image" Target="../media/image73.png"/><Relationship Id="rId146" Type="http://schemas.openxmlformats.org/officeDocument/2006/relationships/customXml" Target="../ink/ink100.xml"/><Relationship Id="rId167" Type="http://schemas.openxmlformats.org/officeDocument/2006/relationships/image" Target="../media/image86.png"/><Relationship Id="rId188" Type="http://schemas.openxmlformats.org/officeDocument/2006/relationships/customXml" Target="../ink/ink121.xml"/><Relationship Id="rId7" Type="http://schemas.openxmlformats.org/officeDocument/2006/relationships/image" Target="../media/image610.png"/><Relationship Id="rId71" Type="http://schemas.openxmlformats.org/officeDocument/2006/relationships/image" Target="../media/image38.png"/><Relationship Id="rId92" Type="http://schemas.openxmlformats.org/officeDocument/2006/relationships/customXml" Target="../ink/ink73.xml"/><Relationship Id="rId162" Type="http://schemas.openxmlformats.org/officeDocument/2006/relationships/customXml" Target="../ink/ink108.xml"/><Relationship Id="rId183" Type="http://schemas.openxmlformats.org/officeDocument/2006/relationships/image" Target="../media/image94.png"/><Relationship Id="rId213" Type="http://schemas.openxmlformats.org/officeDocument/2006/relationships/image" Target="../media/image109.png"/><Relationship Id="rId218" Type="http://schemas.openxmlformats.org/officeDocument/2006/relationships/customXml" Target="../ink/ink136.xml"/><Relationship Id="rId234" Type="http://schemas.openxmlformats.org/officeDocument/2006/relationships/customXml" Target="../ink/ink144.xml"/><Relationship Id="rId239" Type="http://schemas.openxmlformats.org/officeDocument/2006/relationships/image" Target="../media/image122.png"/><Relationship Id="rId2" Type="http://schemas.openxmlformats.org/officeDocument/2006/relationships/customXml" Target="../ink/ink28.xml"/><Relationship Id="rId29" Type="http://schemas.openxmlformats.org/officeDocument/2006/relationships/image" Target="../media/image170.png"/><Relationship Id="rId24" Type="http://schemas.openxmlformats.org/officeDocument/2006/relationships/customXml" Target="../ink/ink39.xml"/><Relationship Id="rId40" Type="http://schemas.openxmlformats.org/officeDocument/2006/relationships/customXml" Target="../ink/ink47.xml"/><Relationship Id="rId45" Type="http://schemas.openxmlformats.org/officeDocument/2006/relationships/image" Target="../media/image250.png"/><Relationship Id="rId66" Type="http://schemas.openxmlformats.org/officeDocument/2006/relationships/customXml" Target="../ink/ink60.xml"/><Relationship Id="rId87" Type="http://schemas.openxmlformats.org/officeDocument/2006/relationships/image" Target="../media/image46.png"/><Relationship Id="rId110" Type="http://schemas.openxmlformats.org/officeDocument/2006/relationships/customXml" Target="../ink/ink82.xml"/><Relationship Id="rId115" Type="http://schemas.openxmlformats.org/officeDocument/2006/relationships/image" Target="../media/image60.png"/><Relationship Id="rId131" Type="http://schemas.openxmlformats.org/officeDocument/2006/relationships/image" Target="../media/image68.png"/><Relationship Id="rId136" Type="http://schemas.openxmlformats.org/officeDocument/2006/relationships/customXml" Target="../ink/ink95.xml"/><Relationship Id="rId157" Type="http://schemas.openxmlformats.org/officeDocument/2006/relationships/image" Target="../media/image81.png"/><Relationship Id="rId178" Type="http://schemas.openxmlformats.org/officeDocument/2006/relationships/customXml" Target="../ink/ink116.xml"/><Relationship Id="rId61" Type="http://schemas.openxmlformats.org/officeDocument/2006/relationships/image" Target="../media/image33.png"/><Relationship Id="rId82" Type="http://schemas.openxmlformats.org/officeDocument/2006/relationships/customXml" Target="../ink/ink68.xml"/><Relationship Id="rId152" Type="http://schemas.openxmlformats.org/officeDocument/2006/relationships/customXml" Target="../ink/ink103.xml"/><Relationship Id="rId173" Type="http://schemas.openxmlformats.org/officeDocument/2006/relationships/image" Target="../media/image89.png"/><Relationship Id="rId194" Type="http://schemas.openxmlformats.org/officeDocument/2006/relationships/customXml" Target="../ink/ink124.xml"/><Relationship Id="rId199" Type="http://schemas.openxmlformats.org/officeDocument/2006/relationships/image" Target="../media/image102.png"/><Relationship Id="rId203" Type="http://schemas.openxmlformats.org/officeDocument/2006/relationships/image" Target="../media/image104.png"/><Relationship Id="rId208" Type="http://schemas.openxmlformats.org/officeDocument/2006/relationships/customXml" Target="../ink/ink131.xml"/><Relationship Id="rId229" Type="http://schemas.openxmlformats.org/officeDocument/2006/relationships/image" Target="../media/image117.png"/><Relationship Id="rId19" Type="http://schemas.openxmlformats.org/officeDocument/2006/relationships/image" Target="../media/image1210.png"/><Relationship Id="rId224" Type="http://schemas.openxmlformats.org/officeDocument/2006/relationships/customXml" Target="../ink/ink139.xml"/><Relationship Id="rId14" Type="http://schemas.openxmlformats.org/officeDocument/2006/relationships/customXml" Target="../ink/ink34.xml"/><Relationship Id="rId30" Type="http://schemas.openxmlformats.org/officeDocument/2006/relationships/customXml" Target="../ink/ink42.xml"/><Relationship Id="rId35" Type="http://schemas.openxmlformats.org/officeDocument/2006/relationships/image" Target="../media/image200.png"/><Relationship Id="rId56" Type="http://schemas.openxmlformats.org/officeDocument/2006/relationships/customXml" Target="../ink/ink55.xml"/><Relationship Id="rId77" Type="http://schemas.openxmlformats.org/officeDocument/2006/relationships/image" Target="../media/image41.png"/><Relationship Id="rId100" Type="http://schemas.openxmlformats.org/officeDocument/2006/relationships/customXml" Target="../ink/ink77.xml"/><Relationship Id="rId105" Type="http://schemas.openxmlformats.org/officeDocument/2006/relationships/image" Target="../media/image55.png"/><Relationship Id="rId126" Type="http://schemas.openxmlformats.org/officeDocument/2006/relationships/customXml" Target="../ink/ink90.xml"/><Relationship Id="rId147" Type="http://schemas.openxmlformats.org/officeDocument/2006/relationships/image" Target="../media/image76.png"/><Relationship Id="rId168" Type="http://schemas.openxmlformats.org/officeDocument/2006/relationships/customXml" Target="../ink/ink111.xml"/><Relationship Id="rId8" Type="http://schemas.openxmlformats.org/officeDocument/2006/relationships/customXml" Target="../ink/ink31.xml"/><Relationship Id="rId51" Type="http://schemas.openxmlformats.org/officeDocument/2006/relationships/image" Target="../media/image280.png"/><Relationship Id="rId72" Type="http://schemas.openxmlformats.org/officeDocument/2006/relationships/customXml" Target="../ink/ink63.xml"/><Relationship Id="rId93" Type="http://schemas.openxmlformats.org/officeDocument/2006/relationships/image" Target="../media/image49.png"/><Relationship Id="rId98" Type="http://schemas.openxmlformats.org/officeDocument/2006/relationships/customXml" Target="../ink/ink76.xml"/><Relationship Id="rId121" Type="http://schemas.openxmlformats.org/officeDocument/2006/relationships/image" Target="../media/image63.png"/><Relationship Id="rId142" Type="http://schemas.openxmlformats.org/officeDocument/2006/relationships/customXml" Target="../ink/ink98.xml"/><Relationship Id="rId163" Type="http://schemas.openxmlformats.org/officeDocument/2006/relationships/image" Target="../media/image84.png"/><Relationship Id="rId184" Type="http://schemas.openxmlformats.org/officeDocument/2006/relationships/customXml" Target="../ink/ink119.xml"/><Relationship Id="rId189" Type="http://schemas.openxmlformats.org/officeDocument/2006/relationships/image" Target="../media/image97.png"/><Relationship Id="rId219" Type="http://schemas.openxmlformats.org/officeDocument/2006/relationships/image" Target="../media/image112.png"/><Relationship Id="rId3" Type="http://schemas.openxmlformats.org/officeDocument/2006/relationships/image" Target="../media/image410.png"/><Relationship Id="rId214" Type="http://schemas.openxmlformats.org/officeDocument/2006/relationships/customXml" Target="../ink/ink134.xml"/><Relationship Id="rId230" Type="http://schemas.openxmlformats.org/officeDocument/2006/relationships/customXml" Target="../ink/ink142.xml"/><Relationship Id="rId235" Type="http://schemas.openxmlformats.org/officeDocument/2006/relationships/image" Target="../media/image120.png"/><Relationship Id="rId25" Type="http://schemas.openxmlformats.org/officeDocument/2006/relationships/image" Target="../media/image150.png"/><Relationship Id="rId46" Type="http://schemas.openxmlformats.org/officeDocument/2006/relationships/customXml" Target="../ink/ink50.xml"/><Relationship Id="rId67" Type="http://schemas.openxmlformats.org/officeDocument/2006/relationships/image" Target="../media/image36.png"/><Relationship Id="rId116" Type="http://schemas.openxmlformats.org/officeDocument/2006/relationships/customXml" Target="../ink/ink85.xml"/><Relationship Id="rId137" Type="http://schemas.openxmlformats.org/officeDocument/2006/relationships/image" Target="../media/image71.png"/><Relationship Id="rId158" Type="http://schemas.openxmlformats.org/officeDocument/2006/relationships/customXml" Target="../ink/ink106.xml"/><Relationship Id="rId20" Type="http://schemas.openxmlformats.org/officeDocument/2006/relationships/customXml" Target="../ink/ink37.xml"/><Relationship Id="rId41" Type="http://schemas.openxmlformats.org/officeDocument/2006/relationships/image" Target="../media/image230.png"/><Relationship Id="rId62" Type="http://schemas.openxmlformats.org/officeDocument/2006/relationships/customXml" Target="../ink/ink58.xml"/><Relationship Id="rId83" Type="http://schemas.openxmlformats.org/officeDocument/2006/relationships/image" Target="../media/image44.png"/><Relationship Id="rId88" Type="http://schemas.openxmlformats.org/officeDocument/2006/relationships/customXml" Target="../ink/ink71.xml"/><Relationship Id="rId111" Type="http://schemas.openxmlformats.org/officeDocument/2006/relationships/image" Target="../media/image58.png"/><Relationship Id="rId132" Type="http://schemas.openxmlformats.org/officeDocument/2006/relationships/customXml" Target="../ink/ink93.xml"/><Relationship Id="rId153" Type="http://schemas.openxmlformats.org/officeDocument/2006/relationships/image" Target="../media/image79.png"/><Relationship Id="rId174" Type="http://schemas.openxmlformats.org/officeDocument/2006/relationships/customXml" Target="../ink/ink114.xml"/><Relationship Id="rId179" Type="http://schemas.openxmlformats.org/officeDocument/2006/relationships/image" Target="../media/image92.png"/><Relationship Id="rId195" Type="http://schemas.openxmlformats.org/officeDocument/2006/relationships/image" Target="../media/image100.png"/><Relationship Id="rId209" Type="http://schemas.openxmlformats.org/officeDocument/2006/relationships/image" Target="../media/image107.png"/><Relationship Id="rId190" Type="http://schemas.openxmlformats.org/officeDocument/2006/relationships/customXml" Target="../ink/ink122.xml"/><Relationship Id="rId204" Type="http://schemas.openxmlformats.org/officeDocument/2006/relationships/customXml" Target="../ink/ink129.xml"/><Relationship Id="rId220" Type="http://schemas.openxmlformats.org/officeDocument/2006/relationships/customXml" Target="../ink/ink137.xml"/><Relationship Id="rId225" Type="http://schemas.openxmlformats.org/officeDocument/2006/relationships/image" Target="../media/image115.png"/><Relationship Id="rId15" Type="http://schemas.openxmlformats.org/officeDocument/2006/relationships/image" Target="../media/image1010.png"/><Relationship Id="rId36" Type="http://schemas.openxmlformats.org/officeDocument/2006/relationships/customXml" Target="../ink/ink45.xml"/><Relationship Id="rId57" Type="http://schemas.openxmlformats.org/officeDocument/2006/relationships/image" Target="../media/image310.png"/><Relationship Id="rId106" Type="http://schemas.openxmlformats.org/officeDocument/2006/relationships/customXml" Target="../ink/ink80.xml"/><Relationship Id="rId127" Type="http://schemas.openxmlformats.org/officeDocument/2006/relationships/image" Target="../media/image66.png"/><Relationship Id="rId10" Type="http://schemas.openxmlformats.org/officeDocument/2006/relationships/customXml" Target="../ink/ink32.xml"/><Relationship Id="rId31" Type="http://schemas.openxmlformats.org/officeDocument/2006/relationships/image" Target="../media/image180.png"/><Relationship Id="rId52" Type="http://schemas.openxmlformats.org/officeDocument/2006/relationships/customXml" Target="../ink/ink53.xml"/><Relationship Id="rId73" Type="http://schemas.openxmlformats.org/officeDocument/2006/relationships/image" Target="../media/image39.png"/><Relationship Id="rId78" Type="http://schemas.openxmlformats.org/officeDocument/2006/relationships/customXml" Target="../ink/ink66.xml"/><Relationship Id="rId94" Type="http://schemas.openxmlformats.org/officeDocument/2006/relationships/customXml" Target="../ink/ink74.xml"/><Relationship Id="rId99" Type="http://schemas.openxmlformats.org/officeDocument/2006/relationships/image" Target="../media/image52.png"/><Relationship Id="rId101" Type="http://schemas.openxmlformats.org/officeDocument/2006/relationships/image" Target="../media/image53.png"/><Relationship Id="rId122" Type="http://schemas.openxmlformats.org/officeDocument/2006/relationships/customXml" Target="../ink/ink88.xml"/><Relationship Id="rId143" Type="http://schemas.openxmlformats.org/officeDocument/2006/relationships/image" Target="../media/image74.png"/><Relationship Id="rId148" Type="http://schemas.openxmlformats.org/officeDocument/2006/relationships/customXml" Target="../ink/ink101.xml"/><Relationship Id="rId164" Type="http://schemas.openxmlformats.org/officeDocument/2006/relationships/customXml" Target="../ink/ink109.xml"/><Relationship Id="rId169" Type="http://schemas.openxmlformats.org/officeDocument/2006/relationships/image" Target="../media/image87.png"/><Relationship Id="rId185" Type="http://schemas.openxmlformats.org/officeDocument/2006/relationships/image" Target="../media/image95.png"/><Relationship Id="rId4" Type="http://schemas.openxmlformats.org/officeDocument/2006/relationships/customXml" Target="../ink/ink29.xml"/><Relationship Id="rId9" Type="http://schemas.openxmlformats.org/officeDocument/2006/relationships/image" Target="../media/image710.png"/><Relationship Id="rId180" Type="http://schemas.openxmlformats.org/officeDocument/2006/relationships/customXml" Target="../ink/ink117.xml"/><Relationship Id="rId210" Type="http://schemas.openxmlformats.org/officeDocument/2006/relationships/customXml" Target="../ink/ink132.xml"/><Relationship Id="rId215" Type="http://schemas.openxmlformats.org/officeDocument/2006/relationships/image" Target="../media/image110.png"/><Relationship Id="rId236" Type="http://schemas.openxmlformats.org/officeDocument/2006/relationships/customXml" Target="../ink/ink145.xml"/><Relationship Id="rId26" Type="http://schemas.openxmlformats.org/officeDocument/2006/relationships/customXml" Target="../ink/ink40.xml"/><Relationship Id="rId231" Type="http://schemas.openxmlformats.org/officeDocument/2006/relationships/image" Target="../media/image118.png"/><Relationship Id="rId47" Type="http://schemas.openxmlformats.org/officeDocument/2006/relationships/image" Target="../media/image260.png"/><Relationship Id="rId68" Type="http://schemas.openxmlformats.org/officeDocument/2006/relationships/customXml" Target="../ink/ink61.xml"/><Relationship Id="rId89" Type="http://schemas.openxmlformats.org/officeDocument/2006/relationships/image" Target="../media/image47.png"/><Relationship Id="rId112" Type="http://schemas.openxmlformats.org/officeDocument/2006/relationships/customXml" Target="../ink/ink83.xml"/><Relationship Id="rId133" Type="http://schemas.openxmlformats.org/officeDocument/2006/relationships/image" Target="../media/image69.png"/><Relationship Id="rId154" Type="http://schemas.openxmlformats.org/officeDocument/2006/relationships/customXml" Target="../ink/ink104.xml"/><Relationship Id="rId175" Type="http://schemas.openxmlformats.org/officeDocument/2006/relationships/image" Target="../media/image90.png"/><Relationship Id="rId196" Type="http://schemas.openxmlformats.org/officeDocument/2006/relationships/customXml" Target="../ink/ink125.xml"/><Relationship Id="rId200" Type="http://schemas.openxmlformats.org/officeDocument/2006/relationships/customXml" Target="../ink/ink127.xml"/><Relationship Id="rId16" Type="http://schemas.openxmlformats.org/officeDocument/2006/relationships/customXml" Target="../ink/ink35.xml"/><Relationship Id="rId221" Type="http://schemas.openxmlformats.org/officeDocument/2006/relationships/image" Target="../media/image113.png"/><Relationship Id="rId37" Type="http://schemas.openxmlformats.org/officeDocument/2006/relationships/image" Target="../media/image210.png"/><Relationship Id="rId58" Type="http://schemas.openxmlformats.org/officeDocument/2006/relationships/customXml" Target="../ink/ink56.xml"/><Relationship Id="rId79" Type="http://schemas.openxmlformats.org/officeDocument/2006/relationships/image" Target="../media/image42.png"/><Relationship Id="rId102" Type="http://schemas.openxmlformats.org/officeDocument/2006/relationships/customXml" Target="../ink/ink78.xml"/><Relationship Id="rId123" Type="http://schemas.openxmlformats.org/officeDocument/2006/relationships/image" Target="../media/image64.png"/><Relationship Id="rId144" Type="http://schemas.openxmlformats.org/officeDocument/2006/relationships/customXml" Target="../ink/ink99.xml"/><Relationship Id="rId90" Type="http://schemas.openxmlformats.org/officeDocument/2006/relationships/customXml" Target="../ink/ink72.xml"/><Relationship Id="rId165" Type="http://schemas.openxmlformats.org/officeDocument/2006/relationships/image" Target="../media/image85.png"/><Relationship Id="rId186" Type="http://schemas.openxmlformats.org/officeDocument/2006/relationships/customXml" Target="../ink/ink120.xml"/><Relationship Id="rId211" Type="http://schemas.openxmlformats.org/officeDocument/2006/relationships/image" Target="../media/image108.png"/><Relationship Id="rId232" Type="http://schemas.openxmlformats.org/officeDocument/2006/relationships/customXml" Target="../ink/ink143.xml"/><Relationship Id="rId27" Type="http://schemas.openxmlformats.org/officeDocument/2006/relationships/image" Target="../media/image160.png"/><Relationship Id="rId48" Type="http://schemas.openxmlformats.org/officeDocument/2006/relationships/customXml" Target="../ink/ink51.xml"/><Relationship Id="rId69" Type="http://schemas.openxmlformats.org/officeDocument/2006/relationships/image" Target="../media/image37.png"/><Relationship Id="rId113" Type="http://schemas.openxmlformats.org/officeDocument/2006/relationships/image" Target="../media/image59.png"/><Relationship Id="rId134" Type="http://schemas.openxmlformats.org/officeDocument/2006/relationships/customXml" Target="../ink/ink9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customXml" Target="../ink/ink152.xml"/><Relationship Id="rId18" Type="http://schemas.openxmlformats.org/officeDocument/2006/relationships/image" Target="../media/image131.png"/><Relationship Id="rId26" Type="http://schemas.openxmlformats.org/officeDocument/2006/relationships/image" Target="../media/image135.png"/><Relationship Id="rId39" Type="http://schemas.openxmlformats.org/officeDocument/2006/relationships/customXml" Target="../ink/ink165.xml"/><Relationship Id="rId3" Type="http://schemas.openxmlformats.org/officeDocument/2006/relationships/customXml" Target="../ink/ink147.xml"/><Relationship Id="rId21" Type="http://schemas.openxmlformats.org/officeDocument/2006/relationships/customXml" Target="../ink/ink156.xml"/><Relationship Id="rId34" Type="http://schemas.openxmlformats.org/officeDocument/2006/relationships/image" Target="../media/image139.png"/><Relationship Id="rId42" Type="http://schemas.openxmlformats.org/officeDocument/2006/relationships/image" Target="../media/image143.png"/><Relationship Id="rId47" Type="http://schemas.openxmlformats.org/officeDocument/2006/relationships/customXml" Target="../ink/ink169.xml"/><Relationship Id="rId7" Type="http://schemas.openxmlformats.org/officeDocument/2006/relationships/customXml" Target="../ink/ink149.xml"/><Relationship Id="rId12" Type="http://schemas.openxmlformats.org/officeDocument/2006/relationships/image" Target="../media/image128.png"/><Relationship Id="rId17" Type="http://schemas.openxmlformats.org/officeDocument/2006/relationships/customXml" Target="../ink/ink154.xml"/><Relationship Id="rId25" Type="http://schemas.openxmlformats.org/officeDocument/2006/relationships/customXml" Target="../ink/ink158.xml"/><Relationship Id="rId33" Type="http://schemas.openxmlformats.org/officeDocument/2006/relationships/customXml" Target="../ink/ink162.xml"/><Relationship Id="rId38" Type="http://schemas.openxmlformats.org/officeDocument/2006/relationships/image" Target="../media/image141.png"/><Relationship Id="rId46" Type="http://schemas.openxmlformats.org/officeDocument/2006/relationships/image" Target="../media/image145.png"/><Relationship Id="rId2" Type="http://schemas.openxmlformats.org/officeDocument/2006/relationships/image" Target="../media/image123.png"/><Relationship Id="rId16" Type="http://schemas.openxmlformats.org/officeDocument/2006/relationships/image" Target="../media/image130.png"/><Relationship Id="rId20" Type="http://schemas.openxmlformats.org/officeDocument/2006/relationships/image" Target="../media/image132.png"/><Relationship Id="rId29" Type="http://schemas.openxmlformats.org/officeDocument/2006/relationships/customXml" Target="../ink/ink160.xml"/><Relationship Id="rId41" Type="http://schemas.openxmlformats.org/officeDocument/2006/relationships/customXml" Target="../ink/ink16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5.png"/><Relationship Id="rId11" Type="http://schemas.openxmlformats.org/officeDocument/2006/relationships/customXml" Target="../ink/ink151.xml"/><Relationship Id="rId24" Type="http://schemas.openxmlformats.org/officeDocument/2006/relationships/image" Target="../media/image134.png"/><Relationship Id="rId32" Type="http://schemas.openxmlformats.org/officeDocument/2006/relationships/image" Target="../media/image138.png"/><Relationship Id="rId37" Type="http://schemas.openxmlformats.org/officeDocument/2006/relationships/customXml" Target="../ink/ink164.xml"/><Relationship Id="rId40" Type="http://schemas.openxmlformats.org/officeDocument/2006/relationships/image" Target="../media/image142.png"/><Relationship Id="rId45" Type="http://schemas.openxmlformats.org/officeDocument/2006/relationships/customXml" Target="../ink/ink168.xml"/><Relationship Id="rId5" Type="http://schemas.openxmlformats.org/officeDocument/2006/relationships/customXml" Target="../ink/ink148.xml"/><Relationship Id="rId15" Type="http://schemas.openxmlformats.org/officeDocument/2006/relationships/customXml" Target="../ink/ink153.xml"/><Relationship Id="rId23" Type="http://schemas.openxmlformats.org/officeDocument/2006/relationships/customXml" Target="../ink/ink157.xml"/><Relationship Id="rId28" Type="http://schemas.openxmlformats.org/officeDocument/2006/relationships/image" Target="../media/image136.png"/><Relationship Id="rId36" Type="http://schemas.openxmlformats.org/officeDocument/2006/relationships/image" Target="../media/image140.png"/><Relationship Id="rId10" Type="http://schemas.openxmlformats.org/officeDocument/2006/relationships/image" Target="../media/image127.png"/><Relationship Id="rId19" Type="http://schemas.openxmlformats.org/officeDocument/2006/relationships/customXml" Target="../ink/ink155.xml"/><Relationship Id="rId31" Type="http://schemas.openxmlformats.org/officeDocument/2006/relationships/customXml" Target="../ink/ink161.xml"/><Relationship Id="rId44" Type="http://schemas.openxmlformats.org/officeDocument/2006/relationships/image" Target="../media/image144.png"/><Relationship Id="rId4" Type="http://schemas.openxmlformats.org/officeDocument/2006/relationships/image" Target="../media/image124.png"/><Relationship Id="rId9" Type="http://schemas.openxmlformats.org/officeDocument/2006/relationships/customXml" Target="../ink/ink150.xml"/><Relationship Id="rId14" Type="http://schemas.openxmlformats.org/officeDocument/2006/relationships/image" Target="../media/image129.png"/><Relationship Id="rId22" Type="http://schemas.openxmlformats.org/officeDocument/2006/relationships/image" Target="../media/image133.png"/><Relationship Id="rId27" Type="http://schemas.openxmlformats.org/officeDocument/2006/relationships/customXml" Target="../ink/ink159.xml"/><Relationship Id="rId30" Type="http://schemas.openxmlformats.org/officeDocument/2006/relationships/image" Target="../media/image137.png"/><Relationship Id="rId35" Type="http://schemas.openxmlformats.org/officeDocument/2006/relationships/customXml" Target="../ink/ink163.xml"/><Relationship Id="rId43" Type="http://schemas.openxmlformats.org/officeDocument/2006/relationships/customXml" Target="../ink/ink167.xml"/><Relationship Id="rId48" Type="http://schemas.openxmlformats.org/officeDocument/2006/relationships/image" Target="../media/image14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523743"/>
            <a:ext cx="9144000" cy="986219"/>
          </a:xfrm>
        </p:spPr>
        <p:txBody>
          <a:bodyPr/>
          <a:lstStyle/>
          <a:p>
            <a:r>
              <a:rPr lang="en-US" dirty="0"/>
              <a:t>Vision Transformers</a:t>
            </a:r>
          </a:p>
        </p:txBody>
      </p:sp>
    </p:spTree>
    <p:extLst>
      <p:ext uri="{BB962C8B-B14F-4D97-AF65-F5344CB8AC3E}">
        <p14:creationId xmlns:p14="http://schemas.microsoft.com/office/powerpoint/2010/main" val="3263652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66700" y="649653"/>
            <a:ext cx="11658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Vision Transformer (ViT)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deep learning model that applies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Transformer architecture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originally designed for Natural Language Processing (NLP),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instead of text.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key idea: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Language Transformer -&gt; treats a sentence as a sequence of words.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Vision Transformer       -&gt; treats an image as a sequence of small image patches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E9A86E-D2D7-BDB8-1DA7-675A84C39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4662" y="3530692"/>
            <a:ext cx="3038292" cy="29973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57016C-89A5-4F2D-D4A9-549AA83FBDC4}"/>
              </a:ext>
            </a:extLst>
          </p:cNvPr>
          <p:cNvSpPr txBox="1"/>
          <p:nvPr/>
        </p:nvSpPr>
        <p:spPr>
          <a:xfrm>
            <a:off x="201168" y="4798516"/>
            <a:ext cx="76722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man with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banana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sat on the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chair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He enjoyed eating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4227DD-1BEE-F00C-AD90-AD29EE1FAFAA}"/>
              </a:ext>
            </a:extLst>
          </p:cNvPr>
          <p:cNvSpPr txBox="1"/>
          <p:nvPr/>
        </p:nvSpPr>
        <p:spPr>
          <a:xfrm>
            <a:off x="9555480" y="6488668"/>
            <a:ext cx="2037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Taken from internet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BD045-5431-7319-EB1A-1B17C3748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B00D11-4CD1-193E-46B4-12A6D38D9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2270269"/>
            <a:ext cx="8467260" cy="42419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D3BE81-7ED5-957E-3F17-8AC6E5004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8243" y="3004840"/>
            <a:ext cx="2784949" cy="27727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51CFCE-3A6A-CFAE-2AC6-4724DB5AD719}"/>
              </a:ext>
            </a:extLst>
          </p:cNvPr>
          <p:cNvSpPr txBox="1"/>
          <p:nvPr/>
        </p:nvSpPr>
        <p:spPr>
          <a:xfrm>
            <a:off x="164592" y="146733"/>
            <a:ext cx="11658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take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image and divide it into 8X8 = 64 patches.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patch has  8X8 = 64 pixels 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for 64 patch, we have 64 linear vectors -&gt; Then normalize it ( values are between 0 and 1)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 If image is RGB, then we would have 3 channels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A242A1-DE79-D61C-0776-31B38A287FDD}"/>
              </a:ext>
            </a:extLst>
          </p:cNvPr>
          <p:cNvSpPr txBox="1"/>
          <p:nvPr/>
        </p:nvSpPr>
        <p:spPr>
          <a:xfrm>
            <a:off x="5532120" y="6062472"/>
            <a:ext cx="2037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Taken from internet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E8B567C-EEA7-DA22-423A-3A6251EB1AAC}"/>
              </a:ext>
            </a:extLst>
          </p:cNvPr>
          <p:cNvGrpSpPr/>
          <p:nvPr/>
        </p:nvGrpSpPr>
        <p:grpSpPr>
          <a:xfrm>
            <a:off x="419544" y="2010456"/>
            <a:ext cx="2498400" cy="660960"/>
            <a:chOff x="419544" y="2010456"/>
            <a:chExt cx="2498400" cy="66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21CC67A-49BF-3694-B44D-24C62C30D81E}"/>
                    </a:ext>
                  </a:extLst>
                </p14:cNvPr>
                <p14:cNvContentPartPr/>
                <p14:nvPr/>
              </p14:nvContentPartPr>
              <p14:xfrm>
                <a:off x="571824" y="2078136"/>
                <a:ext cx="120960" cy="231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21CC67A-49BF-3694-B44D-24C62C30D81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53824" y="2060496"/>
                  <a:ext cx="1566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7172524-E10D-DF2F-F74D-D4D9F6E1BECA}"/>
                    </a:ext>
                  </a:extLst>
                </p14:cNvPr>
                <p14:cNvContentPartPr/>
                <p14:nvPr/>
              </p14:nvContentPartPr>
              <p14:xfrm>
                <a:off x="697824" y="2220696"/>
                <a:ext cx="198360" cy="85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7172524-E10D-DF2F-F74D-D4D9F6E1BEC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79824" y="2202696"/>
                  <a:ext cx="234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F30D037-77E7-A058-2240-1483F20CAECE}"/>
                    </a:ext>
                  </a:extLst>
                </p14:cNvPr>
                <p14:cNvContentPartPr/>
                <p14:nvPr/>
              </p14:nvContentPartPr>
              <p14:xfrm>
                <a:off x="887904" y="2099736"/>
                <a:ext cx="121680" cy="193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F30D037-77E7-A058-2240-1483F20CAEC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0264" y="2081736"/>
                  <a:ext cx="1573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CF4781C-D165-5669-B959-6E8B0F923669}"/>
                    </a:ext>
                  </a:extLst>
                </p14:cNvPr>
                <p14:cNvContentPartPr/>
                <p14:nvPr/>
              </p14:nvContentPartPr>
              <p14:xfrm>
                <a:off x="882864" y="2205576"/>
                <a:ext cx="70200" cy="18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CF4781C-D165-5669-B959-6E8B0F92366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65224" y="2187576"/>
                  <a:ext cx="1058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D236FDE-F8E0-739B-A3FE-1310D4237641}"/>
                    </a:ext>
                  </a:extLst>
                </p14:cNvPr>
                <p14:cNvContentPartPr/>
                <p14:nvPr/>
              </p14:nvContentPartPr>
              <p14:xfrm>
                <a:off x="992304" y="2031336"/>
                <a:ext cx="251280" cy="261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D236FDE-F8E0-739B-A3FE-1310D423764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74304" y="2013696"/>
                  <a:ext cx="2869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63DA12F-4955-AF4B-8B74-1CF3625BED6F}"/>
                    </a:ext>
                  </a:extLst>
                </p14:cNvPr>
                <p14:cNvContentPartPr/>
                <p14:nvPr/>
              </p14:nvContentPartPr>
              <p14:xfrm>
                <a:off x="1300104" y="2072376"/>
                <a:ext cx="20160" cy="185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63DA12F-4955-AF4B-8B74-1CF3625BED6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82464" y="2054736"/>
                  <a:ext cx="558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DBFBB47-A6CB-7A42-3C7A-28B29DA700CD}"/>
                    </a:ext>
                  </a:extLst>
                </p14:cNvPr>
                <p14:cNvContentPartPr/>
                <p14:nvPr/>
              </p14:nvContentPartPr>
              <p14:xfrm>
                <a:off x="419544" y="2293776"/>
                <a:ext cx="384480" cy="377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DBFBB47-A6CB-7A42-3C7A-28B29DA700C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01904" y="2276136"/>
                  <a:ext cx="42012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1621F22-0E4C-2725-1F6B-EDC693A36411}"/>
                    </a:ext>
                  </a:extLst>
                </p14:cNvPr>
                <p14:cNvContentPartPr/>
                <p14:nvPr/>
              </p14:nvContentPartPr>
              <p14:xfrm>
                <a:off x="1764144" y="2031696"/>
                <a:ext cx="138240" cy="2174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1621F22-0E4C-2725-1F6B-EDC693A3641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46504" y="2014056"/>
                  <a:ext cx="1738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C93E1A-10ED-7305-2762-AB8EB30DA7EC}"/>
                    </a:ext>
                  </a:extLst>
                </p14:cNvPr>
                <p14:cNvContentPartPr/>
                <p14:nvPr/>
              </p14:nvContentPartPr>
              <p14:xfrm>
                <a:off x="1889784" y="2168856"/>
                <a:ext cx="188280" cy="75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C93E1A-10ED-7305-2762-AB8EB30DA7E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871784" y="2151216"/>
                  <a:ext cx="2239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A95F092-2576-9576-7D7E-D6BBCF01E8C2}"/>
                    </a:ext>
                  </a:extLst>
                </p14:cNvPr>
                <p14:cNvContentPartPr/>
                <p14:nvPr/>
              </p14:nvContentPartPr>
              <p14:xfrm>
                <a:off x="2128824" y="2018016"/>
                <a:ext cx="159480" cy="222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A95F092-2576-9576-7D7E-D6BBCF01E8C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11184" y="2000016"/>
                  <a:ext cx="1951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8D13545-6B48-721E-5079-FD7438B45CCC}"/>
                    </a:ext>
                  </a:extLst>
                </p14:cNvPr>
                <p14:cNvContentPartPr/>
                <p14:nvPr/>
              </p14:nvContentPartPr>
              <p14:xfrm>
                <a:off x="2129184" y="2126376"/>
                <a:ext cx="68040" cy="291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8D13545-6B48-721E-5079-FD7438B45CC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11184" y="2108376"/>
                  <a:ext cx="1036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95DABDE-53C5-6AAD-6AF6-0977B5895F06}"/>
                    </a:ext>
                  </a:extLst>
                </p14:cNvPr>
                <p14:cNvContentPartPr/>
                <p14:nvPr/>
              </p14:nvContentPartPr>
              <p14:xfrm>
                <a:off x="2251224" y="2010456"/>
                <a:ext cx="301320" cy="205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95DABDE-53C5-6AAD-6AF6-0977B5895F0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33584" y="1992456"/>
                  <a:ext cx="33696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C225811-61E5-4251-C213-69F8A24FFD7A}"/>
                    </a:ext>
                  </a:extLst>
                </p14:cNvPr>
                <p14:cNvContentPartPr/>
                <p14:nvPr/>
              </p14:nvContentPartPr>
              <p14:xfrm>
                <a:off x="2592864" y="2061576"/>
                <a:ext cx="325080" cy="114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C225811-61E5-4251-C213-69F8A24FFD7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575224" y="2043936"/>
                  <a:ext cx="3607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A199F8F-5900-7C7A-4014-1D574DD0C78E}"/>
                    </a:ext>
                  </a:extLst>
                </p14:cNvPr>
                <p14:cNvContentPartPr/>
                <p14:nvPr/>
              </p14:nvContentPartPr>
              <p14:xfrm>
                <a:off x="1313784" y="2295936"/>
                <a:ext cx="380880" cy="2926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A199F8F-5900-7C7A-4014-1D574DD0C78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296144" y="2278296"/>
                  <a:ext cx="41652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3D8518A-8272-B049-0145-D6FF8FE0D2E8}"/>
                    </a:ext>
                  </a:extLst>
                </p14:cNvPr>
                <p14:cNvContentPartPr/>
                <p14:nvPr/>
              </p14:nvContentPartPr>
              <p14:xfrm>
                <a:off x="1648944" y="2251656"/>
                <a:ext cx="142200" cy="106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3D8518A-8272-B049-0145-D6FF8FE0D2E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31304" y="2233656"/>
                  <a:ext cx="177840" cy="14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920CDA1-643F-9436-8F65-C0B2B43637D2}"/>
              </a:ext>
            </a:extLst>
          </p:cNvPr>
          <p:cNvGrpSpPr/>
          <p:nvPr/>
        </p:nvGrpSpPr>
        <p:grpSpPr>
          <a:xfrm>
            <a:off x="3101544" y="2133216"/>
            <a:ext cx="394200" cy="68400"/>
            <a:chOff x="3101544" y="2133216"/>
            <a:chExt cx="394200" cy="6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71E9454-7A9A-43B8-3D72-5B725E0F21A4}"/>
                    </a:ext>
                  </a:extLst>
                </p14:cNvPr>
                <p14:cNvContentPartPr/>
                <p14:nvPr/>
              </p14:nvContentPartPr>
              <p14:xfrm>
                <a:off x="3101544" y="2133216"/>
                <a:ext cx="36360" cy="36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71E9454-7A9A-43B8-3D72-5B725E0F21A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083544" y="2115576"/>
                  <a:ext cx="720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83360B7-64E1-CAB5-2179-92ADC2057383}"/>
                    </a:ext>
                  </a:extLst>
                </p14:cNvPr>
                <p14:cNvContentPartPr/>
                <p14:nvPr/>
              </p14:nvContentPartPr>
              <p14:xfrm>
                <a:off x="3268224" y="2145456"/>
                <a:ext cx="33120" cy="28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83360B7-64E1-CAB5-2179-92ADC205738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250584" y="2127816"/>
                  <a:ext cx="687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A1D8FC8-9369-A109-C42A-389832D61FC4}"/>
                    </a:ext>
                  </a:extLst>
                </p14:cNvPr>
                <p14:cNvContentPartPr/>
                <p14:nvPr/>
              </p14:nvContentPartPr>
              <p14:xfrm>
                <a:off x="3456864" y="2162736"/>
                <a:ext cx="38880" cy="38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A1D8FC8-9369-A109-C42A-389832D61FC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439224" y="2145096"/>
                  <a:ext cx="7452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4453EB5-0733-4A21-D84E-9549799201EC}"/>
              </a:ext>
            </a:extLst>
          </p:cNvPr>
          <p:cNvGrpSpPr/>
          <p:nvPr/>
        </p:nvGrpSpPr>
        <p:grpSpPr>
          <a:xfrm>
            <a:off x="4542984" y="2332656"/>
            <a:ext cx="497160" cy="225000"/>
            <a:chOff x="4542984" y="2332656"/>
            <a:chExt cx="497160" cy="22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5388261-F20E-8BB8-CBAC-ABBB78CDAED2}"/>
                    </a:ext>
                  </a:extLst>
                </p14:cNvPr>
                <p14:cNvContentPartPr/>
                <p14:nvPr/>
              </p14:nvContentPartPr>
              <p14:xfrm>
                <a:off x="4542984" y="2378376"/>
                <a:ext cx="340560" cy="179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5388261-F20E-8BB8-CBAC-ABBB78CDAED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25344" y="2360736"/>
                  <a:ext cx="3762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116B806-6809-3A3A-0610-20452203DAB9}"/>
                    </a:ext>
                  </a:extLst>
                </p14:cNvPr>
                <p14:cNvContentPartPr/>
                <p14:nvPr/>
              </p14:nvContentPartPr>
              <p14:xfrm>
                <a:off x="4819464" y="2332656"/>
                <a:ext cx="220680" cy="59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116B806-6809-3A3A-0610-20452203DAB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801464" y="2314656"/>
                  <a:ext cx="256320" cy="9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0268615-01AD-FFCA-8A30-AB5B639DD54D}"/>
              </a:ext>
            </a:extLst>
          </p:cNvPr>
          <p:cNvGrpSpPr/>
          <p:nvPr/>
        </p:nvGrpSpPr>
        <p:grpSpPr>
          <a:xfrm>
            <a:off x="5203224" y="2083536"/>
            <a:ext cx="863640" cy="230760"/>
            <a:chOff x="5203224" y="2083536"/>
            <a:chExt cx="863640" cy="23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F012382-71FB-2940-6AFC-B850FDB028DB}"/>
                    </a:ext>
                  </a:extLst>
                </p14:cNvPr>
                <p14:cNvContentPartPr/>
                <p14:nvPr/>
              </p14:nvContentPartPr>
              <p14:xfrm>
                <a:off x="5203224" y="2094696"/>
                <a:ext cx="186120" cy="219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F012382-71FB-2940-6AFC-B850FDB028D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85224" y="2077056"/>
                  <a:ext cx="2217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4BF74BE-7A58-3646-A122-5FA7FEE829DF}"/>
                    </a:ext>
                  </a:extLst>
                </p14:cNvPr>
                <p14:cNvContentPartPr/>
                <p14:nvPr/>
              </p14:nvContentPartPr>
              <p14:xfrm>
                <a:off x="5383224" y="2240856"/>
                <a:ext cx="198000" cy="57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4BF74BE-7A58-3646-A122-5FA7FEE829D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365224" y="2223216"/>
                  <a:ext cx="2336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DF872BE-D13E-BC4B-7126-BA9351C5F9E3}"/>
                    </a:ext>
                  </a:extLst>
                </p14:cNvPr>
                <p14:cNvContentPartPr/>
                <p14:nvPr/>
              </p14:nvContentPartPr>
              <p14:xfrm>
                <a:off x="5633064" y="2109816"/>
                <a:ext cx="147240" cy="198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DF872BE-D13E-BC4B-7126-BA9351C5F9E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615424" y="2092176"/>
                  <a:ext cx="1828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82E8562-87B0-2FF6-130E-4403E5BF42E2}"/>
                    </a:ext>
                  </a:extLst>
                </p14:cNvPr>
                <p14:cNvContentPartPr/>
                <p14:nvPr/>
              </p14:nvContentPartPr>
              <p14:xfrm>
                <a:off x="5610744" y="2219616"/>
                <a:ext cx="86760" cy="22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82E8562-87B0-2FF6-130E-4403E5BF42E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593104" y="2201976"/>
                  <a:ext cx="1224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8330593-B3DA-BDC6-B9B3-0D0AD394A453}"/>
                    </a:ext>
                  </a:extLst>
                </p14:cNvPr>
                <p14:cNvContentPartPr/>
                <p14:nvPr/>
              </p14:nvContentPartPr>
              <p14:xfrm>
                <a:off x="5757624" y="2083536"/>
                <a:ext cx="309240" cy="214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8330593-B3DA-BDC6-B9B3-0D0AD394A45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739624" y="2065896"/>
                  <a:ext cx="344880" cy="25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5DD2B2D-23ED-586A-2A3F-385660A6A3EA}"/>
              </a:ext>
            </a:extLst>
          </p:cNvPr>
          <p:cNvGrpSpPr/>
          <p:nvPr/>
        </p:nvGrpSpPr>
        <p:grpSpPr>
          <a:xfrm>
            <a:off x="6299424" y="2138616"/>
            <a:ext cx="172080" cy="191880"/>
            <a:chOff x="6299424" y="2138616"/>
            <a:chExt cx="172080" cy="19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3D595B4-DA99-0818-4161-F855E0C597A4}"/>
                    </a:ext>
                  </a:extLst>
                </p14:cNvPr>
                <p14:cNvContentPartPr/>
                <p14:nvPr/>
              </p14:nvContentPartPr>
              <p14:xfrm>
                <a:off x="6299424" y="2138616"/>
                <a:ext cx="172080" cy="102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3D595B4-DA99-0818-4161-F855E0C597A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281424" y="2120976"/>
                  <a:ext cx="2077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95ED108-A1A6-D728-28E5-E88BE392BB30}"/>
                    </a:ext>
                  </a:extLst>
                </p14:cNvPr>
                <p14:cNvContentPartPr/>
                <p14:nvPr/>
              </p14:nvContentPartPr>
              <p14:xfrm>
                <a:off x="6319944" y="2249136"/>
                <a:ext cx="131400" cy="81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95ED108-A1A6-D728-28E5-E88BE392BB3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01944" y="2231136"/>
                  <a:ext cx="167040" cy="117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62470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73BE5-6C3F-4FAF-997E-FE5F76D11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051065-32AC-25F5-F9F4-08A52B930A85}"/>
              </a:ext>
            </a:extLst>
          </p:cNvPr>
          <p:cNvSpPr/>
          <p:nvPr/>
        </p:nvSpPr>
        <p:spPr>
          <a:xfrm>
            <a:off x="338328" y="365760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patch1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F538A0-5A2C-2C9C-B997-279C6B3CA367}"/>
              </a:ext>
            </a:extLst>
          </p:cNvPr>
          <p:cNvSpPr/>
          <p:nvPr/>
        </p:nvSpPr>
        <p:spPr>
          <a:xfrm>
            <a:off x="1414272" y="365760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patch2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A1F333-4833-9370-8F32-407A4AE0E80F}"/>
              </a:ext>
            </a:extLst>
          </p:cNvPr>
          <p:cNvSpPr/>
          <p:nvPr/>
        </p:nvSpPr>
        <p:spPr>
          <a:xfrm>
            <a:off x="2490216" y="365760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patch3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2263DE-307A-E60A-8C9A-DFDA8B6E88F4}"/>
              </a:ext>
            </a:extLst>
          </p:cNvPr>
          <p:cNvSpPr/>
          <p:nvPr/>
        </p:nvSpPr>
        <p:spPr>
          <a:xfrm>
            <a:off x="6739128" y="393192"/>
            <a:ext cx="106070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patch64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C9E37C-976D-9EF6-157A-8045AAD55FC7}"/>
              </a:ext>
            </a:extLst>
          </p:cNvPr>
          <p:cNvSpPr/>
          <p:nvPr/>
        </p:nvSpPr>
        <p:spPr>
          <a:xfrm>
            <a:off x="3541776" y="365760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patch4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C278C9-B2B6-5870-F06E-57B45B57993F}"/>
              </a:ext>
            </a:extLst>
          </p:cNvPr>
          <p:cNvSpPr/>
          <p:nvPr/>
        </p:nvSpPr>
        <p:spPr>
          <a:xfrm>
            <a:off x="4614672" y="393192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patch5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F021A6-1FDD-107D-42F0-D1026819701D}"/>
              </a:ext>
            </a:extLst>
          </p:cNvPr>
          <p:cNvSpPr/>
          <p:nvPr/>
        </p:nvSpPr>
        <p:spPr>
          <a:xfrm>
            <a:off x="338328" y="1972056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Emb1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F24611-94D1-AF06-764E-F93030763558}"/>
              </a:ext>
            </a:extLst>
          </p:cNvPr>
          <p:cNvSpPr/>
          <p:nvPr/>
        </p:nvSpPr>
        <p:spPr>
          <a:xfrm>
            <a:off x="1414272" y="1972056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Emb2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54B7D-C85B-D6E6-2CE1-9FC43BC280B0}"/>
              </a:ext>
            </a:extLst>
          </p:cNvPr>
          <p:cNvSpPr/>
          <p:nvPr/>
        </p:nvSpPr>
        <p:spPr>
          <a:xfrm>
            <a:off x="2490216" y="1972056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Emb3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D3756C-EBB9-072B-80E6-A0B5DD5F8F2D}"/>
              </a:ext>
            </a:extLst>
          </p:cNvPr>
          <p:cNvSpPr/>
          <p:nvPr/>
        </p:nvSpPr>
        <p:spPr>
          <a:xfrm>
            <a:off x="3541776" y="1972056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Emb4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95C2FA-059E-D4A9-D2D3-72FC090E7846}"/>
              </a:ext>
            </a:extLst>
          </p:cNvPr>
          <p:cNvSpPr/>
          <p:nvPr/>
        </p:nvSpPr>
        <p:spPr>
          <a:xfrm>
            <a:off x="4681728" y="1972056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Emb5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090639D3-8AD8-7030-816A-D56436A34B23}"/>
              </a:ext>
            </a:extLst>
          </p:cNvPr>
          <p:cNvSpPr/>
          <p:nvPr/>
        </p:nvSpPr>
        <p:spPr>
          <a:xfrm>
            <a:off x="585216" y="1453896"/>
            <a:ext cx="384048" cy="411480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249E4939-7078-9E83-7DEC-206C84FF8A0D}"/>
              </a:ext>
            </a:extLst>
          </p:cNvPr>
          <p:cNvSpPr/>
          <p:nvPr/>
        </p:nvSpPr>
        <p:spPr>
          <a:xfrm>
            <a:off x="1603248" y="1472184"/>
            <a:ext cx="384048" cy="411480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6E561AE2-4D06-5D00-B4B5-381F81A70DD7}"/>
              </a:ext>
            </a:extLst>
          </p:cNvPr>
          <p:cNvSpPr/>
          <p:nvPr/>
        </p:nvSpPr>
        <p:spPr>
          <a:xfrm>
            <a:off x="2779776" y="1452372"/>
            <a:ext cx="384048" cy="411480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A6D93789-EE41-A386-F3DE-310C14D2B9CA}"/>
              </a:ext>
            </a:extLst>
          </p:cNvPr>
          <p:cNvSpPr/>
          <p:nvPr/>
        </p:nvSpPr>
        <p:spPr>
          <a:xfrm>
            <a:off x="3797808" y="1452372"/>
            <a:ext cx="384048" cy="411480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2BBC1C05-A5F6-7C6D-6D5C-6B9E25724455}"/>
              </a:ext>
            </a:extLst>
          </p:cNvPr>
          <p:cNvSpPr/>
          <p:nvPr/>
        </p:nvSpPr>
        <p:spPr>
          <a:xfrm>
            <a:off x="4884420" y="1466088"/>
            <a:ext cx="384048" cy="411480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0A4892DE-DCFA-0A0E-2859-C8A6F83F3305}"/>
              </a:ext>
            </a:extLst>
          </p:cNvPr>
          <p:cNvSpPr/>
          <p:nvPr/>
        </p:nvSpPr>
        <p:spPr>
          <a:xfrm>
            <a:off x="7077456" y="1560576"/>
            <a:ext cx="384048" cy="411480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486BC5-5FE7-4C7B-B9A9-8344B97F6133}"/>
              </a:ext>
            </a:extLst>
          </p:cNvPr>
          <p:cNvSpPr/>
          <p:nvPr/>
        </p:nvSpPr>
        <p:spPr>
          <a:xfrm>
            <a:off x="6821424" y="1972056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Emb64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E9E373-BC82-AC4B-152A-25EFCC70FD8F}"/>
              </a:ext>
            </a:extLst>
          </p:cNvPr>
          <p:cNvSpPr/>
          <p:nvPr/>
        </p:nvSpPr>
        <p:spPr>
          <a:xfrm>
            <a:off x="315468" y="3578352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F627E65-AEBE-3434-19FE-514DEDC768E7}"/>
              </a:ext>
            </a:extLst>
          </p:cNvPr>
          <p:cNvSpPr/>
          <p:nvPr/>
        </p:nvSpPr>
        <p:spPr>
          <a:xfrm>
            <a:off x="1414272" y="3578352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F629CA-95FF-F0CD-BA2B-4F73016F6202}"/>
              </a:ext>
            </a:extLst>
          </p:cNvPr>
          <p:cNvSpPr/>
          <p:nvPr/>
        </p:nvSpPr>
        <p:spPr>
          <a:xfrm>
            <a:off x="2490216" y="3578352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04393F-2993-05F5-6212-040A91509468}"/>
              </a:ext>
            </a:extLst>
          </p:cNvPr>
          <p:cNvSpPr/>
          <p:nvPr/>
        </p:nvSpPr>
        <p:spPr>
          <a:xfrm>
            <a:off x="3636264" y="3578352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D7E1D5-4AEE-D4B0-7D2E-1D2E4744FCC6}"/>
              </a:ext>
            </a:extLst>
          </p:cNvPr>
          <p:cNvSpPr/>
          <p:nvPr/>
        </p:nvSpPr>
        <p:spPr>
          <a:xfrm>
            <a:off x="4782312" y="3578352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68171B-D858-8F49-0558-DAFDF3817D8C}"/>
              </a:ext>
            </a:extLst>
          </p:cNvPr>
          <p:cNvSpPr/>
          <p:nvPr/>
        </p:nvSpPr>
        <p:spPr>
          <a:xfrm>
            <a:off x="6876288" y="3578352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Pos64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017A2C-AF3A-3677-FCBE-C46A6C813233}"/>
              </a:ext>
            </a:extLst>
          </p:cNvPr>
          <p:cNvSpPr/>
          <p:nvPr/>
        </p:nvSpPr>
        <p:spPr>
          <a:xfrm>
            <a:off x="260604" y="5020056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66B17F-8D12-5F7D-4EA3-9CA7CD413DD7}"/>
              </a:ext>
            </a:extLst>
          </p:cNvPr>
          <p:cNvSpPr/>
          <p:nvPr/>
        </p:nvSpPr>
        <p:spPr>
          <a:xfrm>
            <a:off x="1359408" y="5020056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DDBFF17-1FBF-245F-DD91-D93AF08C66AA}"/>
              </a:ext>
            </a:extLst>
          </p:cNvPr>
          <p:cNvSpPr/>
          <p:nvPr/>
        </p:nvSpPr>
        <p:spPr>
          <a:xfrm>
            <a:off x="2435352" y="5020056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DDD89CE-FA10-98D9-5E0F-653D211F8B59}"/>
              </a:ext>
            </a:extLst>
          </p:cNvPr>
          <p:cNvSpPr/>
          <p:nvPr/>
        </p:nvSpPr>
        <p:spPr>
          <a:xfrm>
            <a:off x="3581400" y="5020056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9F68FC6-CEB0-DE6D-243D-AC43F22891E4}"/>
              </a:ext>
            </a:extLst>
          </p:cNvPr>
          <p:cNvSpPr/>
          <p:nvPr/>
        </p:nvSpPr>
        <p:spPr>
          <a:xfrm>
            <a:off x="4727448" y="5020056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C40242E-A31F-98D1-99BB-CF37DA7DFC04}"/>
              </a:ext>
            </a:extLst>
          </p:cNvPr>
          <p:cNvSpPr/>
          <p:nvPr/>
        </p:nvSpPr>
        <p:spPr>
          <a:xfrm>
            <a:off x="6821424" y="5020056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Final64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186D434-AA42-D873-EA29-FBB11367ECCF}"/>
              </a:ext>
            </a:extLst>
          </p:cNvPr>
          <p:cNvGrpSpPr/>
          <p:nvPr/>
        </p:nvGrpSpPr>
        <p:grpSpPr>
          <a:xfrm>
            <a:off x="617184" y="3147696"/>
            <a:ext cx="406800" cy="242640"/>
            <a:chOff x="617184" y="3147696"/>
            <a:chExt cx="406800" cy="24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0B8863C-E510-2137-497B-0239C821AD21}"/>
                    </a:ext>
                  </a:extLst>
                </p14:cNvPr>
                <p14:cNvContentPartPr/>
                <p14:nvPr/>
              </p14:nvContentPartPr>
              <p14:xfrm>
                <a:off x="746064" y="3147696"/>
                <a:ext cx="24480" cy="242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0B8863C-E510-2137-497B-0239C821AD2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28424" y="3129696"/>
                  <a:ext cx="601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2CA2399-AC7F-B577-95EF-A266FEF82B6E}"/>
                    </a:ext>
                  </a:extLst>
                </p14:cNvPr>
                <p14:cNvContentPartPr/>
                <p14:nvPr/>
              </p14:nvContentPartPr>
              <p14:xfrm>
                <a:off x="617184" y="3195576"/>
                <a:ext cx="406800" cy="59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2CA2399-AC7F-B577-95EF-A266FEF82B6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9544" y="3177936"/>
                  <a:ext cx="442440" cy="9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93D7C00-70E4-006F-2F0B-A34AE178C920}"/>
              </a:ext>
            </a:extLst>
          </p:cNvPr>
          <p:cNvGrpSpPr/>
          <p:nvPr/>
        </p:nvGrpSpPr>
        <p:grpSpPr>
          <a:xfrm>
            <a:off x="1698264" y="3143376"/>
            <a:ext cx="277560" cy="235800"/>
            <a:chOff x="1698264" y="3143376"/>
            <a:chExt cx="277560" cy="23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4186413-6206-3FE5-B8A2-424B5878B439}"/>
                    </a:ext>
                  </a:extLst>
                </p14:cNvPr>
                <p14:cNvContentPartPr/>
                <p14:nvPr/>
              </p14:nvContentPartPr>
              <p14:xfrm>
                <a:off x="1788624" y="3143376"/>
                <a:ext cx="38520" cy="235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4186413-6206-3FE5-B8A2-424B5878B43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70624" y="3125376"/>
                  <a:ext cx="741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64A1413-1193-61D6-759C-9BEFF809AC72}"/>
                    </a:ext>
                  </a:extLst>
                </p14:cNvPr>
                <p14:cNvContentPartPr/>
                <p14:nvPr/>
              </p14:nvContentPartPr>
              <p14:xfrm>
                <a:off x="1698264" y="3273696"/>
                <a:ext cx="277560" cy="23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64A1413-1193-61D6-759C-9BEFF809AC7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80264" y="3255696"/>
                  <a:ext cx="313200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E913D05-2C62-0E81-6780-72B33072505B}"/>
              </a:ext>
            </a:extLst>
          </p:cNvPr>
          <p:cNvGrpSpPr/>
          <p:nvPr/>
        </p:nvGrpSpPr>
        <p:grpSpPr>
          <a:xfrm>
            <a:off x="2826864" y="3173976"/>
            <a:ext cx="243360" cy="211320"/>
            <a:chOff x="2826864" y="3173976"/>
            <a:chExt cx="243360" cy="21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178E1AD-8A40-DCD0-4F81-B5336E75FD04}"/>
                    </a:ext>
                  </a:extLst>
                </p14:cNvPr>
                <p14:cNvContentPartPr/>
                <p14:nvPr/>
              </p14:nvContentPartPr>
              <p14:xfrm>
                <a:off x="2902824" y="3173976"/>
                <a:ext cx="10800" cy="211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178E1AD-8A40-DCD0-4F81-B5336E75FD0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885184" y="3155976"/>
                  <a:ext cx="464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084CEAB-C00B-AE54-B970-095D132B9F55}"/>
                    </a:ext>
                  </a:extLst>
                </p14:cNvPr>
                <p14:cNvContentPartPr/>
                <p14:nvPr/>
              </p14:nvContentPartPr>
              <p14:xfrm>
                <a:off x="2826864" y="3271176"/>
                <a:ext cx="243360" cy="25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084CEAB-C00B-AE54-B970-095D132B9F5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09224" y="3253536"/>
                  <a:ext cx="27900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F9724C8-DB17-DBBF-3CB7-95616D9C4611}"/>
              </a:ext>
            </a:extLst>
          </p:cNvPr>
          <p:cNvGrpSpPr/>
          <p:nvPr/>
        </p:nvGrpSpPr>
        <p:grpSpPr>
          <a:xfrm>
            <a:off x="3999024" y="3153816"/>
            <a:ext cx="272160" cy="191160"/>
            <a:chOff x="3999024" y="3153816"/>
            <a:chExt cx="272160" cy="19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A1D38C8-2D72-E9C0-C43E-7657E35FE0B2}"/>
                    </a:ext>
                  </a:extLst>
                </p14:cNvPr>
                <p14:cNvContentPartPr/>
                <p14:nvPr/>
              </p14:nvContentPartPr>
              <p14:xfrm>
                <a:off x="4077864" y="3153816"/>
                <a:ext cx="47880" cy="191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A1D38C8-2D72-E9C0-C43E-7657E35FE0B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059864" y="3136176"/>
                  <a:ext cx="835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337E8DB-3D08-9A34-DC1B-B0E9FEA043DC}"/>
                    </a:ext>
                  </a:extLst>
                </p14:cNvPr>
                <p14:cNvContentPartPr/>
                <p14:nvPr/>
              </p14:nvContentPartPr>
              <p14:xfrm>
                <a:off x="3999024" y="3276936"/>
                <a:ext cx="272160" cy="399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337E8DB-3D08-9A34-DC1B-B0E9FEA043D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81384" y="3259296"/>
                  <a:ext cx="307800" cy="7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44DBD95-397D-F0E5-2737-F8DC138B34F4}"/>
              </a:ext>
            </a:extLst>
          </p:cNvPr>
          <p:cNvGrpSpPr/>
          <p:nvPr/>
        </p:nvGrpSpPr>
        <p:grpSpPr>
          <a:xfrm>
            <a:off x="5117904" y="3161736"/>
            <a:ext cx="330840" cy="196200"/>
            <a:chOff x="5117904" y="3161736"/>
            <a:chExt cx="330840" cy="19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A5C3F86-57DC-8D92-71A8-102404CE1D3D}"/>
                    </a:ext>
                  </a:extLst>
                </p14:cNvPr>
                <p14:cNvContentPartPr/>
                <p14:nvPr/>
              </p14:nvContentPartPr>
              <p14:xfrm>
                <a:off x="5220864" y="3161736"/>
                <a:ext cx="18720" cy="1962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A5C3F86-57DC-8D92-71A8-102404CE1D3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202864" y="3143736"/>
                  <a:ext cx="543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8753DA7-81BC-CC6D-961D-141349358737}"/>
                    </a:ext>
                  </a:extLst>
                </p14:cNvPr>
                <p14:cNvContentPartPr/>
                <p14:nvPr/>
              </p14:nvContentPartPr>
              <p14:xfrm>
                <a:off x="5117904" y="3254256"/>
                <a:ext cx="330840" cy="27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8753DA7-81BC-CC6D-961D-14134935873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00264" y="3236616"/>
                  <a:ext cx="36648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92C0C60-EF66-4A7D-68AF-058574E4E458}"/>
              </a:ext>
            </a:extLst>
          </p:cNvPr>
          <p:cNvGrpSpPr/>
          <p:nvPr/>
        </p:nvGrpSpPr>
        <p:grpSpPr>
          <a:xfrm>
            <a:off x="7267824" y="3149496"/>
            <a:ext cx="309600" cy="220680"/>
            <a:chOff x="7267824" y="3149496"/>
            <a:chExt cx="309600" cy="22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D0390D8-BA04-5349-1ADD-CA0F946C5F73}"/>
                    </a:ext>
                  </a:extLst>
                </p14:cNvPr>
                <p14:cNvContentPartPr/>
                <p14:nvPr/>
              </p14:nvContentPartPr>
              <p14:xfrm>
                <a:off x="7305624" y="3149496"/>
                <a:ext cx="66600" cy="1105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D0390D8-BA04-5349-1ADD-CA0F946C5F7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287984" y="3131496"/>
                  <a:ext cx="1022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BF5D61D-0427-FEC2-8547-A6CACDE02B7B}"/>
                    </a:ext>
                  </a:extLst>
                </p14:cNvPr>
                <p14:cNvContentPartPr/>
                <p14:nvPr/>
              </p14:nvContentPartPr>
              <p14:xfrm>
                <a:off x="7352064" y="3171096"/>
                <a:ext cx="43560" cy="199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BF5D61D-0427-FEC2-8547-A6CACDE02B7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334424" y="3153096"/>
                  <a:ext cx="792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DA473A0-B698-BE03-ADA1-E434A6AD19C1}"/>
                    </a:ext>
                  </a:extLst>
                </p14:cNvPr>
                <p14:cNvContentPartPr/>
                <p14:nvPr/>
              </p14:nvContentPartPr>
              <p14:xfrm>
                <a:off x="7267824" y="3262176"/>
                <a:ext cx="309600" cy="30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DA473A0-B698-BE03-ADA1-E434A6AD19C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250184" y="3244536"/>
                  <a:ext cx="345240" cy="65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4" name="Arrow: Down 53">
            <a:extLst>
              <a:ext uri="{FF2B5EF4-FFF2-40B4-BE49-F238E27FC236}">
                <a16:creationId xmlns:a16="http://schemas.microsoft.com/office/drawing/2014/main" id="{60733CDD-A87E-6F6A-3C55-44D20DC89569}"/>
              </a:ext>
            </a:extLst>
          </p:cNvPr>
          <p:cNvSpPr/>
          <p:nvPr/>
        </p:nvSpPr>
        <p:spPr>
          <a:xfrm>
            <a:off x="537612" y="4596384"/>
            <a:ext cx="384048" cy="411480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rrow: Down 54">
            <a:extLst>
              <a:ext uri="{FF2B5EF4-FFF2-40B4-BE49-F238E27FC236}">
                <a16:creationId xmlns:a16="http://schemas.microsoft.com/office/drawing/2014/main" id="{12A27009-500A-14A4-71AC-D84DE6A9E336}"/>
              </a:ext>
            </a:extLst>
          </p:cNvPr>
          <p:cNvSpPr/>
          <p:nvPr/>
        </p:nvSpPr>
        <p:spPr>
          <a:xfrm>
            <a:off x="1555644" y="4614672"/>
            <a:ext cx="384048" cy="411480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rrow: Down 55">
            <a:extLst>
              <a:ext uri="{FF2B5EF4-FFF2-40B4-BE49-F238E27FC236}">
                <a16:creationId xmlns:a16="http://schemas.microsoft.com/office/drawing/2014/main" id="{EF2DEBF1-A8BC-3A60-BC86-D88043EC95E5}"/>
              </a:ext>
            </a:extLst>
          </p:cNvPr>
          <p:cNvSpPr/>
          <p:nvPr/>
        </p:nvSpPr>
        <p:spPr>
          <a:xfrm>
            <a:off x="2732172" y="4594860"/>
            <a:ext cx="384048" cy="411480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row: Down 56">
            <a:extLst>
              <a:ext uri="{FF2B5EF4-FFF2-40B4-BE49-F238E27FC236}">
                <a16:creationId xmlns:a16="http://schemas.microsoft.com/office/drawing/2014/main" id="{0139F92C-9945-6B67-9283-B206714A6426}"/>
              </a:ext>
            </a:extLst>
          </p:cNvPr>
          <p:cNvSpPr/>
          <p:nvPr/>
        </p:nvSpPr>
        <p:spPr>
          <a:xfrm>
            <a:off x="3750204" y="4594860"/>
            <a:ext cx="384048" cy="411480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Arrow: Down 57">
            <a:extLst>
              <a:ext uri="{FF2B5EF4-FFF2-40B4-BE49-F238E27FC236}">
                <a16:creationId xmlns:a16="http://schemas.microsoft.com/office/drawing/2014/main" id="{88402A78-D610-9A1E-1486-FF767DC52EC2}"/>
              </a:ext>
            </a:extLst>
          </p:cNvPr>
          <p:cNvSpPr/>
          <p:nvPr/>
        </p:nvSpPr>
        <p:spPr>
          <a:xfrm>
            <a:off x="4836816" y="4608576"/>
            <a:ext cx="384048" cy="411480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row: Down 58">
            <a:extLst>
              <a:ext uri="{FF2B5EF4-FFF2-40B4-BE49-F238E27FC236}">
                <a16:creationId xmlns:a16="http://schemas.microsoft.com/office/drawing/2014/main" id="{DE84AF14-6783-DA6B-743B-B6459BD43FB9}"/>
              </a:ext>
            </a:extLst>
          </p:cNvPr>
          <p:cNvSpPr/>
          <p:nvPr/>
        </p:nvSpPr>
        <p:spPr>
          <a:xfrm>
            <a:off x="7091172" y="4608576"/>
            <a:ext cx="384048" cy="411480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DBE48F9-980B-7605-9215-FF4F3832B6DA}"/>
              </a:ext>
            </a:extLst>
          </p:cNvPr>
          <p:cNvGrpSpPr/>
          <p:nvPr/>
        </p:nvGrpSpPr>
        <p:grpSpPr>
          <a:xfrm>
            <a:off x="8218224" y="2197296"/>
            <a:ext cx="3024360" cy="686880"/>
            <a:chOff x="8218224" y="2197296"/>
            <a:chExt cx="3024360" cy="68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368C0CB-DBF9-7A25-0689-51441107DA0C}"/>
                    </a:ext>
                  </a:extLst>
                </p14:cNvPr>
                <p14:cNvContentPartPr/>
                <p14:nvPr/>
              </p14:nvContentPartPr>
              <p14:xfrm>
                <a:off x="8218224" y="2434896"/>
                <a:ext cx="506520" cy="127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368C0CB-DBF9-7A25-0689-51441107DA0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200584" y="2417256"/>
                  <a:ext cx="5421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24E1566-2C24-B9A6-FD98-1B706E764FDE}"/>
                    </a:ext>
                  </a:extLst>
                </p14:cNvPr>
                <p14:cNvContentPartPr/>
                <p14:nvPr/>
              </p14:nvContentPartPr>
              <p14:xfrm>
                <a:off x="8866224" y="2412576"/>
                <a:ext cx="277200" cy="154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24E1566-2C24-B9A6-FD98-1B706E764FD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848584" y="2394936"/>
                  <a:ext cx="3128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380653D-6D9A-7BEE-92A9-7157792D6178}"/>
                    </a:ext>
                  </a:extLst>
                </p14:cNvPr>
                <p14:cNvContentPartPr/>
                <p14:nvPr/>
              </p14:nvContentPartPr>
              <p14:xfrm>
                <a:off x="9166104" y="2402856"/>
                <a:ext cx="248040" cy="1674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380653D-6D9A-7BEE-92A9-7157792D617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148104" y="2384856"/>
                  <a:ext cx="2836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1CFF4FC-AD1B-3AE6-2BBA-964E574EF7CC}"/>
                    </a:ext>
                  </a:extLst>
                </p14:cNvPr>
                <p14:cNvContentPartPr/>
                <p14:nvPr/>
              </p14:nvContentPartPr>
              <p14:xfrm>
                <a:off x="9454104" y="2197296"/>
                <a:ext cx="279000" cy="3189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1CFF4FC-AD1B-3AE6-2BBA-964E574EF7C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436464" y="2179296"/>
                  <a:ext cx="31464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5042272-9CBE-5601-3649-7AAC1432F36B}"/>
                    </a:ext>
                  </a:extLst>
                </p14:cNvPr>
                <p14:cNvContentPartPr/>
                <p14:nvPr/>
              </p14:nvContentPartPr>
              <p14:xfrm>
                <a:off x="9779184" y="2466576"/>
                <a:ext cx="209520" cy="1414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5042272-9CBE-5601-3649-7AAC1432F36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761544" y="2448936"/>
                  <a:ext cx="2451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059076C-C66B-D409-3F51-95F1B59BD50C}"/>
                    </a:ext>
                  </a:extLst>
                </p14:cNvPr>
                <p14:cNvContentPartPr/>
                <p14:nvPr/>
              </p14:nvContentPartPr>
              <p14:xfrm>
                <a:off x="9992304" y="2288376"/>
                <a:ext cx="186840" cy="3103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059076C-C66B-D409-3F51-95F1B59BD50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974664" y="2270376"/>
                  <a:ext cx="22248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48B93BA-11F9-9AA7-F31D-EFEF8F6A5EA4}"/>
                    </a:ext>
                  </a:extLst>
                </p14:cNvPr>
                <p14:cNvContentPartPr/>
                <p14:nvPr/>
              </p14:nvContentPartPr>
              <p14:xfrm>
                <a:off x="10218384" y="2250216"/>
                <a:ext cx="462600" cy="3589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48B93BA-11F9-9AA7-F31D-EFEF8F6A5EA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200384" y="2232576"/>
                  <a:ext cx="49824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15B8EA8-C0FB-6EA9-537C-DB5AFE9E2E61}"/>
                    </a:ext>
                  </a:extLst>
                </p14:cNvPr>
                <p14:cNvContentPartPr/>
                <p14:nvPr/>
              </p14:nvContentPartPr>
              <p14:xfrm>
                <a:off x="10603584" y="2412576"/>
                <a:ext cx="13320" cy="180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15B8EA8-C0FB-6EA9-537C-DB5AFE9E2E6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585584" y="2394576"/>
                  <a:ext cx="489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B315F19-11F6-DC1D-C1A2-72356EC66025}"/>
                    </a:ext>
                  </a:extLst>
                </p14:cNvPr>
                <p14:cNvContentPartPr/>
                <p14:nvPr/>
              </p14:nvContentPartPr>
              <p14:xfrm>
                <a:off x="10788984" y="2452896"/>
                <a:ext cx="195480" cy="1432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B315F19-11F6-DC1D-C1A2-72356EC6602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771344" y="2434896"/>
                  <a:ext cx="2311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8A64A34-6E2B-07DF-3DF2-4D77716C568B}"/>
                    </a:ext>
                  </a:extLst>
                </p14:cNvPr>
                <p14:cNvContentPartPr/>
                <p14:nvPr/>
              </p14:nvContentPartPr>
              <p14:xfrm>
                <a:off x="11038464" y="2505816"/>
                <a:ext cx="204120" cy="378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8A64A34-6E2B-07DF-3DF2-4D77716C568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020824" y="2488176"/>
                  <a:ext cx="239760" cy="41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5BAD523-C377-1685-0719-2E9ED33D80CE}"/>
              </a:ext>
            </a:extLst>
          </p:cNvPr>
          <p:cNvGrpSpPr/>
          <p:nvPr/>
        </p:nvGrpSpPr>
        <p:grpSpPr>
          <a:xfrm>
            <a:off x="8018064" y="4107816"/>
            <a:ext cx="548640" cy="157680"/>
            <a:chOff x="8018064" y="4107816"/>
            <a:chExt cx="548640" cy="15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6B4D310-CC7A-64A7-5A31-7119F283CCA1}"/>
                    </a:ext>
                  </a:extLst>
                </p14:cNvPr>
                <p14:cNvContentPartPr/>
                <p14:nvPr/>
              </p14:nvContentPartPr>
              <p14:xfrm>
                <a:off x="8018064" y="4153896"/>
                <a:ext cx="415440" cy="360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6B4D310-CC7A-64A7-5A31-7119F283CCA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000424" y="4135896"/>
                  <a:ext cx="4510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97FF0D8-9038-DDC9-C335-A4DF09C251B2}"/>
                    </a:ext>
                  </a:extLst>
                </p14:cNvPr>
                <p14:cNvContentPartPr/>
                <p14:nvPr/>
              </p14:nvContentPartPr>
              <p14:xfrm>
                <a:off x="8362224" y="4107816"/>
                <a:ext cx="204480" cy="1576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97FF0D8-9038-DDC9-C335-A4DF09C251B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344224" y="4089816"/>
                  <a:ext cx="240120" cy="19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511761F4-AEE9-7801-1277-BB3EF2504534}"/>
              </a:ext>
            </a:extLst>
          </p:cNvPr>
          <p:cNvGrpSpPr/>
          <p:nvPr/>
        </p:nvGrpSpPr>
        <p:grpSpPr>
          <a:xfrm>
            <a:off x="8995824" y="2734416"/>
            <a:ext cx="1616760" cy="323640"/>
            <a:chOff x="8995824" y="2734416"/>
            <a:chExt cx="1616760" cy="32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033E024-6ECB-8B3F-A630-F563F44F3A5D}"/>
                    </a:ext>
                  </a:extLst>
                </p14:cNvPr>
                <p14:cNvContentPartPr/>
                <p14:nvPr/>
              </p14:nvContentPartPr>
              <p14:xfrm>
                <a:off x="8995824" y="2804616"/>
                <a:ext cx="124560" cy="1774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033E024-6ECB-8B3F-A630-F563F44F3A5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978184" y="2786616"/>
                  <a:ext cx="1602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A212C31-BF41-2625-33E3-AFA70DC93AAF}"/>
                    </a:ext>
                  </a:extLst>
                </p14:cNvPr>
                <p14:cNvContentPartPr/>
                <p14:nvPr/>
              </p14:nvContentPartPr>
              <p14:xfrm>
                <a:off x="9249624" y="2856816"/>
                <a:ext cx="205920" cy="138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A212C31-BF41-2625-33E3-AFA70DC93AA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231984" y="2838816"/>
                  <a:ext cx="2415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33E19C5-443E-B72A-182D-17CC3A2CAFB3}"/>
                    </a:ext>
                  </a:extLst>
                </p14:cNvPr>
                <p14:cNvContentPartPr/>
                <p14:nvPr/>
              </p14:nvContentPartPr>
              <p14:xfrm>
                <a:off x="9468144" y="2862216"/>
                <a:ext cx="219240" cy="137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33E19C5-443E-B72A-182D-17CC3A2CAFB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450504" y="2844576"/>
                  <a:ext cx="2548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68CBFBF-B3C4-F0B6-3D6E-ED8C120BA874}"/>
                    </a:ext>
                  </a:extLst>
                </p14:cNvPr>
                <p14:cNvContentPartPr/>
                <p14:nvPr/>
              </p14:nvContentPartPr>
              <p14:xfrm>
                <a:off x="9697104" y="2734416"/>
                <a:ext cx="94320" cy="288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68CBFBF-B3C4-F0B6-3D6E-ED8C120BA87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679104" y="2716416"/>
                  <a:ext cx="12996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11A47EF-EC1E-3AB0-0214-B715B6085D38}"/>
                    </a:ext>
                  </a:extLst>
                </p14:cNvPr>
                <p14:cNvContentPartPr/>
                <p14:nvPr/>
              </p14:nvContentPartPr>
              <p14:xfrm>
                <a:off x="9708624" y="2868696"/>
                <a:ext cx="356040" cy="1180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11A47EF-EC1E-3AB0-0214-B715B6085D3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690624" y="2850696"/>
                  <a:ext cx="3916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719B5D1-4C90-A7ED-835D-01C0EA85460A}"/>
                    </a:ext>
                  </a:extLst>
                </p14:cNvPr>
                <p14:cNvContentPartPr/>
                <p14:nvPr/>
              </p14:nvContentPartPr>
              <p14:xfrm>
                <a:off x="10104984" y="2845656"/>
                <a:ext cx="208440" cy="1677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719B5D1-4C90-A7ED-835D-01C0EA85460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086984" y="2828016"/>
                  <a:ext cx="2440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80EF0AD-2079-1DFC-379A-1C2B335344DD}"/>
                    </a:ext>
                  </a:extLst>
                </p14:cNvPr>
                <p14:cNvContentPartPr/>
                <p14:nvPr/>
              </p14:nvContentPartPr>
              <p14:xfrm>
                <a:off x="10413864" y="2893536"/>
                <a:ext cx="198720" cy="164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80EF0AD-2079-1DFC-379A-1C2B335344D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395864" y="2875536"/>
                  <a:ext cx="23436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9CF1E16D-D2E4-72E4-14BF-6E35751BC4A6}"/>
              </a:ext>
            </a:extLst>
          </p:cNvPr>
          <p:cNvGrpSpPr/>
          <p:nvPr/>
        </p:nvGrpSpPr>
        <p:grpSpPr>
          <a:xfrm>
            <a:off x="8844264" y="4023216"/>
            <a:ext cx="2025720" cy="341640"/>
            <a:chOff x="8844264" y="4023216"/>
            <a:chExt cx="2025720" cy="34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20796E4-1B99-A9AE-8FA9-ECB11ED1B126}"/>
                    </a:ext>
                  </a:extLst>
                </p14:cNvPr>
                <p14:cNvContentPartPr/>
                <p14:nvPr/>
              </p14:nvContentPartPr>
              <p14:xfrm>
                <a:off x="8844264" y="4052376"/>
                <a:ext cx="223920" cy="2937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20796E4-1B99-A9AE-8FA9-ECB11ED1B12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826624" y="4034376"/>
                  <a:ext cx="25956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D43928E-24C2-D722-F819-9A1CFA16C3A5}"/>
                    </a:ext>
                  </a:extLst>
                </p14:cNvPr>
                <p14:cNvContentPartPr/>
                <p14:nvPr/>
              </p14:nvContentPartPr>
              <p14:xfrm>
                <a:off x="9126504" y="4202856"/>
                <a:ext cx="127080" cy="936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D43928E-24C2-D722-F819-9A1CFA16C3A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108864" y="4184856"/>
                  <a:ext cx="1627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4972792-4CB9-EFE0-FBEC-4999F411A151}"/>
                    </a:ext>
                  </a:extLst>
                </p14:cNvPr>
                <p14:cNvContentPartPr/>
                <p14:nvPr/>
              </p14:nvContentPartPr>
              <p14:xfrm>
                <a:off x="9380304" y="4178376"/>
                <a:ext cx="209520" cy="1598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4972792-4CB9-EFE0-FBEC-4999F411A15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362304" y="4160736"/>
                  <a:ext cx="2451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2B57B11-FC6B-2F70-7CF3-30831928A4AE}"/>
                    </a:ext>
                  </a:extLst>
                </p14:cNvPr>
                <p14:cNvContentPartPr/>
                <p14:nvPr/>
              </p14:nvContentPartPr>
              <p14:xfrm>
                <a:off x="9711864" y="4208976"/>
                <a:ext cx="54720" cy="87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2B57B11-FC6B-2F70-7CF3-30831928A4A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694224" y="4190976"/>
                  <a:ext cx="903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B38D2CA-A88F-111E-C073-3E6D304D8C36}"/>
                    </a:ext>
                  </a:extLst>
                </p14:cNvPr>
                <p14:cNvContentPartPr/>
                <p14:nvPr/>
              </p14:nvContentPartPr>
              <p14:xfrm>
                <a:off x="9702504" y="4112496"/>
                <a:ext cx="13680" cy="604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B38D2CA-A88F-111E-C073-3E6D304D8C3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684504" y="4094856"/>
                  <a:ext cx="493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27B603F-1C46-F95E-A458-D78B77A8B459}"/>
                    </a:ext>
                  </a:extLst>
                </p14:cNvPr>
                <p14:cNvContentPartPr/>
                <p14:nvPr/>
              </p14:nvContentPartPr>
              <p14:xfrm>
                <a:off x="9940104" y="4023216"/>
                <a:ext cx="69480" cy="3416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27B603F-1C46-F95E-A458-D78B77A8B45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922104" y="4005216"/>
                  <a:ext cx="10512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524696F-01A1-1823-4F52-8A2B2F27E41A}"/>
                    </a:ext>
                  </a:extLst>
                </p14:cNvPr>
                <p14:cNvContentPartPr/>
                <p14:nvPr/>
              </p14:nvContentPartPr>
              <p14:xfrm>
                <a:off x="9882144" y="4236336"/>
                <a:ext cx="277560" cy="554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524696F-01A1-1823-4F52-8A2B2F27E41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864144" y="4218696"/>
                  <a:ext cx="3132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15F8C9F-850C-1E2E-63C4-4754B7E72172}"/>
                    </a:ext>
                  </a:extLst>
                </p14:cNvPr>
                <p14:cNvContentPartPr/>
                <p14:nvPr/>
              </p14:nvContentPartPr>
              <p14:xfrm>
                <a:off x="10244304" y="4193136"/>
                <a:ext cx="23760" cy="1134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15F8C9F-850C-1E2E-63C4-4754B7E7217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226664" y="4175136"/>
                  <a:ext cx="594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4A2B95F-5E09-A28D-083A-8E3BD9906AC3}"/>
                    </a:ext>
                  </a:extLst>
                </p14:cNvPr>
                <p14:cNvContentPartPr/>
                <p14:nvPr/>
              </p14:nvContentPartPr>
              <p14:xfrm>
                <a:off x="10248984" y="4112136"/>
                <a:ext cx="9360" cy="288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4A2B95F-5E09-A28D-083A-8E3BD9906AC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231344" y="4094136"/>
                  <a:ext cx="450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9F1C08F-EA15-0F47-A1F8-A5017B6CB8CE}"/>
                    </a:ext>
                  </a:extLst>
                </p14:cNvPr>
                <p14:cNvContentPartPr/>
                <p14:nvPr/>
              </p14:nvContentPartPr>
              <p14:xfrm>
                <a:off x="10313784" y="4144896"/>
                <a:ext cx="556200" cy="1706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9F1C08F-EA15-0F47-A1F8-A5017B6CB8C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296144" y="4126896"/>
                  <a:ext cx="591840" cy="20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B9D5E694-B7F7-F5DF-45F1-F24ABB202657}"/>
              </a:ext>
            </a:extLst>
          </p:cNvPr>
          <p:cNvGrpSpPr/>
          <p:nvPr/>
        </p:nvGrpSpPr>
        <p:grpSpPr>
          <a:xfrm>
            <a:off x="9202104" y="4506696"/>
            <a:ext cx="1569240" cy="285840"/>
            <a:chOff x="9202104" y="4506696"/>
            <a:chExt cx="1569240" cy="28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C1C1F22-77DE-E8CC-0D1A-DEE2FEA48D40}"/>
                    </a:ext>
                  </a:extLst>
                </p14:cNvPr>
                <p14:cNvContentPartPr/>
                <p14:nvPr/>
              </p14:nvContentPartPr>
              <p14:xfrm>
                <a:off x="9202104" y="4534416"/>
                <a:ext cx="210240" cy="2581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C1C1F22-77DE-E8CC-0D1A-DEE2FEA48D4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184104" y="4516416"/>
                  <a:ext cx="24588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4E90CA7-A4A6-0366-CC0E-6541B10ED19C}"/>
                    </a:ext>
                  </a:extLst>
                </p14:cNvPr>
                <p14:cNvContentPartPr/>
                <p14:nvPr/>
              </p14:nvContentPartPr>
              <p14:xfrm>
                <a:off x="9468864" y="4679136"/>
                <a:ext cx="133920" cy="1036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4E90CA7-A4A6-0366-CC0E-6541B10ED19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451224" y="4661496"/>
                  <a:ext cx="1695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42CEC74-F6B3-E92F-24C6-373EDED9C314}"/>
                    </a:ext>
                  </a:extLst>
                </p14:cNvPr>
                <p14:cNvContentPartPr/>
                <p14:nvPr/>
              </p14:nvContentPartPr>
              <p14:xfrm>
                <a:off x="9650664" y="4682736"/>
                <a:ext cx="153360" cy="864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42CEC74-F6B3-E92F-24C6-373EDED9C31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633024" y="4665096"/>
                  <a:ext cx="1890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06DEADE-2B1B-9217-6345-4BE21D0FAD36}"/>
                    </a:ext>
                  </a:extLst>
                </p14:cNvPr>
                <p14:cNvContentPartPr/>
                <p14:nvPr/>
              </p14:nvContentPartPr>
              <p14:xfrm>
                <a:off x="9879624" y="4506696"/>
                <a:ext cx="235440" cy="2710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06DEADE-2B1B-9217-6345-4BE21D0FAD3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861984" y="4489056"/>
                  <a:ext cx="2710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B4E609B-A395-4726-01B7-B142644C69B8}"/>
                    </a:ext>
                  </a:extLst>
                </p14:cNvPr>
                <p14:cNvContentPartPr/>
                <p14:nvPr/>
              </p14:nvContentPartPr>
              <p14:xfrm>
                <a:off x="9891864" y="4657896"/>
                <a:ext cx="176040" cy="403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B4E609B-A395-4726-01B7-B142644C69B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873864" y="4639896"/>
                  <a:ext cx="2116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2A5E5E3-7BE5-7E39-1CD6-32E79E5C49B5}"/>
                    </a:ext>
                  </a:extLst>
                </p14:cNvPr>
                <p14:cNvContentPartPr/>
                <p14:nvPr/>
              </p14:nvContentPartPr>
              <p14:xfrm>
                <a:off x="10137384" y="4683816"/>
                <a:ext cx="102240" cy="756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2A5E5E3-7BE5-7E39-1CD6-32E79E5C49B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119384" y="4665816"/>
                  <a:ext cx="1378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7B35517-AB19-BDF3-E73F-37B151C1D8B5}"/>
                    </a:ext>
                  </a:extLst>
                </p14:cNvPr>
                <p14:cNvContentPartPr/>
                <p14:nvPr/>
              </p14:nvContentPartPr>
              <p14:xfrm>
                <a:off x="10267344" y="4636296"/>
                <a:ext cx="189360" cy="1378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7B35517-AB19-BDF3-E73F-37B151C1D8B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249704" y="4618296"/>
                  <a:ext cx="2250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34AE789-F10B-6096-970D-CD986ECA5555}"/>
                    </a:ext>
                  </a:extLst>
                </p14:cNvPr>
                <p14:cNvContentPartPr/>
                <p14:nvPr/>
              </p14:nvContentPartPr>
              <p14:xfrm>
                <a:off x="10660464" y="4628376"/>
                <a:ext cx="110880" cy="132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34AE789-F10B-6096-970D-CD986ECA555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642464" y="4610376"/>
                  <a:ext cx="146520" cy="16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0D850EBD-D9C1-9A2E-0D21-8267093166F1}"/>
              </a:ext>
            </a:extLst>
          </p:cNvPr>
          <p:cNvGrpSpPr/>
          <p:nvPr/>
        </p:nvGrpSpPr>
        <p:grpSpPr>
          <a:xfrm>
            <a:off x="4527144" y="6331896"/>
            <a:ext cx="1819080" cy="459720"/>
            <a:chOff x="4527144" y="6331896"/>
            <a:chExt cx="1819080" cy="45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AC19379-C848-7E4A-084D-40E5186BFF6B}"/>
                    </a:ext>
                  </a:extLst>
                </p14:cNvPr>
                <p14:cNvContentPartPr/>
                <p14:nvPr/>
              </p14:nvContentPartPr>
              <p14:xfrm>
                <a:off x="4527144" y="6507576"/>
                <a:ext cx="189720" cy="138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AC19379-C848-7E4A-084D-40E5186BFF6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509144" y="6489576"/>
                  <a:ext cx="2253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9D3E440-2827-3396-130A-1A4758D330A5}"/>
                    </a:ext>
                  </a:extLst>
                </p14:cNvPr>
                <p14:cNvContentPartPr/>
                <p14:nvPr/>
              </p14:nvContentPartPr>
              <p14:xfrm>
                <a:off x="4756464" y="6350256"/>
                <a:ext cx="673560" cy="3049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9D3E440-2827-3396-130A-1A4758D330A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738464" y="6332616"/>
                  <a:ext cx="70920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822A2D4-DEBD-B05E-9F54-5E3C4BEA7844}"/>
                    </a:ext>
                  </a:extLst>
                </p14:cNvPr>
                <p14:cNvContentPartPr/>
                <p14:nvPr/>
              </p14:nvContentPartPr>
              <p14:xfrm>
                <a:off x="5162904" y="6498576"/>
                <a:ext cx="155520" cy="324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822A2D4-DEBD-B05E-9F54-5E3C4BEA784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145264" y="6480936"/>
                  <a:ext cx="1911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4ABCFE6-85A9-DA18-AC57-56410BD8D659}"/>
                    </a:ext>
                  </a:extLst>
                </p14:cNvPr>
                <p14:cNvContentPartPr/>
                <p14:nvPr/>
              </p14:nvContentPartPr>
              <p14:xfrm>
                <a:off x="5453424" y="6487056"/>
                <a:ext cx="275400" cy="3045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4ABCFE6-85A9-DA18-AC57-56410BD8D65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435424" y="6469416"/>
                  <a:ext cx="31104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9CA8277-9802-3FAB-B4A7-1391ADA27EF4}"/>
                    </a:ext>
                  </a:extLst>
                </p14:cNvPr>
                <p14:cNvContentPartPr/>
                <p14:nvPr/>
              </p14:nvContentPartPr>
              <p14:xfrm>
                <a:off x="5760144" y="6331896"/>
                <a:ext cx="586080" cy="2948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9CA8277-9802-3FAB-B4A7-1391ADA27EF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742144" y="6313896"/>
                  <a:ext cx="62172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1219F71-0B23-570A-E6B5-7562C992C869}"/>
                    </a:ext>
                  </a:extLst>
                </p14:cNvPr>
                <p14:cNvContentPartPr/>
                <p14:nvPr/>
              </p14:nvContentPartPr>
              <p14:xfrm>
                <a:off x="6066504" y="6471936"/>
                <a:ext cx="201960" cy="54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1219F71-0B23-570A-E6B5-7562C992C86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048864" y="6454296"/>
                  <a:ext cx="23760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FB1ADEBF-1F4F-0751-262A-30B37B7AD9F5}"/>
              </a:ext>
            </a:extLst>
          </p:cNvPr>
          <p:cNvGrpSpPr/>
          <p:nvPr/>
        </p:nvGrpSpPr>
        <p:grpSpPr>
          <a:xfrm>
            <a:off x="6657264" y="6482016"/>
            <a:ext cx="1040400" cy="318600"/>
            <a:chOff x="6657264" y="6482016"/>
            <a:chExt cx="1040400" cy="31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4839469-D929-BDCC-FACD-40A7059AD3DD}"/>
                    </a:ext>
                  </a:extLst>
                </p14:cNvPr>
                <p14:cNvContentPartPr/>
                <p14:nvPr/>
              </p14:nvContentPartPr>
              <p14:xfrm>
                <a:off x="6657264" y="6482016"/>
                <a:ext cx="484200" cy="3186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4839469-D929-BDCC-FACD-40A7059AD3D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639264" y="6464376"/>
                  <a:ext cx="51984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B47DAF5-0115-7B51-AC69-A0C52D4C6B7F}"/>
                    </a:ext>
                  </a:extLst>
                </p14:cNvPr>
                <p14:cNvContentPartPr/>
                <p14:nvPr/>
              </p14:nvContentPartPr>
              <p14:xfrm>
                <a:off x="7279704" y="6543936"/>
                <a:ext cx="188280" cy="1072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B47DAF5-0115-7B51-AC69-A0C52D4C6B7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262064" y="6525936"/>
                  <a:ext cx="2239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9DB2F7B-655C-8592-5391-E95EAAF1FB97}"/>
                    </a:ext>
                  </a:extLst>
                </p14:cNvPr>
                <p14:cNvContentPartPr/>
                <p14:nvPr/>
              </p14:nvContentPartPr>
              <p14:xfrm>
                <a:off x="7509384" y="6527376"/>
                <a:ext cx="188280" cy="1213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9DB2F7B-655C-8592-5391-E95EAAF1FB9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491744" y="6509376"/>
                  <a:ext cx="22392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CD1B125A-2C60-5331-DEAE-9C40A3DC9CF6}"/>
              </a:ext>
            </a:extLst>
          </p:cNvPr>
          <p:cNvGrpSpPr/>
          <p:nvPr/>
        </p:nvGrpSpPr>
        <p:grpSpPr>
          <a:xfrm>
            <a:off x="7962624" y="6317856"/>
            <a:ext cx="376560" cy="280440"/>
            <a:chOff x="7962624" y="6317856"/>
            <a:chExt cx="37656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D905BC9-1E30-9B22-C409-CDBEF97F90FC}"/>
                    </a:ext>
                  </a:extLst>
                </p14:cNvPr>
                <p14:cNvContentPartPr/>
                <p14:nvPr/>
              </p14:nvContentPartPr>
              <p14:xfrm>
                <a:off x="7962624" y="6317856"/>
                <a:ext cx="102600" cy="2804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D905BC9-1E30-9B22-C409-CDBEF97F90F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944984" y="6299856"/>
                  <a:ext cx="13824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94BA42E-14B8-4D7F-BF75-4EEB73EED081}"/>
                    </a:ext>
                  </a:extLst>
                </p14:cNvPr>
                <p14:cNvContentPartPr/>
                <p14:nvPr/>
              </p14:nvContentPartPr>
              <p14:xfrm>
                <a:off x="7963704" y="6480936"/>
                <a:ext cx="375480" cy="806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94BA42E-14B8-4D7F-BF75-4EEB73EED08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946064" y="6462936"/>
                  <a:ext cx="41112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140BC09E-F869-A943-0C51-9A312C18D95E}"/>
              </a:ext>
            </a:extLst>
          </p:cNvPr>
          <p:cNvGrpSpPr/>
          <p:nvPr/>
        </p:nvGrpSpPr>
        <p:grpSpPr>
          <a:xfrm>
            <a:off x="8657424" y="6288696"/>
            <a:ext cx="3447360" cy="505800"/>
            <a:chOff x="8657424" y="6288696"/>
            <a:chExt cx="3447360" cy="50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C2809A6-447C-C62E-61AC-F15E6ED5DBFF}"/>
                    </a:ext>
                  </a:extLst>
                </p14:cNvPr>
                <p14:cNvContentPartPr/>
                <p14:nvPr/>
              </p14:nvContentPartPr>
              <p14:xfrm>
                <a:off x="8657424" y="6493176"/>
                <a:ext cx="334080" cy="90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C2809A6-447C-C62E-61AC-F15E6ED5DBF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639784" y="6475176"/>
                  <a:ext cx="3697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E68EF53-95EF-55CE-A910-B6D15E9F949D}"/>
                    </a:ext>
                  </a:extLst>
                </p14:cNvPr>
                <p14:cNvContentPartPr/>
                <p14:nvPr/>
              </p14:nvContentPartPr>
              <p14:xfrm>
                <a:off x="9006264" y="6336576"/>
                <a:ext cx="241920" cy="2826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E68EF53-95EF-55CE-A910-B6D15E9F949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988264" y="6318576"/>
                  <a:ext cx="27756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E3385DD-BC03-166D-087A-3F9DE9C23427}"/>
                    </a:ext>
                  </a:extLst>
                </p14:cNvPr>
                <p14:cNvContentPartPr/>
                <p14:nvPr/>
              </p14:nvContentPartPr>
              <p14:xfrm>
                <a:off x="9002664" y="6478416"/>
                <a:ext cx="181440" cy="500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E3385DD-BC03-166D-087A-3F9DE9C2342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985024" y="6460416"/>
                  <a:ext cx="2170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133DF03-5390-3EBB-4B72-CBC688328C8F}"/>
                    </a:ext>
                  </a:extLst>
                </p14:cNvPr>
                <p14:cNvContentPartPr/>
                <p14:nvPr/>
              </p14:nvContentPartPr>
              <p14:xfrm>
                <a:off x="9253584" y="6340176"/>
                <a:ext cx="196920" cy="2764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133DF03-5390-3EBB-4B72-CBC688328C8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235584" y="6322536"/>
                  <a:ext cx="23256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D9F5015-A8A2-F123-7EF4-FEB79E503311}"/>
                    </a:ext>
                  </a:extLst>
                </p14:cNvPr>
                <p14:cNvContentPartPr/>
                <p14:nvPr/>
              </p14:nvContentPartPr>
              <p14:xfrm>
                <a:off x="9263304" y="6486336"/>
                <a:ext cx="174600" cy="280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D9F5015-A8A2-F123-7EF4-FEB79E50331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245664" y="6468336"/>
                  <a:ext cx="2102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5FC470A-3C78-8267-5D2C-842ED236213E}"/>
                    </a:ext>
                  </a:extLst>
                </p14:cNvPr>
                <p14:cNvContentPartPr/>
                <p14:nvPr/>
              </p14:nvContentPartPr>
              <p14:xfrm>
                <a:off x="9503424" y="6477696"/>
                <a:ext cx="463680" cy="1540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5FC470A-3C78-8267-5D2C-842ED236213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485424" y="6459696"/>
                  <a:ext cx="4993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9BC0C42-0DCC-4464-41C0-DA97284D3F90}"/>
                    </a:ext>
                  </a:extLst>
                </p14:cNvPr>
                <p14:cNvContentPartPr/>
                <p14:nvPr/>
              </p14:nvContentPartPr>
              <p14:xfrm>
                <a:off x="10004904" y="6288696"/>
                <a:ext cx="198000" cy="3337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9BC0C42-0DCC-4464-41C0-DA97284D3F9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986904" y="6270696"/>
                  <a:ext cx="23364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0D27049-9B0C-4C51-4A62-4BE40FC1E5FC}"/>
                    </a:ext>
                  </a:extLst>
                </p14:cNvPr>
                <p14:cNvContentPartPr/>
                <p14:nvPr/>
              </p14:nvContentPartPr>
              <p14:xfrm>
                <a:off x="9987264" y="6496056"/>
                <a:ext cx="183960" cy="288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0D27049-9B0C-4C51-4A62-4BE40FC1E5F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969624" y="6478416"/>
                  <a:ext cx="2196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1AE626E-94F3-474B-B0D0-990738EF0B5C}"/>
                    </a:ext>
                  </a:extLst>
                </p14:cNvPr>
                <p14:cNvContentPartPr/>
                <p14:nvPr/>
              </p14:nvContentPartPr>
              <p14:xfrm>
                <a:off x="10282104" y="6511176"/>
                <a:ext cx="59040" cy="918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1AE626E-94F3-474B-B0D0-990738EF0B5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264464" y="6493536"/>
                  <a:ext cx="946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857613D-8319-C58F-72F3-2EB91F2E7EBE}"/>
                    </a:ext>
                  </a:extLst>
                </p14:cNvPr>
                <p14:cNvContentPartPr/>
                <p14:nvPr/>
              </p14:nvContentPartPr>
              <p14:xfrm>
                <a:off x="10271664" y="6379776"/>
                <a:ext cx="15120" cy="414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857613D-8319-C58F-72F3-2EB91F2E7EB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254024" y="6361776"/>
                  <a:ext cx="507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E1AF87C-474A-8ACA-787A-79F811053E6A}"/>
                    </a:ext>
                  </a:extLst>
                </p14:cNvPr>
                <p14:cNvContentPartPr/>
                <p14:nvPr/>
              </p14:nvContentPartPr>
              <p14:xfrm>
                <a:off x="10395144" y="6510456"/>
                <a:ext cx="457560" cy="1378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E1AF87C-474A-8ACA-787A-79F811053E6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377504" y="6492816"/>
                  <a:ext cx="4932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67021CA-0140-037A-22D9-B1B40E66EE27}"/>
                    </a:ext>
                  </a:extLst>
                </p14:cNvPr>
                <p14:cNvContentPartPr/>
                <p14:nvPr/>
              </p14:nvContentPartPr>
              <p14:xfrm>
                <a:off x="11013624" y="6314256"/>
                <a:ext cx="176040" cy="310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67021CA-0140-037A-22D9-B1B40E66EE2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995624" y="6296616"/>
                  <a:ext cx="21168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456AECE-F124-DD20-4B6C-62BD6F2A6941}"/>
                    </a:ext>
                  </a:extLst>
                </p14:cNvPr>
                <p14:cNvContentPartPr/>
                <p14:nvPr/>
              </p14:nvContentPartPr>
              <p14:xfrm>
                <a:off x="11191104" y="6456816"/>
                <a:ext cx="913680" cy="3376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456AECE-F124-DD20-4B6C-62BD6F2A694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173464" y="6439176"/>
                  <a:ext cx="949320" cy="37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13BD3DF1-2E98-47BF-6963-48CD69F86DB0}"/>
              </a:ext>
            </a:extLst>
          </p:cNvPr>
          <p:cNvGrpSpPr/>
          <p:nvPr/>
        </p:nvGrpSpPr>
        <p:grpSpPr>
          <a:xfrm>
            <a:off x="8163864" y="754416"/>
            <a:ext cx="532080" cy="157320"/>
            <a:chOff x="8163864" y="754416"/>
            <a:chExt cx="532080" cy="15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0180809-0AD1-7856-0971-014A73D6D891}"/>
                    </a:ext>
                  </a:extLst>
                </p14:cNvPr>
                <p14:cNvContentPartPr/>
                <p14:nvPr/>
              </p14:nvContentPartPr>
              <p14:xfrm>
                <a:off x="8163864" y="815256"/>
                <a:ext cx="395280" cy="964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0180809-0AD1-7856-0971-014A73D6D89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145864" y="797256"/>
                  <a:ext cx="4309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6669B05-2A7D-CD74-48CF-78CFB17BD9E3}"/>
                    </a:ext>
                  </a:extLst>
                </p14:cNvPr>
                <p14:cNvContentPartPr/>
                <p14:nvPr/>
              </p14:nvContentPartPr>
              <p14:xfrm>
                <a:off x="8515224" y="754416"/>
                <a:ext cx="180720" cy="1533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6669B05-2A7D-CD74-48CF-78CFB17BD9E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497584" y="736776"/>
                  <a:ext cx="21636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4642793D-2B15-78E0-484A-82D61C531A4E}"/>
              </a:ext>
            </a:extLst>
          </p:cNvPr>
          <p:cNvGrpSpPr/>
          <p:nvPr/>
        </p:nvGrpSpPr>
        <p:grpSpPr>
          <a:xfrm>
            <a:off x="9008064" y="518256"/>
            <a:ext cx="1059120" cy="320760"/>
            <a:chOff x="9008064" y="518256"/>
            <a:chExt cx="1059120" cy="32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763A034-334E-7A4A-02F2-8888B235ACE1}"/>
                    </a:ext>
                  </a:extLst>
                </p14:cNvPr>
                <p14:cNvContentPartPr/>
                <p14:nvPr/>
              </p14:nvContentPartPr>
              <p14:xfrm>
                <a:off x="9016704" y="588816"/>
                <a:ext cx="38880" cy="1746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763A034-334E-7A4A-02F2-8888B235ACE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998704" y="571176"/>
                  <a:ext cx="745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D5D306D-5686-0E2D-2776-8B22B50239D6}"/>
                    </a:ext>
                  </a:extLst>
                </p14:cNvPr>
                <p14:cNvContentPartPr/>
                <p14:nvPr/>
              </p14:nvContentPartPr>
              <p14:xfrm>
                <a:off x="9008064" y="541296"/>
                <a:ext cx="238320" cy="378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D5D306D-5686-0E2D-2776-8B22B50239D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990064" y="523656"/>
                  <a:ext cx="2739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1872A84-967F-D507-70DF-9B16B16D6CD8}"/>
                    </a:ext>
                  </a:extLst>
                </p14:cNvPr>
                <p14:cNvContentPartPr/>
                <p14:nvPr/>
              </p14:nvContentPartPr>
              <p14:xfrm>
                <a:off x="9036144" y="667296"/>
                <a:ext cx="201960" cy="363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1872A84-967F-D507-70DF-9B16B16D6CD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018504" y="649296"/>
                  <a:ext cx="2376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491F66B5-8935-857E-83FF-DC260E64C925}"/>
                    </a:ext>
                  </a:extLst>
                </p14:cNvPr>
                <p14:cNvContentPartPr/>
                <p14:nvPr/>
              </p14:nvContentPartPr>
              <p14:xfrm>
                <a:off x="9087984" y="787536"/>
                <a:ext cx="224280" cy="345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491F66B5-8935-857E-83FF-DC260E64C92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070344" y="769896"/>
                  <a:ext cx="2599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77DDD31-C406-D6BF-69FB-EF05E69D7C11}"/>
                    </a:ext>
                  </a:extLst>
                </p14:cNvPr>
                <p14:cNvContentPartPr/>
                <p14:nvPr/>
              </p14:nvContentPartPr>
              <p14:xfrm>
                <a:off x="9390744" y="688896"/>
                <a:ext cx="200160" cy="1231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77DDD31-C406-D6BF-69FB-EF05E69D7C1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372744" y="671256"/>
                  <a:ext cx="2358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59DFE80-85BF-B9E9-5DAB-015830CCBA6F}"/>
                    </a:ext>
                  </a:extLst>
                </p14:cNvPr>
                <p14:cNvContentPartPr/>
                <p14:nvPr/>
              </p14:nvContentPartPr>
              <p14:xfrm>
                <a:off x="9634824" y="518256"/>
                <a:ext cx="432360" cy="3207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59DFE80-85BF-B9E9-5DAB-015830CCBA6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617184" y="500616"/>
                  <a:ext cx="468000" cy="35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2829CD63-4940-2CF3-55E1-5DA90B1114E1}"/>
              </a:ext>
            </a:extLst>
          </p:cNvPr>
          <p:cNvGrpSpPr/>
          <p:nvPr/>
        </p:nvGrpSpPr>
        <p:grpSpPr>
          <a:xfrm>
            <a:off x="8810064" y="942336"/>
            <a:ext cx="1635840" cy="370080"/>
            <a:chOff x="8810064" y="942336"/>
            <a:chExt cx="1635840" cy="37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A437499-673D-D088-027F-5B0D74D828D5}"/>
                    </a:ext>
                  </a:extLst>
                </p14:cNvPr>
                <p14:cNvContentPartPr/>
                <p14:nvPr/>
              </p14:nvContentPartPr>
              <p14:xfrm>
                <a:off x="8810064" y="1087056"/>
                <a:ext cx="187200" cy="2253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A437499-673D-D088-027F-5B0D74D828D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792424" y="1069056"/>
                  <a:ext cx="2228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9F63921-5757-259E-82A5-D46025402B0B}"/>
                    </a:ext>
                  </a:extLst>
                </p14:cNvPr>
                <p14:cNvContentPartPr/>
                <p14:nvPr/>
              </p14:nvContentPartPr>
              <p14:xfrm>
                <a:off x="9075024" y="1106136"/>
                <a:ext cx="244440" cy="903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9F63921-5757-259E-82A5-D46025402B0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057024" y="1088136"/>
                  <a:ext cx="2800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D8180B4-9194-BD5D-6BCB-CDCA1D2CCDE5}"/>
                    </a:ext>
                  </a:extLst>
                </p14:cNvPr>
                <p14:cNvContentPartPr/>
                <p14:nvPr/>
              </p14:nvContentPartPr>
              <p14:xfrm>
                <a:off x="9357264" y="961776"/>
                <a:ext cx="198000" cy="2538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D8180B4-9194-BD5D-6BCB-CDCA1D2CCDE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339264" y="944136"/>
                  <a:ext cx="2336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2A4D3FF-A65B-6585-70E5-349E9CFD98B1}"/>
                    </a:ext>
                  </a:extLst>
                </p14:cNvPr>
                <p14:cNvContentPartPr/>
                <p14:nvPr/>
              </p14:nvContentPartPr>
              <p14:xfrm>
                <a:off x="9369144" y="1099656"/>
                <a:ext cx="115920" cy="608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2A4D3FF-A65B-6585-70E5-349E9CFD98B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351504" y="1081656"/>
                  <a:ext cx="1515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DEC6F79-EE90-8E2E-C3BD-ACCF26BE32C8}"/>
                    </a:ext>
                  </a:extLst>
                </p14:cNvPr>
                <p14:cNvContentPartPr/>
                <p14:nvPr/>
              </p14:nvContentPartPr>
              <p14:xfrm>
                <a:off x="9579744" y="942336"/>
                <a:ext cx="412920" cy="2548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DEC6F79-EE90-8E2E-C3BD-ACCF26BE32C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562104" y="924336"/>
                  <a:ext cx="4485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4591CEA-B311-3842-200C-111A4C14DD27}"/>
                    </a:ext>
                  </a:extLst>
                </p14:cNvPr>
                <p14:cNvContentPartPr/>
                <p14:nvPr/>
              </p14:nvContentPartPr>
              <p14:xfrm>
                <a:off x="10164384" y="1015056"/>
                <a:ext cx="222120" cy="889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4591CEA-B311-3842-200C-111A4C14DD2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146384" y="997416"/>
                  <a:ext cx="2577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538DE05-DBF9-C6A4-2D5B-D3E68544E068}"/>
                    </a:ext>
                  </a:extLst>
                </p14:cNvPr>
                <p14:cNvContentPartPr/>
                <p14:nvPr/>
              </p14:nvContentPartPr>
              <p14:xfrm>
                <a:off x="10205424" y="1145016"/>
                <a:ext cx="240480" cy="698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538DE05-DBF9-C6A4-2D5B-D3E68544E06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187424" y="1127016"/>
                  <a:ext cx="276120" cy="10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46365407-C310-F4B0-67D4-0C3806F5041C}"/>
              </a:ext>
            </a:extLst>
          </p:cNvPr>
          <p:cNvGrpSpPr/>
          <p:nvPr/>
        </p:nvGrpSpPr>
        <p:grpSpPr>
          <a:xfrm>
            <a:off x="10835424" y="952776"/>
            <a:ext cx="1077120" cy="588240"/>
            <a:chOff x="10835424" y="952776"/>
            <a:chExt cx="1077120" cy="58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5F6BDA7-8FC4-F5B1-5C56-0C37A453924F}"/>
                    </a:ext>
                  </a:extLst>
                </p14:cNvPr>
                <p14:cNvContentPartPr/>
                <p14:nvPr/>
              </p14:nvContentPartPr>
              <p14:xfrm>
                <a:off x="10851264" y="952776"/>
                <a:ext cx="196920" cy="2433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5F6BDA7-8FC4-F5B1-5C56-0C37A453924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833624" y="935136"/>
                  <a:ext cx="2325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DB2BD47-5D71-C14A-D565-3C24AADD8560}"/>
                    </a:ext>
                  </a:extLst>
                </p14:cNvPr>
                <p14:cNvContentPartPr/>
                <p14:nvPr/>
              </p14:nvContentPartPr>
              <p14:xfrm>
                <a:off x="10835424" y="1092456"/>
                <a:ext cx="109080" cy="342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DB2BD47-5D71-C14A-D565-3C24AADD856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817424" y="1074816"/>
                  <a:ext cx="1447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CD9E465-8B8C-C820-E9E5-ADC3EB808A6A}"/>
                    </a:ext>
                  </a:extLst>
                </p14:cNvPr>
                <p14:cNvContentPartPr/>
                <p14:nvPr/>
              </p14:nvContentPartPr>
              <p14:xfrm>
                <a:off x="11038824" y="1098576"/>
                <a:ext cx="108720" cy="1101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CD9E465-8B8C-C820-E9E5-ADC3EB808A6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021184" y="1080936"/>
                  <a:ext cx="1443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BB9F3106-165E-F349-6A68-73CD66FEAC4F}"/>
                    </a:ext>
                  </a:extLst>
                </p14:cNvPr>
                <p14:cNvContentPartPr/>
                <p14:nvPr/>
              </p14:nvContentPartPr>
              <p14:xfrm>
                <a:off x="11210904" y="988416"/>
                <a:ext cx="701640" cy="2973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BB9F3106-165E-F349-6A68-73CD66FEAC4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193264" y="970776"/>
                  <a:ext cx="7372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86CD267-D43C-EA97-40F3-014FCB85CC4B}"/>
                    </a:ext>
                  </a:extLst>
                </p14:cNvPr>
                <p14:cNvContentPartPr/>
                <p14:nvPr/>
              </p14:nvContentPartPr>
              <p14:xfrm>
                <a:off x="10853064" y="1333296"/>
                <a:ext cx="810360" cy="1425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86CD267-D43C-EA97-40F3-014FCB85CC4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835064" y="1315296"/>
                  <a:ext cx="8460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D65643F-FA7B-C77C-2FFD-BF4121F18929}"/>
                    </a:ext>
                  </a:extLst>
                </p14:cNvPr>
                <p14:cNvContentPartPr/>
                <p14:nvPr/>
              </p14:nvContentPartPr>
              <p14:xfrm>
                <a:off x="10856304" y="1396656"/>
                <a:ext cx="748440" cy="1443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D65643F-FA7B-C77C-2FFD-BF4121F1892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838304" y="1379016"/>
                  <a:ext cx="7840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96B64005-47E9-74F9-62E9-04929F289AA7}"/>
              </a:ext>
            </a:extLst>
          </p:cNvPr>
          <p:cNvGrpSpPr/>
          <p:nvPr/>
        </p:nvGrpSpPr>
        <p:grpSpPr>
          <a:xfrm>
            <a:off x="1069344" y="5975496"/>
            <a:ext cx="2992320" cy="687960"/>
            <a:chOff x="1069344" y="5975496"/>
            <a:chExt cx="2992320" cy="68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67B9E24-A130-8591-76AA-8F47D8F144F7}"/>
                    </a:ext>
                  </a:extLst>
                </p14:cNvPr>
                <p14:cNvContentPartPr/>
                <p14:nvPr/>
              </p14:nvContentPartPr>
              <p14:xfrm>
                <a:off x="2581704" y="6419736"/>
                <a:ext cx="166680" cy="2253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67B9E24-A130-8591-76AA-8F47D8F144F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563704" y="6401736"/>
                  <a:ext cx="2023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C2A63F5-1C7D-61F0-5BE8-F4EE57F47172}"/>
                    </a:ext>
                  </a:extLst>
                </p14:cNvPr>
                <p14:cNvContentPartPr/>
                <p14:nvPr/>
              </p14:nvContentPartPr>
              <p14:xfrm>
                <a:off x="2589984" y="6506136"/>
                <a:ext cx="260280" cy="514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C2A63F5-1C7D-61F0-5BE8-F4EE57F4717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571984" y="6488136"/>
                  <a:ext cx="2959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1E0F2D2-CB30-A43F-1A36-EFD952C8F2A3}"/>
                    </a:ext>
                  </a:extLst>
                </p14:cNvPr>
                <p14:cNvContentPartPr/>
                <p14:nvPr/>
              </p14:nvContentPartPr>
              <p14:xfrm>
                <a:off x="2993544" y="6531336"/>
                <a:ext cx="47880" cy="1256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1E0F2D2-CB30-A43F-1A36-EFD952C8F2A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975904" y="6513336"/>
                  <a:ext cx="835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8992A8C-9DAB-08EA-52DC-DD4FEFC5029C}"/>
                    </a:ext>
                  </a:extLst>
                </p14:cNvPr>
                <p14:cNvContentPartPr/>
                <p14:nvPr/>
              </p14:nvContentPartPr>
              <p14:xfrm>
                <a:off x="2939544" y="6459696"/>
                <a:ext cx="13320" cy="100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8992A8C-9DAB-08EA-52DC-DD4FEFC5029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921544" y="6441696"/>
                  <a:ext cx="489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9B5CC9C-BBAF-46C5-D883-719533E73D8D}"/>
                    </a:ext>
                  </a:extLst>
                </p14:cNvPr>
                <p14:cNvContentPartPr/>
                <p14:nvPr/>
              </p14:nvContentPartPr>
              <p14:xfrm>
                <a:off x="3200904" y="6521976"/>
                <a:ext cx="186120" cy="1414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9B5CC9C-BBAF-46C5-D883-719533E73D8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182904" y="6503976"/>
                  <a:ext cx="2217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ECFA8A8-3D8B-1DA2-3DEC-73864EBB5E67}"/>
                    </a:ext>
                  </a:extLst>
                </p14:cNvPr>
                <p14:cNvContentPartPr/>
                <p14:nvPr/>
              </p14:nvContentPartPr>
              <p14:xfrm>
                <a:off x="3459744" y="6350256"/>
                <a:ext cx="549720" cy="2764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ECFA8A8-3D8B-1DA2-3DEC-73864EBB5E6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441744" y="6332256"/>
                  <a:ext cx="58536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3583382-6345-8439-7420-532023302A58}"/>
                    </a:ext>
                  </a:extLst>
                </p14:cNvPr>
                <p14:cNvContentPartPr/>
                <p14:nvPr/>
              </p14:nvContentPartPr>
              <p14:xfrm>
                <a:off x="1069344" y="6122016"/>
                <a:ext cx="1122840" cy="3279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3583382-6345-8439-7420-532023302A5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51704" y="6104016"/>
                  <a:ext cx="115848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D4458B5C-D72A-06CC-4C4F-1B109684550F}"/>
                    </a:ext>
                  </a:extLst>
                </p14:cNvPr>
                <p14:cNvContentPartPr/>
                <p14:nvPr/>
              </p14:nvContentPartPr>
              <p14:xfrm>
                <a:off x="2074464" y="6343056"/>
                <a:ext cx="116280" cy="2239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D4458B5C-D72A-06CC-4C4F-1B109684550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056824" y="6325416"/>
                  <a:ext cx="1519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F764560-BEE6-626C-E0D5-877DEB0B2567}"/>
                    </a:ext>
                  </a:extLst>
                </p14:cNvPr>
                <p14:cNvContentPartPr/>
                <p14:nvPr/>
              </p14:nvContentPartPr>
              <p14:xfrm>
                <a:off x="2178144" y="6157296"/>
                <a:ext cx="410040" cy="1656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F764560-BEE6-626C-E0D5-877DEB0B256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160504" y="6139656"/>
                  <a:ext cx="4456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1E7A74F-F32F-AA79-3867-4024656F29E1}"/>
                    </a:ext>
                  </a:extLst>
                </p14:cNvPr>
                <p14:cNvContentPartPr/>
                <p14:nvPr/>
              </p14:nvContentPartPr>
              <p14:xfrm>
                <a:off x="2481264" y="6196176"/>
                <a:ext cx="133920" cy="2052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1E7A74F-F32F-AA79-3867-4024656F29E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463264" y="6178176"/>
                  <a:ext cx="1695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E52C22E-91D8-5ACB-2DD1-E56CA2EE828A}"/>
                    </a:ext>
                  </a:extLst>
                </p14:cNvPr>
                <p14:cNvContentPartPr/>
                <p14:nvPr/>
              </p14:nvContentPartPr>
              <p14:xfrm>
                <a:off x="3055464" y="6033456"/>
                <a:ext cx="226080" cy="2635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E52C22E-91D8-5ACB-2DD1-E56CA2EE828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037464" y="6015456"/>
                  <a:ext cx="2617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F6BA131-1295-A2FA-4189-5AB9237A2FA5}"/>
                    </a:ext>
                  </a:extLst>
                </p14:cNvPr>
                <p14:cNvContentPartPr/>
                <p14:nvPr/>
              </p14:nvContentPartPr>
              <p14:xfrm>
                <a:off x="3879504" y="5975496"/>
                <a:ext cx="182160" cy="3474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F6BA131-1295-A2FA-4189-5AB9237A2FA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861504" y="5957856"/>
                  <a:ext cx="217800" cy="38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3A3A4E1C-3922-151A-07BF-FE1FC5FE8590}"/>
              </a:ext>
            </a:extLst>
          </p:cNvPr>
          <p:cNvGrpSpPr/>
          <p:nvPr/>
        </p:nvGrpSpPr>
        <p:grpSpPr>
          <a:xfrm>
            <a:off x="4917384" y="6016896"/>
            <a:ext cx="149040" cy="326520"/>
            <a:chOff x="4917384" y="6016896"/>
            <a:chExt cx="149040" cy="32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5E20D03D-DEA9-C377-5C36-D5564E79FF3C}"/>
                    </a:ext>
                  </a:extLst>
                </p14:cNvPr>
                <p14:cNvContentPartPr/>
                <p14:nvPr/>
              </p14:nvContentPartPr>
              <p14:xfrm>
                <a:off x="4952664" y="6016896"/>
                <a:ext cx="71640" cy="3222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5E20D03D-DEA9-C377-5C36-D5564E79FF3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935024" y="5999256"/>
                  <a:ext cx="10728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1A03061-5103-3C7E-6340-1C37638285FB}"/>
                    </a:ext>
                  </a:extLst>
                </p14:cNvPr>
                <p14:cNvContentPartPr/>
                <p14:nvPr/>
              </p14:nvContentPartPr>
              <p14:xfrm>
                <a:off x="4917384" y="6258816"/>
                <a:ext cx="149040" cy="846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1A03061-5103-3C7E-6340-1C37638285F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899744" y="6241176"/>
                  <a:ext cx="184680" cy="12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D2B994A0-EF23-A6F3-E63D-86C181E9DA45}"/>
              </a:ext>
            </a:extLst>
          </p:cNvPr>
          <p:cNvGrpSpPr/>
          <p:nvPr/>
        </p:nvGrpSpPr>
        <p:grpSpPr>
          <a:xfrm>
            <a:off x="5387544" y="1560456"/>
            <a:ext cx="1557000" cy="280800"/>
            <a:chOff x="5387544" y="1560456"/>
            <a:chExt cx="1557000" cy="28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F787854-3D00-1661-15C9-8F3EE70FB21F}"/>
                    </a:ext>
                  </a:extLst>
                </p14:cNvPr>
                <p14:cNvContentPartPr/>
                <p14:nvPr/>
              </p14:nvContentPartPr>
              <p14:xfrm>
                <a:off x="5487624" y="1634616"/>
                <a:ext cx="183240" cy="1033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F787854-3D00-1661-15C9-8F3EE70FB21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469984" y="1616976"/>
                  <a:ext cx="2188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68D231C-DC18-2495-9C3D-F91B174EC2B9}"/>
                    </a:ext>
                  </a:extLst>
                </p14:cNvPr>
                <p14:cNvContentPartPr/>
                <p14:nvPr/>
              </p14:nvContentPartPr>
              <p14:xfrm>
                <a:off x="5707944" y="1675656"/>
                <a:ext cx="130680" cy="709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68D231C-DC18-2495-9C3D-F91B174EC2B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690304" y="1657656"/>
                  <a:ext cx="1663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6762A7F-3F03-9E26-F768-AB72352863E9}"/>
                    </a:ext>
                  </a:extLst>
                </p14:cNvPr>
                <p14:cNvContentPartPr/>
                <p14:nvPr/>
              </p14:nvContentPartPr>
              <p14:xfrm>
                <a:off x="5887584" y="1642536"/>
                <a:ext cx="154080" cy="1134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6762A7F-3F03-9E26-F768-AB72352863E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869584" y="1624536"/>
                  <a:ext cx="1897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572514E-BFE5-D6C8-F209-65ACB7471177}"/>
                    </a:ext>
                  </a:extLst>
                </p14:cNvPr>
                <p14:cNvContentPartPr/>
                <p14:nvPr/>
              </p14:nvContentPartPr>
              <p14:xfrm>
                <a:off x="6056784" y="1616616"/>
                <a:ext cx="133560" cy="1296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572514E-BFE5-D6C8-F209-65ACB747117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038784" y="1598616"/>
                  <a:ext cx="1692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B2DE0C5C-27DA-BBF0-F611-DCDFCC4EE05D}"/>
                    </a:ext>
                  </a:extLst>
                </p14:cNvPr>
                <p14:cNvContentPartPr/>
                <p14:nvPr/>
              </p14:nvContentPartPr>
              <p14:xfrm>
                <a:off x="6273144" y="1654776"/>
                <a:ext cx="169920" cy="892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B2DE0C5C-27DA-BBF0-F611-DCDFCC4EE05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255504" y="1636776"/>
                  <a:ext cx="2055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7B6D352B-8AE8-5ABC-3CB9-C1CAA19C4209}"/>
                    </a:ext>
                  </a:extLst>
                </p14:cNvPr>
                <p14:cNvContentPartPr/>
                <p14:nvPr/>
              </p14:nvContentPartPr>
              <p14:xfrm>
                <a:off x="6472584" y="1612656"/>
                <a:ext cx="194760" cy="1612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7B6D352B-8AE8-5ABC-3CB9-C1CAA19C420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454944" y="1595016"/>
                  <a:ext cx="2304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294EA59-0EC6-449C-1921-0F219241AB0C}"/>
                    </a:ext>
                  </a:extLst>
                </p14:cNvPr>
                <p14:cNvContentPartPr/>
                <p14:nvPr/>
              </p14:nvContentPartPr>
              <p14:xfrm>
                <a:off x="6669864" y="1575216"/>
                <a:ext cx="51480" cy="1962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294EA59-0EC6-449C-1921-0F219241AB0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651864" y="1557216"/>
                  <a:ext cx="871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010B0075-C274-A0BE-E067-6FE4503E3867}"/>
                    </a:ext>
                  </a:extLst>
                </p14:cNvPr>
                <p14:cNvContentPartPr/>
                <p14:nvPr/>
              </p14:nvContentPartPr>
              <p14:xfrm>
                <a:off x="6636744" y="1673136"/>
                <a:ext cx="142920" cy="432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010B0075-C274-A0BE-E067-6FE4503E386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619104" y="1655136"/>
                  <a:ext cx="1785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0B36C26-2D82-CEB2-8EE7-834C735E7C69}"/>
                    </a:ext>
                  </a:extLst>
                </p14:cNvPr>
                <p14:cNvContentPartPr/>
                <p14:nvPr/>
              </p14:nvContentPartPr>
              <p14:xfrm>
                <a:off x="6792264" y="1560456"/>
                <a:ext cx="152280" cy="2808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0B36C26-2D82-CEB2-8EE7-834C735E7C6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774264" y="1542816"/>
                  <a:ext cx="18792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AEAF08A6-2214-9BF0-0E0A-4CDD69995FA0}"/>
                    </a:ext>
                  </a:extLst>
                </p14:cNvPr>
                <p14:cNvContentPartPr/>
                <p14:nvPr/>
              </p14:nvContentPartPr>
              <p14:xfrm>
                <a:off x="5387544" y="1566216"/>
                <a:ext cx="240840" cy="2689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AEAF08A6-2214-9BF0-0E0A-4CDD69995FA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369544" y="1548576"/>
                  <a:ext cx="276480" cy="304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6581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1F097-B28E-DDC7-342C-6301CD237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90686D-9491-9995-519A-82E75E79A932}"/>
              </a:ext>
            </a:extLst>
          </p:cNvPr>
          <p:cNvSpPr txBox="1"/>
          <p:nvPr/>
        </p:nvSpPr>
        <p:spPr>
          <a:xfrm>
            <a:off x="266700" y="219885"/>
            <a:ext cx="116586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Attention Layers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final vectors then goes to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multiple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attention layers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way it learns multiple patches and their relationship with each other.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Attention Head 1  -&gt;  Looks at shape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Attention Head 2   -&gt; Looks at color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Attention Head 3   -&gt; Looks at texture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Attention Head 4   -&gt; Looks at background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complementary views are combined into a richer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960790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6B8C9-1B46-E59B-A612-B960B7C3C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30DEE3-17ED-A13B-388D-B3D08A958D61}"/>
              </a:ext>
            </a:extLst>
          </p:cNvPr>
          <p:cNvSpPr txBox="1"/>
          <p:nvPr/>
        </p:nvSpPr>
        <p:spPr>
          <a:xfrm>
            <a:off x="266700" y="219885"/>
            <a:ext cx="11658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example, it learn how 1</a:t>
            </a:r>
            <a:r>
              <a:rPr lang="en-US" sz="2400" baseline="30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patch relates to all other 63 patches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4BC1F2-B600-6F7C-CD50-977E42366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808" y="1377748"/>
            <a:ext cx="4696480" cy="4706007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88DDEEF2-BBF0-675B-C831-529BB61430A9}"/>
              </a:ext>
            </a:extLst>
          </p:cNvPr>
          <p:cNvGrpSpPr/>
          <p:nvPr/>
        </p:nvGrpSpPr>
        <p:grpSpPr>
          <a:xfrm>
            <a:off x="1625184" y="658656"/>
            <a:ext cx="4526640" cy="3471480"/>
            <a:chOff x="1625184" y="658656"/>
            <a:chExt cx="4526640" cy="347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1B965C0-E29E-8D19-AE80-D44B8809BD8C}"/>
                    </a:ext>
                  </a:extLst>
                </p14:cNvPr>
                <p14:cNvContentPartPr/>
                <p14:nvPr/>
              </p14:nvContentPartPr>
              <p14:xfrm>
                <a:off x="2097504" y="1755576"/>
                <a:ext cx="160920" cy="516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1B965C0-E29E-8D19-AE80-D44B8809BD8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079864" y="1737576"/>
                  <a:ext cx="19656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A70FC23-5B67-51B6-265C-3216AF99A8D2}"/>
                    </a:ext>
                  </a:extLst>
                </p14:cNvPr>
                <p14:cNvContentPartPr/>
                <p14:nvPr/>
              </p14:nvContentPartPr>
              <p14:xfrm>
                <a:off x="2289384" y="1658736"/>
                <a:ext cx="433800" cy="514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A70FC23-5B67-51B6-265C-3216AF99A8D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271744" y="1641096"/>
                  <a:ext cx="4694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4A6FCDD-E00C-4111-9F0B-D4683B960B93}"/>
                    </a:ext>
                  </a:extLst>
                </p14:cNvPr>
                <p14:cNvContentPartPr/>
                <p14:nvPr/>
              </p14:nvContentPartPr>
              <p14:xfrm>
                <a:off x="2641104" y="1589976"/>
                <a:ext cx="130320" cy="144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4A6FCDD-E00C-4111-9F0B-D4683B960B9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623464" y="1571976"/>
                  <a:ext cx="1659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3A060A3-981F-B6DD-E1D9-9B6C1B869891}"/>
                    </a:ext>
                  </a:extLst>
                </p14:cNvPr>
                <p14:cNvContentPartPr/>
                <p14:nvPr/>
              </p14:nvContentPartPr>
              <p14:xfrm>
                <a:off x="2278224" y="1192176"/>
                <a:ext cx="1008360" cy="523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3A060A3-981F-B6DD-E1D9-9B6C1B86989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260584" y="1174176"/>
                  <a:ext cx="104400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D8D3518-2F48-A435-C29A-C2B78212E378}"/>
                    </a:ext>
                  </a:extLst>
                </p14:cNvPr>
                <p14:cNvContentPartPr/>
                <p14:nvPr/>
              </p14:nvContentPartPr>
              <p14:xfrm>
                <a:off x="3128904" y="1489896"/>
                <a:ext cx="202680" cy="104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D8D3518-2F48-A435-C29A-C2B78212E37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111264" y="1471896"/>
                  <a:ext cx="2383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E66202E-B087-7401-6BBE-A98A05F3EECF}"/>
                    </a:ext>
                  </a:extLst>
                </p14:cNvPr>
                <p14:cNvContentPartPr/>
                <p14:nvPr/>
              </p14:nvContentPartPr>
              <p14:xfrm>
                <a:off x="2217384" y="962856"/>
                <a:ext cx="1746360" cy="745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E66202E-B087-7401-6BBE-A98A05F3EEC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199384" y="945216"/>
                  <a:ext cx="1782000" cy="78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BE7E11A-E885-7460-41FA-5CF8F77373B1}"/>
                    </a:ext>
                  </a:extLst>
                </p14:cNvPr>
                <p14:cNvContentPartPr/>
                <p14:nvPr/>
              </p14:nvContentPartPr>
              <p14:xfrm>
                <a:off x="2323584" y="709416"/>
                <a:ext cx="2237040" cy="938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BE7E11A-E885-7460-41FA-5CF8F77373B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305584" y="691416"/>
                  <a:ext cx="2272680" cy="9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E3F8037-AD26-0B40-3F91-5BA54E342E06}"/>
                    </a:ext>
                  </a:extLst>
                </p14:cNvPr>
                <p14:cNvContentPartPr/>
                <p14:nvPr/>
              </p14:nvContentPartPr>
              <p14:xfrm>
                <a:off x="2720304" y="658656"/>
                <a:ext cx="2561760" cy="1087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E3F8037-AD26-0B40-3F91-5BA54E342E0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702304" y="641016"/>
                  <a:ext cx="2597400" cy="11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EDCE3C9-E3B4-EC14-EB32-4F006185E907}"/>
                    </a:ext>
                  </a:extLst>
                </p14:cNvPr>
                <p14:cNvContentPartPr/>
                <p14:nvPr/>
              </p14:nvContentPartPr>
              <p14:xfrm>
                <a:off x="4229064" y="706536"/>
                <a:ext cx="1468440" cy="1015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EDCE3C9-E3B4-EC14-EB32-4F006185E90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211064" y="688536"/>
                  <a:ext cx="1504080" cy="10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00C2759-F96D-A2E0-AD0E-EB5A98CF9762}"/>
                    </a:ext>
                  </a:extLst>
                </p14:cNvPr>
                <p14:cNvContentPartPr/>
                <p14:nvPr/>
              </p14:nvContentPartPr>
              <p14:xfrm>
                <a:off x="4694544" y="736416"/>
                <a:ext cx="1457280" cy="972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00C2759-F96D-A2E0-AD0E-EB5A98CF976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676904" y="718416"/>
                  <a:ext cx="1492920" cy="10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469D032-2C7E-1E69-0BE5-1419811A2207}"/>
                    </a:ext>
                  </a:extLst>
                </p14:cNvPr>
                <p14:cNvContentPartPr/>
                <p14:nvPr/>
              </p14:nvContentPartPr>
              <p14:xfrm>
                <a:off x="1764504" y="1856016"/>
                <a:ext cx="479880" cy="1168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469D032-2C7E-1E69-0BE5-1419811A220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746504" y="1838376"/>
                  <a:ext cx="515520" cy="12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0E56AB0-22E7-F90E-5A40-E35C9FAB4347}"/>
                    </a:ext>
                  </a:extLst>
                </p14:cNvPr>
                <p14:cNvContentPartPr/>
                <p14:nvPr/>
              </p14:nvContentPartPr>
              <p14:xfrm>
                <a:off x="1672704" y="2409696"/>
                <a:ext cx="590400" cy="981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0E56AB0-22E7-F90E-5A40-E35C9FAB434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655064" y="2392056"/>
                  <a:ext cx="626040" cy="10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DDEBF2B-210D-25E9-0FE7-4CA4ECCFBDE9}"/>
                    </a:ext>
                  </a:extLst>
                </p14:cNvPr>
                <p14:cNvContentPartPr/>
                <p14:nvPr/>
              </p14:nvContentPartPr>
              <p14:xfrm>
                <a:off x="2140704" y="3337776"/>
                <a:ext cx="155160" cy="180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DDEBF2B-210D-25E9-0FE7-4CA4ECCFBDE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123064" y="3320136"/>
                  <a:ext cx="1908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5CE2A62-24CB-D9B4-D59C-AEA645F86EA0}"/>
                    </a:ext>
                  </a:extLst>
                </p14:cNvPr>
                <p14:cNvContentPartPr/>
                <p14:nvPr/>
              </p14:nvContentPartPr>
              <p14:xfrm>
                <a:off x="1625184" y="2979576"/>
                <a:ext cx="510120" cy="1072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5CE2A62-24CB-D9B4-D59C-AEA645F86EA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607184" y="2961936"/>
                  <a:ext cx="545760" cy="11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50CE09-05C8-1557-0B5E-458F90D0BE5A}"/>
                    </a:ext>
                  </a:extLst>
                </p14:cNvPr>
                <p14:cNvContentPartPr/>
                <p14:nvPr/>
              </p14:nvContentPartPr>
              <p14:xfrm>
                <a:off x="2035584" y="3966336"/>
                <a:ext cx="184680" cy="163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50CE09-05C8-1557-0B5E-458F90D0BE5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017584" y="3948336"/>
                  <a:ext cx="2203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3755656-781B-7585-A3E4-2252D81D814D}"/>
                    </a:ext>
                  </a:extLst>
                </p14:cNvPr>
                <p14:cNvContentPartPr/>
                <p14:nvPr/>
              </p14:nvContentPartPr>
              <p14:xfrm>
                <a:off x="2225664" y="1820016"/>
                <a:ext cx="458640" cy="376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3755656-781B-7585-A3E4-2252D81D814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207664" y="1802376"/>
                  <a:ext cx="49428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B8A7276-6EB2-FF10-1797-246F3291312F}"/>
                    </a:ext>
                  </a:extLst>
                </p14:cNvPr>
                <p14:cNvContentPartPr/>
                <p14:nvPr/>
              </p14:nvContentPartPr>
              <p14:xfrm>
                <a:off x="2628504" y="2100456"/>
                <a:ext cx="81360" cy="163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B8A7276-6EB2-FF10-1797-246F3291312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610504" y="2082456"/>
                  <a:ext cx="1170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35D21BA-8D79-1DCD-B6F3-7CA27C7CE133}"/>
                    </a:ext>
                  </a:extLst>
                </p14:cNvPr>
                <p14:cNvContentPartPr/>
                <p14:nvPr/>
              </p14:nvContentPartPr>
              <p14:xfrm>
                <a:off x="2398464" y="2159136"/>
                <a:ext cx="930960" cy="164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35D21BA-8D79-1DCD-B6F3-7CA27C7CE13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380464" y="2141496"/>
                  <a:ext cx="9666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683AD21-E573-616A-738E-8AD25BBFF8BF}"/>
                    </a:ext>
                  </a:extLst>
                </p14:cNvPr>
                <p14:cNvContentPartPr/>
                <p14:nvPr/>
              </p14:nvContentPartPr>
              <p14:xfrm>
                <a:off x="3219624" y="2242656"/>
                <a:ext cx="726840" cy="112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683AD21-E573-616A-738E-8AD25BBFF8B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201984" y="2224656"/>
                  <a:ext cx="7624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5357AFA-FD1C-67D3-6A51-A5891C06AB30}"/>
                    </a:ext>
                  </a:extLst>
                </p14:cNvPr>
                <p14:cNvContentPartPr/>
                <p14:nvPr/>
              </p14:nvContentPartPr>
              <p14:xfrm>
                <a:off x="3524184" y="2209176"/>
                <a:ext cx="878760" cy="237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5357AFA-FD1C-67D3-6A51-A5891C06AB3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506184" y="2191536"/>
                  <a:ext cx="9144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85B50F9-2C83-C953-F609-88A265E30154}"/>
                    </a:ext>
                  </a:extLst>
                </p14:cNvPr>
                <p14:cNvContentPartPr/>
                <p14:nvPr/>
              </p14:nvContentPartPr>
              <p14:xfrm>
                <a:off x="3934224" y="2486736"/>
                <a:ext cx="45360" cy="482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85B50F9-2C83-C953-F609-88A265E3015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916224" y="2469096"/>
                  <a:ext cx="810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0AA69A4-37BC-0E2A-2ED9-ECEDD5AC1EC8}"/>
                    </a:ext>
                  </a:extLst>
                </p14:cNvPr>
                <p14:cNvContentPartPr/>
                <p14:nvPr/>
              </p14:nvContentPartPr>
              <p14:xfrm>
                <a:off x="4026744" y="2635056"/>
                <a:ext cx="38160" cy="23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0AA69A4-37BC-0E2A-2ED9-ECEDD5AC1EC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008744" y="2617056"/>
                  <a:ext cx="738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89F8CA3-C135-3562-5A30-330DE4831EF0}"/>
                    </a:ext>
                  </a:extLst>
                </p14:cNvPr>
                <p14:cNvContentPartPr/>
                <p14:nvPr/>
              </p14:nvContentPartPr>
              <p14:xfrm>
                <a:off x="4164984" y="2721816"/>
                <a:ext cx="3960" cy="5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89F8CA3-C135-3562-5A30-330DE4831EF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146984" y="2703816"/>
                  <a:ext cx="39600" cy="40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1B951E1-3458-C5A9-16C0-1F2CBDA3D0EC}"/>
              </a:ext>
            </a:extLst>
          </p:cNvPr>
          <p:cNvSpPr txBox="1"/>
          <p:nvPr/>
        </p:nvSpPr>
        <p:spPr>
          <a:xfrm>
            <a:off x="4064904" y="6174129"/>
            <a:ext cx="2037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Taken from internet</a:t>
            </a:r>
          </a:p>
        </p:txBody>
      </p:sp>
    </p:spTree>
    <p:extLst>
      <p:ext uri="{BB962C8B-B14F-4D97-AF65-F5344CB8AC3E}">
        <p14:creationId xmlns:p14="http://schemas.microsoft.com/office/powerpoint/2010/main" val="1999340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C026C-6887-EDBB-3AB1-776AA2C22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25;p21">
            <a:extLst>
              <a:ext uri="{FF2B5EF4-FFF2-40B4-BE49-F238E27FC236}">
                <a16:creationId xmlns:a16="http://schemas.microsoft.com/office/drawing/2014/main" id="{4B81B8A6-B8CA-7543-772A-4E34C8524A3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0292"/>
            <a:ext cx="9784080" cy="67574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1440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2A23B-0C8A-16E3-7BA8-1789BCCB8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31;p22">
            <a:extLst>
              <a:ext uri="{FF2B5EF4-FFF2-40B4-BE49-F238E27FC236}">
                <a16:creationId xmlns:a16="http://schemas.microsoft.com/office/drawing/2014/main" id="{977C7268-939D-71CE-858C-34D2B5EB147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0671047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1899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91192-4AA9-142B-F6F6-992B33E00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439C521-D5CB-AB88-64B9-786B13F8CB79}"/>
              </a:ext>
            </a:extLst>
          </p:cNvPr>
          <p:cNvGraphicFramePr>
            <a:graphicFrameLocks noGrp="1"/>
          </p:cNvGraphicFramePr>
          <p:nvPr/>
        </p:nvGraphicFramePr>
        <p:xfrm>
          <a:off x="364236" y="1093502"/>
          <a:ext cx="11463528" cy="5029200"/>
        </p:xfrm>
        <a:graphic>
          <a:graphicData uri="http://schemas.openxmlformats.org/drawingml/2006/table">
            <a:tbl>
              <a:tblPr/>
              <a:tblGrid>
                <a:gridCol w="2441448">
                  <a:extLst>
                    <a:ext uri="{9D8B030D-6E8A-4147-A177-3AD203B41FA5}">
                      <a16:colId xmlns:a16="http://schemas.microsoft.com/office/drawing/2014/main" val="3754675285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728390754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34721225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Vision Transformer (ViT)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371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Basic unit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Pixels processed through convolution filters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Image patches processed as tokens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302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Main 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Convolution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Self-attention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4158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Context captured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Local first, global after many layers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Global from the first attention 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536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Position awareness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Inherent through the convolution grid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Added explicitly using position embeddings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507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Data requirement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Works well even on </a:t>
                      </a: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smaller</a:t>
                      </a: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datasets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Typically benefits from </a:t>
                      </a: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large-scale</a:t>
                      </a: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pretraining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0189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Parallelism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Parallel within convolution operations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Highly parallel across all patches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577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979AC19-88CB-7523-A096-CFC6DC3332EB}"/>
              </a:ext>
            </a:extLst>
          </p:cNvPr>
          <p:cNvSpPr txBox="1"/>
          <p:nvPr/>
        </p:nvSpPr>
        <p:spPr>
          <a:xfrm>
            <a:off x="2519172" y="212078"/>
            <a:ext cx="61904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Vision Transformer vs. CNN</a:t>
            </a:r>
          </a:p>
        </p:txBody>
      </p:sp>
    </p:spTree>
    <p:extLst>
      <p:ext uri="{BB962C8B-B14F-4D97-AF65-F5344CB8AC3E}">
        <p14:creationId xmlns:p14="http://schemas.microsoft.com/office/powerpoint/2010/main" val="1570390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2068</TotalTime>
  <Words>324</Words>
  <Application>Microsoft Office PowerPoint</Application>
  <PresentationFormat>Widescreen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Vision Transformers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255</cp:revision>
  <dcterms:created xsi:type="dcterms:W3CDTF">2025-09-22T02:44:38Z</dcterms:created>
  <dcterms:modified xsi:type="dcterms:W3CDTF">2026-07-05T04:50:08Z</dcterms:modified>
</cp:coreProperties>
</file>