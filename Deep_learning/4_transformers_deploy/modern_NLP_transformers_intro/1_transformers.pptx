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70" r:id="rId3"/>
    <p:sldId id="289" r:id="rId4"/>
    <p:sldId id="298" r:id="rId5"/>
    <p:sldId id="260" r:id="rId6"/>
    <p:sldId id="291" r:id="rId7"/>
    <p:sldId id="296" r:id="rId8"/>
    <p:sldId id="292" r:id="rId9"/>
    <p:sldId id="257" r:id="rId10"/>
    <p:sldId id="299" r:id="rId11"/>
    <p:sldId id="277" r:id="rId12"/>
    <p:sldId id="290" r:id="rId13"/>
    <p:sldId id="295" r:id="rId14"/>
    <p:sldId id="262" r:id="rId15"/>
    <p:sldId id="276" r:id="rId16"/>
    <p:sldId id="294" r:id="rId17"/>
    <p:sldId id="293" r:id="rId18"/>
    <p:sldId id="281" r:id="rId19"/>
    <p:sldId id="263" r:id="rId20"/>
    <p:sldId id="280" r:id="rId21"/>
    <p:sldId id="288" r:id="rId22"/>
    <p:sldId id="287" r:id="rId23"/>
    <p:sldId id="282" r:id="rId24"/>
    <p:sldId id="264" r:id="rId25"/>
    <p:sldId id="279" r:id="rId26"/>
    <p:sldId id="278" r:id="rId27"/>
    <p:sldId id="283" r:id="rId28"/>
    <p:sldId id="284" r:id="rId29"/>
    <p:sldId id="285" r:id="rId30"/>
    <p:sldId id="265" r:id="rId31"/>
    <p:sldId id="297" r:id="rId32"/>
    <p:sldId id="269" r:id="rId33"/>
    <p:sldId id="259" r:id="rId34"/>
    <p:sldId id="261" r:id="rId35"/>
    <p:sldId id="267" r:id="rId36"/>
    <p:sldId id="286" r:id="rId37"/>
    <p:sldId id="27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24.9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2678 276 0 0,'0'0'2388'0'0,"0"13"-1983"0"0,0 38-17 0 0,0-39 347 0 0,-1-14-388 0 0,-1-2-304 0 0,1 0 1 0 0,0 0-1 0 0,-1 0 1 0 0,1-1-1 0 0,1 1 1 0 0,-1 0-1 0 0,1-1 0 0 0,0 1 1 0 0,0-1-1 0 0,0 1 1 0 0,0 0-1 0 0,2-6 0 0 0,-1-2 63 0 0,-1-1 710 0 0,1 5-695 0 0,1 1 1 0 0,-1-1 0 0 0,1 1 0 0 0,1-1 0 0 0,-1 1-1 0 0,1 0 1 0 0,1 0 0 0 0,-1 0 0 0 0,1 0 0 0 0,0 1-1 0 0,1-1 1 0 0,0 1 0 0 0,0 0 0 0 0,0 1 0 0 0,9-8 0 0 0,14-13-101 0 0,55-37 1 0 0,-80 61 2 0 0,75-47-7 0 0,3 3 1 0 0,88-36-1 0 0,-149 73-17 0 0,-14 6 2 0 0,248-128 100 0 0,-184 91-85 0 0,3 4-1 0 0,138-48 1 0 0,-72 31-36 0 0,71-21 36 0 0,15 7-21 0 0,-152 48 1 0 0,-1 0 10 0 0,9-2 27 0 0,103-41 0 0 0,80-30 117 0 0,-151 56-102 0 0,36-12 58 0 0,133-47 290 0 0,179-99-69 0 0,-74 21-254 0 0,-182 78-40 0 0,-51 28 1 0 0,155-75 32 0 0,-47 20-18 0 0,-178 87-55 0 0,149-42-1 0 0,-114 42 22 0 0,-42 11-5 0 0,114-43 26 0 0,-25 8-27 0 0,-50 23 7 0 0,-1-5 1 0 0,118-60-1 0 0,-206 86 13 0 0,-10 7 212 0 0,-1 0 1 0 0,25-19 0 0 0,-39 26-130 0 0,-1 1-88 0 0,-1 0 0 0 0,1 0 0 0 0,0 0 1 0 0,0 0-1 0 0,-1 1 0 0 0,1-1 0 0 0,0 0 1 0 0,0 0-1 0 0,-1 0 0 0 0,1-1 0 0 0,0 1 1 0 0,0 0-1 0 0,-1 0 0 0 0,1 0 0 0 0,0 0 1 0 0,0-1-1 0 0,-1 1 0 0 0,1 0 0 0 0,0-1 1 0 0,-1 1-1 0 0,1-1 0 0 0,0 1 0 0 0,-1-1 1 0 0,1 1-1 0 0,-1-1 0 0 0,1 1 0 0 0,-1-1 1 0 0,2 0-1 0 0,-15-14 565 0 0,-26-9-401 0 0,14 18-202 0 0,0 1 1 0 0,-1 1 0 0 0,1 2 0 0 0,-1 0-1 0 0,0 1 1 0 0,0 2 0 0 0,-28 4-1 0 0,19-3-7 0 0,28-1 13 0 0,-3 1-5 0 0,-14 5-54 0 0,24-7 64 0 0,0 0 1 0 0,0 0-1 0 0,0 0 0 0 0,0 0 0 0 0,0 0 0 0 0,0 0 0 0 0,0 0 0 0 0,0 1 1 0 0,0-1-1 0 0,0 0 0 0 0,0 0 0 0 0,0 0 0 0 0,0 0 0 0 0,1 0 0 0 0,-1 0 0 0 0,0 0 1 0 0,0 0-1 0 0,0 0 0 0 0,0 0 0 0 0,0 0 0 0 0,0 1 0 0 0,0-1 0 0 0,0 0 1 0 0,0 0-1 0 0,0 0 0 0 0,0 0 0 0 0,0 0 0 0 0,0 0 0 0 0,0 0 0 0 0,0 0 0 0 0,0 0 1 0 0,0 0-1 0 0,0 1 0 0 0,0-1 0 0 0,0 0 0 0 0,0 0 0 0 0,-1 0 0 0 0,1 0 1 0 0,0 0-1 0 0,0 0 0 0 0,0 0 0 0 0,0 0 0 0 0,0 0 0 0 0,0 0 0 0 0,0 0 0 0 0,0 0 1 0 0,0 0-1 0 0,0 0 0 0 0,0 1 0 0 0,0-1 0 0 0,0 0 0 0 0,0 0 0 0 0,-1 0 1 0 0,1 0-1 0 0,0 0 0 0 0,39 2-260 0 0,-17-2 316 0 0,251 25-225 0 0,-210-13 26 0 0,-60-11 138 0 0,17 29-62 0 0,-19-22 72 0 0,-1 0 0 0 0,0 1-1 0 0,0-1 1 0 0,-1 0 0 0 0,0 0-1 0 0,0 0 1 0 0,-1 0 0 0 0,0 0-1 0 0,-1 0 1 0 0,1-1 0 0 0,-7 13-1 0 0,-6 6 33 0 0,-33 47-1 0 0,-2 2 18 0 0,38-53 250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25.5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 1 556 0 0,'-2'1'5676'0'0,"-6"17"-4654"0"0,-8 32-1081 0 0,8 20-214 0 0,2 0 1 0 0,4 72 0 0 0,2-135 25 0 0,12-42-4220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26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548 2 292 0 0,'0'0'531'0'0,"-4"-1"-43"0"0,-15 0-104 0 0,1 1 0 0 0,-1 1 0 0 0,1 0 0 0 0,-1 2-1 0 0,1 0 1 0 0,0 1 0 0 0,0 0 0 0 0,0 2 0 0 0,1 0 0 0 0,-26 13 0 0 0,15-5-258 0 0,-1 1-1 0 0,2 2 0 0 0,0 1 1 0 0,1 0-1 0 0,-36 35 1 0 0,48-40-104 0 0,1 2 0 0 0,1 0 0 0 0,1 0 0 0 0,0 1 1 0 0,0 0-1 0 0,2 1 0 0 0,-13 29 0 0 0,19-39-15 0 0,0 0-1 0 0,1 1 0 0 0,0-1 1 0 0,0 1-1 0 0,0-1 1 0 0,1 1-1 0 0,0-1 0 0 0,1 1 1 0 0,0 0-1 0 0,0-1 0 0 0,1 1 1 0 0,-1 0-1 0 0,2-1 1 0 0,-1 1-1 0 0,1-1 0 0 0,0 0 1 0 0,1 1-1 0 0,-1-1 0 0 0,2 0 1 0 0,-1 0-1 0 0,9 12 1 0 0,-1-5 31 0 0,1 0 0 0 0,1-1 0 0 0,0-1 0 0 0,1 0 1 0 0,0 0-1 0 0,1-2 0 0 0,0 1 0 0 0,0-2 0 0 0,1 0 1 0 0,1-1-1 0 0,-1-1 0 0 0,1 0 0 0 0,1-2 1 0 0,-1 1-1 0 0,26 3 0 0 0,-13-5 144 0 0,1-2 0 0 0,-1 0-1 0 0,0-2 1 0 0,1-2 0 0 0,-1 0 0 0 0,0-2 0 0 0,0-2-1 0 0,46-13 1 0 0,-45 9 25 0 0,0-2 0 0 0,-1 0 0 0 0,0-2 0 0 0,33-21 0 0 0,-45 23-121 0 0,0-1 0 0 0,-1 0 0 0 0,0-1 0 0 0,-1-1 0 0 0,-1 0 0 0 0,0-2 0 0 0,16-22 0 0 0,-26 30-32 0 0,0 0 0 0 0,-1 0 0 0 0,0 0 0 0 0,0 0 0 0 0,-1-1 0 0 0,0 0 0 0 0,-1 1 0 0 0,0-1 0 0 0,-1 0 0 0 0,0 0 0 0 0,0 0 0 0 0,-1 0 0 0 0,0 0 0 0 0,-1 0 0 0 0,-3-14 0 0 0,2 11 2 0 0,-1-1 1 0 0,-1 1-1 0 0,0 1 0 0 0,-1-1 1 0 0,0 0-1 0 0,-1 1 1 0 0,0 0-1 0 0,-1 1 0 0 0,-1-1 1 0 0,-16-19-1 0 0,15 22-45 0 0,-1 1-1 0 0,0 0 0 0 0,0 0 1 0 0,-1 1-1 0 0,0 0 1 0 0,0 1-1 0 0,-1 1 1 0 0,1-1-1 0 0,-1 2 1 0 0,0 0-1 0 0,-1 0 0 0 0,-19-3 1 0 0,-15 1 33 0 0,1 1 1 0 0,-51 2-1 0 0,63 3-39 0 0,9-1-412 0 0,0 2 1 0 0,0 1-1 0 0,0 0 0 0 0,1 2 0 0 0,-1 1 1 0 0,1 1-1 0 0,0 1 0 0 0,0 1 0 0 0,1 1 0 0 0,-39 21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28.3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1739 44 0 0,'0'0'4525'0'0,"5"-5"-4230"0"0,26-27-15 0 0,0 2 0 0 0,2 1 0 0 0,2 1 0 0 0,0 2 0 0 0,2 1 0 0 0,0 2 0 0 0,64-27 0 0 0,384-143 0 0 0,-163 57-233 0 0,17 26-20 0 0,-93 36 63 0 0,-204 59-72 0 0,225-85 286 0 0,-17 13-185 0 0,11-6 10 0 0,-113 42-23 0 0,0 1-22 0 0,-26 0 83 0 0,90-40 285 0 0,52-54 125 0 0,-187 94-269 0 0,130-114 0 0 0,-159 120 14 0 0,-47 43-235 0 0,0 1-66 0 0,0 0 1 0 0,0-1 0 0 0,0 1-1 0 0,0 0 1 0 0,-1-1-1 0 0,1 1 1 0 0,0-1-1 0 0,0 1 1 0 0,0 0-1 0 0,-1-1 1 0 0,1 0-1 0 0,0 1 1 0 0,-1-1-1 0 0,1 1 1 0 0,0-1 0 0 0,-1 0-1 0 0,1 1 1 0 0,-1-1-1 0 0,1 0 1 0 0,-1 0-1 0 0,0 0 1 0 0,1 1-1 0 0,-1-1 1 0 0,0 0-1 0 0,1 0 1 0 0,-1 0-1 0 0,0 0 1 0 0,0 0-1 0 0,0 1 1 0 0,0-1 0 0 0,0 0-1 0 0,0-2 1 0 0,0 2-12 0 0,-1 0 1 0 0,1 0 0 0 0,-1 0 0 0 0,0 0-1 0 0,0 0 1 0 0,1 1 0 0 0,-1-1 0 0 0,0 0-1 0 0,0 0 1 0 0,0 0 0 0 0,0 1 0 0 0,0-1-1 0 0,0 1 1 0 0,0-1 0 0 0,0 1 0 0 0,-2-2-1 0 0,-1 1-27 0 0,-95 18-155 0 0,60-5 159 0 0,-107 41-35 0 0,127-44 5 0 0,44-14-25 0 0,-11 2 77 0 0,26-4-45 0 0,51 0 0 0 0,-23 3 27 0 0,16 0-20 0 0,-80 3 38 0 0,38 0 130 0 0,-40 1-147 0 0,-1 1 1 0 0,1 0-1 0 0,0 0 1 0 0,0 1-1 0 0,-1-1 1 0 0,1 0-1 0 0,-1 0 1 0 0,1 1-1 0 0,-1-1 1 0 0,1 1-1 0 0,-1-1 1 0 0,0 1-1 0 0,0 0 1 0 0,0-1-1 0 0,0 1 1 0 0,0 0-1 0 0,0 0 1 0 0,0 0-1 0 0,-1 0 1 0 0,1 0-1 0 0,-1 0 1 0 0,1 0-1 0 0,-1 3 1 0 0,5 16-8 0 0,0 0 1 0 0,1 37 0 0 0,-3-35 5 0 0,-2-13 19 0 0,0 0 0 0 0,0 0-1 0 0,-1 0 1 0 0,-1-1-1 0 0,1 1 1 0 0,-1 0-1 0 0,-1-1 1 0 0,0 1 0 0 0,0 0-1 0 0,-1-1 1 0 0,0 0-1 0 0,-1 0 1 0 0,0 0 0 0 0,0 0-1 0 0,-9 11 1 0 0,11-17-12 0 0,0-1 0 0 0,-1 0 1 0 0,1 0-1 0 0,-1 0 1 0 0,0 0-1 0 0,1-1 0 0 0,-1 1 1 0 0,0-1-1 0 0,-5 2 0 0 0,7-2-246 0 0,-1 0-1 0 0,1-1 1 0 0,-1 1-1 0 0,1-1 0 0 0,-1 0 1 0 0,1 0-1 0 0,-1 1 1 0 0,1-1-1 0 0,-1 0 1 0 0,0 0-1 0 0,1 0 0 0 0,-1-1 1 0 0,1 1-1 0 0,-1 0 1 0 0,1 0-1 0 0,-1-1 0 0 0,1 1 1 0 0,-1-1-1 0 0,1 0 1 0 0,0 1-1 0 0,-1-1 0 0 0,1 0 1 0 0,-2-1-1 0 0,-13-14-2590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29.3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90 136 0 0,'3'-4'217'0'0,"0"0"-1"0"0,0 0 1 0 0,0 0-1 0 0,0 0 1 0 0,0 1-1 0 0,1-1 1 0 0,-1 1-1 0 0,1 0 1 0 0,0 0-1 0 0,0 0 1 0 0,0 1-1 0 0,1-1 1 0 0,8-3 0 0 0,64-18 1011 0 0,-60 19-842 0 0,-1 2-166 0 0,0 1 0 0 0,30-2 0 0 0,-17 3-29 0 0,-26 0-109 0 0,2 2-16 0 0,-2-2-59 0 0,0 1-1 0 0,1 0 0 0 0,-1 0 1 0 0,0 1-1 0 0,0-1 0 0 0,0 1 1 0 0,0 0-1 0 0,0 0 0 0 0,0 0 1 0 0,0 0-1 0 0,0 0 0 0 0,0 0 1 0 0,0 1-1 0 0,0 0 0 0 0,0-1 1 0 0,-1 1-1 0 0,1 0 1 0 0,-1 0-1 0 0,0 1 0 0 0,1-1 1 0 0,-1 0-1 0 0,0 1 0 0 0,0-1 1 0 0,-1 1-1 0 0,1 0 0 0 0,0 0 1 0 0,-1-1-1 0 0,0 1 0 0 0,1 0 1 0 0,-1 0-1 0 0,0 0 0 0 0,-1 1 1 0 0,1-1-1 0 0,-1 0 0 0 0,1 0 1 0 0,-1 0-1 0 0,0 6 1 0 0,0-2 1 0 0,-1-1 0 0 0,0 0 0 0 0,0 1 0 0 0,0-1 0 0 0,-1 0 0 0 0,0 0 0 0 0,0 0 1 0 0,-1 0-1 0 0,0 0 0 0 0,1-1 0 0 0,-2 1 0 0 0,1-1 0 0 0,-1 0 0 0 0,0 0 1 0 0,0 0-1 0 0,0 0 0 0 0,-1-1 0 0 0,-5 5 0 0 0,-12 7 28 0 0,1 0-1 0 0,-2-2 1 0 0,-27 13-1 0 0,-5 4 57 0 0,15-5 19 0 0,38-24-22 0 0,10-3-44 0 0,298-44 381 0 0,-111 12-79 0 0,-185 28-1430 0 0,-18-2 691 0 0,-28-6-2011 0 0,34 12 2094 0 0,-14-5-1517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0.1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291 92 116 0 0,'-15'5'220'0'0,"-1"1"0"0"0,1 0 0 0 0,0 2 0 0 0,1-1-1 0 0,0 2 1 0 0,0 0 0 0 0,1 0 0 0 0,0 2 0 0 0,-14 13 0 0 0,8-4-78 0 0,1 1 0 0 0,0 1 0 0 0,2 0 0 0 0,-22 40 1 0 0,34-55-113 0 0,1 0 1 0 0,0 0 0 0 0,0 1 0 0 0,0-1 0 0 0,1 1 0 0 0,0-1-1 0 0,0 1 1 0 0,1 0 0 0 0,0 0 0 0 0,0 0 0 0 0,1 0 0 0 0,0-1-1 0 0,0 1 1 0 0,2 9 0 0 0,-1-11 27 0 0,1 0 0 0 0,0-1 1 0 0,0 1-1 0 0,0-1 0 0 0,1 1 0 0 0,0-1 0 0 0,0 0 1 0 0,0 0-1 0 0,1 0 0 0 0,-1 0 0 0 0,1-1 0 0 0,0 0 0 0 0,0 1 1 0 0,1-1-1 0 0,0-1 0 0 0,-1 1 0 0 0,1-1 0 0 0,0 0 1 0 0,8 4-1 0 0,6 3 211 0 0,2-1-1 0 0,-1-1 1 0 0,1-1 0 0 0,1-1 0 0 0,-1 0 0 0 0,1-2-1 0 0,0 0 1 0 0,0-2 0 0 0,31 0 0 0 0,-35-3-100 0 0,-1 0-1 0 0,1-2 1 0 0,-1 0 0 0 0,1-1-1 0 0,-1 0 1 0 0,0-2 0 0 0,-1 0-1 0 0,1-1 1 0 0,-1 0 0 0 0,0-1-1 0 0,28-21 1 0 0,-9 3 5 0 0,-1-1 0 0 0,34-35 0 0 0,-58 52-97 0 0,-1 0 0 0 0,0-1 0 0 0,-1 0 0 0 0,0 0 0 0 0,0-1 1 0 0,-2 0-1 0 0,1 0 0 0 0,-1-1 0 0 0,-1 0 0 0 0,7-24 0 0 0,-12 31-43 0 0,1 0 0 0 0,-1 0 1 0 0,0 0-1 0 0,-1 1 0 0 0,0-1 0 0 0,1 0 0 0 0,-2 0 0 0 0,1 0 0 0 0,-1 0 0 0 0,0 1 0 0 0,0-1 0 0 0,0 1 0 0 0,-1-1 0 0 0,0 1 0 0 0,0 0 1 0 0,-1 0-1 0 0,1 0 0 0 0,-1 1 0 0 0,-7-8 0 0 0,-1 0 5 0 0,-1 0 1 0 0,-1 1 0 0 0,1 0-1 0 0,-1 1 1 0 0,-25-12 0 0 0,6 8-31 0 0,0 2 0 0 0,-1 2-1 0 0,-1 0 1 0 0,0 3 0 0 0,0 1 0 0 0,0 1 0 0 0,-47 1 0 0 0,-5 6-933 0 0,46 4-5175 0 0,27-3 3453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2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1614 144 0 0,'4'-3'505'0'0,"49"-26"1878"0"0,108-41 0 0 0,-78 35-1533 0 0,-17 3 75 0 0,115-77 1 0 0,9-5-307 0 0,-135 86-539 0 0,27-12 154 0 0,-2-5 1 0 0,114-82-1 0 0,-97 59-24 0 0,16-14-36 0 0,-33 19-71 0 0,44-39 95 0 0,-68 49-160 0 0,65-67 45 0 0,-69 65-23 0 0,-33 37-26 0 0,-2 0 0 0 0,0-2 0 0 0,-1 1 0 0 0,16-28 0 0 0,26-37 185 0 0,-11 8-49 0 0,-11 20-147 0 0,-32 50-25 0 0,-1-1-1 0 0,1 1 0 0 0,1 1 0 0 0,-1-1 0 0 0,9-8 0 0 0,16-19 10 0 0,-18 14 184 0 0,-11 18-191 0 0,0 1 0 0 0,0 0 0 0 0,0 0 0 0 0,0 0 1 0 0,0 0-1 0 0,0 0 0 0 0,0-1 0 0 0,0 1 1 0 0,0 0-1 0 0,0 0 0 0 0,0 0 0 0 0,0 0 0 0 0,0 0 1 0 0,0-1-1 0 0,0 1 0 0 0,-1 0 0 0 0,1 0 0 0 0,0 0 1 0 0,0 0-1 0 0,0 0 0 0 0,0-1 0 0 0,0 1 0 0 0,0 0 1 0 0,0 0-1 0 0,0 0 0 0 0,-1 0 0 0 0,1 0 0 0 0,0 0 1 0 0,0 0-1 0 0,0 0 0 0 0,0 0 0 0 0,0 0 0 0 0,-1 0 1 0 0,1-1-1 0 0,0 1 0 0 0,0 0 0 0 0,0 0 1 0 0,0 0-1 0 0,0 0 0 0 0,-1 0 0 0 0,1 0 0 0 0,0 0 1 0 0,0 0-1 0 0,0 0 0 0 0,0 0 0 0 0,-1 1 0 0 0,1-1 1 0 0,0 0-1 0 0,0 0 0 0 0,0 0 0 0 0,0 0 0 0 0,0 0 1 0 0,-1 0-1 0 0,1 0 0 0 0,-40 20-98 0 0,29-13 123 0 0,-33 18-67 0 0,1 2 1 0 0,-72 59-1 0 0,107-79 60 0 0,-1 0 0 0 0,0 0 0 0 0,0-1 0 0 0,0 0 0 0 0,-12 5 0 0 0,19-10 398 0 0,6-6-416 0 0,5-6-10 0 0,1 0 0 0 0,0 1 0 0 0,1 0 0 0 0,0 1 0 0 0,0 0-1 0 0,1 1 1 0 0,21-12 0 0 0,102-42-66 0 0,-103 49 64 0 0,-24 10 7 0 0,39-13-23 0 0,-6 5 21 0 0,-38 10-6 0 0,0 0-1 0 0,-1 0 1 0 0,1 1 0 0 0,0-1-1 0 0,0 1 1 0 0,0-1 0 0 0,-1 1-1 0 0,1 0 1 0 0,0 0-1 0 0,0 1 1 0 0,0-1 0 0 0,0 0-1 0 0,-1 1 1 0 0,4 1 0 0 0,-3-1 4 0 0,-1 1 1 0 0,0 0-1 0 0,0 0 0 0 0,1 0 1 0 0,-1 0-1 0 0,-1 1 1 0 0,1-1-1 0 0,0 1 1 0 0,0-1-1 0 0,-1 1 0 0 0,0-1 1 0 0,1 1-1 0 0,-1 0 1 0 0,0-1-1 0 0,0 1 0 0 0,0 0 1 0 0,0 6-1 0 0,14 44-45 0 0,-7-29 51 0 0,-1 0 1 0 0,-2 0-1 0 0,0 0 0 0 0,-2 1 0 0 0,1 26 0 0 0,-5-46 2 0 0,0-1 10 0 0,0 1 0 0 0,0-1 1 0 0,0 0-1 0 0,-1 1 0 0 0,0-1 1 0 0,0 0-1 0 0,0 0 0 0 0,-3 4 1 0 0,3-6-8 0 0,0-1 1 0 0,0 0 0 0 0,-1 0 0 0 0,1 1 0 0 0,0-1 0 0 0,0 0 0 0 0,-1-1 0 0 0,1 1 0 0 0,-1 0-1 0 0,1-1 1 0 0,-5 1 0 0 0,4 0-4 0 0,-64 5-1616 0 0,23-13-3042 0 0,29 2 2022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3.2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141 30 20 0 0,'0'0'2579'0'0,"3"-2"-2391"0"0,6-3-10 0 0,0 1 0 0 0,1 0 0 0 0,-1 1 0 0 0,1 0 1 0 0,-1 0-1 0 0,1 1 0 0 0,0 0 0 0 0,0 1 0 0 0,0 0 0 0 0,19 1 0 0 0,4 2-72 0 0,60 10-1 0 0,-87-11-93 0 0,-2 0-8 0 0,-1 0-1 0 0,1-1 1 0 0,-1 1 0 0 0,1 0-1 0 0,-1 1 1 0 0,0-1 0 0 0,0 1-1 0 0,1-1 1 0 0,-1 1 0 0 0,0 0-1 0 0,-1 0 1 0 0,1 0 0 0 0,0 1-1 0 0,0-1 1 0 0,3 5 0 0 0,-1-1-16 0 0,-3-4 11 0 0,-2 0 3 0 0,0 1 0 0 0,0-1 1 0 0,0 1-1 0 0,0 0 0 0 0,0-1 0 0 0,-1 1 0 0 0,1 0 0 0 0,-1-1 0 0 0,1 1 0 0 0,-1-1 1 0 0,0 1-1 0 0,0-1 0 0 0,0 1 0 0 0,-1-1 0 0 0,0 2 0 0 0,-14 7 53 0 0,-1-2 0 0 0,0 0 0 0 0,0 0 0 0 0,0-2 0 0 0,-1 0 0 0 0,0-1 0 0 0,-1-1 0 0 0,-36 5 1 0 0,-29 6 439 0 0,82-16-264 0 0,-2 1-142 0 0,-5 0-99 0 0,11 1 356 0 0,13 0-324 0 0,265 37 81 0 0,-264-35-134 0 0,0 0 0 0 0,29 13 0 0 0,-45-16 27 0 0,0-1-1 0 0,1 1 1 0 0,-1 0 0 0 0,1 0-1 0 0,-1 0 1 0 0,0 0 0 0 0,0-1-1 0 0,1 1 1 0 0,-1 0 0 0 0,0 0-1 0 0,0 0 1 0 0,0 0 0 0 0,0 0-1 0 0,0 0 1 0 0,0 0 0 0 0,0-1-1 0 0,0 1 1 0 0,-1 0 0 0 0,1 0-1 0 0,0 0 1 0 0,0 0 0 0 0,-1 0-1 0 0,1-1 1 0 0,-1 1 0 0 0,1 0-1 0 0,0 0 1 0 0,-1-1 0 0 0,0 1-1 0 0,1 0 1 0 0,-1 0 0 0 0,1-1-1 0 0,-1 1 1 0 0,0-1 0 0 0,1 1-1 0 0,-1-1 1 0 0,0 1 0 0 0,-1 0-1 0 0,-15 8 21 0 0,-1 0 1 0 0,0-2-1 0 0,0 0 0 0 0,-1-1 0 0 0,-26 5 1 0 0,-103 12 299 0 0,147-23-312 0 0,-41 2 387 0 0,-83-5 0 0 0,107 1-169 0 0,-36-10 628 0 0,64-6-2013 0 0,15-2-2625 0 0,-7 8 1604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4.2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85 84 0 0,'0'0'334'0'0,"-3"-2"-26"0"0,-17-5 265 0 0,0 1 0 0 0,1 1 1 0 0,-2 0-1 0 0,1 2 0 0 0,-25-2 0 0 0,18 7-448 0 0,1 1 1 0 0,0 0-1 0 0,0 2 0 0 0,0 2 0 0 0,0 0 1 0 0,1 1-1 0 0,-44 21 0 0 0,55-21-100 0 0,-1-1 1 0 0,1 2-1 0 0,1-1 0 0 0,0 2 1 0 0,-23 20-1 0 0,31-24-13 0 0,-1 0 0 0 0,1 0 0 0 0,0 1 0 0 0,1-1-1 0 0,0 1 1 0 0,0 0 0 0 0,0 0 0 0 0,1 1 0 0 0,0-1 0 0 0,0 1-1 0 0,1 0 1 0 0,-2 8 0 0 0,2 3-5 0 0,1-1-1 0 0,1 1 1 0 0,0-1-1 0 0,2 1 1 0 0,0-1-1 0 0,1 0 1 0 0,1 0 0 0 0,0 0-1 0 0,2 0 1 0 0,12 29-1 0 0,-13-39 33 0 0,0 0 0 0 0,0 0-1 0 0,1 0 1 0 0,0-1 0 0 0,0 0-1 0 0,0 0 1 0 0,1 0 0 0 0,0-1-1 0 0,0 0 1 0 0,1 0 0 0 0,0-1-1 0 0,0 0 1 0 0,0-1 0 0 0,1 1 0 0 0,-1-2-1 0 0,1 1 1 0 0,0-1 0 0 0,0 0-1 0 0,0-1 1 0 0,1 0 0 0 0,12 1-1 0 0,11 0 295 0 0,0-1 1 0 0,0-2-1 0 0,0-1 0 0 0,59-9 0 0 0,-78 7-160 0 0,1-1-1 0 0,-1 0 1 0 0,1-1 0 0 0,-2 0-1 0 0,1-1 1 0 0,0-1-1 0 0,-1 0 1 0 0,-1-1 0 0 0,1-1-1 0 0,-1 1 1 0 0,0-2 0 0 0,-1 0-1 0 0,0 0 1 0 0,12-16-1 0 0,-10 10-58 0 0,-1-1 0 0 0,0 1 0 0 0,-2-2 0 0 0,0 0 0 0 0,0 0 0 0 0,-2 0 0 0 0,0-1 0 0 0,-2-1 0 0 0,9-39-1 0 0,-13 52-73 0 0,-1 0 1 0 0,-1 0-1 0 0,0 0 0 0 0,0-1 0 0 0,0 1 0 0 0,-1 0 0 0 0,0 0 0 0 0,0 0 0 0 0,-1 0 0 0 0,1 0 0 0 0,-2 0 0 0 0,1 0 0 0 0,-1 0 0 0 0,-7-11 1 0 0,4 8-18 0 0,-1 1 1 0 0,0 0-1 0 0,-1 0 1 0 0,0 1-1 0 0,0 0 1 0 0,-1 1-1 0 0,0 0 1 0 0,-17-11-1 0 0,3 6-26 0 0,0 0 0 0 0,-1 1-1 0 0,0 1 1 0 0,-1 2 0 0 0,0 0 0 0 0,-1 2-1 0 0,-37-5 1 0 0,32 7-437 0 0,0 2 1 0 0,-37 1-1 0 0,65 1-194 0 0,-6 2-848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5.8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1354 268 0 0,'3'-4'411'0'0,"1"-1"-251"0"0,0 1 1 0 0,1 0 0 0 0,0 0-1 0 0,-1 0 1 0 0,1 1-1 0 0,0 0 1 0 0,1 0 0 0 0,-1 0-1 0 0,8-2 1 0 0,64-23 914 0 0,-39 15-623 0 0,0-3-77 0 0,0-2 0 0 0,-1-1 0 0 0,0-2 0 0 0,-2-2 0 0 0,-1-1 0 0 0,-1-2 0 0 0,-1-1 0 0 0,52-56 0 0 0,58-97 1032 0 0,-102 128-1009 0 0,72-81 181 0 0,-70 86-325 0 0,-2-1 1 0 0,61-98-1 0 0,57-148 109 0 0,-116 208-126 0 0,-42 85-74 0 0,-2-12 97 0 0,2 13-269 0 0,0 0 0 0 0,0-1 0 0 0,0 1 0 0 0,0 0 1 0 0,0 0-1 0 0,0-1 0 0 0,0 1 0 0 0,0 0 0 0 0,0 0 0 0 0,-1-1 0 0 0,1 1 0 0 0,0 0 0 0 0,0 0 0 0 0,0-1 0 0 0,0 1 0 0 0,0 0 1 0 0,0 0-1 0 0,-1-1 0 0 0,1 1 0 0 0,0 0 0 0 0,0 0 0 0 0,0 0 0 0 0,-1-1 0 0 0,1 1 0 0 0,0 0 0 0 0,0 0 0 0 0,0 0 0 0 0,-1 0 1 0 0,1 0-1 0 0,0 0 0 0 0,0-1 0 0 0,-1 1 0 0 0,1 0 0 0 0,0 0 0 0 0,0 0 0 0 0,-1 0 0 0 0,1 0 0 0 0,0 0 0 0 0,0 0 0 0 0,-1 0 1 0 0,1 0-1 0 0,0 0 0 0 0,-1 0 0 0 0,1 0 0 0 0,0 0 0 0 0,0 0 0 0 0,-1 1 0 0 0,1-1 0 0 0,0 0 0 0 0,-1 0 0 0 0,-167 155-268 0 0,69-61 248 0 0,98-93 28 0 0,0 0 7 0 0,-4 4 1 0 0,3-4-3 0 0,11-5-37 0 0,27-16 22 0 0,-2-1 0 0 0,0-2 1 0 0,-2-2-1 0 0,33-30 0 0 0,70-52-41 0 0,-134 106 39 0 0,3-2-23 0 0,-4 3 25 0 0,0-1 1 0 0,0 1 0 0 0,0 0 0 0 0,0 0 0 0 0,0-1-1 0 0,1 1 1 0 0,-1 0 0 0 0,0-1 0 0 0,0 1 0 0 0,0 0 0 0 0,1 0-1 0 0,-1 0 1 0 0,0-1 0 0 0,0 1 0 0 0,1 0 0 0 0,-1 0-1 0 0,0 0 1 0 0,0 0 0 0 0,1-1 0 0 0,-1 1 0 0 0,0 0-1 0 0,0 0 1 0 0,1 0 0 0 0,-1 0 0 0 0,0 0 0 0 0,1 0-1 0 0,-1 0 1 0 0,0 0 0 0 0,1 0 0 0 0,-1 0 0 0 0,0 0 0 0 0,1 0-1 0 0,-1 0 1 0 0,0 0 0 0 0,0 0 0 0 0,1 0 0 0 0,-1 0-1 0 0,0 0 1 0 0,1 1 0 0 0,-1-1 0 0 0,0 0 0 0 0,7 10-10 0 0,-2-1 1 0 0,1 1 0 0 0,-1 0 0 0 0,-1 1 0 0 0,0-1 0 0 0,0 1 0 0 0,4 21 0 0 0,-5-15 15 0 0,2-1 0 0 0,0 0 0 0 0,10 20 0 0 0,-12-33-48 0 0,-1 1-1 0 0,-1-1 1 0 0,1 1 0 0 0,0 0-1 0 0,-1-1 1 0 0,0 1 0 0 0,0 0-1 0 0,0 0 1 0 0,0 5 0 0 0,-6-5-1091 0 0,3-4 858 0 0,1 1-1 0 0,0 0 1 0 0,-1-1-1 0 0,1 1 1 0 0,-1-1-1 0 0,0 0 1 0 0,1 1-1 0 0,-1-1 0 0 0,1 0 1 0 0,-1 0-1 0 0,1 0 1 0 0,-1 0-1 0 0,-2-1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6.7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1 428 0 0,'0'0'4037'0'0,"-6"4"-3883"0"0,3-2-122 0 0,0 0-1 0 0,0 0 1 0 0,0 0 0 0 0,1 1-1 0 0,-1 0 1 0 0,0-1 0 0 0,1 1-1 0 0,0 0 1 0 0,0 0 0 0 0,-1 0-1 0 0,2 0 1 0 0,-1 0 0 0 0,0 1-1 0 0,1-1 1 0 0,-1 1 0 0 0,1-1-1 0 0,0 1 1 0 0,0-1 0 0 0,1 1-1 0 0,-1 0 1 0 0,1-1 0 0 0,0 1-1 0 0,0 0 1 0 0,0-1 0 0 0,0 1-1 0 0,0 0 1 0 0,1-1 0 0 0,0 1 0 0 0,0 0-1 0 0,0-1 1 0 0,3 7 0 0 0,0-3-5 0 0,0 1 1 0 0,1-1 0 0 0,0-1 0 0 0,1 1 0 0 0,0-1 0 0 0,0 0 0 0 0,0 0 0 0 0,1-1 0 0 0,-1 0-1 0 0,1 0 1 0 0,1 0 0 0 0,8 4 0 0 0,1-1 24 0 0,1-1-1 0 0,-1 0 1 0 0,1-2 0 0 0,26 6-1 0 0,-40-11-40 0 0,0 0-1 0 0,0 0 1 0 0,1-1-1 0 0,-1 1 1 0 0,0-1-1 0 0,0 0 0 0 0,1 0 1 0 0,-1 0-1 0 0,0-1 1 0 0,0 1-1 0 0,0-1 1 0 0,-1 0-1 0 0,1 0 1 0 0,0-1-1 0 0,-1 1 1 0 0,1-1-1 0 0,-1 1 1 0 0,0-1-1 0 0,0 0 1 0 0,0 0-1 0 0,0-1 0 0 0,4-6 1 0 0,-2-1 75 0 0,-2 1-1 0 0,1-1 1 0 0,-2 0 0 0 0,1 0 0 0 0,-1 0-1 0 0,-1 0 1 0 0,0-1 0 0 0,-1 1-1 0 0,0 0 1 0 0,-1-1 0 0 0,0 1 0 0 0,0 0-1 0 0,-4-12 1 0 0,4 21 73 0 0,-3-8 146 0 0,4 10-300 0 0,0 1 0 0 0,0-1 0 0 0,-1 0 0 0 0,1 0 0 0 0,0 0 0 0 0,0 0 0 0 0,0 0 0 0 0,0 0 0 0 0,0 0 0 0 0,0 1 0 0 0,0-1 0 0 0,0 0 0 0 0,-1 0 0 0 0,1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 0 0 0,0 0 0 0 0,0 0 0 0 0,0 0 0 0 0,0 0 0 0 0,0 0 0 0 0,0 0 0 0 0,0 0 0 0 0,0-1 0 0 0,-1 1 0 0 0,1 0 0 0 0,0 0 0 0 0,0 0 0 0 0,0 0 0 0 0,0 0 0 0 0,0-1 0 0 0,0 1 0 0 0,0 0 0 0 0,0 0 0 0 0,0 0 0 0 0,0 0 0 0 0,0 0 0 0 0,0-1 0 0 0,-10 55 56 0 0,-6 81 1 0 0,11-77-10 0 0,-18 86 1 0 0,15-112 99 0 0,-16 41 0 0 0,21-65-421 0 0,-1 1 0 0 0,0-1 0 0 0,0-1 0 0 0,-1 1 0 0 0,1 0 0 0 0,-2-1 0 0 0,1 0 0 0 0,-1-1 0 0 0,-13 12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8.9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1386 284 0 0,'0'0'1190'0'0,"38"-37"2038"0"0,9-41-1614 0 0,-5-3 0 0 0,53-140 0 0 0,-26 23-464 0 0,15-37-347 0 0,-63 191-686 0 0,42-61 0 0 0,-12 20 217 0 0,-34 50 130 0 0,19-54-1 0 0,-31 76-403 0 0,-5 11-40 0 0,15-57 73 0 0,-14 57-88 0 0,-1 0 1 0 0,1-9-7 0 0,2-17 20 0 0,3-18-97 0 0,-7 44 67 0 0,1 2-57 0 0,0 0 55 0 0,0 0 0 0 0,-1 0 0 0 0,1 0 0 0 0,0 0 0 0 0,0 0 0 0 0,-1 0 0 0 0,1 0 0 0 0,0 0 0 0 0,0 0 0 0 0,0 0 0 0 0,-1 0 0 0 0,1 0 0 0 0,0 0 0 0 0,0 0 0 0 0,-1 0 0 0 0,1 0 0 0 0,0 0 0 0 0,0 0 0 0 0,0 0 0 0 0,-1 0 0 0 0,1 0 0 0 0,0 0 0 0 0,0 0 0 0 0,0-1 0 0 0,-1 1 0 0 0,1 0 0 0 0,0 0 0 0 0,0 0 0 0 0,0 0 0 0 0,0 0 0 0 0,-1-1 0 0 0,1 1 0 0 0,0 0 0 0 0,0 0 0 0 0,0 0 0 0 0,0-1 0 0 0,0 1 0 0 0,0 0 0 0 0,0 0 0 0 0,0 0 0 0 0,-1-1 0 0 0,1 1 0 0 0,0 0 0 0 0,0 0 0 0 0,0-1 0 0 0,0 1 0 0 0,0 0 0 0 0,0 0 0 0 0,0 0 0 0 0,0-1 0 0 0,0 1 0 0 0,1 0 0 0 0,-1 0 0 0 0,0-1 0 0 0,0 1 0 0 0,0 0 0 0 0,0 0 0 0 0,0 0 0 0 0,0-1 0 0 0,0 1 0 0 0,0 0 0 0 0,1 0 0 0 0,-1-1 0 0 0,-45 34-96 0 0,-62 57-1 0 0,33-25 26 0 0,22-23-115 0 0,50-41 184 0 0,-8 7-29 0 0,4-4 68 0 0,7-6 82 0 0,21-24-152 0 0,0 2 0 0 0,2 0 0 0 0,1 2-1 0 0,1 0 1 0 0,1 2 0 0 0,0 1-1 0 0,1 2 1 0 0,57-27 0 0 0,-27 18-143 0 0,-55 25 162 0 0,24 12-331 0 0,-9 22 278 0 0,19 45-1 0 0,14 25 30 0 0,-11-25 64 0 0,-40-76-60 0 0,-61-23-8591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39.7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 8 0 0,'23'16'795'0'0,"0"5"-297"0"0,2-2 0 0 0,44 28-1 0 0,24 19 143 0 0,-82-57-492 0 0,0 2-1 0 0,0-1 0 0 0,14 19 1 0 0,-25-27-94 0 0,1-2-36 0 0,-1 1-1 0 0,0-1 1 0 0,0 1 0 0 0,0-1-1 0 0,0 1 1 0 0,0 0-1 0 0,0-1 1 0 0,0 1-1 0 0,0-1 1 0 0,0 1-1 0 0,0-1 1 0 0,0 1 0 0 0,0 0-1 0 0,0-1 1 0 0,-1 1-1 0 0,1-1 1 0 0,0 1-1 0 0,0-1 1 0 0,-1 1-1 0 0,1-1 1 0 0,0 1 0 0 0,0-1-1 0 0,-1 1 1 0 0,-10 2 89 0 0,1 0 0 0 0,-1-1 1 0 0,0-1-1 0 0,0 0 0 0 0,0 0 1 0 0,1-1-1 0 0,-1 0 1 0 0,0-1-1 0 0,0 0 0 0 0,-19-5 1 0 0,-38-2 491 0 0,-3-1 340 0 0,68 8-738 0 0,-16-2 415 0 0,8-1-233 0 0,11 1-654 0 0,79-25-3885 0 0,-59 23 2190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40.2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60 12 0 0,'0'0'4417'0'0,"7"-2"-4184"0"0,30-6 156 0 0,0 1 0 0 0,73-3 0 0 0,87 9-57 0 0,-110 2-109 0 0,-22-6 294 0 0,-62 5-287 0 0,-12-3-202 0 0,-34-10-15 0 0,29 10-9 0 0,2 4-69 0 0,-34-10-3889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9T11:21:41.2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771 7 212 0 0,'0'0'255'0'0,"-5"-1"-25"0"0,-26-2 136 0 0,-1 1 0 0 0,0 2-1 0 0,0 1 1 0 0,-53 9-1 0 0,-130 36-101 0 0,145-28-99 0 0,61-17-148 0 0,0 1-1 0 0,0 1 1 0 0,1-1 0 0 0,-1 2 0 0 0,1-1 0 0 0,-1 1 0 0 0,1 0 0 0 0,0 1 0 0 0,1 0 0 0 0,-1 0 0 0 0,1 1 0 0 0,0-1 0 0 0,0 2 0 0 0,1-1 0 0 0,0 1-1 0 0,0 0 1 0 0,-5 8 0 0 0,3 0-2 0 0,0 0 1 0 0,2 0-1 0 0,-1 1 0 0 0,2 0 0 0 0,-4 16 0 0 0,-5 15 8 0 0,-20 27 98 0 0,-1 2-92 0 0,35-74-30 0 0,18 52 424 0 0,-8-41-321 0 0,0 0 1 0 0,0-1-1 0 0,1 0 0 0 0,1 0 1 0 0,0-1-1 0 0,0-1 1 0 0,1 0-1 0 0,1 0 1 0 0,0-2-1 0 0,0 0 1 0 0,21 9-1 0 0,-10-6 153 0 0,1-1-1 0 0,0-2 1 0 0,0 0 0 0 0,1-2 0 0 0,0-1-1 0 0,30 2 1 0 0,-30-6-38 0 0,0-2-1 0 0,0 0 1 0 0,-1-2 0 0 0,1-1 0 0 0,39-11-1 0 0,127-52 506 0 0,-188 65-713 0 0,12-5 102 0 0,1 0-1 0 0,-2-1 1 0 0,1-2-1 0 0,-1 1 1 0 0,-1-2-1 0 0,1 0 1 0 0,19-19-1 0 0,-29 23-28 0 0,1 0 0 0 0,-1 0 0 0 0,0-1 0 0 0,0 1 0 0 0,-1-1-1 0 0,0-1 1 0 0,-1 1 0 0 0,0-1 0 0 0,0 0 0 0 0,-1 0 0 0 0,0 0 0 0 0,0 0 0 0 0,-1 0-1 0 0,0-1 1 0 0,-1 1 0 0 0,0-14 0 0 0,-1 14-41 0 0,0 0-1 0 0,-1-1 1 0 0,0 1 0 0 0,-1 0-1 0 0,0 0 1 0 0,0 0 0 0 0,-1 0-1 0 0,0 0 1 0 0,-1 0-1 0 0,0 1 1 0 0,0 0 0 0 0,-9-13-1 0 0,3 8-6 0 0,0 2 0 0 0,-1-1 0 0 0,0 2 0 0 0,-1-1 0 0 0,0 1 0 0 0,-25-14 0 0 0,15 12-1 0 0,-1 0 0 0 0,0 2 0 0 0,-37-12 0 0 0,8 4-64 0 0,27 13-242 0 0,-11 4-5023 0 0,29 1 3865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19:20.0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1 628 0 0,'0'0'-216'0'0,"-24"19"72"0"0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19:25.2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207 161 5685 0 0,'-47'-33'1524'0'0,"29"21"-990"0"0,1 0-1 0 0,0-2 1 0 0,1 0 0 0 0,0 0 0 0 0,-14-19 0 0 0,26 30-412 0 0,1 0 1 0 0,-1 0-1 0 0,1 0 0 0 0,-1 0 1 0 0,0 1-1 0 0,0-1 1 0 0,0 1-1 0 0,-7-2 1 0 0,9 3-75 0 0,0 0 186 0 0,2 4-229 0 0,1 1-1 0 0,0-1 0 0 0,0 1 0 0 0,1-1 0 0 0,-1 0 0 0 0,1 0 0 0 0,-1 0 1 0 0,1 1-1 0 0,0-2 0 0 0,0 1 0 0 0,0 0 0 0 0,1 0 0 0 0,3 3 1 0 0,41 38-3 0 0,-34-33 2 0 0,521 407 76 0 0,31-45 5 0 0,-530-350-83 0 0,761 468 190 0 0,-777-479-160 0 0,39 20 553 0 0,-56-31-105 0 0,0-5-566 0 0,-1-3-240 0 0,0 0 0 0 0,0 0 0 0 0,0 0 0 0 0,-1 0 0 0 0,0 0 0 0 0,0 0 0 0 0,-1 1 0 0 0,0-1 0 0 0,-3-11 0 0 0,-20-70-4730 0 0,20 75 4418 0 0,-12-32-1783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19:25.7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2489 80 6413 0 0,'0'-3'35'0'0,"1"1"0"0"0,0-1 1 0 0,-1 0-1 0 0,0 1 1 0 0,1-1-1 0 0,-1 0 1 0 0,0 1-1 0 0,-1-1 1 0 0,1 0-1 0 0,0 0 1 0 0,-1 1-1 0 0,0-1 0 0 0,1 1 1 0 0,-1-1-1 0 0,0 0 1 0 0,0 1-1 0 0,0 0 1 0 0,-1-1-1 0 0,1 1 1 0 0,-1 0-1 0 0,1-1 1 0 0,-1 1-1 0 0,-2-2 0 0 0,0 1 14 0 0,1 1 0 0 0,-1 0-1 0 0,0 1 1 0 0,1-1-1 0 0,-1 1 1 0 0,0-1-1 0 0,0 1 1 0 0,0 0-1 0 0,0 1 1 0 0,0-1-1 0 0,0 1 1 0 0,0 0-1 0 0,0 0 1 0 0,0 0 0 0 0,-6 1-1 0 0,-3 0-17 0 0,0 2 0 0 0,0 0 0 0 0,1 0 0 0 0,-1 1 0 0 0,1 0 0 0 0,0 1 0 0 0,-14 8 0 0 0,-76 51 62 0 0,81-49-69 0 0,-287 227 184 0 0,20 26 8 0 0,173-158-116 0 0,-473 418 338 0 0,-147 142 597 0 0,617-549-189 0 0,103-110-959 0 0,18-23-2068 0 0,20-24-1867 0 0,-2 3 998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0:10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1639 34 2792 0 0,'0'0'1285'0'0,"6"-3"-1236"0"0,20-5 74 0 0,0 2 0 0 0,0 0 1 0 0,1 2-1 0 0,-1 0 1 0 0,1 2-1 0 0,0 1 0 0 0,43 4 1 0 0,-1 4 209 0 0,126 29 1 0 0,-21 15-76 0 0,-151-41-220 0 0,0 0-1 0 0,0 1 1 0 0,-1 2 0 0 0,0 0 0 0 0,21 17 0 0 0,-37-23-22 0 0,0-1 0 0 0,0 1 0 0 0,-1 0 0 0 0,1 1-1 0 0,-2-1 1 0 0,1 1 0 0 0,-1 0 0 0 0,0 0 0 0 0,-1 0 0 0 0,0 1 0 0 0,0-1 0 0 0,-1 1 0 0 0,0 0 0 0 0,0-1 0 0 0,-1 1 0 0 0,0 0 0 0 0,-1 0 0 0 0,-1 18 0 0 0,-1 5 32 0 0,-2 1-1 0 0,-1-1 1 0 0,-16 58-1 0 0,-3-13 11 0 0,-3 0 1 0 0,-4-3-1 0 0,-2 0 0 0 0,-4-2 1 0 0,-3-2-1 0 0,-77 103 1 0 0,84-133 2 0 0,-2-2 1 0 0,-2-2-1 0 0,-1-1 0 0 0,-2-2 1 0 0,-45 30-1 0 0,1-10 99 0 0,-147 69 0 0 0,12-22 42 0 0,-144 71-51 0 0,273-123-126 0 0,-161 114-1 0 0,163-93 4 0 0,-113 115-1 0 0,152-132-4 0 0,2 2 0 0 0,3 2-1 0 0,-52 85 1 0 0,53-71 32 0 0,-51 65 0 0 0,48-78 1456 0 0,45-80-6437 0 0,2 9 1684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0:11.3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77 7093 0 0,'6'-7'70'0'0,"-1"0"0"0"0,0-1 0 0 0,0 0 0 0 0,-1 0 0 0 0,1 0 0 0 0,-2-1 0 0 0,4-11 0 0 0,-6 19 62 0 0,-4 27 595 0 0,-62 392-98 0 0,64-411-589 0 0,0-1 0 0 0,1 0 0 0 0,0 0 1 0 0,0 0-1 0 0,0 1 0 0 0,1-1 0 0 0,0 0 0 0 0,2 9 0 0 0,-2-13-20 0 0,1 0 0 0 0,-1-1 0 0 0,0 1 0 0 0,0 0 0 0 0,1 0 0 0 0,-1 0 0 0 0,1-1-1 0 0,-1 1 1 0 0,1-1 0 0 0,0 1 0 0 0,0-1 0 0 0,-1 0 0 0 0,1 0 0 0 0,0 0-1 0 0,0 0 1 0 0,0 0 0 0 0,0 0 0 0 0,1 0 0 0 0,-1-1 0 0 0,0 1 0 0 0,0-1 0 0 0,0 1-1 0 0,1-1 1 0 0,-1 0 0 0 0,0 0 0 0 0,3 0 0 0 0,37-1 100 0 0,1-3 1 0 0,-1-1-1 0 0,0-1 0 0 0,67-21 1 0 0,-50 13-52 0 0,515-111 632 0 0,-540 118-634 0 0,-31 6-171 0 0,0-26-9414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19:20.0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1 628 0 0,'0'0'-216'0'0,"-24"19"72"0"0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2:02.1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111 82 3844 0 0,'-25'-25'1398'0'0,"-23"-20"2533"0"0,47 44-3458 0 0,-3-1 109 0 0,0 0 0 0 0,1 1 0 0 0,-1 0 1 0 0,0 0-1 0 0,0 0 0 0 0,0 0 1 0 0,-6 0-1 0 0,10 3-581 0 0,1 1 0 0 0,-1 0 0 0 0,1-1 0 0 0,-1 1 0 0 0,1 0 0 0 0,0-1 0 0 0,0 1 0 0 0,0-1 0 0 0,0 0 0 0 0,0 1 0 0 0,1-1 0 0 0,-1 0 0 0 0,1 1 0 0 0,-1-1 0 0 0,1 0 0 0 0,0 0 0 0 0,0-1 0 0 0,0 1 0 0 0,0 0 0 0 0,0-1 0 0 0,0 1 0 0 0,3 1 0 0 0,62 43 62 0 0,-59-40-58 0 0,420 234 72 0 0,115-4-58 0 0,18-37 74 0 0,-414-149-69 0 0,192 62 17 0 0,-301-96-29 0 0,13 6 774 0 0,-49-21-677 0 0,-3-11-1987 0 0,-1 0 626 0 0,-1 0 1 0 0,0 0-1 0 0,0 0 0 0 0,-8-14 1 0 0,2 2-1351 0 0,3 0-360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2:02.7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2253 186 6845 0 0,'-3'-11'123'0'0,"0"1"0"0"0,0 0 0 0 0,-1 1 0 0 0,0-1 0 0 0,0 1 0 0 0,-1-1 1 0 0,-1 1-1 0 0,0 1 0 0 0,0-1 0 0 0,0 1 0 0 0,-1 0 0 0 0,0 1 0 0 0,-1-1 0 0 0,0 1 1 0 0,0 1-1 0 0,0 0 0 0 0,-1 0 0 0 0,0 0 0 0 0,0 1 0 0 0,0 0 0 0 0,-1 1 1 0 0,0 0-1 0 0,1 1 0 0 0,-20-4 0 0 0,21 6-81 0 0,0 1 1 0 0,0 0-1 0 0,0 1 0 0 0,1 0 1 0 0,-1 0-1 0 0,0 0 0 0 0,0 1 1 0 0,-9 4-1 0 0,-59 25 108 0 0,65-26-119 0 0,-58 29 59 0 0,2 4 1 0 0,1 2 0 0 0,2 4-1 0 0,2 2 1 0 0,2 3-1 0 0,-54 57 1 0 0,-300 360 251 0 0,255-275-190 0 0,15-29 414 0 0,-323 278 1 0 0,413-393-336 0 0,-58 44 2547 0 0,69-58-2174 0 0,45-59-3983 0 0,1 19 2514 0 0,1-1 0 0 0,0 1 0 0 0,0-1 0 0 0,0 1 0 0 0,9-10 0 0 0,2-5-1331 0 0,7-14-1542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2:06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1307 27 7425 0 0,'0'0'870'0'0,"31"-9"-749"0"0,15 2-95 0 0,0 1 0 0 0,1 3 0 0 0,0 2 0 0 0,0 1 0 0 0,0 3 0 0 0,-1 2 0 0 0,1 2 0 0 0,-1 2 0 0 0,-1 1 0 0 0,76 30 0 0 0,-111-36-18 0 0,-1 0-1 0 0,0 1 0 0 0,0 0 1 0 0,0 0-1 0 0,0 1 1 0 0,-1 0-1 0 0,0 1 0 0 0,0 0 1 0 0,-1 0-1 0 0,0 0 1 0 0,0 1-1 0 0,-1 0 0 0 0,0 1 1 0 0,0-1-1 0 0,-1 1 0 0 0,0 0 1 0 0,0 1-1 0 0,-1-1 1 0 0,-1 1-1 0 0,1 0 0 0 0,-1 0 1 0 0,-1 0-1 0 0,0 0 1 0 0,-1 0-1 0 0,0 0 0 0 0,0 1 1 0 0,-1-1-1 0 0,0 0 1 0 0,-1 1-1 0 0,-3 15 0 0 0,-6 33 72 0 0,-2-1-1 0 0,-2-1 1 0 0,-3-1-1 0 0,-2 0 0 0 0,-3-1 1 0 0,-56 100-1 0 0,54-115 11 0 0,-2-2 1 0 0,-2 0-1 0 0,-1-2 1 0 0,-2-1-1 0 0,-1-2 0 0 0,-2-1 1 0 0,-1-1-1 0 0,-1-2 0 0 0,-55 33 1 0 0,39-33 28 0 0,-1-3 0 0 0,-1-2 1 0 0,-108 32-1 0 0,-180 23 95 0 0,90-24-146 0 0,222-46-62 0 0,-1 1 0 0 0,2 2 0 0 0,-1 1 0 0 0,-50 31 0 0 0,30-12 7 0 0,-75 65 1 0 0,100-74-4 0 0,2 2 1 0 0,0 0-1 0 0,1 2 1 0 0,2 0-1 0 0,1 2 0 0 0,1 0 1 0 0,1 1-1 0 0,-22 58 1 0 0,3 17 157 0 0,35-97 1 0 0,5-12-443 0 0,15-24-1318 0 0,21-45-3774 0 0,-28 45 2861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2:07.4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0 328 5841 0 0,'2'-39'387'0'0,"2"-1"0"0"0,1 1 0 0 0,3 1 1 0 0,0-1-1 0 0,25-64 0 0 0,-20 76 433 0 0,-13 27-807 0 0,1 0 0 0 0,-1-1 0 0 0,0 1 0 0 0,0 0 0 0 0,0 0 0 0 0,1 0 0 0 0,-1-1 0 0 0,0 1 0 0 0,0 0 0 0 0,1 0 0 0 0,-1 0 0 0 0,0 0 1 0 0,0 0-1 0 0,0 0 0 0 0,1 0 0 0 0,-1 0 0 0 0,0-1 0 0 0,1 1 0 0 0,-1 0 0 0 0,0 0 0 0 0,0 0 0 0 0,1 0 0 0 0,-1 0 0 0 0,0 0 0 0 0,0 1 0 0 0,1-1 0 0 0,-1 0 0 0 0,0 0 1 0 0,0 0-1 0 0,1 0 0 0 0,-1 0 0 0 0,0 0 0 0 0,0 0 0 0 0,1 0 0 0 0,-1 1 0 0 0,0-1 0 0 0,0 0 0 0 0,0 0 0 0 0,1 0 0 0 0,-1 0 0 0 0,0 1 0 0 0,0-1 0 0 0,0 0 1 0 0,0 0-1 0 0,1 1 0 0 0,1 4 29 0 0,0 0 1 0 0,0 1-1 0 0,0-1 0 0 0,-1 1 1 0 0,0-1-1 0 0,0 1 1 0 0,0 7-1 0 0,10 73 105 0 0,3 0 0 0 0,4-1-1 0 0,31 88 1 0 0,-47-169-147 0 0,4 17 48 0 0,2 0 0 0 0,0-1-1 0 0,2 0 1 0 0,20 33 0 0 0,-27-48-21 0 0,0-1 0 0 0,1 0-1 0 0,-1 1 1 0 0,1-1 0 0 0,0 0-1 0 0,1-1 1 0 0,-1 1 0 0 0,0-1-1 0 0,1 0 1 0 0,0 0 0 0 0,0 0 0 0 0,0-1-1 0 0,0 1 1 0 0,0-1 0 0 0,0-1-1 0 0,1 1 1 0 0,-1-1 0 0 0,1 0-1 0 0,-1 0 1 0 0,1 0 0 0 0,-1-1 0 0 0,1 0-1 0 0,-1 0 1 0 0,1 0 0 0 0,5-2-1 0 0,33-8 52 0 0,0-3 1 0 0,-1-2-1 0 0,-1-1 0 0 0,-1-3 0 0 0,49-28 0 0 0,15-6 19 0 0,423-171 312 0 0,-527 223-1032 0 0,13-4 1798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2:55.5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84 2456 0 0,'-74'-17'5165'0'0,"79"15"-5128"0"0,36-10 34 0 0,0 3 0 0 0,73-9 0 0 0,96 4-5 0 0,-84 7-29 0 0,-70 3-33 0 0,1 3 0 0 0,110 12 0 0 0,-137-6-2 0 0,0 1-1 0 0,-1 1 1 0 0,1 2-1 0 0,-1 1 1 0 0,-1 1 0 0 0,0 1-1 0 0,29 18 1 0 0,-42-21 4 0 0,0 0-1 0 0,-2 2 1 0 0,1-1 0 0 0,-1 1 0 0 0,-1 1 0 0 0,23 26 0 0 0,-28-28 16 0 0,-1 1 1 0 0,0-1-1 0 0,0 1 0 0 0,-1 0 0 0 0,0 0 1 0 0,-1 1-1 0 0,0-1 0 0 0,-1 1 1 0 0,0 0-1 0 0,2 20 0 0 0,-4-17 49 0 0,0 0 0 0 0,-1 0 0 0 0,0 0 0 0 0,-1 0 0 0 0,-1 0 0 0 0,0 0 0 0 0,-1 0 0 0 0,-1 0-1 0 0,0 0 1 0 0,-1-1 0 0 0,0 0 0 0 0,-1 0 0 0 0,-1 0 0 0 0,0-1 0 0 0,-1 0 0 0 0,-1-1-1 0 0,0 1 1 0 0,0-2 0 0 0,-1 1 0 0 0,-1-1 0 0 0,-16 13 0 0 0,-64 54 357 0 0,-144 93 1 0 0,-11-27-68 0 0,157-95-137 0 0,25-20 481 0 0,62-28-599 0 0,1 0-61 0 0,0 0 0 0 0,0 0 0 0 0,0 0 0 0 0,0 0 1 0 0,-1 0-1 0 0,1 0 0 0 0,0 0 0 0 0,0 0 0 0 0,-1-1 0 0 0,1 1 1 0 0,0 0-1 0 0,-1-1 0 0 0,1 1 0 0 0,-1-1 0 0 0,-1 1 0 0 0,29-45-8157 0 0,-8 26 5260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9:22:56.3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331 119 6481 0 0,'-5'-47'-244'0'0,"5"39"669"0"0,-1-1-1 0 0,0 0 0 0 0,0 1 1 0 0,-1-1-1 0 0,-4-13 0 0 0,6 21-99 0 0,0 0-311 0 0,0 1-1 0 0,0 0 1 0 0,0 0 0 0 0,0 0-1 0 0,0-1 1 0 0,0 1 0 0 0,0 0-1 0 0,0 0 1 0 0,0-1 0 0 0,-1 1-1 0 0,1 0 1 0 0,0 0 0 0 0,0 0-1 0 0,0-1 1 0 0,0 1 0 0 0,0 0-1 0 0,0 0 1 0 0,-1 0 0 0 0,1 0-1 0 0,0-1 1 0 0,0 1 0 0 0,0 0-1 0 0,0 0 1 0 0,-1 0 0 0 0,1 0-1 0 0,0 0 1 0 0,0-1 0 0 0,-1 1-1 0 0,1 0 1 0 0,0 0 0 0 0,0 0-1 0 0,0 0 1 0 0,-1 0 0 0 0,1 0-1 0 0,0 0 1 0 0,0 0 0 0 0,-1 0-1 0 0,1 0 1 0 0,0 0 0 0 0,0 0-1 0 0,-1 0 1 0 0,1 0 0 0 0,0 0-1 0 0,0 0 1 0 0,0 0 0 0 0,-1 1-1 0 0,1-1 1 0 0,0 0 0 0 0,0 0-1 0 0,-1 0 1 0 0,-12 15 31 0 0,1-1-1 0 0,1 2 1 0 0,0 0 0 0 0,1 0-1 0 0,0 1 1 0 0,-9 24 0 0 0,-26 44 99 0 0,10-31 25 0 0,-66 99 858 0 0,65-93-335 0 0,35-58-631 0 0,1-2-53 0 0,0 0 0 0 0,0 1-1 0 0,-1-1 1 0 0,1 0 0 0 0,0 1 0 0 0,0-1-1 0 0,0 0 1 0 0,0 1 0 0 0,-1-1 0 0 0,1 0-1 0 0,0 1 1 0 0,0-1 0 0 0,0 1 0 0 0,0-1-1 0 0,0 0 1 0 0,0 1 0 0 0,0-1-1 0 0,0 0 1 0 0,0 1 0 0 0,0-1 0 0 0,0 1-1 0 0,1-1 1 0 0,-1 0 0 0 0,0 1 0 0 0,0-1-1 0 0,0 0 1 0 0,0 1 0 0 0,0-1 0 0 0,1 0-1 0 0,-1 1 1 0 0,8 2 11 0 0,-1-1-1 0 0,1 0 1 0 0,-1 0-1 0 0,1-1 1 0 0,0 0 0 0 0,-1 0-1 0 0,1-1 1 0 0,0 0-1 0 0,0-1 1 0 0,-1 1-1 0 0,1-2 1 0 0,13-2 0 0 0,7 0-1 0 0,460-75 178 0 0,-53 7 96 0 0,-416 70-236 0 0,-2 0 109 0 0,0 0 1 0 0,-1-1-1 0 0,0-1 0 0 0,18-6 1 0 0,-32 9-115 0 0,-2 1-92 0 0,1 0 1 0 0,-1 0 0 0 0,1 0-1 0 0,-1 0 1 0 0,0 0 0 0 0,1 0 0 0 0,-1 0-1 0 0,0 0 1 0 0,1 0 0 0 0,-1 0 0 0 0,0 0-1 0 0,1 0 1 0 0,-1 0 0 0 0,0 0-1 0 0,1 0 1 0 0,-1-1 0 0 0,0 1 0 0 0,1 0-1 0 0,-1 0 1 0 0,0 0 0 0 0,1 0-1 0 0,-1-1 1 0 0,0 1 0 0 0,0 0 0 0 0,1 0-1 0 0,-1-1 1 0 0,0 1 0 0 0,0 0-1 0 0,1-1 1 0 0,-1 1 0 0 0,0 0 0 0 0,0 0-1 0 0,0-1 1 0 0,0 1 0 0 0,1 0-1 0 0,-1-1 1 0 0,0 1 0 0 0,0-1 0 0 0,0 1-1 0 0,0 0 1 0 0,0-1 0 0 0,0 1-1 0 0,0 0 1 0 0,0-1 0 0 0,0 1 0 0 0,0 0-1 0 0,0-1 1 0 0,0 1 0 0 0,0 0-1 0 0,0-1 1 0 0,-1 1 0 0 0,1 0 0 0 0,0-1-1 0 0,-7-24-5355 0 0,5 19 3811 0 0,1-6-1535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1.1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 6501 0 0,'0'0'-92'0'0,"9"-29"2316"0"0,-9 29-2174 0 0,1 0 0 0 0,-1 0 0 0 0,0 0-1 0 0,1-1 1 0 0,-1 1 0 0 0,0 0 0 0 0,0 0 0 0 0,1 0 0 0 0,-1 0 0 0 0,0 0 0 0 0,0 0 0 0 0,1 0 0 0 0,-1 0-1 0 0,0 0 1 0 0,0 0 0 0 0,1 1 0 0 0,-1-1 0 0 0,0 0 0 0 0,1 0 0 0 0,-1 0 0 0 0,0 0 0 0 0,0 0 0 0 0,0 0 0 0 0,1 0-1 0 0,-1 1 1 0 0,0-1 0 0 0,0 0 0 0 0,1 0 0 0 0,-1 0 0 0 0,0 1 0 0 0,0-1 0 0 0,0 0 0 0 0,0 0 0 0 0,1 0 0 0 0,-1 1-1 0 0,0-1 1 0 0,0 0 0 0 0,0 0 0 0 0,0 1 0 0 0,0-1 0 0 0,0 0 0 0 0,0 1 0 0 0,0-1 0 0 0,0 0 0 0 0,0 1 0 0 0,14 25 317 0 0,6 33-551 0 0,35 133 230 0 0,-47-155-36 0 0,17 103 17 0 0,-25-129-18 0 0,3 29 14 0 0,-3-38-2 0 0,0 8 207 0 0,0-9-261 0 0,0-1 0 0 0,0 0 0 0 0,0 0 0 0 0,0 0 0 0 0,0 0-1 0 0,0 0 1 0 0,0 1 0 0 0,0-1 0 0 0,0 0 0 0 0,0 0 0 0 0,0 0 0 0 0,0 0 0 0 0,0 1 0 0 0,0-1 0 0 0,0 0 0 0 0,0 0 0 0 0,0 0 0 0 0,0 0 0 0 0,0 1 0 0 0,0-1 0 0 0,0 0 0 0 0,0 0 0 0 0,0 0 0 0 0,0 0-1 0 0,0 1 1 0 0,0-1 0 0 0,0 0 0 0 0,0 0 0 0 0,0 0 0 0 0,0 0 0 0 0,1 0 0 0 0,-1 0 0 0 0,0 1 0 0 0,0-1 0 0 0,0 0 0 0 0,0 0 0 0 0,0 0 0 0 0,0 0 0 0 0,1 0 0 0 0,-1 0 0 0 0,0 0 0 0 0,0 0 0 0 0,0 0-1 0 0,0 0 1 0 0,0 1 0 0 0,1-1 0 0 0,-1 0 0 0 0,0 0 0 0 0,0 0 0 0 0,0 0 0 0 0,0 0 0 0 0,1 0 0 0 0,-1 0 0 0 0,0 0 0 0 0,0 0 0 0 0,0 0 0 0 0,0-1 0 0 0,1 1 0 0 0,-1 0 0 0 0,0 0 0 0 0,24-26-4422 0 0,-15 16 1306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1.8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0 6673 0 0,'0'0'-260'0'0,"-14"4"206"0"0,7-1 694 0 0,12-3-51 0 0,655 6-47 0 0,-498 4 511 0 0,-159-10-844 0 0,-1-1-568 0 0,-1 1 14 0 0,0 0 1 0 0,1-1-1 0 0,-1 1 0 0 0,1 0 1 0 0,-1-1-1 0 0,0 0 0 0 0,1 1 1 0 0,-1-1-1 0 0,0 0 0 0 0,0 0 1 0 0,1 1-1 0 0,-1-1 0 0 0,2-2 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3.0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65 5913 0 0,'-9'-32'903'0'0,"-7"0"2382"0"0,5 70-3277 0 0,35 255 16 0 0,-9-174-7 0 0,-7-43-962 0 0,7-96-3118 0 0,-6 8 777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3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6713 0 0,'0'0'-372'0'0,"42"-9"1322"0"0,273 5-715 0 0,-163 7-180 0 0,158 5 1259 0 0,-306-8-1169 0 0,-3 0-308 0 0,0 0-1 0 0,0 0 1 0 0,0 0 0 0 0,0 0-1 0 0,1-1 1 0 0,-1 1-1 0 0,0 0 1 0 0,0 0 0 0 0,0-1-1 0 0,0 1 1 0 0,0-1 0 0 0,0 1-1 0 0,0-1 1 0 0,0 1-1 0 0,0-1 1 0 0,0 0 0 0 0,0 1-1 0 0,1-2 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6:58.1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449 128 884 0 0,'-3'0'6286'0'0,"-18"-2"-6285"0"0,15 2 269 0 0,-5-2-152 0 0,3 1-86 0 0,-1 0-1 0 0,1 0 1 0 0,0 1-1 0 0,-1 0 0 0 0,1 0 1 0 0,0 1-1 0 0,-1 0 1 0 0,1 0-1 0 0,0 1 1 0 0,-13 5-1 0 0,17-6-27 0 0,-11 8-4 0 0,1 0 0 0 0,0 1 0 0 0,1 0-1 0 0,0 1 1 0 0,1 1 0 0 0,-20 23 0 0 0,-25 25-1 0 0,55-57 3 0 0,-45 104 4 0 0,39-92-4 0 0,-2 3 9 0 0,0 1-1 0 0,1 0 1 0 0,2 0-1 0 0,-11 35 0 0 0,17-50-4 0 0,-4 18 1 0 0,1 0 0 0 0,0 0 0 0 0,1 0-1 0 0,2 0 1 0 0,0 1 0 0 0,2-1 0 0 0,4 31-1 0 0,-1 26 16 0 0,-5-62-6 0 0,2 0 1 0 0,0 0-1 0 0,1 0 0 0 0,4 17 1 0 0,-4-29-4 0 0,0 1 0 0 0,1 0 0 0 0,0-1 0 0 0,0 1 1 0 0,0-1-1 0 0,1 0 0 0 0,0 0 0 0 0,0 0 0 0 0,0-1 1 0 0,0 1-1 0 0,1-1 0 0 0,0 0 0 0 0,0-1 0 0 0,0 1 0 0 0,0-1 1 0 0,0 0-1 0 0,1 0 0 0 0,0 0 0 0 0,-1-1 0 0 0,1 0 0 0 0,0 0 1 0 0,0 0-1 0 0,11 1 0 0 0,0 0 37 0 0,-1-1-1 0 0,1-1 1 0 0,0 0-1 0 0,0-1 1 0 0,0-1-1 0 0,0-1 1 0 0,22-4-1 0 0,-31 3-6 0 0,-1 0-1 0 0,1-1 0 0 0,-1 1 0 0 0,0-2 0 0 0,0 1 0 0 0,0-1 0 0 0,-1 0 0 0 0,1 0 0 0 0,-1-1 0 0 0,-1 0 1 0 0,10-11-1 0 0,10-10 75 0 0,-16 17-50 0 0,-1 0 0 0 0,-1-1 0 0 0,0 0 0 0 0,-1 0 0 0 0,0-1 1 0 0,0 0-1 0 0,-1 0 0 0 0,-1-1 0 0 0,5-17 0 0 0,-5 17 0 0 0,2-11 39 0 0,-2-1 0 0 0,0 0 0 0 0,1-46 0 0 0,0-1-75 0 0,14-48 16 0 0,-11 65 167 0 0,1-24 297 0 0,-9-18 78 0 0,-2 89-530 0 0,0 0-1 0 0,-1 0 0 0 0,0 0 0 0 0,-1 0 0 0 0,0 1 0 0 0,-7-12 0 0 0,7 12-4 0 0,-5-10 23 0 0,0 1-1 0 0,-1 0 1 0 0,-1 1 0 0 0,0 1 0 0 0,-20-21-1 0 0,30 34-70 0 0,-3-3 29 0 0,-9-6-879 0 0,29-7-6235 0 0,1 11 3874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7:01.3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1129 114 6673 0 0,'0'0'-322'0'0,"-27"-20"-12"0"0,2 11 441 0 0,0 1 1 0 0,-1 1 0 0 0,0 2-1 0 0,-1 0 1 0 0,-35-1 0 0 0,22 2-37 0 0,-5 1 58 0 0,0 1 1 0 0,-74 8-1 0 0,88-4 0 0 0,-11 1-23 0 0,0 2 0 0 0,0 1 0 0 0,0 3 0 0 0,-76 25 0 0 0,79-23-78 0 0,34-10-22 0 0,-25 3 3 0 0,27-4-5 0 0,0 1 0 0 0,-1-1 0 0 0,1 1 0 0 0,-1 0 0 0 0,1 0 0 0 0,0 0 0 0 0,0 1 0 0 0,-6 2 0 0 0,-13 6-1 0 0,13-8-3 0 0,0 1 0 0 0,0 0 0 0 0,0 0 0 0 0,0 1 0 0 0,-10 6 0 0 0,5-1 5 0 0,-2 1-6 0 0,0 0 0 0 0,-24 22 0 0 0,37-29 1 0 0,0 0 0 0 0,0 0-1 0 0,0 1 1 0 0,0-1 0 0 0,1 1-1 0 0,-1 0 1 0 0,1-1 0 0 0,0 1 0 0 0,0 0-1 0 0,0 0 1 0 0,1 1 0 0 0,-1-1-1 0 0,1 0 1 0 0,0 0 0 0 0,0 1-1 0 0,0 7 1 0 0,-10 39-12 0 0,6-32 22 0 0,1 0 0 0 0,1 1-1 0 0,0-1 1 0 0,2 0 0 0 0,0 1 0 0 0,1 0 0 0 0,1-1-1 0 0,1 1 1 0 0,4 21 0 0 0,3 30 47 0 0,-7-44-35 0 0,1 1-1 0 0,13 47 0 0 0,0-35 51 0 0,1 0 0 0 0,33 53 0 0 0,-41-75-60 0 0,-4-13 0 0 0,0 1 0 0 0,-1-1 0 0 0,2 1-1 0 0,-1-2 1 0 0,0 1 0 0 0,1 0-1 0 0,0-1 1 0 0,0 0 0 0 0,0-1-1 0 0,1 1 1 0 0,-1-1 0 0 0,1 0-1 0 0,0-1 1 0 0,10 3 0 0 0,16 8 30 0 0,-16-7-27 0 0,0-1 0 0 0,0-1-1 0 0,0 0 1 0 0,25 1 0 0 0,-1 1 11 0 0,6 0 20 0 0,77 1 1 0 0,-49-4 22 0 0,-13-4-23 0 0,-5 2-37 0 0,120-5 40 0 0,-113 0-18 0 0,90-4 13 0 0,-105 5-49 0 0,35-1 33 0 0,-54 1 13 0 0,0-1-1 0 0,0-1 0 0 0,0-1 0 0 0,-1-2 0 0 0,47-20 0 0 0,5 1-16 0 0,-67 23 39 0 0,0-1 1 0 0,0 0 0 0 0,-1-1 0 0 0,0-1 0 0 0,0 0 0 0 0,-1-1 0 0 0,1 0 0 0 0,-2 0-1 0 0,1-2 1 0 0,10-10 0 0 0,-16 13 7 0 0,1 0 1 0 0,-1 0-1 0 0,-1 0 0 0 0,0-1 0 0 0,0 1 0 0 0,0-1 1 0 0,-1-1-1 0 0,0 1 0 0 0,0-1 0 0 0,-1 1 0 0 0,-1-1 1 0 0,1 0-1 0 0,-1 0 0 0 0,-1 0 0 0 0,1-1 0 0 0,-2 1 1 0 0,1 0-1 0 0,-1 0 0 0 0,-1-1 0 0 0,0 1 0 0 0,0 0 0 0 0,-1 0 1 0 0,0 0-1 0 0,0 0 0 0 0,-1 0 0 0 0,-7-14 0 0 0,-45-99 37 0 0,45 99-92 0 0,4 10-12 0 0,0 0-1 0 0,0 0 1 0 0,-1 1-1 0 0,-1-1 1 0 0,-14-16-1 0 0,-20-33-26 0 0,39 59 23 0 0,-115-117-15 0 0,103 104 2 0 0,-35-24-25 0 0,-18-13 18 0 0,-39-24-29 0 0,98 71 36 0 0,-2 2 1 0 0,1-1-1 0 0,0 1 0 0 0,-1 1 1 0 0,0 0-1 0 0,1 0 0 0 0,-1 1 1 0 0,-1 1-1 0 0,1 0 0 0 0,0 0 0 0 0,0 1 1 0 0,-13 2-1 0 0,8-2 6 0 0,-16 0 0 0 0,-19 1-28 0 0,-87 10 49 0 0,128-9-8 0 0,-47 1 1 0 0,54-3-9 0 0,-32-3-4303 0 0,43-10 1782 0 0,5 2-457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32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1 534 5925 0 0,'0'0'1818'0'0,"3"-22"-1521"0"0,4 5-235 0 0,0 0 1 0 0,1 0-1 0 0,0 1 1 0 0,2 0-1 0 0,21-29 0 0 0,70-67-54 0 0,-95 105-10 0 0,31-29-10 0 0,2 2 0 0 0,1 2 1 0 0,58-36-1 0 0,-67 52-4 0 0,0 1 1 0 0,1 1 0 0 0,0 1-1 0 0,1 2 1 0 0,43-8 0 0 0,-67 17 0 0 0,0 0 0 0 0,0 1 0 0 0,0 0 1 0 0,0 1-1 0 0,0 0 0 0 0,0 0 0 0 0,0 1 1 0 0,0 0-1 0 0,0 0 0 0 0,-1 1 0 0 0,1 0 1 0 0,0 1-1 0 0,14 6 0 0 0,-14-4 1 0 0,0 1 0 0 0,0 0 0 0 0,0 1 0 0 0,-1 0 0 0 0,14 13-1 0 0,11 11 14 0 0,36 25-52 0 0,-53-39 45 0 0,-1 0 1 0 0,-1 1 0 0 0,-1 0-1 0 0,0 1 1 0 0,12 26 0 0 0,-3-11-5 0 0,-12-20 13 0 0,0 0 1 0 0,-1 2-1 0 0,-1-1 0 0 0,0 1 0 0 0,8 24 0 0 0,-15-36-1 0 0,0 1 0 0 0,1-1 0 0 0,0 0-1 0 0,-1 0 1 0 0,1 0 0 0 0,1 0 0 0 0,2 5 0 0 0,3 3 0 0 0,-1 0 1 0 0,-1 1-1 0 0,0 0 0 0 0,4 13 1 0 0,6 16 1969 0 0,-62-51-1755 0 0,0-3 1 0 0,0-2-1 0 0,-69-31 0 0 0,59 21-135 0 0,54 23-75 0 0,-6-3 34 0 0,30 20-607 0 0,-6-7 559 0 0,1 0 0 0 0,-1-1 0 0 0,22 7 1 0 0,66 29 27 0 0,-40-18 124 0 0,-62-25-56 0 0,-1-1-77 0 0,0 0-1 0 0,0 0 1 0 0,0 0 0 0 0,0 0 0 0 0,0-1 0 0 0,0 1 0 0 0,0 0 0 0 0,0 0 0 0 0,0-1 0 0 0,0 1 0 0 0,0-1 0 0 0,-1 1 0 0 0,1-1 0 0 0,0 1 0 0 0,0-1 0 0 0,0 1 0 0 0,-1-1-1 0 0,1 0 1 0 0,0 1 0 0 0,-1-1 0 0 0,1 0 0 0 0,-1 0 0 0 0,1 0 0 0 0,-1 1 0 0 0,1-1 0 0 0,-1 0 0 0 0,1 0 0 0 0,-1 0 0 0 0,1-1 0 0 0,6-21 2 0 0,0 1 1 0 0,2 0 0 0 0,1 1 0 0 0,1-1-1 0 0,0 2 1 0 0,20-27 0 0 0,-9 8-2 0 0,-21 37-19 0 0,12-23 44 0 0,-12 17-6279 0 0,-15-1 3428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36.5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1155 5989 0 0,'0'0'-442'0'0,"14"-34"42"0"0,-12 17 587 0 0,1 1 0 0 0,0-1 0 0 0,2 1 1 0 0,-1 0-1 0 0,2 0 0 0 0,0 0 0 0 0,16-26 0 0 0,10-30 324 0 0,39-80 363 0 0,-56 122-805 0 0,1 2 1 0 0,1 0-1 0 0,22-28 0 0 0,5-7-12 0 0,-17 21-49 0 0,2 1 0 0 0,2 1 0 0 0,2 1-1 0 0,2 2 1 0 0,1 1 0 0 0,1 2 0 0 0,2 2 0 0 0,48-31 0 0 0,-38 33-22 0 0,2 2 1 0 0,1 2-1 0 0,79-27 0 0 0,-115 47 7 0 0,0 2 0 0 0,-1 0-1 0 0,1 1 1 0 0,30-3-1 0 0,4 1-1 0 0,67-2-47 0 0,-95 7 47 0 0,0 1-1 0 0,0 1 1 0 0,0 1 0 0 0,0 0 0 0 0,0 2-1 0 0,36 13 1 0 0,-14-5 6 0 0,-19-7 11 0 0,-3 0-21 0 0,0 0 0 0 0,0 2 0 0 0,36 17 0 0 0,-31-11 2 0 0,-1 0 1 0 0,0 2-1 0 0,41 33 1 0 0,-44-25-10 0 0,-1 2 0 0 0,18 28 0 0 0,-39-53 20 0 0,18 25 5 0 0,0 1-1 0 0,23 48 1 0 0,-28-42-21 0 0,17 68 0 0 0,-31-100 15 0 0,15 136 40 0 0,39 86-19 0 0,-45-180-23 0 0,-5-22 5 0 0,1-1-1 0 0,1 0 1 0 0,0 0-1 0 0,11 22 0 0 0,-16-39 6 0 0,2 7-9 0 0,26 60 11 0 0,-29-68-17 0 0,10 18-7 0 0,-5-16 12 0 0,-3-4 7 0 0,1 19-4 0 0,-1-12 4 0 0,0-2 191 0 0,8 15-461 0 0,-10-15 2997 0 0,-212-162-1833 0 0,145 102-764 0 0,48 38-535 0 0,16 15 283 0 0,5 4 45 0 0,29 28 41 0 0,6 5-17 0 0,0-3 61 0 0,1-2-1 0 0,2-1 1 0 0,64 35 0 0 0,-81-50 65 0 0,-21-13-29 0 0,-2 0-12 0 0,1-1 1 0 0,-1 0 0 0 0,1 1-1 0 0,-1-1 1 0 0,1 0 0 0 0,-1 0-1 0 0,1 1 1 0 0,-1-1 0 0 0,1 0-1 0 0,-1 0 1 0 0,1 1 0 0 0,-1-1-1 0 0,1 0 1 0 0,0 0 0 0 0,-1 0-1 0 0,1 0 1 0 0,-1 0 0 0 0,1 0-1 0 0,-1 0 1 0 0,1 0 0 0 0,0 0-1 0 0,-1 0 1 0 0,1-1 0 0 0,0 1-1 0 0,2-3 4 0 0,0 1-1 0 0,0-1 0 0 0,0 0 1 0 0,0 0-1 0 0,0-1 1 0 0,-1 1-1 0 0,0 0 0 0 0,1-1 1 0 0,-1 0-1 0 0,0 1 0 0 0,1-5 1 0 0,18-56 164 0 0,2-2-98 0 0,-10 41-203 0 0,-1-1 0 0 0,10-33 0 0 0,-22 58 18 0 0,8-39-4057 0 0,1 20 47 0 0,1 8 1547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0.2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1629 5721 0 0,'0'0'596'0'0,"3"-5"-488"0"0,43-91 474 0 0,41-118 0 0 0,65-137-185 0 0,-75 185-50 0 0,-50 111-321 0 0,2 1 1 0 0,3 1-1 0 0,2 1 0 0 0,2 2 1 0 0,3 2-1 0 0,1 2 1 0 0,3 1-1 0 0,1 2 0 0 0,71-52 1 0 0,-66 57-39 0 0,3 3 0 0 0,0 2 0 0 0,110-51 0 0 0,-112 67-19 0 0,1 3 0 0 0,0 1 1 0 0,74-7-1 0 0,-114 19 24 0 0,13 0-2 0 0,9 3-4 0 0,17 3-3 0 0,-1 1-1 0 0,1 3 0 0 0,-2 2 0 0 0,1 2 1 0 0,71 30-1 0 0,-50-13 18 0 0,-1 3 0 0 0,123 81 0 0 0,-152-86-6 0 0,0 1 0 0 0,-2 1 0 0 0,-2 3 0 0 0,0 1 0 0 0,35 44-1 0 0,-55-59 10 0 0,1 0-1 0 0,1-2 0 0 0,38 29 1 0 0,-31-26-3 0 0,34 34 0 0 0,-24-15-6 0 0,-1 2 0 0 0,-3 1 0 0 0,31 54 0 0 0,7 6-2 0 0,-18-29 11 0 0,41 70-23 0 0,12 45 45 0 0,-37-81-22 0 0,-59-93 0 0 0,0-1 1 0 0,1-1-1 0 0,18 21 0 0 0,-15-18 9 0 0,0 0 0 0 0,14 24-1 0 0,-17-22-11 0 0,1-1 0 0 0,1 1 1 0 0,24 27-1 0 0,-19-23 24 0 0,11 15-36 0 0,-27-35 12 0 0,6 8-31 0 0,-6-9 51 0 0,0 0 1 0 0,0 0 0 0 0,0 0 0 0 0,1 0 0 0 0,-1 0 0 0 0,0 0 0 0 0,0 0 0 0 0,0 1 0 0 0,0-1 0 0 0,0 0 0 0 0,0 0 0 0 0,0 0 0 0 0,0 0 0 0 0,0 0 0 0 0,0 0-1 0 0,0 1 1 0 0,0-1 0 0 0,1 0 0 0 0,-1 0 0 0 0,0 0 0 0 0,0 0 0 0 0,0 0 0 0 0,0 1 0 0 0,0-1 0 0 0,0 0 0 0 0,0 0 0 0 0,-1 0 0 0 0,1 0 0 0 0,0 1 0 0 0,0-1-1 0 0,0 0 1 0 0,0 0 0 0 0,0 0 0 0 0,0 0 0 0 0,0 0 0 0 0,0 0 0 0 0,0 1 0 0 0,0-1 0 0 0,0 0 0 0 0,0 0 0 0 0,-1 0 0 0 0,1 0 0 0 0,0 0 0 0 0,0 0-1 0 0,0 0 1 0 0,0 0 0 0 0,0 1 0 0 0,0-1 0 0 0,0 0 0 0 0,-1 0 0 0 0,1 0 0 0 0,0 0 0 0 0,0 0 0 0 0,0 0 0 0 0,0 0 0 0 0,0 0 0 0 0,-1 0 0 0 0,1 0 0 0 0,0 0-1 0 0,0 0 1 0 0,0 0 0 0 0,0 0 0 0 0,0 0 0 0 0,-1 0 0 0 0,1 0 0 0 0,0 0 0 0 0,0 0 0 0 0,-44-21 122 0 0,1-1-1 0 0,1-2 1 0 0,2-2 0 0 0,-60-49 0 0 0,19 9-84 0 0,80 65-56 0 0,-1 0 0 0 0,-5-4-7 0 0,-7-4-138 0 0,24 18-143 0 0,9 6 288 0 0,24 20-17 0 0,88 54 0 0 0,-85-60 5 0 0,17 6 21 0 0,-62-34 22 0 0,16-1 364 0 0,-13-4-379 0 0,0 0-1 0 0,1 0 1 0 0,-2-1 0 0 0,1 1-1 0 0,-1-1 1 0 0,1 0 0 0 0,-1 0-1 0 0,0 0 1 0 0,-1 0 0 0 0,3-7-1 0 0,19-66 77 0 0,-3 8-15 0 0,-14 51-81 0 0,-1 0 0 0 0,-1-1 0 0 0,4-31 0 0 0,-9 50-12 0 0,0-36-3845 0 0,0 31 1456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5.3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1434 6105 0 0,'0'0'-346'0'0,"1"-5"-431"0"0,4-7 873 0 0,-1 0-1 0 0,2 1 1 0 0,-1-1 0 0 0,2 1 0 0 0,-1 1-1 0 0,2-1 1 0 0,8-10 0 0 0,30-47 166 0 0,29-83 7 0 0,94-165 537 0 0,-123 253-744 0 0,3 2 0 0 0,78-77 0 0 0,-55 61-43 0 0,-26 32-23 0 0,3 1 1 0 0,1 3-1 0 0,1 2 0 0 0,3 2 1 0 0,82-42-1 0 0,-118 69 7 0 0,33-19-3 0 0,1 2 0 0 0,2 2 1 0 0,91-29-1 0 0,-133 51-6 0 0,7-3 2 0 0,1 2-1 0 0,0 0 0 0 0,1 1 0 0 0,24 0 1 0 0,22 2-19 0 0,0 2 1 0 0,0 4 0 0 0,118 22-1 0 0,-140-17 20 0 0,-1 1-1 0 0,45 19 0 0 0,4 1 7 0 0,-40-15-5 0 0,-1 2 0 0 0,-1 2 0 0 0,-1 3 0 0 0,-2 1 0 0 0,59 40 0 0 0,-7-1 13 0 0,-59-39-14 0 0,-1 2-1 0 0,-1 1 1 0 0,-2 2 0 0 0,37 36-1 0 0,65 64-16 0 0,-7-8 21 0 0,173 207 30 0 0,-210-231-21 0 0,-81-82-9 0 0,33 35-19 0 0,69 96-1 0 0,-103-131 26 0 0,1-1-1 0 0,-1 0 1 0 0,27 19 0 0 0,-23-19-13 0 0,0 0-1 0 0,26 30 1 0 0,-12-6 9 0 0,46 45 0 0 0,19 21-42 0 0,-19-9 63 0 0,-13 13-9 0 0,11 12 30 0 0,-72-116-43 0 0,0 0 1 0 0,-1 1-1 0 0,1-1 0 0 0,-1 1 1 0 0,0-1-1 0 0,0 1 1 0 0,0 0-1 0 0,1 10 0 0 0,1-7 11 0 0,1-3-14 0 0,3 23-13 0 0,5 6 26 0 0,-12-33-22 0 0,-1 1 4 0 0,5 35 1386 0 0,-5-37-1299 0 0,-1 0-1 0 0,1 0 0 0 0,-1 0 0 0 0,1 0 1 0 0,-1 0-1 0 0,0 0 0 0 0,1 0 0 0 0,-1 0 1 0 0,1 0-1 0 0,-1 0 0 0 0,1 0 0 0 0,-1 0 0 0 0,1 0 1 0 0,-1-1-1 0 0,1 1 0 0 0,-1 0 0 0 0,1 0 1 0 0,-1-1-1 0 0,1 1 0 0 0,-1 0 0 0 0,1-1 1 0 0,-1 1-1 0 0,1-1 0 0 0,0 1 0 0 0,-1 0 1 0 0,1-1-1 0 0,0 1 0 0 0,-1-2 0 0 0,-20-13-366 0 0,-21-10 487 0 0,1-2 0 0 0,1-2 0 0 0,1-1 0 0 0,2-2 0 0 0,1-2 0 0 0,-41-50 0 0 0,28 16-162 0 0,48 67-44 0 0,-6-8-10 0 0,5 4-86 0 0,5 5-334 0 0,218 176 316 0 0,-114-85 108 0 0,-106-90 36 0 0,0 0 1 0 0,-1 0 0 0 0,1 0 0 0 0,0 0 0 0 0,0 0-1 0 0,0 0 1 0 0,0 0 0 0 0,0 0 0 0 0,1 0 0 0 0,-1 0-1 0 0,0-1 1 0 0,0 1 0 0 0,0 0 0 0 0,1-1 0 0 0,-1 1-1 0 0,0-1 1 0 0,1 1 0 0 0,-1-1 0 0 0,0 0-1 0 0,1 0 1 0 0,-1 1 0 0 0,1-1 0 0 0,-1 0 0 0 0,1 0-1 0 0,-1 0 1 0 0,0-1 0 0 0,1 1 0 0 0,1-1 0 0 0,-1-1 79 0 0,0 0 1 0 0,0-1-1 0 0,-1 1 1 0 0,1-1-1 0 0,-1 1 1 0 0,0-1 0 0 0,0 0-1 0 0,0 0 1 0 0,0 1-1 0 0,0-1 1 0 0,0-3 0 0 0,8-20-183 0 0,33-80 423 0 0,60-107-1 0 0,-71 145-315 0 0,-31 67-44 0 0,2-3-336 0 0,0 0-1 0 0,-1 0 1 0 0,1 0 0 0 0,-1-1 0 0 0,0 1 0 0 0,-1 0 0 0 0,1-6 0 0 0,-19-20-5949 0 0,13 18 3242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8.0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 7 964 0 0,'0'0'5058'0'0,"-7"1"-5047"0"0,-22 2 1 0 0,22-2 2 0 0,1 14 41 0 0,6-15-54 0 0,-1 1 1 0 0,1-1-1 0 0,0 1 0 0 0,-1-1 0 0 0,1 1 1 0 0,0-1-1 0 0,-1 1 0 0 0,1-1 0 0 0,0 1 1 0 0,0-1-1 0 0,0 1 0 0 0,-1-1 0 0 0,1 1 1 0 0,0-1-1 0 0,0 1 0 0 0,0 0 1 0 0,0-1-1 0 0,0 1 0 0 0,0-1 0 0 0,0 1 1 0 0,0-1-1 0 0,0 1 0 0 0,0 0 0 0 0,0-1 1 0 0,1 1-1 0 0,-1-1 0 0 0,0 1 0 0 0,0-1 1 0 0,0 1-1 0 0,1-1 0 0 0,-1 1 1 0 0,0-1-1 0 0,1 1 0 0 0,-1-1 0 0 0,0 1 1 0 0,1-1-1 0 0,-1 0 0 0 0,1 1 0 0 0,-1-1 1 0 0,1 1-1 0 0,-1-1 0 0 0,1 0 0 0 0,-1 0 1 0 0,1 1-1 0 0,-1-1 0 0 0,1 0 0 0 0,-1 0 1 0 0,1 1-1 0 0,-1-1 0 0 0,1 0 1 0 0,-1 0-1 0 0,1 0 0 0 0,0 0 0 0 0,-1 0 1 0 0,1 0-1 0 0,-1 0 0 0 0,1 0 0 0 0,-1 0 1 0 0,2 0-1 0 0,3 0 14 0 0,1 0-1 0 0,0 0 1 0 0,-1-1 0 0 0,1 0 0 0 0,-1 0-1 0 0,1 0 1 0 0,-1 0 0 0 0,1-1 0 0 0,-1 0-1 0 0,0 0 1 0 0,0 0 0 0 0,0-1 0 0 0,0 0-1 0 0,0 0 1 0 0,-1 0 0 0 0,1-1 0 0 0,5-4-1 0 0,-10 7 32 0 0,0-2 10 0 0,0 3-54 0 0,1 0 0 0 0,-1 0-1 0 0,0 0 1 0 0,0-1 0 0 0,0 1 0 0 0,0 0 0 0 0,0 0-1 0 0,0-1 1 0 0,0 1 0 0 0,0 0 0 0 0,0 0-1 0 0,0-1 1 0 0,0 1 0 0 0,0 0 0 0 0,0 0 0 0 0,0-1-1 0 0,0 1 1 0 0,0 0 0 0 0,0 0 0 0 0,0-1-1 0 0,0 1 1 0 0,0 0 0 0 0,-1 0 0 0 0,1 0 0 0 0,0-1-1 0 0,0 1 1 0 0,0 0 0 0 0,0 0 0 0 0,0 0-1 0 0,-1-1 1 0 0,1 1 0 0 0,0 0 0 0 0,0 0 0 0 0,0 0-1 0 0,-1 0 1 0 0,1-1 0 0 0,0 1 0 0 0,0 0-1 0 0,-1 0 1 0 0,1 0 0 0 0,-7-1 0 0 0,1 1 1 0 0,-1 0-1 0 0,0 0 0 0 0,1 1 1 0 0,-1 0-1 0 0,1 0 1 0 0,-1 0-1 0 0,1 1 0 0 0,0 0 1 0 0,-1 0-1 0 0,1 1 0 0 0,0 0 1 0 0,0 0-1 0 0,1 0 1 0 0,-1 1-1 0 0,1 0 0 0 0,-1 0 1 0 0,1 0-1 0 0,0 0 0 0 0,1 1 1 0 0,-1 0-1 0 0,-5 9 1 0 0,9-14 1 0 0,2 2 2 0 0,3 7 10 0 0,0-7-4 0 0,2-1 0 0 0,-1 0 0 0 0,0-1-1 0 0,1 1 1 0 0,-1-1-1 0 0,1 0 1 0 0,-1-1 0 0 0,1 1-1 0 0,-1-1 1 0 0,0 0 0 0 0,1-1-1 0 0,-1 1 1 0 0,0-1 0 0 0,0 0-1 0 0,0 0 1 0 0,0-1 0 0 0,0 0-1 0 0,8-6 1 0 0,-6 4 78 0 0,-7 5-82 0 0,-1 0 1 0 0,1 0 0 0 0,-1 0 0 0 0,1 0 0 0 0,-1 0-1 0 0,1 0 1 0 0,0 0 0 0 0,-1 0 0 0 0,1 0-1 0 0,-1-1 1 0 0,1 1 0 0 0,0 0 0 0 0,-1 0 0 0 0,1 0-1 0 0,0-1 1 0 0,-1 1 0 0 0,1 0 0 0 0,0-1-1 0 0,-1 1 1 0 0,1 0 0 0 0,0 0 0 0 0,0-1 0 0 0,-1 1-1 0 0,1-1 1 0 0,0 1 0 0 0,0 0 0 0 0,0-1-1 0 0,-1 1 1 0 0,1 0 0 0 0,0-1 0 0 0,0 1 0 0 0,0-1-1 0 0,0 1 1 0 0,0-1 0 0 0,0 1 0 0 0,0 0-1 0 0,0-1 1 0 0,0 1 0 0 0,0-1 0 0 0,0 1 0 0 0,0 0-1 0 0,0-1 1 0 0,0 1 0 0 0,1-1 0 0 0,-1 1-1 0 0,0 0 1 0 0,0-1 0 0 0,0 1 0 0 0,0-1-1 0 0,1 1 1 0 0,-1 0 0 0 0,0-1 0 0 0,0 1 0 0 0,1 0-1 0 0,-1-1 1 0 0,0 1 0 0 0,1 0 0 0 0,-1 0-1 0 0,0-1 1 0 0,1 1 0 0 0,-1 0 0 0 0,1 0 0 0 0,-1 0-1 0 0,0 0 1 0 0,1-1 0 0 0,-39 0 118 0 0,-49 27-1 0 0,85-25-142 0 0,-5-1 327 0 0,0 2-5041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8.9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69 57 4340 0 0,'0'0'-147'0'0,"-2"-15"1010"0"0,-14-1-398 0 0,15 15-259 0 0,-22-1 18 0 0,9 4-202 0 0,10-2 17 0 0,-5 18 25 0 0,10-16-47 0 0,2 0-1 0 0,5 2-5 0 0,1 0 0 0 0,-1-1 0 0 0,1 0 0 0 0,0 0 1 0 0,0-1-1 0 0,0 0 0 0 0,0 0 0 0 0,0-1 0 0 0,13 0 1 0 0,-17 0-4 0 0,1-1 0 0 0,-1 0 1 0 0,0 0-1 0 0,0-1 0 0 0,0 0 1 0 0,0 1-1 0 0,0-2 1 0 0,0 1-1 0 0,0-1 0 0 0,0 1 1 0 0,0-1-1 0 0,0 0 0 0 0,-1-1 1 0 0,1 1-1 0 0,-1-1 0 0 0,1 0 1 0 0,-1 0-1 0 0,0-1 1 0 0,4-3-1 0 0,-8 6-4 0 0,1 1-1 0 0,-1-1 1 0 0,1 1-1 0 0,-1-1 1 0 0,1 0 0 0 0,-1 1-1 0 0,1-1 1 0 0,-1 1-1 0 0,1-1 1 0 0,-1 0 0 0 0,0 1-1 0 0,1-1 1 0 0,-1 0-1 0 0,0 0 1 0 0,0 1 0 0 0,0-1-1 0 0,1 0 1 0 0,-1 0 0 0 0,0 1-1 0 0,0-1 1 0 0,0 0-1 0 0,0 0 1 0 0,0 1 0 0 0,0-1-1 0 0,-1 0 1 0 0,1 0-1 0 0,0 1 1 0 0,0-1 0 0 0,0 0-1 0 0,-1 0 1 0 0,1 1-1 0 0,0-1 1 0 0,-1 0 0 0 0,1 1-1 0 0,-1-1 1 0 0,1 1 0 0 0,-2-2-1 0 0,0 1 2 0 0,-1-1 0 0 0,1 1 0 0 0,-1 0-1 0 0,1 0 1 0 0,-1 1 0 0 0,0-1 0 0 0,0 0-1 0 0,1 1 1 0 0,-1 0 0 0 0,-5-1 0 0 0,-4 1 0 0 0,-1 1-1 0 0,1-1 1 0 0,-1 2 0 0 0,-12 3 0 0 0,17-2-4 0 0,0 0 1 0 0,0 1-1 0 0,1 0 0 0 0,-1 0 0 0 0,-9 8 1 0 0,15-10-3 0 0,-1-1 1 0 0,1 1 0 0 0,-1 0-1 0 0,1 0 1 0 0,0 1-1 0 0,0-1 1 0 0,0 0 0 0 0,0 1-1 0 0,1-1 1 0 0,-1 1-1 0 0,0 0 1 0 0,1-1 0 0 0,0 1-1 0 0,0 0 1 0 0,0 0-1 0 0,0 0 1 0 0,-1 5 0 0 0,2-6 1 0 0,0-1 1 0 0,0 1-1 0 0,0-1 1 0 0,1 0-1 0 0,-1 1 1 0 0,0-1-1 0 0,1 0 1 0 0,-1 1-1 0 0,1-1 1 0 0,-1 0-1 0 0,1 0 1 0 0,-1 0-1 0 0,1 1 1 0 0,0-1-1 0 0,0 0 1 0 0,0 0-1 0 0,-1 0 1 0 0,1 0-1 0 0,0 0 1 0 0,0 0-1 0 0,0 0 1 0 0,1-1-1 0 0,0 2 1 0 0,1-1 1 0 0,1 1 1 0 0,-1-1-1 0 0,1 0 1 0 0,-1 1 0 0 0,1-2-1 0 0,-1 1 1 0 0,1 0-1 0 0,5-1 1 0 0,3 1 3 0 0,0-2 0 0 0,0 0 0 0 0,-1 0 0 0 0,15-4 0 0 0,-21 4 44 0 0,0 0 0 0 0,1-1 0 0 0,-1 0 0 0 0,0 0 0 0 0,0 0 0 0 0,0-1 0 0 0,0 1 1 0 0,-1-1-1 0 0,1 0 0 0 0,-1-1 0 0 0,0 1 0 0 0,1-1 0 0 0,-2 0 0 0 0,8-8 0 0 0,-11 11 160 0 0,-3-2-123 0 0,-1 1-68 0 0,1 0-1 0 0,-1 0 1 0 0,0 0 0 0 0,-1 0 0 0 0,1 0 0 0 0,0 1-1 0 0,0 0 1 0 0,-1-1 0 0 0,1 2 0 0 0,-1-1 0 0 0,1 1-1 0 0,-1-1 1 0 0,1 1 0 0 0,-1 0 0 0 0,1 1 0 0 0,-1-1 0 0 0,1 1-1 0 0,-1 0 1 0 0,-4 1 0 0 0,-4 1-49 0 0,-1 1-1 0 0,1 0 1 0 0,-1 0-1 0 0,1 2 1 0 0,-17 8 0 0 0,31-14-2 0 0,-1 0 0 0 0,0 0 0 0 0,1 0 0 0 0,-1 0 0 0 0,0 0 0 0 0,1 1 0 0 0,-1-1 0 0 0,0 0 0 0 0,1 0 0 0 0,-1 0-1 0 0,0 0 1 0 0,0 0 0 0 0,1 1 0 0 0,-1-1 0 0 0,0 0 0 0 0,0 0 0 0 0,1 0 0 0 0,-1 1 0 0 0,0-1 0 0 0,0 0 0 0 0,1 0 0 0 0,-1 1 0 0 0,0-1 0 0 0,0 0 0 0 0,0 0 0 0 0,0 1 0 0 0,0-1 0 0 0,1 0 0 0 0,-1 1 0 0 0,0-1 0 0 0,0 0 0 0 0,0 1 0 0 0,0-1 0 0 0,0 0 0 0 0,0 0 0 0 0,0 1 0 0 0,0-1 0 0 0,0 0 0 0 0,0 1 0 0 0,0-1 0 0 0,0 0 0 0 0,0 1 0 0 0,0-1 0 0 0,0 0 0 0 0,-1 1 0 0 0,1-1 0 0 0,0 0 0 0 0,0 0 0 0 0,0 1 0 0 0,0-1 0 0 0,-1 0 0 0 0,1 1 0 0 0,0-1 0 0 0,0 0 0 0 0,0 0-1 0 0,-1 0 1 0 0,1 1 0 0 0,0-1 0 0 0,-1 0 0 0 0,1 0 0 0 0,0 0 0 0 0,0 0 0 0 0,-1 1 0 0 0,1-1 0 0 0,-1 0 0 0 0,27 4-2088 0 0,-26-4 1723 0 0,4-1-1176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9.8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25 4584 0 0,'0'0'-2'0'0,"-36"-18"1297"0"0,31 16-1279 0 0,0 1-1 0 0,0 0 0 0 0,-1 0 1 0 0,1 0-1 0 0,0 1 1 0 0,-1-1-1 0 0,1 1 1 0 0,0 1-1 0 0,-1-1 0 0 0,1 1 1 0 0,0 0-1 0 0,0 0 1 0 0,-1 0-1 0 0,-6 4 1 0 0,10-5-16 0 0,-14 12-23 0 0,16-11 32 0 0,7 4 12 0 0,-7-4-19 0 0,1 0-1 0 0,-1 0 1 0 0,1-1-1 0 0,0 1 0 0 0,0 0 1 0 0,-1 0-1 0 0,1-1 1 0 0,0 1-1 0 0,0 0 1 0 0,0-1-1 0 0,0 1 1 0 0,0-1-1 0 0,0 1 1 0 0,0-1-1 0 0,0 1 1 0 0,0-1-1 0 0,0 0 1 0 0,0 0-1 0 0,0 1 1 0 0,0-1-1 0 0,2 0 1 0 0,7-1 12 0 0,-1 0 1 0 0,1 0 0 0 0,0-1 0 0 0,14-5 0 0 0,6-1 256 0 0,-28 8-12 0 0,-9 3-242 0 0,3-1-16 0 0,-9 3 11 0 0,1 0-1 0 0,0 2 0 0 0,0-1 1 0 0,0 2-1 0 0,-19 14 0 0 0,30-21 16 0 0,6 1-22 0 0,-1-1-1 0 0,1 0 1 0 0,-1 0-1 0 0,1-1 1 0 0,0 1 0 0 0,0-1-1 0 0,-1 0 1 0 0,1 0 0 0 0,0-1-1 0 0,-1 1 1 0 0,1-1-1 0 0,0 0 1 0 0,-1 0 0 0 0,1-1-1 0 0,6-3 1 0 0,6-1 182 0 0,-1-2 1 0 0,28-17-1 0 0,-44 25-172 0 0,1 0 1 0 0,-1 0-1 0 0,0 0 1 0 0,1 0-1 0 0,-1 0 1 0 0,0 0-1 0 0,1-1 0 0 0,-1 1 1 0 0,0 0-1 0 0,1 0 1 0 0,-1 0-1 0 0,0-1 1 0 0,1 1-1 0 0,-1 0 1 0 0,0 0-1 0 0,0-1 0 0 0,1 1 1 0 0,-1 0-1 0 0,0 0 1 0 0,0-1-1 0 0,1 1 1 0 0,-1 0-1 0 0,0-1 0 0 0,0 1 1 0 0,0 0-1 0 0,0-1 1 0 0,0 1-1 0 0,0-1 1 0 0,1 1-1 0 0,-1 0 1 0 0,0-1-1 0 0,0 1 0 0 0,0 0 1 0 0,0-1-1 0 0,0 1 1 0 0,0-1-1 0 0,0 1 1 0 0,-1-1-1 0 0,-15-4-30 0 0,-23 6-519 0 0,-6 6-3144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54.5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179 87 732 0 0,'0'0'1946'0'0,"-2"-4"-1844"0"0,-1 1 113 0 0,0-1 1 0 0,-1 1 0 0 0,1 0 0 0 0,-1 0-1 0 0,0 0 1 0 0,0 0 0 0 0,0 0 0 0 0,0 1-1 0 0,0 0 1 0 0,-1 0 0 0 0,1 0 0 0 0,-1 1-1 0 0,1-1 1 0 0,-6 0 0 0 0,8 2 314 0 0,-5-3-467 0 0,7 3-52 0 0,1 0 0 0 0,-1 0 0 0 0,0 0 0 0 0,0 0 1 0 0,0 0-1 0 0,0 0 0 0 0,0 0 0 0 0,0 0 0 0 0,0 0 0 0 0,0 0 1 0 0,0 0-1 0 0,0 0 0 0 0,1 0 0 0 0,-1 0 0 0 0,0 0 0 0 0,0 0 0 0 0,0-1 1 0 0,0 1-1 0 0,0 0 0 0 0,0 0 0 0 0,0 0 0 0 0,0 0 0 0 0,0 0 0 0 0,0 0 1 0 0,0 0-1 0 0,0 0 0 0 0,0 0 0 0 0,0 0 0 0 0,0-1 0 0 0,0 1 0 0 0,0 0 1 0 0,0 0-1 0 0,0 0 0 0 0,0 0 0 0 0,0 0 0 0 0,0 0 0 0 0,0 0 1 0 0,0 0-1 0 0,0 0 0 0 0,0-1 0 0 0,0 1 0 0 0,0 0 0 0 0,0 0 0 0 0,0 0 1 0 0,0 0-1 0 0,0 0 0 0 0,0 0 0 0 0,22-3 2 0 0,-17 2-3 0 0,42-1 2 0 0,8-3-7 0 0,-27 3 3 0 0,0 1 0 0 0,0 1 0 0 0,42 5-1 0 0,-61-4-13 0 0,25 2 17 0 0,0-1 1 0 0,45-4-1 0 0,-25-2-7 0 0,-42 3-5 0 0,1 0-1 0 0,0 1 1 0 0,-1 1-1 0 0,1 0 1 0 0,18 3-1 0 0,-29-3 7 0 0,2-1-7 0 0,77 5 0 0 0,-29-5 0 0 0,17 1 13 0 0,-38 1-3 0 0,50-5 1 0 0,-74 3-5 0 0,14 2 4 0 0,-18-1-4 0 0,47-4-2 0 0,-18 5 2 0 0,-29-2 4 0 0,16-3-2 0 0,-10 2-1 0 0,-4 0-9 0 0,8 1 4 0 0,-10 0 108 0 0,-157 8 1108 0 0,-148 10-1164 0 0,286-17-50 0 0,6 0-1 0 0,-45 3 21 0 0,-108-6 0 0 0,148 3-22 0 0,-106-3 2 0 0,11-4-18 0 0,21 5 36 0 0,44 1-22 0 0,-51-5-39 0 0,168-10 16 0 0,796-24-20 0 0,-865 39 46 0 0,1 0-3 0 0,10 0 0 0 0,29 2 84 0 0,-33-1-4342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49.1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41 960 0 0,'0'0'454'0'0,"-4"-1"-70"0"0,-28-1 1644 0 0,29 2-502 0 0,-6 2-1513 0 0,7 0 109 0 0,7-1 658 0 0,147-3-751 0 0,-97-1-14 0 0,-1 2 0 0 0,56 7 0 0 0,-8-3-22 0 0,-62 0 16 0 0,0-2-1 0 0,0-1 1 0 0,-1-3 0 0 0,62-10-1 0 0,-98 12-6 0 0,30-1 0 0 0,-28 1-5 0 0,55-7 399 0 0,-6 0 949 0 0,-60 4-767 0 0,-34 0-328 0 0,-48-2-75 0 0,-139 10 0 0 0,121 4-154 0 0,-214 26-23 0 0,263-25 23 0 0,55-9-26 0 0,-39 3-17 0 0,2 4 4 0 0,37-7 12 0 0,-14 4-4 0 0,8-1-1 0 0,13-4-52 0 0,110-14 17 0 0,139 1 1 0 0,-29 2 8 0 0,-96 8-47 0 0,-126 4 74 0 0,14-3-4420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1.3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1372 462 6049 0 0,'0'0'-254'0'0,"-31"-9"2729"0"0,-18-56-1626 0 0,16 24-704 0 0,-2 2 0 0 0,-2 1 0 0 0,-1 2-1 0 0,-1 2 1 0 0,-64-42 0 0 0,74 59-109 0 0,-1 1-1 0 0,-56-21 1 0 0,69 30-39 0 0,-2 1 0 0 0,1 1 0 0 0,-24-3 0 0 0,-59-13-12 0 0,86 18-3 0 0,1 1 0 0 0,-1 1 1 0 0,0 0-1 0 0,1 1 0 0 0,-20 2 0 0 0,31-1 3 0 0,-10 0-1 0 0,1 0 0 0 0,0 2 0 0 0,0-1 0 0 0,0 2 0 0 0,-14 5 0 0 0,7-1-10 0 0,1 2 1 0 0,0 0 0 0 0,-31 22 0 0 0,10-5-6 0 0,19-13 21 0 0,1 1 0 0 0,1 1 0 0 0,-23 25 0 0 0,38-39 6 0 0,-6 3 3 0 0,5-2-5 0 0,-1 0 0 0 0,1 0 1 0 0,-1 1-1 0 0,1 0 0 0 0,0 0 1 0 0,1 0-1 0 0,-1 0 0 0 0,-3 5 1 0 0,-19 27-42 0 0,20-29 41 0 0,-1 1-1 0 0,1 0 1 0 0,0 1-1 0 0,1-1 1 0 0,-9 20-1 0 0,8-17 15 0 0,0 0 0 0 0,-1 0 0 0 0,-13 16-1 0 0,12-17 1362 0 0,7-11-1355 0 0,0 1 0 0 0,0-1 0 0 0,-1 0 0 0 0,1 1 0 0 0,0-1 0 0 0,0 0 0 0 0,0 0 0 0 0,0 0 0 0 0,0 0 0 0 0,0 0 0 0 0,0 0 0 0 0,0 0 0 0 0,0 0 0 0 0,0 0 0 0 0,1-1 0 0 0,-1 1 0 0 0,0 0 0 0 0,1 0 0 0 0,-1-1 0 0 0,1 1 0 0 0,-1 0 0 0 0,1-1 0 0 0,0-1 0 0 0,-11-43 189 0 0,7 28-138 0 0,-4-14 6 0 0,3 1 0 0 0,0 0 0 0 0,2-1 1 0 0,2-60-1 0 0,1 89-69 0 0,0 1-1 0 0,0 0-6 0 0,3-9-364 0 0,5 28 213 0 0,14 51 146 0 0,-12-36-34 0 0,72 216 224 0 0,-81-247-113 0 0,-1 0-61 0 0,0-1 0 0 0,1 0 0 0 0,-1 0-1 0 0,0 1 1 0 0,0-1 0 0 0,1 0 0 0 0,-1 0-1 0 0,0 0 1 0 0,1 0 0 0 0,-1 1 0 0 0,0-1-1 0 0,0 0 1 0 0,1 0 0 0 0,-1 0 0 0 0,0 0-1 0 0,1 0 1 0 0,-1 0 0 0 0,0 0-1 0 0,1 0 1 0 0,-1 0 0 0 0,0 0 0 0 0,1 0-1 0 0,-1 0 1 0 0,0 0 0 0 0,1 0 0 0 0,-1 0-1 0 0,0 0 1 0 0,1 0 0 0 0,-1-1 0 0 0,0 1-1 0 0,1 0 1 0 0,-1 0 0 0 0,0 0 0 0 0,0 0-1 0 0,1-1 1 0 0,-1 1 0 0 0,0 0 0 0 0,0 0-1 0 0,1-1 1 0 0,15-7 91 0 0,-16 7-100 0 0,183-144 202 0 0,-80 78-342 0 0,-102 66 117 0 0,1 0 3 0 0,0 0-1 0 0,0 0 1 0 0,0 0-1 0 0,0 0 0 0 0,0 0 1 0 0,0-1-1 0 0,-1 1 1 0 0,1-1-1 0 0,-1 1 0 0 0,1-1 1 0 0,-1 1-1 0 0,2-4 1 0 0,6-4-1133 0 0,2-1-390 0 0,0 2 0 0 0,0-1 0 0 0,21-10 0 0 0,5-2-868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3.6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33 336 5565 0 0,'0'0'-223'0'0,"-32"-7"2620"0"0,35-6-2311 0 0,1 1 0 0 0,1 0 0 0 0,0 0 0 0 0,1 1-1 0 0,0-1 1 0 0,1 1 0 0 0,0 0 0 0 0,0 1 0 0 0,1 0 0 0 0,1 0 0 0 0,9-9 0 0 0,11-7-85 0 0,1 1-1 0 0,45-28 1 0 0,-51 38-15 0 0,1 1-1 0 0,1 2 1 0 0,44-16-1 0 0,-62 25 3 0 0,-1 1-1 0 0,1 0 1 0 0,0 0-1 0 0,0 0 1 0 0,-1 1-1 0 0,1 0 1 0 0,14 1-1 0 0,-18 0 4 0 0,34 2-25 0 0,3 9-31 0 0,-11 3 45 0 0,-1 0 1 0 0,0 2-1 0 0,33 25 0 0 0,-8-6 8 0 0,-40-26 1 0 0,-1 1 1 0 0,21 19 0 0 0,6 5 10 0 0,-25-21-11 0 0,0 0-1 0 0,-1 0 1 0 0,0 2 0 0 0,-1 0-1 0 0,0 0 1 0 0,-1 1 0 0 0,-1 1-1 0 0,10 18 1 0 0,-10-14 4 0 0,-1 1 0 0 0,10 28 0 0 0,-14-35 19 0 0,-3-6 51 0 0,-1-3 61 0 0,1-1 0 0 0,-1 1 0 0 0,0 0 0 0 0,-1 0 0 0 0,0 0 0 0 0,2 11 0 0 0,-3-17-97 0 0,0 1 0 0 0,-1-1 0 0 0,1 0 1 0 0,0 1-1 0 0,0-1 0 0 0,0 0 0 0 0,0 1 1 0 0,0-1-1 0 0,0 1 0 0 0,0-1 0 0 0,-1 0 1 0 0,1 1-1 0 0,0-1 0 0 0,0 0 0 0 0,0 0 1 0 0,-1 1-1 0 0,1-1 0 0 0,0 0 0 0 0,0 1 1 0 0,-1-1-1 0 0,1 0 0 0 0,0 0 0 0 0,-1 0 1 0 0,1 1-1 0 0,0-1 0 0 0,-1 0 1 0 0,1 0-1 0 0,0 0 0 0 0,-1 0 0 0 0,1 0 1 0 0,0 1-1 0 0,-1-1 0 0 0,1 0 0 0 0,-1 0 1 0 0,1 0-1 0 0,0 0 0 0 0,-1 0 0 0 0,1 0 1 0 0,-1 0-1 0 0,1 0 0 0 0,0-1 0 0 0,-1 1 1 0 0,1 0-1 0 0,-22-8 153 0 0,0-1 0 0 0,1 0 0 0 0,0-2 0 0 0,0 0 0 0 0,-35-28-1 0 0,5 5-24 0 0,-7-12 36 0 0,33 18-240 0 0,24 27 23 0 0,4 6-483 0 0,4 3 495 0 0,0 0 1 0 0,0 0 0 0 0,1 0-1 0 0,0-1 1 0 0,0 0 0 0 0,1-1-1 0 0,9 6 1 0 0,76 38-30 0 0,-14-9 16 0 0,-24-16 418 0 0,-54-25 245 0 0,1-1-442 0 0,3-4-120 0 0,0 0-1 0 0,-1 0 0 0 0,0-1 0 0 0,0 1 0 0 0,-1-1 1 0 0,0 0-1 0 0,0 0 0 0 0,0-1 0 0 0,0 1 0 0 0,-1-1 1 0 0,4-11-1 0 0,12-22 48 0 0,2 4-16 0 0,-6 10-161 0 0,33-46 1 0 0,-31 37-2496 0 0,-16 34 1874 0 0,15-20-3092 0 0,-6 12 1644 0 0,5-3-179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5.9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0 701 5501 0 0,'0'0'114'0'0,"4"-4"-65"0"0,35-35 206 0 0,60-47 1 0 0,-19 18 28 0 0,14-16 96 0 0,202-141 0 0 0,-231 186-351 0 0,2 2 0 0 0,117-44 0 0 0,-160 73-37 0 0,1 1 1 0 0,0 1-1 0 0,0 1 1 0 0,1 1-1 0 0,48 0 0 0 0,-26 1-10 0 0,-31 2 6 0 0,1 1-1 0 0,0 1 1 0 0,0 1-1 0 0,0 1 1 0 0,-1 0-1 0 0,1 1 1 0 0,-1 1-1 0 0,26 11 1 0 0,10 2-9 0 0,-24-6-5 0 0,-1 1 0 0 0,0 1 1 0 0,-1 1-1 0 0,-1 2 1 0 0,0 0-1 0 0,35 32 0 0 0,-8-8 38 0 0,133 117-57 0 0,-158-132 35 0 0,0 1 0 0 0,-2 2 0 0 0,-1 0 0 0 0,-1 2 0 0 0,32 54 0 0 0,-21-28 14 0 0,-20-33 0 0 0,-1 0 0 0 0,-1 1 0 0 0,-1 1 1 0 0,-1 0-1 0 0,9 33 0 0 0,-8-23 0 0 0,-7-24 9 0 0,-1-1 0 0 0,-1 1 0 0 0,0 0-1 0 0,-1-1 1 0 0,0 1 0 0 0,0 22 0 0 0,-1-31-16 0 0,1 6-3 0 0,1 37 18 0 0,-3-20 7 0 0,0-24 6 0 0,-2 6-43 0 0,-4-9 2971 0 0,-15-14-2681 0 0,0-1 0 0 0,1 0 1 0 0,2-2-1 0 0,-1 0 0 0 0,-18-25 1 0 0,6 9-72 0 0,-21-29 199 0 0,51 61-391 0 0,-1 0-80 0 0,-5-6-187 0 0,5 6 142 0 0,3 4 61 0 0,16 23 34 0 0,1 0-1 0 0,1-1 1 0 0,2-1 0 0 0,0-1-1 0 0,1-1 1 0 0,33 24 0 0 0,-45-39 30 0 0,11 2 325 0 0,-20-8-320 0 0,1-1 0 0 0,0 0 0 0 0,-1 0 0 0 0,1 0 0 0 0,-1 0 0 0 0,1 0 0 0 0,-1 0-1 0 0,1 0 1 0 0,-1 0 0 0 0,0-1 0 0 0,1 1 0 0 0,-1 0 0 0 0,0-1 0 0 0,1-2 0 0 0,5-6 37 0 0,0 0 0 0 0,-2 0 0 0 0,1-1-1 0 0,5-15 1 0 0,-7 15-34 0 0,0 1 1 0 0,1 0-1 0 0,0 1 0 0 0,12-17 0 0 0,-16 24-19 0 0,13-47-2684 0 0,-2 19-2927 0 0,-5 18 3342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8.8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9 769 5384 0 0,'0'0'963'0'0,"-1"0"-945"0"0,0-1 0 0 0,1 1 0 0 0,-1-1 0 0 0,0 1 0 0 0,1-1 0 0 0,-1 0 0 0 0,1 1 0 0 0,-1-1 0 0 0,1 0 0 0 0,0 1 0 0 0,-1-1 0 0 0,1 0 0 0 0,-1 1 0 0 0,1-1 0 0 0,0 0 0 0 0,0 0 0 0 0,0 1 0 0 0,-1-1 0 0 0,1 0 0 0 0,0 0 0 0 0,0 0 0 0 0,0 1 0 0 0,0-1 0 0 0,0-1 0 0 0,80-87 286 0 0,3 4-1 0 0,188-148 0 0 0,26 33-119 0 0,-204 142-156 0 0,-75 47-28 0 0,0 2-1 0 0,1 0 0 0 0,0 2 0 0 0,1 0 0 0 0,-1 1 1 0 0,28-5-1 0 0,124-11-8 0 0,-92 19 2 0 0,-3 3-19 0 0,0 4 0 0 0,0 3-1 0 0,88 20 1 0 0,73 7 30 0 0,-195-29-6 0 0,1 2-1 0 0,-1 2 1 0 0,-1 2 0 0 0,43 17 0 0 0,-35-12 0 0 0,-17-4-15 0 0,0 2 1 0 0,0 1-1 0 0,36 23 0 0 0,28 14-17 0 0,-77-40 19 0 0,0 0-1 0 0,-1 2 0 0 0,-1 0 0 0 0,0 1 0 0 0,0 0 0 0 0,-2 2 1 0 0,25 32-1 0 0,-26-31 12 0 0,122 137-4 0 0,-131-151-2 0 0,10 24-41 0 0,68 136 45 0 0,-24-22-13 0 0,-44-100 14 0 0,-11-32 9 0 0,0 0 0 0 0,-1-1 0 0 0,0 1-1 0 0,-1 0 1 0 0,2 14 0 0 0,14 52 7 0 0,-7-26-7 0 0,-3-26 57 0 0,-7-22-12 0 0,-1 10-34 0 0,0-12 55 0 0,0 0 0 0 0,0 1 0 0 0,0-1 0 0 0,0 0 0 0 0,0 0 0 0 0,0 1 0 0 0,0-1 0 0 0,0 0 0 0 0,0 1 0 0 0,0-1 0 0 0,-1 0 0 0 0,1 0 0 0 0,0 1-1 0 0,0-1 1 0 0,0 0 0 0 0,0 0 0 0 0,0 1 0 0 0,0-1 0 0 0,-1 0 0 0 0,1 0 0 0 0,0 1 0 0 0,0-1 0 0 0,0 0 0 0 0,-1 0 0 0 0,1 0 0 0 0,0 1 0 0 0,0-1 0 0 0,-1 0 0 0 0,1 0 0 0 0,0 0 0 0 0,0 0 0 0 0,-1 0 0 0 0,1 0 0 0 0,0 0 0 0 0,0 1 0 0 0,-1-1 0 0 0,1 0 0 0 0,0 0 0 0 0,-1 0 0 0 0,1 0 0 0 0,0 0 0 0 0,0 0 0 0 0,-1 0 0 0 0,1 0 0 0 0,0-1 0 0 0,0 1 0 0 0,-1 0 0 0 0,1 0 0 0 0,-19-10 94 0 0,0 0 1 0 0,1-2 0 0 0,0 0-1 0 0,2-1 1 0 0,-1-1 0 0 0,1 0-1 0 0,1-1 1 0 0,1-1 0 0 0,-23-32-1 0 0,12 11 35 0 0,16 26-96 0 0,1 0-1 0 0,1-1 0 0 0,-12-25 1 0 0,19 36-101 0 0,-12-10-851 0 0,45 38 729 0 0,37 39 0 0 0,-45-41 105 0 0,1 0 0 0 0,1-1 0 0 0,41 26 0 0 0,-54-41 30 0 0,-13-8 4 0 0,-1 0 1 0 0,1 0-1 0 0,0 0 0 0 0,1 0 1 0 0,-1 0-1 0 0,0 0 0 0 0,0-1 1 0 0,0 1-1 0 0,0 0 0 0 0,0-1 1 0 0,1 1-1 0 0,-1-1 0 0 0,0 1 1 0 0,1-1-1 0 0,-1 0 0 0 0,0 1 1 0 0,1-1-1 0 0,-1 0 0 0 0,0 0 0 0 0,1 0 1 0 0,-1 0-1 0 0,0 0 0 0 0,1 0 1 0 0,-1-1-1 0 0,0 1 0 0 0,1 0 1 0 0,-1-1-1 0 0,0 1 0 0 0,1-1 1 0 0,-1 1-1 0 0,0-1 0 0 0,0 0 1 0 0,0 1-1 0 0,0-1 0 0 0,1 0 1 0 0,-1 0-1 0 0,0 0 0 0 0,0 0 1 0 0,0 0-1 0 0,-1 0 0 0 0,1 0 1 0 0,0 0-1 0 0,0 0 0 0 0,-1 0 1 0 0,2-3-1 0 0,170-209-29 0 0,-161 189-1547 0 0,-8 16-5017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0.0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33 6365 0 0,'0'0'-380'0'0,"-4"24"-953"0"0,6-21 1338 0 0,1-1-1 0 0,-1 0 0 0 0,1 1 0 0 0,-1-1 0 0 0,1 0 0 0 0,0 0 1 0 0,-1 0-1 0 0,1-1 0 0 0,0 1 0 0 0,0-1 0 0 0,0 1 1 0 0,1-1-1 0 0,-1 0 0 0 0,0 0 0 0 0,0-1 0 0 0,1 1 0 0 0,-1-1 1 0 0,0 1-1 0 0,1-1 0 0 0,-1 0 0 0 0,0 0 0 0 0,7-2 0 0 0,-6 2 32 0 0,-3-1 66 0 0,2-1 1 0 0,-1 0-1 0 0,0 0 0 0 0,0 1 1 0 0,1-1-1 0 0,-1 1 1 0 0,0-1-1 0 0,1 1 0 0 0,-1 0 1 0 0,1 0-1 0 0,3-1 1 0 0,-2 4-92 0 0,0-1 0 0 0,0-1 0 0 0,1 1 0 0 0,-1-1 0 0 0,0 1 0 0 0,0-1 0 0 0,0 0 0 0 0,1-1 0 0 0,-1 1 0 0 0,0-1 0 0 0,0 1 0 0 0,0-1 0 0 0,0-1 0 0 0,0 1 0 0 0,0-1 0 0 0,0 1 0 0 0,0-1 0 0 0,0 0 0 0 0,6-5 0 0 0,-9 6 51 0 0,-1-1-22 0 0,-1 0 0 0 0,0 0 0 0 0,1 0 0 0 0,-1 0 0 0 0,0 0 0 0 0,0 0 0 0 0,0 0 0 0 0,-1 1 0 0 0,1-1 0 0 0,0 0 0 0 0,-1 1 0 0 0,1-1 0 0 0,-1 1 0 0 0,1-1 0 0 0,-1 1 1 0 0,0 0-1 0 0,1 0 0 0 0,-1 0 0 0 0,0 0 0 0 0,0 0 0 0 0,-2-1 0 0 0,-22-9-503 0 0,4 8-3282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0.7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97 5 3740 0 0,'0'0'414'0'0,"-4"-2"-352"0"0,0 1-33 0 0,1 1 0 0 0,-1-1-1 0 0,0 1 1 0 0,0 0-1 0 0,0 0 1 0 0,0 0-1 0 0,0 0 1 0 0,1 0 0 0 0,-1 1-1 0 0,-4 1 1 0 0,-8 1 16 0 0,13-3-29 0 0,-15 5-44 0 0,18-5 27 0 0,-1 0 0 0 0,1 0-1 0 0,0 0 1 0 0,-1 0 0 0 0,1 0 0 0 0,0 0 0 0 0,-1 0 0 0 0,1 0 0 0 0,0 0-1 0 0,-1 0 1 0 0,1 0 0 0 0,0 1 0 0 0,-1-1 0 0 0,1 0 0 0 0,0 0 0 0 0,-1 0-1 0 0,1 1 1 0 0,0-1 0 0 0,-1 0 0 0 0,1 0 0 0 0,0 1 0 0 0,0-1 0 0 0,-1 0-1 0 0,1 0 1 0 0,0 1 0 0 0,0-1 0 0 0,0 0 0 0 0,-1 1 0 0 0,1-1 0 0 0,0 0-1 0 0,0 1 1 0 0,0-1 0 0 0,0 0 0 0 0,0 1 0 0 0,0-1 0 0 0,0 1 0 0 0,0-1-1 0 0,0 0 1 0 0,0 1 0 0 0,0-1 0 0 0,0 0 0 0 0,0 1 0 0 0,0-1-1 0 0,0 0 1 0 0,0 1 0 0 0,0-1 0 0 0,0 1 0 0 0,1-1 0 0 0,-1 0 0 0 0,0 0-1 0 0,0 1 1 0 0,0-1 0 0 0,1 0 0 0 0,-1 1 0 0 0,1-1 0 0 0,7 5-4 0 0,1-1 1 0 0,0-1-1 0 0,1 0 1 0 0,-1 0-1 0 0,1-1 1 0 0,-1 0-1 0 0,1 0 1 0 0,0-1 0 0 0,16-1-1 0 0,-24 0 314 0 0,-1 1-292 0 0,-1-1 1 0 0,1 0-1 0 0,0 0 0 0 0,-1 0 1 0 0,1 1-1 0 0,0-1 1 0 0,-1 0-1 0 0,1 0 1 0 0,0 0-1 0 0,-1 0 0 0 0,1 0 1 0 0,0-1-1 0 0,0 1 1 0 0,-1 0-1 0 0,1 0 0 0 0,0 0 1 0 0,-1-1-1 0 0,1 1 1 0 0,-1 0-1 0 0,1 0 1 0 0,0-1-1 0 0,-1 1 0 0 0,1-1 1 0 0,0 1-2 0 0,-1 0 1 0 0,0 0 0 0 0,0 0-1 0 0,1 0 1 0 0,-1 0 0 0 0,0 0-1 0 0,1 0 1 0 0,-1 0 0 0 0,0 0-1 0 0,0 0 1 0 0,1-1 0 0 0,-1 1-1 0 0,0 0 1 0 0,0 0 0 0 0,1 0-1 0 0,-1 0 1 0 0,0 0 0 0 0,0-1-1 0 0,0 1 1 0 0,1 0 0 0 0,-1 0-1 0 0,0 0 1 0 0,0-1 0 0 0,0 1 0 0 0,1 0-1 0 0,-1 0 1 0 0,0-1 0 0 0,0 1-1 0 0,0 0 1 0 0,0 0 0 0 0,0-1-1 0 0,0 1 1 0 0,0 0 0 0 0,0 0-1 0 0,0-1 1 0 0,0 1 0 0 0,0 0-1 0 0,0-1 1 0 0,0 1 0 0 0,0 0-1 0 0,0 0 1 0 0,0-1 0 0 0,0 1-1 0 0,0 0 1 0 0,0 0 0 0 0,0-1-1 0 0,0 1 1 0 0,0 0 0 0 0,0-1-1 0 0,0 1 1 0 0,-1 0 0 0 0,1 0-1 0 0,0 0 1 0 0,0-1 0 0 0,0 1-1 0 0,0 0 1 0 0,-1 0 0 0 0,-5-3 23 0 0,-1 2 0 0 0,0-1 0 0 0,1 1 0 0 0,-1 0 0 0 0,0 0 0 0 0,-9 1 0 0 0,13 0-71 0 0,0 2-53 0 0,3-2 80 0 0,-1 0 0 0 0,1 0 0 0 0,0 0 0 0 0,0 0-1 0 0,0 0 1 0 0,-1 0 0 0 0,1 0 0 0 0,0 0-1 0 0,0 0 1 0 0,0 1 0 0 0,-1-1 0 0 0,1 0 0 0 0,0 0-1 0 0,0 0 1 0 0,0 0 0 0 0,0 0 0 0 0,-1 0-1 0 0,1 0 1 0 0,0 1 0 0 0,0-1 0 0 0,0 0 0 0 0,0 0-1 0 0,-1 0 1 0 0,1 0 0 0 0,0 1 0 0 0,0-1-1 0 0,0 0 1 0 0,0 0 0 0 0,0 0 0 0 0,0 0 0 0 0,0 1-1 0 0,0-1 1 0 0,0 0 0 0 0,0 0 0 0 0,0 1-1 0 0,0-1 1 0 0,0 0 0 0 0,0 0 0 0 0,0 0-1 0 0,0 1 1 0 0,0-1 0 0 0,0 0 0 0 0,0 0 0 0 0,0 0-1 0 0,0 1 1 0 0,0-1 0 0 0,0 0 0 0 0,0 0-1 0 0,0 0 1 0 0,0 1 0 0 0,0-1 0 0 0,1 0 0 0 0,2 2-7 0 0,1-1 1 0 0,-1 0 0 0 0,1 1 0 0 0,-1-1 0 0 0,1-1-1 0 0,0 1 1 0 0,-1-1 0 0 0,1 1 0 0 0,0-1 0 0 0,0 0 0 0 0,-1 0-1 0 0,1-1 1 0 0,0 1 0 0 0,-1-1 0 0 0,1 0 0 0 0,4-1 0 0 0,64-26 784 0 0,-57 21-50 0 0,-13 6 200 0 0,-9 2-1090 0 0,0 0 0 0 0,1 1 0 0 0,-1 0 0 0 0,0 0 0 0 0,1 1 0 0 0,0-1 0 0 0,0 1 0 0 0,0 1 0 0 0,-11 7 0 0 0,15-10-536 0 0,-3 3-1940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1.4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96 1 4260 0 0,'0'0'-11'0'0,"-8"-1"34"0"0,-2 1-19 0 0,0 1-1 0 0,0 0 1 0 0,0 0-1 0 0,0 1 1 0 0,0 0-1 0 0,-11 4 0 0 0,19-5-2 0 0,-2 4-6 0 0,3-3 6 0 0,11 3-10 0 0,12 7 17 0 0,57 0 378 0 0,-77-12-214 0 0,47 16-241 0 0,-31-12-1798 0 0,3-4 809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2.3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3 3580 0 0,'0'0'-232'0'0,"7"-2"-538"0"0,-7 2 760 0 0,-1 0 0 0 0,1 0 0 0 0,0 0 0 0 0,0 0 0 0 0,0 0 0 0 0,0 0 0 0 0,0 0 0 0 0,0 0 0 0 0,0 1 0 0 0,0-1-1 0 0,0 0 1 0 0,0 0 0 0 0,0 0 0 0 0,0 0 0 0 0,0 0 0 0 0,0 0 0 0 0,0 0 0 0 0,0 0 0 0 0,0 0 0 0 0,0 0 0 0 0,0 1 0 0 0,0-1 0 0 0,0 0 0 0 0,0 0 0 0 0,1 0 0 0 0,-1 0 0 0 0,0 0-1 0 0,0 0 1 0 0,0 0 0 0 0,0 0 0 0 0,0 0 0 0 0,0 0 0 0 0,0 0 0 0 0,0 0 0 0 0,0 0 0 0 0,0 0 0 0 0,0 1 0 0 0,0-1 0 0 0,0 0 0 0 0,0 0 0 0 0,0 0 0 0 0,1 0 0 0 0,-1 0 0 0 0,0 0-1 0 0,0 0 1 0 0,0 0 0 0 0,0 0 0 0 0,0 0 0 0 0,0 0 0 0 0,0 0 0 0 0,0 0 0 0 0,0 0 0 0 0,0 0 0 0 0,1 0 0 0 0,-12 13 4 0 0,8-10 8 0 0,3-2-2 0 0,0 1 6 0 0,1-1 0 0 0,-1 0 0 0 0,0 1 0 0 0,1-1 0 0 0,-1 0 0 0 0,1 0 0 0 0,-1 0 0 0 0,1 1 0 0 0,0-1 0 0 0,0 0 0 0 0,-1 0-1 0 0,1 0 1 0 0,0 0 0 0 0,0 0 0 0 0,0 0 0 0 0,0 0 0 0 0,0-1 0 0 0,0 1 0 0 0,0 0 0 0 0,0 0 0 0 0,1-1 0 0 0,-1 1 0 0 0,0-1 0 0 0,0 1 0 0 0,1-1 0 0 0,-1 0 0 0 0,0 1 0 0 0,0-1 0 0 0,1 0 0 0 0,1 0 0 0 0,46 3 244 0 0,-40-3-117 0 0,-7 0 261 0 0,9-2-172 0 0,-5 2 80 0 0,-9 1 1525 0 0,-49 7-1603 0 0,49-8-164 0 0,-11 5-206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5.0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 18 4084 0 0,'-66'2'1558'0'0,"60"-4"-960"0"0,9 1-73 0 0,34 0-11 0 0,688 26-448 0 0,-590-23 244 0 0,-132-2-209 0 0,36 0 1317 0 0,-72-7-1241 0 0,-60-4 0 0 0,-579 34-259 0 0,603-16 110 0 0,66-7-18 0 0,-23-1-257 0 0,534-15 116 0 0,-297 14 48 0 0,136-4 23 0 0,-305 1 766 0 0,-42 5-807 0 0,1 0 1 0 0,-1 0 0 0 0,1-1-1 0 0,0 1 1 0 0,-1 0-1 0 0,1-1 1 0 0,-1 1 0 0 0,1-1-1 0 0,-1 1 1 0 0,0 0 0 0 0,1-1-1 0 0,-1 1 1 0 0,1-1 0 0 0,-1 0-1 0 0,0 1 1 0 0,0-1-1 0 0,1 1 1 0 0,-1-1 0 0 0,0 1-1 0 0,0-1 1 0 0,1 0 0 0 0,-1 1-1 0 0,0-1 1 0 0,0 1 0 0 0,0-1-1 0 0,0 0 1 0 0,0 1-1 0 0,0-1 1 0 0,0 0 0 0 0,0 1-1 0 0,0-1 1 0 0,0 1 0 0 0,-1-1-1 0 0,1 0 1 0 0,0 1 0 0 0,0-1-1 0 0,-1 1 1 0 0,1-1-1 0 0,0 0 1 0 0,0 1 0 0 0,-1-1-1 0 0,1 1 1 0 0,-1-1 0 0 0,1 1-1 0 0,-1 0 1 0 0,1-1-1 0 0,-1 0 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7.2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1261 309 6417 0 0,'0'0'-260'0'0,"-10"-32"188"0"0,-13 0 783 0 0,16 21-498 0 0,-1 1 0 0 0,0-1 0 0 0,-16-15-1 0 0,0 6-146 0 0,0 2 0 0 0,-1 0 0 0 0,-1 1 0 0 0,0 2 0 0 0,-2 0 0 0 0,0 2 0 0 0,0 1 0 0 0,-1 1 0 0 0,0 2 0 0 0,-1 1 0 0 0,-37-6 0 0 0,57 13-60 0 0,-43-7 3 0 0,0 3 0 0 0,-61 2 1 0 0,-53 20-41 0 0,141-13-8 0 0,1 2 0 0 0,-1 0 0 0 0,-44 18 0 0 0,60-20 21 0 0,0 0 0 0 0,1 1 0 0 0,0 0 0 0 0,0 1 0 0 0,0 0 0 0 0,0 1 0 0 0,1 0 0 0 0,0 0 0 0 0,1 0 1 0 0,-1 1-1 0 0,-11 18 0 0 0,19-26 17 0 0,-14 21-30 0 0,1 1 0 0 0,1 0 0 0 0,1 1-1 0 0,-13 39 1 0 0,23-59 29 0 0,-2 10 12 0 0,-1-1 0 0 0,0 0 0 0 0,-1 0 0 0 0,-1 0 0 0 0,-8 14-1 0 0,13-24 111 0 0,0 0 0 0 0,0 0-1 0 0,0 1 1 0 0,0-1-1 0 0,-1 0 1 0 0,1 0 0 0 0,0 0-1 0 0,-1 0 1 0 0,0 0 0 0 0,1-1-1 0 0,-1 1 1 0 0,-4 2-1 0 0,6-5-47 0 0,-1 0-1 0 0,0 1 1 0 0,0-1-1 0 0,0 0 0 0 0,0 0 1 0 0,1 0-1 0 0,-1-1 0 0 0,0 1 1 0 0,1 0-1 0 0,-1 0 0 0 0,1 0 1 0 0,0 0-1 0 0,-1-1 1 0 0,1 1-1 0 0,0 0 0 0 0,-1 0 1 0 0,1-3-1 0 0,-1-1-278 0 0,-3-13 332 0 0,0-1-1 0 0,1 0 0 0 0,1 0 1 0 0,1 0-1 0 0,1 0 0 0 0,1 0 1 0 0,0 0-1 0 0,1 0 0 0 0,7-24 1 0 0,-9 41-97 0 0,0-18-8 0 0,0 18-11 0 0,0-4 91 0 0,0 3-243 0 0,0 7-772 0 0,12 94 756 0 0,-2-20 72 0 0,1-24 21 0 0,-8-42 147 0 0,0 1 0 0 0,-1-1 1 0 0,1 20-1 0 0,-3-32-69 0 0,0 1-1 0 0,0-1 1 0 0,0 0-1 0 0,0 0 0 0 0,0 1 1 0 0,0-1-1 0 0,0 0 0 0 0,1 0 1 0 0,-1 1-1 0 0,0-1 1 0 0,0 0-1 0 0,0 0 0 0 0,0 1 1 0 0,1-1-1 0 0,-1 0 1 0 0,0 0-1 0 0,0 0 0 0 0,0 0 1 0 0,1 1-1 0 0,-1-1 1 0 0,0 0-1 0 0,0 0 0 0 0,1 0 1 0 0,-1 0-1 0 0,0 0 1 0 0,0 0-1 0 0,1 1 0 0 0,-1-1 1 0 0,0 0-1 0 0,0 0 0 0 0,1 0 1 0 0,-1 0-1 0 0,0 0 1 0 0,1 0-1 0 0,-1 0 0 0 0,0 0 1 0 0,0 0-1 0 0,1 0 1 0 0,-1 0-1 0 0,0-1 0 0 0,0 1 1 0 0,1 0-1 0 0,-1 0 1 0 0,0 0-1 0 0,0 0 0 0 0,1 0 1 0 0,103-78 185 0 0,15-10-193 0 0,173-76-666 0 0,-291 163 557 0 0,8-3-13 0 0,-9-14-8838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9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2299 704 5933 0 0,'0'0'-280'0'0,"-17"1"402"0"0,11-5-20 0 0,0 0 1 0 0,1 0-1 0 0,0 0 1 0 0,0-1-1 0 0,0 1 1 0 0,1-1-1 0 0,0-1 1 0 0,0 1-1 0 0,0-1 1 0 0,-5-9-1 0 0,-32-71 680 0 0,29 58-574 0 0,-5-6-49 0 0,-2 1 0 0 0,-1 0 1 0 0,-2 2-1 0 0,-1 0 0 0 0,-1 2 0 0 0,-2 0 1 0 0,-1 2-1 0 0,0 1 0 0 0,-45-32 0 0 0,39 38-136 0 0,0 1 0 0 0,-1 1 0 0 0,-1 2 0 0 0,-1 1 0 0 0,-51-14 0 0 0,-192-31 95 0 0,212 50-145 0 0,0 3 1 0 0,-101 4-1 0 0,80 5-19 0 0,46 2 13 0 0,0 2-1 0 0,1 1 1 0 0,-77 25-1 0 0,94-23 12 0 0,0 1 0 0 0,1 2 0 0 0,1 0 0 0 0,0 1 0 0 0,0 1 0 0 0,2 1 0 0 0,-21 19 0 0 0,-13 18-54 0 0,-90 113 0 0 0,122-138 77 0 0,1-4-20 0 0,2 1 0 0 0,1 0-1 0 0,1 2 1 0 0,1 0 0 0 0,1 0 0 0 0,2 2 0 0 0,-16 42-1 0 0,-4 28-6 0 0,18-62 8 0 0,3 1-1 0 0,1 1 0 0 0,-9 57 0 0 0,20-90 202 0 0,0-3-70 0 0,0 0-1 0 0,0 0 1 0 0,0 0 0 0 0,-1 0 0 0 0,1 0-1 0 0,0 0 1 0 0,-1 0 0 0 0,1 0 0 0 0,-1 0-1 0 0,0 0 1 0 0,0 0 0 0 0,0 0 0 0 0,0 0-1 0 0,0 0 1 0 0,0 0 0 0 0,0-1 0 0 0,-1 1-1 0 0,-2 2 1 0 0,1-28 232 0 0,-34-185 813 0 0,34 199-1144 0 0,0 0 1 0 0,1-1-1 0 0,0 1 1 0 0,0-15 0 0 0,2 23-40 0 0,7 37-270 0 0,1 0 42 0 0,2 0 0 0 0,1-1 0 0 0,18 37 0 0 0,29 69 220 0 0,-57-139 68 0 0,-1-1-22 0 0,0 0 0 0 0,0 1-1 0 0,0-1 1 0 0,0 0 0 0 0,0 1 0 0 0,0-1 0 0 0,0 0-1 0 0,1 1 1 0 0,-1-1 0 0 0,0 0 0 0 0,0 0 0 0 0,1 1-1 0 0,-1-1 1 0 0,0 0 0 0 0,0 0 0 0 0,1 1-1 0 0,-1-1 1 0 0,0 0 0 0 0,0 0 0 0 0,1 0 0 0 0,-1 1-1 0 0,0-1 1 0 0,1 0 0 0 0,-1 0 0 0 0,0 0 0 0 0,1 0-1 0 0,-1 0 1 0 0,0 0 0 0 0,1 0 0 0 0,-1 0-1 0 0,0 0 1 0 0,1 0 0 0 0,-1 0 0 0 0,0 0 0 0 0,1 0-1 0 0,-1 0 1 0 0,0 0 0 0 0,1 0 0 0 0,-1 0 0 0 0,0 0-1 0 0,1-1 1 0 0,-1 1 0 0 0,0 0 0 0 0,1 0 0 0 0,-1 0-1 0 0,0 0 1 0 0,0-1 0 0 0,1 1 0 0 0,-1 0-1 0 0,0 0 1 0 0,0-1 0 0 0,1 1 0 0 0,-1 0 0 0 0,0 0-1 0 0,0-1 1 0 0,0 1 0 0 0,1-1 0 0 0,21-21 25 0 0,5-20-10 0 0,2 2-1 0 0,2 1 0 0 0,2 1 1 0 0,1 2-1 0 0,2 2 1 0 0,49-37-1 0 0,-18 15-374 0 0,-65 55 329 0 0,25-33-2871 0 0,-10 16-1520 0 0,-6 8 1487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2.1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49 416 6193 0 0,'0'0'-278'0'0,"-4"0"86"0"0,2 0 211 0 0,0 0 0 0 0,0 0 0 0 0,0-1 0 0 0,0 1 0 0 0,0 0 0 0 0,0-1 0 0 0,0 1 0 0 0,0-1 1 0 0,1 0-1 0 0,-1 0 0 0 0,0 0 0 0 0,0 0 0 0 0,0 0 0 0 0,1 0 0 0 0,-1 0 0 0 0,0 0 1 0 0,1-1-1 0 0,0 1 0 0 0,-1 0 0 0 0,1-1 0 0 0,0 0 0 0 0,-1 1 0 0 0,-1-4 0 0 0,3 2 20 0 0,-1 0 0 0 0,1 0 0 0 0,0 0 0 0 0,0-1 0 0 0,0 1 0 0 0,0 0 0 0 0,0 0-1 0 0,1 0 1 0 0,0 0 0 0 0,-1 0 0 0 0,1 0 0 0 0,0 0 0 0 0,0 0 0 0 0,1 1 0 0 0,-1-1 0 0 0,1 0-1 0 0,1-2 1 0 0,11-19-16 0 0,0 1 0 0 0,1 1 0 0 0,2 0 1 0 0,0 1-1 0 0,1 1 0 0 0,1 1 0 0 0,1 1 0 0 0,1 0 0 0 0,0 1 0 0 0,1 2 0 0 0,1 0 0 0 0,0 1 0 0 0,1 2 0 0 0,1 0 0 0 0,0 2 0 0 0,0 0 0 0 0,1 2 0 0 0,46-9 0 0 0,-55 14-20 0 0,-2-1-22 0 0,1 0 1 0 0,-1 2 0 0 0,1-1 0 0 0,0 2 0 0 0,0 0-1 0 0,0 1 1 0 0,0 1 0 0 0,0 0 0 0 0,0 1 0 0 0,15 5-1 0 0,-1 5-16 0 0,-1 2-1 0 0,-1 1 0 0 0,0 1 0 0 0,-1 2 1 0 0,-1 0-1 0 0,43 41 0 0 0,-58-48 6 0 0,-1 0 1 0 0,0 0-1 0 0,-1 1 0 0 0,0 0 0 0 0,-1 1 0 0 0,0 0 0 0 0,7 16 0 0 0,3 13-16 0 0,12 48-1 0 0,40 108-58 0 0,-61-151 568 0 0,-9-46 165 0 0,0 0-575 0 0,0-1 1 0 0,0 0-1 0 0,0 1 0 0 0,0-1 0 0 0,-1 1 0 0 0,1-1 0 0 0,0 1 0 0 0,0-1 0 0 0,0 0 0 0 0,-1 1 0 0 0,1-1 0 0 0,0 0 1 0 0,0 1-1 0 0,-1-1 0 0 0,1 0 0 0 0,0 1 0 0 0,-1-1 0 0 0,1 0 0 0 0,0 1 0 0 0,-1-1 0 0 0,1 0 0 0 0,0 0 0 0 0,-1 1 0 0 0,1-1 1 0 0,0 0-1 0 0,-1 0 0 0 0,1 0 0 0 0,-1 0 0 0 0,1 0 0 0 0,-1 0 0 0 0,0 1 0 0 0,-7-3 123 0 0,-1 0 0 0 0,1-1 0 0 0,-1 0 0 0 0,1 0 1 0 0,0-1-1 0 0,0 0 0 0 0,1 0 0 0 0,-1-1 0 0 0,1 0 0 0 0,0 0 0 0 0,-12-12 0 0 0,-12-13 196 0 0,-30-38 0 0 0,44 47-163 0 0,-59-86 424 0 0,75 106-621 0 0,-5-7 61 0 0,1 4-244 0 0,4 7-713 0 0,7 9 843 0 0,0 0 1 0 0,1 0-1 0 0,0-1 1 0 0,1 0-1 0 0,0 0 0 0 0,1-1 1 0 0,0 0-1 0 0,0 0 1 0 0,1-1-1 0 0,0 0 0 0 0,16 10 1 0 0,6 3 27 0 0,1-2 0 0 0,62 30-1 0 0,-93-50 29 0 0,0 0 0 0 0,-1 0-1 0 0,1 1 1 0 0,0-1 0 0 0,-1 0-1 0 0,1-1 1 0 0,-1 1 0 0 0,1 0-1 0 0,0 0 1 0 0,-1-1 0 0 0,1 1-1 0 0,-1 0 1 0 0,1-1 0 0 0,-1 0-1 0 0,1 1 1 0 0,-1-1 0 0 0,1 0-1 0 0,-1 0 1 0 0,0 0 0 0 0,1 0-1 0 0,-1 0 1 0 0,0 0 0 0 0,0 0-1 0 0,0 0 1 0 0,0-1 0 0 0,0 1-1 0 0,2-3 1 0 0,28-44 70 0 0,-26 39-52 0 0,114-196 40 0 0,-108 178-846 0 0,-11 25 299 0 0,0 0-1 0 0,1 0 1 0 0,0-1-1 0 0,0 1 1 0 0,-1 0-1 0 0,1 0 1 0 0,0 0-1 0 0,1 0 0 0 0,-1 1 1 0 0,0-1-1 0 0,0 0 1 0 0,1 0-1 0 0,1-1 1 0 0,8-5-2282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4.4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17 616 6001 0 0,'0'0'-313'0'0,"0"0"-32"0"0,-1 1 377 0 0,1-1-1 0 0,-1 0 1 0 0,1 0-1 0 0,-1 1 1 0 0,1-1 0 0 0,-1 0-1 0 0,1 0 1 0 0,-1 0-1 0 0,1 0 1 0 0,-1 0-1 0 0,0 0 1 0 0,1 0-1 0 0,-1 0 1 0 0,1 0-1 0 0,-1 0 1 0 0,1 0-1 0 0,-1 0 1 0 0,1 0-1 0 0,-1 0 1 0 0,1-1-1 0 0,-1 1 1 0 0,1 0-1 0 0,-1 0 1 0 0,1 0 0 0 0,-1-1-1 0 0,0 0 1 0 0,1-6 13 0 0,-1 0 1 0 0,1 0-1 0 0,0 0 1 0 0,0 0-1 0 0,1 0 1 0 0,0 0-1 0 0,0 0 1 0 0,1 0-1 0 0,0 0 1 0 0,0 1 0 0 0,1-1-1 0 0,0 1 1 0 0,0-1-1 0 0,0 1 1 0 0,1 0-1 0 0,6-9 1 0 0,10-13 25 0 0,2 1 0 0 0,24-25 1 0 0,8-4 22 0 0,107-85 1 0 0,-131 118-97 0 0,1 1 0 0 0,2 2 0 0 0,0 2 0 0 0,1 0 1 0 0,60-20-1 0 0,-52 25-10 0 0,0 2 1 0 0,1 2 0 0 0,0 2 0 0 0,0 2 0 0 0,1 1-1 0 0,75 5 1 0 0,-84 2-14 0 0,0 1-1 0 0,0 2 1 0 0,-1 2-1 0 0,0 1 1 0 0,0 2-1 0 0,-1 1 1 0 0,0 1-1 0 0,55 32 1 0 0,191 153-95 0 0,-235-161 71 0 0,-2 2-1 0 0,64 75 0 0 0,-104-112 50 0 0,25 29-25 0 0,-3 2-1 0 0,39 62 0 0 0,-51-67 18 0 0,-1 1 1 0 0,14 58 0 0 0,-18-28 3 0 0,-7-57 18 0 0,-1 0-4 0 0,-1 6 0 0 0,2-6-2 0 0,-1 11-82 0 0,1-12 153 0 0,0-1 0 0 0,0 1 0 0 0,0-1 0 0 0,-1 0 1 0 0,1 1-1 0 0,0-1 0 0 0,0 1 0 0 0,0-1 0 0 0,0 0 1 0 0,0 1-1 0 0,0-1 0 0 0,-1 0 0 0 0,1 1 1 0 0,0-1-1 0 0,0 0 0 0 0,-1 1 0 0 0,1-1 0 0 0,0 0 1 0 0,0 1-1 0 0,-1-1 0 0 0,1 0 0 0 0,0 0 1 0 0,-1 1-1 0 0,1-1 0 0 0,0 0 0 0 0,-1 0 0 0 0,1 0 1 0 0,0 0-1 0 0,-1 1 0 0 0,1-1 0 0 0,-1 0 1 0 0,1 0-1 0 0,0 0 0 0 0,-1 0 0 0 0,1 0 0 0 0,-1 0 1 0 0,1 0-1 0 0,0 0 0 0 0,-1 0 0 0 0,1 0 0 0 0,-1 0 1 0 0,1 0-1 0 0,-24-13 92 0 0,1 0 1 0 0,1-1-1 0 0,1-1 1 0 0,0-1-1 0 0,1-1 1 0 0,1 0-1 0 0,0-2 1 0 0,1 0-1 0 0,1-1 1 0 0,1-1-1 0 0,-17-30 0 0 0,26 40-98 0 0,-1 0 0 0 0,1 1-1 0 0,-2 0 1 0 0,-14-14-1 0 0,22 23-76 0 0,-4-11-1064 0 0,63 68 850 0 0,3-4 0 0 0,80 54-1 0 0,-124-94 213 0 0,11 7 8 0 0,33 31-1 0 0,-60-49 16 0 0,3 1 14 0 0,-3-1 5 0 0,0 0 0 0 0,-1-1-1 0 0,1 1 1 0 0,-1-1-1 0 0,1 1 1 0 0,0-1 0 0 0,0 1-1 0 0,-1-1 1 0 0,1 1-1 0 0,0-1 1 0 0,0 0 0 0 0,0 0-1 0 0,-1 1 1 0 0,1-1 0 0 0,0 0-1 0 0,0 0 1 0 0,0 0-1 0 0,0 0 1 0 0,-1 0 0 0 0,1 0-1 0 0,0 0 1 0 0,0 0-1 0 0,0 0 1 0 0,1 0 0 0 0,49-79 478 0 0,-33 49-406 0 0,2 0 0 0 0,33-38 0 0 0,-29 35-139 0 0,-23 32 20 0 0,13-23-1654 0 0,-14 23 1019 0 0,0-14-4731 0 0,0 3 2441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7.1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10 988 6377 0 0,'0'0'8'0'0,"0"0"-1"0"0,0 0 1 0 0,0 1 0 0 0,0-1 0 0 0,0 0 0 0 0,-1 0 0 0 0,1 0 0 0 0,0 0 0 0 0,0 1 0 0 0,0-1 0 0 0,0 0 0 0 0,-1 0 0 0 0,1 0-1 0 0,0 0 1 0 0,0 0 0 0 0,0 0 0 0 0,-1 0 0 0 0,1 0 0 0 0,0 0 0 0 0,0 0 0 0 0,0 0 0 0 0,-1 1 0 0 0,1-1 0 0 0,0 0 0 0 0,0 0 0 0 0,-1-1-1 0 0,1 1 1 0 0,0 0 0 0 0,0 0 0 0 0,0 0 0 0 0,-1 0 0 0 0,1 0 0 0 0,0 0 0 0 0,0 0 0 0 0,-1 0 0 0 0,1 0 0 0 0,0 0 0 0 0,0 0 0 0 0,0-1-1 0 0,0 1 1 0 0,-1 0 0 0 0,1 0 0 0 0,0 0 0 0 0,0 0 0 0 0,0-1 0 0 0,0 1 0 0 0,0 0 0 0 0,-1 0 0 0 0,1 0 0 0 0,0-1 0 0 0,0 1 0 0 0,0 0-1 0 0,0 0 1 0 0,0 0 0 0 0,0-1 0 0 0,0 1 0 0 0,0 0 0 0 0,0-1 0 0 0,4-10 27 0 0,1-1 1 0 0,0 0-1 0 0,1 1 1 0 0,0 0-1 0 0,1 1 1 0 0,10-13-1 0 0,58-66 68 0 0,-40 49-46 0 0,50-54 11 0 0,3 4-1 0 0,5 4 1 0 0,156-113-1 0 0,-177 152-80 0 0,2 2-1 0 0,116-51 1 0 0,-149 79-8 0 0,2 2 1 0 0,86-19-1 0 0,92-1-3 0 0,-203 32 21 0 0,17 0-11 0 0,1 1-1 0 0,0 2 1 0 0,-1 1 0 0 0,1 2 0 0 0,-1 2 0 0 0,62 15 0 0 0,205 82-62 0 0,-228-74 67 0 0,-16-6-9 0 0,-2 2 0 0 0,0 3 0 0 0,61 40 0 0 0,-35-11-34 0 0,-2 3 0 0 0,140 138 0 0 0,-211-188 51 0 0,193 216-64 0 0,-188-206 53 0 0,-1 1-1 0 0,11 24 1 0 0,-13-23-1 0 0,1-1 1 0 0,15 21 0 0 0,47 50-4 0 0,-3 9 11 0 0,-67-94 4 0 0,-1 0-1 0 0,0-1 1 0 0,0 1 0 0 0,-1 0 0 0 0,4 11-1 0 0,3 9-13 0 0,-8-25 13 0 0,5 22 20 0 0,-4-19-16 0 0,-1-4 15 0 0,-1 1 1 0 0,1 0 0 0 0,0-1 0 0 0,-1 1 0 0 0,1 0-1 0 0,-1 0 1 0 0,1-1 0 0 0,-1 1 0 0 0,1 0-1 0 0,-1 0 1 0 0,0 0 0 0 0,1 0 0 0 0,-1 0 0 0 0,0 0-1 0 0,0 0 1 0 0,0 0 0 0 0,0-1 0 0 0,0 1 0 0 0,0 0-1 0 0,0 0 1 0 0,0 0 0 0 0,0 0 0 0 0,0 0-1 0 0,0 0 1 0 0,0 0 0 0 0,-1 0 0 0 0,1 0 0 0 0,-1 1-1 0 0,0-2 88 0 0,-1 0-1 0 0,1 0 0 0 0,0 0 1 0 0,-1 0-1 0 0,1 0 1 0 0,0 0-1 0 0,-1 0 0 0 0,1 0 1 0 0,0-1-1 0 0,-1 1 0 0 0,1-1 1 0 0,0 1-1 0 0,0-1 0 0 0,-1 1 1 0 0,1-1-1 0 0,-1 0 0 0 0,-54-34 1480 0 0,11-1-1196 0 0,-4-1-135 0 0,2-3 0 0 0,1-1 0 0 0,-50-59 0 0 0,88 86-188 0 0,5 10-48 0 0,1 0-1 0 0,-1 0 1 0 0,0 0 0 0 0,0 1 0 0 0,0-1 0 0 0,-1 1-1 0 0,-6-6 1 0 0,9 8-28 0 0,1 1 0 0 0,0-1 1 0 0,0 1 0 0 0,0 0 0 0 0,0 0-1 0 0,1-1 1 0 0,-1 1 0 0 0,0 0-1 0 0,0 0 1 0 0,0 0 0 0 0,1-1 0 0 0,-1 1-1 0 0,0 0 1 0 0,0 0 0 0 0,0 0-1 0 0,1 0 1 0 0,-1-1 0 0 0,0 1-1 0 0,0 0 1 0 0,1 0 0 0 0,-1 0 0 0 0,0 0-1 0 0,1 0 1 0 0,-1 0 0 0 0,0 0-1 0 0,0 0 1 0 0,1 0 0 0 0,-1 0-1 0 0,0 0 1 0 0,1 0 0 0 0,-1 0 0 0 0,0 0-1 0 0,0 0 1 0 0,1 0 0 0 0,-1 0-1 0 0,0 0 1 0 0,1 0 0 0 0,-1 1-1 0 0,0-1 1 0 0,0 0 0 0 0,1 0 0 0 0,-1 0-1 0 0,0 0 1 0 0,0 0 0 0 0,0 1-1 0 0,1-1 1 0 0,-1 0 0 0 0,0 0-1 0 0,0 1 1 0 0,1-1 0 0 0,26 18-131 0 0,24 24 75 0 0,96 76-25 0 0,-90-75 77 0 0,-4-7 87 0 0,-52-35-38 0 0,4 2 40 0 0,-5-3-3 0 0,1 1 0 0 0,0-1 1 0 0,-1 1-1 0 0,1 0 0 0 0,0-1 1 0 0,0 1-1 0 0,-1-1 1 0 0,1 0-1 0 0,0 1 0 0 0,0-1 1 0 0,0 0-1 0 0,-1 1 0 0 0,1-1 1 0 0,0 0-1 0 0,0 0 0 0 0,0 0 1 0 0,0 0-1 0 0,0 0 0 0 0,0 0 1 0 0,1 0-1 0 0,14-15 95 0 0,0 0 0 0 0,-1-2 1 0 0,-2 0-1 0 0,1 0 0 0 0,13-24 0 0 0,-1 1-48 0 0,1 6-34 0 0,-17 22-72 0 0,0-1-1 0 0,-1-1 1 0 0,0 1 0 0 0,11-26-1 0 0,-19 38-56 0 0,-1 0-80 0 0,1 1 0 0 0,-1-1 0 0 0,1 0 0 0 0,-1 1 0 0 0,1-1 0 0 0,-1 0 0 0 0,0 1 0 0 0,1-1 0 0 0,-1 0 0 0 0,0 1 0 0 0,0-1-1 0 0,0 0 1 0 0,0 0 0 0 0,1 1 0 0 0,-1-1 0 0 0,0 0 0 0 0,0 0 0 0 0,0 0 0 0 0,0 1 0 0 0,-1-1 0 0 0,1 0 0 0 0,0 0 0 0 0,0 1 0 0 0,-1-2 0 0 0,2-10-6260 0 0,3 6 3348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8.4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47 6333 0 0,'0'0'-396'0'0,"4"-1"54"0"0,-2 1 319 0 0,-1 0 1 0 0,1-1 0 0 0,0 0 0 0 0,-1 1-1 0 0,1-1 1 0 0,0 0 0 0 0,-1 0 0 0 0,1 0-1 0 0,-1 0 1 0 0,1 0 0 0 0,-1 0 0 0 0,1 0-1 0 0,-1-1 1 0 0,0 1 0 0 0,0 0 0 0 0,0-1 0 0 0,0 1-1 0 0,0-1 1 0 0,0 1 0 0 0,0-1 0 0 0,0 0-1 0 0,0-1 1 0 0,0 2 621 0 0,-15 28-996 0 0,15-26 351 0 0,-1 0 46 0 0,0-1-1 0 0,0 1 1 0 0,0 0-1 0 0,0-1 1 0 0,0 1-1 0 0,0-1 1 0 0,0 1-1 0 0,0-1 1 0 0,0 1-1 0 0,0-1 1 0 0,0 1-1 0 0,0 0 1 0 0,1-1-1 0 0,-1 1 1 0 0,0-1-1 0 0,0 1 1 0 0,0-1-1 0 0,1 1 1 0 0,-1-1-1 0 0,0 0 1 0 0,1 1-1 0 0,-1-1 1 0 0,0 1-1 0 0,1-1 1 0 0,-1 1-1 0 0,1-1 1 0 0,-1 0-1 0 0,1 1 1 0 0,-1-1-1 0 0,1 0 1 0 0,-1 0-1 0 0,1 1 1 0 0,0-1-1 0 0,3 3 1 0 0,1 0 0 0 0,0 0 0 0 0,0-1-1 0 0,0 0 1 0 0,0 0 0 0 0,0 0-1 0 0,0 0 1 0 0,1-1 0 0 0,-1 0-1 0 0,1 0 1 0 0,-1-1 0 0 0,1 1-1 0 0,-1-1 1 0 0,1 0 0 0 0,-1-1-1 0 0,1 1 1 0 0,-1-1 0 0 0,6-1-1 0 0,1-1 132 0 0,0-1 0 0 0,-1 0-1 0 0,1 0 1 0 0,-1-1-1 0 0,0-1 1 0 0,17-10 0 0 0,-27 15-102 0 0,0 1 1 0 0,-1 0 0 0 0,1-1-1 0 0,-1 1 1 0 0,1 0 0 0 0,0-1-1 0 0,-1 1 1 0 0,1-1 0 0 0,-1 1 0 0 0,1 0-1 0 0,-1-1 1 0 0,1 0 0 0 0,-1 1-1 0 0,1-1 1 0 0,-1 1 0 0 0,0-1 0 0 0,1 0-1 0 0,-1 1 1 0 0,0-1 0 0 0,1 1-1 0 0,-1-1 1 0 0,0 0 0 0 0,0 0-1 0 0,0 1 1 0 0,1-1 0 0 0,-1 0 0 0 0,0 1-1 0 0,0-1 1 0 0,0 0 0 0 0,0 0-1 0 0,0 1 1 0 0,-1-1 0 0 0,1 0 0 0 0,0 1-1 0 0,0-1 1 0 0,0 0 0 0 0,-1 1-1 0 0,1-1 1 0 0,0 0 0 0 0,0 1-1 0 0,-1-1 1 0 0,1 0 0 0 0,-1 1 0 0 0,1-1-1 0 0,-1 1 1 0 0,0-1 0 0 0,0 0-11 0 0,0-1 0 0 0,-1 1 0 0 0,0 0 0 0 0,1 1 1 0 0,-1-1-1 0 0,1 0 0 0 0,-1 0 0 0 0,0 1 0 0 0,0-1 1 0 0,1 1-1 0 0,-1-1 0 0 0,0 1 0 0 0,0 0 0 0 0,1 0 0 0 0,-1 0 1 0 0,0 0-1 0 0,-3 0 0 0 0,-35 11 30 0 0,38-11-77 0 0,0 1-1 0 0,-1 0 1 0 0,1 0 0 0 0,0 0-1 0 0,-1 0 1 0 0,1 1 0 0 0,0-1-1 0 0,0 0 1 0 0,0 1-1 0 0,0 0 1 0 0,1-1 0 0 0,-1 1-1 0 0,0 0 1 0 0,1 0-1 0 0,-1 0 1 0 0,-1 3 0 0 0,3-4-67 0 0,-1 6-88 0 0,1-7 175 0 0,0 1 0 0 0,0-1 0 0 0,0 1 0 0 0,0-1 0 0 0,0 0 0 0 0,0 1 0 0 0,0-1 0 0 0,0 1 0 0 0,0-1 0 0 0,0 0 0 0 0,1 1 0 0 0,-1-1 0 0 0,0 0 0 0 0,0 1 0 0 0,0-1 0 0 0,0 1 0 0 0,0-1 0 0 0,1 0 0 0 0,-1 1 0 0 0,0-1 0 0 0,0 0 0 0 0,1 0 0 0 0,-1 1 0 0 0,0-1 0 0 0,1 0 0 0 0,-1 0 0 0 0,0 1 0 0 0,1-1 0 0 0,-1 0 0 0 0,0 0 0 0 0,1 0 0 0 0,0 1 0 0 0,1 1-32 0 0,2-3 49 0 0,0 1 0 0 0,-1-1-1 0 0,1 1 1 0 0,0-1 0 0 0,-1 0 0 0 0,1 0-1 0 0,-1-1 1 0 0,1 1 0 0 0,3-3 0 0 0,-7 4 9 0 0,1 0 1 0 0,-1 0-1 0 0,1-1 1 0 0,-1 1-1 0 0,0 0 1 0 0,1-1 0 0 0,-1 1-1 0 0,1 0 1 0 0,-1-1-1 0 0,0 1 1 0 0,1-1-1 0 0,-1 1 1 0 0,0 0-1 0 0,1-1 1 0 0,-1 1 0 0 0,0-1-1 0 0,0 1 1 0 0,0-1-1 0 0,1 1 1 0 0,-1-1-1 0 0,0 1 1 0 0,0-1 0 0 0,0 1-1 0 0,0-1 1 0 0,0 0-1 0 0,0 1 1 0 0,0-1-1 0 0,0 1 1 0 0,0-1-1 0 0,0 1 1 0 0,0-1 0 0 0,-1 1-1 0 0,1-1 1 0 0,0 1-1 0 0,0-1 1 0 0,0 1-1 0 0,-1-1 1 0 0,1 1-1 0 0,0-1 1 0 0,0 1 0 0 0,-1 0-1 0 0,1-1 1 0 0,0 1-1 0 0,-1-1 1 0 0,1 1-1 0 0,-1 0 1 0 0,0-1 0 0 0,-24-8 156 0 0,23 9-157 0 0,-2 0-40 0 0,-13 2-56 0 0,13-2-54 0 0,0 1-68 0 0,4-1 125 0 0,-27 5-205 0 0,26-5 78 0 0,0 0-1 0 0,-1 0 0 0 0,1 1 1 0 0,0-1-1 0 0,-1 0 0 0 0,1 1 1 0 0,0-1-1 0 0,0 1 0 0 0,0-1 1 0 0,-1 1-1 0 0,1 0 0 0 0,0-1 1 0 0,0 1-1 0 0,0 0 0 0 0,0 0 1 0 0,0 0-1 0 0,0 0 0 0 0,0 0 1 0 0,-1 2-1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9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129 31 4144 0 0,'0'-1'8'0'0,"-1"-1"-1"0"0,0 1 0 0 0,1 0 0 0 0,-1-1 1 0 0,0 1-1 0 0,0 0 0 0 0,0 0 1 0 0,0 0-1 0 0,0 0 0 0 0,0 0 0 0 0,-1 0 1 0 0,1 0-1 0 0,0 0 0 0 0,0 0 0 0 0,-1 1 1 0 0,1-1-1 0 0,0 0 0 0 0,-1 1 1 0 0,1-1-1 0 0,-1 1 0 0 0,1 0 0 0 0,-1-1 1 0 0,1 1-1 0 0,-1 0 0 0 0,1 0 0 0 0,-1 0 1 0 0,1 0-1 0 0,-1 0 0 0 0,1 0 1 0 0,-1 0-1 0 0,1 0 0 0 0,0 1 0 0 0,-1-1 1 0 0,1 1-1 0 0,-1-1 0 0 0,-1 2 0 0 0,-6 0-7 0 0,1 1 0 0 0,0 1 0 0 0,0-1 0 0 0,0 1 0 0 0,-8 6 0 0 0,16-10-2 0 0,-1 0-1 0 0,0 1 1 0 0,1-1 0 0 0,-1 1 0 0 0,1-1-1 0 0,-1 1 1 0 0,1-1 0 0 0,-1 1-1 0 0,1 0 1 0 0,-1-1 0 0 0,1 1-1 0 0,0-1 1 0 0,-1 1 0 0 0,1 0-1 0 0,0-1 1 0 0,-1 1 0 0 0,1 0 0 0 0,0-1-1 0 0,0 1 1 0 0,0 0 0 0 0,0 0-1 0 0,0-1 1 0 0,0 1 0 0 0,0 0-1 0 0,0-1 1 0 0,0 1 0 0 0,0 0 0 0 0,0 0-1 0 0,0-1 1 0 0,0 1 0 0 0,1 0-1 0 0,-1-1 1 0 0,0 1 0 0 0,0 0-1 0 0,1-1 1 0 0,-1 1 0 0 0,0 0-1 0 0,1-1 1 0 0,-1 1 0 0 0,1-1 0 0 0,-1 1-1 0 0,1-1 1 0 0,-1 1 0 0 0,1-1-1 0 0,0 1 1 0 0,-1-1 0 0 0,2 1-1 0 0,29 17-34 0 0,-20-15-13 0 0,1-1 0 0 0,-1 0-1 0 0,1-1 1 0 0,0 0 0 0 0,0-1 0 0 0,0 0 0 0 0,15-3-1 0 0,-21 3 70 0 0,0-1-1 0 0,0 0 1 0 0,-1 0-1 0 0,1-1 1 0 0,-1 1 0 0 0,1-1-1 0 0,-1-1 1 0 0,0 1-1 0 0,0-1 1 0 0,0 0-1 0 0,0 0 1 0 0,0 0-1 0 0,-1 0 1 0 0,1-1-1 0 0,-1 0 1 0 0,0 0 0 0 0,4-5-1 0 0,-7 8 10 0 0,-1 0 0 0 0,1 0 0 0 0,-1 1 0 0 0,1-1 0 0 0,-1 0 0 0 0,1 0 0 0 0,-1 0 0 0 0,1 0 0 0 0,-1 0 0 0 0,0 0 0 0 0,0 0 0 0 0,1 0 1 0 0,-1 0-1 0 0,0 0 0 0 0,0 0 0 0 0,0 0 0 0 0,0 0 0 0 0,0 0 0 0 0,0 0 0 0 0,0 0 0 0 0,-1 0 0 0 0,1 0 0 0 0,0 0 0 0 0,-1 0 0 0 0,1 0 0 0 0,0 0 0 0 0,-1 0 0 0 0,1 0 0 0 0,-1 0 0 0 0,1 1 0 0 0,-1-1 0 0 0,0 0 0 0 0,1 0 0 0 0,-1 1 0 0 0,0-1 0 0 0,0 0 0 0 0,1 1 0 0 0,-1-1 1 0 0,0 0-1 0 0,0 1 0 0 0,0-1 0 0 0,0 1 0 0 0,0 0 0 0 0,0-1 0 0 0,0 1 0 0 0,0 0 0 0 0,0-1 0 0 0,0 1 0 0 0,0 0 0 0 0,-1 0 0 0 0,-5-1 7 0 0,1-1 0 0 0,0 2 0 0 0,-1-1 0 0 0,1 1 0 0 0,-1 0 0 0 0,1 0 0 0 0,-7 1 0 0 0,3 1-10 0 0,3-2-37 0 0,0 1 0 0 0,0 0 0 0 0,0 1 0 0 0,0 0 0 0 0,0 0 0 0 0,1 0-1 0 0,-1 0 1 0 0,0 1 0 0 0,1 0 0 0 0,0 1 0 0 0,0 0 0 0 0,-8 6 0 0 0,13-9-21 0 0,6-1-10 0 0,15 2 45 0 0,-16-2 123 0 0,0 0 0 0 0,0-1 1 0 0,0 0-1 0 0,0 1 1 0 0,0-1-1 0 0,0-1 0 0 0,0 1 1 0 0,-1 0-1 0 0,1-1 1 0 0,0 0-1 0 0,3-2 0 0 0,-50 4-758 0 0,-66 10 0 0 0,106-10 229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20.4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12 3460 0 0,'0'0'-166'0'0,"-4"-2"490"0"0,-1 0 0 0 0,0 0 1 0 0,0 1-1 0 0,0-1 1 0 0,1 1-1 0 0,-8 0 1 0 0,-1 4-310 0 0,0 2 0 0 0,1-1 1 0 0,-1 2-1 0 0,1 0 1 0 0,1 0-1 0 0,-1 1 0 0 0,-17 13 1 0 0,27-18-26 0 0,0 0 0 0 0,0-1 0 0 0,0 1-1 0 0,1 0 1 0 0,-1 0 0 0 0,0 0 0 0 0,1 0 0 0 0,0 0 0 0 0,-1 0 0 0 0,1 1 0 0 0,0-1 0 0 0,0 0 0 0 0,0 1 0 0 0,0-1-1 0 0,0 1 1 0 0,1-1 0 0 0,-1 1 0 0 0,1 3 0 0 0,0-4 6 0 0,1 0 1 0 0,-1-1-1 0 0,1 1 0 0 0,0 0 0 0 0,-1-1 1 0 0,1 1-1 0 0,0-1 0 0 0,0 1 0 0 0,0-1 1 0 0,1 1-1 0 0,-1-1 0 0 0,0 0 0 0 0,0 0 1 0 0,1 1-1 0 0,-1-1 0 0 0,1 0 1 0 0,-1 0-1 0 0,1 0 0 0 0,-1 0 0 0 0,1-1 1 0 0,0 1-1 0 0,-1 0 0 0 0,1-1 0 0 0,0 1 1 0 0,-1-1-1 0 0,5 1 0 0 0,0 0-5 0 0,1 1 0 0 0,0-2 0 0 0,0 1 0 0 0,0-1 0 0 0,-1 0 0 0 0,1 0 0 0 0,0-1 0 0 0,0 0 0 0 0,0 0 0 0 0,-1 0 0 0 0,13-6-1 0 0,0 0 162 0 0,-1-1-1 0 0,29-18 0 0 0,-47 25-133 0 0,1 1 1 0 0,0 0-1 0 0,0-1 1 0 0,0 1-1 0 0,0-1 1 0 0,0 1-1 0 0,0-1 1 0 0,-1 1-1 0 0,1-1 1 0 0,0 0-1 0 0,-1 1 1 0 0,1-1-1 0 0,0 0 1 0 0,-1 0-1 0 0,1 1 1 0 0,-1-1-1 0 0,1 0 1 0 0,-1 0-1 0 0,1 0 1 0 0,-1 0-1 0 0,0 0 1 0 0,1 0-1 0 0,-1 0 1 0 0,0 0-1 0 0,0 0 1 0 0,0 0-1 0 0,0 1 1 0 0,1-1-1 0 0,-1 0 1 0 0,-1 0-1 0 0,1 0 1 0 0,0 0-1 0 0,0 0 1 0 0,0 0-1 0 0,0 0 1 0 0,-1 0-1 0 0,1 0 1 0 0,0 0-1 0 0,-1 0 1 0 0,1 0-1 0 0,-1 0 1 0 0,1 1-1 0 0,-1-1 1 0 0,0 0-1 0 0,1 0 1 0 0,-2 0-1 0 0,0-1-8 0 0,0 0 0 0 0,0 1-1 0 0,0-1 1 0 0,0 1 0 0 0,-1-1 0 0 0,1 1-1 0 0,-1 0 1 0 0,1 0 0 0 0,-1 0 0 0 0,1 0-1 0 0,-1 0 1 0 0,0 1 0 0 0,1-1 0 0 0,-1 1-1 0 0,0 0 1 0 0,0 0 0 0 0,-4 0 0 0 0,-3 1-32 0 0,0 0 0 0 0,0 0 1 0 0,1 1-1 0 0,-1 1 0 0 0,1-1 1 0 0,-1 2-1 0 0,1-1 0 0 0,0 1 1 0 0,0 1-1 0 0,1-1 1 0 0,-1 2-1 0 0,-11 8 0 0 0,18-13 3 0 0,3 0 19 0 0,-1 0 0 0 0,1 0 0 0 0,0-1 0 0 0,-1 1 0 0 0,1 0 1 0 0,0-1-1 0 0,-1 1 0 0 0,1 0 0 0 0,0-1 0 0 0,0 1 0 0 0,-1-1 0 0 0,1 0 0 0 0,0 1 0 0 0,0-1 0 0 0,0 0 1 0 0,0 1-1 0 0,0-1 0 0 0,0 0 0 0 0,-1 0 0 0 0,1 0 0 0 0,0 1 0 0 0,0-1 0 0 0,0 0 0 0 0,0 0 1 0 0,0-1-1 0 0,0 1 0 0 0,0 0 0 0 0,0 0 0 0 0,0 0 0 0 0,0-1 0 0 0,-1 1 0 0 0,2-1 0 0 0,33-7 18 0 0,-28 7 77 0 0,-1-1 0 0 0,0 0 0 0 0,0-1 0 0 0,0 0 0 0 0,0 0 0 0 0,0 0 0 0 0,0 0 0 0 0,-1-1 0 0 0,0 0 0 0 0,0 0 0 0 0,0-1 0 0 0,0 1 1 0 0,-1-1-1 0 0,5-6 0 0 0,-8 9 67 0 0,-1 2-148 0 0,0-1-1 0 0,0 0 1 0 0,-1 1-1 0 0,1-1 1 0 0,0 1-1 0 0,0-1 0 0 0,-1 0 1 0 0,1 1-1 0 0,-1-1 1 0 0,1 1-1 0 0,0-1 1 0 0,-1 1-1 0 0,1-1 0 0 0,-1 1 1 0 0,1 0-1 0 0,-1-1 1 0 0,1 1-1 0 0,-1-1 1 0 0,0 1-1 0 0,1 0 0 0 0,-1 0 1 0 0,1-1-1 0 0,-1 1 1 0 0,0 0-1 0 0,1 0 1 0 0,-1 0-1 0 0,0 0 0 0 0,1-1 1 0 0,-1 1-1 0 0,0 0 1 0 0,1 0-1 0 0,-1 0 1 0 0,0 1-1 0 0,0-1 0 0 0,-1 0 37 0 0,-2-1-2 0 0,-3 1-46 0 0,1 1 0 0 0,-1 0 0 0 0,1 0 0 0 0,0 1 1 0 0,-1 0-1 0 0,1 0 0 0 0,-11 5 0 0 0,15-6-86 0 0,-3 2-47 0 0,3-2 97 0 0,4-2-165 0 0,22-9 264 0 0,-18 7 92 0 0,-11 2-176 0 0,-9-1-249 0 0,0 0 0 0 0,-1 0 1 0 0,-23 2-1 0 0,-21 5-3346 0 0,40-3 1722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21.0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1 4604 0 0,'0'0'-426'0'0,"-5"15"-2850"0"0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0400b1c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0400b1c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419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0943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xQyTK8quyY?si=C-flWWBSxwrqWao7" TargetMode="External"/><Relationship Id="rId2" Type="http://schemas.openxmlformats.org/officeDocument/2006/relationships/hyperlink" Target="https://youtu.be/ZhAz268Hdpw?si=jQXkVM058uJkEWC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qaWMOYf4ri8?si=iA8GmBLLFfcZgCQk" TargetMode="External"/><Relationship Id="rId4" Type="http://schemas.openxmlformats.org/officeDocument/2006/relationships/hyperlink" Target="https://youtu.be/UPtG_38Oq8o?si=fYUN8D7y1fvW2vCw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210.png"/><Relationship Id="rId7" Type="http://schemas.openxmlformats.org/officeDocument/2006/relationships/image" Target="../media/image411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61.png"/><Relationship Id="rId5" Type="http://schemas.openxmlformats.org/officeDocument/2006/relationships/image" Target="../media/image311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71.png"/><Relationship Id="rId7" Type="http://schemas.openxmlformats.org/officeDocument/2006/relationships/image" Target="../media/image9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111.png"/><Relationship Id="rId5" Type="http://schemas.openxmlformats.org/officeDocument/2006/relationships/image" Target="../media/image81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customXml" Target="../ink/ink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80.png"/><Relationship Id="rId3" Type="http://schemas.openxmlformats.org/officeDocument/2006/relationships/image" Target="../media/image310.png"/><Relationship Id="rId7" Type="http://schemas.openxmlformats.org/officeDocument/2006/relationships/image" Target="../media/image57.png"/><Relationship Id="rId12" Type="http://schemas.openxmlformats.org/officeDocument/2006/relationships/customXml" Target="../ink/ink33.xml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image" Target="../media/image70.png"/><Relationship Id="rId5" Type="http://schemas.openxmlformats.org/officeDocument/2006/relationships/image" Target="../media/image410.png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customXml" Target="../ink/ink42.xml"/><Relationship Id="rId26" Type="http://schemas.openxmlformats.org/officeDocument/2006/relationships/customXml" Target="../ink/ink46.xml"/><Relationship Id="rId39" Type="http://schemas.openxmlformats.org/officeDocument/2006/relationships/image" Target="../media/image27.png"/><Relationship Id="rId21" Type="http://schemas.openxmlformats.org/officeDocument/2006/relationships/image" Target="../media/image180.png"/><Relationship Id="rId34" Type="http://schemas.openxmlformats.org/officeDocument/2006/relationships/customXml" Target="../ink/ink50.xml"/><Relationship Id="rId42" Type="http://schemas.openxmlformats.org/officeDocument/2006/relationships/customXml" Target="../ink/ink54.xml"/><Relationship Id="rId47" Type="http://schemas.openxmlformats.org/officeDocument/2006/relationships/image" Target="../media/image31.png"/><Relationship Id="rId50" Type="http://schemas.openxmlformats.org/officeDocument/2006/relationships/customXml" Target="../ink/ink58.xml"/><Relationship Id="rId55" Type="http://schemas.openxmlformats.org/officeDocument/2006/relationships/image" Target="../media/image35.png"/><Relationship Id="rId7" Type="http://schemas.openxmlformats.org/officeDocument/2006/relationships/image" Target="../media/image110.png"/><Relationship Id="rId2" Type="http://schemas.openxmlformats.org/officeDocument/2006/relationships/customXml" Target="../ink/ink34.xml"/><Relationship Id="rId16" Type="http://schemas.openxmlformats.org/officeDocument/2006/relationships/customXml" Target="../ink/ink41.xml"/><Relationship Id="rId29" Type="http://schemas.openxmlformats.org/officeDocument/2006/relationships/image" Target="../media/image220.png"/><Relationship Id="rId11" Type="http://schemas.openxmlformats.org/officeDocument/2006/relationships/image" Target="../media/image130.png"/><Relationship Id="rId24" Type="http://schemas.openxmlformats.org/officeDocument/2006/relationships/customXml" Target="../ink/ink45.xml"/><Relationship Id="rId32" Type="http://schemas.openxmlformats.org/officeDocument/2006/relationships/customXml" Target="../ink/ink49.xml"/><Relationship Id="rId37" Type="http://schemas.openxmlformats.org/officeDocument/2006/relationships/image" Target="../media/image26.png"/><Relationship Id="rId40" Type="http://schemas.openxmlformats.org/officeDocument/2006/relationships/customXml" Target="../ink/ink53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" Type="http://schemas.openxmlformats.org/officeDocument/2006/relationships/image" Target="../media/image100.png"/><Relationship Id="rId10" Type="http://schemas.openxmlformats.org/officeDocument/2006/relationships/customXml" Target="../ink/ink38.xml"/><Relationship Id="rId19" Type="http://schemas.openxmlformats.org/officeDocument/2006/relationships/image" Target="../media/image170.png"/><Relationship Id="rId31" Type="http://schemas.openxmlformats.org/officeDocument/2006/relationships/image" Target="../media/image230.png"/><Relationship Id="rId44" Type="http://schemas.openxmlformats.org/officeDocument/2006/relationships/customXml" Target="../ink/ink55.xml"/><Relationship Id="rId52" Type="http://schemas.openxmlformats.org/officeDocument/2006/relationships/customXml" Target="../ink/ink59.xml"/><Relationship Id="rId4" Type="http://schemas.openxmlformats.org/officeDocument/2006/relationships/customXml" Target="../ink/ink35.xml"/><Relationship Id="rId9" Type="http://schemas.openxmlformats.org/officeDocument/2006/relationships/image" Target="../media/image120.png"/><Relationship Id="rId14" Type="http://schemas.openxmlformats.org/officeDocument/2006/relationships/customXml" Target="../ink/ink40.xml"/><Relationship Id="rId22" Type="http://schemas.openxmlformats.org/officeDocument/2006/relationships/customXml" Target="../ink/ink44.xml"/><Relationship Id="rId27" Type="http://schemas.openxmlformats.org/officeDocument/2006/relationships/image" Target="../media/image211.png"/><Relationship Id="rId30" Type="http://schemas.openxmlformats.org/officeDocument/2006/relationships/customXml" Target="../ink/ink48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57.xml"/><Relationship Id="rId8" Type="http://schemas.openxmlformats.org/officeDocument/2006/relationships/customXml" Target="../ink/ink37.xml"/><Relationship Id="rId51" Type="http://schemas.openxmlformats.org/officeDocument/2006/relationships/image" Target="../media/image33.png"/><Relationship Id="rId3" Type="http://schemas.openxmlformats.org/officeDocument/2006/relationships/image" Target="../media/image90.png"/><Relationship Id="rId12" Type="http://schemas.openxmlformats.org/officeDocument/2006/relationships/customXml" Target="../ink/ink39.xml"/><Relationship Id="rId17" Type="http://schemas.openxmlformats.org/officeDocument/2006/relationships/image" Target="../media/image160.png"/><Relationship Id="rId25" Type="http://schemas.openxmlformats.org/officeDocument/2006/relationships/image" Target="../media/image200.png"/><Relationship Id="rId33" Type="http://schemas.openxmlformats.org/officeDocument/2006/relationships/image" Target="../media/image24.png"/><Relationship Id="rId38" Type="http://schemas.openxmlformats.org/officeDocument/2006/relationships/customXml" Target="../ink/ink52.xml"/><Relationship Id="rId46" Type="http://schemas.openxmlformats.org/officeDocument/2006/relationships/customXml" Target="../ink/ink56.xml"/><Relationship Id="rId20" Type="http://schemas.openxmlformats.org/officeDocument/2006/relationships/customXml" Target="../ink/ink43.xml"/><Relationship Id="rId41" Type="http://schemas.openxmlformats.org/officeDocument/2006/relationships/image" Target="../media/image28.png"/><Relationship Id="rId54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5" Type="http://schemas.openxmlformats.org/officeDocument/2006/relationships/image" Target="../media/image150.png"/><Relationship Id="rId23" Type="http://schemas.openxmlformats.org/officeDocument/2006/relationships/image" Target="../media/image190.png"/><Relationship Id="rId28" Type="http://schemas.openxmlformats.org/officeDocument/2006/relationships/customXml" Target="../ink/ink47.xml"/><Relationship Id="rId36" Type="http://schemas.openxmlformats.org/officeDocument/2006/relationships/customXml" Target="../ink/ink51.xml"/><Relationship Id="rId49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7112" y="1508759"/>
            <a:ext cx="9144000" cy="1022795"/>
          </a:xfrm>
        </p:spPr>
        <p:txBody>
          <a:bodyPr/>
          <a:lstStyle/>
          <a:p>
            <a:r>
              <a:rPr lang="en-US" dirty="0"/>
              <a:t>Transformers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B0C45-4450-16A3-8E10-10DCBD68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D68720-C308-BDDC-262A-F5640C4C8FED}"/>
              </a:ext>
            </a:extLst>
          </p:cNvPr>
          <p:cNvSpPr txBox="1"/>
          <p:nvPr/>
        </p:nvSpPr>
        <p:spPr>
          <a:xfrm>
            <a:off x="777618" y="1245090"/>
            <a:ext cx="102687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Playground:  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https://poloclub.github.io/transformer-explainer/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https://youtu.be/ZhAz268Hdpw?si=jQXkVM058uJkEWCw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https://youtu.be/zxQyTK8quyY?si=C-flWWBSxwrqWao7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parts: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https://youtu.be/OxCpWwDCDFQ?si=xo2r5jOoc3YQgji6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https://youtu.be/UPtG_38Oq8o?si=fYUN8D7y1fvW2vCw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https://youtu.be/qaWMOYf4ri8?si=iA8GmBLLFfcZgCQk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arenR" startAt="3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https://www.datacamp.com/tutorial/how-transformers-work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arenR" startAt="3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5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E058-2E56-38C2-7DCF-3597C457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D65004-F7E4-A2B4-8851-B290CA8E7D23}"/>
              </a:ext>
            </a:extLst>
          </p:cNvPr>
          <p:cNvSpPr txBox="1"/>
          <p:nvPr/>
        </p:nvSpPr>
        <p:spPr>
          <a:xfrm>
            <a:off x="326136" y="1276784"/>
            <a:ext cx="115397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Transformers?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 that learns the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of sequential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new data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 of 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“Attention is All You Need”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Vaswani et al. (2017)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D770D-3521-F89F-ABFE-16B7340A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7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494CF-42DC-5DBF-988E-F8D1FC4B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58BC5B-2C3B-8C14-8F42-9A91C68652EE}"/>
              </a:ext>
            </a:extLst>
          </p:cNvPr>
          <p:cNvSpPr txBox="1"/>
          <p:nvPr/>
        </p:nvSpPr>
        <p:spPr>
          <a:xfrm>
            <a:off x="326136" y="1276784"/>
            <a:ext cx="92019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meant to solve any task that </a:t>
            </a:r>
          </a:p>
          <a:p>
            <a:r>
              <a:rPr lang="en-IN" sz="2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transforms an input sequence to an output sequence. </a:t>
            </a:r>
          </a:p>
          <a:p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why they are called “Transformers”.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145F3-4FFD-516A-1853-0F1EA756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E40E0B-1ABC-C627-0738-854645894156}"/>
              </a:ext>
            </a:extLst>
          </p:cNvPr>
          <p:cNvSpPr txBox="1"/>
          <p:nvPr/>
        </p:nvSpPr>
        <p:spPr>
          <a:xfrm>
            <a:off x="301840" y="1443841"/>
            <a:ext cx="46633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 (BERT)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generation (GPT)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Translation (T5,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MarianMT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answering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RoBERTa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detection, segmentation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Whisper, wav2vec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E5E49-DFA4-F0A7-21B4-CC066F4621F9}"/>
              </a:ext>
            </a:extLst>
          </p:cNvPr>
          <p:cNvSpPr txBox="1"/>
          <p:nvPr/>
        </p:nvSpPr>
        <p:spPr>
          <a:xfrm>
            <a:off x="160020" y="7593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Applications: Where are Transformers used 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E56E9-0F1F-C034-5068-52E1A749CF87}"/>
              </a:ext>
            </a:extLst>
          </p:cNvPr>
          <p:cNvSpPr txBox="1"/>
          <p:nvPr/>
        </p:nvSpPr>
        <p:spPr>
          <a:xfrm>
            <a:off x="5765292" y="1318736"/>
            <a:ext cx="3433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Multimodal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CLIP (image + text)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Flamingo, Gemini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1E060-54F5-0B29-3CE5-A27A2237A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A89F-C21D-A354-66DB-02555A69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1747FF-D250-03A4-C6A6-550391BB568C}"/>
              </a:ext>
            </a:extLst>
          </p:cNvPr>
          <p:cNvSpPr txBox="1"/>
          <p:nvPr/>
        </p:nvSpPr>
        <p:spPr>
          <a:xfrm>
            <a:off x="290902" y="1613118"/>
            <a:ext cx="82495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transformers are successful ?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overcame limitations of RNNs and LSTMs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D6EA0-D629-7587-0EAD-9961E44E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4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7F1B-A1EF-12A8-3B77-8DB6E1D9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F3144F-E6B4-85D4-7C96-7A87E3E8BD22}"/>
              </a:ext>
            </a:extLst>
          </p:cNvPr>
          <p:cNvSpPr txBox="1"/>
          <p:nvPr/>
        </p:nvSpPr>
        <p:spPr>
          <a:xfrm>
            <a:off x="146304" y="243512"/>
            <a:ext cx="115397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Limitation: 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processing and therefore no parallelism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RNN reads one word at a time.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→ movie → that → I → watched → last → week → with → my → friends → was → absolutely → amazing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cannot process "movie" before finishing "The."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every step waits for the previous one, GPU cannot process all words together.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-&gt;Training becomes slow.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A6246-464E-CF7F-3778-860AF183EE9C}"/>
              </a:ext>
            </a:extLst>
          </p:cNvPr>
          <p:cNvSpPr txBox="1"/>
          <p:nvPr/>
        </p:nvSpPr>
        <p:spPr>
          <a:xfrm>
            <a:off x="297180" y="6010948"/>
            <a:ext cx="11754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   movie         that        I         watched last week with my friends was  absolutely  amazing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55B387-4F4D-C786-A3D8-2A96062D34D2}"/>
              </a:ext>
            </a:extLst>
          </p:cNvPr>
          <p:cNvSpPr/>
          <p:nvPr/>
        </p:nvSpPr>
        <p:spPr>
          <a:xfrm>
            <a:off x="3374136" y="4640473"/>
            <a:ext cx="3749040" cy="64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RNN</a:t>
            </a:r>
            <a:endParaRPr lang="en-IN" sz="2800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C903DF7-D70D-6A36-83AE-F3BB8ED20D2B}"/>
              </a:ext>
            </a:extLst>
          </p:cNvPr>
          <p:cNvGrpSpPr/>
          <p:nvPr/>
        </p:nvGrpSpPr>
        <p:grpSpPr>
          <a:xfrm>
            <a:off x="792504" y="5106456"/>
            <a:ext cx="3431160" cy="1010520"/>
            <a:chOff x="792504" y="5106456"/>
            <a:chExt cx="3431160" cy="10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2159A2-571E-A9C3-0876-93685B1835FC}"/>
                    </a:ext>
                  </a:extLst>
                </p14:cNvPr>
                <p14:cNvContentPartPr/>
                <p14:nvPr/>
              </p14:nvContentPartPr>
              <p14:xfrm>
                <a:off x="792504" y="5125176"/>
                <a:ext cx="2242800" cy="99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2159A2-571E-A9C3-0876-93685B1835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864" y="5089176"/>
                  <a:ext cx="2314440" cy="10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BEEED98-C3CD-3103-F8C4-5BE0DD1369DE}"/>
                    </a:ext>
                  </a:extLst>
                </p14:cNvPr>
                <p14:cNvContentPartPr/>
                <p14:nvPr/>
              </p14:nvContentPartPr>
              <p14:xfrm>
                <a:off x="2107224" y="5193216"/>
                <a:ext cx="15480" cy="129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BEEED98-C3CD-3103-F8C4-5BE0DD1369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1224" y="5157576"/>
                  <a:ext cx="87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B85E5A4-262D-F2E7-9AEB-60EC9482BEEE}"/>
                    </a:ext>
                  </a:extLst>
                </p14:cNvPr>
                <p14:cNvContentPartPr/>
                <p14:nvPr/>
              </p14:nvContentPartPr>
              <p14:xfrm>
                <a:off x="1952064" y="5106456"/>
                <a:ext cx="354240" cy="243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85E5A4-262D-F2E7-9AEB-60EC9482BE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16424" y="5070456"/>
                  <a:ext cx="425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17E9EC-E492-7F7B-9F6C-C4BC8D33F118}"/>
                    </a:ext>
                  </a:extLst>
                </p14:cNvPr>
                <p14:cNvContentPartPr/>
                <p14:nvPr/>
              </p14:nvContentPartPr>
              <p14:xfrm>
                <a:off x="1794744" y="5426496"/>
                <a:ext cx="1402560" cy="626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17E9EC-E492-7F7B-9F6C-C4BC8D33F1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8744" y="5390856"/>
                  <a:ext cx="14742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9B8B44-6C67-E10B-CEE8-6B43BE6497EB}"/>
                    </a:ext>
                  </a:extLst>
                </p14:cNvPr>
                <p14:cNvContentPartPr/>
                <p14:nvPr/>
              </p14:nvContentPartPr>
              <p14:xfrm>
                <a:off x="2509344" y="5521896"/>
                <a:ext cx="215640" cy="115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9B8B44-6C67-E10B-CEE8-6B43BE6497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73344" y="5485896"/>
                  <a:ext cx="287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5CBA5D-224F-A8E8-61F7-78428B98D297}"/>
                    </a:ext>
                  </a:extLst>
                </p14:cNvPr>
                <p14:cNvContentPartPr/>
                <p14:nvPr/>
              </p14:nvContentPartPr>
              <p14:xfrm>
                <a:off x="2482704" y="5444136"/>
                <a:ext cx="280800" cy="219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5CBA5D-224F-A8E8-61F7-78428B98D2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47064" y="5408496"/>
                  <a:ext cx="352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F552E4-A4F2-DA4A-3B37-A5E474FF5A53}"/>
                    </a:ext>
                  </a:extLst>
                </p14:cNvPr>
                <p14:cNvContentPartPr/>
                <p14:nvPr/>
              </p14:nvContentPartPr>
              <p14:xfrm>
                <a:off x="2894904" y="5502096"/>
                <a:ext cx="820080" cy="581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F552E4-A4F2-DA4A-3B37-A5E474FF5A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59264" y="5466096"/>
                  <a:ext cx="89172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4F1BCC4-CE07-68BB-8187-1B7EE45A0DA5}"/>
                    </a:ext>
                  </a:extLst>
                </p14:cNvPr>
                <p14:cNvContentPartPr/>
                <p14:nvPr/>
              </p14:nvContentPartPr>
              <p14:xfrm>
                <a:off x="2998584" y="5733216"/>
                <a:ext cx="192960" cy="129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4F1BCC4-CE07-68BB-8187-1B7EE45A0D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2944" y="5697216"/>
                  <a:ext cx="264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79AE96-139D-B324-FBE1-84EEC58D219C}"/>
                    </a:ext>
                  </a:extLst>
                </p14:cNvPr>
                <p14:cNvContentPartPr/>
                <p14:nvPr/>
              </p14:nvContentPartPr>
              <p14:xfrm>
                <a:off x="2977704" y="5665536"/>
                <a:ext cx="271800" cy="230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79AE96-139D-B324-FBE1-84EEC58D21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42064" y="5629536"/>
                  <a:ext cx="343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6C618A-5A87-3290-E1ED-34254B0C1134}"/>
                    </a:ext>
                  </a:extLst>
                </p14:cNvPr>
                <p14:cNvContentPartPr/>
                <p14:nvPr/>
              </p14:nvContentPartPr>
              <p14:xfrm>
                <a:off x="3693384" y="5518656"/>
                <a:ext cx="496080" cy="48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6C618A-5A87-3290-E1ED-34254B0C11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57384" y="5483016"/>
                  <a:ext cx="5677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196EAE-3C70-9C01-3A08-00F8E75E22DD}"/>
                    </a:ext>
                  </a:extLst>
                </p14:cNvPr>
                <p14:cNvContentPartPr/>
                <p14:nvPr/>
              </p14:nvContentPartPr>
              <p14:xfrm>
                <a:off x="4108104" y="5728176"/>
                <a:ext cx="115560" cy="211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196EAE-3C70-9C01-3A08-00F8E75E22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72464" y="5692536"/>
                  <a:ext cx="18720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8F2775-7178-4AFC-C06A-8865C17067ED}"/>
              </a:ext>
            </a:extLst>
          </p:cNvPr>
          <p:cNvGrpSpPr/>
          <p:nvPr/>
        </p:nvGrpSpPr>
        <p:grpSpPr>
          <a:xfrm>
            <a:off x="4929264" y="5523696"/>
            <a:ext cx="618840" cy="499320"/>
            <a:chOff x="4929264" y="5523696"/>
            <a:chExt cx="61884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C9AF6EC-F8AB-B456-1B83-8C8C08CE1686}"/>
                    </a:ext>
                  </a:extLst>
                </p14:cNvPr>
                <p14:cNvContentPartPr/>
                <p14:nvPr/>
              </p14:nvContentPartPr>
              <p14:xfrm>
                <a:off x="4929264" y="5523696"/>
                <a:ext cx="292680" cy="499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C9AF6EC-F8AB-B456-1B83-8C8C08CE16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93264" y="5487696"/>
                  <a:ext cx="3643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68709C8-89D1-BB14-85E7-289F20CC7A35}"/>
                    </a:ext>
                  </a:extLst>
                </p14:cNvPr>
                <p14:cNvContentPartPr/>
                <p14:nvPr/>
              </p14:nvContentPartPr>
              <p14:xfrm>
                <a:off x="5270544" y="5771736"/>
                <a:ext cx="113400" cy="91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68709C8-89D1-BB14-85E7-289F20CC7A3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34904" y="5736096"/>
                  <a:ext cx="18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25ADDD-2675-8C3A-57AF-038927799E4D}"/>
                    </a:ext>
                  </a:extLst>
                </p14:cNvPr>
                <p14:cNvContentPartPr/>
                <p14:nvPr/>
              </p14:nvContentPartPr>
              <p14:xfrm>
                <a:off x="5309424" y="5735376"/>
                <a:ext cx="195840" cy="2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25ADDD-2675-8C3A-57AF-038927799E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73424" y="5699736"/>
                  <a:ext cx="267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7EBF58-9AD2-96A4-C447-E946AB91330A}"/>
                    </a:ext>
                  </a:extLst>
                </p14:cNvPr>
                <p14:cNvContentPartPr/>
                <p14:nvPr/>
              </p14:nvContentPartPr>
              <p14:xfrm>
                <a:off x="5181984" y="5672016"/>
                <a:ext cx="366120" cy="259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7EBF58-9AD2-96A4-C447-E946AB9133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46344" y="5636376"/>
                  <a:ext cx="437760" cy="33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841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C344-476E-FDE1-5632-72B9FB46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285FD3-4B63-F98A-75AE-9F35CDEF5B57}"/>
              </a:ext>
            </a:extLst>
          </p:cNvPr>
          <p:cNvSpPr txBox="1"/>
          <p:nvPr/>
        </p:nvSpPr>
        <p:spPr>
          <a:xfrm>
            <a:off x="146304" y="243512"/>
            <a:ext cx="115397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Hard to capture long-term dependencies due to vanishing gradients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Consider sentence: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I borrowed from the university library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shelf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after attending yesterday seminar was good read. I think I will buy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word 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it”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refers to the 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book”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appeared may words later.  The RNN model struggles to associate the word 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it”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“book”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Vanishing Gradient -&gt; As you proceed further in sentence, because of multiplication of small derivatives, RNN would forget the previous words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D1FF6-B130-F09E-6247-1933F591016C}"/>
              </a:ext>
            </a:extLst>
          </p:cNvPr>
          <p:cNvSpPr txBox="1"/>
          <p:nvPr/>
        </p:nvSpPr>
        <p:spPr>
          <a:xfrm>
            <a:off x="218694" y="5700052"/>
            <a:ext cx="117546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I borrowed from the university library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shelf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after attending yesterday seminar was good read. I think I will buy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358133-AE0E-47D4-4C4A-33811B90AD10}"/>
              </a:ext>
            </a:extLst>
          </p:cNvPr>
          <p:cNvSpPr/>
          <p:nvPr/>
        </p:nvSpPr>
        <p:spPr>
          <a:xfrm>
            <a:off x="3675888" y="4805065"/>
            <a:ext cx="3749040" cy="64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RNN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6902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6BD63-083C-6777-6BB9-1FC2C9DF8EB6}"/>
              </a:ext>
            </a:extLst>
          </p:cNvPr>
          <p:cNvSpPr txBox="1"/>
          <p:nvPr/>
        </p:nvSpPr>
        <p:spPr>
          <a:xfrm>
            <a:off x="374904" y="338131"/>
            <a:ext cx="10524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sentences → model forgets important 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C3EF5-E0F2-6D37-0891-B3A98650F7BC}"/>
              </a:ext>
            </a:extLst>
          </p:cNvPr>
          <p:cNvSpPr txBox="1"/>
          <p:nvPr/>
        </p:nvSpPr>
        <p:spPr>
          <a:xfrm>
            <a:off x="228600" y="2226457"/>
            <a:ext cx="11533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watched yesterday in the theater with my friend was really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was about an Astronaut stuck in space and his journey  back to Earth.”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B316F-22CD-A9E6-42E5-5D2B1929970F}"/>
              </a:ext>
            </a:extLst>
          </p:cNvPr>
          <p:cNvSpPr txBox="1"/>
          <p:nvPr/>
        </p:nvSpPr>
        <p:spPr>
          <a:xfrm>
            <a:off x="1866900" y="3800547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basic model may forget: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 (main sentiment)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B63E7E-4D4C-8E1C-AE18-065968F1D7FC}"/>
              </a:ext>
            </a:extLst>
          </p:cNvPr>
          <p:cNvSpPr/>
          <p:nvPr/>
        </p:nvSpPr>
        <p:spPr>
          <a:xfrm>
            <a:off x="3761444" y="1377752"/>
            <a:ext cx="3572043" cy="64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RNN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7F879F-925C-2197-85C3-709843FB225B}"/>
              </a:ext>
            </a:extLst>
          </p:cNvPr>
          <p:cNvSpPr txBox="1"/>
          <p:nvPr/>
        </p:nvSpPr>
        <p:spPr>
          <a:xfrm>
            <a:off x="274554" y="2401615"/>
            <a:ext cx="92537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read:</a:t>
            </a:r>
          </a:p>
          <a:p>
            <a:pPr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was really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We came back late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night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naturally focus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on:  “the”, “was”, “really”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attention: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highlighting important parts dynamically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667D8E-0D79-D356-F42B-B3E50D6D195C}"/>
              </a:ext>
            </a:extLst>
          </p:cNvPr>
          <p:cNvSpPr/>
          <p:nvPr/>
        </p:nvSpPr>
        <p:spPr>
          <a:xfrm>
            <a:off x="9446348" y="2692238"/>
            <a:ext cx="2249424" cy="1188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Model</a:t>
            </a:r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97E92E0-04FD-935C-A747-C1DB79DF72BE}"/>
              </a:ext>
            </a:extLst>
          </p:cNvPr>
          <p:cNvSpPr/>
          <p:nvPr/>
        </p:nvSpPr>
        <p:spPr>
          <a:xfrm>
            <a:off x="8603908" y="3108960"/>
            <a:ext cx="425196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C22BA-1331-D651-C54E-7DC82F6AB0EF}"/>
              </a:ext>
            </a:extLst>
          </p:cNvPr>
          <p:cNvSpPr txBox="1"/>
          <p:nvPr/>
        </p:nvSpPr>
        <p:spPr>
          <a:xfrm>
            <a:off x="274554" y="301401"/>
            <a:ext cx="120764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in Transformers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“Instead of remembering everything equally, the model focuses more on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words.”</a:t>
            </a:r>
          </a:p>
        </p:txBody>
      </p:sp>
    </p:spTree>
    <p:extLst>
      <p:ext uri="{BB962C8B-B14F-4D97-AF65-F5344CB8AC3E}">
        <p14:creationId xmlns:p14="http://schemas.microsoft.com/office/powerpoint/2010/main" val="4082380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6819-7D81-C487-0CA6-70372CC7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A3D79B-E8B7-B4F9-6E82-BC3786C4D6CA}"/>
              </a:ext>
            </a:extLst>
          </p:cNvPr>
          <p:cNvSpPr txBox="1"/>
          <p:nvPr/>
        </p:nvSpPr>
        <p:spPr>
          <a:xfrm>
            <a:off x="152400" y="0"/>
            <a:ext cx="118872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idea of transformer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 1: It is good for figuring out 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 “…I drank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bottle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was cold”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“It” can  refer to “juice” or “bottle”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 can figure out that “it” refers to “juice”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 2: It is good for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predicting next word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Command: What is LLM in Deep Learning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 Language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6E0321-0BFE-532C-EA39-4F651467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94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6CB34-1810-B88A-6305-AD8A311D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041C05-98F7-3EAC-50EB-32C6FE18A813}"/>
              </a:ext>
            </a:extLst>
          </p:cNvPr>
          <p:cNvSpPr txBox="1"/>
          <p:nvPr/>
        </p:nvSpPr>
        <p:spPr>
          <a:xfrm>
            <a:off x="326136" y="1706552"/>
            <a:ext cx="11539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enabled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large text corpora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Led to models like GPT, BERT, T5,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7787B-808D-8983-C35C-31CA4C636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337519"/>
            <a:ext cx="3470329" cy="41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56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508000" y="444500"/>
            <a:ext cx="11176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467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training a Transformer from scratch is not preferred?</a:t>
            </a:r>
            <a:endParaRPr sz="3467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5" name="Google Shape;75;p16"/>
          <p:cNvGrpSpPr/>
          <p:nvPr/>
        </p:nvGrpSpPr>
        <p:grpSpPr>
          <a:xfrm>
            <a:off x="508000" y="1397000"/>
            <a:ext cx="7112200" cy="4635400"/>
            <a:chOff x="381000" y="1047750"/>
            <a:chExt cx="5334150" cy="3476550"/>
          </a:xfrm>
        </p:grpSpPr>
        <p:grpSp>
          <p:nvGrpSpPr>
            <p:cNvPr id="76" name="Google Shape;76;p16"/>
            <p:cNvGrpSpPr/>
            <p:nvPr/>
          </p:nvGrpSpPr>
          <p:grpSpPr>
            <a:xfrm>
              <a:off x="381000" y="1047750"/>
              <a:ext cx="2571900" cy="1666800"/>
              <a:chOff x="0" y="0"/>
              <a:chExt cx="2571900" cy="1666800"/>
            </a:xfrm>
          </p:grpSpPr>
          <p:sp>
            <p:nvSpPr>
              <p:cNvPr id="77" name="Google Shape;77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8" name="Google Shape;78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01. Computational Cost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High GPU Demand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Requires massive GPU resources, long runtimes, and extensive hyperparameter tuning.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9" name="Google Shape;79;p16"/>
            <p:cNvGrpSpPr/>
            <p:nvPr/>
          </p:nvGrpSpPr>
          <p:grpSpPr>
            <a:xfrm>
              <a:off x="3143250" y="1047750"/>
              <a:ext cx="2571900" cy="1666800"/>
              <a:chOff x="0" y="0"/>
              <a:chExt cx="2571900" cy="1666800"/>
            </a:xfrm>
          </p:grpSpPr>
          <p:sp>
            <p:nvSpPr>
              <p:cNvPr id="80" name="Google Shape;80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81" name="Google Shape;81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02. Data Inefficiency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Sparse Labeled Data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Downstream tasks have limited data; training from scratch leads to poor generalization.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" name="Google Shape;82;p16"/>
            <p:cNvGrpSpPr/>
            <p:nvPr/>
          </p:nvGrpSpPr>
          <p:grpSpPr>
            <a:xfrm>
              <a:off x="381000" y="2857500"/>
              <a:ext cx="2571900" cy="1666800"/>
              <a:chOff x="0" y="0"/>
              <a:chExt cx="2571900" cy="1666800"/>
            </a:xfrm>
          </p:grpSpPr>
          <p:sp>
            <p:nvSpPr>
              <p:cNvPr id="83" name="Google Shape;83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84" name="Google Shape;84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03. Information Loss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Representation Discard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Training anew completely discards rich linguistic or visual features already learned.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5" name="Google Shape;85;p16"/>
            <p:cNvGrpSpPr/>
            <p:nvPr/>
          </p:nvGrpSpPr>
          <p:grpSpPr>
            <a:xfrm>
              <a:off x="3143250" y="2857500"/>
              <a:ext cx="2571900" cy="1666800"/>
              <a:chOff x="0" y="0"/>
              <a:chExt cx="2571900" cy="1666800"/>
            </a:xfrm>
          </p:grpSpPr>
          <p:sp>
            <p:nvSpPr>
              <p:cNvPr id="86" name="Google Shape;86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87" name="Google Shape;87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04. Constraints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Resource &amp; Time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Fails to leverage existing weights, demanding excessive cost and budget investments.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8" name="Google Shape;88;p16"/>
          <p:cNvGrpSpPr/>
          <p:nvPr/>
        </p:nvGrpSpPr>
        <p:grpSpPr>
          <a:xfrm>
            <a:off x="7874000" y="1397000"/>
            <a:ext cx="3810000" cy="4635600"/>
            <a:chOff x="0" y="0"/>
            <a:chExt cx="2857500" cy="34767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2857500" cy="3476700"/>
            </a:xfrm>
            <a:prstGeom prst="roundRect">
              <a:avLst>
                <a:gd name="adj" fmla="val 5333"/>
              </a:avLst>
            </a:prstGeom>
            <a:solidFill>
              <a:srgbClr val="FFFBEB"/>
            </a:solidFill>
            <a:ln w="14300" cap="flat" cmpd="sng">
              <a:solidFill>
                <a:srgbClr val="FDE6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0" y="0"/>
              <a:ext cx="28575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800" tIns="304800" rIns="304800" bIns="304800" anchor="ctr" anchorCtr="0">
              <a:noAutofit/>
            </a:bodyPr>
            <a:lstStyle/>
            <a:p>
              <a:r>
                <a:rPr lang="en" sz="1333" dirty="0">
                  <a:latin typeface="Inter ExtraBold"/>
                  <a:ea typeface="Inter ExtraBold"/>
                  <a:cs typeface="Inter ExtraBold"/>
                  <a:sym typeface="Inter ExtraBold"/>
                </a:rPr>
                <a:t>The Ideal Solution</a:t>
              </a:r>
              <a:endParaRPr sz="2400" dirty="0">
                <a:latin typeface="Inter"/>
                <a:ea typeface="Inter"/>
                <a:cs typeface="Inter"/>
                <a:sym typeface="Inter"/>
              </a:endParaRPr>
            </a:p>
            <a:p>
              <a:r>
                <a:rPr lang="en" sz="2667" dirty="0">
                  <a:latin typeface="Inter ExtraBold"/>
                  <a:ea typeface="Inter ExtraBold"/>
                  <a:cs typeface="Inter ExtraBold"/>
                  <a:sym typeface="Inter ExtraBold"/>
                </a:rPr>
                <a:t>Pre-trained Transformers</a:t>
              </a:r>
              <a:endParaRPr sz="2667" dirty="0"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>
                <a:spcBef>
                  <a:spcPts val="1200"/>
                </a:spcBef>
              </a:pPr>
              <a:r>
                <a:rPr lang="en" sz="1467" dirty="0">
                  <a:latin typeface="Inter"/>
                  <a:ea typeface="Inter"/>
                  <a:cs typeface="Inter"/>
                  <a:sym typeface="Inter"/>
                </a:rPr>
                <a:t>Fine-tuning leverages existing weights efficiently to achieve comparable or better performance.</a:t>
              </a:r>
              <a:endParaRPr sz="1467" dirty="0">
                <a:latin typeface="Inter"/>
                <a:ea typeface="Inter"/>
                <a:cs typeface="Inter"/>
                <a:sym typeface="Inter"/>
              </a:endParaRPr>
            </a:p>
            <a:p>
              <a:pPr>
                <a:spcBef>
                  <a:spcPts val="2000"/>
                </a:spcBef>
              </a:pPr>
              <a:r>
                <a:rPr lang="en" sz="1400" u="sng" dirty="0">
                  <a:latin typeface="Inter SemiBold"/>
                  <a:ea typeface="Inter SemiBold"/>
                  <a:cs typeface="Inter SemiBold"/>
                  <a:sym typeface="Inter SemiBold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huggingface.co</a:t>
              </a:r>
              <a:endParaRPr sz="2400" dirty="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l="10" r="20"/>
          <a:stretch/>
        </p:blipFill>
        <p:spPr>
          <a:xfrm>
            <a:off x="8382000" y="5165167"/>
            <a:ext cx="2794000" cy="742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861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1E3151-BBC1-B76C-848D-AAF87366B8DE}"/>
              </a:ext>
            </a:extLst>
          </p:cNvPr>
          <p:cNvSpPr txBox="1"/>
          <p:nvPr/>
        </p:nvSpPr>
        <p:spPr>
          <a:xfrm>
            <a:off x="192024" y="969925"/>
            <a:ext cx="10561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Concepts of Transformers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Encoder-Decoder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Positional Encoding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Multi-Head Attention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DE5055-6755-6223-64B9-44FB5DC9D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4" y="425058"/>
            <a:ext cx="5157397" cy="615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3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CEFC-A825-0545-ADEC-20963105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B5DF61-E4A7-81A0-F452-9A7D2C8B18E1}"/>
              </a:ext>
            </a:extLst>
          </p:cNvPr>
          <p:cNvSpPr txBox="1"/>
          <p:nvPr/>
        </p:nvSpPr>
        <p:spPr>
          <a:xfrm>
            <a:off x="100584" y="692157"/>
            <a:ext cx="10561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consist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stacks. Most models use either: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BERT – understanding tasks) – sentiment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GPT – generation tasks)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T5 – translation/summarization)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85F69-2D24-BDB4-5D8B-C5F2C0609A01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0403B-4B31-3F17-2251-3238FE37C144}"/>
              </a:ext>
            </a:extLst>
          </p:cNvPr>
          <p:cNvSpPr/>
          <p:nvPr/>
        </p:nvSpPr>
        <p:spPr>
          <a:xfrm>
            <a:off x="2459736" y="3099816"/>
            <a:ext cx="4197096" cy="1467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380A36-8080-F9F8-E64A-87702AFB7420}"/>
              </a:ext>
            </a:extLst>
          </p:cNvPr>
          <p:cNvSpPr/>
          <p:nvPr/>
        </p:nvSpPr>
        <p:spPr>
          <a:xfrm>
            <a:off x="2665476" y="3151269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70F763-99A2-E532-4166-87DA9B436D69}"/>
              </a:ext>
            </a:extLst>
          </p:cNvPr>
          <p:cNvSpPr/>
          <p:nvPr/>
        </p:nvSpPr>
        <p:spPr>
          <a:xfrm>
            <a:off x="4850892" y="3151269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96610-09E5-6194-CEAC-259AC6598DE9}"/>
              </a:ext>
            </a:extLst>
          </p:cNvPr>
          <p:cNvSpPr txBox="1"/>
          <p:nvPr/>
        </p:nvSpPr>
        <p:spPr>
          <a:xfrm>
            <a:off x="3968496" y="4198096"/>
            <a:ext cx="13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Transformer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6D8C4F-76D3-5D8C-FD56-9A39E255F5B7}"/>
              </a:ext>
            </a:extLst>
          </p:cNvPr>
          <p:cNvSpPr/>
          <p:nvPr/>
        </p:nvSpPr>
        <p:spPr>
          <a:xfrm>
            <a:off x="1387102" y="5230368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am feeling awesome 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53B7037-F7BA-112C-4BDD-21CD50C04175}"/>
              </a:ext>
            </a:extLst>
          </p:cNvPr>
          <p:cNvSpPr/>
          <p:nvPr/>
        </p:nvSpPr>
        <p:spPr>
          <a:xfrm rot="16200000">
            <a:off x="2361831" y="4714232"/>
            <a:ext cx="56514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06E69D-F4D1-7AB6-2027-C0DDD2404F1C}"/>
              </a:ext>
            </a:extLst>
          </p:cNvPr>
          <p:cNvSpPr/>
          <p:nvPr/>
        </p:nvSpPr>
        <p:spPr>
          <a:xfrm>
            <a:off x="7530084" y="3197650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D7414FF-9152-8B33-F341-625082033616}"/>
              </a:ext>
            </a:extLst>
          </p:cNvPr>
          <p:cNvSpPr/>
          <p:nvPr/>
        </p:nvSpPr>
        <p:spPr>
          <a:xfrm>
            <a:off x="6793992" y="3429000"/>
            <a:ext cx="539496" cy="3017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744E4-A9F1-05DD-DB54-6DE9CFCA0ED6}"/>
              </a:ext>
            </a:extLst>
          </p:cNvPr>
          <p:cNvSpPr txBox="1"/>
          <p:nvPr/>
        </p:nvSpPr>
        <p:spPr>
          <a:xfrm>
            <a:off x="1779742" y="471283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4F4E8-C5C0-F78A-EDDE-626AD695A9F5}"/>
              </a:ext>
            </a:extLst>
          </p:cNvPr>
          <p:cNvSpPr txBox="1"/>
          <p:nvPr/>
        </p:nvSpPr>
        <p:spPr>
          <a:xfrm>
            <a:off x="6793992" y="38287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98640-34D9-F544-74EB-41F2816D21DF}"/>
              </a:ext>
            </a:extLst>
          </p:cNvPr>
          <p:cNvSpPr txBox="1"/>
          <p:nvPr/>
        </p:nvSpPr>
        <p:spPr>
          <a:xfrm>
            <a:off x="4993176" y="5152866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Stacking Layers: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typical transformer model stacks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6–96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these encoder or decoder blocks.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4D8A72F-6AE5-6F0E-F710-2D385AF75419}"/>
              </a:ext>
            </a:extLst>
          </p:cNvPr>
          <p:cNvSpPr/>
          <p:nvPr/>
        </p:nvSpPr>
        <p:spPr>
          <a:xfrm>
            <a:off x="4384548" y="3301430"/>
            <a:ext cx="466344" cy="42205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8B046BB-C3C5-B6C2-F695-609A26ED8839}"/>
                  </a:ext>
                </a:extLst>
              </p14:cNvPr>
              <p14:cNvContentPartPr/>
              <p14:nvPr/>
            </p14:nvContentPartPr>
            <p14:xfrm>
              <a:off x="4887504" y="1194696"/>
              <a:ext cx="9360" cy="7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8B046BB-C3C5-B6C2-F695-609A26ED88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9864" y="1177056"/>
                <a:ext cx="4500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1EEFDFC-3858-0027-A780-F746E82120EE}"/>
              </a:ext>
            </a:extLst>
          </p:cNvPr>
          <p:cNvGrpSpPr/>
          <p:nvPr/>
        </p:nvGrpSpPr>
        <p:grpSpPr>
          <a:xfrm>
            <a:off x="5108544" y="3275496"/>
            <a:ext cx="897120" cy="744120"/>
            <a:chOff x="5108544" y="3275496"/>
            <a:chExt cx="89712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F931F8-C35B-B68E-34B9-B16FDC91A062}"/>
                    </a:ext>
                  </a:extLst>
                </p14:cNvPr>
                <p14:cNvContentPartPr/>
                <p14:nvPr/>
              </p14:nvContentPartPr>
              <p14:xfrm>
                <a:off x="5217264" y="3290616"/>
                <a:ext cx="756720" cy="523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F931F8-C35B-B68E-34B9-B16FDC91A0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99624" y="3272976"/>
                  <a:ext cx="7923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1ACBE1-4021-86BD-2034-EEC92946E817}"/>
                    </a:ext>
                  </a:extLst>
                </p14:cNvPr>
                <p14:cNvContentPartPr/>
                <p14:nvPr/>
              </p14:nvContentPartPr>
              <p14:xfrm>
                <a:off x="5108544" y="3275496"/>
                <a:ext cx="897120" cy="744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1ACBE1-4021-86BD-2034-EEC92946E8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90904" y="3257856"/>
                  <a:ext cx="932760" cy="77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B8BD39-6B61-23FD-8529-1F3781177C14}"/>
              </a:ext>
            </a:extLst>
          </p:cNvPr>
          <p:cNvGrpSpPr/>
          <p:nvPr/>
        </p:nvGrpSpPr>
        <p:grpSpPr>
          <a:xfrm>
            <a:off x="8196624" y="1709856"/>
            <a:ext cx="937080" cy="1068120"/>
            <a:chOff x="8196624" y="1709856"/>
            <a:chExt cx="93708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C82C39-87A7-AC16-3706-77226915056D}"/>
                    </a:ext>
                  </a:extLst>
                </p14:cNvPr>
                <p14:cNvContentPartPr/>
                <p14:nvPr/>
              </p14:nvContentPartPr>
              <p14:xfrm>
                <a:off x="8212824" y="1709856"/>
                <a:ext cx="920880" cy="103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C82C39-87A7-AC16-3706-7722691505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94824" y="1691856"/>
                  <a:ext cx="95652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7C49442-BBAE-A0EB-1B35-809877ABF871}"/>
                    </a:ext>
                  </a:extLst>
                </p14:cNvPr>
                <p14:cNvContentPartPr/>
                <p14:nvPr/>
              </p14:nvContentPartPr>
              <p14:xfrm>
                <a:off x="8196624" y="2583936"/>
                <a:ext cx="363240" cy="194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7C49442-BBAE-A0EB-1B35-809877ABF8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78984" y="2566296"/>
                  <a:ext cx="398880" cy="22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43416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E6CE-E66C-6C41-B159-26187BD9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3D427B-5061-9CBA-6514-20DA589EE924}"/>
              </a:ext>
            </a:extLst>
          </p:cNvPr>
          <p:cNvSpPr txBox="1"/>
          <p:nvPr/>
        </p:nvSpPr>
        <p:spPr>
          <a:xfrm>
            <a:off x="100584" y="692157"/>
            <a:ext cx="10561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consist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stacks. Most models use either: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BERT – understanding tasks)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GPT – generation tasks) – Write a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T5 – translation/summarization)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0AFAC-3AB7-E1B6-7437-8295D02B9DB3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CA5322-398F-E2CA-4DB7-686E2F79C861}"/>
              </a:ext>
            </a:extLst>
          </p:cNvPr>
          <p:cNvSpPr/>
          <p:nvPr/>
        </p:nvSpPr>
        <p:spPr>
          <a:xfrm>
            <a:off x="2459736" y="3099816"/>
            <a:ext cx="4197096" cy="1467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97848-3B47-4BCB-7399-910F6CD29DA1}"/>
              </a:ext>
            </a:extLst>
          </p:cNvPr>
          <p:cNvSpPr/>
          <p:nvPr/>
        </p:nvSpPr>
        <p:spPr>
          <a:xfrm>
            <a:off x="2665476" y="3151269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36009-34FD-1F70-748B-B2524AE8323D}"/>
              </a:ext>
            </a:extLst>
          </p:cNvPr>
          <p:cNvSpPr/>
          <p:nvPr/>
        </p:nvSpPr>
        <p:spPr>
          <a:xfrm>
            <a:off x="4850892" y="3151269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D3D23-0572-9783-5368-7B8CD0DE1F74}"/>
              </a:ext>
            </a:extLst>
          </p:cNvPr>
          <p:cNvSpPr txBox="1"/>
          <p:nvPr/>
        </p:nvSpPr>
        <p:spPr>
          <a:xfrm>
            <a:off x="3968496" y="4198096"/>
            <a:ext cx="13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Transformer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A77B49-93B5-F938-DB94-5E4B7FAEC3F4}"/>
              </a:ext>
            </a:extLst>
          </p:cNvPr>
          <p:cNvSpPr/>
          <p:nvPr/>
        </p:nvSpPr>
        <p:spPr>
          <a:xfrm>
            <a:off x="1387102" y="5230368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python code to read CSV file 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A51F9C0-BE58-DE41-FFE1-9E2D41781F96}"/>
              </a:ext>
            </a:extLst>
          </p:cNvPr>
          <p:cNvSpPr/>
          <p:nvPr/>
        </p:nvSpPr>
        <p:spPr>
          <a:xfrm rot="16200000">
            <a:off x="2361831" y="4714232"/>
            <a:ext cx="56514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D5B30C-B814-2C5F-F4AC-A48463B3154C}"/>
              </a:ext>
            </a:extLst>
          </p:cNvPr>
          <p:cNvSpPr/>
          <p:nvPr/>
        </p:nvSpPr>
        <p:spPr>
          <a:xfrm>
            <a:off x="7530084" y="3197650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1EB2FF8-DC3F-EFD5-EBDE-42236455EBF3}"/>
              </a:ext>
            </a:extLst>
          </p:cNvPr>
          <p:cNvSpPr/>
          <p:nvPr/>
        </p:nvSpPr>
        <p:spPr>
          <a:xfrm>
            <a:off x="6793992" y="3429000"/>
            <a:ext cx="539496" cy="3017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4B68B-4944-7FA1-0C69-B74C4E2576ED}"/>
              </a:ext>
            </a:extLst>
          </p:cNvPr>
          <p:cNvSpPr txBox="1"/>
          <p:nvPr/>
        </p:nvSpPr>
        <p:spPr>
          <a:xfrm>
            <a:off x="1779742" y="471283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734679-9434-7CAD-5550-26B0B82F5A8E}"/>
              </a:ext>
            </a:extLst>
          </p:cNvPr>
          <p:cNvSpPr txBox="1"/>
          <p:nvPr/>
        </p:nvSpPr>
        <p:spPr>
          <a:xfrm>
            <a:off x="6793992" y="38287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5B17A-54FF-34C5-7B23-137E5BDADDD1}"/>
              </a:ext>
            </a:extLst>
          </p:cNvPr>
          <p:cNvSpPr txBox="1"/>
          <p:nvPr/>
        </p:nvSpPr>
        <p:spPr>
          <a:xfrm>
            <a:off x="4993176" y="5152866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Stacking Layers: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typical transformer model stacks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6–96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these encoder or decoder blocks.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5B6056E-8DEF-B1BA-0AC1-AF902EE4A9D2}"/>
              </a:ext>
            </a:extLst>
          </p:cNvPr>
          <p:cNvSpPr/>
          <p:nvPr/>
        </p:nvSpPr>
        <p:spPr>
          <a:xfrm>
            <a:off x="4384548" y="3301430"/>
            <a:ext cx="466344" cy="42205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6E56BE-1D14-D068-8CE8-300175179A71}"/>
                  </a:ext>
                </a:extLst>
              </p14:cNvPr>
              <p14:cNvContentPartPr/>
              <p14:nvPr/>
            </p14:nvContentPartPr>
            <p14:xfrm>
              <a:off x="4887504" y="1194696"/>
              <a:ext cx="9360" cy="7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6E56BE-1D14-D068-8CE8-300175179A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784" y="1175796"/>
                <a:ext cx="46426" cy="44982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DDFBB90A-35BE-A8E0-0C0F-F601FA33322E}"/>
              </a:ext>
            </a:extLst>
          </p:cNvPr>
          <p:cNvGrpSpPr/>
          <p:nvPr/>
        </p:nvGrpSpPr>
        <p:grpSpPr>
          <a:xfrm>
            <a:off x="3071664" y="3204576"/>
            <a:ext cx="835920" cy="660960"/>
            <a:chOff x="3071664" y="3204576"/>
            <a:chExt cx="83592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4DC9FD-2C96-1924-6FAF-63B6D823B0E7}"/>
                    </a:ext>
                  </a:extLst>
                </p14:cNvPr>
                <p14:cNvContentPartPr/>
                <p14:nvPr/>
              </p14:nvContentPartPr>
              <p14:xfrm>
                <a:off x="3109104" y="3263976"/>
                <a:ext cx="798480" cy="353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4DC9FD-2C96-1924-6FAF-63B6D823B0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91104" y="3246336"/>
                  <a:ext cx="8341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1134A2-BE51-3279-539E-1B69680460B3}"/>
                    </a:ext>
                  </a:extLst>
                </p14:cNvPr>
                <p14:cNvContentPartPr/>
                <p14:nvPr/>
              </p14:nvContentPartPr>
              <p14:xfrm>
                <a:off x="3071664" y="3204576"/>
                <a:ext cx="811080" cy="660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1134A2-BE51-3279-539E-1B69680460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54024" y="3186576"/>
                  <a:ext cx="846720" cy="69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A878A0-296B-25C5-85AE-10EDF9E68626}"/>
              </a:ext>
            </a:extLst>
          </p:cNvPr>
          <p:cNvGrpSpPr/>
          <p:nvPr/>
        </p:nvGrpSpPr>
        <p:grpSpPr>
          <a:xfrm>
            <a:off x="7794504" y="2025936"/>
            <a:ext cx="888480" cy="817200"/>
            <a:chOff x="7794504" y="2025936"/>
            <a:chExt cx="888480" cy="8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E9F146E-B046-F817-3C0E-30CD93D77EEC}"/>
                    </a:ext>
                  </a:extLst>
                </p14:cNvPr>
                <p14:cNvContentPartPr/>
                <p14:nvPr/>
              </p14:nvContentPartPr>
              <p14:xfrm>
                <a:off x="7935264" y="2025936"/>
                <a:ext cx="747720" cy="76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E9F146E-B046-F817-3C0E-30CD93D77E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17624" y="2008296"/>
                  <a:ext cx="78336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5CCA13-870A-88BE-24BF-98CD047FD53E}"/>
                    </a:ext>
                  </a:extLst>
                </p14:cNvPr>
                <p14:cNvContentPartPr/>
                <p14:nvPr/>
              </p14:nvContentPartPr>
              <p14:xfrm>
                <a:off x="7794504" y="2596896"/>
                <a:ext cx="480600" cy="246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5CCA13-870A-88BE-24BF-98CD047FD5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76504" y="2578896"/>
                  <a:ext cx="516240" cy="28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4711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6D74-E760-75D9-18E3-85430A875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0A72CE-9220-2309-6B0F-31C4CBA286EF}"/>
              </a:ext>
            </a:extLst>
          </p:cNvPr>
          <p:cNvSpPr txBox="1"/>
          <p:nvPr/>
        </p:nvSpPr>
        <p:spPr>
          <a:xfrm>
            <a:off x="100584" y="692157"/>
            <a:ext cx="10561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consist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stacks. Most models use either: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BERT – understanding tasks)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GPT – generation tasks)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T5 – translation/summarization) – Translate into Spanish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FE2F9-4110-AE45-9CA3-547B2338E0D2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684BFD-1652-767D-23D4-ADE24CA76082}"/>
              </a:ext>
            </a:extLst>
          </p:cNvPr>
          <p:cNvSpPr/>
          <p:nvPr/>
        </p:nvSpPr>
        <p:spPr>
          <a:xfrm>
            <a:off x="2459736" y="3099816"/>
            <a:ext cx="4197096" cy="1467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41DAD4-5107-7F8B-18E6-C26AC093DC39}"/>
              </a:ext>
            </a:extLst>
          </p:cNvPr>
          <p:cNvSpPr/>
          <p:nvPr/>
        </p:nvSpPr>
        <p:spPr>
          <a:xfrm>
            <a:off x="2665476" y="3151269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42D4B-BEDF-7693-1CC8-F872E39CD5A9}"/>
              </a:ext>
            </a:extLst>
          </p:cNvPr>
          <p:cNvSpPr/>
          <p:nvPr/>
        </p:nvSpPr>
        <p:spPr>
          <a:xfrm>
            <a:off x="4850892" y="3151269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CA1F5-0068-A516-A2E2-21AB3BFEC8F1}"/>
              </a:ext>
            </a:extLst>
          </p:cNvPr>
          <p:cNvSpPr txBox="1"/>
          <p:nvPr/>
        </p:nvSpPr>
        <p:spPr>
          <a:xfrm>
            <a:off x="3968496" y="4198096"/>
            <a:ext cx="13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Transformer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CC8899-8260-6A4A-5659-476CC982263F}"/>
              </a:ext>
            </a:extLst>
          </p:cNvPr>
          <p:cNvSpPr/>
          <p:nvPr/>
        </p:nvSpPr>
        <p:spPr>
          <a:xfrm>
            <a:off x="1387102" y="5230368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are you 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FE17D2-2E09-24F0-BE85-D3664732B2BC}"/>
              </a:ext>
            </a:extLst>
          </p:cNvPr>
          <p:cNvSpPr/>
          <p:nvPr/>
        </p:nvSpPr>
        <p:spPr>
          <a:xfrm rot="16200000">
            <a:off x="2361831" y="4714232"/>
            <a:ext cx="56514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5D883B-26C9-0860-FAC3-36CF69415F55}"/>
              </a:ext>
            </a:extLst>
          </p:cNvPr>
          <p:cNvSpPr/>
          <p:nvPr/>
        </p:nvSpPr>
        <p:spPr>
          <a:xfrm>
            <a:off x="7530084" y="3197650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Como </a:t>
            </a:r>
            <a:r>
              <a:rPr lang="en-US" dirty="0" err="1"/>
              <a:t>Estas</a:t>
            </a:r>
            <a:r>
              <a:rPr lang="en-US" dirty="0"/>
              <a:t> ?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A220383-0591-753D-653F-4C301E3ABA1E}"/>
              </a:ext>
            </a:extLst>
          </p:cNvPr>
          <p:cNvSpPr/>
          <p:nvPr/>
        </p:nvSpPr>
        <p:spPr>
          <a:xfrm>
            <a:off x="6793992" y="3429000"/>
            <a:ext cx="539496" cy="3017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5A640-5D83-7A64-3B35-C6BD8FF39333}"/>
              </a:ext>
            </a:extLst>
          </p:cNvPr>
          <p:cNvSpPr txBox="1"/>
          <p:nvPr/>
        </p:nvSpPr>
        <p:spPr>
          <a:xfrm>
            <a:off x="1779742" y="471283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16CBE-2FFE-2C0E-58A4-D01460F4A7A0}"/>
              </a:ext>
            </a:extLst>
          </p:cNvPr>
          <p:cNvSpPr txBox="1"/>
          <p:nvPr/>
        </p:nvSpPr>
        <p:spPr>
          <a:xfrm>
            <a:off x="6793992" y="38287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74DE44-4156-7148-A0B5-5DAA50ABC45C}"/>
              </a:ext>
            </a:extLst>
          </p:cNvPr>
          <p:cNvSpPr txBox="1"/>
          <p:nvPr/>
        </p:nvSpPr>
        <p:spPr>
          <a:xfrm>
            <a:off x="4993176" y="5152866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Stacking Layers: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typical transformer model stacks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6–96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these encoder or decoder blocks.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B755772-C2C7-EBFF-6C6C-731746C35B43}"/>
              </a:ext>
            </a:extLst>
          </p:cNvPr>
          <p:cNvSpPr/>
          <p:nvPr/>
        </p:nvSpPr>
        <p:spPr>
          <a:xfrm>
            <a:off x="4384548" y="3301430"/>
            <a:ext cx="466344" cy="42205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F4A11A-67D8-E22D-FAC3-032A2B467D52}"/>
              </a:ext>
            </a:extLst>
          </p:cNvPr>
          <p:cNvGrpSpPr/>
          <p:nvPr/>
        </p:nvGrpSpPr>
        <p:grpSpPr>
          <a:xfrm>
            <a:off x="8623944" y="2336256"/>
            <a:ext cx="450720" cy="479880"/>
            <a:chOff x="8623944" y="2336256"/>
            <a:chExt cx="45072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033B9CD-6432-8AA2-006E-D66737210E02}"/>
                    </a:ext>
                  </a:extLst>
                </p14:cNvPr>
                <p14:cNvContentPartPr/>
                <p14:nvPr/>
              </p14:nvContentPartPr>
              <p14:xfrm>
                <a:off x="8623944" y="2336256"/>
                <a:ext cx="450720" cy="412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033B9CD-6432-8AA2-006E-D66737210E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05944" y="2318256"/>
                  <a:ext cx="4863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4C430ED-12A6-2A6E-A2FE-95896EB45D76}"/>
                    </a:ext>
                  </a:extLst>
                </p14:cNvPr>
                <p14:cNvContentPartPr/>
                <p14:nvPr/>
              </p14:nvContentPartPr>
              <p14:xfrm>
                <a:off x="8634024" y="2631096"/>
                <a:ext cx="431640" cy="185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4C430ED-12A6-2A6E-A2FE-95896EB45D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16024" y="2613096"/>
                  <a:ext cx="467280" cy="22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5996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7599-5300-AEB7-B220-C73BA116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30DD6E3-6504-BF56-95BE-B9F080ECA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25" y="178170"/>
            <a:ext cx="5157397" cy="61539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2B06B8-FF93-6850-A3D5-E8A6A77EC6FB}"/>
              </a:ext>
            </a:extLst>
          </p:cNvPr>
          <p:cNvSpPr txBox="1"/>
          <p:nvPr/>
        </p:nvSpPr>
        <p:spPr>
          <a:xfrm>
            <a:off x="5512224" y="648866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Generic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40C24-9F58-310A-5F38-73F9E4453D66}"/>
              </a:ext>
            </a:extLst>
          </p:cNvPr>
          <p:cNvSpPr txBox="1"/>
          <p:nvPr/>
        </p:nvSpPr>
        <p:spPr>
          <a:xfrm>
            <a:off x="8647218" y="2424130"/>
            <a:ext cx="3057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GPT has only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part</a:t>
            </a:r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FB693-1081-E053-8781-DF151F067832}"/>
              </a:ext>
            </a:extLst>
          </p:cNvPr>
          <p:cNvSpPr txBox="1"/>
          <p:nvPr/>
        </p:nvSpPr>
        <p:spPr>
          <a:xfrm>
            <a:off x="487680" y="2424129"/>
            <a:ext cx="3360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BERT has only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part</a:t>
            </a:r>
          </a:p>
        </p:txBody>
      </p:sp>
    </p:spTree>
    <p:extLst>
      <p:ext uri="{BB962C8B-B14F-4D97-AF65-F5344CB8AC3E}">
        <p14:creationId xmlns:p14="http://schemas.microsoft.com/office/powerpoint/2010/main" val="183077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9B156-F629-370C-0410-DC37260227B0}"/>
              </a:ext>
            </a:extLst>
          </p:cNvPr>
          <p:cNvSpPr txBox="1"/>
          <p:nvPr/>
        </p:nvSpPr>
        <p:spPr>
          <a:xfrm>
            <a:off x="100584" y="1166842"/>
            <a:ext cx="11420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(Word) Embedding + Positional Encoding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are converted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 layers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Swim    -&gt;  [  1,     0,    0,     0.7, 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Fishing -&gt;  [ 0.9, 0.1, 0.6, 0.03,  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these vectors to find which words are similar.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values are found through training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Googles Word2Vec uses 300 dimension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word embedding packages are Glove, etc.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ECA1F-232B-9C71-0841-A6E1F5E82D8A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B3F138-7D3F-11B2-CF8B-1E24CA32B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480628"/>
              </p:ext>
            </p:extLst>
          </p:nvPr>
        </p:nvGraphicFramePr>
        <p:xfrm>
          <a:off x="6934200" y="2382727"/>
          <a:ext cx="515721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443">
                  <a:extLst>
                    <a:ext uri="{9D8B030D-6E8A-4147-A177-3AD203B41FA5}">
                      <a16:colId xmlns:a16="http://schemas.microsoft.com/office/drawing/2014/main" val="2515424243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2020340870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1919491014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1485554102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3968963040"/>
                    </a:ext>
                  </a:extLst>
                </a:gridCol>
              </a:tblGrid>
              <a:tr h="3648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0190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75731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93211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078679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866602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087839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655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DA7790-6167-B755-AF07-3A19A7906340}"/>
              </a:ext>
            </a:extLst>
          </p:cNvPr>
          <p:cNvSpPr txBox="1"/>
          <p:nvPr/>
        </p:nvSpPr>
        <p:spPr>
          <a:xfrm>
            <a:off x="8575548" y="1543952"/>
            <a:ext cx="187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 Dimension</a:t>
            </a:r>
          </a:p>
        </p:txBody>
      </p:sp>
    </p:spTree>
    <p:extLst>
      <p:ext uri="{BB962C8B-B14F-4D97-AF65-F5344CB8AC3E}">
        <p14:creationId xmlns:p14="http://schemas.microsoft.com/office/powerpoint/2010/main" val="2271126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F2FC-8561-38D9-93E1-A15413B2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C158B-2F8D-64B8-18B3-43FA881C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8" y="0"/>
            <a:ext cx="5296639" cy="358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9164D6-46F9-00F6-CD54-AAF1B6FA7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8" y="1652516"/>
            <a:ext cx="8280336" cy="3134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B2FDD9-38D7-EEF0-E701-1960A5299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68" y="5234416"/>
            <a:ext cx="8887352" cy="12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9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3B37-12A5-F996-827E-C6FED29F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68287F-3D5A-A49E-7F19-0D5332F7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8" y="130708"/>
            <a:ext cx="9288171" cy="2372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1ECFC-6C73-F0A1-A811-5333FDB0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0" y="2971800"/>
            <a:ext cx="8651068" cy="364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0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8DE5-2D6F-8D76-4990-A4B3B9BD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C948F-F74D-7056-6CCB-3C09FE63086C}"/>
              </a:ext>
            </a:extLst>
          </p:cNvPr>
          <p:cNvSpPr txBox="1"/>
          <p:nvPr/>
        </p:nvSpPr>
        <p:spPr>
          <a:xfrm>
            <a:off x="201168" y="1131096"/>
            <a:ext cx="114208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Positional embeddings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Sentence: “I went to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bank.”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Here we use positional embeddings that would distinguish the 2 banks.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Since the model has no sense of word order (no recurrence), we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add positional encoding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preserve sequence information.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Positional Embeddings are learned during training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treat position like a word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1 (I)         → [0.3, 0.2, ...]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2 (went) → [0.4, 0.2, ...]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3 (to)      → [-0.3, 0.8, ...]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584EC-4834-49DD-8419-F66768D1A2D4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1657236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59AB-CFF0-8518-2BE7-9134EB19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CAFB0E-6A8B-B0C4-046C-4CDD624E1C1B}"/>
              </a:ext>
            </a:extLst>
          </p:cNvPr>
          <p:cNvSpPr txBox="1"/>
          <p:nvPr/>
        </p:nvSpPr>
        <p:spPr>
          <a:xfrm>
            <a:off x="0" y="64102"/>
            <a:ext cx="11420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Final embeddings = Word embedding + positional embeddings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Sentence: “I went to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bank.”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3AFAC2-2361-5DCE-E6FF-A97DDF4F0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33793"/>
              </p:ext>
            </p:extLst>
          </p:nvPr>
        </p:nvGraphicFramePr>
        <p:xfrm>
          <a:off x="1311402" y="1834102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2F7C63-93EC-E474-0875-18C40216B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55001"/>
              </p:ext>
            </p:extLst>
          </p:nvPr>
        </p:nvGraphicFramePr>
        <p:xfrm>
          <a:off x="2218001" y="1741655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24D250-E91E-F154-BE74-9C827872A3E7}"/>
              </a:ext>
            </a:extLst>
          </p:cNvPr>
          <p:cNvSpPr txBox="1"/>
          <p:nvPr/>
        </p:nvSpPr>
        <p:spPr>
          <a:xfrm>
            <a:off x="0" y="2074153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Word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711D97-44C1-E71C-1676-D06243580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19221"/>
              </p:ext>
            </p:extLst>
          </p:nvPr>
        </p:nvGraphicFramePr>
        <p:xfrm>
          <a:off x="1335459" y="3779451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CF38DE-0BFD-A434-EE97-7450019B3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55303"/>
              </p:ext>
            </p:extLst>
          </p:nvPr>
        </p:nvGraphicFramePr>
        <p:xfrm>
          <a:off x="2218001" y="3779451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141252-8E65-A2D7-6F4D-C2B717AEFB8F}"/>
              </a:ext>
            </a:extLst>
          </p:cNvPr>
          <p:cNvSpPr txBox="1"/>
          <p:nvPr/>
        </p:nvSpPr>
        <p:spPr>
          <a:xfrm>
            <a:off x="62342" y="4066250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Position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DD2E3A7-50E1-E17A-2816-2B04184F0A89}"/>
              </a:ext>
            </a:extLst>
          </p:cNvPr>
          <p:cNvSpPr/>
          <p:nvPr/>
        </p:nvSpPr>
        <p:spPr>
          <a:xfrm rot="5400000">
            <a:off x="1311966" y="1333133"/>
            <a:ext cx="407958" cy="409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909302E-FB9D-A84B-53A2-21547896BBED}"/>
              </a:ext>
            </a:extLst>
          </p:cNvPr>
          <p:cNvSpPr/>
          <p:nvPr/>
        </p:nvSpPr>
        <p:spPr>
          <a:xfrm rot="4327342">
            <a:off x="1950015" y="1311995"/>
            <a:ext cx="407958" cy="409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E9502F-5DB4-BA43-DABE-03BB386CCD75}"/>
              </a:ext>
            </a:extLst>
          </p:cNvPr>
          <p:cNvGrpSpPr/>
          <p:nvPr/>
        </p:nvGrpSpPr>
        <p:grpSpPr>
          <a:xfrm>
            <a:off x="1425384" y="3384216"/>
            <a:ext cx="306720" cy="191160"/>
            <a:chOff x="1425384" y="3384216"/>
            <a:chExt cx="30672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A1C2B7-A7D0-0D1B-44E2-9D3EEB3AFDA6}"/>
                    </a:ext>
                  </a:extLst>
                </p14:cNvPr>
                <p14:cNvContentPartPr/>
                <p14:nvPr/>
              </p14:nvContentPartPr>
              <p14:xfrm>
                <a:off x="1524744" y="3384216"/>
                <a:ext cx="65520" cy="19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A1C2B7-A7D0-0D1B-44E2-9D3EEB3AFD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6744" y="3366216"/>
                  <a:ext cx="101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023398-52A6-AC44-C3C7-DF0F21074715}"/>
                    </a:ext>
                  </a:extLst>
                </p14:cNvPr>
                <p14:cNvContentPartPr/>
                <p14:nvPr/>
              </p14:nvContentPartPr>
              <p14:xfrm>
                <a:off x="1425384" y="3494376"/>
                <a:ext cx="306720" cy="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023398-52A6-AC44-C3C7-DF0F210747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07384" y="3476376"/>
                  <a:ext cx="3423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ADEE0C-E424-7F5A-F3F5-C3925B05F099}"/>
              </a:ext>
            </a:extLst>
          </p:cNvPr>
          <p:cNvGrpSpPr/>
          <p:nvPr/>
        </p:nvGrpSpPr>
        <p:grpSpPr>
          <a:xfrm>
            <a:off x="2380824" y="3337776"/>
            <a:ext cx="304200" cy="189720"/>
            <a:chOff x="2380824" y="3337776"/>
            <a:chExt cx="30420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F61C07-B118-EBF5-F768-4C188A38BE47}"/>
                    </a:ext>
                  </a:extLst>
                </p14:cNvPr>
                <p14:cNvContentPartPr/>
                <p14:nvPr/>
              </p14:nvContentPartPr>
              <p14:xfrm>
                <a:off x="2476584" y="3337776"/>
                <a:ext cx="25920" cy="189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F61C07-B118-EBF5-F768-4C188A38BE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58584" y="3320136"/>
                  <a:ext cx="61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272A1C-3E2A-4BDE-DC04-CA6356762049}"/>
                    </a:ext>
                  </a:extLst>
                </p14:cNvPr>
                <p14:cNvContentPartPr/>
                <p14:nvPr/>
              </p14:nvContentPartPr>
              <p14:xfrm>
                <a:off x="2380824" y="3449736"/>
                <a:ext cx="304200" cy="5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272A1C-3E2A-4BDE-DC04-CA63567620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62824" y="3431736"/>
                  <a:ext cx="339840" cy="40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D011147-C45D-39F9-C0F9-C25C8B653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19062"/>
              </p:ext>
            </p:extLst>
          </p:nvPr>
        </p:nvGraphicFramePr>
        <p:xfrm>
          <a:off x="1311402" y="5323453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045D529-70D5-029A-FACF-58AC020A25D3}"/>
              </a:ext>
            </a:extLst>
          </p:cNvPr>
          <p:cNvSpPr txBox="1"/>
          <p:nvPr/>
        </p:nvSpPr>
        <p:spPr>
          <a:xfrm>
            <a:off x="-8709" y="5522303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DF54BF-9AFC-6EDD-8823-8882E0D66C62}"/>
                  </a:ext>
                </a:extLst>
              </p14:cNvPr>
              <p14:cNvContentPartPr/>
              <p14:nvPr/>
            </p14:nvContentPartPr>
            <p14:xfrm>
              <a:off x="1449864" y="820080"/>
              <a:ext cx="194760" cy="37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DF54BF-9AFC-6EDD-8823-8882E0D66C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1864" y="802080"/>
                <a:ext cx="2304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EE6611-8656-477F-ADDE-7ACF13139216}"/>
                  </a:ext>
                </a:extLst>
              </p14:cNvPr>
              <p14:cNvContentPartPr/>
              <p14:nvPr/>
            </p14:nvContentPartPr>
            <p14:xfrm>
              <a:off x="1636704" y="853560"/>
              <a:ext cx="658440" cy="391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EE6611-8656-477F-ADDE-7ACF131392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9064" y="835920"/>
                <a:ext cx="694080" cy="4273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E4C3391-C5CB-67E1-EE11-EDBC9C01A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492134"/>
              </p:ext>
            </p:extLst>
          </p:nvPr>
        </p:nvGraphicFramePr>
        <p:xfrm>
          <a:off x="2218001" y="5323453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1.1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332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5897AE-B01F-BED5-7E1F-5EE4AF4AFA0D}"/>
              </a:ext>
            </a:extLst>
          </p:cNvPr>
          <p:cNvSpPr txBox="1"/>
          <p:nvPr/>
        </p:nvSpPr>
        <p:spPr>
          <a:xfrm>
            <a:off x="237744" y="1111282"/>
            <a:ext cx="110825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Word Embedding: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static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went to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[0, -0.3, 0.2, …], then it cannot represent the word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above 2 sentences in a meaningful manner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Self-Attention Mechanism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concept: Every word (token) in a sentence "looks at" all other words to understand their importance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"The cat sat on the mat and it was sleeping"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encoding "cat", attention may also focus on "sat", "mat", etc.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"it" in “and it was sleeping", attention helps resolve that "it" refers to "cat".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DC344-9646-7AAA-CE61-4B1E3F85B521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18881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E13A-E909-9AA7-2A51-3F7F0363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8DD236-A7B9-8868-8709-E15CE9BD67CD}"/>
              </a:ext>
            </a:extLst>
          </p:cNvPr>
          <p:cNvSpPr txBox="1"/>
          <p:nvPr/>
        </p:nvSpPr>
        <p:spPr>
          <a:xfrm>
            <a:off x="137160" y="292805"/>
            <a:ext cx="110825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calculates the similarity between first word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and all the words in a sentence and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this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words in the sentence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49EF67-00C6-C428-D8C7-654D47E3A519}"/>
                  </a:ext>
                </a:extLst>
              </p14:cNvPr>
              <p14:cNvContentPartPr/>
              <p14:nvPr/>
            </p14:nvContentPartPr>
            <p14:xfrm>
              <a:off x="6739836" y="2915352"/>
              <a:ext cx="465480" cy="22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49EF67-00C6-C428-D8C7-654D47E3A5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1196" y="2906712"/>
                <a:ext cx="4831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E91256-25D0-DB42-5090-62E74DD5F685}"/>
                  </a:ext>
                </a:extLst>
              </p14:cNvPr>
              <p14:cNvContentPartPr/>
              <p14:nvPr/>
            </p14:nvContentPartPr>
            <p14:xfrm>
              <a:off x="6738036" y="2680272"/>
              <a:ext cx="832680" cy="45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E91256-25D0-DB42-5090-62E74DD5F6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9036" y="2671272"/>
                <a:ext cx="8503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912D38-FFB1-768B-D807-62888B3F0B73}"/>
                  </a:ext>
                </a:extLst>
              </p14:cNvPr>
              <p14:cNvContentPartPr/>
              <p14:nvPr/>
            </p14:nvContentPartPr>
            <p14:xfrm>
              <a:off x="6747036" y="2480472"/>
              <a:ext cx="1238400" cy="65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912D38-FFB1-768B-D807-62888B3F0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8036" y="2471472"/>
                <a:ext cx="1256040" cy="67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DD0BB82-BC6E-05B4-DB94-488F3019AA07}"/>
              </a:ext>
            </a:extLst>
          </p:cNvPr>
          <p:cNvGrpSpPr/>
          <p:nvPr/>
        </p:nvGrpSpPr>
        <p:grpSpPr>
          <a:xfrm>
            <a:off x="6860436" y="2302632"/>
            <a:ext cx="2171880" cy="815040"/>
            <a:chOff x="3442104" y="2814696"/>
            <a:chExt cx="217188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CF7A55-518D-F96B-F2BB-841C0D96024B}"/>
                    </a:ext>
                  </a:extLst>
                </p14:cNvPr>
                <p14:cNvContentPartPr/>
                <p14:nvPr/>
              </p14:nvContentPartPr>
              <p14:xfrm>
                <a:off x="3442104" y="2814696"/>
                <a:ext cx="1616400" cy="81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CF7A55-518D-F96B-F2BB-841C0D9602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33104" y="2806056"/>
                  <a:ext cx="163404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0107B6-E6E1-C439-693B-3E6F3AD04669}"/>
                    </a:ext>
                  </a:extLst>
                </p14:cNvPr>
                <p14:cNvContentPartPr/>
                <p14:nvPr/>
              </p14:nvContentPartPr>
              <p14:xfrm>
                <a:off x="5199624" y="3497256"/>
                <a:ext cx="61920" cy="2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0107B6-E6E1-C439-693B-3E6F3AD04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90624" y="3488256"/>
                  <a:ext cx="79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658387-8A76-DE94-9D1C-D38462D86B2F}"/>
                    </a:ext>
                  </a:extLst>
                </p14:cNvPr>
                <p14:cNvContentPartPr/>
                <p14:nvPr/>
              </p14:nvContentPartPr>
              <p14:xfrm>
                <a:off x="5347584" y="3511296"/>
                <a:ext cx="76680" cy="4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658387-8A76-DE94-9D1C-D38462D86B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38584" y="3502296"/>
                  <a:ext cx="94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B6D198-08C7-45F9-AD80-CE8E3D3DE9B8}"/>
                    </a:ext>
                  </a:extLst>
                </p14:cNvPr>
                <p14:cNvContentPartPr/>
                <p14:nvPr/>
              </p14:nvContentPartPr>
              <p14:xfrm>
                <a:off x="5547024" y="3522816"/>
                <a:ext cx="66960" cy="3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B6D198-08C7-45F9-AD80-CE8E3D3DE9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38384" y="3513816"/>
                  <a:ext cx="8460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0AC8C8-51B9-F3BA-BDA9-4251E81F4376}"/>
                  </a:ext>
                </a:extLst>
              </p14:cNvPr>
              <p14:cNvContentPartPr/>
              <p14:nvPr/>
            </p14:nvContentPartPr>
            <p14:xfrm>
              <a:off x="6541476" y="3491712"/>
              <a:ext cx="424080" cy="31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0AC8C8-51B9-F3BA-BDA9-4251E81F43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32836" y="3482712"/>
                <a:ext cx="441720" cy="48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C76CF53-058F-2F9E-8887-CE0491EDC07C}"/>
              </a:ext>
            </a:extLst>
          </p:cNvPr>
          <p:cNvSpPr txBox="1"/>
          <p:nvPr/>
        </p:nvSpPr>
        <p:spPr>
          <a:xfrm>
            <a:off x="6001512" y="306136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cat sat on the mat and it was sleeping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5B15B-2562-2520-BA51-DB59F5B712B6}"/>
              </a:ext>
            </a:extLst>
          </p:cNvPr>
          <p:cNvSpPr txBox="1"/>
          <p:nvPr/>
        </p:nvSpPr>
        <p:spPr>
          <a:xfrm>
            <a:off x="5903592" y="428176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sat on the mat and it was sleeping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E7CFF8-6605-3E79-C838-94A6903C8086}"/>
              </a:ext>
            </a:extLst>
          </p:cNvPr>
          <p:cNvSpPr txBox="1"/>
          <p:nvPr/>
        </p:nvSpPr>
        <p:spPr>
          <a:xfrm>
            <a:off x="5937072" y="5435759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the mat and it was sleeping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4B5A8AD-2986-25F9-816B-137785DC2856}"/>
                  </a:ext>
                </a:extLst>
              </p14:cNvPr>
              <p14:cNvContentPartPr/>
              <p14:nvPr/>
            </p14:nvContentPartPr>
            <p14:xfrm>
              <a:off x="6967584" y="4666536"/>
              <a:ext cx="342720" cy="25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4B5A8AD-2986-25F9-816B-137785DC28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58584" y="4657536"/>
                <a:ext cx="3603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B2E93EE-30B6-64EE-10D9-5A83B8737C2C}"/>
              </a:ext>
            </a:extLst>
          </p:cNvPr>
          <p:cNvGrpSpPr/>
          <p:nvPr/>
        </p:nvGrpSpPr>
        <p:grpSpPr>
          <a:xfrm>
            <a:off x="6571944" y="3901176"/>
            <a:ext cx="2321640" cy="493560"/>
            <a:chOff x="6571944" y="3901176"/>
            <a:chExt cx="232164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3E0DBA-0F0F-A258-B35F-06686369236E}"/>
                    </a:ext>
                  </a:extLst>
                </p14:cNvPr>
                <p14:cNvContentPartPr/>
                <p14:nvPr/>
              </p14:nvContentPartPr>
              <p14:xfrm>
                <a:off x="6571944" y="4178016"/>
                <a:ext cx="493920" cy="166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3E0DBA-0F0F-A258-B35F-0668636923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63304" y="4169016"/>
                  <a:ext cx="511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94FC15-2F21-CA1D-48D3-C899FF9D1B81}"/>
                    </a:ext>
                  </a:extLst>
                </p14:cNvPr>
                <p14:cNvContentPartPr/>
                <p14:nvPr/>
              </p14:nvContentPartPr>
              <p14:xfrm>
                <a:off x="7119144" y="4178016"/>
                <a:ext cx="446400" cy="196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94FC15-2F21-CA1D-48D3-C899FF9D1B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10504" y="4169016"/>
                  <a:ext cx="464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862759-7E8C-569C-46A1-C4C8393133B7}"/>
                    </a:ext>
                  </a:extLst>
                </p14:cNvPr>
                <p14:cNvContentPartPr/>
                <p14:nvPr/>
              </p14:nvContentPartPr>
              <p14:xfrm>
                <a:off x="7119144" y="4001976"/>
                <a:ext cx="833760" cy="39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862759-7E8C-569C-46A1-C4C8393133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10144" y="3992976"/>
                  <a:ext cx="8514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800B4-7096-07FB-C6AC-CF6FABC80FE5}"/>
                    </a:ext>
                  </a:extLst>
                </p14:cNvPr>
                <p14:cNvContentPartPr/>
                <p14:nvPr/>
              </p14:nvContentPartPr>
              <p14:xfrm>
                <a:off x="7245504" y="3901176"/>
                <a:ext cx="1150560" cy="441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800B4-7096-07FB-C6AC-CF6FABC80F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6504" y="3892536"/>
                  <a:ext cx="11682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E11235-2A6F-7C72-BF11-DB05BD972F3F}"/>
                    </a:ext>
                  </a:extLst>
                </p14:cNvPr>
                <p14:cNvContentPartPr/>
                <p14:nvPr/>
              </p14:nvContentPartPr>
              <p14:xfrm>
                <a:off x="8509824" y="4250736"/>
                <a:ext cx="72000" cy="3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E11235-2A6F-7C72-BF11-DB05BD972F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00824" y="4242096"/>
                  <a:ext cx="89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169793-FDBB-D6E2-A917-9A591AA32398}"/>
                    </a:ext>
                  </a:extLst>
                </p14:cNvPr>
                <p14:cNvContentPartPr/>
                <p14:nvPr/>
              </p14:nvContentPartPr>
              <p14:xfrm>
                <a:off x="8671104" y="4262616"/>
                <a:ext cx="81360" cy="19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169793-FDBB-D6E2-A917-9A591AA323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2464" y="4253976"/>
                  <a:ext cx="99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FDC203-5C82-3EFB-C658-733262BF3691}"/>
                    </a:ext>
                  </a:extLst>
                </p14:cNvPr>
                <p14:cNvContentPartPr/>
                <p14:nvPr/>
              </p14:nvContentPartPr>
              <p14:xfrm>
                <a:off x="8515224" y="4255056"/>
                <a:ext cx="72360" cy="2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FDC203-5C82-3EFB-C658-733262BF36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06224" y="4246056"/>
                  <a:ext cx="90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6035F7-9D51-771F-EC92-793CC45EA5D7}"/>
                    </a:ext>
                  </a:extLst>
                </p14:cNvPr>
                <p14:cNvContentPartPr/>
                <p14:nvPr/>
              </p14:nvContentPartPr>
              <p14:xfrm>
                <a:off x="8854704" y="4269456"/>
                <a:ext cx="38880" cy="2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6035F7-9D51-771F-EC92-793CC45EA5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46064" y="4260816"/>
                  <a:ext cx="5652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18063D3-05C5-FDAC-4DB1-EDCEAE6C0BC3}"/>
                  </a:ext>
                </a:extLst>
              </p14:cNvPr>
              <p14:cNvContentPartPr/>
              <p14:nvPr/>
            </p14:nvContentPartPr>
            <p14:xfrm>
              <a:off x="7426944" y="5857776"/>
              <a:ext cx="419040" cy="2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18063D3-05C5-FDAC-4DB1-EDCEAE6C0B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17944" y="5848776"/>
                <a:ext cx="4366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1BA2E1C-8EB0-B5E4-4BD5-472EFDB95E4E}"/>
              </a:ext>
            </a:extLst>
          </p:cNvPr>
          <p:cNvGrpSpPr/>
          <p:nvPr/>
        </p:nvGrpSpPr>
        <p:grpSpPr>
          <a:xfrm>
            <a:off x="6628464" y="4979736"/>
            <a:ext cx="3179880" cy="552960"/>
            <a:chOff x="6628464" y="4979736"/>
            <a:chExt cx="317988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59207F-8F08-AC72-194C-E3B2E137CCDF}"/>
                    </a:ext>
                  </a:extLst>
                </p14:cNvPr>
                <p14:cNvContentPartPr/>
                <p14:nvPr/>
              </p14:nvContentPartPr>
              <p14:xfrm>
                <a:off x="7080984" y="5358456"/>
                <a:ext cx="454320" cy="163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59207F-8F08-AC72-194C-E3B2E137CC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71984" y="5349456"/>
                  <a:ext cx="471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86AE98-54BF-234C-8969-5F4D8EA6CF71}"/>
                    </a:ext>
                  </a:extLst>
                </p14:cNvPr>
                <p14:cNvContentPartPr/>
                <p14:nvPr/>
              </p14:nvContentPartPr>
              <p14:xfrm>
                <a:off x="6628464" y="5143176"/>
                <a:ext cx="827640" cy="384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86AE98-54BF-234C-8969-5F4D8EA6CF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9464" y="5134536"/>
                  <a:ext cx="8452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EE23C6-E15C-B3C6-95A2-794428343BC0}"/>
                    </a:ext>
                  </a:extLst>
                </p14:cNvPr>
                <p14:cNvContentPartPr/>
                <p14:nvPr/>
              </p14:nvContentPartPr>
              <p14:xfrm>
                <a:off x="7617024" y="5294016"/>
                <a:ext cx="468000" cy="23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EE23C6-E15C-B3C6-95A2-794428343B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8384" y="5285016"/>
                  <a:ext cx="485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86B579-A230-2BA0-7D70-820185958906}"/>
                    </a:ext>
                  </a:extLst>
                </p14:cNvPr>
                <p14:cNvContentPartPr/>
                <p14:nvPr/>
              </p14:nvContentPartPr>
              <p14:xfrm>
                <a:off x="7689744" y="5133096"/>
                <a:ext cx="798120" cy="32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86B579-A230-2BA0-7D70-8201859589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81104" y="5124096"/>
                  <a:ext cx="8157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7FDA7C-7620-299B-B810-4A850DA8EAD0}"/>
                    </a:ext>
                  </a:extLst>
                </p14:cNvPr>
                <p14:cNvContentPartPr/>
                <p14:nvPr/>
              </p14:nvContentPartPr>
              <p14:xfrm>
                <a:off x="7698024" y="4979736"/>
                <a:ext cx="1263600" cy="47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7FDA7C-7620-299B-B810-4A850DA8EA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89384" y="4970736"/>
                  <a:ext cx="12812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1F10BC-F4F2-9379-DC48-5845CE1858C1}"/>
                    </a:ext>
                  </a:extLst>
                </p14:cNvPr>
                <p14:cNvContentPartPr/>
                <p14:nvPr/>
              </p14:nvContentPartPr>
              <p14:xfrm>
                <a:off x="9165024" y="5381496"/>
                <a:ext cx="88920" cy="30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1F10BC-F4F2-9379-DC48-5845CE1858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56024" y="5372856"/>
                  <a:ext cx="106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3FF5904-1376-1827-B7CC-AF50FAFFE1BA}"/>
                    </a:ext>
                  </a:extLst>
                </p14:cNvPr>
                <p14:cNvContentPartPr/>
                <p14:nvPr/>
              </p14:nvContentPartPr>
              <p14:xfrm>
                <a:off x="9397944" y="5375736"/>
                <a:ext cx="96120" cy="34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3FF5904-1376-1827-B7CC-AF50FAFFE1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88944" y="5367096"/>
                  <a:ext cx="113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0C35BA9-DBC2-3A9B-86A8-5C1F06617C9E}"/>
                    </a:ext>
                  </a:extLst>
                </p14:cNvPr>
                <p14:cNvContentPartPr/>
                <p14:nvPr/>
              </p14:nvContentPartPr>
              <p14:xfrm>
                <a:off x="9711864" y="5374656"/>
                <a:ext cx="96480" cy="50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0C35BA9-DBC2-3A9B-86A8-5C1F06617C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03224" y="5366016"/>
                  <a:ext cx="114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A089F92-2A13-E632-AE78-006C29568927}"/>
                    </a:ext>
                  </a:extLst>
                </p14:cNvPr>
                <p14:cNvContentPartPr/>
                <p14:nvPr/>
              </p14:nvContentPartPr>
              <p14:xfrm>
                <a:off x="9453024" y="5390136"/>
                <a:ext cx="216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A089F92-2A13-E632-AE78-006C295689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44384" y="5381496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4508872-5B48-3B8C-AA99-34527C929108}"/>
              </a:ext>
            </a:extLst>
          </p:cNvPr>
          <p:cNvSpPr txBox="1"/>
          <p:nvPr/>
        </p:nvSpPr>
        <p:spPr>
          <a:xfrm>
            <a:off x="234732" y="3774411"/>
            <a:ext cx="42973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attention mechanism would find the similarity score between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→ cat (high importance)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→ mat (low importance)</a:t>
            </a:r>
          </a:p>
        </p:txBody>
      </p:sp>
    </p:spTree>
    <p:extLst>
      <p:ext uri="{BB962C8B-B14F-4D97-AF65-F5344CB8AC3E}">
        <p14:creationId xmlns:p14="http://schemas.microsoft.com/office/powerpoint/2010/main" val="924251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751F-0FAA-4256-30D1-9CF969F8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C8F14D-7798-9466-07F9-1EA260A8A504}"/>
              </a:ext>
            </a:extLst>
          </p:cNvPr>
          <p:cNvSpPr txBox="1"/>
          <p:nvPr/>
        </p:nvSpPr>
        <p:spPr>
          <a:xfrm>
            <a:off x="274320" y="797510"/>
            <a:ext cx="110825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word there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Attention(Q, K, V)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 is converted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(Q) → “What am I looking for?”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(K) → “What do I contain?”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 (V) → “What information do I give?”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token vectors, the model creates: Query (Q) , Key (K), Value (V)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measures how much attention each word pays to others and helps model know which words are important to focus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7E54D-3397-9BEB-76D9-314131B5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74" y="1497533"/>
            <a:ext cx="5333050" cy="65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44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44A4D-6D62-7818-7EEC-F49076A2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3B17C0-96A8-2BBD-BE9E-F3B5B1ED127A}"/>
              </a:ext>
            </a:extLst>
          </p:cNvPr>
          <p:cNvSpPr txBox="1"/>
          <p:nvPr/>
        </p:nvSpPr>
        <p:spPr>
          <a:xfrm>
            <a:off x="82296" y="166574"/>
            <a:ext cx="11082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Mechanism: This is math (OPTIONAL)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D7A85-5EFD-1C9E-F01B-9ACD2D11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0" y="628239"/>
            <a:ext cx="3613632" cy="1688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CBD141-EBCB-1B3E-0A26-6EC263A2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758" y="593804"/>
            <a:ext cx="5652691" cy="1997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C2089E-FB00-31F7-7679-CD1513502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3227302"/>
            <a:ext cx="5812580" cy="1690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338474-CECF-A1AB-8323-84956E2BF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0" y="5278720"/>
            <a:ext cx="7154273" cy="1095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2AE556-F7EB-9EF3-CD6C-D5D7B758F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002" y="5165161"/>
            <a:ext cx="1752727" cy="1579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8BF07E-33F6-CC15-CDED-D235A33543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088" y="3991603"/>
            <a:ext cx="4236720" cy="5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44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11C1-FCB2-7473-A235-321BE3CA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A4089C4-F134-5541-1A65-B2D4F6E0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7" y="274320"/>
            <a:ext cx="4171770" cy="1202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434962-BDA5-4F0A-3A35-A2025415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63" y="274320"/>
            <a:ext cx="5724394" cy="9324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B7BDC8-03FB-C62A-0ED1-CDC1CF366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7" y="1783311"/>
            <a:ext cx="4319395" cy="26534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2AB455-617D-C4AC-10E3-A2D385673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40" y="4614295"/>
            <a:ext cx="4192607" cy="17443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D94FF5-7C9D-A1B0-D0AD-A42CFC333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787" y="4614295"/>
            <a:ext cx="4782843" cy="224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10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A1B2-6FF4-E550-8DBA-1C9DD0D0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DF0CCD-79B1-72F8-407B-8CE6AAF6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7" y="168328"/>
            <a:ext cx="3842314" cy="1492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4A8CBE-3B0C-7F69-98D5-6A786ED7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4" y="392177"/>
            <a:ext cx="5313087" cy="8667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9C8C9A-E606-6A2D-8EC6-C1E22DDBD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7" y="1971254"/>
            <a:ext cx="4790582" cy="16344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8B63E0-012C-CC73-D5DF-ECDCF95AF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7" y="4651415"/>
            <a:ext cx="8072504" cy="16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11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24466"/>
            <a:ext cx="11000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Multi-Head Attention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one attention layer, we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heads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parallel.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D5D42-1720-5DB4-AFDC-33068E58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6" y="1869187"/>
            <a:ext cx="6553200" cy="24544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2DD081-CEEC-8257-A4A7-7577F30BB2D2}"/>
              </a:ext>
            </a:extLst>
          </p:cNvPr>
          <p:cNvSpPr/>
          <p:nvPr/>
        </p:nvSpPr>
        <p:spPr>
          <a:xfrm>
            <a:off x="0" y="1692109"/>
            <a:ext cx="625449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head captures different types of relationships (syntax, semantics, etc.).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of the river was muddy,"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Head1 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Focuses on the syntax (verb-object relationship)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 2: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Focuses on semantic context (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"river"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explaining which type of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"bank"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is)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1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88D3-5343-EE2A-F620-D6DE362E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41E58F-BE00-852F-8F87-48DB84332241}"/>
              </a:ext>
            </a:extLst>
          </p:cNvPr>
          <p:cNvSpPr/>
          <p:nvPr/>
        </p:nvSpPr>
        <p:spPr>
          <a:xfrm>
            <a:off x="329184" y="946842"/>
            <a:ext cx="11000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Stable and Robust Learning: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Relying on a single attention head makes training highly sensitive to that specific head's initialization and performance. </a:t>
            </a:r>
          </a:p>
          <a:p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heads act like an ensemble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within a single layer, making the network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prone to overfitting</a:t>
            </a:r>
            <a:endParaRPr lang="en-US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6BC6D-B019-A374-A926-D244F6844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80" y="5617028"/>
            <a:ext cx="6020640" cy="781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D5D55E-1C9F-E7C4-E01C-38CD225910A0}"/>
              </a:ext>
            </a:extLst>
          </p:cNvPr>
          <p:cNvSpPr txBox="1"/>
          <p:nvPr/>
        </p:nvSpPr>
        <p:spPr>
          <a:xfrm>
            <a:off x="134874" y="4913217"/>
            <a:ext cx="9027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we concatenate and linearly transform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outputs of all heads.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44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544" y="735118"/>
            <a:ext cx="476707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Process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tasks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(like BERT),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final token representations are passed to a classifier.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BERT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= contextual embeddings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classification ,  NER , QA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597C5-96F5-DCCD-796D-740C696EE3B4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D5625-AB19-4E22-89BA-31DA78A6671B}"/>
              </a:ext>
            </a:extLst>
          </p:cNvPr>
          <p:cNvSpPr txBox="1"/>
          <p:nvPr/>
        </p:nvSpPr>
        <p:spPr>
          <a:xfrm>
            <a:off x="5705856" y="1473782"/>
            <a:ext cx="63886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tasks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(like GPT),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decoder predicts the next word/token step-by-step.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predicts next word</a:t>
            </a:r>
          </a:p>
        </p:txBody>
      </p:sp>
    </p:spTree>
    <p:extLst>
      <p:ext uri="{BB962C8B-B14F-4D97-AF65-F5344CB8AC3E}">
        <p14:creationId xmlns:p14="http://schemas.microsoft.com/office/powerpoint/2010/main" val="2993750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06A2B2-24A5-AFBA-2BD7-EF5767037CDE}"/>
              </a:ext>
            </a:extLst>
          </p:cNvPr>
          <p:cNvSpPr txBox="1"/>
          <p:nvPr/>
        </p:nvSpPr>
        <p:spPr>
          <a:xfrm>
            <a:off x="7365492" y="1877860"/>
            <a:ext cx="45582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Requires large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 training (GPU/TPU)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E1BF4-D6E1-3B5B-78EC-2FB0290EED86}"/>
              </a:ext>
            </a:extLst>
          </p:cNvPr>
          <p:cNvSpPr txBox="1"/>
          <p:nvPr/>
        </p:nvSpPr>
        <p:spPr>
          <a:xfrm>
            <a:off x="333756" y="1877860"/>
            <a:ext cx="47137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long-range understanding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93D2A-005E-607C-C903-6455C3D93179}"/>
              </a:ext>
            </a:extLst>
          </p:cNvPr>
          <p:cNvSpPr txBox="1"/>
          <p:nvPr/>
        </p:nvSpPr>
        <p:spPr>
          <a:xfrm>
            <a:off x="2363724" y="64008"/>
            <a:ext cx="8033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 &amp; Cons Of Transformers</a:t>
            </a:r>
            <a:endParaRPr lang="en-IN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068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122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7744" y="706362"/>
            <a:ext cx="114757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Residual Connections + Layer Normalization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Residual connection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of each block is added back to its input (helps gradient flow).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 normalization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values in good range + Stabilizes training.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393F2-D8BB-AF9B-95DA-59F2CAE54266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FC15A-1820-FCDD-B9D5-E3EBDCF3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13782"/>
            <a:ext cx="3896269" cy="438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3E63EB-7B2F-33A2-DC78-AAD1722B3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3315139"/>
            <a:ext cx="4096322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60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948C-85AA-C21C-1911-7EE27A78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B12299-F387-A2DD-70BA-6A8BE5FDEA0C}"/>
              </a:ext>
            </a:extLst>
          </p:cNvPr>
          <p:cNvSpPr/>
          <p:nvPr/>
        </p:nvSpPr>
        <p:spPr>
          <a:xfrm>
            <a:off x="237744" y="706362"/>
            <a:ext cx="11475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Forward Network (FFN)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 independently passes through a small neural network: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FBAF4-F8DB-97E9-005D-DDE120BC16BC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D84D1-782A-6AB6-AEC5-1A3222EA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551" y="2029730"/>
            <a:ext cx="450595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10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2097</TotalTime>
  <Words>1982</Words>
  <Application>Microsoft Office PowerPoint</Application>
  <PresentationFormat>Widescreen</PresentationFormat>
  <Paragraphs>368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Calibri Light</vt:lpstr>
      <vt:lpstr>Inter</vt:lpstr>
      <vt:lpstr>Inter ExtraBold</vt:lpstr>
      <vt:lpstr>Inter SemiBold</vt:lpstr>
      <vt:lpstr>Times New Roman</vt:lpstr>
      <vt:lpstr>Wingdings</vt:lpstr>
      <vt:lpstr>Office Theme</vt:lpstr>
      <vt:lpstr>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250</cp:revision>
  <dcterms:created xsi:type="dcterms:W3CDTF">2025-09-22T02:44:38Z</dcterms:created>
  <dcterms:modified xsi:type="dcterms:W3CDTF">2026-09-22T11:29:43Z</dcterms:modified>
</cp:coreProperties>
</file>