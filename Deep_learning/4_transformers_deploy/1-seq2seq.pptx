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76" r:id="rId2"/>
    <p:sldId id="257" r:id="rId3"/>
    <p:sldId id="277" r:id="rId4"/>
    <p:sldId id="278" r:id="rId5"/>
    <p:sldId id="279" r:id="rId6"/>
    <p:sldId id="27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5D6C52-813D-0B3D-0A18-4D3324F68BDE}"/>
              </a:ext>
            </a:extLst>
          </p:cNvPr>
          <p:cNvSpPr txBox="1"/>
          <p:nvPr/>
        </p:nvSpPr>
        <p:spPr>
          <a:xfrm>
            <a:off x="1110996" y="1843963"/>
            <a:ext cx="97155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NLP → RNN → LSTM/GRU → Seq2Seq → Attention → Transformers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Seq2Seq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model is an encoder-decoder architecture that converts an input sequence into an output sequence, possibly of different length.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50C8A-1D85-BC8B-26A6-95EDA6DF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E56BA1-27B7-ADFC-393B-B31978C1527F}"/>
              </a:ext>
            </a:extLst>
          </p:cNvPr>
          <p:cNvSpPr txBox="1"/>
          <p:nvPr/>
        </p:nvSpPr>
        <p:spPr>
          <a:xfrm>
            <a:off x="745236" y="243512"/>
            <a:ext cx="8727948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🔹 Core Architecture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Seq2Seq has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 main parts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Encoder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Takes input sequence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Compresses it into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fixed-size vector (context vector)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 am learning AI" → [0.25, -0.81, 0.67, ...]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Decoder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Takes the context vector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Generates output sequence step-by-step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fr-FR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</a:t>
            </a:r>
            <a:r>
              <a:rPr lang="fr-FR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context</a:t>
            </a:r>
            <a:r>
              <a:rPr lang="fr-FR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fr-FR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vector</a:t>
            </a:r>
            <a:r>
              <a:rPr lang="fr-FR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] → "Je" → "apprends" → "IA"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360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430FD-10D7-8C55-45C4-2FABEC0F7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CE3043-35B2-3461-29BD-4FC2501B71A5}"/>
              </a:ext>
            </a:extLst>
          </p:cNvPr>
          <p:cNvSpPr txBox="1"/>
          <p:nvPr/>
        </p:nvSpPr>
        <p:spPr>
          <a:xfrm>
            <a:off x="745236" y="243512"/>
            <a:ext cx="8727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C5E510-612C-2524-7C24-74892D0B150B}"/>
              </a:ext>
            </a:extLst>
          </p:cNvPr>
          <p:cNvSpPr txBox="1"/>
          <p:nvPr/>
        </p:nvSpPr>
        <p:spPr>
          <a:xfrm>
            <a:off x="1248156" y="1194507"/>
            <a:ext cx="61904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  I → am → learning → AI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Encoder (RNN/LSTM)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Context Vector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Decoder (RNN/LSTM)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  Je →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apprends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IA</a:t>
            </a:r>
          </a:p>
        </p:txBody>
      </p:sp>
    </p:spTree>
    <p:extLst>
      <p:ext uri="{BB962C8B-B14F-4D97-AF65-F5344CB8AC3E}">
        <p14:creationId xmlns:p14="http://schemas.microsoft.com/office/powerpoint/2010/main" val="2170456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2D525-ABC4-3C00-7DB4-1067A2575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3E82E0-00C9-3506-A9EA-E948632DE14D}"/>
              </a:ext>
            </a:extLst>
          </p:cNvPr>
          <p:cNvSpPr txBox="1"/>
          <p:nvPr/>
        </p:nvSpPr>
        <p:spPr>
          <a:xfrm>
            <a:off x="1156716" y="554427"/>
            <a:ext cx="721918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🔹 Key Concept: Context Vector Problem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Early Seq2Seq had a major limitation: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Entire sentence compressed into ONE vector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Long sentences → information loss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Poor performance on long text 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🔹 Solution: Attention Mechanism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one vector: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Decoder looks at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 encoder states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leads to: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Better translations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Foundation of modern NLP</a:t>
            </a:r>
          </a:p>
        </p:txBody>
      </p:sp>
    </p:spTree>
    <p:extLst>
      <p:ext uri="{BB962C8B-B14F-4D97-AF65-F5344CB8AC3E}">
        <p14:creationId xmlns:p14="http://schemas.microsoft.com/office/powerpoint/2010/main" val="2108848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1098</TotalTime>
  <Words>214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174</cp:revision>
  <dcterms:created xsi:type="dcterms:W3CDTF">2025-09-22T02:44:38Z</dcterms:created>
  <dcterms:modified xsi:type="dcterms:W3CDTF">2026-04-21T16:17:18Z</dcterms:modified>
</cp:coreProperties>
</file>