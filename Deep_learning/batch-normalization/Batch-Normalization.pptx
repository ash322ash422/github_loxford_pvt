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6"/>
  </p:handoutMasterIdLst>
  <p:sldIdLst>
    <p:sldId id="257" r:id="rId2"/>
    <p:sldId id="261" r:id="rId3"/>
    <p:sldId id="260" r:id="rId4"/>
    <p:sldId id="263" r:id="rId5"/>
    <p:sldId id="264" r:id="rId6"/>
    <p:sldId id="265" r:id="rId7"/>
    <p:sldId id="266" r:id="rId8"/>
    <p:sldId id="267" r:id="rId9"/>
    <p:sldId id="268" r:id="rId10"/>
    <p:sldId id="262" r:id="rId11"/>
    <p:sldId id="269" r:id="rId12"/>
    <p:sldId id="270" r:id="rId13"/>
    <p:sldId id="271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38:54.0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1213 24575,'-4'-5'0,"10"-5"0,13-13 0,-17 21 0,38-42 0,-23 27 0,0-1 0,-2 0 0,0-1 0,-1-1 0,-1 0 0,19-38 0,2-30 0,-4-1 0,-4-1 0,24-153 0,-44 170 0,-6-121 0,-2 80 0,2 110 0,0-1 0,-1 0 0,1 0 0,-1 0 0,0 0 0,0 0 0,-1 1 0,1-1 0,-1 1 0,-4-8 0,5 11 0,1 1 0,0-1 0,-1 0 0,1 1 0,-1-1 0,1 1 0,-1-1 0,1 1 0,-1 0 0,1-1 0,-1 1 0,0 0 0,1-1 0,-1 1 0,1 0 0,-1-1 0,0 1 0,1 0 0,-1 0 0,0 0 0,1 0 0,-1 0 0,0 0 0,1 0 0,-1 0 0,0 0 0,0 0 0,0 0 0,-1 1 0,0 0 0,0 1 0,0-1 0,0 1 0,1-1 0,-1 1 0,0-1 0,1 1 0,-1 0 0,1 0 0,0-1 0,0 1 0,-2 4 0,-8 15 0,1-1 0,0 2 0,2-1 0,1 2 0,1-1 0,0 0 0,2 1 0,1 0 0,-1 27 0,4-14 0,2 1 0,1-1 0,2 0 0,1 0 0,13 38 0,-3-5 0,11 115 0,-25-174 0,0-1 0,1 1 0,0-1 0,1 0 0,0 0 0,0 0 0,1-1 0,0 1 0,1-1 0,-1 0 0,2 0 0,-1-1 0,1 0 0,0 0 0,0-1 0,1 0 0,0 0 0,0-1 0,1 1 0,14 5 0,-18-10 0,1 0 0,-1 0 0,1-1 0,-1 0 0,1 0 0,0 0 0,-1-1 0,1 0 0,-1 0 0,1 0 0,-1-1 0,0 1 0,0-1 0,1-1 0,-1 1 0,-1-1 0,1 1 0,0-2 0,-1 1 0,1 0 0,3-5 0,7-5 0,-1-1 0,0-1 0,-1 0 0,17-26 0,-4-6 0,-22 38 0,0-1 0,1 1 0,1 0 0,0 0 0,0 1 0,10-12 0,-13 18 0,-1 0 0,1 0 0,0 1 0,-1-1 0,1 0 0,0 1 0,0 0 0,0 0 0,0 0 0,0 0 0,1 0 0,-1 1 0,0-1 0,0 1 0,0 0 0,1 0 0,-1 0 0,0 0 0,0 1 0,0-1 0,1 1 0,-1 0 0,0 0 0,0 0 0,5 3 0,3 2 0,-1 0 0,0 1 0,-1 1 0,0-1 0,0 2 0,9 10 0,-13-14 0,-23-19 0,9 6 0,-1 0 0,0 1 0,0 0 0,-1 1 0,0 0 0,-13-5 0,20 10 0,0 0 0,0 0 0,0 0 0,0 1 0,0 0 0,0 0 0,0 0 0,0 0 0,0 1 0,0-1 0,0 1 0,0 0 0,0 0 0,0 1 0,0-1 0,1 1 0,-1 0 0,1 0 0,-1 0 0,1 0 0,-1 1 0,1-1 0,-4 5 0,1-1 0,0 1 0,0 0 0,1 0 0,0 0 0,0 1 0,0 0 0,1 0 0,1 0 0,-1 1 0,1-1 0,1 1 0,-1 0 0,1 0 0,1-1 0,0 1 0,0 0 0,1 0 0,0 1 0,2 10 0,-2-13 0,1-1 0,0 1 0,0-1 0,1 1 0,0-1 0,0 0 0,0 0 0,1 0 0,0 0 0,0 0 0,0-1 0,1 1 0,0-1 0,0 0 0,0 0 0,1 0 0,0-1 0,0 1 0,0-1 0,0 0 0,1-1 0,-1 1 0,1-1 0,0 0 0,0-1 0,0 1 0,7 1 0,-10-3 0,-1-1 0,1 1 0,0-1 0,-1 0 0,1 0 0,0 0 0,-1 0 0,1 0 0,0 0 0,-1-1 0,1 1 0,-1-1 0,1 0 0,-1 0 0,1 0 0,-1 0 0,1 0 0,-1 0 0,0-1 0,4-2 0,-2 0 0,-1 0 0,0 1 0,0-1 0,0-1 0,0 1 0,-1 0 0,1-1 0,-1 1 0,0-1 0,1-7 0,2-7 0,-1-2 0,-1 1 0,-1 0 0,-1-28 0,1-6 0,-2 33 0,-4 60 0,-2 2 0,4-31 0,0-1 0,1 1 0,0 0 0,0 0 0,2 14 0,-1-17 0,1-1 0,0 1 0,0-1 0,0 1 0,1-1 0,0 0 0,0 0 0,1 1 0,0-2 0,0 1 0,0 0 0,1-1 0,-1 1 0,1-1 0,0 0 0,1 0 0,0-1 0,-1 1 0,1-1 0,1 0 0,-1 0 0,0-1 0,1 1 0,0-1 0,0-1 0,0 1 0,0-1 0,0 0 0,8 1 0,-4-1 0,-1 0 0,1-1 0,0-1 0,-1 1 0,1-2 0,0 1 0,-1-1 0,1-1 0,-1 0 0,1 0 0,-1-1 0,0 0 0,0-1 0,0 0 0,0 0 0,-1-1 0,0 0 0,0 0 0,0-1 0,9-8 0,-8 6 0,0 0 0,-1 0 0,0-1 0,0-1 0,-1 1 0,0-1 0,-1 0 0,0-1 0,-1 1 0,0-1 0,0 0 0,-1-1 0,-1 1 0,0-1 0,3-21 0,-8 54 0,1-9 0,0 0 0,0-1 0,1 1 0,3 23 0,-2-32 0,0 1 0,0-1 0,0 1 0,0-1 0,0 0 0,1 1 0,0-1 0,0 0 0,0 0 0,0 0 0,0 0 0,0 0 0,1-1 0,-1 1 0,1-1 0,0 0 0,0 1 0,0-1 0,0 0 0,0-1 0,0 1 0,5 1 0,6 3 0,1-2 0,0 1 0,0-2 0,0 0 0,0-1 0,0-1 0,1 0 0,-1-1 0,0 0 0,1-1 0,-1-1 0,26-7 0,-33 7 0,-1 0 0,1-1 0,-1-1 0,0 1 0,0-1 0,-1 0 0,1 0 0,-1-1 0,0 0 0,0 0 0,0-1 0,-1 1 0,0-1 0,0 0 0,0-1 0,-1 1 0,0-1 0,0 0 0,-1 0 0,1 0 0,-2 0 0,1-1 0,-1 1 0,0-1 0,-1 0 0,2-12 0,-2 13 0,-1-1 0,1 1 0,-1 0 0,0-1 0,-1 1 0,0-1 0,-2-8 0,5 105 0,-3-38 0,1-19 0,1-1 0,2 1 0,8 41 0,3 8 0,-12-56 0,2-1 0,11 38 0,35 138 0,-27-96 0,8 25 0,-26-97 0,-1-9 0,-1-1 0,-1 1 0,-1 0 0,-2 32 0,0-49 0,0 1 0,0-1 0,-1 1 0,0-1 0,0 1 0,0-1 0,-1 0 0,0 0 0,0-1 0,-1 1 0,1 0 0,-1-1 0,0 0 0,-1 0 0,1 0 0,-1-1 0,0 1 0,-1-1 0,-10 7 0,5-6 0,0 1 0,0-2 0,0 0 0,-1 0 0,1-1 0,-1 0 0,0-1 0,0 0 0,0-1 0,-1 0 0,1-1 0,0-1 0,0 0 0,-13-3 0,18 3 0,1 0 0,-1-1 0,1 1 0,0-2 0,-1 1 0,1-1 0,0 1 0,0-2 0,1 1 0,-1-1 0,1 0 0,0 0 0,0 0 0,0-1 0,0 1 0,1-1 0,0-1 0,0 1 0,0 0 0,1-1 0,-1 0 0,1 0 0,1 0 0,-1 0 0,1 0 0,-2-13 0,2 2 0,0 1 0,2-1 0,0 1 0,1-1 0,0 1 0,2-1 0,0 1 0,0 0 0,2 0 0,0 0 0,9-18 0,11-17 0,63-95 0,2-3 0,-76 123 0,1 0 0,1 2 0,1 0 0,2 1 0,0 1 0,1 0 0,1 2 0,1 0 0,1 2 0,27-18 0,-21 17 0,-1-2 0,46-46 0,-65 58 0,-1 0 0,0-1 0,0 0 0,-1 0 0,-1-1 0,1 0 0,-2 0 0,0-1 0,0 1 0,-1-1 0,4-18 0,-7 26 0,-1-1 0,0 0 0,0 1 0,0-1 0,0 1 0,-1-1 0,0 1 0,0-1 0,0 1 0,0 0 0,-1-1 0,0 1 0,0 0 0,0 0 0,0 0 0,-1 0 0,1 1 0,-1-1 0,0 0 0,0 1 0,-1 0 0,-4-4 0,5 5 0,1 1 0,0-1 0,0 1 0,-1 0 0,1 0 0,0 0 0,-1 0 0,1 0 0,-1 0 0,0 1 0,1 0 0,-1-1 0,1 1 0,-1 0 0,0 0 0,1 0 0,-1 1 0,0-1 0,1 0 0,-1 1 0,1 0 0,-1 0 0,1 0 0,-1 0 0,1 0 0,0 0 0,0 0 0,-1 1 0,1-1 0,0 1 0,0 0 0,0 0 0,0-1 0,1 1 0,-1 0 0,0 1 0,1-1 0,0 0 0,-2 4 0,-4 5 0,1 0 0,1 1 0,0 0 0,1 0 0,0 0 0,1 1 0,0-1 0,1 1 0,0 0 0,1 0 0,1-1 0,0 1 0,1 0 0,0 0 0,0 0 0,6 16 0,-6-22 0,1 0 0,0 0 0,1 0 0,0-1 0,0 1 0,0 0 0,1-1 0,0 0 0,0 0 0,1 0 0,-1-1 0,1 0 0,1 1 0,-1-2 0,1 1 0,-1 0 0,1-1 0,1 0 0,-1-1 0,0 0 0,1 1 0,0-2 0,0 1 0,0-1 0,0 0 0,0-1 0,0 0 0,0 0 0,0 0 0,9-1 0,-5-1 0,-1 0 0,1-1 0,0 0 0,-1 0 0,1-1 0,-1-1 0,0 0 0,0 0 0,0-1 0,-1 0 0,1-1 0,-1 0 0,-1-1 0,1 0 0,-1 0 0,0 0 0,-1-1 0,7-9 0,12-17 0,-1-1 0,-2-2 0,21-44 0,-39 72 0,-2 2 0,26-56 0,-28 60 0,0 0 0,0 0 0,0 0 0,-1 0 0,1 0 0,-1 0 0,0 0 0,0-1 0,0 1 0,0 0 0,0 0 0,-1 0 0,1-1 0,-1 1 0,0 0 0,0 0 0,0 0 0,-2-3 0,2 5 0,1 0 0,-1 0 0,0 0 0,0 0 0,1 0 0,-1 1 0,0-1 0,0 0 0,0 0 0,0 1 0,0-1 0,0 1 0,0-1 0,0 1 0,0-1 0,-1 1 0,1-1 0,0 1 0,0 0 0,0 0 0,0 0 0,-1 0 0,1 0 0,-2 0 0,-1 1 0,1-1 0,0 1 0,0 0 0,-1 1 0,1-1 0,0 0 0,0 1 0,-5 4 0,-1 0 0,1 1 0,0 0 0,1 0 0,-14 17 0,20-22 0,-1 1 0,0-1 0,0 0 0,1 1 0,-1-1 0,1 1 0,0-1 0,0 1 0,0 0 0,0 0 0,0 0 0,1-1 0,-1 1 0,1 0 0,0 0 0,-1 0 0,1 0 0,1 0 0,-1 0 0,0-1 0,1 1 0,1 6 0,0-7 0,0 0 0,0 1 0,0-1 0,0 0 0,0 0 0,1 0 0,-1 0 0,1 0 0,-1-1 0,1 1 0,-1-1 0,1 0 0,0 1 0,0-1 0,0-1 0,0 1 0,0 0 0,0-1 0,0 1 0,0-1 0,5 0 0,29 2 0,-7-1 0,49 8 0,-72-8 0,0 0 0,-1 1 0,1 0 0,-1 0 0,1 1 0,-1-1 0,0 2 0,0-1 0,0 0 0,0 1 0,-1 0 0,10 10 0,-13-12 0,0 0 0,-1 1 0,1-1 0,-1 0 0,1 1 0,-1-1 0,0 1 0,0-1 0,0 1 0,-1-1 0,1 1 0,0 0 0,-1-1 0,0 1 0,0 0 0,0 0 0,0 4 0,-1-1 0,0-1 0,-1 0 0,0 1 0,1-1 0,-2 0 0,1 0 0,-1 0 0,-4 6 0,-7 7 0,0 0 0,-1-1 0,-25 20 0,31-28 0,7-8 0,1 0 0,0 0 0,0 0 0,0 1 0,-1-1 0,1 0 0,0 0 0,0 1 0,1-1 0,-1 1 0,0-1 0,0 1 0,1-1 0,-1 1 0,1-1 0,-1 1 0,1 0 0,0-1 0,-1 4 0,2-3 0,-1-1 0,1 0 0,-1 1 0,1-1 0,-1 0 0,1 0 0,0 0 0,0 0 0,-1 0 0,1 1 0,0-1 0,0-1 0,0 1 0,0 0 0,0 0 0,1 0 0,-1 0 0,2 0 0,4 3 0,0-2 0,1 1 0,-1-1 0,0 0 0,1 0 0,-1-1 0,10 1 0,26 0-116,-16 1-93,0-1 1,0-2 0,0 0 0,1-2 0,44-9 0,-54 5-6618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38:56.1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407 3 24575,'0'0'0,"0"-1"0,0 1 0,-1 0 0,1 0 0,0 0 0,-1-1 0,1 1 0,0 0 0,-1 0 0,1 0 0,0 0 0,-1 0 0,1-1 0,0 1 0,-1 0 0,1 0 0,0 0 0,-1 0 0,1 0 0,-1 0 0,1 0 0,0 0 0,-1 0 0,1 1 0,0-1 0,-1 0 0,1 0 0,0 0 0,-1 0 0,1 0 0,0 1 0,-1-1 0,1 0 0,0 0 0,-1 1 0,1-1 0,0 0 0,0 0 0,0 1 0,-1-1 0,1 1 0,-13 21 0,-2 27 0,10-17 0,0 0 0,1 42 0,3-37 0,-9 47 0,4-41 0,0 66 0,5-67 0,-10 69 0,-16 26 0,2 40 0,-1 1 0,24-165 0,1-6 0,-1-1 0,1 0 0,-1 1 0,0-1 0,0 0 0,-1 0 0,-3 6 0,5-11 0,0 0 0,0 0 0,-1 0 0,1 0 0,0 0 0,0-1 0,0 1 0,-1 0 0,1-1 0,0 1 0,-1-1 0,1 1 0,0-1 0,-1 1 0,1-1 0,-1 0 0,1 0 0,-1 0 0,1 0 0,0 0 0,-1 0 0,1 0 0,-1 0 0,1-1 0,-1 1 0,1 0 0,0-1 0,-1 1 0,1-1 0,0 0 0,-1 1 0,1-1 0,0 0 0,0 0 0,0 0 0,0 0 0,0 0 0,-1-1 0,-9-6 0,1-1 0,0-1 0,0 1 0,1-2 0,1 1 0,-1-1 0,-11-23 0,-41-91 0,48 95 0,8 9 0,5 21 0,0-1 0,0 1 0,1 0 0,-1 0 0,0 0 0,0-1 0,1 1 0,-1 0 0,0 0 0,1 0 0,-1 0 0,0 0 0,1 0 0,-1 0 0,0 0 0,0 0 0,1 0 0,-1 0 0,0 0 0,1 0 0,-1 0 0,0 0 0,1 0 0,-1 0 0,0 0 0,1 0 0,-1 0 0,0 0 0,0 0 0,1 1 0,-1-1 0,0 0 0,0 0 0,1 1 0,29 25 0,41 81 0,-49-71 0,1-1 0,36 41 0,-57-73 0,1 0 0,-1-1 0,1 1 0,-1-1 0,1 1 0,0-1 0,-1 0 0,1 0 0,0-1 0,1 1 0,-1-1 0,0 1 0,0-1 0,1 0 0,-1 0 0,0 0 0,1-1 0,-1 1 0,1-1 0,-1 0 0,1 0 0,6-1 0,-5 0 0,1-1 0,0-1 0,-1 1 0,0-1 0,1 0 0,-1 0 0,0 0 0,-1-1 0,1 0 0,-1 0 0,1 0 0,5-8 0,41-41-21,-31 34-315,-2 0 0,0-2 0,27-38 0,-36 41-6490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38:57.8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7 24575,'0'-1'0,"0"1"0,0 0 0,0 0 0,0 0 0,0-1 0,0 1 0,0 0 0,0 0 0,0 0 0,0-1 0,0 1 0,0 0 0,0 0 0,0 0 0,0-1 0,0 1 0,0 0 0,0 0 0,0 0 0,0 0 0,1-1 0,-1 1 0,0 0 0,0 0 0,0 0 0,0 0 0,0 0 0,1 0 0,-1-1 0,0 1 0,0 0 0,0 0 0,1 0 0,-1 0 0,0 0 0,0 0 0,0 0 0,1 0 0,-1 0 0,0 0 0,0 0 0,0 0 0,1 0 0,-1 0 0,0 0 0,0 0 0,0 0 0,0 0 0,1 0 0,-1 0 0,0 0 0,0 0 0,0 0 0,1 1 0,-1-1 0,0 0 0,0 0 0,0 0 0,0 0 0,0 0 0,1 1 0,19 16 0,27 37 0,-36-41 0,77 75 0,-61-64 0,-2 1 0,33 41 0,-30-33 0,0-1 0,2-1 0,53 40 0,18 20 0,-19 4 0,0 1 0,6-11 0,77 79 0,-32-22 0,-130-138-170,0 0-1,0-1 0,1 1 1,-1-1-1,1 0 0,0 0 1,7 4-1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38:58.7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287 35 24575,'2'-31'0,"3"28"0,5 17 0,133 286 0,-139-293 0,0 0 0,-1 1 0,0 0 0,0 0 0,0 0 0,-1 0 0,2 15 0,-4-20 0,0-1 0,-1 0 0,1 0 0,0 0 0,-1 0 0,0 1 0,1-1 0,-1 0 0,0 0 0,0 0 0,0 0 0,0-1 0,0 1 0,-1 0 0,1 0 0,-1-1 0,1 1 0,-1 0 0,1-1 0,-1 0 0,0 1 0,0-1 0,1 0 0,-1 0 0,0 0 0,0 0 0,0 0 0,-1-1 0,1 1 0,0 0 0,0-1 0,0 0 0,0 1 0,-5-1 0,-9 1 0,-1-1 0,1 0 0,0-1 0,-1 0 0,1-2 0,-24-6 0,16 4 0,-1 1 0,-23-2 0,1 8 0,37-1 0,1 0 0,0 0 0,-1-1 0,1 0 0,0-1 0,-1 0 0,1 0 0,0-1 0,0 0 0,-18-7 0,15-4-1365,6-3-5461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4:53:50.3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989 198 24575,'1'4'0,"-1"-9"0,-1 3 0,1 0 0,-1 0 0,1 1 0,-1-1 0,1 0 0,-1 1 0,0-1 0,0 1 0,0-1 0,0 1 0,0-1 0,-2-1 0,-12-10 0,-1 1 0,-1 1 0,0 1 0,0 0 0,-26-10 0,-2-1 0,20 9 0,-1 2 0,0 1 0,0 1 0,-1 1 0,-44-5 0,25 3 0,36 7 0,0-1 0,0 2 0,0-1 0,0 1 0,0 1 0,-1 0 0,1 0 0,-15 3 0,8 1 0,1-1 0,0 2 0,0 0 0,0 2 0,1-1 0,0 2 0,0 0 0,0 0 0,1 2 0,1 0 0,0 0 0,0 1 0,-16 19 0,-5 8 0,3 3 0,1 0 0,2 2 0,-42 84 0,64-112 0,-1-1 0,2 1 0,0 0 0,1 0 0,0 0 0,1 1 0,1-1 0,0 1 0,2 0 0,1 25 0,2-17 0,1 0 0,1 0 0,2-1 0,0 0 0,1 0 0,14 26 0,1 4 0,-17-35 0,2-1 0,0 1 0,1-1 0,0-1 0,2 0 0,12 15 0,-8-14 0,1-1 0,0-1 0,1-1 0,1 0 0,0-1 0,1-1 0,0-1 0,1 0 0,0-2 0,1 0 0,0-1 0,0-1 0,1-1 0,-1-1 0,1-1 0,0-1 0,1-1 0,30-1 0,-32-2 0,0 0 0,-1-1 0,1-1 0,-1-2 0,0 0 0,0 0 0,0-2 0,0-1 0,-1 0 0,-1-1 0,0-1 0,32-24 0,-20 14 0,-2-2 0,0-1 0,-2-1 0,0-1 0,-2-1 0,-1-1 0,32-50 0,-46 61 0,-1 4 0,-1-1 0,0 0 0,-1 0 0,0 0 0,6-26 0,-11 33 0,6-22 0,4-54 0,-11 71 0,0 1 0,-1-1 0,0 1 0,0 0 0,-1-1 0,-1 1 0,1 0 0,-9-17 0,-15-37 0,19 43 0,-1 0 0,-1 1 0,-1 0 0,0 1 0,-1 0 0,-2 1 0,0 0 0,-21-23 0,14 23-82,12 12-101,0-1-1,1 0 1,0 0 0,0-1-1,1 1 1,-8-14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1:20.5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19 313 24575,'0'-7'0,"-2"1"0,1 0 0,-1 0 0,0-1 0,0 1 0,0 0 0,-6-8 0,11 54 0,20 56 0,12 105 0,-35-192 0,-5-22 0,-3-24 0,3-223 0,6 153 0,-1 98 0,1 0 0,0 0 0,0 0 0,1 0 0,0 1 0,0-1 0,1 0 0,0 1 0,1 0 0,0-1 0,0 1 0,1 1 0,0-1 0,0 1 0,11-12 0,-12 15 0,0 0 0,0 1 0,0 0 0,1-1 0,0 1 0,0 1 0,0-1 0,0 1 0,0 0 0,0 0 0,0 0 0,1 1 0,-1 0 0,1 0 0,-1 0 0,1 1 0,0 0 0,-1 0 0,1 0 0,-1 0 0,1 1 0,-1 0 0,1 0 0,-1 1 0,0 0 0,7 2 0,-3 1 0,1-1 0,-1 1 0,0 1 0,0-1 0,-1 1 0,0 1 0,0 0 0,0 0 0,-1 1 0,0-1 0,11 18 0,-17-22 0,-1 0 0,1 0 0,-1 0 0,1 0 0,-1 0 0,0 0 0,-1 0 0,1 0 0,0 0 0,-1 0 0,0 0 0,1-1 0,-1 1 0,0 0 0,-1 0 0,1-1 0,0 1 0,-1 0 0,1-1 0,-1 0 0,0 1 0,0-1 0,0 0 0,0 0 0,-4 3 0,-6 7 0,0-1 0,-1 0 0,-16 9 0,-7 2 0,-1-2 0,-75 29 0,127-53 0,1 1 0,0 1 0,0 0 0,0 1 0,0 0 0,0 2 0,22 2 0,-19-1 0,1 1 0,0 1 0,-1 0 0,0 2 0,0 0 0,0 1 0,19 11 0,-26-11 0,3 1 0,0 0 0,-1 2 0,0 0 0,0 0 0,22 23 0,-34-31 0,0 1 0,0-1 0,0 1 0,-1 0 0,1 0 0,-1 0 0,1 0 0,-1-1 0,0 2 0,0-1 0,-1 0 0,1 0 0,-1 0 0,1 0 0,-1 6 0,-1-5 0,0 0 0,0 0 0,0 0 0,0-1 0,-1 1 0,0 0 0,0-1 0,0 1 0,0-1 0,0 0 0,-1 1 0,1-1 0,-1 0 0,0-1 0,-5 6 0,-13 6 0,1-1 0,-2-1 0,0 0 0,0-2 0,-1-1 0,0 0 0,0-2 0,-1 0 0,-36 4 0,57-11-69,-49 4 267,51-4-234,0 0 1,0 0-1,0 0 1,0 0-1,0 0 0,0-1 1,0 1-1,0 0 1,0 0-1,0-1 1,0 1-1,0-1 0,0 1 1,0-1-1,0 1 1,0-1-1,0 1 1,1-1-1,-1 0 1,0 1-1,0-1 0,1 0 1,-1 0-1,0 0 1,1 1-1,-1-1 1,1 0-1,-1 0 0,1 0 1,-1 0-1,1 0 1,0 0-1,0 0 1,-1 0-1,1 0 0,0 0 1,0 0-1,0 0 1,0 0-1,0 0 1,1-2-1,3-13-6790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1:21.9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32 159 24575,'-3'-3'0,"-4"11"0,-4 15 0,9 0 0,1 0 0,0 0 0,2 0 0,0 0 0,2-1 0,0 1 0,2 0 0,8 25 0,11 66 0,-66-282 0,41 163 0,-11-70 0,12 71 0,-1 0 0,1 0 0,0 0 0,0 0 0,0 0 0,0 0 0,1 0 0,0 0 0,-1 0 0,2 0 0,-1 0 0,0 1 0,1-1 0,3-6 0,-4 10 0,0-1 0,0 0 0,0 0 0,1 1 0,-1-1 0,0 1 0,0-1 0,1 1 0,-1 0 0,1-1 0,-1 1 0,0 0 0,1 0 0,-1 0 0,0 0 0,1 0 0,-1 0 0,1 0 0,-1 1 0,0-1 0,1 0 0,-1 1 0,0-1 0,0 1 0,1 0 0,-1-1 0,0 1 0,0 0 0,0 0 0,0-1 0,2 3 0,41 35 0,-32-27 0,51 39 0,3-3 0,88 48 0,-108-68 0,-45-26 0,0 0 0,1 0 0,-1 0 0,1 0 0,0 0 0,-1 0 0,1-1 0,-1 1 0,1 0 0,0-1 0,0 0 0,-1 1 0,1-1 0,0 0 0,0 0 0,-1 0 0,1 0 0,0 0 0,0 0 0,-1-1 0,1 1 0,0 0 0,2-2 0,-2 1 0,-1-1 0,0 1 0,1-1 0,-1 1 0,0-1 0,0 0 0,0 0 0,0 1 0,0-1 0,0 0 0,0 0 0,0 0 0,-1 0 0,1 0 0,-1 0 0,0 0 0,1-2 0,-1-15 0,0 0 0,0 0 0,-6-30 0,4 32 0,-10-67 0,4 36 0,-2-81 0,10 120-227,0 0-1,-1 0 1,0 0-1,-1 0 1,-3-10-1,0 3-6598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1:22.2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10 24575,'0'0'0,"0"-1"0,0 1 0,-1 0 0,1 0 0,0-1 0,0 1 0,0 0 0,0 0 0,0-1 0,0 1 0,0 0 0,0 0 0,0-1 0,0 1 0,0 0 0,0 0 0,0-1 0,0 1 0,0 0 0,0 0 0,0-1 0,0 1 0,0 0 0,0 0 0,1-1 0,-1 1 0,0 0 0,0 0 0,0-1 0,0 1 0,0 0 0,1 0 0,-1 0 0,0 0 0,0-1 0,0 1 0,1 0 0,-1 0 0,0 0 0,0 0 0,1 0 0,-1 0 0,0-1 0,0 1 0,1 0 0,-1 0 0,0 0 0,0 0 0,1 0 0,-1 0 0,0 0 0,0 0 0,1 0 0,-1 0 0,0 0 0,0 0 0,1 0 0,-1 1 0,0-1 0,0 0 0,1 0 0,-1 0 0,0 0 0,1 1 0,9 15 0,-5 13 0,-1 1 0,-2 0 0,0 0 0,-5 42 0,1-39 0,1 0 0,2 0 0,7 46 0,13 83-1365,-15-135-5461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1:24.7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4 134 24575,'3'-4'0,"3"13"0,4 14 0,3 71 0,-10-62 0,1 0 0,10 38 0,1-23 0,14 64 0,-28-86 0,-4-21 0,-5-15 0,-11-37 0,2-1 0,-21-96 0,33 121 0,1 3 0,0 0 0,2 0 0,1-1 0,1-27 0,0 40 0,1 0 0,0 0 0,0 0 0,1 0 0,0 0 0,1 0 0,0 1 0,0-1 0,1 1 0,0-1 0,0 1 0,9-11 0,-8 14 0,0 1 0,0 0 0,1 0 0,0 1 0,-1 0 0,1-1 0,1 2 0,-1-1 0,0 1 0,1 0 0,-1 0 0,1 1 0,-1 0 0,1 0 0,0 1 0,-1-1 0,1 1 0,0 1 0,7 0 0,-3 0 0,0 1 0,0 0 0,0 1 0,0 0 0,0 0 0,0 1 0,-1 0 0,0 1 0,0 1 0,14 9 0,-23-15 0,1 1 0,-1 0 0,0 0 0,0 0 0,0 0 0,0 0 0,0 0 0,0 0 0,0 0 0,-1 1 0,1-1 0,0 0 0,-1 0 0,1 1 0,-1-1 0,1 1 0,-1-1 0,0 0 0,1 1 0,-1-1 0,0 1 0,0-1 0,0 0 0,0 1 0,0 2 0,-1-2 0,-1 1 0,1 0 0,0-1 0,-1 1 0,1-1 0,-1 1 0,1-1 0,-1 1 0,0-1 0,0 0 0,-5 4 0,-7 4 0,0-1 0,0 0 0,-23 10 0,32-16 0,-126 56 0,131-59 0,0 0 0,0 0 0,0 0 0,-1 0 0,1 0 0,0 0 0,0 0 0,0 0 0,0 0 0,0 0 0,0 0 0,0 1 0,0-1 0,0 0 0,-1 0 0,1 0 0,0 0 0,0 0 0,0 0 0,0 0 0,0 0 0,0 0 0,0 0 0,0 0 0,0 0 0,0 1 0,0-1 0,0 0 0,0 0 0,0 0 0,0 0 0,0 0 0,0 0 0,0 0 0,0 0 0,0 0 0,0 1 0,0-1 0,0 0 0,0 0 0,0 0 0,0 0 0,0 0 0,0 0 0,0 0 0,0 0 0,0 1 0,0-1 0,0 0 0,0 0 0,0 0 0,0 0 0,0 0 0,0 0 0,0 0 0,0 0 0,0 0 0,0 0 0,1 0 0,-1 1 0,0-1 0,0 0 0,0 0 0,0 0 0,0 0 0,0 0 0,0 0 0,1 0 0,13 6 0,40 7 0,0 1 0,6 4 0,-36-12 0,0 2 0,0 0 0,25 13 0,-44-18 0,0-1 0,0 1 0,0 0 0,-1 0 0,0 1 0,1-1 0,-1 1 0,-1 0 0,1 0 0,0 0 0,-1 1 0,0-1 0,0 1 0,0 0 0,-1-1 0,0 1 0,1 1 0,-2-1 0,3 8 0,-3-9 0,-1 0 0,0 0 0,0-1 0,0 1 0,0 0 0,-1 0 0,1 0 0,-1-1 0,0 1 0,0 0 0,-1-1 0,1 1 0,-1-1 0,1 1 0,-1-1 0,0 0 0,-1 0 0,1 0 0,0 0 0,-1 0 0,0 0 0,1-1 0,-1 1 0,0-1 0,0 0 0,-1 0 0,1 0 0,-7 3 0,-9 3 0,0 0 0,-1-1 0,0-1 0,-23 3 0,20-3 0,-23-1 120,44-5-185,0 0 1,0 0-1,0-1 1,1 1-1,-1 0 1,0-1-1,0 1 0,1-1 1,-1 0-1,0 0 1,1 0-1,-1 1 1,0-1-1,1-1 0,-1 1 1,1 0-1,0 0 1,-1 0-1,1-1 1,0 1-1,0-1 1,-1-1-1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1:25.9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1 216 24575,'4'39'0,"2"-1"0,19 70 0,-13-64 0,1 2 0,20 44 0,-40-142 0,5 22 0,-10-43 0,-3 26 0,9 34 0,1-1 0,1 1 0,0-1 0,1 0 0,1 0 0,0 0 0,1 0 0,0-1 0,2-17 0,-1 31 0,0 1 0,0-1 0,0 0 0,0 1 0,0-1 0,1 0 0,-1 1 0,0-1 0,0 1 0,1-1 0,-1 0 0,0 1 0,1-1 0,-1 1 0,1-1 0,-1 1 0,1-1 0,-1 1 0,1-1 0,-1 1 0,1 0 0,-1-1 0,1 1 0,0 0 0,-1-1 0,1 1 0,-1 0 0,1 0 0,1-1 0,20 10 0,20 28 0,-38-32 0,43 42 0,2-3 0,73 54 0,4-7 0,-125-90 0,0-1 0,-1 1 0,1 0 0,0 0 0,1-1 0,-1 1 0,0 0 0,0-1 0,0 1 0,0-1 0,0 1 0,1-1 0,-1 0 0,0 0 0,0 1 0,1-1 0,-1 0 0,0 0 0,0 0 0,1 0 0,-1 0 0,0-1 0,0 1 0,1 0 0,1-1 0,-2-1 0,0 1 0,0 0 0,0 0 0,0-1 0,-1 1 0,1 0 0,0-1 0,-1 1 0,1-1 0,-1 1 0,1-1 0,-1 1 0,0-1 0,0 0 0,0 1 0,0-1 0,0-1 0,-1-13 0,0 1 0,-1-1 0,-5-16 0,6 29 0,-40-244 0,34 195 0,1 14-21,-4-43-1323,11 65-5482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1:26.6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26 24575,'48'-20'0,"-34"18"0,1 0 0,-1 1 0,1 0 0,-1 1 0,1 1 0,0 0 0,-1 1 0,22 6 0,-32-7 0,1 1 0,-1-1 0,1 1 0,-1 0 0,0 1 0,0-1 0,0 1 0,0 0 0,0 0 0,0 0 0,-1 0 0,1 1 0,-1-1 0,0 1 0,0 0 0,-1 0 0,1 0 0,-1 1 0,0-1 0,0 0 0,0 1 0,-1-1 0,1 1 0,-1 0 0,0-1 0,0 1 0,-1 0 0,0 0 0,0 6 0,0-2 0,-1 0 0,0 0 0,-1 0 0,0 0 0,-1 0 0,0 0 0,0-1 0,-1 1 0,0-1 0,0 0 0,-9 12 0,-5 5 0,-2-1 0,-24 24 0,43-47 0,-1 0 0,1 1 0,0-1 0,-1 0 0,1 1 0,0-1 0,0 1 0,0 0 0,0-1 0,0 1 0,0 0 0,1-1 0,-1 1 0,1 0 0,-1 0 0,1 0 0,-1 0 0,1 0 0,0 3 0,0-4 0,1 1 0,0-1 0,-1 0 0,1 0 0,0 1 0,-1-1 0,1 0 0,0 0 0,0 0 0,0 0 0,0 0 0,0 0 0,0 0 0,0 0 0,1-1 0,-1 1 0,0 0 0,0-1 0,1 1 0,1 0 0,5 2 0,-1-1 0,1 0 0,1-1 0,-1 0 0,0 0 0,0-1 0,15-1 0,73-4-110,124 9 1,-138-1-1037,-59-2-5680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1:31.0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790 1 24575,'-33'0'0,"-1"1"0,1 2 0,0 1 0,0 2 0,-32 10 0,47-10 0,1 1 0,-1 0 0,1 1 0,0 1 0,1 1 0,0 1 0,1 0 0,0 1 0,0 0 0,-15 18 0,13-9 0,0 0 0,2 1 0,0 1 0,1 1 0,2 0 0,-13 32 0,7-5 0,2 1 0,-12 61 0,-8 141 0,25-177 0,-1 24 0,10-71 0,-10 46 0,0-5 0,-19 101 0,13-90 0,7-33 0,6-30 0,1 2 0,1-1 0,-1 24 0,-9 67 0,8-77 0,-2 50 0,5 12 0,5 163 0,9-174 0,-6-53 0,2 54 0,5 51 0,-7-94 0,1 57 0,-8 764 0,2-830 0,12 61 0,-1-21 0,-7-40 0,1-1 0,2 0 0,1 0 0,2-1 0,1 0 0,2 0 0,0-2 0,35 53 0,-35-63 0,1 0 0,0 0 0,2-2 0,0 0 0,1-1 0,1 0 0,0-2 0,1 0 0,1-1 0,0-1 0,1-2 0,41 17 0,-35-18 0,1-3 0,0 0 0,1-2 0,-1-1 0,1-1 0,0-2 0,0-1 0,-1-1 0,1-2 0,0 0 0,-1-3 0,47-13 0,121-42 0,-164 48 0,0-1 0,-1-1 0,54-36 0,-70 38 0,0 0 0,-1-1 0,-1-1 0,0-1 0,-1 0 0,-1 0 0,0-1 0,-1-1 0,-1 0 0,-1 0 0,0-1 0,9-31 0,19-45 0,-19 55 0,-3 0 0,16-66 0,-24 74 0,21-129 0,-18 85 0,-3 28 0,1-67 0,-9-604 0,-12 551 0,0 4 0,13 111 0,-2 0 0,-11-59 0,7 67 0,0-50 0,4 50 0,-9-51 0,-15-110 0,2 81 0,-54-163 0,41 155 0,15 50 0,-39-97 0,50 156 0,-1 1 0,-1 1 0,-1 0 0,-1 0 0,0 2 0,-2 0 0,-34-32 0,-8 2 0,-83-54 0,21 16 0,113 83 0,0 0 0,-1 0 0,1 1 0,-13-5 0,-20-10 0,40 18 2,0 1 0,1-1 0,-1 1 0,0-1 0,1 1 0,-1-1 0,0 1-1,1-1 1,-1 0 0,0 1 0,1-1 0,-1 0 0,1 0 0,0 1 0,-1-1 0,1 0-1,-1 0 1,1 0 0,0 0 0,0 0 0,0 1 0,-1-1 0,1 0 0,0 0 0,0 0 0,0 0-1,0 0 1,0 0 0,1 0 0,-1 1 0,0-1 0,0 0 0,1 0 0,-1 0 0,0 0-1,1 0 1,-1 1 0,1-1 0,-1 0 0,1 0 0,-1 1 0,1-1 0,-1 0 0,1 1 0,1-2-1,33-25-1453,-2 7-5374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1:33.3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1169 16 24575,'-23'-7'0,"21"6"0,-1-1 0,1 1 0,0 0 0,-1 1 0,1-1 0,-1 0 0,1 1 0,-1-1 0,1 1 0,-4 0 0,-23 3 0,0 1 0,1 2 0,-1 1 0,1 1 0,1 1 0,-29 14 0,9 0 0,0 2 0,-63 46 0,76-45 0,1 3 0,2 0 0,1 2 0,1 1 0,2 2 0,1 1 0,2 0 0,1 2 0,-25 56 0,-6 30 0,-63 218 0,21 32 0,81-288 0,3 2 0,0 124 0,0 10 0,0-5 0,12-142 0,0 35 0,-15 119 0,-15 48 0,26-230 0,2 0 0,2 0 0,2 1 0,3-1 0,18 84 0,-10-88 0,1-2 0,31 63 0,-23-56 0,13 20 0,4 0 0,3-3 0,60 72 0,-102-135 0,45 57 0,2-2 0,3-1 0,60 49 0,-77-78 0,2-2 0,0-1 0,1-2 0,1-1 0,1-2 0,1-2 0,0-2 0,1-1 0,57 11 0,-74-22 0,0 0 0,0-2 0,0 0 0,0-1 0,0-2 0,0 0 0,-1-1 0,1-2 0,37-13 0,10-10 0,105-61 0,-162 83 0,27-15 0,-2-2 0,0-2 0,-2-1 0,46-44 0,-61 50 0,-1-2 0,-1 0 0,-1-1 0,-1-1 0,-1 0 0,-1-1 0,18-46 0,207-646 0,-222 639 0,-3 0 0,-3-2 0,0-87 0,-11 162 0,10-114 0,3-93 0,-15-310 0,-1 476 0,-10-53 0,-1-45 0,8 87 0,-2 0 0,-2 1 0,-27-92 0,21 94 0,3 11 0,-3 1 0,-2 0 0,-1 1 0,-25-41 0,-111-147 0,125 195 0,-2 2 0,-2 1 0,-37-29 0,4 4 0,35 32 0,-2 1 0,0 1 0,-1 2 0,-2 1 0,0 2 0,-1 2 0,0 1 0,-1 2 0,-1 1 0,-53-8 0,90 20-23,-40-9-648,-67-21 0,93 23-6155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1:56.7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19 313 24575,'0'-7'0,"-2"1"0,1 0 0,-1 0 0,0-1 0,0 1 0,0 0 0,-6-8 0,11 54 0,20 56 0,12 105 0,-35-192 0,-5-22 0,-3-24 0,3-223 0,6 153 0,-1 98 0,1 0 0,0 0 0,0 0 0,1 0 0,0 1 0,0-1 0,1 0 0,0 1 0,1 0 0,0-1 0,0 1 0,1 1 0,0-1 0,0 1 0,11-12 0,-12 15 0,0 0 0,0 1 0,0 0 0,1-1 0,0 1 0,0 1 0,0-1 0,0 1 0,0 0 0,0 0 0,0 0 0,1 1 0,-1 0 0,1 0 0,-1 0 0,1 1 0,0 0 0,-1 0 0,1 0 0,-1 0 0,1 1 0,-1 0 0,1 0 0,-1 1 0,0 0 0,7 2 0,-3 1 0,1-1 0,-1 1 0,0 1 0,0-1 0,-1 1 0,0 1 0,0 0 0,0 0 0,-1 1 0,0-1 0,11 18 0,-17-22 0,-1 0 0,1 0 0,-1 0 0,1 0 0,-1 0 0,0 0 0,-1 0 0,1 0 0,0 0 0,-1 0 0,0 0 0,1-1 0,-1 1 0,0 0 0,-1 0 0,1-1 0,0 1 0,-1 0 0,1-1 0,-1 0 0,0 1 0,0-1 0,0 0 0,0 0 0,-4 3 0,-6 7 0,0-1 0,-1 0 0,-16 9 0,-7 2 0,-1-2 0,-75 29 0,127-53 0,1 1 0,0 1 0,0 0 0,0 1 0,0 0 0,0 2 0,22 2 0,-19-1 0,1 1 0,0 1 0,-1 0 0,0 2 0,0 0 0,0 1 0,19 11 0,-26-11 0,3 1 0,0 0 0,-1 2 0,0 0 0,0 0 0,22 23 0,-34-31 0,0 1 0,0-1 0,0 1 0,-1 0 0,1 0 0,-1 0 0,1 0 0,-1-1 0,0 2 0,0-1 0,-1 0 0,1 0 0,-1 0 0,1 0 0,-1 6 0,-1-5 0,0 0 0,0 0 0,0 0 0,0-1 0,-1 1 0,0 0 0,0-1 0,0 1 0,0-1 0,0 0 0,-1 1 0,1-1 0,-1 0 0,0-1 0,-5 6 0,-13 6 0,1-1 0,-2-1 0,0 0 0,0-2 0,-1-1 0,0 0 0,0-2 0,-1 0 0,-36 4 0,57-11-69,-49 4 267,51-4-234,0 0 1,0 0-1,0 0 1,0 0-1,0 0 0,0-1 1,0 1-1,0 0 1,0 0-1,0-1 1,0 1-1,0-1 0,0 1 1,0-1-1,0 1 1,0-1-1,0 1 1,1-1-1,-1 0 1,0 1-1,0-1 0,1 0 1,-1 0-1,0 0 1,1 1-1,-1-1 1,1 0-1,-1 0 0,1 0 1,-1 0-1,1 0 1,0 0-1,0 0 1,-1 0-1,1 0 0,0 0 1,0 0-1,0 0 1,0 0-1,0 0 1,1-2-1,3-13-6790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1:56.7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32 159 24575,'-3'-3'0,"-4"11"0,-4 15 0,9 0 0,1 0 0,0 0 0,2 0 0,0 0 0,2-1 0,0 1 0,2 0 0,8 25 0,11 66 0,-66-282 0,41 163 0,-11-70 0,12 71 0,-1 0 0,1 0 0,0 0 0,0 0 0,0 0 0,0 0 0,1 0 0,0 0 0,-1 0 0,2 0 0,-1 0 0,0 1 0,1-1 0,3-6 0,-4 10 0,0-1 0,0 0 0,0 0 0,1 1 0,-1-1 0,0 1 0,0-1 0,1 1 0,-1 0 0,1-1 0,-1 1 0,0 0 0,1 0 0,-1 0 0,0 0 0,1 0 0,-1 0 0,1 0 0,-1 1 0,0-1 0,1 0 0,-1 1 0,0-1 0,0 1 0,1 0 0,-1-1 0,0 1 0,0 0 0,0 0 0,0-1 0,2 3 0,41 35 0,-32-27 0,51 39 0,3-3 0,88 48 0,-108-68 0,-45-26 0,0 0 0,1 0 0,-1 0 0,1 0 0,0 0 0,-1 0 0,1-1 0,-1 1 0,1 0 0,0-1 0,0 0 0,-1 1 0,1-1 0,0 0 0,0 0 0,-1 0 0,1 0 0,0 0 0,0 0 0,-1-1 0,1 1 0,0 0 0,2-2 0,-2 1 0,-1-1 0,0 1 0,1-1 0,-1 1 0,0-1 0,0 0 0,0 0 0,0 1 0,0-1 0,0 0 0,0 0 0,0 0 0,-1 0 0,1 0 0,-1 0 0,0 0 0,1-2 0,-1-15 0,0 0 0,0 0 0,-6-30 0,4 32 0,-10-67 0,4 36 0,-2-81 0,10 120-227,0 0-1,-1 0 1,0 0-1,-1 0 1,-3-10-1,0 3-6598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1:56.7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10 24575,'0'0'0,"0"-1"0,0 1 0,-1 0 0,1 0 0,0-1 0,0 1 0,0 0 0,0 0 0,0-1 0,0 1 0,0 0 0,0 0 0,0-1 0,0 1 0,0 0 0,0 0 0,0-1 0,0 1 0,0 0 0,0 0 0,0-1 0,0 1 0,0 0 0,0 0 0,1-1 0,-1 1 0,0 0 0,0 0 0,0-1 0,0 1 0,0 0 0,1 0 0,-1 0 0,0 0 0,0-1 0,0 1 0,1 0 0,-1 0 0,0 0 0,0 0 0,1 0 0,-1 0 0,0-1 0,0 1 0,1 0 0,-1 0 0,0 0 0,0 0 0,1 0 0,-1 0 0,0 0 0,0 0 0,1 0 0,-1 0 0,0 0 0,0 0 0,1 0 0,-1 1 0,0-1 0,0 0 0,1 0 0,-1 0 0,0 0 0,1 1 0,9 15 0,-5 13 0,-1 1 0,-2 0 0,0 0 0,-5 42 0,1-39 0,1 0 0,2 0 0,7 46 0,13 83-1365,-15-135-5461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1:56.7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4 134 24575,'3'-4'0,"3"13"0,4 14 0,3 71 0,-10-62 0,1 0 0,10 38 0,1-23 0,14 64 0,-28-86 0,-4-21 0,-5-15 0,-11-37 0,2-1 0,-21-96 0,33 121 0,1 3 0,0 0 0,2 0 0,1-1 0,1-27 0,0 40 0,1 0 0,0 0 0,0 0 0,1 0 0,0 0 0,1 0 0,0 1 0,0-1 0,1 1 0,0-1 0,0 1 0,9-11 0,-8 14 0,0 1 0,0 0 0,1 0 0,0 1 0,-1 0 0,1-1 0,1 2 0,-1-1 0,0 1 0,1 0 0,-1 0 0,1 1 0,-1 0 0,1 0 0,0 1 0,-1-1 0,1 1 0,0 1 0,7 0 0,-3 0 0,0 1 0,0 0 0,0 1 0,0 0 0,0 0 0,0 1 0,-1 0 0,0 1 0,0 1 0,14 9 0,-23-15 0,1 1 0,-1 0 0,0 0 0,0 0 0,0 0 0,0 0 0,0 0 0,0 0 0,0 0 0,-1 1 0,1-1 0,0 0 0,-1 0 0,1 1 0,-1-1 0,1 1 0,-1-1 0,0 0 0,1 1 0,-1-1 0,0 1 0,0-1 0,0 0 0,0 1 0,0 2 0,-1-2 0,-1 1 0,1 0 0,0-1 0,-1 1 0,1-1 0,-1 1 0,1-1 0,-1 1 0,0-1 0,0 0 0,-5 4 0,-7 4 0,0-1 0,0 0 0,-23 10 0,32-16 0,-126 56 0,131-59 0,0 0 0,0 0 0,0 0 0,-1 0 0,1 0 0,0 0 0,0 0 0,0 0 0,0 0 0,0 0 0,0 0 0,0 1 0,0-1 0,0 0 0,-1 0 0,1 0 0,0 0 0,0 0 0,0 0 0,0 0 0,0 0 0,0 0 0,0 0 0,0 0 0,0 0 0,0 1 0,0-1 0,0 0 0,0 0 0,0 0 0,0 0 0,0 0 0,0 0 0,0 0 0,0 0 0,0 0 0,0 1 0,0-1 0,0 0 0,0 0 0,0 0 0,0 0 0,0 0 0,0 0 0,0 0 0,0 0 0,0 1 0,0-1 0,0 0 0,0 0 0,0 0 0,0 0 0,0 0 0,0 0 0,0 0 0,0 0 0,0 0 0,0 0 0,1 0 0,-1 1 0,0-1 0,0 0 0,0 0 0,0 0 0,0 0 0,0 0 0,0 0 0,1 0 0,13 6 0,40 7 0,0 1 0,6 4 0,-36-12 0,0 2 0,0 0 0,25 13 0,-44-18 0,0-1 0,0 1 0,0 0 0,-1 0 0,0 1 0,1-1 0,-1 1 0,-1 0 0,1 0 0,0 0 0,-1 1 0,0-1 0,0 1 0,0 0 0,-1-1 0,0 1 0,1 1 0,-2-1 0,3 8 0,-3-9 0,-1 0 0,0 0 0,0-1 0,0 1 0,0 0 0,-1 0 0,1 0 0,-1-1 0,0 1 0,0 0 0,-1-1 0,1 1 0,-1-1 0,1 1 0,-1-1 0,0 0 0,-1 0 0,1 0 0,0 0 0,-1 0 0,0 0 0,1-1 0,-1 1 0,0-1 0,0 0 0,-1 0 0,1 0 0,-7 3 0,-9 3 0,0 0 0,-1-1 0,0-1 0,-23 3 0,20-3 0,-23-1 120,44-5-185,0 0 1,0 0-1,0-1 1,1 1-1,-1 0 1,0-1-1,0 1 0,1-1 1,-1 0-1,0 0 1,1 0-1,-1 1 1,0-1-1,1-1 0,-1 1 1,1 0-1,0 0 1,-1 0-1,1-1 1,0 1-1,0-1 1,-1-1-1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1:56.80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1 216 24575,'4'39'0,"2"-1"0,19 70 0,-13-64 0,1 2 0,20 44 0,-40-142 0,5 22 0,-10-43 0,-3 26 0,9 34 0,1-1 0,1 1 0,0-1 0,1 0 0,1 0 0,0 0 0,1 0 0,0-1 0,2-17 0,-1 31 0,0 1 0,0-1 0,0 0 0,0 1 0,0-1 0,1 0 0,-1 1 0,0-1 0,0 1 0,1-1 0,-1 0 0,0 1 0,1-1 0,-1 1 0,1-1 0,-1 1 0,1-1 0,-1 1 0,1-1 0,-1 1 0,1 0 0,-1-1 0,1 1 0,0 0 0,-1-1 0,1 1 0,-1 0 0,1 0 0,1-1 0,20 10 0,20 28 0,-38-32 0,43 42 0,2-3 0,73 54 0,4-7 0,-125-90 0,0-1 0,-1 1 0,1 0 0,0 0 0,1-1 0,-1 1 0,0 0 0,0-1 0,0 1 0,0-1 0,0 1 0,1-1 0,-1 0 0,0 0 0,0 1 0,1-1 0,-1 0 0,0 0 0,0 0 0,1 0 0,-1 0 0,0-1 0,0 1 0,1 0 0,1-1 0,-2-1 0,0 1 0,0 0 0,0 0 0,0-1 0,-1 1 0,1 0 0,0-1 0,-1 1 0,1-1 0,-1 1 0,1-1 0,-1 1 0,0-1 0,0 0 0,0 1 0,0-1 0,0-1 0,-1-13 0,0 1 0,-1-1 0,-5-16 0,6 29 0,-40-244 0,34 195 0,1 14-21,-4-43-1323,11 65-5482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1:56.8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26 24575,'48'-20'0,"-34"18"0,1 0 0,-1 1 0,1 0 0,-1 1 0,1 1 0,0 0 0,-1 1 0,22 6 0,-32-7 0,1 1 0,-1-1 0,1 1 0,-1 0 0,0 1 0,0-1 0,0 1 0,0 0 0,0 0 0,0 0 0,-1 0 0,1 1 0,-1-1 0,0 1 0,0 0 0,-1 0 0,1 0 0,-1 1 0,0-1 0,0 0 0,0 1 0,-1-1 0,1 1 0,-1 0 0,0-1 0,0 1 0,-1 0 0,0 0 0,0 6 0,0-2 0,-1 0 0,0 0 0,-1 0 0,0 0 0,-1 0 0,0 0 0,0-1 0,-1 1 0,0-1 0,0 0 0,-9 12 0,-5 5 0,-2-1 0,-24 24 0,43-47 0,-1 0 0,1 1 0,0-1 0,-1 0 0,1 1 0,0-1 0,0 1 0,0 0 0,0-1 0,0 1 0,0 0 0,1-1 0,-1 1 0,1 0 0,-1 0 0,1 0 0,-1 0 0,1 0 0,0 3 0,0-4 0,1 1 0,0-1 0,-1 0 0,1 0 0,0 1 0,-1-1 0,1 0 0,0 0 0,0 0 0,0 0 0,0 0 0,0 0 0,0 0 0,0 0 0,1-1 0,-1 1 0,0 0 0,0-1 0,1 1 0,1 0 0,5 2 0,-1-1 0,1 0 0,1-1 0,-1 0 0,0 0 0,0-1 0,15-1 0,73-4-110,124 9 1,-138-1-1037,-59-2-5680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1:56.8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790 1 24575,'-33'0'0,"-1"1"0,1 2 0,0 1 0,0 2 0,-32 10 0,47-10 0,1 1 0,-1 0 0,1 1 0,0 1 0,1 1 0,0 1 0,1 0 0,0 1 0,0 0 0,-15 18 0,13-9 0,0 0 0,2 1 0,0 1 0,1 1 0,2 0 0,-13 32 0,7-5 0,2 1 0,-12 61 0,-8 141 0,25-177 0,-1 24 0,10-71 0,-10 46 0,0-5 0,-19 101 0,13-90 0,7-33 0,6-30 0,1 2 0,1-1 0,-1 24 0,-9 67 0,8-77 0,-2 50 0,5 12 0,5 163 0,9-174 0,-6-53 0,2 54 0,5 51 0,-7-94 0,1 57 0,-8 764 0,2-830 0,12 61 0,-1-21 0,-7-40 0,1-1 0,2 0 0,1 0 0,2-1 0,1 0 0,2 0 0,0-2 0,35 53 0,-35-63 0,1 0 0,0 0 0,2-2 0,0 0 0,1-1 0,1 0 0,0-2 0,1 0 0,1-1 0,0-1 0,1-2 0,41 17 0,-35-18 0,1-3 0,0 0 0,1-2 0,-1-1 0,1-1 0,0-2 0,0-1 0,-1-1 0,1-2 0,0 0 0,-1-3 0,47-13 0,121-42 0,-164 48 0,0-1 0,-1-1 0,54-36 0,-70 38 0,0 0 0,-1-1 0,-1-1 0,0-1 0,-1 0 0,-1 0 0,0-1 0,-1-1 0,-1 0 0,-1 0 0,0-1 0,9-31 0,19-45 0,-19 55 0,-3 0 0,16-66 0,-24 74 0,21-129 0,-18 85 0,-3 28 0,1-67 0,-9-604 0,-12 551 0,0 4 0,13 111 0,-2 0 0,-11-59 0,7 67 0,0-50 0,4 50 0,-9-51 0,-15-110 0,2 81 0,-54-163 0,41 155 0,15 50 0,-39-97 0,50 156 0,-1 1 0,-1 1 0,-1 0 0,-1 0 0,0 2 0,-2 0 0,-34-32 0,-8 2 0,-83-54 0,21 16 0,113 83 0,0 0 0,-1 0 0,1 1 0,-13-5 0,-20-10 0,40 18 2,0 1 0,1-1 0,-1 1 0,0-1 0,1 1 0,-1-1 0,0 1-1,1-1 1,-1 0 0,0 1 0,1-1 0,-1 0 0,1 0 0,0 1 0,-1-1 0,1 0-1,-1 0 1,1 0 0,0 0 0,0 0 0,0 1 0,-1-1 0,1 0 0,0 0 0,0 0 0,0 0-1,0 0 1,0 0 0,1 0 0,-1 1 0,0-1 0,0 0 0,1 0 0,-1 0 0,0 0-1,1 0 1,-1 1 0,1-1 0,-1 0 0,1 0 0,-1 1 0,1-1 0,-1 0 0,1 1 0,1-2-1,33-25-1453,-2 7-5374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1:56.8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1169 16 24575,'-23'-7'0,"21"6"0,-1-1 0,1 1 0,0 0 0,-1 1 0,1-1 0,-1 0 0,1 1 0,-1-1 0,1 1 0,-4 0 0,-23 3 0,0 1 0,1 2 0,-1 1 0,1 1 0,1 1 0,-29 14 0,9 0 0,0 2 0,-63 46 0,76-45 0,1 3 0,2 0 0,1 2 0,1 1 0,2 2 0,1 1 0,2 0 0,1 2 0,-25 56 0,-6 30 0,-63 218 0,21 32 0,81-288 0,3 2 0,0 124 0,0 10 0,0-5 0,12-142 0,0 35 0,-15 119 0,-15 48 0,26-230 0,2 0 0,2 0 0,2 1 0,3-1 0,18 84 0,-10-88 0,1-2 0,31 63 0,-23-56 0,13 20 0,4 0 0,3-3 0,60 72 0,-102-135 0,45 57 0,2-2 0,3-1 0,60 49 0,-77-78 0,2-2 0,0-1 0,1-2 0,1-1 0,1-2 0,1-2 0,0-2 0,1-1 0,57 11 0,-74-22 0,0 0 0,0-2 0,0 0 0,0-1 0,0-2 0,0 0 0,-1-1 0,1-2 0,37-13 0,10-10 0,105-61 0,-162 83 0,27-15 0,-2-2 0,0-2 0,-2-1 0,46-44 0,-61 50 0,-1-2 0,-1 0 0,-1-1 0,-1-1 0,-1 0 0,-1-1 0,18-46 0,207-646 0,-222 639 0,-3 0 0,-3-2 0,0-87 0,-11 162 0,10-114 0,3-93 0,-15-310 0,-1 476 0,-10-53 0,-1-45 0,8 87 0,-2 0 0,-2 1 0,-27-92 0,21 94 0,3 11 0,-3 1 0,-2 0 0,-1 1 0,-25-41 0,-111-147 0,125 195 0,-2 2 0,-2 1 0,-37-29 0,4 4 0,35 32 0,-2 1 0,0 1 0,-1 2 0,-2 1 0,0 2 0,-1 2 0,0 1 0,-1 2 0,-1 1 0,-53-8 0,90 20-23,-40-9-648,-67-21 0,93 23-6155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2:02.7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19 313 24575,'0'-7'0,"-2"1"0,1 0 0,-1 0 0,0-1 0,0 1 0,0 0 0,-6-8 0,11 54 0,20 56 0,12 105 0,-35-192 0,-5-22 0,-3-24 0,3-223 0,6 153 0,-1 98 0,1 0 0,0 0 0,0 0 0,1 0 0,0 1 0,0-1 0,1 0 0,0 1 0,1 0 0,0-1 0,0 1 0,1 1 0,0-1 0,0 1 0,11-12 0,-12 15 0,0 0 0,0 1 0,0 0 0,1-1 0,0 1 0,0 1 0,0-1 0,0 1 0,0 0 0,0 0 0,0 0 0,1 1 0,-1 0 0,1 0 0,-1 0 0,1 1 0,0 0 0,-1 0 0,1 0 0,-1 0 0,1 1 0,-1 0 0,1 0 0,-1 1 0,0 0 0,7 2 0,-3 1 0,1-1 0,-1 1 0,0 1 0,0-1 0,-1 1 0,0 1 0,0 0 0,0 0 0,-1 1 0,0-1 0,11 18 0,-17-22 0,-1 0 0,1 0 0,-1 0 0,1 0 0,-1 0 0,0 0 0,-1 0 0,1 0 0,0 0 0,-1 0 0,0 0 0,1-1 0,-1 1 0,0 0 0,-1 0 0,1-1 0,0 1 0,-1 0 0,1-1 0,-1 0 0,0 1 0,0-1 0,0 0 0,0 0 0,-4 3 0,-6 7 0,0-1 0,-1 0 0,-16 9 0,-7 2 0,-1-2 0,-75 29 0,127-53 0,1 1 0,0 1 0,0 0 0,0 1 0,0 0 0,0 2 0,22 2 0,-19-1 0,1 1 0,0 1 0,-1 0 0,0 2 0,0 0 0,0 1 0,19 11 0,-26-11 0,3 1 0,0 0 0,-1 2 0,0 0 0,0 0 0,22 23 0,-34-31 0,0 1 0,0-1 0,0 1 0,-1 0 0,1 0 0,-1 0 0,1 0 0,-1-1 0,0 2 0,0-1 0,-1 0 0,1 0 0,-1 0 0,1 0 0,-1 6 0,-1-5 0,0 0 0,0 0 0,0 0 0,0-1 0,-1 1 0,0 0 0,0-1 0,0 1 0,0-1 0,0 0 0,-1 1 0,1-1 0,-1 0 0,0-1 0,-5 6 0,-13 6 0,1-1 0,-2-1 0,0 0 0,0-2 0,-1-1 0,0 0 0,0-2 0,-1 0 0,-36 4 0,57-11-69,-49 4 267,51-4-234,0 0 1,0 0-1,0 0 1,0 0-1,0 0 0,0-1 1,0 1-1,0 0 1,0 0-1,0-1 1,0 1-1,0-1 0,0 1 1,0-1-1,0 1 1,0-1-1,0 1 1,1-1-1,-1 0 1,0 1-1,0-1 0,1 0 1,-1 0-1,0 0 1,1 1-1,-1-1 1,1 0-1,-1 0 0,1 0 1,-1 0-1,1 0 1,0 0-1,0 0 1,-1 0-1,1 0 0,0 0 1,0 0-1,0 0 1,0 0-1,0 0 1,1-2-1,3-13-6790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2:02.7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32 159 24575,'-3'-3'0,"-4"11"0,-4 15 0,9 0 0,1 0 0,0 0 0,2 0 0,0 0 0,2-1 0,0 1 0,2 0 0,8 25 0,11 66 0,-66-282 0,41 163 0,-11-70 0,12 71 0,-1 0 0,1 0 0,0 0 0,0 0 0,0 0 0,0 0 0,1 0 0,0 0 0,-1 0 0,2 0 0,-1 0 0,0 1 0,1-1 0,3-6 0,-4 10 0,0-1 0,0 0 0,0 0 0,1 1 0,-1-1 0,0 1 0,0-1 0,1 1 0,-1 0 0,1-1 0,-1 1 0,0 0 0,1 0 0,-1 0 0,0 0 0,1 0 0,-1 0 0,1 0 0,-1 1 0,0-1 0,1 0 0,-1 1 0,0-1 0,0 1 0,1 0 0,-1-1 0,0 1 0,0 0 0,0 0 0,0-1 0,2 3 0,41 35 0,-32-27 0,51 39 0,3-3 0,88 48 0,-108-68 0,-45-26 0,0 0 0,1 0 0,-1 0 0,1 0 0,0 0 0,-1 0 0,1-1 0,-1 1 0,1 0 0,0-1 0,0 0 0,-1 1 0,1-1 0,0 0 0,0 0 0,-1 0 0,1 0 0,0 0 0,0 0 0,-1-1 0,1 1 0,0 0 0,2-2 0,-2 1 0,-1-1 0,0 1 0,1-1 0,-1 1 0,0-1 0,0 0 0,0 0 0,0 1 0,0-1 0,0 0 0,0 0 0,0 0 0,-1 0 0,1 0 0,-1 0 0,0 0 0,1-2 0,-1-15 0,0 0 0,0 0 0,-6-30 0,4 32 0,-10-67 0,4 36 0,-2-81 0,10 120-227,0 0-1,-1 0 1,0 0-1,-1 0 1,-3-10-1,0 3-6598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2:02.7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10 24575,'0'0'0,"0"-1"0,0 1 0,-1 0 0,1 0 0,0-1 0,0 1 0,0 0 0,0 0 0,0-1 0,0 1 0,0 0 0,0 0 0,0-1 0,0 1 0,0 0 0,0 0 0,0-1 0,0 1 0,0 0 0,0 0 0,0-1 0,0 1 0,0 0 0,0 0 0,1-1 0,-1 1 0,0 0 0,0 0 0,0-1 0,0 1 0,0 0 0,1 0 0,-1 0 0,0 0 0,0-1 0,0 1 0,1 0 0,-1 0 0,0 0 0,0 0 0,1 0 0,-1 0 0,0-1 0,0 1 0,1 0 0,-1 0 0,0 0 0,0 0 0,1 0 0,-1 0 0,0 0 0,0 0 0,1 0 0,-1 0 0,0 0 0,0 0 0,1 0 0,-1 1 0,0-1 0,0 0 0,1 0 0,-1 0 0,0 0 0,1 1 0,9 15 0,-5 13 0,-1 1 0,-2 0 0,0 0 0,-5 42 0,1-39 0,1 0 0,2 0 0,7 46 0,13 83-1365,-15-135-5461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2:02.7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4 134 24575,'3'-4'0,"3"13"0,4 14 0,3 71 0,-10-62 0,1 0 0,10 38 0,1-23 0,14 64 0,-28-86 0,-4-21 0,-5-15 0,-11-37 0,2-1 0,-21-96 0,33 121 0,1 3 0,0 0 0,2 0 0,1-1 0,1-27 0,0 40 0,1 0 0,0 0 0,0 0 0,1 0 0,0 0 0,1 0 0,0 1 0,0-1 0,1 1 0,0-1 0,0 1 0,9-11 0,-8 14 0,0 1 0,0 0 0,1 0 0,0 1 0,-1 0 0,1-1 0,1 2 0,-1-1 0,0 1 0,1 0 0,-1 0 0,1 1 0,-1 0 0,1 0 0,0 1 0,-1-1 0,1 1 0,0 1 0,7 0 0,-3 0 0,0 1 0,0 0 0,0 1 0,0 0 0,0 0 0,0 1 0,-1 0 0,0 1 0,0 1 0,14 9 0,-23-15 0,1 1 0,-1 0 0,0 0 0,0 0 0,0 0 0,0 0 0,0 0 0,0 0 0,0 0 0,-1 1 0,1-1 0,0 0 0,-1 0 0,1 1 0,-1-1 0,1 1 0,-1-1 0,0 0 0,1 1 0,-1-1 0,0 1 0,0-1 0,0 0 0,0 1 0,0 2 0,-1-2 0,-1 1 0,1 0 0,0-1 0,-1 1 0,1-1 0,-1 1 0,1-1 0,-1 1 0,0-1 0,0 0 0,-5 4 0,-7 4 0,0-1 0,0 0 0,-23 10 0,32-16 0,-126 56 0,131-59 0,0 0 0,0 0 0,0 0 0,-1 0 0,1 0 0,0 0 0,0 0 0,0 0 0,0 0 0,0 0 0,0 0 0,0 1 0,0-1 0,0 0 0,-1 0 0,1 0 0,0 0 0,0 0 0,0 0 0,0 0 0,0 0 0,0 0 0,0 0 0,0 0 0,0 0 0,0 1 0,0-1 0,0 0 0,0 0 0,0 0 0,0 0 0,0 0 0,0 0 0,0 0 0,0 0 0,0 0 0,0 1 0,0-1 0,0 0 0,0 0 0,0 0 0,0 0 0,0 0 0,0 0 0,0 0 0,0 0 0,0 1 0,0-1 0,0 0 0,0 0 0,0 0 0,0 0 0,0 0 0,0 0 0,0 0 0,0 0 0,0 0 0,0 0 0,1 0 0,-1 1 0,0-1 0,0 0 0,0 0 0,0 0 0,0 0 0,0 0 0,0 0 0,1 0 0,13 6 0,40 7 0,0 1 0,6 4 0,-36-12 0,0 2 0,0 0 0,25 13 0,-44-18 0,0-1 0,0 1 0,0 0 0,-1 0 0,0 1 0,1-1 0,-1 1 0,-1 0 0,1 0 0,0 0 0,-1 1 0,0-1 0,0 1 0,0 0 0,-1-1 0,0 1 0,1 1 0,-2-1 0,3 8 0,-3-9 0,-1 0 0,0 0 0,0-1 0,0 1 0,0 0 0,-1 0 0,1 0 0,-1-1 0,0 1 0,0 0 0,-1-1 0,1 1 0,-1-1 0,1 1 0,-1-1 0,0 0 0,-1 0 0,1 0 0,0 0 0,-1 0 0,0 0 0,1-1 0,-1 1 0,0-1 0,0 0 0,-1 0 0,1 0 0,-7 3 0,-9 3 0,0 0 0,-1-1 0,0-1 0,-23 3 0,20-3 0,-23-1 120,44-5-185,0 0 1,0 0-1,0-1 1,1 1-1,-1 0 1,0-1-1,0 1 0,1-1 1,-1 0-1,0 0 1,1 0-1,-1 1 1,0-1-1,1-1 0,-1 1 1,1 0-1,0 0 1,-1 0-1,1-1 1,0 1-1,0-1 1,-1-1-1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2:02.7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1 216 24575,'4'39'0,"2"-1"0,19 70 0,-13-64 0,1 2 0,20 44 0,-40-142 0,5 22 0,-10-43 0,-3 26 0,9 34 0,1-1 0,1 1 0,0-1 0,1 0 0,1 0 0,0 0 0,1 0 0,0-1 0,2-17 0,-1 31 0,0 1 0,0-1 0,0 0 0,0 1 0,0-1 0,1 0 0,-1 1 0,0-1 0,0 1 0,1-1 0,-1 0 0,0 1 0,1-1 0,-1 1 0,1-1 0,-1 1 0,1-1 0,-1 1 0,1-1 0,-1 1 0,1 0 0,-1-1 0,1 1 0,0 0 0,-1-1 0,1 1 0,-1 0 0,1 0 0,1-1 0,20 10 0,20 28 0,-38-32 0,43 42 0,2-3 0,73 54 0,4-7 0,-125-90 0,0-1 0,-1 1 0,1 0 0,0 0 0,1-1 0,-1 1 0,0 0 0,0-1 0,0 1 0,0-1 0,0 1 0,1-1 0,-1 0 0,0 0 0,0 1 0,1-1 0,-1 0 0,0 0 0,0 0 0,1 0 0,-1 0 0,0-1 0,0 1 0,1 0 0,1-1 0,-2-1 0,0 1 0,0 0 0,0 0 0,0-1 0,-1 1 0,1 0 0,0-1 0,-1 1 0,1-1 0,-1 1 0,1-1 0,-1 1 0,0-1 0,0 0 0,0 1 0,0-1 0,0-1 0,-1-13 0,0 1 0,-1-1 0,-5-16 0,6 29 0,-40-244 0,34 195 0,1 14-21,-4-43-1323,11 65-5482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2:02.7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26 24575,'48'-20'0,"-34"18"0,1 0 0,-1 1 0,1 0 0,-1 1 0,1 1 0,0 0 0,-1 1 0,22 6 0,-32-7 0,1 1 0,-1-1 0,1 1 0,-1 0 0,0 1 0,0-1 0,0 1 0,0 0 0,0 0 0,0 0 0,-1 0 0,1 1 0,-1-1 0,0 1 0,0 0 0,-1 0 0,1 0 0,-1 1 0,0-1 0,0 0 0,0 1 0,-1-1 0,1 1 0,-1 0 0,0-1 0,0 1 0,-1 0 0,0 0 0,0 6 0,0-2 0,-1 0 0,0 0 0,-1 0 0,0 0 0,-1 0 0,0 0 0,0-1 0,-1 1 0,0-1 0,0 0 0,-9 12 0,-5 5 0,-2-1 0,-24 24 0,43-47 0,-1 0 0,1 1 0,0-1 0,-1 0 0,1 1 0,0-1 0,0 1 0,0 0 0,0-1 0,0 1 0,0 0 0,1-1 0,-1 1 0,1 0 0,-1 0 0,1 0 0,-1 0 0,1 0 0,0 3 0,0-4 0,1 1 0,0-1 0,-1 0 0,1 0 0,0 1 0,-1-1 0,1 0 0,0 0 0,0 0 0,0 0 0,0 0 0,0 0 0,0 0 0,0 0 0,1-1 0,-1 1 0,0 0 0,0-1 0,1 1 0,1 0 0,5 2 0,-1-1 0,1 0 0,1-1 0,-1 0 0,0 0 0,0-1 0,15-1 0,73-4-110,124 9 1,-138-1-1037,-59-2-5680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2:02.7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790 1 24575,'-33'0'0,"-1"1"0,1 2 0,0 1 0,0 2 0,-32 10 0,47-10 0,1 1 0,-1 0 0,1 1 0,0 1 0,1 1 0,0 1 0,1 0 0,0 1 0,0 0 0,-15 18 0,13-9 0,0 0 0,2 1 0,0 1 0,1 1 0,2 0 0,-13 32 0,7-5 0,2 1 0,-12 61 0,-8 141 0,25-177 0,-1 24 0,10-71 0,-10 46 0,0-5 0,-19 101 0,13-90 0,7-33 0,6-30 0,1 2 0,1-1 0,-1 24 0,-9 67 0,8-77 0,-2 50 0,5 12 0,5 163 0,9-174 0,-6-53 0,2 54 0,5 51 0,-7-94 0,1 57 0,-8 764 0,2-830 0,12 61 0,-1-21 0,-7-40 0,1-1 0,2 0 0,1 0 0,2-1 0,1 0 0,2 0 0,0-2 0,35 53 0,-35-63 0,1 0 0,0 0 0,2-2 0,0 0 0,1-1 0,1 0 0,0-2 0,1 0 0,1-1 0,0-1 0,1-2 0,41 17 0,-35-18 0,1-3 0,0 0 0,1-2 0,-1-1 0,1-1 0,0-2 0,0-1 0,-1-1 0,1-2 0,0 0 0,-1-3 0,47-13 0,121-42 0,-164 48 0,0-1 0,-1-1 0,54-36 0,-70 38 0,0 0 0,-1-1 0,-1-1 0,0-1 0,-1 0 0,-1 0 0,0-1 0,-1-1 0,-1 0 0,-1 0 0,0-1 0,9-31 0,19-45 0,-19 55 0,-3 0 0,16-66 0,-24 74 0,21-129 0,-18 85 0,-3 28 0,1-67 0,-9-604 0,-12 551 0,0 4 0,13 111 0,-2 0 0,-11-59 0,7 67 0,0-50 0,4 50 0,-9-51 0,-15-110 0,2 81 0,-54-163 0,41 155 0,15 50 0,-39-97 0,50 156 0,-1 1 0,-1 1 0,-1 0 0,-1 0 0,0 2 0,-2 0 0,-34-32 0,-8 2 0,-83-54 0,21 16 0,113 83 0,0 0 0,-1 0 0,1 1 0,-13-5 0,-20-10 0,40 18 2,0 1 0,1-1 0,-1 1 0,0-1 0,1 1 0,-1-1 0,0 1-1,1-1 1,-1 0 0,0 1 0,1-1 0,-1 0 0,1 0 0,0 1 0,-1-1 0,1 0-1,-1 0 1,1 0 0,0 0 0,0 0 0,0 1 0,-1-1 0,1 0 0,0 0 0,0 0 0,0 0-1,0 0 1,0 0 0,1 0 0,-1 1 0,0-1 0,0 0 0,1 0 0,-1 0 0,0 0-1,1 0 1,-1 1 0,1-1 0,-1 0 0,1 0 0,-1 1 0,1-1 0,-1 0 0,1 1 0,1-2-1,33-25-1453,-2 7-5374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2:02.7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1169 16 24575,'-23'-7'0,"21"6"0,-1-1 0,1 1 0,0 0 0,-1 1 0,1-1 0,-1 0 0,1 1 0,-1-1 0,1 1 0,-4 0 0,-23 3 0,0 1 0,1 2 0,-1 1 0,1 1 0,1 1 0,-29 14 0,9 0 0,0 2 0,-63 46 0,76-45 0,1 3 0,2 0 0,1 2 0,1 1 0,2 2 0,1 1 0,2 0 0,1 2 0,-25 56 0,-6 30 0,-63 218 0,21 32 0,81-288 0,3 2 0,0 124 0,0 10 0,0-5 0,12-142 0,0 35 0,-15 119 0,-15 48 0,26-230 0,2 0 0,2 0 0,2 1 0,3-1 0,18 84 0,-10-88 0,1-2 0,31 63 0,-23-56 0,13 20 0,4 0 0,3-3 0,60 72 0,-102-135 0,45 57 0,2-2 0,3-1 0,60 49 0,-77-78 0,2-2 0,0-1 0,1-2 0,1-1 0,1-2 0,1-2 0,0-2 0,1-1 0,57 11 0,-74-22 0,0 0 0,0-2 0,0 0 0,0-1 0,0-2 0,0 0 0,-1-1 0,1-2 0,37-13 0,10-10 0,105-61 0,-162 83 0,27-15 0,-2-2 0,0-2 0,-2-1 0,46-44 0,-61 50 0,-1-2 0,-1 0 0,-1-1 0,-1-1 0,-1 0 0,-1-1 0,18-46 0,207-646 0,-222 639 0,-3 0 0,-3-2 0,0-87 0,-11 162 0,10-114 0,3-93 0,-15-310 0,-1 476 0,-10-53 0,-1-45 0,8 87 0,-2 0 0,-2 1 0,-27-92 0,21 94 0,3 11 0,-3 1 0,-2 0 0,-1 1 0,-25-41 0,-111-147 0,125 195 0,-2 2 0,-2 1 0,-37-29 0,4 4 0,35 32 0,-2 1 0,0 1 0,-1 2 0,-2 1 0,0 2 0,-1 2 0,0 1 0,-1 2 0,-1 1 0,-53-8 0,90 20-23,-40-9-648,-67-21 0,93 23-6155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2:02.7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19 313 24575,'0'-7'0,"-2"1"0,1 0 0,-1 0 0,0-1 0,0 1 0,0 0 0,-6-8 0,11 54 0,20 56 0,12 105 0,-35-192 0,-5-22 0,-3-24 0,3-223 0,6 153 0,-1 98 0,1 0 0,0 0 0,0 0 0,1 0 0,0 1 0,0-1 0,1 0 0,0 1 0,1 0 0,0-1 0,0 1 0,1 1 0,0-1 0,0 1 0,11-12 0,-12 15 0,0 0 0,0 1 0,0 0 0,1-1 0,0 1 0,0 1 0,0-1 0,0 1 0,0 0 0,0 0 0,0 0 0,1 1 0,-1 0 0,1 0 0,-1 0 0,1 1 0,0 0 0,-1 0 0,1 0 0,-1 0 0,1 1 0,-1 0 0,1 0 0,-1 1 0,0 0 0,7 2 0,-3 1 0,1-1 0,-1 1 0,0 1 0,0-1 0,-1 1 0,0 1 0,0 0 0,0 0 0,-1 1 0,0-1 0,11 18 0,-17-22 0,-1 0 0,1 0 0,-1 0 0,1 0 0,-1 0 0,0 0 0,-1 0 0,1 0 0,0 0 0,-1 0 0,0 0 0,1-1 0,-1 1 0,0 0 0,-1 0 0,1-1 0,0 1 0,-1 0 0,1-1 0,-1 0 0,0 1 0,0-1 0,0 0 0,0 0 0,-4 3 0,-6 7 0,0-1 0,-1 0 0,-16 9 0,-7 2 0,-1-2 0,-75 29 0,127-53 0,1 1 0,0 1 0,0 0 0,0 1 0,0 0 0,0 2 0,22 2 0,-19-1 0,1 1 0,0 1 0,-1 0 0,0 2 0,0 0 0,0 1 0,19 11 0,-26-11 0,3 1 0,0 0 0,-1 2 0,0 0 0,0 0 0,22 23 0,-34-31 0,0 1 0,0-1 0,0 1 0,-1 0 0,1 0 0,-1 0 0,1 0 0,-1-1 0,0 2 0,0-1 0,-1 0 0,1 0 0,-1 0 0,1 0 0,-1 6 0,-1-5 0,0 0 0,0 0 0,0 0 0,0-1 0,-1 1 0,0 0 0,0-1 0,0 1 0,0-1 0,0 0 0,-1 1 0,1-1 0,-1 0 0,0-1 0,-5 6 0,-13 6 0,1-1 0,-2-1 0,0 0 0,0-2 0,-1-1 0,0 0 0,0-2 0,-1 0 0,-36 4 0,57-11-69,-49 4 267,51-4-234,0 0 1,0 0-1,0 0 1,0 0-1,0 0 0,0-1 1,0 1-1,0 0 1,0 0-1,0-1 1,0 1-1,0-1 0,0 1 1,0-1-1,0 1 1,0-1-1,0 1 1,1-1-1,-1 0 1,0 1-1,0-1 0,1 0 1,-1 0-1,0 0 1,1 1-1,-1-1 1,1 0-1,-1 0 0,1 0 1,-1 0-1,1 0 1,0 0-1,0 0 1,-1 0-1,1 0 0,0 0 1,0 0-1,0 0 1,0 0-1,0 0 1,1-2-1,3-13-6790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2:02.7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32 159 24575,'-3'-3'0,"-4"11"0,-4 15 0,9 0 0,1 0 0,0 0 0,2 0 0,0 0 0,2-1 0,0 1 0,2 0 0,8 25 0,11 66 0,-66-282 0,41 163 0,-11-70 0,12 71 0,-1 0 0,1 0 0,0 0 0,0 0 0,0 0 0,0 0 0,1 0 0,0 0 0,-1 0 0,2 0 0,-1 0 0,0 1 0,1-1 0,3-6 0,-4 10 0,0-1 0,0 0 0,0 0 0,1 1 0,-1-1 0,0 1 0,0-1 0,1 1 0,-1 0 0,1-1 0,-1 1 0,0 0 0,1 0 0,-1 0 0,0 0 0,1 0 0,-1 0 0,1 0 0,-1 1 0,0-1 0,1 0 0,-1 1 0,0-1 0,0 1 0,1 0 0,-1-1 0,0 1 0,0 0 0,0 0 0,0-1 0,2 3 0,41 35 0,-32-27 0,51 39 0,3-3 0,88 48 0,-108-68 0,-45-26 0,0 0 0,1 0 0,-1 0 0,1 0 0,0 0 0,-1 0 0,1-1 0,-1 1 0,1 0 0,0-1 0,0 0 0,-1 1 0,1-1 0,0 0 0,0 0 0,-1 0 0,1 0 0,0 0 0,0 0 0,-1-1 0,1 1 0,0 0 0,2-2 0,-2 1 0,-1-1 0,0 1 0,1-1 0,-1 1 0,0-1 0,0 0 0,0 0 0,0 1 0,0-1 0,0 0 0,0 0 0,0 0 0,-1 0 0,1 0 0,-1 0 0,0 0 0,1-2 0,-1-15 0,0 0 0,0 0 0,-6-30 0,4 32 0,-10-67 0,4 36 0,-2-81 0,10 120-227,0 0-1,-1 0 1,0 0-1,-1 0 1,-3-10-1,0 3-6598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2:02.72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10 24575,'0'0'0,"0"-1"0,0 1 0,-1 0 0,1 0 0,0-1 0,0 1 0,0 0 0,0 0 0,0-1 0,0 1 0,0 0 0,0 0 0,0-1 0,0 1 0,0 0 0,0 0 0,0-1 0,0 1 0,0 0 0,0 0 0,0-1 0,0 1 0,0 0 0,0 0 0,1-1 0,-1 1 0,0 0 0,0 0 0,0-1 0,0 1 0,0 0 0,1 0 0,-1 0 0,0 0 0,0-1 0,0 1 0,1 0 0,-1 0 0,0 0 0,0 0 0,1 0 0,-1 0 0,0-1 0,0 1 0,1 0 0,-1 0 0,0 0 0,0 0 0,1 0 0,-1 0 0,0 0 0,0 0 0,1 0 0,-1 0 0,0 0 0,0 0 0,1 0 0,-1 1 0,0-1 0,0 0 0,1 0 0,-1 0 0,0 0 0,1 1 0,9 15 0,-5 13 0,-1 1 0,-2 0 0,0 0 0,-5 42 0,1-39 0,1 0 0,2 0 0,7 46 0,13 83-1365,-15-135-5461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2:02.72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4 134 24575,'3'-4'0,"3"13"0,4 14 0,3 71 0,-10-62 0,1 0 0,10 38 0,1-23 0,14 64 0,-28-86 0,-4-21 0,-5-15 0,-11-37 0,2-1 0,-21-96 0,33 121 0,1 3 0,0 0 0,2 0 0,1-1 0,1-27 0,0 40 0,1 0 0,0 0 0,0 0 0,1 0 0,0 0 0,1 0 0,0 1 0,0-1 0,1 1 0,0-1 0,0 1 0,9-11 0,-8 14 0,0 1 0,0 0 0,1 0 0,0 1 0,-1 0 0,1-1 0,1 2 0,-1-1 0,0 1 0,1 0 0,-1 0 0,1 1 0,-1 0 0,1 0 0,0 1 0,-1-1 0,1 1 0,0 1 0,7 0 0,-3 0 0,0 1 0,0 0 0,0 1 0,0 0 0,0 0 0,0 1 0,-1 0 0,0 1 0,0 1 0,14 9 0,-23-15 0,1 1 0,-1 0 0,0 0 0,0 0 0,0 0 0,0 0 0,0 0 0,0 0 0,0 0 0,-1 1 0,1-1 0,0 0 0,-1 0 0,1 1 0,-1-1 0,1 1 0,-1-1 0,0 0 0,1 1 0,-1-1 0,0 1 0,0-1 0,0 0 0,0 1 0,0 2 0,-1-2 0,-1 1 0,1 0 0,0-1 0,-1 1 0,1-1 0,-1 1 0,1-1 0,-1 1 0,0-1 0,0 0 0,-5 4 0,-7 4 0,0-1 0,0 0 0,-23 10 0,32-16 0,-126 56 0,131-59 0,0 0 0,0 0 0,0 0 0,-1 0 0,1 0 0,0 0 0,0 0 0,0 0 0,0 0 0,0 0 0,0 0 0,0 1 0,0-1 0,0 0 0,-1 0 0,1 0 0,0 0 0,0 0 0,0 0 0,0 0 0,0 0 0,0 0 0,0 0 0,0 0 0,0 0 0,0 1 0,0-1 0,0 0 0,0 0 0,0 0 0,0 0 0,0 0 0,0 0 0,0 0 0,0 0 0,0 0 0,0 1 0,0-1 0,0 0 0,0 0 0,0 0 0,0 0 0,0 0 0,0 0 0,0 0 0,0 0 0,0 1 0,0-1 0,0 0 0,0 0 0,0 0 0,0 0 0,0 0 0,0 0 0,0 0 0,0 0 0,0 0 0,0 0 0,1 0 0,-1 1 0,0-1 0,0 0 0,0 0 0,0 0 0,0 0 0,0 0 0,0 0 0,1 0 0,13 6 0,40 7 0,0 1 0,6 4 0,-36-12 0,0 2 0,0 0 0,25 13 0,-44-18 0,0-1 0,0 1 0,0 0 0,-1 0 0,0 1 0,1-1 0,-1 1 0,-1 0 0,1 0 0,0 0 0,-1 1 0,0-1 0,0 1 0,0 0 0,-1-1 0,0 1 0,1 1 0,-2-1 0,3 8 0,-3-9 0,-1 0 0,0 0 0,0-1 0,0 1 0,0 0 0,-1 0 0,1 0 0,-1-1 0,0 1 0,0 0 0,-1-1 0,1 1 0,-1-1 0,1 1 0,-1-1 0,0 0 0,-1 0 0,1 0 0,0 0 0,-1 0 0,0 0 0,1-1 0,-1 1 0,0-1 0,0 0 0,-1 0 0,1 0 0,-7 3 0,-9 3 0,0 0 0,-1-1 0,0-1 0,-23 3 0,20-3 0,-23-1 120,44-5-185,0 0 1,0 0-1,0-1 1,1 1-1,-1 0 1,0-1-1,0 1 0,1-1 1,-1 0-1,0 0 1,1 0-1,-1 1 1,0-1-1,1-1 0,-1 1 1,1 0-1,0 0 1,-1 0-1,1-1 1,0 1-1,0-1 1,-1-1-1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2:02.7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1 216 24575,'4'39'0,"2"-1"0,19 70 0,-13-64 0,1 2 0,20 44 0,-40-142 0,5 22 0,-10-43 0,-3 26 0,9 34 0,1-1 0,1 1 0,0-1 0,1 0 0,1 0 0,0 0 0,1 0 0,0-1 0,2-17 0,-1 31 0,0 1 0,0-1 0,0 0 0,0 1 0,0-1 0,1 0 0,-1 1 0,0-1 0,0 1 0,1-1 0,-1 0 0,0 1 0,1-1 0,-1 1 0,1-1 0,-1 1 0,1-1 0,-1 1 0,1-1 0,-1 1 0,1 0 0,-1-1 0,1 1 0,0 0 0,-1-1 0,1 1 0,-1 0 0,1 0 0,1-1 0,20 10 0,20 28 0,-38-32 0,43 42 0,2-3 0,73 54 0,4-7 0,-125-90 0,0-1 0,-1 1 0,1 0 0,0 0 0,1-1 0,-1 1 0,0 0 0,0-1 0,0 1 0,0-1 0,0 1 0,1-1 0,-1 0 0,0 0 0,0 1 0,1-1 0,-1 0 0,0 0 0,0 0 0,1 0 0,-1 0 0,0-1 0,0 1 0,1 0 0,1-1 0,-2-1 0,0 1 0,0 0 0,0 0 0,0-1 0,-1 1 0,1 0 0,0-1 0,-1 1 0,1-1 0,-1 1 0,1-1 0,-1 1 0,0-1 0,0 0 0,0 1 0,0-1 0,0-1 0,-1-13 0,0 1 0,-1-1 0,-5-16 0,6 29 0,-40-244 0,34 195 0,1 14-21,-4-43-1323,11 65-5482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2:02.7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26 24575,'48'-20'0,"-34"18"0,1 0 0,-1 1 0,1 0 0,-1 1 0,1 1 0,0 0 0,-1 1 0,22 6 0,-32-7 0,1 1 0,-1-1 0,1 1 0,-1 0 0,0 1 0,0-1 0,0 1 0,0 0 0,0 0 0,0 0 0,-1 0 0,1 1 0,-1-1 0,0 1 0,0 0 0,-1 0 0,1 0 0,-1 1 0,0-1 0,0 0 0,0 1 0,-1-1 0,1 1 0,-1 0 0,0-1 0,0 1 0,-1 0 0,0 0 0,0 6 0,0-2 0,-1 0 0,0 0 0,-1 0 0,0 0 0,-1 0 0,0 0 0,0-1 0,-1 1 0,0-1 0,0 0 0,-9 12 0,-5 5 0,-2-1 0,-24 24 0,43-47 0,-1 0 0,1 1 0,0-1 0,-1 0 0,1 1 0,0-1 0,0 1 0,0 0 0,0-1 0,0 1 0,0 0 0,1-1 0,-1 1 0,1 0 0,-1 0 0,1 0 0,-1 0 0,1 0 0,0 3 0,0-4 0,1 1 0,0-1 0,-1 0 0,1 0 0,0 1 0,-1-1 0,1 0 0,0 0 0,0 0 0,0 0 0,0 0 0,0 0 0,0 0 0,0 0 0,1-1 0,-1 1 0,0 0 0,0-1 0,1 1 0,1 0 0,5 2 0,-1-1 0,1 0 0,1-1 0,-1 0 0,0 0 0,0-1 0,15-1 0,73-4-110,124 9 1,-138-1-1037,-59-2-5680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2:02.7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790 1 24575,'-33'0'0,"-1"1"0,1 2 0,0 1 0,0 2 0,-32 10 0,47-10 0,1 1 0,-1 0 0,1 1 0,0 1 0,1 1 0,0 1 0,1 0 0,0 1 0,0 0 0,-15 18 0,13-9 0,0 0 0,2 1 0,0 1 0,1 1 0,2 0 0,-13 32 0,7-5 0,2 1 0,-12 61 0,-8 141 0,25-177 0,-1 24 0,10-71 0,-10 46 0,0-5 0,-19 101 0,13-90 0,7-33 0,6-30 0,1 2 0,1-1 0,-1 24 0,-9 67 0,8-77 0,-2 50 0,5 12 0,5 163 0,9-174 0,-6-53 0,2 54 0,5 51 0,-7-94 0,1 57 0,-8 764 0,2-830 0,12 61 0,-1-21 0,-7-40 0,1-1 0,2 0 0,1 0 0,2-1 0,1 0 0,2 0 0,0-2 0,35 53 0,-35-63 0,1 0 0,0 0 0,2-2 0,0 0 0,1-1 0,1 0 0,0-2 0,1 0 0,1-1 0,0-1 0,1-2 0,41 17 0,-35-18 0,1-3 0,0 0 0,1-2 0,-1-1 0,1-1 0,0-2 0,0-1 0,-1-1 0,1-2 0,0 0 0,-1-3 0,47-13 0,121-42 0,-164 48 0,0-1 0,-1-1 0,54-36 0,-70 38 0,0 0 0,-1-1 0,-1-1 0,0-1 0,-1 0 0,-1 0 0,0-1 0,-1-1 0,-1 0 0,-1 0 0,0-1 0,9-31 0,19-45 0,-19 55 0,-3 0 0,16-66 0,-24 74 0,21-129 0,-18 85 0,-3 28 0,1-67 0,-9-604 0,-12 551 0,0 4 0,13 111 0,-2 0 0,-11-59 0,7 67 0,0-50 0,4 50 0,-9-51 0,-15-110 0,2 81 0,-54-163 0,41 155 0,15 50 0,-39-97 0,50 156 0,-1 1 0,-1 1 0,-1 0 0,-1 0 0,0 2 0,-2 0 0,-34-32 0,-8 2 0,-83-54 0,21 16 0,113 83 0,0 0 0,-1 0 0,1 1 0,-13-5 0,-20-10 0,40 18 2,0 1 0,1-1 0,-1 1 0,0-1 0,1 1 0,-1-1 0,0 1-1,1-1 1,-1 0 0,0 1 0,1-1 0,-1 0 0,1 0 0,0 1 0,-1-1 0,1 0-1,-1 0 1,1 0 0,0 0 0,0 0 0,0 1 0,-1-1 0,1 0 0,0 0 0,0 0 0,0 0-1,0 0 1,0 0 0,1 0 0,-1 1 0,0-1 0,0 0 0,1 0 0,-1 0 0,0 0-1,1 0 1,-1 1 0,1-1 0,-1 0 0,1 0 0,-1 1 0,1-1 0,-1 0 0,1 1 0,1-2-1,33-25-1453,-2 7-5374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05:42:02.7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1169 16 24575,'-23'-7'0,"21"6"0,-1-1 0,1 1 0,0 0 0,-1 1 0,1-1 0,-1 0 0,1 1 0,-1-1 0,1 1 0,-4 0 0,-23 3 0,0 1 0,1 2 0,-1 1 0,1 1 0,1 1 0,-29 14 0,9 0 0,0 2 0,-63 46 0,76-45 0,1 3 0,2 0 0,1 2 0,1 1 0,2 2 0,1 1 0,2 0 0,1 2 0,-25 56 0,-6 30 0,-63 218 0,21 32 0,81-288 0,3 2 0,0 124 0,0 10 0,0-5 0,12-142 0,0 35 0,-15 119 0,-15 48 0,26-230 0,2 0 0,2 0 0,2 1 0,3-1 0,18 84 0,-10-88 0,1-2 0,31 63 0,-23-56 0,13 20 0,4 0 0,3-3 0,60 72 0,-102-135 0,45 57 0,2-2 0,3-1 0,60 49 0,-77-78 0,2-2 0,0-1 0,1-2 0,1-1 0,1-2 0,1-2 0,0-2 0,1-1 0,57 11 0,-74-22 0,0 0 0,0-2 0,0 0 0,0-1 0,0-2 0,0 0 0,-1-1 0,1-2 0,37-13 0,10-10 0,105-61 0,-162 83 0,27-15 0,-2-2 0,0-2 0,-2-1 0,46-44 0,-61 50 0,-1-2 0,-1 0 0,-1-1 0,-1-1 0,-1 0 0,-1-1 0,18-46 0,207-646 0,-222 639 0,-3 0 0,-3-2 0,0-87 0,-11 162 0,10-114 0,3-93 0,-15-310 0,-1 476 0,-10-53 0,-1-45 0,8 87 0,-2 0 0,-2 1 0,-27-92 0,21 94 0,3 11 0,-3 1 0,-2 0 0,-1 1 0,-25-41 0,-111-147 0,125 195 0,-2 2 0,-2 1 0,-37-29 0,4 4 0,35 32 0,-2 1 0,0 1 0,-1 2 0,-2 1 0,0 2 0,-1 2 0,0 1 0,-1 2 0,-1 1 0,-53-8 0,90 20-23,-40-9-648,-67-21 0,93 23-6155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customXml" Target="../ink/ink11.xml"/><Relationship Id="rId18" Type="http://schemas.openxmlformats.org/officeDocument/2006/relationships/image" Target="../media/image26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12" Type="http://schemas.openxmlformats.org/officeDocument/2006/relationships/image" Target="../media/image23.png"/><Relationship Id="rId17" Type="http://schemas.openxmlformats.org/officeDocument/2006/relationships/customXml" Target="../ink/ink13.xml"/><Relationship Id="rId2" Type="http://schemas.openxmlformats.org/officeDocument/2006/relationships/image" Target="../media/image2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5" Type="http://schemas.openxmlformats.org/officeDocument/2006/relationships/customXml" Target="../ink/ink12.xml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customXml" Target="../ink/ink9.xml"/><Relationship Id="rId1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customXml" Target="../ink/ink19.xml"/><Relationship Id="rId18" Type="http://schemas.openxmlformats.org/officeDocument/2006/relationships/image" Target="../media/image26.png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12" Type="http://schemas.openxmlformats.org/officeDocument/2006/relationships/image" Target="../media/image23.png"/><Relationship Id="rId17" Type="http://schemas.openxmlformats.org/officeDocument/2006/relationships/customXml" Target="../ink/ink21.xml"/><Relationship Id="rId2" Type="http://schemas.openxmlformats.org/officeDocument/2006/relationships/image" Target="../media/image2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customXml" Target="../ink/ink18.xml"/><Relationship Id="rId5" Type="http://schemas.openxmlformats.org/officeDocument/2006/relationships/customXml" Target="../ink/ink15.xml"/><Relationship Id="rId15" Type="http://schemas.openxmlformats.org/officeDocument/2006/relationships/customXml" Target="../ink/ink20.xml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customXml" Target="../ink/ink17.xml"/><Relationship Id="rId1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customXml" Target="../ink/ink27.xml"/><Relationship Id="rId18" Type="http://schemas.openxmlformats.org/officeDocument/2006/relationships/image" Target="../media/image26.png"/><Relationship Id="rId3" Type="http://schemas.openxmlformats.org/officeDocument/2006/relationships/customXml" Target="../ink/ink22.xml"/><Relationship Id="rId7" Type="http://schemas.openxmlformats.org/officeDocument/2006/relationships/customXml" Target="../ink/ink24.xml"/><Relationship Id="rId12" Type="http://schemas.openxmlformats.org/officeDocument/2006/relationships/image" Target="../media/image23.png"/><Relationship Id="rId17" Type="http://schemas.openxmlformats.org/officeDocument/2006/relationships/customXml" Target="../ink/ink29.xml"/><Relationship Id="rId2" Type="http://schemas.openxmlformats.org/officeDocument/2006/relationships/image" Target="../media/image2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customXml" Target="../ink/ink26.xml"/><Relationship Id="rId5" Type="http://schemas.openxmlformats.org/officeDocument/2006/relationships/customXml" Target="../ink/ink23.xml"/><Relationship Id="rId15" Type="http://schemas.openxmlformats.org/officeDocument/2006/relationships/customXml" Target="../ink/ink28.xml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customXml" Target="../ink/ink25.xml"/><Relationship Id="rId1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customXml" Target="../ink/ink35.xml"/><Relationship Id="rId18" Type="http://schemas.openxmlformats.org/officeDocument/2006/relationships/image" Target="../media/image34.png"/><Relationship Id="rId3" Type="http://schemas.openxmlformats.org/officeDocument/2006/relationships/customXml" Target="../ink/ink30.xml"/><Relationship Id="rId7" Type="http://schemas.openxmlformats.org/officeDocument/2006/relationships/customXml" Target="../ink/ink32.xml"/><Relationship Id="rId12" Type="http://schemas.openxmlformats.org/officeDocument/2006/relationships/image" Target="../media/image31.png"/><Relationship Id="rId17" Type="http://schemas.openxmlformats.org/officeDocument/2006/relationships/customXml" Target="../ink/ink37.xml"/><Relationship Id="rId2" Type="http://schemas.openxmlformats.org/officeDocument/2006/relationships/image" Target="../media/image2.png"/><Relationship Id="rId16" Type="http://schemas.openxmlformats.org/officeDocument/2006/relationships/image" Target="../media/image33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customXml" Target="../ink/ink34.xml"/><Relationship Id="rId5" Type="http://schemas.openxmlformats.org/officeDocument/2006/relationships/customXml" Target="../ink/ink31.xml"/><Relationship Id="rId15" Type="http://schemas.openxmlformats.org/officeDocument/2006/relationships/customXml" Target="../ink/ink36.xml"/><Relationship Id="rId10" Type="http://schemas.openxmlformats.org/officeDocument/2006/relationships/image" Target="../media/image30.png"/><Relationship Id="rId19" Type="http://schemas.openxmlformats.org/officeDocument/2006/relationships/image" Target="../media/image35.png"/><Relationship Id="rId4" Type="http://schemas.openxmlformats.org/officeDocument/2006/relationships/image" Target="../media/image27.png"/><Relationship Id="rId9" Type="http://schemas.openxmlformats.org/officeDocument/2006/relationships/customXml" Target="../ink/ink33.xml"/><Relationship Id="rId1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3028950" y="85725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Batch Normalization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EF386B-0558-DE65-7873-1EB91A8212BB}"/>
              </a:ext>
            </a:extLst>
          </p:cNvPr>
          <p:cNvSpPr txBox="1"/>
          <p:nvPr/>
        </p:nvSpPr>
        <p:spPr>
          <a:xfrm>
            <a:off x="238124" y="1244739"/>
            <a:ext cx="1046035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Normalization: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you scale your data such it has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mean=0 and standard deviation=1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the age and income values would be on same scale. This way no one feature would dominate other.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                                 After Normalization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583C09-3785-3FB6-B589-BBA8236D2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862443"/>
              </p:ext>
            </p:extLst>
          </p:nvPr>
        </p:nvGraphicFramePr>
        <p:xfrm>
          <a:off x="376936" y="3673178"/>
          <a:ext cx="25400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0112">
                  <a:extLst>
                    <a:ext uri="{9D8B030D-6E8A-4147-A177-3AD203B41FA5}">
                      <a16:colId xmlns:a16="http://schemas.microsoft.com/office/drawing/2014/main" val="1814731471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5386343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Income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370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3902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94000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5309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120000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3461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90000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1853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….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838219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127DD23-3CF3-3808-A401-E9D0AA05B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378465"/>
              </p:ext>
            </p:extLst>
          </p:nvPr>
        </p:nvGraphicFramePr>
        <p:xfrm>
          <a:off x="7122160" y="3674055"/>
          <a:ext cx="2540000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0112">
                  <a:extLst>
                    <a:ext uri="{9D8B030D-6E8A-4147-A177-3AD203B41FA5}">
                      <a16:colId xmlns:a16="http://schemas.microsoft.com/office/drawing/2014/main" val="1814731471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5386343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Income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370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-1.2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3902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5309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2.3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3461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1.8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1853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90812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1D98A-78A8-372C-6AEF-8160B188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8C592E6-F7A2-3B3E-355F-9A29409DCBB6}"/>
              </a:ext>
            </a:extLst>
          </p:cNvPr>
          <p:cNvSpPr txBox="1"/>
          <p:nvPr/>
        </p:nvSpPr>
        <p:spPr>
          <a:xfrm>
            <a:off x="238124" y="933843"/>
            <a:ext cx="110912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feed your normalized data to 1</a:t>
            </a:r>
            <a:r>
              <a:rPr lang="en-US" sz="2400" baseline="30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input layer of deep neural networks.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training DNN: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layer’s output becomes the next layer’s input.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 weights update in each layer, the distribution of inputs to deeper layers keeps changing.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makes training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slow and unstable.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problem is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Internal Covariate Shift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69E502-EA0E-50C3-B59D-9D871CE83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4740283"/>
            <a:ext cx="7235225" cy="18702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8B0276-923F-4A3E-E0D2-96D26DF7CA50}"/>
              </a:ext>
            </a:extLst>
          </p:cNvPr>
          <p:cNvSpPr txBox="1"/>
          <p:nvPr/>
        </p:nvSpPr>
        <p:spPr>
          <a:xfrm>
            <a:off x="3028950" y="85725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Internal Covariate Shift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92395B-A1A0-F072-DCEF-ADF6703A595E}"/>
              </a:ext>
            </a:extLst>
          </p:cNvPr>
          <p:cNvGrpSpPr/>
          <p:nvPr/>
        </p:nvGrpSpPr>
        <p:grpSpPr>
          <a:xfrm>
            <a:off x="4835664" y="3623256"/>
            <a:ext cx="1385280" cy="1032480"/>
            <a:chOff x="4835664" y="3623256"/>
            <a:chExt cx="1385280" cy="10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EAFBA42-D42A-B7CB-DFC9-E9945B87766A}"/>
                    </a:ext>
                  </a:extLst>
                </p14:cNvPr>
                <p14:cNvContentPartPr/>
                <p14:nvPr/>
              </p14:nvContentPartPr>
              <p14:xfrm>
                <a:off x="4835664" y="3623256"/>
                <a:ext cx="1021680" cy="730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EAFBA42-D42A-B7CB-DFC9-E9945B87766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817664" y="3605616"/>
                  <a:ext cx="1057320" cy="76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2C55FC5-9C93-2970-0AE6-744C71392942}"/>
                    </a:ext>
                  </a:extLst>
                </p14:cNvPr>
                <p14:cNvContentPartPr/>
                <p14:nvPr/>
              </p14:nvContentPartPr>
              <p14:xfrm>
                <a:off x="5046984" y="4159296"/>
                <a:ext cx="189360" cy="444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2C55FC5-9C93-2970-0AE6-744C7139294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29344" y="4141296"/>
                  <a:ext cx="22500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4C9BE7A-F108-E054-A9C8-38F4A94F9902}"/>
                    </a:ext>
                  </a:extLst>
                </p14:cNvPr>
                <p14:cNvContentPartPr/>
                <p14:nvPr/>
              </p14:nvContentPartPr>
              <p14:xfrm>
                <a:off x="5778864" y="4212936"/>
                <a:ext cx="410400" cy="417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4C9BE7A-F108-E054-A9C8-38F4A94F990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761224" y="4195296"/>
                  <a:ext cx="44604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B74981C-3CFF-99E6-8C15-98D6FE10C10A}"/>
                    </a:ext>
                  </a:extLst>
                </p14:cNvPr>
                <p14:cNvContentPartPr/>
                <p14:nvPr/>
              </p14:nvContentPartPr>
              <p14:xfrm>
                <a:off x="6050304" y="4495536"/>
                <a:ext cx="170640" cy="160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B74981C-3CFF-99E6-8C15-98D6FE10C10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32304" y="4477896"/>
                  <a:ext cx="206280" cy="195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7125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7F376-47DC-9CE8-0762-FB2867AB7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B5243BC-75C2-83DD-F5DC-5CB9F914D2D6}"/>
              </a:ext>
            </a:extLst>
          </p:cNvPr>
          <p:cNvSpPr txBox="1"/>
          <p:nvPr/>
        </p:nvSpPr>
        <p:spPr>
          <a:xfrm>
            <a:off x="238124" y="824115"/>
            <a:ext cx="117313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Batch Normalization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technique used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neural networks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normalize the activations of a layer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so that they have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stable distribution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during training.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each activation that becomes input to next layer is also normalized.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52D86-FF0B-9299-9388-E167F685C25F}"/>
              </a:ext>
            </a:extLst>
          </p:cNvPr>
          <p:cNvSpPr txBox="1"/>
          <p:nvPr/>
        </p:nvSpPr>
        <p:spPr>
          <a:xfrm>
            <a:off x="3028950" y="85725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Batch Normalization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557D7C-A44F-6B34-C0FB-36CB7ED7F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373" y="3107093"/>
            <a:ext cx="6562751" cy="345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867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C7B12-C5C7-65FA-4FC1-789A01F60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6229D3-EF71-45EE-7B35-6C44BF13C606}"/>
              </a:ext>
            </a:extLst>
          </p:cNvPr>
          <p:cNvSpPr txBox="1"/>
          <p:nvPr/>
        </p:nvSpPr>
        <p:spPr>
          <a:xfrm>
            <a:off x="238124" y="824115"/>
            <a:ext cx="117313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Calculate z first for each neuron, then normalize the z value, and then calculate the activation a for this normalized z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90C96E-A804-A63B-BD84-DB2853243824}"/>
              </a:ext>
            </a:extLst>
          </p:cNvPr>
          <p:cNvSpPr txBox="1"/>
          <p:nvPr/>
        </p:nvSpPr>
        <p:spPr>
          <a:xfrm>
            <a:off x="3028950" y="85725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ways to do batch normalization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A13925-23DE-1477-2EB7-D5EE78FAD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1" y="4094894"/>
            <a:ext cx="4439270" cy="2353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A295B7-A1A6-B371-05BE-3814AAEF3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211" y="3861842"/>
            <a:ext cx="6385560" cy="242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622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65C85-AAC1-9A26-86D1-17772B198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3BBD665-EE39-FA0E-DB82-9297B8C024F5}"/>
              </a:ext>
            </a:extLst>
          </p:cNvPr>
          <p:cNvSpPr txBox="1"/>
          <p:nvPr/>
        </p:nvSpPr>
        <p:spPr>
          <a:xfrm>
            <a:off x="238124" y="824115"/>
            <a:ext cx="11731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Calculate z first for each neuron, then calculate the activation a for this z , and then normalize the activation a.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616E87-1119-EF55-983C-FE0D14C05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1" y="4094894"/>
            <a:ext cx="4439270" cy="2353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F44C16-AD95-826B-7892-1C357191B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4133983"/>
            <a:ext cx="6830568" cy="18450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0F2A14-54DE-6B17-8DD1-72FEC7F32E1D}"/>
              </a:ext>
            </a:extLst>
          </p:cNvPr>
          <p:cNvSpPr txBox="1"/>
          <p:nvPr/>
        </p:nvSpPr>
        <p:spPr>
          <a:xfrm>
            <a:off x="3028950" y="85725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ways to do batch normalization</a:t>
            </a:r>
          </a:p>
        </p:txBody>
      </p:sp>
    </p:spTree>
    <p:extLst>
      <p:ext uri="{BB962C8B-B14F-4D97-AF65-F5344CB8AC3E}">
        <p14:creationId xmlns:p14="http://schemas.microsoft.com/office/powerpoint/2010/main" val="1955488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8EE33-DD6F-6EAE-4A73-DFB905D80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C675F11-8BB3-510F-FA58-8D247C4B6D1F}"/>
              </a:ext>
            </a:extLst>
          </p:cNvPr>
          <p:cNvSpPr txBox="1"/>
          <p:nvPr/>
        </p:nvSpPr>
        <p:spPr>
          <a:xfrm>
            <a:off x="238124" y="613803"/>
            <a:ext cx="117313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focus on first top neuron.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we are working with batches (i.e. batch normalization), so we feed a batch of, say 5, input values and calculate the z for all 5 values.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we normalize these 5 values like we do any dataset.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6F8DB3-1126-3DB1-10CE-EA97819F4DDA}"/>
              </a:ext>
            </a:extLst>
          </p:cNvPr>
          <p:cNvSpPr txBox="1"/>
          <p:nvPr/>
        </p:nvSpPr>
        <p:spPr>
          <a:xfrm>
            <a:off x="3028950" y="85725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Question: How do you normalize z 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D07AE3-5063-EBDF-7F73-F044B057E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88" y="3390000"/>
            <a:ext cx="3101025" cy="32235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0EFA9B-7BF2-8E71-A027-6DD61E8CC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076" y="4069079"/>
            <a:ext cx="8171036" cy="26067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93AB9FE-F089-F87D-2C5A-C49F5E931180}"/>
                  </a:ext>
                </a:extLst>
              </p14:cNvPr>
              <p14:cNvContentPartPr/>
              <p14:nvPr/>
            </p14:nvContentPartPr>
            <p14:xfrm>
              <a:off x="5825304" y="4656096"/>
              <a:ext cx="418320" cy="419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93AB9FE-F089-F87D-2C5A-C49F5E9311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07664" y="4638456"/>
                <a:ext cx="453960" cy="45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9047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3251C-6A85-A23B-0738-78B11466F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EB3E5D-E3BE-8DFB-4437-DE19E3CE96F8}"/>
                  </a:ext>
                </a:extLst>
              </p:cNvPr>
              <p:cNvSpPr txBox="1"/>
              <p:nvPr/>
            </p:nvSpPr>
            <p:spPr>
              <a:xfrm>
                <a:off x="238124" y="613803"/>
                <a:ext cx="1173137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2)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Then we multiply this new normalized z with learning parameter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add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These 2 are calculated during training phase.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also called scale parameter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also called shift parameter.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EB3E5D-E3BE-8DFB-4437-DE19E3CE9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4" y="613803"/>
                <a:ext cx="11731372" cy="1569660"/>
              </a:xfrm>
              <a:prstGeom prst="rect">
                <a:avLst/>
              </a:prstGeom>
              <a:blipFill>
                <a:blip r:embed="rId2"/>
                <a:stretch>
                  <a:fillRect l="-779" t="-3113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002E825-9835-F29F-EFF2-5E86245DB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88" y="2740776"/>
            <a:ext cx="3101025" cy="32235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02AFCE-1622-177E-0419-0182125B2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2862286"/>
            <a:ext cx="7603725" cy="338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32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FE279-FE2E-2E7A-F17C-846D7B736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F5847B-8FFB-C232-B563-97E8C21D9323}"/>
                  </a:ext>
                </a:extLst>
              </p:cNvPr>
              <p:cNvSpPr txBox="1"/>
              <p:nvPr/>
            </p:nvSpPr>
            <p:spPr>
              <a:xfrm>
                <a:off x="238124" y="613803"/>
                <a:ext cx="1173137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Note: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We do these steps for all neurons.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Each neuron has its own learning parameter,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F5847B-8FFB-C232-B563-97E8C21D9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4" y="613803"/>
                <a:ext cx="11731372" cy="1200329"/>
              </a:xfrm>
              <a:prstGeom prst="rect">
                <a:avLst/>
              </a:prstGeom>
              <a:blipFill>
                <a:blip r:embed="rId2"/>
                <a:stretch>
                  <a:fillRect l="-779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F4BF407-66D8-5935-93EC-893402233784}"/>
              </a:ext>
            </a:extLst>
          </p:cNvPr>
          <p:cNvSpPr txBox="1"/>
          <p:nvPr/>
        </p:nvSpPr>
        <p:spPr>
          <a:xfrm>
            <a:off x="3028950" y="85725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Batch Normalization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63AD81-B5F2-9CC5-C132-5F8E7AFFA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344" y="2862286"/>
            <a:ext cx="7603725" cy="338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55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D981A-1A0E-9635-4984-B916C3045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924292A-1F17-0DD0-8CF5-307E34416A1E}"/>
              </a:ext>
            </a:extLst>
          </p:cNvPr>
          <p:cNvSpPr txBox="1"/>
          <p:nvPr/>
        </p:nvSpPr>
        <p:spPr>
          <a:xfrm>
            <a:off x="238124" y="1391043"/>
            <a:ext cx="11731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use gradient descent.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68443F-895D-218B-0BCA-957AA94F54B5}"/>
                  </a:ext>
                </a:extLst>
              </p:cNvPr>
              <p:cNvSpPr txBox="1"/>
              <p:nvPr/>
            </p:nvSpPr>
            <p:spPr>
              <a:xfrm>
                <a:off x="1856232" y="85725"/>
                <a:ext cx="90982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Question: How do you update parameter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68443F-895D-218B-0BCA-957AA94F5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232" y="85725"/>
                <a:ext cx="9098280" cy="523220"/>
              </a:xfrm>
              <a:prstGeom prst="rect">
                <a:avLst/>
              </a:prstGeom>
              <a:blipFill>
                <a:blip r:embed="rId2"/>
                <a:stretch>
                  <a:fillRect l="-1408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05CAAD9-19FE-A70D-1F7D-5483A9499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501798"/>
            <a:ext cx="6450100" cy="18544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474DA2-F3AF-9CCE-E759-DC894C490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414" y="4955952"/>
            <a:ext cx="4582164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82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8F433-4C69-CF28-2D16-D13F16529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5150E52-8B54-8CE7-BB8F-1C499CBBD37F}"/>
              </a:ext>
            </a:extLst>
          </p:cNvPr>
          <p:cNvSpPr txBox="1"/>
          <p:nvPr/>
        </p:nvSpPr>
        <p:spPr>
          <a:xfrm>
            <a:off x="238124" y="723531"/>
            <a:ext cx="116947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BN does not necessarily increase accuracy, but it helps in following: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Faster Training: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Allows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higher learning rates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converges faster.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Reduces Internal Covariate Shift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Prevents input distributions to deeper layers from changing drastically as previous layers' weights update.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Less Sensitive to Initialization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Reduces dependency on careful initial weight settings. 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Helps avoid vanishing or exploding gradients.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37CDE1-BC56-EDAB-94C0-1CA7AF711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814" y="4736077"/>
            <a:ext cx="6720875" cy="17372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8A87D1-1774-9549-72E4-77447B0CB34F}"/>
              </a:ext>
            </a:extLst>
          </p:cNvPr>
          <p:cNvSpPr txBox="1"/>
          <p:nvPr/>
        </p:nvSpPr>
        <p:spPr>
          <a:xfrm>
            <a:off x="1856232" y="85725"/>
            <a:ext cx="9098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BN advantage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D0AC14-1A5C-6E96-7207-6E629B3F5AD5}"/>
              </a:ext>
            </a:extLst>
          </p:cNvPr>
          <p:cNvGrpSpPr/>
          <p:nvPr/>
        </p:nvGrpSpPr>
        <p:grpSpPr>
          <a:xfrm>
            <a:off x="5000904" y="4320216"/>
            <a:ext cx="1904400" cy="1997280"/>
            <a:chOff x="5000904" y="4320216"/>
            <a:chExt cx="1904400" cy="199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F5D13CF-5E4A-2937-F1B8-E00DB9D8208D}"/>
                    </a:ext>
                  </a:extLst>
                </p14:cNvPr>
                <p14:cNvContentPartPr/>
                <p14:nvPr/>
              </p14:nvContentPartPr>
              <p14:xfrm>
                <a:off x="5040504" y="4377096"/>
                <a:ext cx="195480" cy="240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F5D13CF-5E4A-2937-F1B8-E00DB9D8208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22504" y="4359456"/>
                  <a:ext cx="2311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133167B-E768-7F6F-5128-ACCD70C61A11}"/>
                    </a:ext>
                  </a:extLst>
                </p14:cNvPr>
                <p14:cNvContentPartPr/>
                <p14:nvPr/>
              </p14:nvContentPartPr>
              <p14:xfrm>
                <a:off x="5310504" y="4359096"/>
                <a:ext cx="180360" cy="191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133167B-E768-7F6F-5128-ACCD70C61A1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92864" y="4341096"/>
                  <a:ext cx="2160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A9A8CEC-4861-E44C-4343-22978720D851}"/>
                    </a:ext>
                  </a:extLst>
                </p14:cNvPr>
                <p14:cNvContentPartPr/>
                <p14:nvPr/>
              </p14:nvContentPartPr>
              <p14:xfrm>
                <a:off x="5577264" y="4349016"/>
                <a:ext cx="23040" cy="207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A9A8CEC-4861-E44C-4343-22978720D85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59624" y="4331016"/>
                  <a:ext cx="586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ABFCE3-67F4-BBD1-6430-41442149CEFA}"/>
                    </a:ext>
                  </a:extLst>
                </p14:cNvPr>
                <p14:cNvContentPartPr/>
                <p14:nvPr/>
              </p14:nvContentPartPr>
              <p14:xfrm>
                <a:off x="6198264" y="4359096"/>
                <a:ext cx="164520" cy="208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ABFCE3-67F4-BBD1-6430-41442149CEF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80624" y="4341096"/>
                  <a:ext cx="2001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889B48E-1FB2-B1F7-D49F-902942A269CA}"/>
                    </a:ext>
                  </a:extLst>
                </p14:cNvPr>
                <p14:cNvContentPartPr/>
                <p14:nvPr/>
              </p14:nvContentPartPr>
              <p14:xfrm>
                <a:off x="6409584" y="4320216"/>
                <a:ext cx="179280" cy="209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889B48E-1FB2-B1F7-D49F-902942A269C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91944" y="4302576"/>
                  <a:ext cx="2149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E433E46-AF4C-DBE5-1DA6-F520A7944D6B}"/>
                    </a:ext>
                  </a:extLst>
                </p14:cNvPr>
                <p14:cNvContentPartPr/>
                <p14:nvPr/>
              </p14:nvContentPartPr>
              <p14:xfrm>
                <a:off x="6665904" y="4361616"/>
                <a:ext cx="239400" cy="146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E433E46-AF4C-DBE5-1DA6-F520A7944D6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47904" y="4343616"/>
                  <a:ext cx="2750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6A220F1-3A71-1137-ACA3-72905ADB2F02}"/>
                    </a:ext>
                  </a:extLst>
                </p14:cNvPr>
                <p14:cNvContentPartPr/>
                <p14:nvPr/>
              </p14:nvContentPartPr>
              <p14:xfrm>
                <a:off x="5000904" y="4763736"/>
                <a:ext cx="586800" cy="1553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6A220F1-3A71-1137-ACA3-72905ADB2F0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82904" y="4746096"/>
                  <a:ext cx="622440" cy="15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3821A9C-4EF2-DD12-6B0E-1E01B0175AC7}"/>
                    </a:ext>
                  </a:extLst>
                </p14:cNvPr>
                <p14:cNvContentPartPr/>
                <p14:nvPr/>
              </p14:nvContentPartPr>
              <p14:xfrm>
                <a:off x="5925024" y="4739976"/>
                <a:ext cx="815040" cy="1551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3821A9C-4EF2-DD12-6B0E-1E01B0175AC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07024" y="4722336"/>
                  <a:ext cx="850680" cy="1587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32431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97D32-D8D5-B8D5-3F95-CFD48EC76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3B27979-804B-1F91-80E6-85450B4E4FE7}"/>
              </a:ext>
            </a:extLst>
          </p:cNvPr>
          <p:cNvSpPr txBox="1"/>
          <p:nvPr/>
        </p:nvSpPr>
        <p:spPr>
          <a:xfrm>
            <a:off x="238124" y="403491"/>
            <a:ext cx="105426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Limitations of BN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Small Batches: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Performance can degrade with very small mini-batches because batch statistics become less reliable. For example, mean is more reliable when samples are large.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Difficult to apply directly to Recurrent Neural Networks (RNNs) due to variable sequence lengths, though variants exist.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F09D57-9F66-6B1C-3A15-297D0BA8B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814" y="4736077"/>
            <a:ext cx="6720875" cy="173726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F864CD1-9DDE-B03E-1519-78454941AE1C}"/>
              </a:ext>
            </a:extLst>
          </p:cNvPr>
          <p:cNvGrpSpPr/>
          <p:nvPr/>
        </p:nvGrpSpPr>
        <p:grpSpPr>
          <a:xfrm>
            <a:off x="5000904" y="4320216"/>
            <a:ext cx="1904400" cy="1997280"/>
            <a:chOff x="5000904" y="4320216"/>
            <a:chExt cx="1904400" cy="199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7F1404C-CCEE-A125-0315-5240133799A4}"/>
                    </a:ext>
                  </a:extLst>
                </p14:cNvPr>
                <p14:cNvContentPartPr/>
                <p14:nvPr/>
              </p14:nvContentPartPr>
              <p14:xfrm>
                <a:off x="5040504" y="4377096"/>
                <a:ext cx="195480" cy="240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7F1404C-CCEE-A125-0315-5240133799A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22504" y="4359456"/>
                  <a:ext cx="2311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A4D0628-6239-C38F-2DAD-CADBEEE0B308}"/>
                    </a:ext>
                  </a:extLst>
                </p14:cNvPr>
                <p14:cNvContentPartPr/>
                <p14:nvPr/>
              </p14:nvContentPartPr>
              <p14:xfrm>
                <a:off x="5310504" y="4359096"/>
                <a:ext cx="180360" cy="191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A4D0628-6239-C38F-2DAD-CADBEEE0B30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92864" y="4341096"/>
                  <a:ext cx="2160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D6113FE-ED75-85CD-F16C-F9B8EE068D07}"/>
                    </a:ext>
                  </a:extLst>
                </p14:cNvPr>
                <p14:cNvContentPartPr/>
                <p14:nvPr/>
              </p14:nvContentPartPr>
              <p14:xfrm>
                <a:off x="5577264" y="4349016"/>
                <a:ext cx="23040" cy="207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D6113FE-ED75-85CD-F16C-F9B8EE068D0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59624" y="4331016"/>
                  <a:ext cx="586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D7CE9ED-F1AC-DAD0-A588-01046489B175}"/>
                    </a:ext>
                  </a:extLst>
                </p14:cNvPr>
                <p14:cNvContentPartPr/>
                <p14:nvPr/>
              </p14:nvContentPartPr>
              <p14:xfrm>
                <a:off x="6198264" y="4359096"/>
                <a:ext cx="164520" cy="208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D7CE9ED-F1AC-DAD0-A588-01046489B17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80624" y="4341096"/>
                  <a:ext cx="2001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98AE51A-3122-93B4-BA67-6F2939545ED5}"/>
                    </a:ext>
                  </a:extLst>
                </p14:cNvPr>
                <p14:cNvContentPartPr/>
                <p14:nvPr/>
              </p14:nvContentPartPr>
              <p14:xfrm>
                <a:off x="6409584" y="4320216"/>
                <a:ext cx="179280" cy="209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98AE51A-3122-93B4-BA67-6F2939545ED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91944" y="4302576"/>
                  <a:ext cx="2149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89F8837-A517-EB4D-0350-D5BA2A13BFA8}"/>
                    </a:ext>
                  </a:extLst>
                </p14:cNvPr>
                <p14:cNvContentPartPr/>
                <p14:nvPr/>
              </p14:nvContentPartPr>
              <p14:xfrm>
                <a:off x="6665904" y="4361616"/>
                <a:ext cx="239400" cy="146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89F8837-A517-EB4D-0350-D5BA2A13BFA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47904" y="4343616"/>
                  <a:ext cx="2750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5CB592A-4519-7BF1-8920-A8829DC03C70}"/>
                    </a:ext>
                  </a:extLst>
                </p14:cNvPr>
                <p14:cNvContentPartPr/>
                <p14:nvPr/>
              </p14:nvContentPartPr>
              <p14:xfrm>
                <a:off x="5000904" y="4763736"/>
                <a:ext cx="586800" cy="1553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5CB592A-4519-7BF1-8920-A8829DC03C7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82904" y="4746096"/>
                  <a:ext cx="622440" cy="15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037F8F2-D54E-E2F3-186D-C6A46AA9765F}"/>
                    </a:ext>
                  </a:extLst>
                </p14:cNvPr>
                <p14:cNvContentPartPr/>
                <p14:nvPr/>
              </p14:nvContentPartPr>
              <p14:xfrm>
                <a:off x="5925024" y="4739976"/>
                <a:ext cx="815040" cy="1551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037F8F2-D54E-E2F3-186D-C6A46AA9765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07024" y="4722336"/>
                  <a:ext cx="850680" cy="1587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59544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85099-EDA7-C2ED-8038-5D98A72B7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A929F66-2038-B6BB-8B48-D5651E5B74AD}"/>
              </a:ext>
            </a:extLst>
          </p:cNvPr>
          <p:cNvSpPr txBox="1"/>
          <p:nvPr/>
        </p:nvSpPr>
        <p:spPr>
          <a:xfrm>
            <a:off x="238124" y="403491"/>
            <a:ext cx="105426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“Batch Normalization is not magic. On easy problems with modern optimizers, you may not see dramatic improvements.”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“But on deep or poorly conditioned networks,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BatchNorm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becomes essential.”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“If you don’t see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BatchNorm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helping, your problem is probably too easy.”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6BED5A-B090-E1B7-2778-2E0BAFFC3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814" y="4736077"/>
            <a:ext cx="6720875" cy="173726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407BFD7-1B26-399C-80CD-403325D85DC5}"/>
              </a:ext>
            </a:extLst>
          </p:cNvPr>
          <p:cNvGrpSpPr/>
          <p:nvPr/>
        </p:nvGrpSpPr>
        <p:grpSpPr>
          <a:xfrm>
            <a:off x="5000904" y="4320216"/>
            <a:ext cx="1904400" cy="1997280"/>
            <a:chOff x="5000904" y="4320216"/>
            <a:chExt cx="1904400" cy="199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01FA8AC-DCA6-C4E2-3D02-BF1C2044734A}"/>
                    </a:ext>
                  </a:extLst>
                </p14:cNvPr>
                <p14:cNvContentPartPr/>
                <p14:nvPr/>
              </p14:nvContentPartPr>
              <p14:xfrm>
                <a:off x="5040504" y="4377096"/>
                <a:ext cx="195480" cy="240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01FA8AC-DCA6-C4E2-3D02-BF1C2044734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22504" y="4359456"/>
                  <a:ext cx="2311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4416528-A210-A2F9-6BE1-3C32B4577B5D}"/>
                    </a:ext>
                  </a:extLst>
                </p14:cNvPr>
                <p14:cNvContentPartPr/>
                <p14:nvPr/>
              </p14:nvContentPartPr>
              <p14:xfrm>
                <a:off x="5310504" y="4359096"/>
                <a:ext cx="180360" cy="191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4416528-A210-A2F9-6BE1-3C32B4577B5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92864" y="4341096"/>
                  <a:ext cx="2160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783F06A-536B-7B16-A716-B2AD7FE0F6CA}"/>
                    </a:ext>
                  </a:extLst>
                </p14:cNvPr>
                <p14:cNvContentPartPr/>
                <p14:nvPr/>
              </p14:nvContentPartPr>
              <p14:xfrm>
                <a:off x="5577264" y="4349016"/>
                <a:ext cx="23040" cy="207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783F06A-536B-7B16-A716-B2AD7FE0F6C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59624" y="4331016"/>
                  <a:ext cx="586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B4F9945-EFB3-8D96-4460-3B0B06382C0E}"/>
                    </a:ext>
                  </a:extLst>
                </p14:cNvPr>
                <p14:cNvContentPartPr/>
                <p14:nvPr/>
              </p14:nvContentPartPr>
              <p14:xfrm>
                <a:off x="6198264" y="4359096"/>
                <a:ext cx="164520" cy="208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B4F9945-EFB3-8D96-4460-3B0B06382C0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80624" y="4341096"/>
                  <a:ext cx="2001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F0DB20D-3AD8-C70E-C2CB-B0EDC2951341}"/>
                    </a:ext>
                  </a:extLst>
                </p14:cNvPr>
                <p14:cNvContentPartPr/>
                <p14:nvPr/>
              </p14:nvContentPartPr>
              <p14:xfrm>
                <a:off x="6409584" y="4320216"/>
                <a:ext cx="179280" cy="209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F0DB20D-3AD8-C70E-C2CB-B0EDC295134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91944" y="4302576"/>
                  <a:ext cx="2149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14FF005-9C83-CA38-CF45-F62C931EF421}"/>
                    </a:ext>
                  </a:extLst>
                </p14:cNvPr>
                <p14:cNvContentPartPr/>
                <p14:nvPr/>
              </p14:nvContentPartPr>
              <p14:xfrm>
                <a:off x="6665904" y="4361616"/>
                <a:ext cx="239400" cy="146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14FF005-9C83-CA38-CF45-F62C931EF42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47904" y="4343616"/>
                  <a:ext cx="2750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C61213B-4DF3-0399-9774-691E01842D9B}"/>
                    </a:ext>
                  </a:extLst>
                </p14:cNvPr>
                <p14:cNvContentPartPr/>
                <p14:nvPr/>
              </p14:nvContentPartPr>
              <p14:xfrm>
                <a:off x="5000904" y="4763736"/>
                <a:ext cx="586800" cy="1553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C61213B-4DF3-0399-9774-691E01842D9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82904" y="4746096"/>
                  <a:ext cx="622440" cy="15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0104E5B-462F-FDE9-7A18-2111FD5983B6}"/>
                    </a:ext>
                  </a:extLst>
                </p14:cNvPr>
                <p14:cNvContentPartPr/>
                <p14:nvPr/>
              </p14:nvContentPartPr>
              <p14:xfrm>
                <a:off x="5925024" y="4739976"/>
                <a:ext cx="815040" cy="1551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0104E5B-462F-FDE9-7A18-2111FD5983B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07024" y="4722336"/>
                  <a:ext cx="850680" cy="1587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35020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D1445-B52B-C5AE-66BB-73BCF767C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22C8A8-0C6D-56E8-86D6-6C16B503C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" y="5019541"/>
            <a:ext cx="6720875" cy="173726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E164B51-CD66-61D2-F550-4091945A5793}"/>
              </a:ext>
            </a:extLst>
          </p:cNvPr>
          <p:cNvGrpSpPr/>
          <p:nvPr/>
        </p:nvGrpSpPr>
        <p:grpSpPr>
          <a:xfrm>
            <a:off x="3208680" y="4603680"/>
            <a:ext cx="1904400" cy="1997280"/>
            <a:chOff x="5000904" y="4320216"/>
            <a:chExt cx="1904400" cy="199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6887631-B4E3-2D5B-00E4-40A04A33B5F1}"/>
                    </a:ext>
                  </a:extLst>
                </p14:cNvPr>
                <p14:cNvContentPartPr/>
                <p14:nvPr/>
              </p14:nvContentPartPr>
              <p14:xfrm>
                <a:off x="5040504" y="4377096"/>
                <a:ext cx="195480" cy="240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6887631-B4E3-2D5B-00E4-40A04A33B5F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22504" y="4359096"/>
                  <a:ext cx="2311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7CDE39B-42C4-9E4D-5B78-84B03FF4B7EB}"/>
                    </a:ext>
                  </a:extLst>
                </p14:cNvPr>
                <p14:cNvContentPartPr/>
                <p14:nvPr/>
              </p14:nvContentPartPr>
              <p14:xfrm>
                <a:off x="5310504" y="4359096"/>
                <a:ext cx="180360" cy="191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7CDE39B-42C4-9E4D-5B78-84B03FF4B7E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92468" y="4341096"/>
                  <a:ext cx="216071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79FE5DB-F130-209F-5B40-B6EF041E85CA}"/>
                    </a:ext>
                  </a:extLst>
                </p14:cNvPr>
                <p14:cNvContentPartPr/>
                <p14:nvPr/>
              </p14:nvContentPartPr>
              <p14:xfrm>
                <a:off x="5577264" y="4349016"/>
                <a:ext cx="23040" cy="207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79FE5DB-F130-209F-5B40-B6EF041E85C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59264" y="4331016"/>
                  <a:ext cx="586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500B643-16D3-A62F-F049-EFCE051D0B3C}"/>
                    </a:ext>
                  </a:extLst>
                </p14:cNvPr>
                <p14:cNvContentPartPr/>
                <p14:nvPr/>
              </p14:nvContentPartPr>
              <p14:xfrm>
                <a:off x="6198264" y="4359096"/>
                <a:ext cx="164520" cy="208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500B643-16D3-A62F-F049-EFCE051D0B3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80264" y="4341096"/>
                  <a:ext cx="2001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10636AD-7F44-5949-93B9-1261CDFC0B20}"/>
                    </a:ext>
                  </a:extLst>
                </p14:cNvPr>
                <p14:cNvContentPartPr/>
                <p14:nvPr/>
              </p14:nvContentPartPr>
              <p14:xfrm>
                <a:off x="6409584" y="4320216"/>
                <a:ext cx="179280" cy="209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10636AD-7F44-5949-93B9-1261CDFC0B2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91548" y="4302216"/>
                  <a:ext cx="214992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718D6E2-B972-1B50-E7BA-3D99A8FF885B}"/>
                    </a:ext>
                  </a:extLst>
                </p14:cNvPr>
                <p14:cNvContentPartPr/>
                <p14:nvPr/>
              </p14:nvContentPartPr>
              <p14:xfrm>
                <a:off x="6665904" y="4361616"/>
                <a:ext cx="239400" cy="146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718D6E2-B972-1B50-E7BA-3D99A8FF885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47904" y="4343616"/>
                  <a:ext cx="2750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33454FA-4EE2-4421-8F04-2BD9F56CF993}"/>
                    </a:ext>
                  </a:extLst>
                </p14:cNvPr>
                <p14:cNvContentPartPr/>
                <p14:nvPr/>
              </p14:nvContentPartPr>
              <p14:xfrm>
                <a:off x="5000904" y="4763736"/>
                <a:ext cx="586800" cy="1553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33454FA-4EE2-4421-8F04-2BD9F56CF99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82904" y="4745736"/>
                  <a:ext cx="622440" cy="158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3EF2E4-57C5-29DA-FB85-5F6A7DBD4A9F}"/>
                    </a:ext>
                  </a:extLst>
                </p14:cNvPr>
                <p14:cNvContentPartPr/>
                <p14:nvPr/>
              </p14:nvContentPartPr>
              <p14:xfrm>
                <a:off x="5925024" y="4739976"/>
                <a:ext cx="815040" cy="1551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3EF2E4-57C5-29DA-FB85-5F6A7DBD4A9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07024" y="4721972"/>
                  <a:ext cx="850680" cy="1587248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A39C192B-8D2B-95FA-1C4F-E591728C1D9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65944" y="6065"/>
            <a:ext cx="5409999" cy="504113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6565F01-7DEF-7D5F-D3F3-9EC4172769A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139" y="101190"/>
            <a:ext cx="5718032" cy="411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96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5" y="124473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Fhdsklf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Fjskldf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521</TotalTime>
  <Words>567</Words>
  <Application>Microsoft Office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63</cp:revision>
  <dcterms:created xsi:type="dcterms:W3CDTF">2025-09-22T02:44:38Z</dcterms:created>
  <dcterms:modified xsi:type="dcterms:W3CDTF">2026-03-31T18:59:59Z</dcterms:modified>
</cp:coreProperties>
</file>