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7" r:id="rId2"/>
    <p:sldId id="277" r:id="rId3"/>
    <p:sldId id="278" r:id="rId4"/>
    <p:sldId id="279" r:id="rId5"/>
    <p:sldId id="280" r:id="rId6"/>
    <p:sldId id="281" r:id="rId7"/>
    <p:sldId id="282" r:id="rId8"/>
    <p:sldId id="283" r:id="rId9"/>
    <p:sldId id="284" r:id="rId10"/>
    <p:sldId id="275" r:id="rId11"/>
    <p:sldId id="28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1508872-44FE-C987-D1E3-A093E1C9B1C1}"/>
              </a:ext>
            </a:extLst>
          </p:cNvPr>
          <p:cNvSpPr txBox="1"/>
          <p:nvPr/>
        </p:nvSpPr>
        <p:spPr>
          <a:xfrm>
            <a:off x="72562" y="1124991"/>
            <a:ext cx="1134829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What is NLP Pipeline?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NLP pipeline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is a sequence of steps to convert raw text into a format a model can understand.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Pipeline Flow: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Raw Text → Tokenization → Integer Encoding → Padding → Embeddings → Model (RNN)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model could be sentence-completion, sentiment analysis, etc.</a:t>
            </a:r>
          </a:p>
        </p:txBody>
      </p:sp>
    </p:spTree>
    <p:extLst>
      <p:ext uri="{BB962C8B-B14F-4D97-AF65-F5344CB8AC3E}">
        <p14:creationId xmlns:p14="http://schemas.microsoft.com/office/powerpoint/2010/main" val="42211933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718CA1-F79B-6944-D6D7-268990BAC9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EF08A55-79E1-9E6E-901F-A55D5BD70E40}"/>
              </a:ext>
            </a:extLst>
          </p:cNvPr>
          <p:cNvSpPr txBox="1"/>
          <p:nvPr/>
        </p:nvSpPr>
        <p:spPr>
          <a:xfrm>
            <a:off x="154858" y="1271295"/>
            <a:ext cx="1134829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Tokenization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Concept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Tokenization = Breaking text into smaller units (words/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subwords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"I love Cherry" → ["I", "love", “Cherry"]</a:t>
            </a:r>
          </a:p>
        </p:txBody>
      </p:sp>
    </p:spTree>
    <p:extLst>
      <p:ext uri="{BB962C8B-B14F-4D97-AF65-F5344CB8AC3E}">
        <p14:creationId xmlns:p14="http://schemas.microsoft.com/office/powerpoint/2010/main" val="29360137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DA5E4-4A29-16D5-D06D-BFAED4BCB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123E90E-133C-A1F6-CD7A-6FD947AB35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51" y="139842"/>
            <a:ext cx="6984506" cy="404236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887B60F-26A8-E59D-71A2-56A7E5E604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563" y="4617720"/>
            <a:ext cx="7601455" cy="6094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5872621-5304-34CB-FCD3-591757C6A4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563" y="5227166"/>
            <a:ext cx="9123540" cy="435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7749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30E007-A685-7519-80F9-DD6BDF278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CEFE28C-2895-3D3F-5BBC-6442123FF15E}"/>
              </a:ext>
            </a:extLst>
          </p:cNvPr>
          <p:cNvSpPr txBox="1"/>
          <p:nvPr/>
        </p:nvSpPr>
        <p:spPr>
          <a:xfrm>
            <a:off x="237744" y="1352634"/>
            <a:ext cx="988466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Text → Sequences (Integer Encoding)</a:t>
            </a:r>
          </a:p>
          <a:p>
            <a:pPr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Convert words into numbers: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</a:t>
            </a:r>
          </a:p>
          <a:p>
            <a:pPr rtl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"I love Cherry" → [3, 4, 7]</a:t>
            </a:r>
          </a:p>
        </p:txBody>
      </p:sp>
    </p:spTree>
    <p:extLst>
      <p:ext uri="{BB962C8B-B14F-4D97-AF65-F5344CB8AC3E}">
        <p14:creationId xmlns:p14="http://schemas.microsoft.com/office/powerpoint/2010/main" val="31694141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02BFA3-7B3E-3327-1EFE-6C6EBBD84E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E8AA15E-71D9-897C-3EEC-51A7DCFF0F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45" y="73152"/>
            <a:ext cx="8209313" cy="4155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79329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24E3E8-9CFE-299D-FDB0-DB8A53D56A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C6A746B-347D-2B09-8595-15D11C06E14C}"/>
              </a:ext>
            </a:extLst>
          </p:cNvPr>
          <p:cNvSpPr txBox="1"/>
          <p:nvPr/>
        </p:nvSpPr>
        <p:spPr>
          <a:xfrm>
            <a:off x="246888" y="1253389"/>
            <a:ext cx="1076248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Padding (Very Important)</a:t>
            </a:r>
          </a:p>
          <a:p>
            <a:pPr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Problem: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Different sentences have different lengths → Neural networks need fixed size</a:t>
            </a:r>
          </a:p>
          <a:p>
            <a:pPr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Solution: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Add zeros (padding)</a:t>
            </a:r>
          </a:p>
        </p:txBody>
      </p:sp>
    </p:spTree>
    <p:extLst>
      <p:ext uri="{BB962C8B-B14F-4D97-AF65-F5344CB8AC3E}">
        <p14:creationId xmlns:p14="http://schemas.microsoft.com/office/powerpoint/2010/main" val="8965730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DFA1D0-D396-685B-EFB6-B37C62126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96143B5-EC6A-7292-B5E1-D94303D002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661" y="5129784"/>
            <a:ext cx="3087073" cy="144825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8EFCEF1-10DF-86DD-D2EF-56648FAFE893}"/>
              </a:ext>
            </a:extLst>
          </p:cNvPr>
          <p:cNvSpPr txBox="1"/>
          <p:nvPr/>
        </p:nvSpPr>
        <p:spPr>
          <a:xfrm>
            <a:off x="5184648" y="4587163"/>
            <a:ext cx="671626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padding='pre' → add zeros at start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padding='post' → add zeros at end (recommended)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EEF9953-3A08-54AD-13BF-6E7827A799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22" y="64008"/>
            <a:ext cx="8768107" cy="4161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8442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0D236A-9FCF-ACC0-A29E-5EAA6D372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DCA9EE0-4452-B3CD-4801-D3C4BA0369EA}"/>
              </a:ext>
            </a:extLst>
          </p:cNvPr>
          <p:cNvSpPr txBox="1"/>
          <p:nvPr/>
        </p:nvSpPr>
        <p:spPr>
          <a:xfrm>
            <a:off x="320040" y="1590378"/>
            <a:ext cx="88011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5. Embeddings (Core Concept)</a:t>
            </a:r>
          </a:p>
          <a:p>
            <a:pPr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Problem: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Numbers like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[3,4,7]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have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 meaning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Solution: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Convert into dense vectors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</a:t>
            </a:r>
          </a:p>
          <a:p>
            <a:pPr rtl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3 → [0.2, -0.1, 0.9, -0.2, 0.003]</a:t>
            </a:r>
          </a:p>
        </p:txBody>
      </p:sp>
    </p:spTree>
    <p:extLst>
      <p:ext uri="{BB962C8B-B14F-4D97-AF65-F5344CB8AC3E}">
        <p14:creationId xmlns:p14="http://schemas.microsoft.com/office/powerpoint/2010/main" val="42839224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66A600-2A51-B354-1B0A-FE08D2EAD8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A30F1FA-AA6A-74DA-B236-09D5BFD34C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" y="3495400"/>
            <a:ext cx="6706536" cy="37152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CEA4326-61EA-B19D-A0BD-1AF5A7BCED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" y="3916023"/>
            <a:ext cx="8097022" cy="284089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D05D794-CD23-7B9F-3A49-9E8B9272F6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347124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26666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1017D61-8B5D-E6CD-D142-357628E5ADB2}"/>
              </a:ext>
            </a:extLst>
          </p:cNvPr>
          <p:cNvSpPr txBox="1"/>
          <p:nvPr/>
        </p:nvSpPr>
        <p:spPr>
          <a:xfrm>
            <a:off x="123444" y="1176451"/>
            <a:ext cx="11516868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Why embedding ? </a:t>
            </a: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Captures semantic meaning: 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Embeddings place similar words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closer in vector space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king ≈ queen                    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apple ≠ king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Fix sparsity problem (better than one-hot encoding)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Without embeddings: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Vocabulary size = 10,000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One-hot vector = 10,000 dimensions (mostly zeros ❌)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With embeddings: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Dense vector (e.g., 100 dimensions) ✅</a:t>
            </a:r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👉 More efficient + meaningful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35DBB4-1D41-0EAB-BAE7-616F025E4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55081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1174</TotalTime>
  <Words>279</Words>
  <Application>Microsoft Office PowerPoint</Application>
  <PresentationFormat>Widescreen</PresentationFormat>
  <Paragraphs>51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187</cp:revision>
  <dcterms:created xsi:type="dcterms:W3CDTF">2025-09-22T02:44:38Z</dcterms:created>
  <dcterms:modified xsi:type="dcterms:W3CDTF">2026-07-19T12:12:29Z</dcterms:modified>
</cp:coreProperties>
</file>