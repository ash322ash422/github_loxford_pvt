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5" r:id="rId2"/>
    <p:sldId id="271" r:id="rId3"/>
    <p:sldId id="277" r:id="rId4"/>
    <p:sldId id="278" r:id="rId5"/>
    <p:sldId id="279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C6290F-5B5E-0A95-0185-DCE726ECB5B1}"/>
              </a:ext>
            </a:extLst>
          </p:cNvPr>
          <p:cNvSpPr txBox="1"/>
          <p:nvPr/>
        </p:nvSpPr>
        <p:spPr>
          <a:xfrm>
            <a:off x="3012948" y="3244334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Differences Between 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and CNN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A1ED58-5B34-3E3B-C364-7E19A4D169EE}"/>
              </a:ext>
            </a:extLst>
          </p:cNvPr>
          <p:cNvSpPr txBox="1"/>
          <p:nvPr/>
        </p:nvSpPr>
        <p:spPr>
          <a:xfrm>
            <a:off x="484632" y="330952"/>
            <a:ext cx="101406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CNN is applicable for sparse data like images: Most of the pixels are 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is applicable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series and sequential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151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34021-0078-87EA-A95A-796CA1FD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2C5BE7-86EC-C8B9-C131-EDB3E6ACE647}"/>
              </a:ext>
            </a:extLst>
          </p:cNvPr>
          <p:cNvSpPr txBox="1"/>
          <p:nvPr/>
        </p:nvSpPr>
        <p:spPr>
          <a:xfrm>
            <a:off x="283464" y="239512"/>
            <a:ext cx="66385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training the model,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CNN uses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backpropagation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uses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 through 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calculate the loss.</a:t>
            </a:r>
          </a:p>
        </p:txBody>
      </p:sp>
    </p:spTree>
    <p:extLst>
      <p:ext uri="{BB962C8B-B14F-4D97-AF65-F5344CB8AC3E}">
        <p14:creationId xmlns:p14="http://schemas.microsoft.com/office/powerpoint/2010/main" val="265875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F62AC-A31A-D283-719A-BC9AE4AC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0DA7D8-3B20-1873-56AB-287AD48D9DE0}"/>
              </a:ext>
            </a:extLst>
          </p:cNvPr>
          <p:cNvSpPr txBox="1"/>
          <p:nvPr/>
        </p:nvSpPr>
        <p:spPr>
          <a:xfrm>
            <a:off x="256032" y="248656"/>
            <a:ext cx="101406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CNN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finite inputs and finite outputs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can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restriction in length of inputs and outputs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26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FAF0-2195-88B0-A3C0-EED7E977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3A5FFC-3CE8-2ADF-2813-8C3598C87548}"/>
              </a:ext>
            </a:extLst>
          </p:cNvPr>
          <p:cNvSpPr txBox="1"/>
          <p:nvPr/>
        </p:nvSpPr>
        <p:spPr>
          <a:xfrm>
            <a:off x="201168" y="266944"/>
            <a:ext cx="77906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CNN has a feedforward network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works on loops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handle sequential data.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CNN can also be used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video and image processing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is primarily used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and text analysis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125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7987-FF73-A2F4-4549-169BF193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2C36-6E4F-27A2-6E2F-ADB20D5B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A52AD-52C3-B102-6939-F2776693F2BC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078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1901</TotalTime>
  <Words>116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233</cp:revision>
  <dcterms:created xsi:type="dcterms:W3CDTF">2025-09-22T02:44:38Z</dcterms:created>
  <dcterms:modified xsi:type="dcterms:W3CDTF">2026-04-19T16:01:20Z</dcterms:modified>
</cp:coreProperties>
</file>